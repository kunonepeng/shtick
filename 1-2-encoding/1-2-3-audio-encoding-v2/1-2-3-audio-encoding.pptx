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4.svg" ContentType="image/svg+xml"/>
  <Override PartName="/ppt/media/image26.svg" ContentType="image/svg+xml"/>
  <Override PartName="/ppt/media/image28.svg" ContentType="image/svg+xml"/>
  <Override PartName="/ppt/media/image3.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6.svg" ContentType="image/svg+xml"/>
  <Override PartName="/ppt/media/image48.svg" ContentType="image/svg+xml"/>
  <Override PartName="/ppt/media/image49.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42"/>
  </p:handoutMasterIdLst>
  <p:sldIdLst>
    <p:sldId id="262" r:id="rId3"/>
    <p:sldId id="271" r:id="rId5"/>
    <p:sldId id="272" r:id="rId6"/>
    <p:sldId id="273" r:id="rId7"/>
    <p:sldId id="274" r:id="rId8"/>
    <p:sldId id="275" r:id="rId9"/>
    <p:sldId id="276" r:id="rId10"/>
    <p:sldId id="277" r:id="rId11"/>
    <p:sldId id="279" r:id="rId12"/>
    <p:sldId id="280" r:id="rId13"/>
    <p:sldId id="281" r:id="rId14"/>
    <p:sldId id="282" r:id="rId15"/>
    <p:sldId id="283" r:id="rId16"/>
    <p:sldId id="284" r:id="rId17"/>
    <p:sldId id="287" r:id="rId18"/>
    <p:sldId id="289" r:id="rId19"/>
    <p:sldId id="290" r:id="rId20"/>
    <p:sldId id="291" r:id="rId21"/>
    <p:sldId id="286" r:id="rId22"/>
    <p:sldId id="285" r:id="rId23"/>
    <p:sldId id="293" r:id="rId24"/>
    <p:sldId id="294" r:id="rId25"/>
    <p:sldId id="295" r:id="rId26"/>
    <p:sldId id="296" r:id="rId27"/>
    <p:sldId id="297" r:id="rId28"/>
    <p:sldId id="298" r:id="rId29"/>
    <p:sldId id="299" r:id="rId30"/>
    <p:sldId id="300" r:id="rId31"/>
    <p:sldId id="301" r:id="rId32"/>
    <p:sldId id="257" r:id="rId33"/>
    <p:sldId id="258" r:id="rId34"/>
    <p:sldId id="265" r:id="rId35"/>
    <p:sldId id="266" r:id="rId36"/>
    <p:sldId id="268" r:id="rId37"/>
    <p:sldId id="269" r:id="rId38"/>
    <p:sldId id="270" r:id="rId39"/>
    <p:sldId id="267" r:id="rId40"/>
    <p:sldId id="260" r:id="rId41"/>
  </p:sldIdLst>
  <p:sldSz cx="12192000" cy="6858000"/>
  <p:notesSz cx="6858000" cy="9144000"/>
  <p:custDataLst>
    <p:tags r:id="rId4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2d11ba6-b4d0-48ac-8aeb-0e480cc409a2}">
          <p14:sldIdLst>
            <p14:sldId id="262"/>
            <p14:sldId id="271"/>
            <p14:sldId id="272"/>
            <p14:sldId id="273"/>
            <p14:sldId id="274"/>
            <p14:sldId id="275"/>
            <p14:sldId id="276"/>
            <p14:sldId id="277"/>
            <p14:sldId id="279"/>
            <p14:sldId id="280"/>
            <p14:sldId id="281"/>
            <p14:sldId id="282"/>
            <p14:sldId id="283"/>
            <p14:sldId id="284"/>
            <p14:sldId id="287"/>
            <p14:sldId id="289"/>
            <p14:sldId id="290"/>
            <p14:sldId id="291"/>
            <p14:sldId id="286"/>
            <p14:sldId id="285"/>
            <p14:sldId id="293"/>
            <p14:sldId id="294"/>
            <p14:sldId id="295"/>
            <p14:sldId id="296"/>
            <p14:sldId id="297"/>
            <p14:sldId id="298"/>
            <p14:sldId id="299"/>
            <p14:sldId id="300"/>
            <p14:sldId id="301"/>
          </p14:sldIdLst>
        </p14:section>
        <p14:section name="appendix" id="{b3662d03-3e70-40e6-872c-dc766a3636c9}">
          <p14:sldIdLst>
            <p14:sldId id="257"/>
            <p14:sldId id="258"/>
            <p14:sldId id="265"/>
            <p14:sldId id="266"/>
            <p14:sldId id="268"/>
            <p14:sldId id="269"/>
            <p14:sldId id="270"/>
            <p14:sldId id="267"/>
            <p14:sldId id="260"/>
          </p14:sldIdLst>
        </p14:section>
      </p14:sectionLst>
    </p:ext>
    <p:ext uri="{EFAFB233-063F-42B5-8137-9DF3F51BA10A}">
      <p15:sldGuideLst xmlns:p15="http://schemas.microsoft.com/office/powerpoint/2012/main">
        <p15:guide id="2" pos="3838" userDrawn="1">
          <p15:clr>
            <a:srgbClr val="A4A3A4"/>
          </p15:clr>
        </p15:guide>
        <p15:guide id="3" orient="horz" pos="1610" userDrawn="1">
          <p15:clr>
            <a:srgbClr val="A4A3A4"/>
          </p15:clr>
        </p15:guide>
        <p15:guide id="4" orient="horz" pos="2674" userDrawn="1">
          <p15:clr>
            <a:srgbClr val="A4A3A4"/>
          </p15:clr>
        </p15:guide>
        <p15:guide id="5" orient="horz" pos="213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C64E1"/>
    <a:srgbClr val="FFFFFF"/>
    <a:srgbClr val="6251B1"/>
    <a:srgbClr val="47475D"/>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CD59E38-F5E1-4D73-BE46-D8D288EA628F}" styleName="表样式 1 25">
    <a:wholeTbl>
      <a:tcTxStyle>
        <a:fontRef idx="none">
          <a:schemeClr val="tx1"/>
        </a:fontRef>
      </a:tcTxStyle>
      <a:tcStyle>
        <a:tcBdr>
          <a:left>
            <a:ln w="9525" cmpd="sng">
              <a:solidFill>
                <a:schemeClr val="dk1"/>
              </a:solidFill>
              <a:prstDash val="solid"/>
            </a:ln>
          </a:left>
          <a:right>
            <a:ln w="9525" cmpd="sng">
              <a:solidFill>
                <a:schemeClr val="dk1"/>
              </a:solidFill>
              <a:prstDash val="solid"/>
            </a:ln>
          </a:right>
          <a:top>
            <a:ln w="9525" cmpd="sng">
              <a:solidFill>
                <a:schemeClr val="dk1"/>
              </a:solidFill>
              <a:prstDash val="solid"/>
            </a:ln>
          </a:top>
          <a:bottom>
            <a:ln w="9525" cmpd="sng">
              <a:solidFill>
                <a:schemeClr val="dk1"/>
              </a:solidFill>
              <a:prstDash val="solid"/>
            </a:ln>
          </a:bottom>
          <a:insideH>
            <a:ln w="9525" cmpd="sng">
              <a:solidFill>
                <a:schemeClr val="dk1">
                  <a:lumMod val="34000"/>
                  <a:lumOff val="66000"/>
                </a:schemeClr>
              </a:solidFill>
              <a:prstDash val="solid"/>
            </a:ln>
          </a:insideH>
          <a:insideV>
            <a:ln w="9525" cmpd="sng">
              <a:solidFill>
                <a:schemeClr val="dk1">
                  <a:lumMod val="34000"/>
                  <a:lumOff val="66000"/>
                </a:schemeClr>
              </a:solidFill>
              <a:prstDash val="solid"/>
            </a:ln>
          </a:insideV>
        </a:tcBdr>
        <a:fill>
          <a:solidFill>
            <a:schemeClr val="bg1">
              <a:alpha val="0"/>
            </a:schemeClr>
          </a:solidFill>
        </a:fill>
      </a:tcStyle>
    </a:wholeTbl>
    <a:band2H>
      <a:tcTxStyle>
        <a:fontRef idx="none">
          <a:schemeClr val="tx1"/>
        </a:fontRef>
      </a:tcTxStyle>
      <a:tcStyle>
        <a:tcBdr/>
        <a:fill>
          <a:solidFill>
            <a:schemeClr val="dk1">
              <a:alpha val="25000"/>
              <a:lumMod val="40000"/>
              <a:lumOff val="60000"/>
            </a:schemeClr>
          </a:solidFill>
        </a:fill>
      </a:tcStyle>
    </a:band2H>
    <a:band1V>
      <a:tcTxStyle/>
      <a:tcStyle>
        <a:tcBdr>
          <a:left>
            <a:ln w="9525" cmpd="sng">
              <a:solidFill>
                <a:schemeClr val="dk1"/>
              </a:solidFill>
              <a:prstDash val="solid"/>
            </a:ln>
          </a:left>
          <a:right>
            <a:ln w="9525" cmpd="sng">
              <a:solidFill>
                <a:schemeClr val="dk1"/>
              </a:solidFill>
              <a:prstDash val="solid"/>
            </a:ln>
          </a:right>
          <a:top>
            <a:ln w="9525" cmpd="sng">
              <a:solidFill>
                <a:schemeClr val="dk1"/>
              </a:solidFill>
              <a:prstDash val="solid"/>
            </a:ln>
          </a:top>
          <a:bottom>
            <a:ln w="9525" cmpd="sng">
              <a:solidFill>
                <a:schemeClr val="dk1"/>
              </a:solidFill>
              <a:prstDash val="solid"/>
            </a:ln>
          </a:bottom>
          <a:insideH>
            <a:ln w="9525" cmpd="sng">
              <a:solidFill>
                <a:schemeClr val="dk1">
                  <a:lumMod val="40000"/>
                  <a:lumOff val="60000"/>
                </a:schemeClr>
              </a:solidFill>
              <a:prstDash val="solid"/>
            </a:ln>
          </a:insideH>
          <a:insideV>
            <a:ln w="9525" cmpd="sng">
              <a:solidFill>
                <a:schemeClr val="dk1">
                  <a:lumMod val="40000"/>
                  <a:lumOff val="60000"/>
                </a:schemeClr>
              </a:solidFill>
              <a:prstDash val="solid"/>
            </a:ln>
          </a:insideV>
        </a:tcBdr>
        <a:fill>
          <a:solidFill>
            <a:schemeClr val="dk1">
              <a:alpha val="25000"/>
              <a:lumMod val="40000"/>
              <a:lumOff val="60000"/>
            </a:schemeClr>
          </a:solidFill>
        </a:fill>
      </a:tcStyle>
    </a:band1V>
    <a:band2V>
      <a:tcTxStyle/>
      <a:tcStyle>
        <a:tcBdr>
          <a:left>
            <a:ln w="9525" cmpd="sng">
              <a:solidFill>
                <a:schemeClr val="dk1">
                  <a:lumMod val="40000"/>
                  <a:lumOff val="60000"/>
                </a:schemeClr>
              </a:solidFill>
              <a:prstDash val="solid"/>
            </a:ln>
          </a:left>
          <a:right>
            <a:ln w="9525" cmpd="sng">
              <a:solidFill>
                <a:schemeClr val="dk1">
                  <a:lumMod val="40000"/>
                  <a:lumOff val="60000"/>
                </a:schemeClr>
              </a:solidFill>
              <a:prstDash val="solid"/>
            </a:ln>
          </a:right>
          <a:top>
            <a:ln w="9525" cmpd="sng">
              <a:solidFill>
                <a:schemeClr val="dk1"/>
              </a:solidFill>
              <a:prstDash val="solid"/>
            </a:ln>
          </a:top>
          <a:bottom>
            <a:ln w="9525" cmpd="sng">
              <a:solidFill>
                <a:schemeClr val="dk1"/>
              </a:solidFill>
              <a:prstDash val="solid"/>
            </a:ln>
          </a:bottom>
          <a:insideH>
            <a:ln w="9525" cmpd="sng">
              <a:solidFill>
                <a:schemeClr val="dk1">
                  <a:lumMod val="40000"/>
                  <a:lumOff val="60000"/>
                </a:schemeClr>
              </a:solidFill>
              <a:prstDash val="solid"/>
            </a:ln>
          </a:insideH>
          <a:insideV>
            <a:ln>
              <a:noFill/>
            </a:ln>
          </a:insideV>
        </a:tcBdr>
        <a:fill>
          <a:solidFill>
            <a:schemeClr val="bg1">
              <a:alpha val="0"/>
            </a:schemeClr>
          </a:solidFill>
        </a:fill>
      </a:tcStyle>
    </a:band2V>
    <a:lastCol>
      <a:tcTxStyle b="on">
        <a:fontRef idx="none">
          <a:schemeClr val="tx1"/>
        </a:fontRef>
      </a:tcTxStyle>
      <a:tcStyle>
        <a:tcBdr>
          <a:left>
            <a:ln w="9525" cmpd="sng">
              <a:solidFill>
                <a:schemeClr val="dk1">
                  <a:lumMod val="34000"/>
                  <a:lumOff val="66000"/>
                </a:schemeClr>
              </a:solidFill>
              <a:prstDash val="solid"/>
            </a:ln>
          </a:left>
          <a:right>
            <a:ln w="9525" cmpd="sng">
              <a:solidFill>
                <a:schemeClr val="dk1"/>
              </a:solidFill>
              <a:prstDash val="solid"/>
            </a:ln>
          </a:right>
          <a:top>
            <a:ln w="9525" cmpd="sng">
              <a:solidFill>
                <a:schemeClr val="dk1">
                  <a:lumMod val="34000"/>
                  <a:lumOff val="66000"/>
                </a:schemeClr>
              </a:solidFill>
              <a:prstDash val="solid"/>
            </a:ln>
          </a:top>
          <a:bottom>
            <a:ln w="9525" cmpd="sng">
              <a:solidFill>
                <a:schemeClr val="dk1"/>
              </a:solidFill>
              <a:prstDash val="solid"/>
            </a:ln>
          </a:bottom>
          <a:insideH>
            <a:ln w="9525" cmpd="sng">
              <a:solidFill>
                <a:schemeClr val="dk1">
                  <a:lumMod val="34000"/>
                  <a:lumOff val="66000"/>
                </a:schemeClr>
              </a:solidFill>
              <a:prstDash val="solid"/>
            </a:ln>
          </a:insideH>
          <a:insideV>
            <a:ln>
              <a:noFill/>
            </a:ln>
          </a:insideV>
        </a:tcBdr>
        <a:fill>
          <a:solidFill>
            <a:schemeClr val="bg1">
              <a:alpha val="0"/>
            </a:schemeClr>
          </a:solidFill>
        </a:fill>
      </a:tcStyle>
    </a:lastCol>
    <a:firstCol>
      <a:tcTxStyle b="on">
        <a:fontRef idx="none">
          <a:schemeClr val="tx1"/>
        </a:fontRef>
      </a:tcTxStyle>
      <a:tcStyle>
        <a:tcBdr>
          <a:left>
            <a:ln w="9525" cmpd="sng">
              <a:solidFill>
                <a:schemeClr val="dk1"/>
              </a:solidFill>
              <a:prstDash val="solid"/>
            </a:ln>
          </a:left>
          <a:right>
            <a:ln w="9525" cmpd="sng">
              <a:solidFill>
                <a:schemeClr val="dk1">
                  <a:lumMod val="34000"/>
                  <a:lumOff val="66000"/>
                </a:schemeClr>
              </a:solidFill>
              <a:prstDash val="solid"/>
            </a:ln>
          </a:right>
          <a:top>
            <a:ln w="9525" cmpd="sng">
              <a:solidFill>
                <a:schemeClr val="dk1">
                  <a:lumMod val="34000"/>
                  <a:lumOff val="66000"/>
                </a:schemeClr>
              </a:solidFill>
              <a:prstDash val="solid"/>
            </a:ln>
          </a:top>
          <a:bottom>
            <a:ln w="9525" cmpd="sng">
              <a:solidFill>
                <a:schemeClr val="dk1"/>
              </a:solidFill>
              <a:prstDash val="solid"/>
            </a:ln>
          </a:bottom>
          <a:insideH>
            <a:ln w="9525" cmpd="sng">
              <a:solidFill>
                <a:schemeClr val="dk1">
                  <a:lumMod val="34000"/>
                  <a:lumOff val="66000"/>
                </a:schemeClr>
              </a:solidFill>
              <a:prstDash val="solid"/>
            </a:ln>
          </a:insideH>
          <a:insideV>
            <a:ln>
              <a:noFill/>
            </a:ln>
          </a:insideV>
        </a:tcBdr>
        <a:fill>
          <a:solidFill>
            <a:schemeClr val="bg1">
              <a:alpha val="0"/>
            </a:schemeClr>
          </a:solidFill>
        </a:fill>
      </a:tcStyle>
    </a:firstCol>
    <a:lastRow>
      <a:tcTxStyle b="on">
        <a:fontRef idx="none">
          <a:schemeClr val="tx1"/>
        </a:fontRef>
      </a:tcTxStyle>
      <a:tcStyle>
        <a:tcBdr>
          <a:left>
            <a:ln w="9525" cmpd="sng">
              <a:solidFill>
                <a:schemeClr val="dk1"/>
              </a:solidFill>
              <a:prstDash val="solid"/>
            </a:ln>
          </a:left>
          <a:right>
            <a:ln w="9525" cmpd="sng">
              <a:solidFill>
                <a:schemeClr val="dk1"/>
              </a:solidFill>
              <a:prstDash val="solid"/>
            </a:ln>
          </a:right>
          <a:top>
            <a:ln w="9525" cmpd="sng">
              <a:solidFill>
                <a:schemeClr val="dk1"/>
              </a:solidFill>
              <a:prstDash val="solid"/>
            </a:ln>
          </a:top>
          <a:bottom>
            <a:ln w="9525" cmpd="sng">
              <a:solidFill>
                <a:schemeClr val="dk1"/>
              </a:solidFill>
              <a:prstDash val="solid"/>
            </a:ln>
          </a:bottom>
          <a:insideH>
            <a:ln>
              <a:noFill/>
            </a:ln>
          </a:insideH>
          <a:insideV>
            <a:ln>
              <a:noFill/>
            </a:ln>
          </a:insideV>
        </a:tcBdr>
        <a:fill>
          <a:solidFill>
            <a:schemeClr val="bg1">
              <a:alpha val="0"/>
            </a:schemeClr>
          </a:solidFill>
        </a:fill>
      </a:tcStyle>
    </a:lastRow>
    <a:seCell>
      <a:tcTxStyle/>
      <a:tcStyle>
        <a:tcBdr>
          <a:left>
            <a:ln>
              <a:noFill/>
            </a:ln>
          </a:left>
          <a:right>
            <a:ln w="9525" cmpd="sng">
              <a:solidFill>
                <a:schemeClr val="dk1"/>
              </a:solidFill>
              <a:prstDash val="solid"/>
            </a:ln>
          </a:right>
          <a:top>
            <a:ln w="9525" cmpd="sng">
              <a:solidFill>
                <a:schemeClr val="dk1"/>
              </a:solidFill>
              <a:prstDash val="solid"/>
            </a:ln>
          </a:top>
          <a:bottom>
            <a:ln w="9525" cmpd="sng">
              <a:solidFill>
                <a:schemeClr val="dk1"/>
              </a:solidFill>
              <a:prstDash val="solid"/>
            </a:ln>
          </a:bottom>
          <a:insideH>
            <a:ln>
              <a:noFill/>
            </a:ln>
          </a:insideH>
          <a:insideV>
            <a:ln>
              <a:noFill/>
            </a:ln>
          </a:insideV>
        </a:tcBdr>
        <a:fill>
          <a:solidFill>
            <a:schemeClr val="bg1">
              <a:alpha val="0"/>
            </a:schemeClr>
          </a:solidFill>
        </a:fill>
      </a:tcStyle>
    </a:seCell>
    <a:swCell>
      <a:tcTxStyle b="on">
        <a:fontRef idx="none">
          <a:schemeClr val="dk1"/>
        </a:fontRef>
      </a:tcTxStyle>
      <a:tcStyle>
        <a:tcBdr>
          <a:left>
            <a:ln w="9525" cmpd="sng">
              <a:solidFill>
                <a:schemeClr val="dk1"/>
              </a:solidFill>
              <a:prstDash val="solid"/>
            </a:ln>
          </a:left>
          <a:right>
            <a:ln>
              <a:noFill/>
            </a:ln>
          </a:right>
          <a:top>
            <a:ln w="9525" cmpd="sng">
              <a:solidFill>
                <a:schemeClr val="dk1"/>
              </a:solidFill>
              <a:prstDash val="solid"/>
            </a:ln>
          </a:top>
          <a:bottom>
            <a:ln w="9525" cmpd="sng">
              <a:solidFill>
                <a:schemeClr val="dk1"/>
              </a:solidFill>
              <a:prstDash val="solid"/>
            </a:ln>
          </a:bottom>
          <a:insideH>
            <a:ln>
              <a:noFill/>
            </a:ln>
          </a:insideH>
          <a:insideV>
            <a:ln>
              <a:noFill/>
            </a:ln>
          </a:insideV>
        </a:tcBdr>
        <a:fill>
          <a:solidFill>
            <a:schemeClr val="bg1">
              <a:alpha val="0"/>
            </a:schemeClr>
          </a:solidFill>
        </a:fill>
      </a:tcStyle>
    </a:swCell>
    <a:firstRow>
      <a:tcTxStyle b="on">
        <a:fontRef idx="none">
          <a:schemeClr val="tx1"/>
        </a:fontRef>
      </a:tcTxStyle>
      <a:tcStyle>
        <a:tcBdr>
          <a:left>
            <a:ln w="9525" cmpd="sng">
              <a:solidFill>
                <a:schemeClr val="dk1"/>
              </a:solidFill>
              <a:prstDash val="solid"/>
            </a:ln>
          </a:left>
          <a:right>
            <a:ln w="9525" cmpd="sng">
              <a:solidFill>
                <a:schemeClr val="dk1"/>
              </a:solidFill>
              <a:prstDash val="solid"/>
            </a:ln>
          </a:right>
          <a:top>
            <a:ln w="9525" cmpd="sng">
              <a:solidFill>
                <a:schemeClr val="dk1"/>
              </a:solidFill>
              <a:prstDash val="solid"/>
            </a:ln>
          </a:top>
          <a:bottom>
            <a:ln w="9525" cmpd="sng">
              <a:solidFill>
                <a:schemeClr val="dk1">
                  <a:lumMod val="34000"/>
                  <a:lumOff val="66000"/>
                </a:schemeClr>
              </a:solidFill>
              <a:prstDash val="solid"/>
            </a:ln>
          </a:bottom>
          <a:insideH>
            <a:ln>
              <a:noFill/>
            </a:ln>
          </a:insideH>
          <a:insideV>
            <a:ln w="9525" cmpd="sng">
              <a:solidFill>
                <a:schemeClr val="dk1">
                  <a:alpha val="20000"/>
                  <a:lumMod val="35000"/>
                  <a:lumOff val="65000"/>
                </a:schemeClr>
              </a:solidFill>
              <a:prstDash val="solid"/>
            </a:ln>
          </a:insideV>
        </a:tcBdr>
        <a:fill>
          <a:solidFill>
            <a:schemeClr val="dk1">
              <a:alpha val="50000"/>
              <a:lumMod val="40000"/>
              <a:lumOff val="6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pos="3838"/>
        <p:guide orient="horz" pos="1610"/>
        <p:guide orient="horz" pos="2674"/>
        <p:guide orient="horz" pos="2131"/>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6" Type="http://schemas.openxmlformats.org/officeDocument/2006/relationships/tags" Target="tags/tag197.xml"/><Relationship Id="rId45" Type="http://schemas.openxmlformats.org/officeDocument/2006/relationships/tableStyles" Target="tableStyles.xml"/><Relationship Id="rId44" Type="http://schemas.openxmlformats.org/officeDocument/2006/relationships/viewProps" Target="viewProps.xml"/><Relationship Id="rId43" Type="http://schemas.openxmlformats.org/officeDocument/2006/relationships/presProps" Target="presProps.xml"/><Relationship Id="rId42" Type="http://schemas.openxmlformats.org/officeDocument/2006/relationships/handoutMaster" Target="handoutMasters/handoutMaster1.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endParaRPr lang="en-US" altLang="en-US"/>
          </a:p>
          <a:p>
            <a:r>
              <a:rPr lang="zh-CN" altLang="en-US"/>
              <a:t>来自</a:t>
            </a:r>
            <a:r>
              <a:rPr lang="en-US" altLang="zh-CN"/>
              <a:t> </a:t>
            </a:r>
            <a:r>
              <a:rPr lang="zh-CN" altLang="en-US"/>
              <a:t>教育技术庄老师</a:t>
            </a:r>
            <a:endParaRPr lang="en-US" altLang="en-US"/>
          </a:p>
          <a:p>
            <a:endParaRPr lang="en-US" altLang="en-US"/>
          </a:p>
          <a:p>
            <a:r>
              <a:rPr lang="en-US" altLang="en-US"/>
              <a:t>---</a:t>
            </a:r>
            <a:endParaRPr lang="en-US" altLang="en-US"/>
          </a:p>
          <a:p>
            <a:endParaRPr lang="en-US" altLang="en-US"/>
          </a:p>
          <a:p>
            <a:r>
              <a:rPr lang="en-US" altLang="en-US"/>
              <a:t>https://gemini.google.com/app/9789d8256767d650</a:t>
            </a:r>
            <a:endParaRPr lang="en-US" altLang="en-US"/>
          </a:p>
          <a:p>
            <a:r>
              <a:rPr lang="en-US" altLang="en-US">
                <a:sym typeface="+mn-ea"/>
              </a:rPr>
              <a:t>(khan academy)</a:t>
            </a:r>
            <a:endParaRPr lang="en-US" altLang="en-US"/>
          </a:p>
          <a:p>
            <a:pPr marL="171450" indent="-171450">
              <a:buFont typeface="Arial" panose="020B0604020202090204" pitchFamily="34" charset="0"/>
              <a:buChar char="•"/>
            </a:pPr>
            <a:r>
              <a:rPr lang="en-US"/>
              <a:t>why analog is useful? </a:t>
            </a:r>
            <a:endParaRPr lang="en-US"/>
          </a:p>
          <a:p>
            <a:pPr marL="628650" lvl="1" indent="-171450">
              <a:buFont typeface="Arial" panose="020B0604020202090204" pitchFamily="34" charset="0"/>
              <a:buChar char="•"/>
            </a:pPr>
            <a:r>
              <a:rPr lang="en-US"/>
              <a:t>analog vs. digital signals </a:t>
            </a:r>
            <a:r>
              <a:rPr lang="en-US" altLang="en-US"/>
              <a:t>https://www.youtube.com/watch?v=PEYdn56pdcQ </a:t>
            </a:r>
            <a:endParaRPr lang="en-US" altLang="en-US"/>
          </a:p>
          <a:p>
            <a:pPr marL="171450" lvl="0" indent="-171450">
              <a:buFont typeface="Arial" panose="020B0604020202090204" pitchFamily="34" charset="0"/>
              <a:buChar char="•"/>
            </a:pPr>
            <a:r>
              <a:rPr lang="en-US" altLang="en-US"/>
              <a:t>digital and analog information</a:t>
            </a:r>
            <a:endParaRPr lang="en-US" altLang="en-US"/>
          </a:p>
          <a:p>
            <a:pPr marL="628650" lvl="1" indent="-171450">
              <a:buFont typeface="Arial" panose="020B0604020202090204" pitchFamily="34" charset="0"/>
              <a:buChar char="•"/>
            </a:pPr>
            <a:r>
              <a:rPr lang="en-US" altLang="en-US"/>
              <a:t>https://www.youtube.com/watch?v=oSZNQ1LZjHg#:~:text=Keep%20going!%20Check%20out%20the%20next%20lesson,information%20and%20how%20digital%20information%20is%20created.</a:t>
            </a:r>
            <a:endParaRPr lang="en-US" altLang="en-US"/>
          </a:p>
          <a:p>
            <a:pPr marL="171450" lvl="0" indent="-171450">
              <a:buFont typeface="Arial" panose="020B0604020202090204" pitchFamily="34" charset="0"/>
              <a:buChar char="•"/>
            </a:pPr>
            <a:r>
              <a:rPr lang="en-US" altLang="en-US"/>
              <a:t>material (very good logic)</a:t>
            </a:r>
            <a:endParaRPr lang="en-US" altLang="en-US"/>
          </a:p>
          <a:p>
            <a:pPr marL="628650" lvl="1" indent="-171450">
              <a:buFont typeface="Arial" panose="020B0604020202090204" pitchFamily="34" charset="0"/>
              <a:buChar char="•"/>
            </a:pPr>
            <a:r>
              <a:rPr lang="en-US" altLang="en-US"/>
              <a:t>https://www.khanacademy.org/computing/computers-and-internet/xcae6f4a7ff015e7d:digital-information/xcae6f4a7ff015e7d:representing-analog-data-in-binary/a/converting-analog-data-to-binary#:~:text=If%20you%20zoom%20into%20one%20part%20of,senses%20and%20convert%20it%20into%20digital%20data%3F</a:t>
            </a:r>
            <a:endParaRPr lang="en-US" altLang="en-US"/>
          </a:p>
          <a:p>
            <a:endParaRPr lang="en-US" altLang="en-US"/>
          </a:p>
          <a:p>
            <a:r>
              <a:rPr lang="en-US" altLang="en-US"/>
              <a:t>---</a:t>
            </a:r>
            <a:endParaRPr lang="en-US" altLang="en-US"/>
          </a:p>
          <a:p>
            <a:endParaRPr lang="en-US" altLang="en-US"/>
          </a:p>
          <a:p>
            <a:r>
              <a:rPr lang="zh-CN" altLang="en-US"/>
              <a:t>二</a:t>
            </a:r>
            <a:r>
              <a:rPr lang="en-US" altLang="zh-CN"/>
              <a:t>. </a:t>
            </a:r>
            <a:r>
              <a:rPr lang="zh-CN" altLang="en-US"/>
              <a:t>数字化</a:t>
            </a:r>
            <a:endParaRPr lang="zh-CN" altLang="en-US"/>
          </a:p>
          <a:p>
            <a:endParaRPr lang="zh-CN" altLang="en-US"/>
          </a:p>
          <a:p>
            <a:r>
              <a:rPr lang="en-US" altLang="zh-CN"/>
              <a:t>1. </a:t>
            </a:r>
            <a:r>
              <a:rPr lang="zh-CN" altLang="en-US"/>
              <a:t>模拟信号和数字信号</a:t>
            </a:r>
            <a:endParaRPr lang="en-US" altLang="en-US"/>
          </a:p>
          <a:p>
            <a:pPr marL="171450" indent="-171450">
              <a:buFont typeface="Arial" panose="020B0604020202090204" pitchFamily="34" charset="0"/>
              <a:buChar char="•"/>
            </a:pPr>
            <a:r>
              <a:rPr lang="zh-CN" altLang="en-US"/>
              <a:t>数字技术</a:t>
            </a:r>
            <a:r>
              <a:rPr lang="en-US" altLang="zh-CN"/>
              <a:t>？</a:t>
            </a:r>
            <a:endParaRPr lang="en-US" altLang="zh-CN"/>
          </a:p>
          <a:p>
            <a:pPr marL="171450" indent="-171450">
              <a:buFont typeface="Arial" panose="020B0604020202090204" pitchFamily="34" charset="0"/>
              <a:buChar char="•"/>
            </a:pPr>
            <a:r>
              <a:rPr lang="zh-CN" altLang="en-US"/>
              <a:t>数字博物馆</a:t>
            </a:r>
            <a:r>
              <a:rPr lang="en-US" altLang="zh-CN"/>
              <a:t> - </a:t>
            </a:r>
            <a:r>
              <a:rPr lang="zh-CN" altLang="en-US"/>
              <a:t>蒙娜丽莎</a:t>
            </a:r>
            <a:r>
              <a:rPr lang="en-US" altLang="zh-CN"/>
              <a:t>（</a:t>
            </a:r>
            <a:r>
              <a:rPr lang="zh-CN" altLang="en-US"/>
              <a:t>场景</a:t>
            </a:r>
            <a:r>
              <a:rPr lang="en-US" altLang="zh-CN"/>
              <a:t>） -- </a:t>
            </a:r>
            <a:r>
              <a:rPr lang="zh-CN" altLang="en-US"/>
              <a:t>美图</a:t>
            </a:r>
            <a:r>
              <a:rPr lang="en-US" altLang="zh-CN"/>
              <a:t>：</a:t>
            </a:r>
            <a:r>
              <a:rPr lang="zh-CN" altLang="en-US"/>
              <a:t>吸引注意力</a:t>
            </a:r>
            <a:endParaRPr lang="en-US" altLang="zh-CN"/>
          </a:p>
          <a:p>
            <a:pPr marL="171450" indent="-171450">
              <a:buFont typeface="Arial" panose="020B0604020202090204" pitchFamily="34" charset="0"/>
              <a:buChar char="•"/>
            </a:pPr>
            <a:r>
              <a:rPr lang="zh-CN" altLang="en-US"/>
              <a:t>数字化</a:t>
            </a:r>
            <a:r>
              <a:rPr lang="en-US" altLang="zh-CN"/>
              <a:t>？</a:t>
            </a:r>
            <a:r>
              <a:rPr lang="zh-CN" altLang="en-US"/>
              <a:t>二进制数</a:t>
            </a:r>
            <a:endParaRPr lang="zh-CN" altLang="en-US"/>
          </a:p>
          <a:p>
            <a:pPr marL="171450" indent="-171450">
              <a:buFont typeface="Arial" panose="020B0604020202090204" pitchFamily="34" charset="0"/>
              <a:buChar char="•"/>
            </a:pPr>
            <a:r>
              <a:rPr lang="zh-CN" altLang="en-US"/>
              <a:t>模拟量和数字量都是对某一个物理量的反映与表达</a:t>
            </a:r>
            <a:endParaRPr lang="zh-CN" altLang="en-US"/>
          </a:p>
          <a:p>
            <a:pPr marL="628650" lvl="1" indent="-171450">
              <a:buFont typeface="Arial" panose="020B0604020202090204" pitchFamily="34" charset="0"/>
              <a:buChar char="•"/>
            </a:pPr>
            <a:r>
              <a:rPr lang="zh-CN" altLang="en-US"/>
              <a:t>主要区别</a:t>
            </a:r>
            <a:r>
              <a:rPr lang="en-US" altLang="zh-CN"/>
              <a:t>：</a:t>
            </a:r>
            <a:r>
              <a:rPr lang="zh-CN" altLang="en-US"/>
              <a:t>连续</a:t>
            </a:r>
            <a:r>
              <a:rPr lang="en-US" altLang="zh-CN"/>
              <a:t> </a:t>
            </a:r>
            <a:r>
              <a:rPr lang="zh-CN" altLang="en-US"/>
              <a:t>和</a:t>
            </a:r>
            <a:r>
              <a:rPr lang="en-US" altLang="zh-CN"/>
              <a:t> </a:t>
            </a:r>
            <a:r>
              <a:rPr lang="zh-CN" altLang="en-US"/>
              <a:t>离散</a:t>
            </a:r>
            <a:endParaRPr lang="zh-CN" altLang="en-US"/>
          </a:p>
          <a:p>
            <a:pPr marL="171450" lvl="0" indent="-171450">
              <a:buFont typeface="Arial" panose="020B0604020202090204" pitchFamily="34" charset="0"/>
              <a:buChar char="•"/>
            </a:pPr>
            <a:r>
              <a:rPr lang="zh-CN" altLang="en-US"/>
              <a:t>在电子设备中</a:t>
            </a:r>
            <a:r>
              <a:rPr lang="en-US" altLang="zh-CN"/>
              <a:t>，</a:t>
            </a:r>
            <a:r>
              <a:rPr lang="zh-CN" altLang="en-US"/>
              <a:t>模拟量通常以模拟信号的形式进行传递</a:t>
            </a:r>
            <a:r>
              <a:rPr lang="en-US" altLang="zh-CN"/>
              <a:t>，</a:t>
            </a:r>
            <a:r>
              <a:rPr lang="zh-CN" altLang="en-US"/>
              <a:t>数字量则以数字信号的形式进行传递</a:t>
            </a:r>
            <a:r>
              <a:rPr lang="en-US" altLang="zh-CN"/>
              <a:t>。</a:t>
            </a:r>
            <a:endParaRPr lang="en-US" altLang="zh-CN"/>
          </a:p>
          <a:p>
            <a:pPr marL="628650" lvl="1" indent="-171450">
              <a:buFont typeface="Arial" panose="020B0604020202090204" pitchFamily="34" charset="0"/>
              <a:buChar char="•"/>
            </a:pPr>
            <a:r>
              <a:rPr lang="zh-CN" altLang="en-US"/>
              <a:t>在一定条件下</a:t>
            </a:r>
            <a:r>
              <a:rPr lang="en-US" altLang="zh-CN"/>
              <a:t>，</a:t>
            </a:r>
            <a:r>
              <a:rPr lang="zh-CN" altLang="en-US"/>
              <a:t>模拟信号和数字信号可以相互转换</a:t>
            </a:r>
            <a:r>
              <a:rPr lang="en-US" altLang="zh-CN"/>
              <a:t>。</a:t>
            </a:r>
            <a:endParaRPr lang="en-US" altLang="zh-CN"/>
          </a:p>
          <a:p>
            <a:pPr marL="1085850" lvl="2" indent="-171450">
              <a:buFont typeface="Arial" panose="020B0604020202090204" pitchFamily="34" charset="0"/>
              <a:buChar char="•"/>
            </a:pPr>
            <a:r>
              <a:rPr lang="zh-CN" altLang="en-US"/>
              <a:t>什么条件下</a:t>
            </a:r>
            <a:r>
              <a:rPr lang="en-US" altLang="zh-CN"/>
              <a:t>，</a:t>
            </a:r>
            <a:r>
              <a:rPr lang="zh-CN" altLang="en-US"/>
              <a:t>不能转换</a:t>
            </a:r>
            <a:r>
              <a:rPr lang="en-US" altLang="zh-CN"/>
              <a:t>？</a:t>
            </a:r>
            <a:endParaRPr lang="en-US" altLang="zh-CN"/>
          </a:p>
          <a:p>
            <a:pPr marL="171450" lvl="0" indent="-171450">
              <a:buFont typeface="Arial" panose="020B0604020202090204" pitchFamily="34" charset="0"/>
              <a:buChar char="•"/>
            </a:pPr>
            <a:r>
              <a:rPr lang="zh-CN" altLang="en-US"/>
              <a:t>声音的数字化</a:t>
            </a:r>
            <a:endParaRPr lang="zh-CN" altLang="en-US"/>
          </a:p>
          <a:p>
            <a:pPr marL="628650" lvl="1" indent="-171450">
              <a:buFont typeface="Arial" panose="020B0604020202090204" pitchFamily="34" charset="0"/>
              <a:buChar char="•"/>
            </a:pPr>
            <a:r>
              <a:rPr lang="zh-CN" altLang="en-US"/>
              <a:t>麦克风能够将声波的振动转化为电信号</a:t>
            </a:r>
            <a:r>
              <a:rPr lang="en-US" altLang="zh-CN"/>
              <a:t>，</a:t>
            </a:r>
            <a:r>
              <a:rPr lang="zh-CN" altLang="en-US"/>
              <a:t>这是一种模拟信号</a:t>
            </a:r>
            <a:r>
              <a:rPr lang="en-US" altLang="zh-CN"/>
              <a:t>，</a:t>
            </a:r>
            <a:r>
              <a:rPr lang="zh-CN" altLang="en-US"/>
              <a:t>再经过模数转换设备</a:t>
            </a:r>
            <a:r>
              <a:rPr lang="en-US" altLang="zh-CN"/>
              <a:t>（</a:t>
            </a:r>
            <a:r>
              <a:rPr lang="zh-CN" altLang="en-US"/>
              <a:t>如声卡等</a:t>
            </a:r>
            <a:r>
              <a:rPr lang="en-US" altLang="zh-CN"/>
              <a:t>）</a:t>
            </a:r>
            <a:r>
              <a:rPr lang="zh-CN" altLang="en-US"/>
              <a:t>的处理后</a:t>
            </a:r>
            <a:r>
              <a:rPr lang="en-US" altLang="zh-CN"/>
              <a:t>，</a:t>
            </a:r>
            <a:r>
              <a:rPr lang="zh-CN" altLang="en-US"/>
              <a:t>可以转换成计算机内部能够处理的数字信号</a:t>
            </a:r>
            <a:r>
              <a:rPr lang="en-US" altLang="zh-CN"/>
              <a:t>。</a:t>
            </a:r>
            <a:endParaRPr lang="zh-CN" altLang="en-US"/>
          </a:p>
          <a:p>
            <a:pPr marL="628650" lvl="1" indent="-171450">
              <a:buFont typeface="Arial" panose="020B0604020202090204" pitchFamily="34" charset="0"/>
              <a:buChar char="•"/>
            </a:pPr>
            <a:endParaRPr lang="en-US" altLang="en-US"/>
          </a:p>
          <a:p>
            <a:r>
              <a:rPr lang="en-US" altLang="en-US"/>
              <a:t>2. </a:t>
            </a:r>
            <a:r>
              <a:rPr lang="zh-CN" altLang="en-US"/>
              <a:t>模拟信号的数字化过程</a:t>
            </a:r>
            <a:endParaRPr lang="zh-CN" altLang="en-US"/>
          </a:p>
          <a:p>
            <a:pPr marL="171450" indent="-171450">
              <a:buFont typeface="Arial" panose="020B0604020202090204" pitchFamily="34" charset="0"/>
              <a:buChar char="•"/>
            </a:pPr>
            <a:r>
              <a:rPr lang="zh-CN" altLang="en-US"/>
              <a:t>在计算机领域</a:t>
            </a:r>
            <a:r>
              <a:rPr lang="en-US" altLang="zh-CN"/>
              <a:t>，</a:t>
            </a:r>
            <a:r>
              <a:rPr lang="zh-CN" altLang="en-US"/>
              <a:t>数字化是指将复杂多样的信息表示为计算机可以处理的二进制代码的过程</a:t>
            </a:r>
            <a:r>
              <a:rPr lang="en-US" altLang="zh-CN"/>
              <a:t>。</a:t>
            </a:r>
            <a:endParaRPr lang="en-US" altLang="en-US"/>
          </a:p>
          <a:p>
            <a:endParaRPr lang="en-US" altLang="en-US"/>
          </a:p>
          <a:p>
            <a:endParaRPr lang="en-US" altLang="en-US"/>
          </a:p>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zh-CN" altLang="en-US">
                <a:latin typeface="Alibaba PuHuiTi 3.0 55 Regular" panose="00020600040101010101" charset="-122"/>
                <a:ea typeface="Alibaba PuHuiTi 3.0 55 Regular" panose="00020600040101010101" charset="-122"/>
                <a:sym typeface="+mn-ea"/>
              </a:rPr>
              <a:t>怎样组装才体积更小</a:t>
            </a:r>
            <a:r>
              <a:rPr lang="en-US" altLang="zh-CN">
                <a:latin typeface="Alibaba PuHuiTi 3.0 55 Regular" panose="00020600040101010101" charset="-122"/>
                <a:ea typeface="Alibaba PuHuiTi 3.0 55 Regular" panose="00020600040101010101" charset="-122"/>
                <a:sym typeface="+mn-ea"/>
              </a:rPr>
              <a:t>、</a:t>
            </a:r>
            <a:r>
              <a:rPr lang="zh-CN" altLang="en-US">
                <a:latin typeface="Alibaba PuHuiTi 3.0 55 Regular" panose="00020600040101010101" charset="-122"/>
                <a:ea typeface="Alibaba PuHuiTi 3.0 55 Regular" panose="00020600040101010101" charset="-122"/>
                <a:sym typeface="+mn-ea"/>
              </a:rPr>
              <a:t>更合理</a:t>
            </a:r>
            <a:r>
              <a:rPr lang="en-US" altLang="zh-CN">
                <a:latin typeface="Alibaba PuHuiTi 3.0 55 Regular" panose="00020600040101010101" charset="-122"/>
                <a:ea typeface="Alibaba PuHuiTi 3.0 55 Regular" panose="00020600040101010101" charset="-122"/>
                <a:sym typeface="+mn-ea"/>
              </a:rPr>
              <a:t>？</a:t>
            </a:r>
            <a:endParaRPr lang="en-US" altLang="zh-CN">
              <a:latin typeface="Alibaba PuHuiTi 3.0 55 Regular" panose="00020600040101010101" charset="-122"/>
              <a:ea typeface="Alibaba PuHuiTi 3.0 55 Regular" panose="00020600040101010101" charset="-122"/>
              <a:sym typeface="+mn-ea"/>
            </a:endParaRPr>
          </a:p>
          <a:p>
            <a:r>
              <a:rPr lang="zh-CN" altLang="en-US"/>
              <a:t>不同的格式就可以代表不同的组装方式</a:t>
            </a:r>
            <a:r>
              <a:rPr lang="en-US" altLang="zh-CN"/>
              <a:t>，</a:t>
            </a:r>
            <a:r>
              <a:rPr lang="zh-CN" altLang="en-US"/>
              <a:t>依据不同的编码方式分成不同的音频文件类型</a:t>
            </a:r>
            <a:r>
              <a:rPr lang="en-US" altLang="zh-CN"/>
              <a:t>。</a:t>
            </a:r>
            <a:endParaRPr lang="en-US" altLang="zh-CN"/>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pPr marL="171450" indent="-171450">
              <a:buFont typeface="Arial" panose="020B0604020202090204" pitchFamily="34" charset="0"/>
              <a:buChar char="•"/>
            </a:pPr>
            <a:r>
              <a:rPr lang="en-US"/>
              <a:t>let’s start with a simple analog signal, a waveform representing a sound</a:t>
            </a:r>
            <a:endParaRPr lang="en-US"/>
          </a:p>
          <a:p>
            <a:pPr marL="171450" indent="-171450">
              <a:buFont typeface="Arial" panose="020B0604020202090204" pitchFamily="34" charset="0"/>
              <a:buChar char="•"/>
            </a:pPr>
            <a:r>
              <a:rPr lang="en-US"/>
              <a:t>all analog signals are continuous both in the time domain (x-axis) and in the ampitude (y-axis).</a:t>
            </a:r>
            <a:endParaRPr lang="en-US"/>
          </a:p>
          <a:p>
            <a:pPr marL="628650" lvl="1" indent="-171450">
              <a:buFont typeface="Arial" panose="020B0604020202090204" pitchFamily="34" charset="0"/>
              <a:buChar char="•"/>
            </a:pPr>
            <a:r>
              <a:rPr lang="en-US"/>
              <a:t>tht means that there is a precise value for every possible value of time, even as specific as “1.2345 seconds”, and that value may be as precise as “47.2121321312 volts”</a:t>
            </a:r>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pPr marL="171450" indent="-171450">
              <a:buFont typeface="Arial" panose="020B0604020202090204" pitchFamily="34" charset="0"/>
              <a:buChar char="•"/>
            </a:pPr>
            <a:r>
              <a:rPr lang="en-US"/>
              <a:t>let’s start with a simple analog signal, a waveform representing a sound</a:t>
            </a:r>
            <a:endParaRPr lang="en-US"/>
          </a:p>
          <a:p>
            <a:pPr marL="171450" indent="-171450">
              <a:buFont typeface="Arial" panose="020B0604020202090204" pitchFamily="34" charset="0"/>
              <a:buChar char="•"/>
            </a:pPr>
            <a:r>
              <a:rPr lang="en-US"/>
              <a:t>all analog signals are continuous both in the time domain (x-axis) and in the ampitude (y-axis).</a:t>
            </a:r>
            <a:endParaRPr lang="en-US"/>
          </a:p>
          <a:p>
            <a:pPr marL="628650" lvl="1" indent="-171450">
              <a:buFont typeface="Arial" panose="020B0604020202090204" pitchFamily="34" charset="0"/>
              <a:buChar char="•"/>
            </a:pPr>
            <a:r>
              <a:rPr lang="en-US"/>
              <a:t>tht means that there is a precise value for every possible value of time, even as specific as “1.2345 seconds”, and that value may be as precise as “47.2121321312 volts”</a:t>
            </a:r>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pPr marL="171450" indent="-171450">
              <a:buFont typeface="Arial" panose="020B0604020202090204" pitchFamily="34" charset="0"/>
              <a:buChar char="•"/>
            </a:pPr>
            <a:r>
              <a:rPr lang="en-US"/>
              <a:t>let’s start with a simple analog signal, a waveform representing a sound</a:t>
            </a:r>
            <a:endParaRPr lang="en-US"/>
          </a:p>
          <a:p>
            <a:pPr marL="171450" indent="-171450">
              <a:buFont typeface="Arial" panose="020B0604020202090204" pitchFamily="34" charset="0"/>
              <a:buChar char="•"/>
            </a:pPr>
            <a:r>
              <a:rPr lang="en-US"/>
              <a:t>all analog signals are continuous both in the time domain (x-axis) and in the ampitude (y-axis).</a:t>
            </a:r>
            <a:endParaRPr lang="en-US"/>
          </a:p>
          <a:p>
            <a:pPr marL="628650" lvl="1" indent="-171450">
              <a:buFont typeface="Arial" panose="020B0604020202090204" pitchFamily="34" charset="0"/>
              <a:buChar char="•"/>
            </a:pPr>
            <a:r>
              <a:rPr lang="en-US"/>
              <a:t>tht means that there is a precise value for every possible value of time, even as specific as “1.2345 seconds”, and that value may be as precise as “47.2121321312 volts”</a:t>
            </a:r>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pPr marL="171450" indent="-171450">
              <a:buFont typeface="Arial" panose="020B0604020202090204" pitchFamily="34" charset="0"/>
              <a:buChar char="•"/>
            </a:pPr>
            <a:r>
              <a:rPr lang="en-US"/>
              <a:t>let’s start with a simple analog signal, a waveform representing a sound</a:t>
            </a:r>
            <a:endParaRPr lang="en-US"/>
          </a:p>
          <a:p>
            <a:pPr marL="171450" indent="-171450">
              <a:buFont typeface="Arial" panose="020B0604020202090204" pitchFamily="34" charset="0"/>
              <a:buChar char="•"/>
            </a:pPr>
            <a:r>
              <a:rPr lang="en-US"/>
              <a:t>all analog signals are continuous both in the time domain (x-axis) and in the ampitude (y-axis).</a:t>
            </a:r>
            <a:endParaRPr lang="en-US"/>
          </a:p>
          <a:p>
            <a:pPr marL="628650" lvl="1" indent="-171450">
              <a:buFont typeface="Arial" panose="020B0604020202090204" pitchFamily="34" charset="0"/>
              <a:buChar char="•"/>
            </a:pPr>
            <a:r>
              <a:rPr lang="en-US"/>
              <a:t>tht means that there is a precise value for every possible value of time, even as specific as “1.2345 seconds”, and that value may be as precise as “47.2121321312 volts”</a:t>
            </a:r>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pPr marL="171450" indent="-171450">
              <a:buFont typeface="Arial" panose="020B0604020202090204" pitchFamily="34" charset="0"/>
              <a:buChar char="•"/>
            </a:pPr>
            <a:r>
              <a:rPr lang="en-US"/>
              <a:t>let’s start with a simple analog signal, a waveform representing a sound</a:t>
            </a:r>
            <a:endParaRPr lang="en-US"/>
          </a:p>
          <a:p>
            <a:pPr marL="171450" indent="-171450">
              <a:buFont typeface="Arial" panose="020B0604020202090204" pitchFamily="34" charset="0"/>
              <a:buChar char="•"/>
            </a:pPr>
            <a:r>
              <a:rPr lang="en-US"/>
              <a:t>all analog signals are continuous both in the time domain (x-axis) and in the ampitude (y-axis).</a:t>
            </a:r>
            <a:endParaRPr lang="en-US"/>
          </a:p>
          <a:p>
            <a:pPr marL="628650" lvl="1" indent="-171450">
              <a:buFont typeface="Arial" panose="020B0604020202090204" pitchFamily="34" charset="0"/>
              <a:buChar char="•"/>
            </a:pPr>
            <a:r>
              <a:rPr lang="en-US"/>
              <a:t>tht means that there is a precise value for every possible value of time, even as specific as “1.2345 seconds”, and that value may be as precise as “47.2121321312 volts”</a:t>
            </a:r>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pPr marL="171450" indent="-171450">
              <a:buFont typeface="Arial" panose="020B0604020202090204" pitchFamily="34" charset="0"/>
              <a:buChar char="•"/>
            </a:pPr>
            <a:r>
              <a:rPr lang="en-US"/>
              <a:t>let’s start with a simple analog signal, a waveform representing a sound</a:t>
            </a:r>
            <a:endParaRPr lang="en-US"/>
          </a:p>
          <a:p>
            <a:pPr marL="171450" indent="-171450">
              <a:buFont typeface="Arial" panose="020B0604020202090204" pitchFamily="34" charset="0"/>
              <a:buChar char="•"/>
            </a:pPr>
            <a:r>
              <a:rPr lang="en-US"/>
              <a:t>all analog signals are continuous both in the time domain (x-axis) and in the ampitude (y-axis).</a:t>
            </a:r>
            <a:endParaRPr lang="en-US"/>
          </a:p>
          <a:p>
            <a:pPr marL="628650" lvl="1" indent="-171450">
              <a:buFont typeface="Arial" panose="020B0604020202090204" pitchFamily="34" charset="0"/>
              <a:buChar char="•"/>
            </a:pPr>
            <a:r>
              <a:rPr lang="en-US"/>
              <a:t>tht means that there is a precise value for every possible value of time, even as specific as “1.2345 seconds”, and that value may be as precise as “47.2121321312 volts”</a:t>
            </a:r>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a:p>
            <a:endParaRPr lang="en-US"/>
          </a:p>
          <a:p>
            <a:endParaRPr lang="en-US"/>
          </a:p>
          <a:p>
            <a:pPr marL="171450" indent="-171450">
              <a:buFont typeface="Arial" panose="020B0604020202090204" pitchFamily="34" charset="0"/>
              <a:buChar char="•"/>
            </a:pPr>
            <a:r>
              <a:rPr lang="en-US"/>
              <a:t>analog signal is an signal trying to reproduce exactly in some type of a signal what is going on.</a:t>
            </a:r>
            <a:endParaRPr lang="en-US"/>
          </a:p>
          <a:p>
            <a:pPr marL="171450" indent="-171450">
              <a:buFont typeface="Arial" panose="020B0604020202090204" pitchFamily="34" charset="0"/>
              <a:buChar char="•"/>
            </a:pPr>
            <a:r>
              <a:rPr lang="en-US"/>
              <a:t>digital signal is converting it usually the ones and zeroes which then can be converted back.</a:t>
            </a:r>
            <a:endParaRPr lang="en-US"/>
          </a:p>
          <a:p>
            <a:pPr marL="171450" indent="-171450">
              <a:buFont typeface="Arial" panose="020B0604020202090204" pitchFamily="34" charset="0"/>
              <a:buChar char="•"/>
            </a:pPr>
            <a:r>
              <a:rPr lang="en-US" b="1">
                <a:latin typeface="PingFang SC Semibold" panose="020B0400000000000000" charset="-122"/>
                <a:ea typeface="PingFang SC Semibold" panose="020B0400000000000000" charset="-122"/>
              </a:rPr>
              <a:t>so the first thing to realize is that almost any type of information, it might be how intense a certain color is or how bright it is or it might be a frequency of sound, all of that can be represented as numbers</a:t>
            </a:r>
            <a:endParaRPr lang="en-US" b="1">
              <a:latin typeface="PingFang SC Semibold" panose="020B0400000000000000" charset="-122"/>
              <a:ea typeface="PingFang SC Semibold" panose="020B0400000000000000" charset="-122"/>
            </a:endParaRPr>
          </a:p>
          <a:p>
            <a:pPr marL="171450" indent="-171450">
              <a:buFont typeface="Arial" panose="020B0604020202090204" pitchFamily="34" charset="0"/>
              <a:buChar char="•"/>
            </a:pPr>
            <a:r>
              <a:rPr lang="en-US"/>
              <a:t>so whether you are trying to transmit an analog signal or a digital signal, it really is about how do you communicate numbers using some type of signal</a:t>
            </a:r>
            <a:endParaRPr lang="en-US"/>
          </a:p>
          <a:p>
            <a:pPr marL="171450" indent="-171450">
              <a:buFont typeface="Arial" panose="020B0604020202090204" pitchFamily="34" charset="0"/>
              <a:buChar char="•"/>
            </a:pPr>
            <a:r>
              <a:rPr lang="en-US"/>
              <a:t>as an example, let’s say that you are tryting to communicate the number 24 to someone</a:t>
            </a:r>
            <a:endParaRPr lang="en-US"/>
          </a:p>
          <a:p>
            <a:pPr marL="628650" lvl="1" indent="-171450">
              <a:buFont typeface="Arial" panose="020B0604020202090204" pitchFamily="34" charset="0"/>
              <a:buChar char="•"/>
            </a:pPr>
            <a:r>
              <a:rPr lang="en-US"/>
              <a:t>well, one way to do it is to use analog signal</a:t>
            </a:r>
            <a:endParaRPr lang="en-US"/>
          </a:p>
          <a:p>
            <a:pPr marL="628650" lvl="1" indent="-171450">
              <a:buFont typeface="Arial" panose="020B0604020202090204" pitchFamily="34" charset="0"/>
              <a:buChar char="•"/>
            </a:pPr>
            <a:r>
              <a:rPr lang="en-US"/>
              <a:t>you could have, as time goes on, may this is some type of voltage across a wire</a:t>
            </a:r>
            <a:endParaRPr lang="en-US"/>
          </a:p>
          <a:p>
            <a:pPr marL="628650" lvl="1" indent="-171450">
              <a:buFont typeface="Arial" panose="020B0604020202090204" pitchFamily="34" charset="0"/>
              <a:buChar char="•"/>
            </a:pPr>
            <a:r>
              <a:rPr lang="en-US"/>
              <a:t>and if you put that voltage right at what other person receiving it could interpret it as 24</a:t>
            </a:r>
            <a:endParaRPr lang="en-US"/>
          </a:p>
          <a:p>
            <a:pPr marL="628650" lvl="1" indent="-171450">
              <a:buFont typeface="Arial" panose="020B0604020202090204" pitchFamily="34" charset="0"/>
              <a:buChar char="•"/>
            </a:pPr>
            <a:r>
              <a:rPr lang="en-US"/>
              <a:t>well then you would transmit it and they might, if they get this nice clean signal, see it as a 24.</a:t>
            </a:r>
            <a:endParaRPr lang="en-US"/>
          </a:p>
          <a:p>
            <a:pPr marL="1085850" lvl="2" indent="-171450">
              <a:buFont typeface="Arial" panose="020B0604020202090204" pitchFamily="34" charset="0"/>
              <a:buChar char="•"/>
            </a:pPr>
            <a:r>
              <a:rPr lang="en-US"/>
              <a:t>now the problem with analog signals is what happens when you have interference</a:t>
            </a:r>
            <a:endParaRPr lang="en-US"/>
          </a:p>
          <a:p>
            <a:pPr marL="1085850" lvl="2" indent="-171450">
              <a:buFont typeface="Arial" panose="020B0604020202090204" pitchFamily="34" charset="0"/>
              <a:buChar char="•"/>
            </a:pPr>
            <a:r>
              <a:rPr lang="en-US"/>
              <a:t>so let’s say this is a really long wire that you’s transmitting it over or you’re transmitting it using radio waves, and there’s a lot of bad weather or other types of interference.</a:t>
            </a:r>
            <a:endParaRPr lang="en-US"/>
          </a:p>
          <a:p>
            <a:pPr marL="1085850" lvl="2" indent="-171450">
              <a:buFont typeface="Arial" panose="020B0604020202090204" pitchFamily="34" charset="0"/>
              <a:buChar char="•"/>
            </a:pPr>
            <a:r>
              <a:rPr lang="en-US"/>
              <a:t>and so on the receiving end even though you transmit something that looks like this, that is a clear 24. the other person might get something like this.</a:t>
            </a:r>
            <a:endParaRPr lang="en-US"/>
          </a:p>
          <a:p>
            <a:pPr marL="1085850" lvl="2" indent="-171450">
              <a:buFont typeface="Arial" panose="020B0604020202090204" pitchFamily="34" charset="0"/>
              <a:buChar char="•"/>
            </a:pPr>
            <a:r>
              <a:rPr lang="en-US"/>
              <a:t>and so this isn’t obvious that is a 24 anymore. it goes between 20 and 30. and this could be interpreted as static or a garbled up message or just doesn’t sound as clean depending on what the 24 is trying to represent, or the image isn’t as clear, if this is representing say the lightness or the brightness of a pixel.</a:t>
            </a:r>
            <a:endParaRPr lang="en-US"/>
          </a:p>
          <a:p>
            <a:pPr marL="171450" lvl="0" indent="-171450">
              <a:buFont typeface="Arial" panose="020B0604020202090204" pitchFamily="34" charset="0"/>
              <a:buChar char="•"/>
            </a:pPr>
            <a:r>
              <a:rPr lang="en-US"/>
              <a:t>now the other option is to convert that 24 into binary.</a:t>
            </a:r>
            <a:endParaRPr lang="en-US"/>
          </a:p>
          <a:p>
            <a:pPr marL="628650" lvl="1" indent="-171450">
              <a:buFont typeface="Arial" panose="020B0604020202090204" pitchFamily="34" charset="0"/>
              <a:buChar char="•"/>
            </a:pPr>
            <a:r>
              <a:rPr lang="en-US"/>
              <a:t>so 24 can be represented in binary 1 1 0 0 0</a:t>
            </a:r>
            <a:endParaRPr lang="en-US"/>
          </a:p>
          <a:p>
            <a:pPr marL="628650" lvl="1" indent="-171450">
              <a:buFont typeface="Arial" panose="020B0604020202090204" pitchFamily="34" charset="0"/>
              <a:buChar char="•"/>
            </a:pPr>
            <a:r>
              <a:rPr lang="en-US"/>
              <a:t>now we have other videos on Khan Academy that explain how to convert back and forth between our decimal system that has 10 digits, zero through nine, and the binary system which has two digits, zero and one.</a:t>
            </a:r>
            <a:endParaRPr lang="en-US"/>
          </a:p>
          <a:p>
            <a:pPr marL="628650" lvl="1" indent="-171450">
              <a:buFont typeface="Arial" panose="020B0604020202090204" pitchFamily="34" charset="0"/>
              <a:buChar char="•"/>
            </a:pPr>
            <a:r>
              <a:rPr lang="en-US"/>
              <a:t>but in case you’re curious, and you don’t have to understand this to know the difference between analog and digital signals when they are useful.</a:t>
            </a:r>
            <a:endParaRPr lang="en-US"/>
          </a:p>
          <a:p>
            <a:pPr marL="628650" lvl="1" indent="-171450">
              <a:buFont typeface="Arial" panose="020B0604020202090204" pitchFamily="34" charset="0"/>
              <a:buChar char="•"/>
            </a:pPr>
            <a:r>
              <a:rPr lang="en-US"/>
              <a:t>this first place is the ones place just as you’re used to.</a:t>
            </a:r>
            <a:endParaRPr lang="en-US"/>
          </a:p>
          <a:p>
            <a:pPr marL="628650" lvl="1" indent="-171450">
              <a:buFont typeface="Arial" panose="020B0604020202090204" pitchFamily="34" charset="0"/>
              <a:buChar char="•"/>
            </a:pPr>
            <a:r>
              <a:rPr lang="en-US"/>
              <a:t>but instead of this being the tens place, this is the two’s place</a:t>
            </a:r>
            <a:endParaRPr lang="en-US"/>
          </a:p>
          <a:p>
            <a:pPr marL="628650" lvl="1" indent="-171450">
              <a:buFont typeface="Arial" panose="020B0604020202090204" pitchFamily="34" charset="0"/>
              <a:buChar char="•"/>
            </a:pPr>
            <a:r>
              <a:rPr lang="en-US"/>
              <a:t>instead of this being the hundred’s place, this is the forth’s place</a:t>
            </a:r>
            <a:endParaRPr lang="en-US"/>
          </a:p>
          <a:p>
            <a:pPr marL="628650" lvl="1" indent="-171450">
              <a:buFont typeface="Arial" panose="020B0604020202090204" pitchFamily="34" charset="0"/>
              <a:buChar char="•"/>
            </a:pPr>
            <a:r>
              <a:rPr lang="en-US"/>
              <a:t>......</a:t>
            </a:r>
            <a:endParaRPr lang="en-US"/>
          </a:p>
          <a:p>
            <a:pPr marL="628650" lvl="1" indent="-171450">
              <a:buFont typeface="Arial" panose="020B0604020202090204" pitchFamily="34" charset="0"/>
              <a:buChar char="•"/>
            </a:pPr>
            <a:r>
              <a:rPr lang="en-US"/>
              <a:t>so one way to think about is that 11000 means 1/16 and 1/8</a:t>
            </a:r>
            <a:endParaRPr lang="en-US"/>
          </a:p>
          <a:p>
            <a:pPr marL="628650" lvl="1" indent="-171450">
              <a:buFont typeface="Arial" panose="020B0604020202090204" pitchFamily="34" charset="0"/>
              <a:buChar char="•"/>
            </a:pPr>
            <a:r>
              <a:rPr lang="en-US"/>
              <a:t>and if you add them togehter, you would get 24</a:t>
            </a:r>
            <a:endParaRPr lang="en-US"/>
          </a:p>
          <a:p>
            <a:pPr marL="171450" lvl="0" indent="-171450">
              <a:buFont typeface="Arial" panose="020B0604020202090204" pitchFamily="34" charset="0"/>
              <a:buChar char="•"/>
            </a:pPr>
            <a:r>
              <a:rPr lang="en-US"/>
              <a:t>what would that actually look like as a signal?</a:t>
            </a:r>
            <a:endParaRPr lang="en-US"/>
          </a:p>
          <a:p>
            <a:pPr marL="628650" lvl="1" indent="-171450">
              <a:buFont typeface="Arial" panose="020B0604020202090204" pitchFamily="34" charset="0"/>
              <a:buChar char="•"/>
            </a:pPr>
            <a:r>
              <a:rPr lang="en-US"/>
              <a:t>well, it could look something like this.</a:t>
            </a:r>
            <a:endParaRPr lang="en-US"/>
          </a:p>
          <a:p>
            <a:pPr marL="628650" lvl="1" indent="-171450">
              <a:buFont typeface="Arial" panose="020B0604020202090204" pitchFamily="34" charset="0"/>
              <a:buChar char="•"/>
            </a:pPr>
            <a:r>
              <a:rPr lang="en-US"/>
              <a:t>when a person interpreting it knows that over this first time period whatever voltage you’re getting, that tells you your first digit, </a:t>
            </a:r>
            <a:endParaRPr lang="en-US"/>
          </a:p>
          <a:p>
            <a:pPr marL="628650" lvl="1" indent="-171450">
              <a:buFont typeface="Arial" panose="020B0604020202090204" pitchFamily="34" charset="0"/>
              <a:buChar char="•"/>
            </a:pPr>
            <a:r>
              <a:rPr lang="en-US"/>
              <a:t>well, over the next period, whatever voltage you’re getting tells you the second digit, and so on and so forth.</a:t>
            </a:r>
            <a:endParaRPr lang="en-US"/>
          </a:p>
          <a:p>
            <a:pPr marL="628650" lvl="1" indent="-171450">
              <a:buFont typeface="Arial" panose="020B0604020202090204" pitchFamily="34" charset="0"/>
              <a:buChar char="•"/>
            </a:pPr>
            <a:r>
              <a:rPr lang="en-US"/>
              <a:t>so this would be 1 1 0 0 0.</a:t>
            </a:r>
            <a:endParaRPr lang="en-US"/>
          </a:p>
          <a:p>
            <a:pPr marL="171450" lvl="0" indent="-171450">
              <a:buFont typeface="Arial" panose="020B0604020202090204" pitchFamily="34" charset="0"/>
              <a:buChar char="•"/>
            </a:pPr>
            <a:r>
              <a:rPr lang="en-US"/>
              <a:t>now, why is this useufl?</a:t>
            </a:r>
            <a:endParaRPr lang="en-US"/>
          </a:p>
          <a:p>
            <a:pPr marL="628650" lvl="1" indent="-171450">
              <a:buFont typeface="Arial" panose="020B0604020202090204" pitchFamily="34" charset="0"/>
              <a:buChar char="•"/>
            </a:pPr>
            <a:r>
              <a:rPr lang="en-US"/>
              <a:t>well, let’s think about a situation where all of a sudden, there’s interference again.</a:t>
            </a:r>
            <a:endParaRPr lang="en-US"/>
          </a:p>
          <a:p>
            <a:pPr marL="628650" lvl="1" indent="-171450">
              <a:buFont typeface="Arial" panose="020B0604020202090204" pitchFamily="34" charset="0"/>
              <a:buChar char="•"/>
            </a:pPr>
            <a:r>
              <a:rPr lang="en-US"/>
              <a:t>now with the interference, you could still interpret this exactly as 1 1 0 0 0.</a:t>
            </a:r>
            <a:endParaRPr lang="en-US"/>
          </a:p>
          <a:p>
            <a:pPr marL="628650" lvl="1" indent="-171450">
              <a:buFont typeface="Arial" panose="020B0604020202090204" pitchFamily="34" charset="0"/>
              <a:buChar char="•"/>
            </a:pPr>
            <a:r>
              <a:rPr lang="en-US"/>
              <a:t>remember the person receiving the signal or the system receiving the signal is just trying to determine whether it’s getting a one or zero.</a:t>
            </a:r>
            <a:endParaRPr lang="en-US"/>
          </a:p>
          <a:p>
            <a:pPr marL="628650" lvl="1" indent="-171450">
              <a:buFont typeface="Arial" panose="020B0604020202090204" pitchFamily="34" charset="0"/>
              <a:buChar char="•"/>
            </a:pPr>
            <a:r>
              <a:rPr lang="en-US"/>
              <a:t>so even though this is being perturbed right over here, it’s clear that we are at a one. we know that it would not be a 0.9 or 1.1, it has to be either one or zero.</a:t>
            </a:r>
            <a:endParaRPr lang="en-US"/>
          </a:p>
          <a:p>
            <a:pPr marL="628650" lvl="1" indent="-171450">
              <a:buFont typeface="Arial" panose="020B0604020202090204" pitchFamily="34" charset="0"/>
              <a:buChar char="•"/>
            </a:pPr>
            <a:r>
              <a:rPr lang="en-US"/>
              <a:t>so it’s clear that over this part right over here, you’re getting a one, and over here you’re getting three zero. so they would be able to interpret it as 1 1 0 0 0, which is once again exactly 24.</a:t>
            </a:r>
            <a:endParaRPr lang="en-US"/>
          </a:p>
          <a:p>
            <a:pPr marL="628650" lvl="1" indent="-171450">
              <a:buFont typeface="Arial" panose="020B0604020202090204" pitchFamily="34" charset="0"/>
              <a:buChar char="•"/>
            </a:pPr>
            <a:endParaRPr lang="en-US"/>
          </a:p>
          <a:p>
            <a:pPr lvl="0" indent="0">
              <a:buFont typeface="Arial" panose="020B0604020202090204" pitchFamily="34" charset="0"/>
              <a:buNone/>
            </a:pPr>
            <a:endParaRPr lang="en-US"/>
          </a:p>
          <a:p>
            <a:pPr lvl="0" indent="0">
              <a:buFont typeface="Arial" panose="020B0604020202090204" pitchFamily="34" charset="0"/>
              <a:buNone/>
            </a:pPr>
            <a:r>
              <a:rPr lang="en-US" altLang="en-US"/>
              <a:t>https://www.youtube.com/watch?v=64FSgQdWHrE</a:t>
            </a:r>
            <a:endParaRPr lang="en-US" altLang="en-US"/>
          </a:p>
          <a:p>
            <a:pPr marL="171450" lvl="0" indent="-171450">
              <a:buFont typeface="Arial" panose="020B0604020202090204" pitchFamily="34" charset="0"/>
              <a:buChar char="•"/>
            </a:pPr>
            <a:r>
              <a:rPr lang="en-US"/>
              <a:t>1. what’s a signal?</a:t>
            </a:r>
            <a:endParaRPr lang="en-US"/>
          </a:p>
          <a:p>
            <a:pPr marL="628650" lvl="1" indent="-171450">
              <a:buFont typeface="Arial" panose="020B0604020202090204" pitchFamily="34" charset="0"/>
              <a:buChar char="•"/>
            </a:pPr>
            <a:r>
              <a:rPr lang="en-US"/>
              <a:t>quantity that can represent and convey information</a:t>
            </a:r>
            <a:endParaRPr lang="en-US"/>
          </a:p>
          <a:p>
            <a:pPr marL="628650" lvl="1" indent="-171450">
              <a:buFont typeface="Arial" panose="020B0604020202090204" pitchFamily="34" charset="0"/>
              <a:buChar char="•"/>
            </a:pPr>
            <a:r>
              <a:rPr lang="en-US"/>
              <a:t>passed between devices to send and receive information</a:t>
            </a:r>
            <a:endParaRPr lang="en-US"/>
          </a:p>
          <a:p>
            <a:pPr marL="1085850" lvl="2" indent="-171450">
              <a:buFont typeface="Arial" panose="020B0604020202090204" pitchFamily="34" charset="0"/>
              <a:buChar char="•"/>
            </a:pPr>
            <a:r>
              <a:rPr lang="en-US"/>
              <a:t>Fiber optics cable sends siganls as pulses of light</a:t>
            </a:r>
            <a:endParaRPr lang="en-US"/>
          </a:p>
          <a:p>
            <a:pPr marL="1085850" lvl="2" indent="-171450">
              <a:buFont typeface="Arial" panose="020B0604020202090204" pitchFamily="34" charset="0"/>
              <a:buChar char="•"/>
            </a:pPr>
            <a:r>
              <a:rPr lang="en-US"/>
              <a:t>Radios receive signals via radio waves</a:t>
            </a:r>
            <a:endParaRPr lang="en-US"/>
          </a:p>
          <a:p>
            <a:pPr marL="1085850" lvl="2" indent="-171450">
              <a:buFont typeface="Arial" panose="020B0604020202090204" pitchFamily="34" charset="0"/>
              <a:buChar char="•"/>
            </a:pPr>
            <a:r>
              <a:rPr lang="en-US"/>
              <a:t>Telephones send and receive voltage signals</a:t>
            </a:r>
            <a:endParaRPr lang="en-US"/>
          </a:p>
          <a:p>
            <a:pPr marL="171450" lvl="0" indent="-171450">
              <a:buFont typeface="Arial" panose="020B0604020202090204" pitchFamily="34" charset="0"/>
              <a:buChar char="•"/>
            </a:pPr>
            <a:r>
              <a:rPr lang="en-US"/>
              <a:t>2. what are analog and digital signals?</a:t>
            </a:r>
            <a:endParaRPr lang="en-US"/>
          </a:p>
          <a:p>
            <a:pPr marL="628650" lvl="1" indent="-171450">
              <a:buFont typeface="Arial" panose="020B0604020202090204" pitchFamily="34" charset="0"/>
              <a:buChar char="•"/>
            </a:pPr>
            <a:r>
              <a:rPr lang="en-US"/>
              <a:t>an analog signal</a:t>
            </a:r>
            <a:endParaRPr lang="en-US"/>
          </a:p>
          <a:p>
            <a:pPr marL="1085850" lvl="2" indent="-171450">
              <a:buFont typeface="Arial" panose="020B0604020202090204" pitchFamily="34" charset="0"/>
              <a:buChar char="•"/>
            </a:pPr>
            <a:r>
              <a:rPr lang="en-US"/>
              <a:t>converts information into waves of varying amplitude and frequence</a:t>
            </a:r>
            <a:endParaRPr lang="en-US"/>
          </a:p>
          <a:p>
            <a:pPr marL="1085850" lvl="2" indent="-171450">
              <a:buFont typeface="Arial" panose="020B0604020202090204" pitchFamily="34" charset="0"/>
              <a:buChar char="•"/>
            </a:pPr>
            <a:r>
              <a:rPr lang="en-US"/>
              <a:t>continuously changes</a:t>
            </a:r>
            <a:endParaRPr lang="en-US"/>
          </a:p>
          <a:p>
            <a:pPr marL="1085850" lvl="2" indent="-171450">
              <a:buFont typeface="Arial" panose="020B0604020202090204" pitchFamily="34" charset="0"/>
              <a:buChar char="•"/>
            </a:pPr>
            <a:r>
              <a:rPr lang="en-US"/>
              <a:t>records exact waveform</a:t>
            </a:r>
            <a:endParaRPr lang="en-US"/>
          </a:p>
          <a:p>
            <a:pPr marL="628650" lvl="1" indent="-171450">
              <a:buFont typeface="Arial" panose="020B0604020202090204" pitchFamily="34" charset="0"/>
              <a:buChar char="•"/>
            </a:pPr>
            <a:r>
              <a:rPr lang="en-US"/>
              <a:t>digital signal</a:t>
            </a:r>
            <a:endParaRPr lang="en-US"/>
          </a:p>
          <a:p>
            <a:pPr marL="1085850" lvl="2" indent="-171450">
              <a:buFont typeface="Arial" panose="020B0604020202090204" pitchFamily="34" charset="0"/>
              <a:buChar char="•"/>
            </a:pPr>
            <a:r>
              <a:rPr lang="en-US"/>
              <a:t>a digital signal converts information into</a:t>
            </a:r>
            <a:endParaRPr lang="en-US"/>
          </a:p>
          <a:p>
            <a:pPr marL="1543050" lvl="3" indent="-171450">
              <a:buFont typeface="Arial" panose="020B0604020202090204" pitchFamily="34" charset="0"/>
              <a:buChar char="•"/>
            </a:pPr>
            <a:r>
              <a:rPr lang="en-US"/>
              <a:t>ON(1) or OFF(0) pulses (aka binary)</a:t>
            </a:r>
            <a:endParaRPr lang="en-US"/>
          </a:p>
          <a:p>
            <a:pPr marL="1543050" lvl="3" indent="-171450">
              <a:buFont typeface="Arial" panose="020B0604020202090204" pitchFamily="34" charset="0"/>
              <a:buChar char="•"/>
            </a:pPr>
            <a:r>
              <a:rPr lang="en-US"/>
              <a:t>square waves made by sampling along the wave form</a:t>
            </a:r>
            <a:endParaRPr lang="en-US"/>
          </a:p>
          <a:p>
            <a:pPr marL="1085850" lvl="2" indent="-171450">
              <a:buFont typeface="Arial" panose="020B0604020202090204" pitchFamily="34" charset="0"/>
              <a:buChar char="•"/>
            </a:pPr>
            <a:r>
              <a:rPr lang="en-US"/>
              <a:t>example: a singer -&gt; mp3 (stored in cell phone or computer)</a:t>
            </a:r>
            <a:endParaRPr lang="en-US"/>
          </a:p>
          <a:p>
            <a:pPr marL="171450" lvl="0" indent="-171450">
              <a:buFont typeface="Arial" panose="020B0604020202090204" pitchFamily="34" charset="0"/>
              <a:buChar char="•"/>
            </a:pPr>
            <a:r>
              <a:rPr lang="en-US"/>
              <a:t>3. what are some examples of analog and digital signals?</a:t>
            </a:r>
            <a:endParaRPr lang="en-US"/>
          </a:p>
          <a:p>
            <a:pPr marL="628650" lvl="1" indent="-171450">
              <a:buFont typeface="Arial" panose="020B0604020202090204" pitchFamily="34" charset="0"/>
              <a:buChar char="•"/>
            </a:pPr>
            <a:r>
              <a:rPr lang="en-US"/>
              <a:t>example: telling time</a:t>
            </a:r>
            <a:endParaRPr lang="en-US"/>
          </a:p>
          <a:p>
            <a:pPr marL="1085850" lvl="2" indent="-171450">
              <a:buFont typeface="Arial" panose="020B0604020202090204" pitchFamily="34" charset="0"/>
              <a:buChar char="•"/>
            </a:pPr>
            <a:r>
              <a:rPr lang="en-US" altLang="en-US"/>
              <a:t>analog: clock vs. digital clock (minute by minute, or second by second)</a:t>
            </a:r>
            <a:endParaRPr lang="en-US" altLang="en-US"/>
          </a:p>
          <a:p>
            <a:pPr marL="628650" lvl="1" indent="-171450">
              <a:buFont typeface="Arial" panose="020B0604020202090204" pitchFamily="34" charset="0"/>
              <a:buChar char="•"/>
            </a:pPr>
            <a:r>
              <a:rPr lang="en-US" altLang="en-US"/>
              <a:t>example: telephone</a:t>
            </a:r>
            <a:endParaRPr lang="en-US" altLang="en-US"/>
          </a:p>
          <a:p>
            <a:pPr marL="1085850" lvl="2" indent="-171450">
              <a:buFont typeface="Arial" panose="020B0604020202090204" pitchFamily="34" charset="0"/>
              <a:buChar char="•"/>
            </a:pPr>
            <a:r>
              <a:rPr lang="en-US" altLang="en-US"/>
              <a:t>wired phone vs. cell phone</a:t>
            </a:r>
            <a:endParaRPr lang="en-US" altLang="en-US"/>
          </a:p>
          <a:p>
            <a:pPr marL="628650" lvl="1" indent="-171450">
              <a:buFont typeface="Arial" panose="020B0604020202090204" pitchFamily="34" charset="0"/>
              <a:buChar char="•"/>
            </a:pPr>
            <a:r>
              <a:rPr lang="en-US" altLang="en-US"/>
              <a:t>example: listening to music</a:t>
            </a:r>
            <a:endParaRPr lang="en-US" altLang="en-US"/>
          </a:p>
          <a:p>
            <a:pPr marL="1085850" lvl="2" indent="-171450">
              <a:buFont typeface="Arial" panose="020B0604020202090204" pitchFamily="34" charset="0"/>
              <a:buChar char="•"/>
            </a:pPr>
            <a:r>
              <a:rPr lang="en-US" altLang="en-US"/>
              <a:t>victrola vs. spotify</a:t>
            </a:r>
            <a:endParaRPr lang="en-US" altLang="en-US"/>
          </a:p>
          <a:p>
            <a:pPr marL="628650" lvl="1" indent="-171450">
              <a:buFont typeface="Arial" panose="020B0604020202090204" pitchFamily="34" charset="0"/>
              <a:buChar char="•"/>
            </a:pPr>
            <a:r>
              <a:rPr lang="en-US" altLang="en-US"/>
              <a:t>example: listening to a talk show</a:t>
            </a:r>
            <a:endParaRPr lang="en-US" altLang="en-US"/>
          </a:p>
          <a:p>
            <a:pPr marL="1085850" lvl="2" indent="-171450">
              <a:buFont typeface="Arial" panose="020B0604020202090204" pitchFamily="34" charset="0"/>
              <a:buChar char="•"/>
            </a:pPr>
            <a:r>
              <a:rPr lang="en-US" altLang="en-US"/>
              <a:t>on radio vs. podcast</a:t>
            </a:r>
            <a:endParaRPr lang="en-US" altLang="en-US"/>
          </a:p>
          <a:p>
            <a:pPr marL="628650" lvl="1" indent="-171450">
              <a:buFont typeface="Arial" panose="020B0604020202090204" pitchFamily="34" charset="0"/>
              <a:buChar char="•"/>
            </a:pPr>
            <a:r>
              <a:rPr lang="en-US" altLang="en-US"/>
              <a:t>example: watch a TV show</a:t>
            </a:r>
            <a:endParaRPr lang="en-US" altLang="en-US"/>
          </a:p>
          <a:p>
            <a:pPr marL="1085850" lvl="2" indent="-171450">
              <a:buFont typeface="Arial" panose="020B0604020202090204" pitchFamily="34" charset="0"/>
              <a:buChar char="•"/>
            </a:pPr>
            <a:endParaRPr lang="en-US" altLang="en-US"/>
          </a:p>
          <a:p>
            <a:pPr marL="628650" lvl="1" indent="-171450">
              <a:buFont typeface="Arial" panose="020B0604020202090204" pitchFamily="34" charset="0"/>
              <a:buChar char="•"/>
            </a:pPr>
            <a:endParaRPr lang="en-US"/>
          </a:p>
          <a:p>
            <a:pPr marL="628650" lvl="1" indent="-171450">
              <a:buFont typeface="Arial" panose="020B0604020202090204" pitchFamily="34" charset="0"/>
              <a:buChar char="•"/>
            </a:pPr>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8800" y="-48260"/>
            <a:ext cx="9799200" cy="2570400"/>
          </a:xfrm>
        </p:spPr>
        <p:txBody>
          <a:bodyPr lIns="90000" tIns="46800" rIns="90000" bIns="46800" anchor="b" anchorCtr="0">
            <a:noAutofit/>
          </a:bodyPr>
          <a:lstStyle>
            <a:lvl1pPr algn="ctr">
              <a:defRPr sz="6000" b="1">
                <a:ln w="12700">
                  <a:noFill/>
                </a:ln>
                <a:solidFill>
                  <a:schemeClr val="tx1"/>
                </a:solidFill>
                <a:latin typeface="Alibaba PuHuiTi 3.0 115 Black" panose="00020600040101010101" charset="-122"/>
                <a:ea typeface="Alibaba PuHuiTi 3.0 115 Black" panose="00020600040101010101" charset="-122"/>
              </a:defRPr>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198880" y="2736215"/>
            <a:ext cx="9799320" cy="711200"/>
          </a:xfrm>
        </p:spPr>
        <p:txBody>
          <a:bodyPr lIns="90000" tIns="46800" rIns="90000" bIns="46800">
            <a:normAutofit/>
          </a:bodyPr>
          <a:lstStyle>
            <a:lvl1pPr marL="0" indent="0" algn="ctr">
              <a:lnSpc>
                <a:spcPct val="110000"/>
              </a:lnSpc>
              <a:buNone/>
              <a:defRPr sz="3700" spc="200">
                <a:solidFill>
                  <a:schemeClr val="tx1">
                    <a:lumMod val="50000"/>
                    <a:lumOff val="50000"/>
                  </a:schemeClr>
                </a:solidFill>
                <a:latin typeface="Alibaba PuHuiTi 3.0 55 Regular" panose="00020600040101010101" charset="-122"/>
                <a:ea typeface="Alibaba PuHuiTi 3.0 55 Regular" panose="00020600040101010101" charset="-12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zh-CN" altLang="en-US" dirty="0"/>
          </a:p>
        </p:txBody>
      </p:sp>
      <p:sp>
        <p:nvSpPr>
          <p:cNvPr id="8" name="日期占位符 3"/>
          <p:cNvSpPr>
            <a:spLocks noGrp="1"/>
          </p:cNvSpPr>
          <p:nvPr>
            <p:ph type="dt" sz="half" idx="2"/>
            <p:custDataLst>
              <p:tags r:id="rId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libaba PuHuiTi 3.0 35 Thin" panose="00020600040101010101" charset="-122"/>
                <a:ea typeface="Alibaba PuHuiTi 3.0 35 Thin" panose="00020600040101010101" charset="-122"/>
              </a:defRPr>
            </a:lvl1pPr>
          </a:lstStyle>
          <a:p>
            <a:fld id="{760FBDFE-C587-4B4C-A407-44438C67B59E}" type="datetimeFigureOut">
              <a:rPr lang="zh-CN" altLang="en-US" smtClean="0"/>
            </a:fld>
            <a:endParaRPr lang="zh-CN" altLang="en-US"/>
          </a:p>
        </p:txBody>
      </p:sp>
      <p:sp>
        <p:nvSpPr>
          <p:cNvPr id="9" name="页脚占位符 4"/>
          <p:cNvSpPr>
            <a:spLocks noGrp="1"/>
          </p:cNvSpPr>
          <p:nvPr>
            <p:ph type="ftr" sz="quarter" idx="3"/>
            <p:custDataLst>
              <p:tags r:id="rId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libaba PuHuiTi 3.0 35 Thin" panose="00020600040101010101" charset="-122"/>
                <a:ea typeface="Alibaba PuHuiTi 3.0 35 Thin" panose="00020600040101010101" charset="-122"/>
              </a:defRPr>
            </a:lvl1pPr>
          </a:lstStyle>
          <a:p>
            <a:endParaRPr lang="zh-CN" altLang="en-US" dirty="0"/>
          </a:p>
        </p:txBody>
      </p:sp>
      <p:sp>
        <p:nvSpPr>
          <p:cNvPr id="10" name="灯片编号占位符 5"/>
          <p:cNvSpPr>
            <a:spLocks noGrp="1"/>
          </p:cNvSpPr>
          <p:nvPr>
            <p:ph type="sldNum" sz="quarter" idx="4"/>
            <p:custDataLst>
              <p:tags r:id="rId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libaba PuHuiTi 3.0 35 Thin" panose="00020600040101010101" charset="-122"/>
                <a:ea typeface="Alibaba PuHuiTi 3.0 35 Thin" panose="00020600040101010101" charset="-122"/>
              </a:defRPr>
            </a:lvl1p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04000"/>
            <a:ext cx="5342400" cy="4140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hasCustomPrompt="1"/>
            <p:custDataLst>
              <p:tags r:id="rId5"/>
            </p:custDataLst>
          </p:nvPr>
        </p:nvSpPr>
        <p:spPr>
          <a:xfrm>
            <a:off x="6235750" y="1404000"/>
            <a:ext cx="5342400" cy="4140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smtClean="0"/>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smtClean="0"/>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397600"/>
            <a:ext cx="9799200" cy="1105200"/>
          </a:xfrm>
        </p:spPr>
        <p:txBody>
          <a:bodyPr vert="horz" lIns="90000" tIns="46800" rIns="90000" bIns="46800" rtlCol="0" anchor="t" anchorCtr="0">
            <a:normAutofit/>
          </a:bodyPr>
          <a:lstStyle>
            <a:lvl1pPr algn="ctr">
              <a:defRPr sz="6000"/>
            </a:lvl1pPr>
          </a:lstStyle>
          <a:p>
            <a:pPr lvl="0"/>
            <a:r>
              <a:rPr lang="zh-CN" altLang="en-US" smtClean="0"/>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5040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libaba PuHuiTi 3.0 35 Thin" panose="00020600040101010101" charset="-122"/>
                <a:ea typeface="Alibaba PuHuiTi 3.0 35 Thin" panose="00020600040101010101" charset="-122"/>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libaba PuHuiTi 3.0 35 Thin" panose="00020600040101010101" charset="-122"/>
                <a:ea typeface="Alibaba PuHuiTi 3.0 35 Thin" panose="00020600040101010101" charset="-122"/>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libaba PuHuiTi 3.0 35 Thin" panose="00020600040101010101" charset="-122"/>
                <a:ea typeface="Alibaba PuHuiTi 3.0 35 Thin" panose="00020600040101010101" charset="-122"/>
              </a:defRPr>
            </a:lvl1pPr>
          </a:lstStyle>
          <a:p>
            <a:fld id="{49AE70B2-8BF9-45C0-BB95-33D1B9D3A854}" type="slidenum">
              <a:rPr lang="zh-CN" altLang="en-US" smtClean="0"/>
            </a:fld>
            <a:endParaRPr lang="zh-CN" altLang="en-US" dirty="0"/>
          </a:p>
        </p:txBody>
      </p:sp>
      <p:cxnSp>
        <p:nvCxnSpPr>
          <p:cNvPr id="21" name="Straight Connector 20"/>
          <p:cNvCxnSpPr/>
          <p:nvPr userDrawn="1"/>
        </p:nvCxnSpPr>
        <p:spPr>
          <a:xfrm>
            <a:off x="-34925" y="43815"/>
            <a:ext cx="12226925" cy="0"/>
          </a:xfrm>
          <a:prstGeom prst="line">
            <a:avLst/>
          </a:prstGeom>
          <a:ln w="101600" cap="flat">
            <a:solidFill>
              <a:srgbClr val="6251B1"/>
            </a:solidFill>
            <a:prstDash val="solid"/>
            <a:tailEnd type="none"/>
          </a:ln>
        </p:spPr>
        <p:style>
          <a:lnRef idx="2">
            <a:schemeClr val="accent1"/>
          </a:lnRef>
          <a:fillRef idx="0">
            <a:srgbClr val="FFFFFF"/>
          </a:fillRef>
          <a:effectRef idx="0">
            <a:srgbClr val="FFFFFF"/>
          </a:effectRef>
          <a:fontRef idx="minor">
            <a:schemeClr val="tx1"/>
          </a:fontRef>
        </p:style>
      </p:cxnSp>
      <p:cxnSp>
        <p:nvCxnSpPr>
          <p:cNvPr id="23" name="Straight Connector 22"/>
          <p:cNvCxnSpPr/>
          <p:nvPr userDrawn="1"/>
        </p:nvCxnSpPr>
        <p:spPr>
          <a:xfrm>
            <a:off x="-3175" y="6812280"/>
            <a:ext cx="12195175" cy="0"/>
          </a:xfrm>
          <a:prstGeom prst="line">
            <a:avLst/>
          </a:prstGeom>
          <a:ln w="101600" cap="flat">
            <a:solidFill>
              <a:srgbClr val="6251B1"/>
            </a:solidFill>
          </a:ln>
        </p:spPr>
        <p:style>
          <a:lnRef idx="2">
            <a:schemeClr val="accent1"/>
          </a:lnRef>
          <a:fillRef idx="0">
            <a:srgbClr val="FFFFFF"/>
          </a:fillRef>
          <a:effectRef idx="0">
            <a:srgbClr val="FFFFFF"/>
          </a:effectRef>
          <a:fontRef idx="minor">
            <a:schemeClr val="tx1"/>
          </a:fontRef>
        </p:style>
      </p:cxn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90204" pitchFamily="34" charset="0"/>
        <a:buChar char="●"/>
        <a:defRPr sz="18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9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90204" pitchFamily="34" charset="0"/>
        <a:buChar char="●"/>
        <a:defRPr sz="16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90204" pitchFamily="34" charset="0"/>
        <a:buChar char="•"/>
        <a:defRPr sz="14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tags" Target="../tags/tag65.xml"/><Relationship Id="rId3" Type="http://schemas.openxmlformats.org/officeDocument/2006/relationships/image" Target="../media/image1.jpeg"/><Relationship Id="rId2" Type="http://schemas.openxmlformats.org/officeDocument/2006/relationships/tags" Target="../tags/tag64.xml"/><Relationship Id="rId1" Type="http://schemas.openxmlformats.org/officeDocument/2006/relationships/tags" Target="../tags/tag63.xml"/></Relationships>
</file>

<file path=ppt/slides/_rels/slide2.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69.xml"/><Relationship Id="rId7" Type="http://schemas.openxmlformats.org/officeDocument/2006/relationships/image" Target="../media/image5.svg"/><Relationship Id="rId6" Type="http://schemas.openxmlformats.org/officeDocument/2006/relationships/image" Target="../media/image4.png"/><Relationship Id="rId5" Type="http://schemas.openxmlformats.org/officeDocument/2006/relationships/tags" Target="../tags/tag68.xml"/><Relationship Id="rId4" Type="http://schemas.openxmlformats.org/officeDocument/2006/relationships/image" Target="../media/image3.svg"/><Relationship Id="rId3" Type="http://schemas.openxmlformats.org/officeDocument/2006/relationships/image" Target="../media/image2.png"/><Relationship Id="rId2" Type="http://schemas.openxmlformats.org/officeDocument/2006/relationships/tags" Target="../tags/tag67.xml"/><Relationship Id="rId13" Type="http://schemas.openxmlformats.org/officeDocument/2006/relationships/slideLayout" Target="../slideLayouts/slideLayout2.xml"/><Relationship Id="rId12" Type="http://schemas.openxmlformats.org/officeDocument/2006/relationships/tags" Target="../tags/tag71.xml"/><Relationship Id="rId11" Type="http://schemas.openxmlformats.org/officeDocument/2006/relationships/tags" Target="../tags/tag70.xml"/><Relationship Id="rId10" Type="http://schemas.openxmlformats.org/officeDocument/2006/relationships/image" Target="../media/image7.svg"/><Relationship Id="rId1" Type="http://schemas.openxmlformats.org/officeDocument/2006/relationships/tags" Target="../tags/tag66.xml"/></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xml"/><Relationship Id="rId2" Type="http://schemas.openxmlformats.org/officeDocument/2006/relationships/tags" Target="../tags/tag73.xml"/><Relationship Id="rId1" Type="http://schemas.openxmlformats.org/officeDocument/2006/relationships/tags" Target="../tags/tag72.xml"/></Relationships>
</file>

<file path=ppt/slides/_rels/slide4.xml.rels><?xml version="1.0" encoding="UTF-8" standalone="yes"?>
<Relationships xmlns="http://schemas.openxmlformats.org/package/2006/relationships"><Relationship Id="rId7" Type="http://schemas.openxmlformats.org/officeDocument/2006/relationships/notesSlide" Target="../notesSlides/notesSlide3.xml"/><Relationship Id="rId6" Type="http://schemas.openxmlformats.org/officeDocument/2006/relationships/slideLayout" Target="../slideLayouts/slideLayout2.xml"/><Relationship Id="rId5" Type="http://schemas.openxmlformats.org/officeDocument/2006/relationships/tags" Target="../tags/tag76.xml"/><Relationship Id="rId4" Type="http://schemas.openxmlformats.org/officeDocument/2006/relationships/image" Target="../media/image9.svg"/><Relationship Id="rId3" Type="http://schemas.openxmlformats.org/officeDocument/2006/relationships/image" Target="../media/image8.png"/><Relationship Id="rId2" Type="http://schemas.openxmlformats.org/officeDocument/2006/relationships/tags" Target="../tags/tag75.xml"/><Relationship Id="rId1" Type="http://schemas.openxmlformats.org/officeDocument/2006/relationships/tags" Target="../tags/tag74.xml"/></Relationships>
</file>

<file path=ppt/slides/_rels/slide5.xml.rels><?xml version="1.0" encoding="UTF-8" standalone="yes"?>
<Relationships xmlns="http://schemas.openxmlformats.org/package/2006/relationships"><Relationship Id="rId7" Type="http://schemas.openxmlformats.org/officeDocument/2006/relationships/notesSlide" Target="../notesSlides/notesSlide4.xml"/><Relationship Id="rId6" Type="http://schemas.openxmlformats.org/officeDocument/2006/relationships/slideLayout" Target="../slideLayouts/slideLayout2.xml"/><Relationship Id="rId5" Type="http://schemas.openxmlformats.org/officeDocument/2006/relationships/tags" Target="../tags/tag79.xml"/><Relationship Id="rId4" Type="http://schemas.openxmlformats.org/officeDocument/2006/relationships/image" Target="../media/image11.svg"/><Relationship Id="rId3" Type="http://schemas.openxmlformats.org/officeDocument/2006/relationships/image" Target="../media/image10.png"/><Relationship Id="rId2" Type="http://schemas.openxmlformats.org/officeDocument/2006/relationships/tags" Target="../tags/tag78.xml"/><Relationship Id="rId1" Type="http://schemas.openxmlformats.org/officeDocument/2006/relationships/tags" Target="../tags/tag77.xml"/></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tags" Target="../tags/tag81.xml"/><Relationship Id="rId1" Type="http://schemas.openxmlformats.org/officeDocument/2006/relationships/tags" Target="../tags/tag80.xml"/></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2.xml"/><Relationship Id="rId5" Type="http://schemas.openxmlformats.org/officeDocument/2006/relationships/tags" Target="../tags/tag84.xml"/><Relationship Id="rId4" Type="http://schemas.openxmlformats.org/officeDocument/2006/relationships/image" Target="../media/image13.svg"/><Relationship Id="rId3" Type="http://schemas.openxmlformats.org/officeDocument/2006/relationships/image" Target="../media/image12.png"/><Relationship Id="rId2" Type="http://schemas.openxmlformats.org/officeDocument/2006/relationships/tags" Target="../tags/tag83.xml"/><Relationship Id="rId1" Type="http://schemas.openxmlformats.org/officeDocument/2006/relationships/tags" Target="../tags/tag82.xml"/></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2.xml"/><Relationship Id="rId3" Type="http://schemas.openxmlformats.org/officeDocument/2006/relationships/tags" Target="../tags/tag87.xml"/><Relationship Id="rId2" Type="http://schemas.openxmlformats.org/officeDocument/2006/relationships/tags" Target="../tags/tag86.xml"/><Relationship Id="rId1" Type="http://schemas.openxmlformats.org/officeDocument/2006/relationships/tags" Target="../tags/tag85.xml"/></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2.xml"/><Relationship Id="rId3" Type="http://schemas.openxmlformats.org/officeDocument/2006/relationships/tags" Target="../tags/tag90.xml"/><Relationship Id="rId2" Type="http://schemas.openxmlformats.org/officeDocument/2006/relationships/tags" Target="../tags/tag89.xml"/><Relationship Id="rId1" Type="http://schemas.openxmlformats.org/officeDocument/2006/relationships/tags" Target="../tags/tag88.xml"/></Relationships>
</file>

<file path=ppt/slides/_rels/slide10.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2.xml"/><Relationship Id="rId4" Type="http://schemas.openxmlformats.org/officeDocument/2006/relationships/tags" Target="../tags/tag94.xml"/><Relationship Id="rId3" Type="http://schemas.openxmlformats.org/officeDocument/2006/relationships/tags" Target="../tags/tag93.xml"/><Relationship Id="rId2" Type="http://schemas.openxmlformats.org/officeDocument/2006/relationships/tags" Target="../tags/tag92.xml"/><Relationship Id="rId1" Type="http://schemas.openxmlformats.org/officeDocument/2006/relationships/tags" Target="../tags/tag91.xml"/></Relationships>
</file>

<file path=ppt/slides/_rels/slide11.xml.rels><?xml version="1.0" encoding="UTF-8" standalone="yes"?>
<Relationships xmlns="http://schemas.openxmlformats.org/package/2006/relationships"><Relationship Id="rId7" Type="http://schemas.openxmlformats.org/officeDocument/2006/relationships/notesSlide" Target="../notesSlides/notesSlide10.xml"/><Relationship Id="rId6" Type="http://schemas.openxmlformats.org/officeDocument/2006/relationships/slideLayout" Target="../slideLayouts/slideLayout2.xml"/><Relationship Id="rId5" Type="http://schemas.openxmlformats.org/officeDocument/2006/relationships/tags" Target="../tags/tag97.xml"/><Relationship Id="rId4" Type="http://schemas.openxmlformats.org/officeDocument/2006/relationships/image" Target="../media/image11.svg"/><Relationship Id="rId3" Type="http://schemas.openxmlformats.org/officeDocument/2006/relationships/image" Target="../media/image14.png"/><Relationship Id="rId2" Type="http://schemas.openxmlformats.org/officeDocument/2006/relationships/tags" Target="../tags/tag96.xml"/><Relationship Id="rId1" Type="http://schemas.openxmlformats.org/officeDocument/2006/relationships/tags" Target="../tags/tag95.xml"/></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2.xml"/><Relationship Id="rId2" Type="http://schemas.openxmlformats.org/officeDocument/2006/relationships/tags" Target="../tags/tag99.xml"/><Relationship Id="rId1" Type="http://schemas.openxmlformats.org/officeDocument/2006/relationships/tags" Target="../tags/tag98.xml"/></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2.xml"/><Relationship Id="rId2" Type="http://schemas.openxmlformats.org/officeDocument/2006/relationships/tags" Target="../tags/tag101.xml"/><Relationship Id="rId1" Type="http://schemas.openxmlformats.org/officeDocument/2006/relationships/tags" Target="../tags/tag100.xml"/></Relationships>
</file>

<file path=ppt/slides/_rels/slide14.xml.rels><?xml version="1.0" encoding="UTF-8" standalone="yes"?>
<Relationships xmlns="http://schemas.openxmlformats.org/package/2006/relationships"><Relationship Id="rId7" Type="http://schemas.openxmlformats.org/officeDocument/2006/relationships/notesSlide" Target="../notesSlides/notesSlide13.xml"/><Relationship Id="rId6" Type="http://schemas.openxmlformats.org/officeDocument/2006/relationships/slideLayout" Target="../slideLayouts/slideLayout2.xml"/><Relationship Id="rId5" Type="http://schemas.openxmlformats.org/officeDocument/2006/relationships/tags" Target="../tags/tag104.xml"/><Relationship Id="rId4" Type="http://schemas.openxmlformats.org/officeDocument/2006/relationships/image" Target="../media/image11.svg"/><Relationship Id="rId3" Type="http://schemas.openxmlformats.org/officeDocument/2006/relationships/image" Target="../media/image14.png"/><Relationship Id="rId2" Type="http://schemas.openxmlformats.org/officeDocument/2006/relationships/tags" Target="../tags/tag103.xml"/><Relationship Id="rId1" Type="http://schemas.openxmlformats.org/officeDocument/2006/relationships/tags" Target="../tags/tag102.xml"/></Relationships>
</file>

<file path=ppt/slides/_rels/slide15.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tags" Target="../tags/tag107.xml"/><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tags" Target="../tags/tag106.xml"/><Relationship Id="rId1" Type="http://schemas.openxmlformats.org/officeDocument/2006/relationships/tags" Target="../tags/tag105.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5.xml"/><Relationship Id="rId6" Type="http://schemas.openxmlformats.org/officeDocument/2006/relationships/slideLayout" Target="../slideLayouts/slideLayout2.xml"/><Relationship Id="rId5" Type="http://schemas.openxmlformats.org/officeDocument/2006/relationships/tags" Target="../tags/tag110.xml"/><Relationship Id="rId4" Type="http://schemas.openxmlformats.org/officeDocument/2006/relationships/image" Target="../media/image17.svg"/><Relationship Id="rId3" Type="http://schemas.openxmlformats.org/officeDocument/2006/relationships/image" Target="../media/image15.png"/><Relationship Id="rId2" Type="http://schemas.openxmlformats.org/officeDocument/2006/relationships/tags" Target="../tags/tag109.xml"/><Relationship Id="rId1" Type="http://schemas.openxmlformats.org/officeDocument/2006/relationships/tags" Target="../tags/tag108.xml"/></Relationships>
</file>

<file path=ppt/slides/_rels/slide17.xml.rels><?xml version="1.0" encoding="UTF-8" standalone="yes"?>
<Relationships xmlns="http://schemas.openxmlformats.org/package/2006/relationships"><Relationship Id="rId7" Type="http://schemas.openxmlformats.org/officeDocument/2006/relationships/notesSlide" Target="../notesSlides/notesSlide16.xml"/><Relationship Id="rId6" Type="http://schemas.openxmlformats.org/officeDocument/2006/relationships/slideLayout" Target="../slideLayouts/slideLayout2.xml"/><Relationship Id="rId5" Type="http://schemas.openxmlformats.org/officeDocument/2006/relationships/tags" Target="../tags/tag113.xml"/><Relationship Id="rId4" Type="http://schemas.openxmlformats.org/officeDocument/2006/relationships/image" Target="../media/image18.svg"/><Relationship Id="rId3" Type="http://schemas.openxmlformats.org/officeDocument/2006/relationships/image" Target="../media/image15.png"/><Relationship Id="rId2" Type="http://schemas.openxmlformats.org/officeDocument/2006/relationships/tags" Target="../tags/tag112.xml"/><Relationship Id="rId1" Type="http://schemas.openxmlformats.org/officeDocument/2006/relationships/tags" Target="../tags/tag111.xml"/></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7.xml"/><Relationship Id="rId6" Type="http://schemas.openxmlformats.org/officeDocument/2006/relationships/slideLayout" Target="../slideLayouts/slideLayout2.xml"/><Relationship Id="rId5" Type="http://schemas.openxmlformats.org/officeDocument/2006/relationships/tags" Target="../tags/tag116.xml"/><Relationship Id="rId4" Type="http://schemas.openxmlformats.org/officeDocument/2006/relationships/image" Target="../media/image19.svg"/><Relationship Id="rId3" Type="http://schemas.openxmlformats.org/officeDocument/2006/relationships/image" Target="../media/image15.png"/><Relationship Id="rId2" Type="http://schemas.openxmlformats.org/officeDocument/2006/relationships/tags" Target="../tags/tag115.xml"/><Relationship Id="rId1" Type="http://schemas.openxmlformats.org/officeDocument/2006/relationships/tags" Target="../tags/tag114.xml"/></Relationships>
</file>

<file path=ppt/slides/_rels/slide19.xml.rels><?xml version="1.0" encoding="UTF-8" standalone="yes"?>
<Relationships xmlns="http://schemas.openxmlformats.org/package/2006/relationships"><Relationship Id="rId7" Type="http://schemas.openxmlformats.org/officeDocument/2006/relationships/notesSlide" Target="../notesSlides/notesSlide18.xml"/><Relationship Id="rId6" Type="http://schemas.openxmlformats.org/officeDocument/2006/relationships/slideLayout" Target="../slideLayouts/slideLayout2.xml"/><Relationship Id="rId5" Type="http://schemas.openxmlformats.org/officeDocument/2006/relationships/tags" Target="../tags/tag119.xml"/><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tags" Target="../tags/tag118.xml"/><Relationship Id="rId1" Type="http://schemas.openxmlformats.org/officeDocument/2006/relationships/tags" Target="../tags/tag117.xml"/></Relationships>
</file>

<file path=ppt/slides/_rels/slide20.xml.rels><?xml version="1.0" encoding="UTF-8" standalone="yes"?>
<Relationships xmlns="http://schemas.openxmlformats.org/package/2006/relationships"><Relationship Id="rId7" Type="http://schemas.openxmlformats.org/officeDocument/2006/relationships/notesSlide" Target="../notesSlides/notesSlide19.xml"/><Relationship Id="rId6" Type="http://schemas.openxmlformats.org/officeDocument/2006/relationships/slideLayout" Target="../slideLayouts/slideLayout2.xml"/><Relationship Id="rId5" Type="http://schemas.openxmlformats.org/officeDocument/2006/relationships/tags" Target="../tags/tag122.xml"/><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tags" Target="../tags/tag121.xml"/><Relationship Id="rId1" Type="http://schemas.openxmlformats.org/officeDocument/2006/relationships/tags" Target="../tags/tag120.xml"/></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2.xml"/><Relationship Id="rId2" Type="http://schemas.openxmlformats.org/officeDocument/2006/relationships/tags" Target="../tags/tag124.xml"/><Relationship Id="rId1" Type="http://schemas.openxmlformats.org/officeDocument/2006/relationships/tags" Target="../tags/tag123.xml"/></Relationships>
</file>

<file path=ppt/slides/_rels/slide22.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tags" Target="../tags/tag128.xml"/><Relationship Id="rId3" Type="http://schemas.openxmlformats.org/officeDocument/2006/relationships/tags" Target="../tags/tag127.xml"/><Relationship Id="rId2" Type="http://schemas.openxmlformats.org/officeDocument/2006/relationships/tags" Target="../tags/tag126.xml"/><Relationship Id="rId1" Type="http://schemas.openxmlformats.org/officeDocument/2006/relationships/tags" Target="../tags/tag125.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tags" Target="../tags/tag133.xml"/><Relationship Id="rId4" Type="http://schemas.openxmlformats.org/officeDocument/2006/relationships/tags" Target="../tags/tag132.xml"/><Relationship Id="rId3" Type="http://schemas.openxmlformats.org/officeDocument/2006/relationships/tags" Target="../tags/tag131.xml"/><Relationship Id="rId2" Type="http://schemas.openxmlformats.org/officeDocument/2006/relationships/tags" Target="../tags/tag130.xml"/><Relationship Id="rId1" Type="http://schemas.openxmlformats.org/officeDocument/2006/relationships/tags" Target="../tags/tag129.xml"/></Relationships>
</file>

<file path=ppt/slides/_rels/slide24.xml.rels><?xml version="1.0" encoding="UTF-8" standalone="yes"?>
<Relationships xmlns="http://schemas.openxmlformats.org/package/2006/relationships"><Relationship Id="rId9" Type="http://schemas.openxmlformats.org/officeDocument/2006/relationships/image" Target="../media/image22.png"/><Relationship Id="rId8" Type="http://schemas.openxmlformats.org/officeDocument/2006/relationships/tags" Target="../tags/tag137.xml"/><Relationship Id="rId7" Type="http://schemas.openxmlformats.org/officeDocument/2006/relationships/image" Target="../media/image5.svg"/><Relationship Id="rId6" Type="http://schemas.openxmlformats.org/officeDocument/2006/relationships/image" Target="../media/image21.png"/><Relationship Id="rId5" Type="http://schemas.openxmlformats.org/officeDocument/2006/relationships/tags" Target="../tags/tag136.xml"/><Relationship Id="rId4" Type="http://schemas.openxmlformats.org/officeDocument/2006/relationships/image" Target="../media/image3.svg"/><Relationship Id="rId3" Type="http://schemas.openxmlformats.org/officeDocument/2006/relationships/image" Target="../media/image20.png"/><Relationship Id="rId2" Type="http://schemas.openxmlformats.org/officeDocument/2006/relationships/tags" Target="../tags/tag135.xml"/><Relationship Id="rId13" Type="http://schemas.openxmlformats.org/officeDocument/2006/relationships/slideLayout" Target="../slideLayouts/slideLayout2.xml"/><Relationship Id="rId12" Type="http://schemas.openxmlformats.org/officeDocument/2006/relationships/tags" Target="../tags/tag139.xml"/><Relationship Id="rId11" Type="http://schemas.openxmlformats.org/officeDocument/2006/relationships/tags" Target="../tags/tag138.xml"/><Relationship Id="rId10" Type="http://schemas.openxmlformats.org/officeDocument/2006/relationships/image" Target="../media/image7.svg"/><Relationship Id="rId1" Type="http://schemas.openxmlformats.org/officeDocument/2006/relationships/tags" Target="../tags/tag134.xml"/></Relationships>
</file>

<file path=ppt/slides/_rels/slide25.xml.rels><?xml version="1.0" encoding="UTF-8" standalone="yes"?>
<Relationships xmlns="http://schemas.openxmlformats.org/package/2006/relationships"><Relationship Id="rId9" Type="http://schemas.openxmlformats.org/officeDocument/2006/relationships/image" Target="../media/image27.png"/><Relationship Id="rId8" Type="http://schemas.openxmlformats.org/officeDocument/2006/relationships/tags" Target="../tags/tag143.xml"/><Relationship Id="rId7" Type="http://schemas.openxmlformats.org/officeDocument/2006/relationships/image" Target="../media/image26.svg"/><Relationship Id="rId6" Type="http://schemas.openxmlformats.org/officeDocument/2006/relationships/image" Target="../media/image25.png"/><Relationship Id="rId5" Type="http://schemas.openxmlformats.org/officeDocument/2006/relationships/tags" Target="../tags/tag142.xml"/><Relationship Id="rId4" Type="http://schemas.openxmlformats.org/officeDocument/2006/relationships/image" Target="../media/image24.svg"/><Relationship Id="rId3" Type="http://schemas.openxmlformats.org/officeDocument/2006/relationships/image" Target="../media/image23.png"/><Relationship Id="rId2" Type="http://schemas.openxmlformats.org/officeDocument/2006/relationships/tags" Target="../tags/tag141.xml"/><Relationship Id="rId13" Type="http://schemas.openxmlformats.org/officeDocument/2006/relationships/notesSlide" Target="../notesSlides/notesSlide21.xml"/><Relationship Id="rId12" Type="http://schemas.openxmlformats.org/officeDocument/2006/relationships/slideLayout" Target="../slideLayouts/slideLayout2.xml"/><Relationship Id="rId11" Type="http://schemas.openxmlformats.org/officeDocument/2006/relationships/tags" Target="../tags/tag144.xml"/><Relationship Id="rId10" Type="http://schemas.openxmlformats.org/officeDocument/2006/relationships/image" Target="../media/image28.svg"/><Relationship Id="rId1" Type="http://schemas.openxmlformats.org/officeDocument/2006/relationships/tags" Target="../tags/tag140.xml"/></Relationships>
</file>

<file path=ppt/slides/_rels/slide26.xml.rels><?xml version="1.0" encoding="UTF-8" standalone="yes"?>
<Relationships xmlns="http://schemas.openxmlformats.org/package/2006/relationships"><Relationship Id="rId9" Type="http://schemas.openxmlformats.org/officeDocument/2006/relationships/image" Target="../media/image33.png"/><Relationship Id="rId8" Type="http://schemas.openxmlformats.org/officeDocument/2006/relationships/tags" Target="../tags/tag148.xml"/><Relationship Id="rId7" Type="http://schemas.openxmlformats.org/officeDocument/2006/relationships/image" Target="../media/image32.svg"/><Relationship Id="rId6" Type="http://schemas.openxmlformats.org/officeDocument/2006/relationships/image" Target="../media/image31.png"/><Relationship Id="rId5" Type="http://schemas.openxmlformats.org/officeDocument/2006/relationships/tags" Target="../tags/tag147.xml"/><Relationship Id="rId4" Type="http://schemas.openxmlformats.org/officeDocument/2006/relationships/image" Target="../media/image30.svg"/><Relationship Id="rId3" Type="http://schemas.openxmlformats.org/officeDocument/2006/relationships/image" Target="../media/image29.png"/><Relationship Id="rId2" Type="http://schemas.openxmlformats.org/officeDocument/2006/relationships/tags" Target="../tags/tag146.xml"/><Relationship Id="rId15" Type="http://schemas.openxmlformats.org/officeDocument/2006/relationships/slideLayout" Target="../slideLayouts/slideLayout2.xml"/><Relationship Id="rId14" Type="http://schemas.openxmlformats.org/officeDocument/2006/relationships/tags" Target="../tags/tag150.xml"/><Relationship Id="rId13" Type="http://schemas.openxmlformats.org/officeDocument/2006/relationships/image" Target="../media/image36.svg"/><Relationship Id="rId12" Type="http://schemas.openxmlformats.org/officeDocument/2006/relationships/image" Target="../media/image35.png"/><Relationship Id="rId11" Type="http://schemas.openxmlformats.org/officeDocument/2006/relationships/tags" Target="../tags/tag149.xml"/><Relationship Id="rId10" Type="http://schemas.openxmlformats.org/officeDocument/2006/relationships/image" Target="../media/image34.svg"/><Relationship Id="rId1" Type="http://schemas.openxmlformats.org/officeDocument/2006/relationships/tags" Target="../tags/tag145.xml"/></Relationships>
</file>

<file path=ppt/slides/_rels/slide27.xml.rels><?xml version="1.0" encoding="UTF-8" standalone="yes"?>
<Relationships xmlns="http://schemas.openxmlformats.org/package/2006/relationships"><Relationship Id="rId9" Type="http://schemas.openxmlformats.org/officeDocument/2006/relationships/image" Target="../media/image40.png"/><Relationship Id="rId8" Type="http://schemas.openxmlformats.org/officeDocument/2006/relationships/tags" Target="../tags/tag154.xml"/><Relationship Id="rId7" Type="http://schemas.openxmlformats.org/officeDocument/2006/relationships/image" Target="../media/image39.svg"/><Relationship Id="rId6" Type="http://schemas.openxmlformats.org/officeDocument/2006/relationships/image" Target="../media/image31.png"/><Relationship Id="rId5" Type="http://schemas.openxmlformats.org/officeDocument/2006/relationships/tags" Target="../tags/tag153.xml"/><Relationship Id="rId4" Type="http://schemas.openxmlformats.org/officeDocument/2006/relationships/image" Target="../media/image38.svg"/><Relationship Id="rId3" Type="http://schemas.openxmlformats.org/officeDocument/2006/relationships/image" Target="../media/image37.png"/><Relationship Id="rId2" Type="http://schemas.openxmlformats.org/officeDocument/2006/relationships/tags" Target="../tags/tag152.xml"/><Relationship Id="rId15" Type="http://schemas.openxmlformats.org/officeDocument/2006/relationships/slideLayout" Target="../slideLayouts/slideLayout2.xml"/><Relationship Id="rId14" Type="http://schemas.openxmlformats.org/officeDocument/2006/relationships/tags" Target="../tags/tag156.xml"/><Relationship Id="rId13" Type="http://schemas.openxmlformats.org/officeDocument/2006/relationships/image" Target="../media/image43.svg"/><Relationship Id="rId12" Type="http://schemas.openxmlformats.org/officeDocument/2006/relationships/image" Target="../media/image42.png"/><Relationship Id="rId11" Type="http://schemas.openxmlformats.org/officeDocument/2006/relationships/tags" Target="../tags/tag155.xml"/><Relationship Id="rId10" Type="http://schemas.openxmlformats.org/officeDocument/2006/relationships/image" Target="../media/image41.svg"/><Relationship Id="rId1" Type="http://schemas.openxmlformats.org/officeDocument/2006/relationships/tags" Target="../tags/tag151.xml"/></Relationships>
</file>

<file path=ppt/slides/_rels/slide28.xml.rels><?xml version="1.0" encoding="UTF-8" standalone="yes"?>
<Relationships xmlns="http://schemas.openxmlformats.org/package/2006/relationships"><Relationship Id="rId9" Type="http://schemas.openxmlformats.org/officeDocument/2006/relationships/image" Target="../media/image47.png"/><Relationship Id="rId8" Type="http://schemas.openxmlformats.org/officeDocument/2006/relationships/tags" Target="../tags/tag160.xml"/><Relationship Id="rId7" Type="http://schemas.openxmlformats.org/officeDocument/2006/relationships/image" Target="../media/image46.svg"/><Relationship Id="rId6" Type="http://schemas.openxmlformats.org/officeDocument/2006/relationships/image" Target="../media/image31.png"/><Relationship Id="rId5" Type="http://schemas.openxmlformats.org/officeDocument/2006/relationships/tags" Target="../tags/tag159.xml"/><Relationship Id="rId4" Type="http://schemas.openxmlformats.org/officeDocument/2006/relationships/image" Target="../media/image45.svg"/><Relationship Id="rId3" Type="http://schemas.openxmlformats.org/officeDocument/2006/relationships/image" Target="../media/image44.png"/><Relationship Id="rId2" Type="http://schemas.openxmlformats.org/officeDocument/2006/relationships/tags" Target="../tags/tag158.xml"/><Relationship Id="rId15" Type="http://schemas.openxmlformats.org/officeDocument/2006/relationships/slideLayout" Target="../slideLayouts/slideLayout2.xml"/><Relationship Id="rId14" Type="http://schemas.openxmlformats.org/officeDocument/2006/relationships/tags" Target="../tags/tag162.xml"/><Relationship Id="rId13" Type="http://schemas.openxmlformats.org/officeDocument/2006/relationships/image" Target="../media/image49.svg"/><Relationship Id="rId12" Type="http://schemas.openxmlformats.org/officeDocument/2006/relationships/image" Target="../media/image42.png"/><Relationship Id="rId11" Type="http://schemas.openxmlformats.org/officeDocument/2006/relationships/tags" Target="../tags/tag161.xml"/><Relationship Id="rId10" Type="http://schemas.openxmlformats.org/officeDocument/2006/relationships/image" Target="../media/image48.svg"/><Relationship Id="rId1" Type="http://schemas.openxmlformats.org/officeDocument/2006/relationships/tags" Target="../tags/tag157.xml"/></Relationships>
</file>

<file path=ppt/slides/_rels/slide29.xml.rels><?xml version="1.0" encoding="UTF-8" standalone="yes"?>
<Relationships xmlns="http://schemas.openxmlformats.org/package/2006/relationships"><Relationship Id="rId8" Type="http://schemas.openxmlformats.org/officeDocument/2006/relationships/slideLayout" Target="../slideLayouts/slideLayout2.xml"/><Relationship Id="rId7" Type="http://schemas.openxmlformats.org/officeDocument/2006/relationships/tags" Target="../tags/tag169.xml"/><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tags" Target="../tags/tag165.xml"/><Relationship Id="rId2" Type="http://schemas.openxmlformats.org/officeDocument/2006/relationships/tags" Target="../tags/tag164.xml"/><Relationship Id="rId1" Type="http://schemas.openxmlformats.org/officeDocument/2006/relationships/tags" Target="../tags/tag163.xml"/></Relationships>
</file>

<file path=ppt/slides/_rels/slide3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172.xml"/><Relationship Id="rId2" Type="http://schemas.openxmlformats.org/officeDocument/2006/relationships/tags" Target="../tags/tag171.xml"/><Relationship Id="rId1" Type="http://schemas.openxmlformats.org/officeDocument/2006/relationships/tags" Target="../tags/tag170.xml"/></Relationships>
</file>

<file path=ppt/slides/_rels/slide31.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175.xml"/><Relationship Id="rId2" Type="http://schemas.openxmlformats.org/officeDocument/2006/relationships/tags" Target="../tags/tag174.xml"/><Relationship Id="rId1" Type="http://schemas.openxmlformats.org/officeDocument/2006/relationships/tags" Target="../tags/tag173.xml"/></Relationships>
</file>

<file path=ppt/slides/_rels/slide32.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2.xml"/><Relationship Id="rId2" Type="http://schemas.openxmlformats.org/officeDocument/2006/relationships/tags" Target="../tags/tag177.xml"/><Relationship Id="rId1" Type="http://schemas.openxmlformats.org/officeDocument/2006/relationships/tags" Target="../tags/tag176.xml"/></Relationships>
</file>

<file path=ppt/slides/_rels/slide3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2.xml"/><Relationship Id="rId2" Type="http://schemas.openxmlformats.org/officeDocument/2006/relationships/tags" Target="../tags/tag179.xml"/><Relationship Id="rId1" Type="http://schemas.openxmlformats.org/officeDocument/2006/relationships/tags" Target="../tags/tag178.xml"/></Relationships>
</file>

<file path=ppt/slides/_rels/slide34.xml.rels><?xml version="1.0" encoding="UTF-8" standalone="yes"?>
<Relationships xmlns="http://schemas.openxmlformats.org/package/2006/relationships"><Relationship Id="rId6" Type="http://schemas.openxmlformats.org/officeDocument/2006/relationships/notesSlide" Target="../notesSlides/notesSlide24.xml"/><Relationship Id="rId5" Type="http://schemas.openxmlformats.org/officeDocument/2006/relationships/slideLayout" Target="../slideLayouts/slideLayout2.xml"/><Relationship Id="rId4" Type="http://schemas.openxmlformats.org/officeDocument/2006/relationships/tags" Target="../tags/tag183.xml"/><Relationship Id="rId3" Type="http://schemas.openxmlformats.org/officeDocument/2006/relationships/tags" Target="../tags/tag182.xml"/><Relationship Id="rId2" Type="http://schemas.openxmlformats.org/officeDocument/2006/relationships/tags" Target="../tags/tag181.xml"/><Relationship Id="rId1" Type="http://schemas.openxmlformats.org/officeDocument/2006/relationships/tags" Target="../tags/tag180.xml"/></Relationships>
</file>

<file path=ppt/slides/_rels/slide35.xml.rels><?xml version="1.0" encoding="UTF-8" standalone="yes"?>
<Relationships xmlns="http://schemas.openxmlformats.org/package/2006/relationships"><Relationship Id="rId6" Type="http://schemas.openxmlformats.org/officeDocument/2006/relationships/notesSlide" Target="../notesSlides/notesSlide25.xml"/><Relationship Id="rId5" Type="http://schemas.openxmlformats.org/officeDocument/2006/relationships/slideLayout" Target="../slideLayouts/slideLayout2.xml"/><Relationship Id="rId4" Type="http://schemas.openxmlformats.org/officeDocument/2006/relationships/tags" Target="../tags/tag187.xml"/><Relationship Id="rId3" Type="http://schemas.openxmlformats.org/officeDocument/2006/relationships/tags" Target="../tags/tag186.xml"/><Relationship Id="rId2" Type="http://schemas.openxmlformats.org/officeDocument/2006/relationships/tags" Target="../tags/tag185.xml"/><Relationship Id="rId1" Type="http://schemas.openxmlformats.org/officeDocument/2006/relationships/tags" Target="../tags/tag184.xml"/></Relationships>
</file>

<file path=ppt/slides/_rels/slide36.xml.rels><?xml version="1.0" encoding="UTF-8" standalone="yes"?>
<Relationships xmlns="http://schemas.openxmlformats.org/package/2006/relationships"><Relationship Id="rId6" Type="http://schemas.openxmlformats.org/officeDocument/2006/relationships/notesSlide" Target="../notesSlides/notesSlide26.xml"/><Relationship Id="rId5" Type="http://schemas.openxmlformats.org/officeDocument/2006/relationships/slideLayout" Target="../slideLayouts/slideLayout2.xml"/><Relationship Id="rId4" Type="http://schemas.openxmlformats.org/officeDocument/2006/relationships/tags" Target="../tags/tag191.xml"/><Relationship Id="rId3" Type="http://schemas.openxmlformats.org/officeDocument/2006/relationships/tags" Target="../tags/tag190.xml"/><Relationship Id="rId2" Type="http://schemas.openxmlformats.org/officeDocument/2006/relationships/tags" Target="../tags/tag189.xml"/><Relationship Id="rId1" Type="http://schemas.openxmlformats.org/officeDocument/2006/relationships/tags" Target="../tags/tag188.xml"/></Relationships>
</file>

<file path=ppt/slides/_rels/slide37.xml.rels><?xml version="1.0" encoding="UTF-8" standalone="yes"?>
<Relationships xmlns="http://schemas.openxmlformats.org/package/2006/relationships"><Relationship Id="rId4" Type="http://schemas.openxmlformats.org/officeDocument/2006/relationships/notesSlide" Target="../notesSlides/notesSlide27.xml"/><Relationship Id="rId3" Type="http://schemas.openxmlformats.org/officeDocument/2006/relationships/slideLayout" Target="../slideLayouts/slideLayout2.xml"/><Relationship Id="rId2" Type="http://schemas.openxmlformats.org/officeDocument/2006/relationships/tags" Target="../tags/tag193.xml"/><Relationship Id="rId1" Type="http://schemas.openxmlformats.org/officeDocument/2006/relationships/tags" Target="../tags/tag192.xml"/></Relationships>
</file>

<file path=ppt/slides/_rels/slide38.xml.rels><?xml version="1.0" encoding="UTF-8" standalone="yes"?>
<Relationships xmlns="http://schemas.openxmlformats.org/package/2006/relationships"><Relationship Id="rId5" Type="http://schemas.openxmlformats.org/officeDocument/2006/relationships/notesSlide" Target="../notesSlides/notesSlide28.xml"/><Relationship Id="rId4" Type="http://schemas.openxmlformats.org/officeDocument/2006/relationships/slideLayout" Target="../slideLayouts/slideLayout2.xml"/><Relationship Id="rId3" Type="http://schemas.openxmlformats.org/officeDocument/2006/relationships/tags" Target="../tags/tag196.xml"/><Relationship Id="rId2" Type="http://schemas.openxmlformats.org/officeDocument/2006/relationships/tags" Target="../tags/tag195.xml"/><Relationship Id="rId1" Type="http://schemas.openxmlformats.org/officeDocument/2006/relationships/tags" Target="../tags/tag19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ctrTitle"/>
            <p:custDataLst>
              <p:tags r:id="rId1"/>
            </p:custDataLst>
          </p:nvPr>
        </p:nvSpPr>
        <p:spPr/>
        <p:txBody>
          <a:bodyPr/>
          <a:p>
            <a:r>
              <a:rPr lang="zh-CN" altLang="en-US">
                <a:sym typeface="+mn-ea"/>
              </a:rPr>
              <a:t>声音的</a:t>
            </a:r>
            <a:r>
              <a:rPr lang="zh-CN" altLang="en-US">
                <a:solidFill>
                  <a:srgbClr val="8C64E1"/>
                </a:solidFill>
                <a:sym typeface="+mn-ea"/>
              </a:rPr>
              <a:t>数字化</a:t>
            </a:r>
            <a:endParaRPr lang="zh-CN" altLang="en-US">
              <a:solidFill>
                <a:srgbClr val="8C64E1"/>
              </a:solidFill>
              <a:sym typeface="+mn-ea"/>
            </a:endParaRPr>
          </a:p>
        </p:txBody>
      </p:sp>
      <p:sp>
        <p:nvSpPr>
          <p:cNvPr id="5" name="Subtitle 4"/>
          <p:cNvSpPr>
            <a:spLocks noGrp="1"/>
          </p:cNvSpPr>
          <p:nvPr>
            <p:ph type="subTitle" idx="1"/>
            <p:custDataLst>
              <p:tags r:id="rId2"/>
            </p:custDataLst>
          </p:nvPr>
        </p:nvSpPr>
        <p:spPr/>
        <p:txBody>
          <a:bodyPr>
            <a:normAutofit lnSpcReduction="20000"/>
          </a:bodyPr>
          <a:p>
            <a:r>
              <a:rPr lang="en-US">
                <a:solidFill>
                  <a:schemeClr val="bg2">
                    <a:lumMod val="50000"/>
                  </a:schemeClr>
                </a:solidFill>
                <a:sym typeface="+mn-ea"/>
              </a:rPr>
              <a:t>&lt;insights&gt;</a:t>
            </a:r>
            <a:endParaRPr lang="en-US">
              <a:solidFill>
                <a:schemeClr val="bg2">
                  <a:lumMod val="50000"/>
                </a:schemeClr>
              </a:solidFill>
              <a:sym typeface="+mn-ea"/>
            </a:endParaRPr>
          </a:p>
        </p:txBody>
      </p:sp>
      <p:pic>
        <p:nvPicPr>
          <p:cNvPr id="19" name="Picture 18" descr="logo-yjzx-school"/>
          <p:cNvPicPr>
            <a:picLocks noChangeAspect="1"/>
          </p:cNvPicPr>
          <p:nvPr userDrawn="1"/>
        </p:nvPicPr>
        <p:blipFill>
          <a:blip r:embed="rId3">
            <a:alphaModFix amt="80000"/>
          </a:blip>
          <a:srcRect l="6573" t="8870" r="6154" b="6907"/>
          <a:stretch>
            <a:fillRect/>
          </a:stretch>
        </p:blipFill>
        <p:spPr>
          <a:xfrm>
            <a:off x="309880" y="523240"/>
            <a:ext cx="889000" cy="884555"/>
          </a:xfrm>
          <a:prstGeom prst="rect">
            <a:avLst/>
          </a:prstGeom>
        </p:spPr>
      </p:pic>
    </p:spTree>
    <p:custDataLst>
      <p:tags r:id="rId4"/>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cxnSp>
        <p:nvCxnSpPr>
          <p:cNvPr id="57" name="Straight Connector 56"/>
          <p:cNvCxnSpPr/>
          <p:nvPr/>
        </p:nvCxnSpPr>
        <p:spPr>
          <a:xfrm>
            <a:off x="152527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sp>
        <p:nvSpPr>
          <p:cNvPr id="4" name="Text Box 3"/>
          <p:cNvSpPr txBox="1"/>
          <p:nvPr/>
        </p:nvSpPr>
        <p:spPr>
          <a:xfrm>
            <a:off x="61658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6" name="Freeform 5"/>
          <p:cNvSpPr/>
          <p:nvPr/>
        </p:nvSpPr>
        <p:spPr>
          <a:xfrm>
            <a:off x="1740535" y="2938780"/>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grpSp>
        <p:nvGrpSpPr>
          <p:cNvPr id="12" name="Group 11"/>
          <p:cNvGrpSpPr/>
          <p:nvPr/>
        </p:nvGrpSpPr>
        <p:grpSpPr>
          <a:xfrm>
            <a:off x="6976110" y="3011805"/>
            <a:ext cx="2621280" cy="1706880"/>
            <a:chOff x="10986" y="4743"/>
            <a:chExt cx="4128" cy="2688"/>
          </a:xfrm>
        </p:grpSpPr>
        <p:pic>
          <p:nvPicPr>
            <p:cNvPr id="8" name="Picture 7" descr="计算机水平"/>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2426" y="4743"/>
              <a:ext cx="2688" cy="2688"/>
            </a:xfrm>
            <a:prstGeom prst="rect">
              <a:avLst/>
            </a:prstGeom>
          </p:spPr>
        </p:pic>
        <p:pic>
          <p:nvPicPr>
            <p:cNvPr id="9" name="Picture 8" descr="手机"/>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10986" y="5796"/>
              <a:ext cx="1440" cy="1440"/>
            </a:xfrm>
            <a:prstGeom prst="rect">
              <a:avLst/>
            </a:prstGeom>
          </p:spPr>
        </p:pic>
        <p:pic>
          <p:nvPicPr>
            <p:cNvPr id="10" name="Picture 9" descr="声音"/>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tretch>
              <a:fillRect/>
            </a:stretch>
          </p:blipFill>
          <p:spPr>
            <a:xfrm>
              <a:off x="11544" y="6354"/>
              <a:ext cx="325" cy="325"/>
            </a:xfrm>
            <a:prstGeom prst="rect">
              <a:avLst/>
            </a:prstGeom>
          </p:spPr>
        </p:pic>
        <p:pic>
          <p:nvPicPr>
            <p:cNvPr id="11" name="Picture 10" descr="声音"/>
            <p:cNvPicPr>
              <a:picLocks noChangeAspect="1"/>
            </p:cNvPicPr>
            <p:nvPr>
              <p:custDataLst>
                <p:tags r:id="rId11"/>
              </p:custDataLst>
            </p:nvPr>
          </p:nvPicPr>
          <p:blipFill>
            <a:blip r:embed="rId9">
              <a:extLst>
                <a:ext uri="{96DAC541-7B7A-43D3-8B79-37D633B846F1}">
                  <asvg:svgBlip xmlns:asvg="http://schemas.microsoft.com/office/drawing/2016/SVG/main" r:embed="rId10"/>
                </a:ext>
              </a:extLst>
            </a:blip>
            <a:stretch>
              <a:fillRect/>
            </a:stretch>
          </p:blipFill>
          <p:spPr>
            <a:xfrm>
              <a:off x="13608" y="5556"/>
              <a:ext cx="325" cy="325"/>
            </a:xfrm>
            <a:prstGeom prst="rect">
              <a:avLst/>
            </a:prstGeom>
          </p:spPr>
        </p:pic>
      </p:grpSp>
      <p:sp>
        <p:nvSpPr>
          <p:cNvPr id="65" name="Right Arrow 64"/>
          <p:cNvSpPr/>
          <p:nvPr/>
        </p:nvSpPr>
        <p:spPr>
          <a:xfrm>
            <a:off x="5157470" y="3528060"/>
            <a:ext cx="1067435" cy="75565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Text Box 13"/>
          <p:cNvSpPr txBox="1"/>
          <p:nvPr/>
        </p:nvSpPr>
        <p:spPr>
          <a:xfrm>
            <a:off x="691515" y="1313815"/>
            <a:ext cx="2547620"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Sampling</a:t>
            </a:r>
            <a:endParaRPr lang="en-US" altLang="zh-CN" sz="2200">
              <a:latin typeface="Alibaba PuHuiTi 3.0 55 Regular" panose="00020600040101010101" charset="-122"/>
              <a:ea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flipH="1">
            <a:off x="152400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25" name="Text Box 24"/>
          <p:cNvSpPr txBox="1"/>
          <p:nvPr/>
        </p:nvSpPr>
        <p:spPr>
          <a:xfrm>
            <a:off x="438848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26" name="Text Box 25"/>
          <p:cNvSpPr txBox="1"/>
          <p:nvPr/>
        </p:nvSpPr>
        <p:spPr>
          <a:xfrm>
            <a:off x="168211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Tree>
    <p:custDataLst>
      <p:tags r:id="rId1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14" grpId="0"/>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6" name="Group 25"/>
          <p:cNvGrpSpPr/>
          <p:nvPr/>
        </p:nvGrpSpPr>
        <p:grpSpPr>
          <a:xfrm>
            <a:off x="1851660" y="4180840"/>
            <a:ext cx="96520" cy="812800"/>
            <a:chOff x="2916" y="6584"/>
            <a:chExt cx="152" cy="1280"/>
          </a:xfrm>
        </p:grpSpPr>
        <p:sp>
          <p:nvSpPr>
            <p:cNvPr id="69" name="Oval 68"/>
            <p:cNvSpPr/>
            <p:nvPr/>
          </p:nvSpPr>
          <p:spPr>
            <a:xfrm>
              <a:off x="2916" y="658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71" name="Straight Connector 70"/>
            <p:cNvCxnSpPr/>
            <p:nvPr/>
          </p:nvCxnSpPr>
          <p:spPr>
            <a:xfrm>
              <a:off x="2992" y="6700"/>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grpSp>
      <p:cxnSp>
        <p:nvCxnSpPr>
          <p:cNvPr id="29" name="Straight Connector 28"/>
          <p:cNvCxnSpPr/>
          <p:nvPr/>
        </p:nvCxnSpPr>
        <p:spPr>
          <a:xfrm>
            <a:off x="2461895" y="2935605"/>
            <a:ext cx="0" cy="200787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2" name="Straight Connector 31"/>
          <p:cNvCxnSpPr>
            <a:stCxn id="31" idx="4"/>
          </p:cNvCxnSpPr>
          <p:nvPr/>
        </p:nvCxnSpPr>
        <p:spPr>
          <a:xfrm>
            <a:off x="3023870" y="3432175"/>
            <a:ext cx="0" cy="151955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p:nvPr/>
        </p:nvCxnSpPr>
        <p:spPr>
          <a:xfrm>
            <a:off x="3585845" y="4324350"/>
            <a:ext cx="0" cy="67056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a:stCxn id="37" idx="4"/>
          </p:cNvCxnSpPr>
          <p:nvPr/>
        </p:nvCxnSpPr>
        <p:spPr>
          <a:xfrm>
            <a:off x="4147820" y="4163695"/>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cxnSp>
        <p:nvCxnSpPr>
          <p:cNvPr id="57" name="Straight Connector 56"/>
          <p:cNvCxnSpPr/>
          <p:nvPr/>
        </p:nvCxnSpPr>
        <p:spPr>
          <a:xfrm>
            <a:off x="152527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flipH="1">
            <a:off x="152400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 name="Text Box 3"/>
          <p:cNvSpPr txBox="1"/>
          <p:nvPr/>
        </p:nvSpPr>
        <p:spPr>
          <a:xfrm>
            <a:off x="61658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5" name="Text Box 4"/>
          <p:cNvSpPr txBox="1"/>
          <p:nvPr/>
        </p:nvSpPr>
        <p:spPr>
          <a:xfrm>
            <a:off x="438848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6" name="Freeform 5"/>
          <p:cNvSpPr/>
          <p:nvPr/>
        </p:nvSpPr>
        <p:spPr>
          <a:xfrm>
            <a:off x="1740535" y="2938780"/>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7" name="Text Box 6"/>
          <p:cNvSpPr txBox="1"/>
          <p:nvPr/>
        </p:nvSpPr>
        <p:spPr>
          <a:xfrm>
            <a:off x="168211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Sampling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 name="Text Box 2"/>
          <p:cNvSpPr txBox="1"/>
          <p:nvPr/>
        </p:nvSpPr>
        <p:spPr>
          <a:xfrm>
            <a:off x="5276215" y="3249930"/>
            <a:ext cx="4640580" cy="429895"/>
          </a:xfrm>
          <a:prstGeom prst="rect">
            <a:avLst/>
          </a:prstGeom>
          <a:noFill/>
        </p:spPr>
        <p:txBody>
          <a:bodyPr wrap="square" rtlCol="0">
            <a:noAutofit/>
          </a:bodyPr>
          <a:p>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秒内测多少次声音模拟的值</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23" name="Text Box 22"/>
          <p:cNvSpPr txBox="1"/>
          <p:nvPr/>
        </p:nvSpPr>
        <p:spPr>
          <a:xfrm>
            <a:off x="1731010" y="37839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28" name="Oval 27"/>
          <p:cNvSpPr/>
          <p:nvPr/>
        </p:nvSpPr>
        <p:spPr>
          <a:xfrm>
            <a:off x="2413635" y="28860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2975610" y="33356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3537585" y="42500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4099560" y="40671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Text Box 38"/>
          <p:cNvSpPr txBox="1"/>
          <p:nvPr/>
        </p:nvSpPr>
        <p:spPr>
          <a:xfrm>
            <a:off x="2342515" y="25622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0" name="Text Box 39"/>
          <p:cNvSpPr txBox="1"/>
          <p:nvPr/>
        </p:nvSpPr>
        <p:spPr>
          <a:xfrm>
            <a:off x="2901315" y="29768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1" name="Text Box 40"/>
          <p:cNvSpPr txBox="1"/>
          <p:nvPr/>
        </p:nvSpPr>
        <p:spPr>
          <a:xfrm>
            <a:off x="3442970" y="39674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2" name="Text Box 41"/>
          <p:cNvSpPr txBox="1"/>
          <p:nvPr/>
        </p:nvSpPr>
        <p:spPr>
          <a:xfrm>
            <a:off x="3957955" y="36798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43" name="Straight Connector 42"/>
          <p:cNvCxnSpPr>
            <a:endCxn id="28" idx="3"/>
          </p:cNvCxnSpPr>
          <p:nvPr/>
        </p:nvCxnSpPr>
        <p:spPr>
          <a:xfrm flipV="1">
            <a:off x="1899920" y="2968625"/>
            <a:ext cx="527685" cy="12509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4" name="Straight Connector 43"/>
          <p:cNvCxnSpPr/>
          <p:nvPr/>
        </p:nvCxnSpPr>
        <p:spPr>
          <a:xfrm flipH="1" flipV="1">
            <a:off x="2478405" y="2959100"/>
            <a:ext cx="531495" cy="40513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6" name="Straight Connector 45"/>
          <p:cNvCxnSpPr>
            <a:stCxn id="34" idx="5"/>
          </p:cNvCxnSpPr>
          <p:nvPr/>
        </p:nvCxnSpPr>
        <p:spPr>
          <a:xfrm flipH="1" flipV="1">
            <a:off x="3023870" y="3378835"/>
            <a:ext cx="596265" cy="95377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7" name="Straight Connector 46"/>
          <p:cNvCxnSpPr>
            <a:stCxn id="37" idx="3"/>
          </p:cNvCxnSpPr>
          <p:nvPr/>
        </p:nvCxnSpPr>
        <p:spPr>
          <a:xfrm flipH="1">
            <a:off x="3565525" y="4149725"/>
            <a:ext cx="548005" cy="1352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49" name="Text Box 48"/>
          <p:cNvSpPr txBox="1"/>
          <p:nvPr/>
        </p:nvSpPr>
        <p:spPr>
          <a:xfrm>
            <a:off x="6223635" y="3972560"/>
            <a:ext cx="2968625" cy="429895"/>
          </a:xfrm>
          <a:prstGeom prst="rect">
            <a:avLst/>
          </a:prstGeom>
          <a:noFill/>
        </p:spPr>
        <p:txBody>
          <a:bodyPr wrap="square" rtlCol="0">
            <a:noAutofit/>
          </a:bodyPr>
          <a:p>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确定用</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多少个采样点</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表示连续变化的波形</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50" name="Text Box 49"/>
          <p:cNvSpPr txBox="1"/>
          <p:nvPr/>
        </p:nvSpPr>
        <p:spPr>
          <a:xfrm>
            <a:off x="5276215" y="3938905"/>
            <a:ext cx="1019175" cy="429895"/>
          </a:xfrm>
          <a:prstGeom prst="rect">
            <a:avLst/>
          </a:prstGeom>
          <a:noFill/>
        </p:spPr>
        <p:txBody>
          <a:bodyPr wrap="square" rtlCol="0">
            <a:noAutofit/>
          </a:bodyPr>
          <a:p>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a:t>
            </a:r>
            <a:r>
              <a:rPr lang="en-US" sz="2200" b="1">
                <a:latin typeface="Alibaba PuHuiTi 3.0 85 Bold" panose="00020600040101010101" charset="-122"/>
                <a:ea typeface="Alibaba PuHuiTi 3.0 85 Bold" panose="00020600040101010101" charset="-122"/>
                <a:cs typeface="Alibaba PuHuiTi 3.0 85 Bold" panose="00020600040101010101" charset="-122"/>
              </a:rPr>
              <a:t>=</a:t>
            </a:r>
            <a:endParaRPr lang="en-US" sz="2200" b="1">
              <a:latin typeface="Alibaba PuHuiTi 3.0 85 Bold" panose="00020600040101010101" charset="-122"/>
              <a:ea typeface="Alibaba PuHuiTi 3.0 85 Bold" panose="00020600040101010101" charset="-122"/>
              <a:cs typeface="Alibaba PuHuiTi 3.0 85 Bold" panose="00020600040101010101" charset="-122"/>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4"/>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6"/>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1" grpId="0" animBg="1"/>
      <p:bldP spid="34" grpId="0" animBg="1"/>
      <p:bldP spid="37" grpId="0" animBg="1"/>
      <p:bldP spid="23" grpId="0"/>
      <p:bldP spid="39" grpId="0"/>
      <p:bldP spid="40" grpId="0"/>
      <p:bldP spid="41" grpId="0"/>
      <p:bldP spid="42" grpId="0"/>
      <p:bldP spid="49" grpId="0"/>
      <p:bldP spid="5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6" name="Group 25"/>
          <p:cNvGrpSpPr/>
          <p:nvPr/>
        </p:nvGrpSpPr>
        <p:grpSpPr>
          <a:xfrm>
            <a:off x="1851660" y="4180840"/>
            <a:ext cx="96520" cy="812800"/>
            <a:chOff x="2916" y="6584"/>
            <a:chExt cx="152" cy="1280"/>
          </a:xfrm>
        </p:grpSpPr>
        <p:sp>
          <p:nvSpPr>
            <p:cNvPr id="69" name="Oval 68"/>
            <p:cNvSpPr/>
            <p:nvPr/>
          </p:nvSpPr>
          <p:spPr>
            <a:xfrm>
              <a:off x="2916" y="658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71" name="Straight Connector 70"/>
            <p:cNvCxnSpPr/>
            <p:nvPr/>
          </p:nvCxnSpPr>
          <p:spPr>
            <a:xfrm>
              <a:off x="2992" y="6700"/>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grpSp>
      <p:cxnSp>
        <p:nvCxnSpPr>
          <p:cNvPr id="29" name="Straight Connector 28"/>
          <p:cNvCxnSpPr/>
          <p:nvPr/>
        </p:nvCxnSpPr>
        <p:spPr>
          <a:xfrm>
            <a:off x="2461895" y="2935605"/>
            <a:ext cx="0" cy="200787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2" name="Straight Connector 31"/>
          <p:cNvCxnSpPr>
            <a:stCxn id="31" idx="4"/>
          </p:cNvCxnSpPr>
          <p:nvPr/>
        </p:nvCxnSpPr>
        <p:spPr>
          <a:xfrm>
            <a:off x="3023870" y="3432175"/>
            <a:ext cx="0" cy="151955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p:nvPr/>
        </p:nvCxnSpPr>
        <p:spPr>
          <a:xfrm>
            <a:off x="3585845" y="4324350"/>
            <a:ext cx="0" cy="67056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a:stCxn id="37" idx="4"/>
          </p:cNvCxnSpPr>
          <p:nvPr/>
        </p:nvCxnSpPr>
        <p:spPr>
          <a:xfrm>
            <a:off x="4147820" y="4163695"/>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cxnSp>
        <p:nvCxnSpPr>
          <p:cNvPr id="57" name="Straight Connector 56"/>
          <p:cNvCxnSpPr/>
          <p:nvPr/>
        </p:nvCxnSpPr>
        <p:spPr>
          <a:xfrm>
            <a:off x="152527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flipH="1">
            <a:off x="152400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 name="Text Box 3"/>
          <p:cNvSpPr txBox="1"/>
          <p:nvPr/>
        </p:nvSpPr>
        <p:spPr>
          <a:xfrm>
            <a:off x="61658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5" name="Text Box 4"/>
          <p:cNvSpPr txBox="1"/>
          <p:nvPr/>
        </p:nvSpPr>
        <p:spPr>
          <a:xfrm>
            <a:off x="438848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6" name="Freeform 5"/>
          <p:cNvSpPr/>
          <p:nvPr/>
        </p:nvSpPr>
        <p:spPr>
          <a:xfrm>
            <a:off x="1740535" y="2938780"/>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7" name="Text Box 6"/>
          <p:cNvSpPr txBox="1"/>
          <p:nvPr/>
        </p:nvSpPr>
        <p:spPr>
          <a:xfrm>
            <a:off x="168211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Sampling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 name="Text Box 2"/>
          <p:cNvSpPr txBox="1"/>
          <p:nvPr/>
        </p:nvSpPr>
        <p:spPr>
          <a:xfrm>
            <a:off x="5276215" y="3249930"/>
            <a:ext cx="1002665" cy="429895"/>
          </a:xfrm>
          <a:prstGeom prst="rect">
            <a:avLst/>
          </a:prstGeom>
          <a:noFill/>
        </p:spPr>
        <p:txBody>
          <a:bodyPr wrap="square" rtlCol="0">
            <a:noAutofit/>
          </a:bodyPr>
          <a:p>
            <a:pPr algn="l"/>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23" name="Text Box 22"/>
          <p:cNvSpPr txBox="1"/>
          <p:nvPr/>
        </p:nvSpPr>
        <p:spPr>
          <a:xfrm>
            <a:off x="1731010" y="37839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28" name="Oval 27"/>
          <p:cNvSpPr/>
          <p:nvPr/>
        </p:nvSpPr>
        <p:spPr>
          <a:xfrm>
            <a:off x="2413635" y="28860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2975610" y="33356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3537585" y="42500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4099560" y="40671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Text Box 38"/>
          <p:cNvSpPr txBox="1"/>
          <p:nvPr/>
        </p:nvSpPr>
        <p:spPr>
          <a:xfrm>
            <a:off x="2342515" y="25622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0" name="Text Box 39"/>
          <p:cNvSpPr txBox="1"/>
          <p:nvPr/>
        </p:nvSpPr>
        <p:spPr>
          <a:xfrm>
            <a:off x="2901315" y="29768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1" name="Text Box 40"/>
          <p:cNvSpPr txBox="1"/>
          <p:nvPr/>
        </p:nvSpPr>
        <p:spPr>
          <a:xfrm>
            <a:off x="3442970" y="39674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2" name="Text Box 41"/>
          <p:cNvSpPr txBox="1"/>
          <p:nvPr/>
        </p:nvSpPr>
        <p:spPr>
          <a:xfrm>
            <a:off x="3957955" y="36798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43" name="Straight Connector 42"/>
          <p:cNvCxnSpPr>
            <a:endCxn id="28" idx="3"/>
          </p:cNvCxnSpPr>
          <p:nvPr/>
        </p:nvCxnSpPr>
        <p:spPr>
          <a:xfrm flipV="1">
            <a:off x="1899920" y="2968625"/>
            <a:ext cx="527685" cy="12509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4" name="Straight Connector 43"/>
          <p:cNvCxnSpPr/>
          <p:nvPr/>
        </p:nvCxnSpPr>
        <p:spPr>
          <a:xfrm flipH="1" flipV="1">
            <a:off x="2478405" y="2959100"/>
            <a:ext cx="531495" cy="40513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6" name="Straight Connector 45"/>
          <p:cNvCxnSpPr>
            <a:stCxn id="34" idx="5"/>
          </p:cNvCxnSpPr>
          <p:nvPr/>
        </p:nvCxnSpPr>
        <p:spPr>
          <a:xfrm flipH="1" flipV="1">
            <a:off x="3023870" y="3378835"/>
            <a:ext cx="596265" cy="95377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7" name="Straight Connector 46"/>
          <p:cNvCxnSpPr>
            <a:stCxn id="37" idx="3"/>
          </p:cNvCxnSpPr>
          <p:nvPr/>
        </p:nvCxnSpPr>
        <p:spPr>
          <a:xfrm flipH="1">
            <a:off x="3565525" y="4149725"/>
            <a:ext cx="548005" cy="1352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8" name="Text Box 7"/>
          <p:cNvSpPr txBox="1"/>
          <p:nvPr/>
        </p:nvSpPr>
        <p:spPr>
          <a:xfrm>
            <a:off x="6133465" y="3097530"/>
            <a:ext cx="2868930" cy="429895"/>
          </a:xfrm>
          <a:prstGeom prst="rect">
            <a:avLst/>
          </a:prstGeom>
          <a:noFill/>
        </p:spPr>
        <p:txBody>
          <a:bodyPr wrap="square" rtlCol="0">
            <a:noAutofit/>
          </a:bodyPr>
          <a:p>
            <a:pPr>
              <a:lnSpc>
                <a:spcPct val="150000"/>
              </a:lnSpc>
            </a:pP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采样点越多还是越少</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声音的质量越好</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9" name="Picture 8"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5422900" y="3659505"/>
            <a:ext cx="456565" cy="456565"/>
          </a:xfrm>
          <a:prstGeom prst="rect">
            <a:avLst/>
          </a:prstGeom>
        </p:spPr>
      </p:pic>
    </p:spTree>
    <p:custDataLst>
      <p:tags r:id="rId5"/>
    </p:custData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6" name="Group 25"/>
          <p:cNvGrpSpPr/>
          <p:nvPr/>
        </p:nvGrpSpPr>
        <p:grpSpPr>
          <a:xfrm>
            <a:off x="1851660" y="4180840"/>
            <a:ext cx="96520" cy="812800"/>
            <a:chOff x="2916" y="6584"/>
            <a:chExt cx="152" cy="1280"/>
          </a:xfrm>
        </p:grpSpPr>
        <p:sp>
          <p:nvSpPr>
            <p:cNvPr id="69" name="Oval 68"/>
            <p:cNvSpPr/>
            <p:nvPr/>
          </p:nvSpPr>
          <p:spPr>
            <a:xfrm>
              <a:off x="2916" y="658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71" name="Straight Connector 70"/>
            <p:cNvCxnSpPr/>
            <p:nvPr/>
          </p:nvCxnSpPr>
          <p:spPr>
            <a:xfrm>
              <a:off x="2992" y="6700"/>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grpSp>
      <p:cxnSp>
        <p:nvCxnSpPr>
          <p:cNvPr id="29" name="Straight Connector 28"/>
          <p:cNvCxnSpPr/>
          <p:nvPr/>
        </p:nvCxnSpPr>
        <p:spPr>
          <a:xfrm>
            <a:off x="2461895" y="2935605"/>
            <a:ext cx="0" cy="200787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2" name="Straight Connector 31"/>
          <p:cNvCxnSpPr>
            <a:stCxn id="31" idx="4"/>
          </p:cNvCxnSpPr>
          <p:nvPr/>
        </p:nvCxnSpPr>
        <p:spPr>
          <a:xfrm>
            <a:off x="3023870" y="3432175"/>
            <a:ext cx="0" cy="151955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p:nvPr/>
        </p:nvCxnSpPr>
        <p:spPr>
          <a:xfrm>
            <a:off x="3585845" y="4324350"/>
            <a:ext cx="0" cy="67056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a:stCxn id="37" idx="4"/>
          </p:cNvCxnSpPr>
          <p:nvPr/>
        </p:nvCxnSpPr>
        <p:spPr>
          <a:xfrm>
            <a:off x="4147820" y="4163695"/>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cxnSp>
        <p:nvCxnSpPr>
          <p:cNvPr id="57" name="Straight Connector 56"/>
          <p:cNvCxnSpPr/>
          <p:nvPr/>
        </p:nvCxnSpPr>
        <p:spPr>
          <a:xfrm>
            <a:off x="152527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flipH="1">
            <a:off x="152400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 name="Text Box 3"/>
          <p:cNvSpPr txBox="1"/>
          <p:nvPr/>
        </p:nvSpPr>
        <p:spPr>
          <a:xfrm>
            <a:off x="61658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5" name="Text Box 4"/>
          <p:cNvSpPr txBox="1"/>
          <p:nvPr/>
        </p:nvSpPr>
        <p:spPr>
          <a:xfrm>
            <a:off x="438848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6" name="Freeform 5"/>
          <p:cNvSpPr/>
          <p:nvPr/>
        </p:nvSpPr>
        <p:spPr>
          <a:xfrm>
            <a:off x="1740535" y="2938780"/>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7" name="Text Box 6"/>
          <p:cNvSpPr txBox="1"/>
          <p:nvPr/>
        </p:nvSpPr>
        <p:spPr>
          <a:xfrm>
            <a:off x="168211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Sampling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 name="Text Box 2"/>
          <p:cNvSpPr txBox="1"/>
          <p:nvPr/>
        </p:nvSpPr>
        <p:spPr>
          <a:xfrm>
            <a:off x="5276215" y="3249930"/>
            <a:ext cx="1002665" cy="429895"/>
          </a:xfrm>
          <a:prstGeom prst="rect">
            <a:avLst/>
          </a:prstGeom>
          <a:noFill/>
        </p:spPr>
        <p:txBody>
          <a:bodyPr wrap="square" rtlCol="0">
            <a:noAutofit/>
          </a:bodyPr>
          <a:p>
            <a:pPr algn="l"/>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23" name="Text Box 22"/>
          <p:cNvSpPr txBox="1"/>
          <p:nvPr/>
        </p:nvSpPr>
        <p:spPr>
          <a:xfrm>
            <a:off x="1731010" y="37839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28" name="Oval 27"/>
          <p:cNvSpPr/>
          <p:nvPr/>
        </p:nvSpPr>
        <p:spPr>
          <a:xfrm>
            <a:off x="2413635" y="28860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2975610" y="33356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3537585" y="42500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4099560" y="40671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Text Box 38"/>
          <p:cNvSpPr txBox="1"/>
          <p:nvPr/>
        </p:nvSpPr>
        <p:spPr>
          <a:xfrm>
            <a:off x="2342515" y="25622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0" name="Text Box 39"/>
          <p:cNvSpPr txBox="1"/>
          <p:nvPr/>
        </p:nvSpPr>
        <p:spPr>
          <a:xfrm>
            <a:off x="2901315" y="29768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1" name="Text Box 40"/>
          <p:cNvSpPr txBox="1"/>
          <p:nvPr/>
        </p:nvSpPr>
        <p:spPr>
          <a:xfrm>
            <a:off x="3442970" y="39674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2" name="Text Box 41"/>
          <p:cNvSpPr txBox="1"/>
          <p:nvPr/>
        </p:nvSpPr>
        <p:spPr>
          <a:xfrm>
            <a:off x="3957955" y="36798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43" name="Straight Connector 42"/>
          <p:cNvCxnSpPr>
            <a:endCxn id="28" idx="3"/>
          </p:cNvCxnSpPr>
          <p:nvPr/>
        </p:nvCxnSpPr>
        <p:spPr>
          <a:xfrm flipV="1">
            <a:off x="1899920" y="2968625"/>
            <a:ext cx="527685" cy="12509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4" name="Straight Connector 43"/>
          <p:cNvCxnSpPr/>
          <p:nvPr/>
        </p:nvCxnSpPr>
        <p:spPr>
          <a:xfrm flipH="1" flipV="1">
            <a:off x="2478405" y="2959100"/>
            <a:ext cx="531495" cy="40513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6" name="Straight Connector 45"/>
          <p:cNvCxnSpPr>
            <a:stCxn id="34" idx="5"/>
          </p:cNvCxnSpPr>
          <p:nvPr/>
        </p:nvCxnSpPr>
        <p:spPr>
          <a:xfrm flipH="1" flipV="1">
            <a:off x="3023870" y="3378835"/>
            <a:ext cx="596265" cy="95377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7" name="Straight Connector 46"/>
          <p:cNvCxnSpPr>
            <a:stCxn id="37" idx="3"/>
          </p:cNvCxnSpPr>
          <p:nvPr/>
        </p:nvCxnSpPr>
        <p:spPr>
          <a:xfrm flipH="1">
            <a:off x="3565525" y="4149725"/>
            <a:ext cx="548005" cy="1352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8" name="Text Box 7"/>
          <p:cNvSpPr txBox="1"/>
          <p:nvPr/>
        </p:nvSpPr>
        <p:spPr>
          <a:xfrm>
            <a:off x="6133465" y="3097530"/>
            <a:ext cx="3038475" cy="1083310"/>
          </a:xfrm>
          <a:prstGeom prst="rect">
            <a:avLst/>
          </a:prstGeom>
          <a:noFill/>
        </p:spPr>
        <p:txBody>
          <a:bodyPr wrap="square" rtlCol="0">
            <a:noAutofit/>
          </a:bodyPr>
          <a:p>
            <a:pPr>
              <a:lnSpc>
                <a:spcPct val="150000"/>
              </a:lnSpc>
            </a:pP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采样点越多还是越少</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声音的质量越好</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采样点越多</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效果越好</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9" name="Picture 8"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5422900" y="3659505"/>
            <a:ext cx="456565" cy="456565"/>
          </a:xfrm>
          <a:prstGeom prst="rect">
            <a:avLst/>
          </a:prstGeom>
        </p:spPr>
      </p:pic>
      <p:sp>
        <p:nvSpPr>
          <p:cNvPr id="11" name="Text Box 10"/>
          <p:cNvSpPr txBox="1"/>
          <p:nvPr/>
        </p:nvSpPr>
        <p:spPr>
          <a:xfrm>
            <a:off x="6172200" y="2520950"/>
            <a:ext cx="4064000" cy="914400"/>
          </a:xfrm>
          <a:prstGeom prst="rect">
            <a:avLst/>
          </a:prstGeom>
          <a:noFill/>
        </p:spPr>
        <p:txBody>
          <a:bodyPr wrap="square" rtlCol="0">
            <a:noAutofit/>
          </a:bodyPr>
          <a:p>
            <a:endParaRPr lang="en-US"/>
          </a:p>
        </p:txBody>
      </p:sp>
    </p:spTree>
    <p:custDataLst>
      <p:tags r:id="rId5"/>
    </p:custData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6" name="Group 25"/>
          <p:cNvGrpSpPr/>
          <p:nvPr/>
        </p:nvGrpSpPr>
        <p:grpSpPr>
          <a:xfrm>
            <a:off x="1851660" y="4180840"/>
            <a:ext cx="96520" cy="812800"/>
            <a:chOff x="2916" y="6584"/>
            <a:chExt cx="152" cy="1280"/>
          </a:xfrm>
        </p:grpSpPr>
        <p:sp>
          <p:nvSpPr>
            <p:cNvPr id="69" name="Oval 68"/>
            <p:cNvSpPr/>
            <p:nvPr/>
          </p:nvSpPr>
          <p:spPr>
            <a:xfrm>
              <a:off x="2916" y="658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71" name="Straight Connector 70"/>
            <p:cNvCxnSpPr/>
            <p:nvPr/>
          </p:nvCxnSpPr>
          <p:spPr>
            <a:xfrm>
              <a:off x="2992" y="6700"/>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grpSp>
      <p:cxnSp>
        <p:nvCxnSpPr>
          <p:cNvPr id="29" name="Straight Connector 28"/>
          <p:cNvCxnSpPr/>
          <p:nvPr/>
        </p:nvCxnSpPr>
        <p:spPr>
          <a:xfrm>
            <a:off x="2461895" y="2935605"/>
            <a:ext cx="0" cy="200787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2" name="Straight Connector 31"/>
          <p:cNvCxnSpPr>
            <a:stCxn id="31" idx="4"/>
          </p:cNvCxnSpPr>
          <p:nvPr/>
        </p:nvCxnSpPr>
        <p:spPr>
          <a:xfrm>
            <a:off x="3023870" y="3432175"/>
            <a:ext cx="0" cy="151955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p:nvPr/>
        </p:nvCxnSpPr>
        <p:spPr>
          <a:xfrm>
            <a:off x="3585845" y="4324350"/>
            <a:ext cx="0" cy="67056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a:stCxn id="37" idx="4"/>
          </p:cNvCxnSpPr>
          <p:nvPr/>
        </p:nvCxnSpPr>
        <p:spPr>
          <a:xfrm>
            <a:off x="4147820" y="4163695"/>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cxnSp>
        <p:nvCxnSpPr>
          <p:cNvPr id="57" name="Straight Connector 56"/>
          <p:cNvCxnSpPr/>
          <p:nvPr/>
        </p:nvCxnSpPr>
        <p:spPr>
          <a:xfrm>
            <a:off x="152527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flipH="1">
            <a:off x="152400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 name="Text Box 3"/>
          <p:cNvSpPr txBox="1"/>
          <p:nvPr/>
        </p:nvSpPr>
        <p:spPr>
          <a:xfrm>
            <a:off x="61658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5" name="Text Box 4"/>
          <p:cNvSpPr txBox="1"/>
          <p:nvPr/>
        </p:nvSpPr>
        <p:spPr>
          <a:xfrm>
            <a:off x="438848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6" name="Freeform 5"/>
          <p:cNvSpPr/>
          <p:nvPr/>
        </p:nvSpPr>
        <p:spPr>
          <a:xfrm>
            <a:off x="1740535" y="2938780"/>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7" name="Text Box 6"/>
          <p:cNvSpPr txBox="1"/>
          <p:nvPr/>
        </p:nvSpPr>
        <p:spPr>
          <a:xfrm>
            <a:off x="168211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Sampling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23" name="Text Box 22"/>
          <p:cNvSpPr txBox="1"/>
          <p:nvPr/>
        </p:nvSpPr>
        <p:spPr>
          <a:xfrm>
            <a:off x="1731010" y="37839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28" name="Oval 27"/>
          <p:cNvSpPr/>
          <p:nvPr/>
        </p:nvSpPr>
        <p:spPr>
          <a:xfrm>
            <a:off x="2413635" y="28860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2975610" y="33356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3537585" y="42500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4099560" y="40671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Text Box 38"/>
          <p:cNvSpPr txBox="1"/>
          <p:nvPr/>
        </p:nvSpPr>
        <p:spPr>
          <a:xfrm>
            <a:off x="2342515" y="25622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0" name="Text Box 39"/>
          <p:cNvSpPr txBox="1"/>
          <p:nvPr/>
        </p:nvSpPr>
        <p:spPr>
          <a:xfrm>
            <a:off x="2901315" y="29768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1" name="Text Box 40"/>
          <p:cNvSpPr txBox="1"/>
          <p:nvPr/>
        </p:nvSpPr>
        <p:spPr>
          <a:xfrm>
            <a:off x="3442970" y="39674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2" name="Text Box 41"/>
          <p:cNvSpPr txBox="1"/>
          <p:nvPr/>
        </p:nvSpPr>
        <p:spPr>
          <a:xfrm>
            <a:off x="3957955" y="36798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43" name="Straight Connector 42"/>
          <p:cNvCxnSpPr>
            <a:endCxn id="28" idx="3"/>
          </p:cNvCxnSpPr>
          <p:nvPr/>
        </p:nvCxnSpPr>
        <p:spPr>
          <a:xfrm flipV="1">
            <a:off x="1899920" y="2968625"/>
            <a:ext cx="527685" cy="12509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4" name="Straight Connector 43"/>
          <p:cNvCxnSpPr/>
          <p:nvPr/>
        </p:nvCxnSpPr>
        <p:spPr>
          <a:xfrm flipH="1" flipV="1">
            <a:off x="2478405" y="2959100"/>
            <a:ext cx="531495" cy="40513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6" name="Straight Connector 45"/>
          <p:cNvCxnSpPr>
            <a:stCxn id="34" idx="5"/>
          </p:cNvCxnSpPr>
          <p:nvPr/>
        </p:nvCxnSpPr>
        <p:spPr>
          <a:xfrm flipH="1" flipV="1">
            <a:off x="3023870" y="3378835"/>
            <a:ext cx="596265" cy="95377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7" name="Straight Connector 46"/>
          <p:cNvCxnSpPr>
            <a:stCxn id="37" idx="3"/>
          </p:cNvCxnSpPr>
          <p:nvPr/>
        </p:nvCxnSpPr>
        <p:spPr>
          <a:xfrm flipH="1">
            <a:off x="3565525" y="4149725"/>
            <a:ext cx="548005" cy="1352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654177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6590030" y="4254500"/>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7837805" y="3709035"/>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8336915" y="4381500"/>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8586470" y="4431665"/>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8836025" y="4163695"/>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621538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621411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0" name="Text Box 29"/>
          <p:cNvSpPr txBox="1"/>
          <p:nvPr/>
        </p:nvSpPr>
        <p:spPr>
          <a:xfrm>
            <a:off x="530669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33" name="Text Box 32"/>
          <p:cNvSpPr txBox="1"/>
          <p:nvPr/>
        </p:nvSpPr>
        <p:spPr>
          <a:xfrm>
            <a:off x="907859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6430645" y="2938780"/>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637222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6400165" y="38931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032625" y="2922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7808595" y="3667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8306435" y="428498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8789670" y="40671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7591425" y="29768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7964170" y="393192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8216900" y="40132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8</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6590030" y="369887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6831330" y="3667125"/>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7089140" y="2966085"/>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7338695" y="2961640"/>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7588250" y="3121025"/>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8087360" y="4227195"/>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6775450" y="36163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7290435" y="28917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7556500" y="30727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8036560" y="416369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8551545" y="43465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6623685" y="328549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6934835" y="263652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7201535" y="26339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7786370" y="34042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8463280" y="41021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9</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8585200" y="3783330"/>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49" idx="2"/>
          </p:cNvCxnSpPr>
          <p:nvPr/>
        </p:nvCxnSpPr>
        <p:spPr>
          <a:xfrm flipV="1">
            <a:off x="6839585" y="2970530"/>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7082155" y="2921635"/>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7372985" y="2974340"/>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7604760" y="3169285"/>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50" idx="5"/>
            <a:endCxn id="87" idx="1"/>
          </p:cNvCxnSpPr>
          <p:nvPr/>
        </p:nvCxnSpPr>
        <p:spPr>
          <a:xfrm>
            <a:off x="7891145" y="3749675"/>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8119110" y="4246245"/>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8388985" y="4367530"/>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8634095" y="4115435"/>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07" name="Text Box 106"/>
          <p:cNvSpPr txBox="1"/>
          <p:nvPr/>
        </p:nvSpPr>
        <p:spPr>
          <a:xfrm>
            <a:off x="2131060" y="5549900"/>
            <a:ext cx="191262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每秒采样</a:t>
            </a:r>
            <a:r>
              <a:rPr lang="en-US" altLang="zh-CN" sz="2200">
                <a:latin typeface="Alibaba PuHuiTi 3.0 55 Regular" panose="00020600040101010101" charset="-122"/>
                <a:ea typeface="Alibaba PuHuiTi 3.0 55 Regular" panose="00020600040101010101" charset="-122"/>
              </a:rPr>
              <a:t>1</a:t>
            </a:r>
            <a:r>
              <a:rPr lang="zh-CN" altLang="en-US" sz="2200">
                <a:latin typeface="Alibaba PuHuiTi 3.0 55 Regular" panose="00020600040101010101" charset="-122"/>
                <a:ea typeface="Alibaba PuHuiTi 3.0 55 Regular" panose="00020600040101010101" charset="-122"/>
              </a:rPr>
              <a:t>次</a:t>
            </a:r>
            <a:endParaRPr lang="zh-CN" altLang="en-US" sz="2200">
              <a:latin typeface="Alibaba PuHuiTi 3.0 55 Regular" panose="00020600040101010101" charset="-122"/>
              <a:ea typeface="Alibaba PuHuiTi 3.0 55 Regular" panose="00020600040101010101" charset="-122"/>
            </a:endParaRPr>
          </a:p>
        </p:txBody>
      </p:sp>
      <p:sp>
        <p:nvSpPr>
          <p:cNvPr id="108" name="Text Box 107"/>
          <p:cNvSpPr txBox="1"/>
          <p:nvPr/>
        </p:nvSpPr>
        <p:spPr>
          <a:xfrm>
            <a:off x="6934835" y="5549900"/>
            <a:ext cx="191262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每秒采样</a:t>
            </a:r>
            <a:r>
              <a:rPr lang="en-US" altLang="zh-CN" sz="2200">
                <a:latin typeface="Alibaba PuHuiTi 3.0 55 Regular" panose="00020600040101010101" charset="-122"/>
                <a:ea typeface="Alibaba PuHuiTi 3.0 55 Regular" panose="00020600040101010101" charset="-122"/>
              </a:rPr>
              <a:t>2</a:t>
            </a:r>
            <a:r>
              <a:rPr lang="zh-CN" altLang="en-US" sz="2200">
                <a:latin typeface="Alibaba PuHuiTi 3.0 55 Regular" panose="00020600040101010101" charset="-122"/>
                <a:ea typeface="Alibaba PuHuiTi 3.0 55 Regular" panose="00020600040101010101" charset="-122"/>
              </a:rPr>
              <a:t>次</a:t>
            </a:r>
            <a:endParaRPr lang="zh-CN" altLang="en-US" sz="2200">
              <a:latin typeface="Alibaba PuHuiTi 3.0 55 Regular" panose="00020600040101010101" charset="-122"/>
              <a:ea typeface="Alibaba PuHuiTi 3.0 55 Regular" panose="00020600040101010101" charset="-122"/>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5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4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5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5"/>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5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9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9"/>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00"/>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0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02"/>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03"/>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4" grpId="0" animBg="1"/>
      <p:bldP spid="49" grpId="0" animBg="1"/>
      <p:bldP spid="85" grpId="0" animBg="1"/>
      <p:bldP spid="86" grpId="0" animBg="1"/>
      <p:bldP spid="50" grpId="0" animBg="1"/>
      <p:bldP spid="87" grpId="0" animBg="1"/>
      <p:bldP spid="51" grpId="0" animBg="1"/>
      <p:bldP spid="88" grpId="0" animBg="1"/>
      <p:bldP spid="52" grpId="0" animBg="1"/>
      <p:bldP spid="48" grpId="0"/>
      <p:bldP spid="89" grpId="0"/>
      <p:bldP spid="90" grpId="0"/>
      <p:bldP spid="91" grpId="0"/>
      <p:bldP spid="92" grpId="0"/>
      <p:bldP spid="93" grpId="0"/>
      <p:bldP spid="95" grpId="0"/>
      <p:bldP spid="54" grpId="0"/>
      <p:bldP spid="55" grpId="0"/>
      <p:bldP spid="5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6" name="Group 25"/>
          <p:cNvGrpSpPr/>
          <p:nvPr/>
        </p:nvGrpSpPr>
        <p:grpSpPr>
          <a:xfrm>
            <a:off x="1851660" y="4180840"/>
            <a:ext cx="96520" cy="812800"/>
            <a:chOff x="2916" y="6584"/>
            <a:chExt cx="152" cy="1280"/>
          </a:xfrm>
        </p:grpSpPr>
        <p:sp>
          <p:nvSpPr>
            <p:cNvPr id="69" name="Oval 68"/>
            <p:cNvSpPr/>
            <p:nvPr/>
          </p:nvSpPr>
          <p:spPr>
            <a:xfrm>
              <a:off x="2916" y="658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71" name="Straight Connector 70"/>
            <p:cNvCxnSpPr/>
            <p:nvPr/>
          </p:nvCxnSpPr>
          <p:spPr>
            <a:xfrm>
              <a:off x="2992" y="6700"/>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grpSp>
      <p:cxnSp>
        <p:nvCxnSpPr>
          <p:cNvPr id="29" name="Straight Connector 28"/>
          <p:cNvCxnSpPr/>
          <p:nvPr/>
        </p:nvCxnSpPr>
        <p:spPr>
          <a:xfrm>
            <a:off x="2461895" y="2935605"/>
            <a:ext cx="0" cy="200787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2" name="Straight Connector 31"/>
          <p:cNvCxnSpPr>
            <a:stCxn id="31" idx="4"/>
          </p:cNvCxnSpPr>
          <p:nvPr/>
        </p:nvCxnSpPr>
        <p:spPr>
          <a:xfrm>
            <a:off x="3023870" y="3432175"/>
            <a:ext cx="0" cy="151955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p:nvPr/>
        </p:nvCxnSpPr>
        <p:spPr>
          <a:xfrm>
            <a:off x="3585845" y="4324350"/>
            <a:ext cx="0" cy="67056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a:stCxn id="37" idx="4"/>
          </p:cNvCxnSpPr>
          <p:nvPr/>
        </p:nvCxnSpPr>
        <p:spPr>
          <a:xfrm>
            <a:off x="4147820" y="4163695"/>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cxnSp>
        <p:nvCxnSpPr>
          <p:cNvPr id="57" name="Straight Connector 56"/>
          <p:cNvCxnSpPr/>
          <p:nvPr/>
        </p:nvCxnSpPr>
        <p:spPr>
          <a:xfrm>
            <a:off x="152527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flipH="1">
            <a:off x="152400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 name="Text Box 3"/>
          <p:cNvSpPr txBox="1"/>
          <p:nvPr/>
        </p:nvSpPr>
        <p:spPr>
          <a:xfrm>
            <a:off x="61658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5" name="Text Box 4"/>
          <p:cNvSpPr txBox="1"/>
          <p:nvPr/>
        </p:nvSpPr>
        <p:spPr>
          <a:xfrm>
            <a:off x="438848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7" name="Text Box 6"/>
          <p:cNvSpPr txBox="1"/>
          <p:nvPr/>
        </p:nvSpPr>
        <p:spPr>
          <a:xfrm>
            <a:off x="168211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Sampling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23" name="Text Box 22"/>
          <p:cNvSpPr txBox="1"/>
          <p:nvPr/>
        </p:nvSpPr>
        <p:spPr>
          <a:xfrm>
            <a:off x="1731010" y="37839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28" name="Oval 27"/>
          <p:cNvSpPr/>
          <p:nvPr/>
        </p:nvSpPr>
        <p:spPr>
          <a:xfrm>
            <a:off x="2413635" y="28860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2975610" y="33356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3537585" y="42500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4099560" y="40671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Text Box 38"/>
          <p:cNvSpPr txBox="1"/>
          <p:nvPr/>
        </p:nvSpPr>
        <p:spPr>
          <a:xfrm>
            <a:off x="2342515" y="25622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0" name="Text Box 39"/>
          <p:cNvSpPr txBox="1"/>
          <p:nvPr/>
        </p:nvSpPr>
        <p:spPr>
          <a:xfrm>
            <a:off x="2901315" y="29768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1" name="Text Box 40"/>
          <p:cNvSpPr txBox="1"/>
          <p:nvPr/>
        </p:nvSpPr>
        <p:spPr>
          <a:xfrm>
            <a:off x="3442970" y="39674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2" name="Text Box 41"/>
          <p:cNvSpPr txBox="1"/>
          <p:nvPr/>
        </p:nvSpPr>
        <p:spPr>
          <a:xfrm>
            <a:off x="3957955" y="36798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43" name="Straight Connector 42"/>
          <p:cNvCxnSpPr>
            <a:endCxn id="28" idx="3"/>
          </p:cNvCxnSpPr>
          <p:nvPr/>
        </p:nvCxnSpPr>
        <p:spPr>
          <a:xfrm flipV="1">
            <a:off x="1899920" y="2968625"/>
            <a:ext cx="527685" cy="12509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4" name="Straight Connector 43"/>
          <p:cNvCxnSpPr/>
          <p:nvPr/>
        </p:nvCxnSpPr>
        <p:spPr>
          <a:xfrm flipH="1" flipV="1">
            <a:off x="2478405" y="2959100"/>
            <a:ext cx="531495" cy="40513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6" name="Straight Connector 45"/>
          <p:cNvCxnSpPr>
            <a:stCxn id="34" idx="5"/>
          </p:cNvCxnSpPr>
          <p:nvPr/>
        </p:nvCxnSpPr>
        <p:spPr>
          <a:xfrm flipH="1" flipV="1">
            <a:off x="3023870" y="3378835"/>
            <a:ext cx="596265" cy="95377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7" name="Straight Connector 46"/>
          <p:cNvCxnSpPr>
            <a:stCxn id="37" idx="3"/>
          </p:cNvCxnSpPr>
          <p:nvPr/>
        </p:nvCxnSpPr>
        <p:spPr>
          <a:xfrm flipH="1">
            <a:off x="3565525" y="4149725"/>
            <a:ext cx="548005" cy="1352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654177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6590030" y="4254500"/>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7837805" y="3709035"/>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8336915" y="4381500"/>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8586470" y="4431665"/>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8836025" y="4163695"/>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6215380" y="2207895"/>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6214110" y="495935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0" name="Text Box 29"/>
          <p:cNvSpPr txBox="1"/>
          <p:nvPr/>
        </p:nvSpPr>
        <p:spPr>
          <a:xfrm>
            <a:off x="5306695" y="220789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33" name="Text Box 32"/>
          <p:cNvSpPr txBox="1"/>
          <p:nvPr/>
        </p:nvSpPr>
        <p:spPr>
          <a:xfrm>
            <a:off x="9078595" y="5029200"/>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5" name="Text Box 44"/>
          <p:cNvSpPr txBox="1"/>
          <p:nvPr/>
        </p:nvSpPr>
        <p:spPr>
          <a:xfrm>
            <a:off x="6372225" y="5029200"/>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6400165" y="38931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032625" y="2922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7808595" y="3667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8306435" y="428498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8789670" y="40671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7591425" y="29768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7964170" y="393192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8216900" y="40132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8</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6590030" y="369887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6831330" y="3667125"/>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7089140" y="2966085"/>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7338695" y="2961640"/>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7588250" y="3121025"/>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8087360" y="4227195"/>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6775450" y="36163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7290435" y="28917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7556500" y="30727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8036560" y="416369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8551545" y="434657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6623685" y="328549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6934835" y="263652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7201535" y="26339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7786370" y="34042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8463280" y="41021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9</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8585200" y="3783330"/>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49" idx="2"/>
          </p:cNvCxnSpPr>
          <p:nvPr/>
        </p:nvCxnSpPr>
        <p:spPr>
          <a:xfrm flipV="1">
            <a:off x="6839585" y="2970530"/>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7082155" y="2921635"/>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7372985" y="2974340"/>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7604760" y="3169285"/>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50" idx="5"/>
            <a:endCxn id="87" idx="1"/>
          </p:cNvCxnSpPr>
          <p:nvPr/>
        </p:nvCxnSpPr>
        <p:spPr>
          <a:xfrm>
            <a:off x="7891145" y="3749675"/>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8119110" y="4246245"/>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8388985" y="4367530"/>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8634095" y="4115435"/>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07" name="Text Box 106"/>
          <p:cNvSpPr txBox="1"/>
          <p:nvPr/>
        </p:nvSpPr>
        <p:spPr>
          <a:xfrm>
            <a:off x="2131060" y="5549900"/>
            <a:ext cx="191262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每秒采样</a:t>
            </a:r>
            <a:r>
              <a:rPr lang="en-US" altLang="zh-CN" sz="2200">
                <a:latin typeface="Alibaba PuHuiTi 3.0 55 Regular" panose="00020600040101010101" charset="-122"/>
                <a:ea typeface="Alibaba PuHuiTi 3.0 55 Regular" panose="00020600040101010101" charset="-122"/>
              </a:rPr>
              <a:t>1</a:t>
            </a:r>
            <a:r>
              <a:rPr lang="zh-CN" altLang="en-US" sz="2200">
                <a:latin typeface="Alibaba PuHuiTi 3.0 55 Regular" panose="00020600040101010101" charset="-122"/>
                <a:ea typeface="Alibaba PuHuiTi 3.0 55 Regular" panose="00020600040101010101" charset="-122"/>
              </a:rPr>
              <a:t>次</a:t>
            </a:r>
            <a:endParaRPr lang="zh-CN" altLang="en-US" sz="2200">
              <a:latin typeface="Alibaba PuHuiTi 3.0 55 Regular" panose="00020600040101010101" charset="-122"/>
              <a:ea typeface="Alibaba PuHuiTi 3.0 55 Regular" panose="00020600040101010101" charset="-122"/>
            </a:endParaRPr>
          </a:p>
        </p:txBody>
      </p:sp>
      <p:sp>
        <p:nvSpPr>
          <p:cNvPr id="108" name="Text Box 107"/>
          <p:cNvSpPr txBox="1"/>
          <p:nvPr/>
        </p:nvSpPr>
        <p:spPr>
          <a:xfrm>
            <a:off x="6934835" y="5549900"/>
            <a:ext cx="191262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每秒采样</a:t>
            </a:r>
            <a:r>
              <a:rPr lang="en-US" altLang="zh-CN" sz="2200">
                <a:latin typeface="Alibaba PuHuiTi 3.0 55 Regular" panose="00020600040101010101" charset="-122"/>
                <a:ea typeface="Alibaba PuHuiTi 3.0 55 Regular" panose="00020600040101010101" charset="-122"/>
              </a:rPr>
              <a:t>2</a:t>
            </a:r>
            <a:r>
              <a:rPr lang="zh-CN" altLang="en-US" sz="2200">
                <a:latin typeface="Alibaba PuHuiTi 3.0 55 Regular" panose="00020600040101010101" charset="-122"/>
                <a:ea typeface="Alibaba PuHuiTi 3.0 55 Regular" panose="00020600040101010101" charset="-122"/>
              </a:rPr>
              <a:t>次</a:t>
            </a:r>
            <a:endParaRPr lang="zh-CN" altLang="en-US" sz="2200">
              <a:latin typeface="Alibaba PuHuiTi 3.0 55 Regular" panose="00020600040101010101" charset="-122"/>
              <a:ea typeface="Alibaba PuHuiTi 3.0 55 Regular" panose="00020600040101010101" charset="-122"/>
            </a:endParaRPr>
          </a:p>
        </p:txBody>
      </p:sp>
      <p:sp>
        <p:nvSpPr>
          <p:cNvPr id="3" name="Text Box 2"/>
          <p:cNvSpPr txBox="1"/>
          <p:nvPr/>
        </p:nvSpPr>
        <p:spPr>
          <a:xfrm>
            <a:off x="616585" y="1743710"/>
            <a:ext cx="7860030" cy="429895"/>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对比</a:t>
            </a:r>
            <a:r>
              <a:rPr lang="en-US" altLang="zh-CN" sz="2200">
                <a:solidFill>
                  <a:srgbClr val="FF0000"/>
                </a:solidFill>
                <a:latin typeface="Alibaba PuHuiTi 3.0 55 Regular" panose="00020600040101010101" charset="-122"/>
                <a:ea typeface="Alibaba PuHuiTi 3.0 55 Regular" panose="00020600040101010101" charset="-122"/>
              </a:rPr>
              <a:t>2</a:t>
            </a:r>
            <a:r>
              <a:rPr lang="zh-CN" altLang="en-US" sz="2200">
                <a:solidFill>
                  <a:srgbClr val="FF0000"/>
                </a:solidFill>
                <a:latin typeface="Alibaba PuHuiTi 3.0 55 Regular" panose="00020600040101010101" charset="-122"/>
                <a:ea typeface="Alibaba PuHuiTi 3.0 55 Regular" panose="00020600040101010101" charset="-122"/>
              </a:rPr>
              <a:t>次采样结果</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哪一次采样结果更接近原来的波形</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p:txBody>
      </p:sp>
      <p:pic>
        <p:nvPicPr>
          <p:cNvPr id="9" name="Picture 8" descr="勾"/>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261350" y="5549900"/>
            <a:ext cx="574675" cy="574675"/>
          </a:xfrm>
          <a:prstGeom prst="rect">
            <a:avLst/>
          </a:prstGeom>
        </p:spPr>
      </p:pic>
    </p:spTree>
    <p:custDataLst>
      <p:tags r:id="rId5"/>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Sampling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grpSp>
        <p:nvGrpSpPr>
          <p:cNvPr id="10" name="Group 9"/>
          <p:cNvGrpSpPr/>
          <p:nvPr/>
        </p:nvGrpSpPr>
        <p:grpSpPr>
          <a:xfrm>
            <a:off x="691515" y="2225040"/>
            <a:ext cx="4659630" cy="3251200"/>
            <a:chOff x="8357" y="3477"/>
            <a:chExt cx="7338" cy="5120"/>
          </a:xfrm>
        </p:grpSpPr>
        <p:sp>
          <p:nvSpPr>
            <p:cNvPr id="12" name="Oval 11"/>
            <p:cNvSpPr/>
            <p:nvPr/>
          </p:nvSpPr>
          <p:spPr>
            <a:xfrm>
              <a:off x="10302" y="658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0378" y="6700"/>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12343" y="5841"/>
              <a:ext cx="17" cy="1944"/>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13129" y="6900"/>
              <a:ext cx="0" cy="898"/>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13522" y="6979"/>
              <a:ext cx="0" cy="887"/>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13915" y="6557"/>
              <a:ext cx="0" cy="1309"/>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9788" y="3477"/>
              <a:ext cx="0" cy="432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9786" y="7810"/>
              <a:ext cx="492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0" name="Text Box 29"/>
            <p:cNvSpPr txBox="1"/>
            <p:nvPr/>
          </p:nvSpPr>
          <p:spPr>
            <a:xfrm>
              <a:off x="8357" y="3477"/>
              <a:ext cx="1398" cy="677"/>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33" name="Text Box 32"/>
            <p:cNvSpPr txBox="1"/>
            <p:nvPr/>
          </p:nvSpPr>
          <p:spPr>
            <a:xfrm>
              <a:off x="14297" y="7920"/>
              <a:ext cx="1398" cy="677"/>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0127" y="4628"/>
              <a:ext cx="3966" cy="2591"/>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0035" y="7920"/>
              <a:ext cx="4676" cy="677"/>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0079" y="6131"/>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11075" y="4602"/>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12297" y="577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13081" y="6748"/>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13842" y="640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11955" y="4688"/>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5</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12542" y="6192"/>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12940" y="6320"/>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8</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0378" y="5825"/>
              <a:ext cx="314" cy="82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10758" y="5775"/>
              <a:ext cx="13" cy="20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11164" y="4671"/>
              <a:ext cx="0" cy="3194"/>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11557" y="4664"/>
              <a:ext cx="0" cy="3201"/>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11950" y="4915"/>
              <a:ext cx="5" cy="29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12736" y="6657"/>
              <a:ext cx="0" cy="1208"/>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10670" y="569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11481" y="455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11900" y="4839"/>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12656" y="6557"/>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13467" y="684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0431" y="5174"/>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10921" y="4152"/>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11341" y="4148"/>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12262" y="5361"/>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13328" y="6460"/>
              <a:ext cx="375"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9</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13520" y="5958"/>
              <a:ext cx="680"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10771" y="4678"/>
              <a:ext cx="304" cy="1097"/>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11153" y="4601"/>
              <a:ext cx="376" cy="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11611" y="4684"/>
              <a:ext cx="289" cy="231"/>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11976" y="4991"/>
              <a:ext cx="384" cy="8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12427" y="5905"/>
              <a:ext cx="251" cy="674"/>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12786" y="6687"/>
              <a:ext cx="295" cy="137"/>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13211" y="6878"/>
              <a:ext cx="305" cy="3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13597" y="6481"/>
              <a:ext cx="245" cy="494"/>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grpSp>
      <p:sp>
        <p:nvSpPr>
          <p:cNvPr id="11" name="Content Placeholder 10"/>
          <p:cNvSpPr>
            <a:spLocks noGrp="1"/>
          </p:cNvSpPr>
          <p:nvPr>
            <p:ph idx="1"/>
            <p:custDataLst>
              <p:tags r:id="rId2"/>
            </p:custDataLst>
          </p:nvPr>
        </p:nvSpPr>
        <p:spPr>
          <a:xfrm>
            <a:off x="4621530" y="2377440"/>
            <a:ext cx="7204710" cy="1938655"/>
          </a:xfrm>
        </p:spPr>
        <p:txBody>
          <a:bodyPr>
            <a:noAutofit/>
          </a:bodyPr>
          <a:p>
            <a:pPr marL="342900" indent="-342900">
              <a:lnSpc>
                <a:spcPct val="150000"/>
              </a:lnSpc>
              <a:buFont typeface="Arial" panose="020B0604020202090204" pitchFamily="34" charset="0"/>
              <a:buChar char="•"/>
            </a:pP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采样频率</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每秒采样声音的次数</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单位为赫兹</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（Hz）</a:t>
            </a:r>
            <a:endPar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endParaRPr>
          </a:p>
          <a:p>
            <a:pPr marL="342900" indent="-342900">
              <a:lnSpc>
                <a:spcPct val="150000"/>
              </a:lnSpc>
              <a:buFont typeface="Arial" panose="020B0604020202090204" pitchFamily="34" charset="0"/>
              <a:buChar char="•"/>
            </a:pP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采样频率越高</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声音还原度越好</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同时记录的数据越多</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存储容量越高</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endPar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endParaRPr>
          </a:p>
          <a:p>
            <a:pPr marL="342900" indent="-342900">
              <a:lnSpc>
                <a:spcPct val="150000"/>
              </a:lnSpc>
              <a:buFont typeface="Arial" panose="020B0604020202090204" pitchFamily="34" charset="0"/>
              <a:buChar char="•"/>
            </a:pP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CD</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音质的采样率为</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44.1 kHz（</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每秒</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44100</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次采样</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endPar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endParaRPr>
          </a:p>
        </p:txBody>
      </p:sp>
    </p:spTree>
    <p:custDataLst>
      <p:tags r:id="rId3"/>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1.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采样</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Sampling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grpSp>
        <p:nvGrpSpPr>
          <p:cNvPr id="10" name="Group 9"/>
          <p:cNvGrpSpPr/>
          <p:nvPr/>
        </p:nvGrpSpPr>
        <p:grpSpPr>
          <a:xfrm>
            <a:off x="691515" y="2225040"/>
            <a:ext cx="4659630" cy="3251200"/>
            <a:chOff x="8357" y="3477"/>
            <a:chExt cx="7338" cy="5120"/>
          </a:xfrm>
        </p:grpSpPr>
        <p:sp>
          <p:nvSpPr>
            <p:cNvPr id="12" name="Oval 11"/>
            <p:cNvSpPr/>
            <p:nvPr/>
          </p:nvSpPr>
          <p:spPr>
            <a:xfrm>
              <a:off x="10302" y="658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0378" y="6700"/>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12343" y="5841"/>
              <a:ext cx="17" cy="1944"/>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13129" y="6900"/>
              <a:ext cx="0" cy="898"/>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13522" y="6979"/>
              <a:ext cx="0" cy="887"/>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13915" y="6557"/>
              <a:ext cx="0" cy="1309"/>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9788" y="3477"/>
              <a:ext cx="0" cy="432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9786" y="7810"/>
              <a:ext cx="492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0" name="Text Box 29"/>
            <p:cNvSpPr txBox="1"/>
            <p:nvPr/>
          </p:nvSpPr>
          <p:spPr>
            <a:xfrm>
              <a:off x="8357" y="3477"/>
              <a:ext cx="1398" cy="677"/>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振幅</a:t>
              </a:r>
              <a:endParaRPr lang="zh-CN" altLang="en-US" sz="2200">
                <a:latin typeface="Alibaba PuHuiTi 3.0 55 Regular" panose="00020600040101010101" charset="-122"/>
                <a:ea typeface="Alibaba PuHuiTi 3.0 55 Regular" panose="00020600040101010101" charset="-122"/>
              </a:endParaRPr>
            </a:p>
          </p:txBody>
        </p:sp>
        <p:sp>
          <p:nvSpPr>
            <p:cNvPr id="33" name="Text Box 32"/>
            <p:cNvSpPr txBox="1"/>
            <p:nvPr/>
          </p:nvSpPr>
          <p:spPr>
            <a:xfrm>
              <a:off x="14297" y="7920"/>
              <a:ext cx="1398" cy="677"/>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0127" y="4628"/>
              <a:ext cx="3966" cy="2591"/>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0035" y="7920"/>
              <a:ext cx="4676" cy="677"/>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0127" y="5242"/>
              <a:ext cx="784" cy="453"/>
            </a:xfrm>
            <a:prstGeom prst="rect">
              <a:avLst/>
            </a:prstGeom>
            <a:noFill/>
          </p:spPr>
          <p:txBody>
            <a:bodyPr wrap="square" rtlCol="0">
              <a:noAutofit/>
            </a:bodyPr>
            <a:p>
              <a:r>
                <a:rPr lang="en-US" sz="1400">
                  <a:solidFill>
                    <a:schemeClr val="tx1"/>
                  </a:solidFill>
                  <a:latin typeface="Alibaba PuHuiTi 3.0 55 Regular" panose="00020600040101010101" charset="-122"/>
                  <a:ea typeface="Alibaba PuHuiTi 3.0 55 Regular" panose="00020600040101010101" charset="-122"/>
                </a:rPr>
                <a:t>1.4</a:t>
              </a:r>
              <a:endParaRPr lang="en-US" sz="1400">
                <a:solidFill>
                  <a:schemeClr val="tx1"/>
                </a:solidFill>
                <a:latin typeface="Alibaba PuHuiTi 3.0 55 Regular" panose="00020600040101010101" charset="-122"/>
                <a:ea typeface="Alibaba PuHuiTi 3.0 55 Regular" panose="00020600040101010101" charset="-122"/>
              </a:endParaRPr>
            </a:p>
          </p:txBody>
        </p:sp>
        <p:sp>
          <p:nvSpPr>
            <p:cNvPr id="8" name="Oval 7"/>
            <p:cNvSpPr/>
            <p:nvPr/>
          </p:nvSpPr>
          <p:spPr>
            <a:xfrm>
              <a:off x="11075" y="4602"/>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12297" y="577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13081" y="6748"/>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13842" y="640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58" name="Straight Connector 57"/>
            <p:cNvCxnSpPr>
              <a:endCxn id="84" idx="3"/>
            </p:cNvCxnSpPr>
            <p:nvPr/>
          </p:nvCxnSpPr>
          <p:spPr>
            <a:xfrm flipV="1">
              <a:off x="10378" y="5825"/>
              <a:ext cx="314" cy="82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10758" y="5775"/>
              <a:ext cx="13" cy="20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11164" y="4671"/>
              <a:ext cx="0" cy="3194"/>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11557" y="4664"/>
              <a:ext cx="0" cy="3201"/>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11950" y="4915"/>
              <a:ext cx="5" cy="29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12736" y="6657"/>
              <a:ext cx="0" cy="1208"/>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10670" y="569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11481" y="455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11900" y="4839"/>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12656" y="6557"/>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13467" y="6845"/>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98" name="Straight Connector 97"/>
            <p:cNvCxnSpPr>
              <a:endCxn id="8" idx="2"/>
            </p:cNvCxnSpPr>
            <p:nvPr/>
          </p:nvCxnSpPr>
          <p:spPr>
            <a:xfrm flipV="1">
              <a:off x="10771" y="4678"/>
              <a:ext cx="304" cy="1097"/>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11153" y="4601"/>
              <a:ext cx="376" cy="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11611" y="4684"/>
              <a:ext cx="289" cy="231"/>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11976" y="4991"/>
              <a:ext cx="384" cy="8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12427" y="5905"/>
              <a:ext cx="251" cy="674"/>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12786" y="6687"/>
              <a:ext cx="295" cy="137"/>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13211" y="6878"/>
              <a:ext cx="305" cy="3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13597" y="6481"/>
              <a:ext cx="245" cy="494"/>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grpSp>
      <p:sp>
        <p:nvSpPr>
          <p:cNvPr id="11" name="Content Placeholder 10"/>
          <p:cNvSpPr>
            <a:spLocks noGrp="1"/>
          </p:cNvSpPr>
          <p:nvPr>
            <p:ph idx="1"/>
            <p:custDataLst>
              <p:tags r:id="rId2"/>
            </p:custDataLst>
          </p:nvPr>
        </p:nvSpPr>
        <p:spPr>
          <a:xfrm>
            <a:off x="4621530" y="2377440"/>
            <a:ext cx="7204710" cy="1938655"/>
          </a:xfrm>
        </p:spPr>
        <p:txBody>
          <a:bodyPr>
            <a:noAutofit/>
          </a:bodyPr>
          <a:p>
            <a:pPr marL="0" indent="0">
              <a:lnSpc>
                <a:spcPct val="150000"/>
              </a:lnSpc>
              <a:buFont typeface="Arial" panose="020B0604020202090204" pitchFamily="34" charset="0"/>
              <a:buNone/>
            </a:pP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经过采样</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已经实现了近似去表示连续变化的波形</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endPar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endParaRPr>
          </a:p>
          <a:p>
            <a:pPr marL="0" indent="0" algn="just">
              <a:lnSpc>
                <a:spcPct val="150000"/>
              </a:lnSpc>
              <a:buFont typeface="Arial" panose="020B0604020202090204" pitchFamily="34" charset="0"/>
              <a:buNone/>
            </a:pP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但取得的值依然是连续变化的</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endPar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endParaRPr>
          </a:p>
        </p:txBody>
      </p:sp>
    </p:spTree>
    <p:custDataLst>
      <p:tags r:id="rId3"/>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0" name="Text Box 29"/>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4" name="Content Placeholder 3"/>
          <p:cNvSpPr>
            <a:spLocks noGrp="1"/>
          </p:cNvSpPr>
          <p:nvPr>
            <p:ph idx="1"/>
            <p:custDataLst>
              <p:tags r:id="rId2"/>
            </p:custDataLst>
          </p:nvPr>
        </p:nvSpPr>
        <p:spPr>
          <a:xfrm>
            <a:off x="4621530" y="2377440"/>
            <a:ext cx="7491730" cy="658495"/>
          </a:xfrm>
        </p:spPr>
        <p:txBody>
          <a:bodyPr>
            <a:noAutofit/>
          </a:bodyPr>
          <a:p>
            <a:pPr>
              <a:lnSpc>
                <a:spcPct val="150000"/>
              </a:lnSpc>
            </a:pP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量化</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将采样点的值</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sym typeface="+mn-ea"/>
              </a:rPr>
              <a:t>分级量化</a:t>
            </a:r>
            <a:r>
              <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a:t>
            </a: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变换为最接近的数字。</a:t>
            </a:r>
            <a:endParaRPr lang="en-US" altLang="zh-CN"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endParaRPr>
          </a:p>
        </p:txBody>
      </p: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1226820" y="275653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1226820" y="339280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1226820" y="40620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1226820" y="47148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8" name="Content Placeholder 3"/>
          <p:cNvSpPr>
            <a:spLocks noGrp="1"/>
          </p:cNvSpPr>
          <p:nvPr>
            <p:custDataLst>
              <p:tags r:id="rId3"/>
            </p:custDataLst>
          </p:nvPr>
        </p:nvSpPr>
        <p:spPr>
          <a:xfrm>
            <a:off x="5762625" y="3005455"/>
            <a:ext cx="5855335" cy="658495"/>
          </a:xfrm>
          <a:prstGeom prst="rect">
            <a:avLst/>
          </a:prstGeom>
        </p:spPr>
        <p:txBody>
          <a:bodyPr vert="horz" lIns="90000" tIns="46800" rIns="90000" bIns="46800" rtlCol="0">
            <a:noAutofit/>
          </a:bodyPr>
          <a:lstStyle>
            <a:lvl1pPr marL="228600" indent="-228600" algn="l" defTabSz="914400" rtl="0" eaLnBrk="1" fontAlgn="auto" latinLnBrk="0" hangingPunct="1">
              <a:lnSpc>
                <a:spcPct val="130000"/>
              </a:lnSpc>
              <a:spcBef>
                <a:spcPts val="0"/>
              </a:spcBef>
              <a:spcAft>
                <a:spcPts val="1000"/>
              </a:spcAft>
              <a:buFont typeface="Arial" panose="020B0604020202090204" pitchFamily="34" charset="0"/>
              <a:buChar char="●"/>
              <a:defRPr sz="18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9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90204" pitchFamily="34" charset="0"/>
              <a:buChar char="●"/>
              <a:defRPr sz="16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90204" pitchFamily="34" charset="0"/>
              <a:buChar char="•"/>
              <a:defRPr sz="1400" u="none" strike="noStrike" kern="1200" cap="none" spc="150" normalizeH="0" baseline="0">
                <a:solidFill>
                  <a:schemeClr val="tx1">
                    <a:lumMod val="65000"/>
                    <a:lumOff val="35000"/>
                  </a:schemeClr>
                </a:solidFill>
                <a:uFillTx/>
                <a:latin typeface="Alibaba PuHuiTi 3.0 55 Regular" panose="00020600040101010101" charset="-122"/>
                <a:ea typeface="Alibaba PuHuiTi 3.0 55 Regular" panose="00020600040101010101" charset="-122"/>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rPr>
              <a:t>即用有限个数近似表示原来连续变化的值。</a:t>
            </a:r>
            <a:endParaRPr lang="zh-CN" altLang="en-US" sz="22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sym typeface="+mn-ea"/>
            </a:endParaRPr>
          </a:p>
        </p:txBody>
      </p:sp>
    </p:spTree>
    <p:custDataLst>
      <p:tags r:id="rId4"/>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0"/>
                                        </p:tgtEl>
                                        <p:attrNameLst>
                                          <p:attrName>style.visibility</p:attrName>
                                        </p:attrNameLst>
                                      </p:cBhvr>
                                      <p:to>
                                        <p:strVal val="visible"/>
                                      </p:to>
                                    </p:set>
                                  </p:childTnLst>
                                </p:cTn>
                              </p:par>
                            </p:childTnLst>
                          </p:cTn>
                        </p:par>
                        <p:par>
                          <p:cTn id="35" fill="hold">
                            <p:stCondLst>
                              <p:cond delay="0"/>
                            </p:stCondLst>
                            <p:childTnLst>
                              <p:par>
                                <p:cTn id="36" presetID="1" presetClass="entr" presetSubtype="0" fill="hold" grpId="0" nodeType="afterEffect">
                                  <p:stCondLst>
                                    <p:cond delay="500"/>
                                  </p:stCondLst>
                                  <p:childTnLst>
                                    <p:set>
                                      <p:cBhvr>
                                        <p:cTn id="37" dur="1" fill="hold">
                                          <p:stCondLst>
                                            <p:cond delay="0"/>
                                          </p:stCondLst>
                                        </p:cTn>
                                        <p:tgtEl>
                                          <p:spTgt spid="91"/>
                                        </p:tgtEl>
                                        <p:attrNameLst>
                                          <p:attrName>style.visibility</p:attrName>
                                        </p:attrNameLst>
                                      </p:cBhvr>
                                      <p:to>
                                        <p:strVal val="visible"/>
                                      </p:to>
                                    </p:set>
                                  </p:childTnLst>
                                </p:cTn>
                              </p:par>
                            </p:childTnLst>
                          </p:cTn>
                        </p:par>
                        <p:par>
                          <p:cTn id="38" fill="hold">
                            <p:stCondLst>
                              <p:cond delay="500"/>
                            </p:stCondLst>
                            <p:childTnLst>
                              <p:par>
                                <p:cTn id="39" presetID="1" presetClass="entr" presetSubtype="0" fill="hold" grpId="0" nodeType="afterEffect">
                                  <p:stCondLst>
                                    <p:cond delay="500"/>
                                  </p:stCondLst>
                                  <p:childTnLst>
                                    <p:set>
                                      <p:cBhvr>
                                        <p:cTn id="40" dur="1" fill="hold">
                                          <p:stCondLst>
                                            <p:cond delay="0"/>
                                          </p:stCondLst>
                                        </p:cTn>
                                        <p:tgtEl>
                                          <p:spTgt spid="54"/>
                                        </p:tgtEl>
                                        <p:attrNameLst>
                                          <p:attrName>style.visibility</p:attrName>
                                        </p:attrNameLst>
                                      </p:cBhvr>
                                      <p:to>
                                        <p:strVal val="visible"/>
                                      </p:to>
                                    </p:set>
                                  </p:childTnLst>
                                </p:cTn>
                              </p:par>
                            </p:childTnLst>
                          </p:cTn>
                        </p:par>
                        <p:par>
                          <p:cTn id="41" fill="hold">
                            <p:stCondLst>
                              <p:cond delay="1000"/>
                            </p:stCondLst>
                            <p:childTnLst>
                              <p:par>
                                <p:cTn id="42" presetID="1" presetClass="entr" presetSubtype="0" fill="hold" grpId="0" nodeType="afterEffect">
                                  <p:stCondLst>
                                    <p:cond delay="500"/>
                                  </p:stCondLst>
                                  <p:childTnLst>
                                    <p:set>
                                      <p:cBhvr>
                                        <p:cTn id="43" dur="1" fill="hold">
                                          <p:stCondLst>
                                            <p:cond delay="0"/>
                                          </p:stCondLst>
                                        </p:cTn>
                                        <p:tgtEl>
                                          <p:spTgt spid="92"/>
                                        </p:tgtEl>
                                        <p:attrNameLst>
                                          <p:attrName>style.visibility</p:attrName>
                                        </p:attrNameLst>
                                      </p:cBhvr>
                                      <p:to>
                                        <p:strVal val="visible"/>
                                      </p:to>
                                    </p:set>
                                  </p:childTnLst>
                                </p:cTn>
                              </p:par>
                            </p:childTnLst>
                          </p:cTn>
                        </p:par>
                        <p:par>
                          <p:cTn id="44" fill="hold">
                            <p:stCondLst>
                              <p:cond delay="1500"/>
                            </p:stCondLst>
                            <p:childTnLst>
                              <p:par>
                                <p:cTn id="45" presetID="1" presetClass="entr" presetSubtype="0" fill="hold" grpId="0" nodeType="afterEffect">
                                  <p:stCondLst>
                                    <p:cond delay="500"/>
                                  </p:stCondLst>
                                  <p:childTnLst>
                                    <p:set>
                                      <p:cBhvr>
                                        <p:cTn id="46" dur="1" fill="hold">
                                          <p:stCondLst>
                                            <p:cond delay="0"/>
                                          </p:stCondLst>
                                        </p:cTn>
                                        <p:tgtEl>
                                          <p:spTgt spid="55"/>
                                        </p:tgtEl>
                                        <p:attrNameLst>
                                          <p:attrName>style.visibility</p:attrName>
                                        </p:attrNameLst>
                                      </p:cBhvr>
                                      <p:to>
                                        <p:strVal val="visible"/>
                                      </p:to>
                                    </p:set>
                                  </p:childTnLst>
                                </p:cTn>
                              </p:par>
                            </p:childTnLst>
                          </p:cTn>
                        </p:par>
                        <p:par>
                          <p:cTn id="47" fill="hold">
                            <p:stCondLst>
                              <p:cond delay="2000"/>
                            </p:stCondLst>
                            <p:childTnLst>
                              <p:par>
                                <p:cTn id="48" presetID="1" presetClass="entr" presetSubtype="0" fill="hold" grpId="0" nodeType="afterEffect">
                                  <p:stCondLst>
                                    <p:cond delay="500"/>
                                  </p:stCondLst>
                                  <p:childTnLst>
                                    <p:set>
                                      <p:cBhvr>
                                        <p:cTn id="49" dur="1" fill="hold">
                                          <p:stCondLst>
                                            <p:cond delay="0"/>
                                          </p:stCondLst>
                                        </p:cTn>
                                        <p:tgtEl>
                                          <p:spTgt spid="56"/>
                                        </p:tgtEl>
                                        <p:attrNameLst>
                                          <p:attrName>style.visibility</p:attrName>
                                        </p:attrNameLst>
                                      </p:cBhvr>
                                      <p:to>
                                        <p:strVal val="visible"/>
                                      </p:to>
                                    </p:set>
                                  </p:childTnLst>
                                </p:cTn>
                              </p:par>
                            </p:childTnLst>
                          </p:cTn>
                        </p:par>
                        <p:par>
                          <p:cTn id="50" fill="hold">
                            <p:stCondLst>
                              <p:cond delay="2500"/>
                            </p:stCondLst>
                            <p:childTnLst>
                              <p:par>
                                <p:cTn id="51" presetID="1" presetClass="entr" presetSubtype="0" fill="hold" grpId="0" nodeType="afterEffect">
                                  <p:stCondLst>
                                    <p:cond delay="500"/>
                                  </p:stCondLst>
                                  <p:childTnLst>
                                    <p:set>
                                      <p:cBhvr>
                                        <p:cTn id="52" dur="1" fill="hold">
                                          <p:stCondLst>
                                            <p:cond delay="0"/>
                                          </p:stCondLst>
                                        </p:cTn>
                                        <p:tgtEl>
                                          <p:spTgt spid="93"/>
                                        </p:tgtEl>
                                        <p:attrNameLst>
                                          <p:attrName>style.visibility</p:attrName>
                                        </p:attrNameLst>
                                      </p:cBhvr>
                                      <p:to>
                                        <p:strVal val="visible"/>
                                      </p:to>
                                    </p:set>
                                  </p:childTnLst>
                                </p:cTn>
                              </p:par>
                            </p:childTnLst>
                          </p:cTn>
                        </p:par>
                        <p:par>
                          <p:cTn id="53" fill="hold">
                            <p:stCondLst>
                              <p:cond delay="3000"/>
                            </p:stCondLst>
                            <p:childTnLst>
                              <p:par>
                                <p:cTn id="54" presetID="1" presetClass="entr" presetSubtype="0" fill="hold" grpId="0" nodeType="afterEffect">
                                  <p:stCondLst>
                                    <p:cond delay="500"/>
                                  </p:stCondLst>
                                  <p:childTnLst>
                                    <p:set>
                                      <p:cBhvr>
                                        <p:cTn id="55" dur="1" fill="hold">
                                          <p:stCondLst>
                                            <p:cond delay="0"/>
                                          </p:stCondLst>
                                        </p:cTn>
                                        <p:tgtEl>
                                          <p:spTgt spid="95"/>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26" grpId="0"/>
      <p:bldP spid="28" grpId="0"/>
      <p:bldP spid="29" grpId="0"/>
      <p:bldP spid="31" grpId="0"/>
      <p:bldP spid="48" grpId="0"/>
      <p:bldP spid="89" grpId="0"/>
      <p:bldP spid="90" grpId="0"/>
      <p:bldP spid="91" grpId="0"/>
      <p:bldP spid="54" grpId="0"/>
      <p:bldP spid="92" grpId="0"/>
      <p:bldP spid="55" grpId="0"/>
      <p:bldP spid="56" grpId="0"/>
      <p:bldP spid="93" grpId="0"/>
      <p:bldP spid="95" grpId="0"/>
      <p:bldP spid="3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1226820" y="275653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1226820" y="339280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1226820" y="40620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1226820" y="47148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6" name="Text Box 5"/>
          <p:cNvSpPr txBox="1"/>
          <p:nvPr/>
        </p:nvSpPr>
        <p:spPr>
          <a:xfrm>
            <a:off x="5276215" y="3249930"/>
            <a:ext cx="1002665" cy="429895"/>
          </a:xfrm>
          <a:prstGeom prst="rect">
            <a:avLst/>
          </a:prstGeom>
          <a:noFill/>
        </p:spPr>
        <p:txBody>
          <a:bodyPr wrap="square" rtlCol="0">
            <a:noAutofit/>
          </a:bodyPr>
          <a:p>
            <a:pPr algn="l"/>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7" name="Text Box 6"/>
          <p:cNvSpPr txBox="1"/>
          <p:nvPr/>
        </p:nvSpPr>
        <p:spPr>
          <a:xfrm>
            <a:off x="6133465" y="3097530"/>
            <a:ext cx="4845050" cy="1083310"/>
          </a:xfrm>
          <a:prstGeom prst="rect">
            <a:avLst/>
          </a:prstGeom>
          <a:noFill/>
        </p:spPr>
        <p:txBody>
          <a:bodyPr wrap="square" rtlCol="0">
            <a:noAutofit/>
          </a:bodyPr>
          <a:p>
            <a:pPr>
              <a:lnSpc>
                <a:spcPct val="150000"/>
              </a:lnSpc>
            </a:pP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分级越多</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还是越少</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质量越好</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0" name="Picture 9"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5422900" y="3659505"/>
            <a:ext cx="456565" cy="456565"/>
          </a:xfrm>
          <a:prstGeom prst="rect">
            <a:avLst/>
          </a:prstGeom>
        </p:spPr>
      </p:pic>
      <p:sp>
        <p:nvSpPr>
          <p:cNvPr id="32" name="Text Box 31"/>
          <p:cNvSpPr txBox="1"/>
          <p:nvPr/>
        </p:nvSpPr>
        <p:spPr>
          <a:xfrm>
            <a:off x="6100445" y="3674745"/>
            <a:ext cx="4429125" cy="69723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分级越多</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质量越好</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为什么</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34" name="Text Box 3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Tree>
    <p:custDataLst>
      <p:tags r:id="rId5"/>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1226820" y="275653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1226820" y="339280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1226820" y="40620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1226820" y="47148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6" name="Rectangle 135"/>
          <p:cNvSpPr/>
          <p:nvPr/>
        </p:nvSpPr>
        <p:spPr>
          <a:xfrm>
            <a:off x="1719580" y="3586480"/>
            <a:ext cx="697230" cy="702945"/>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37" name="Rectangle 136"/>
          <p:cNvSpPr/>
          <p:nvPr/>
        </p:nvSpPr>
        <p:spPr>
          <a:xfrm>
            <a:off x="6603365" y="3611880"/>
            <a:ext cx="697230" cy="702945"/>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4"/>
                                        </p:tgtEl>
                                        <p:attrNameLst>
                                          <p:attrName>style.visibility</p:attrName>
                                        </p:attrNameLst>
                                      </p:cBhvr>
                                      <p:to>
                                        <p:strVal val="visible"/>
                                      </p:to>
                                    </p:set>
                                  </p:childTnLst>
                                </p:cTn>
                              </p:par>
                            </p:childTnLst>
                          </p:cTn>
                        </p:par>
                        <p:par>
                          <p:cTn id="47" fill="hold">
                            <p:stCondLst>
                              <p:cond delay="0"/>
                            </p:stCondLst>
                            <p:childTnLst>
                              <p:par>
                                <p:cTn id="48" presetID="1" presetClass="entr" presetSubtype="0" fill="hold" grpId="0" nodeType="afterEffect">
                                  <p:stCondLst>
                                    <p:cond delay="500"/>
                                  </p:stCondLst>
                                  <p:childTnLst>
                                    <p:set>
                                      <p:cBhvr>
                                        <p:cTn id="49" dur="1" fill="hold">
                                          <p:stCondLst>
                                            <p:cond delay="0"/>
                                          </p:stCondLst>
                                        </p:cTn>
                                        <p:tgtEl>
                                          <p:spTgt spid="75"/>
                                        </p:tgtEl>
                                        <p:attrNameLst>
                                          <p:attrName>style.visibility</p:attrName>
                                        </p:attrNameLst>
                                      </p:cBhvr>
                                      <p:to>
                                        <p:strVal val="visible"/>
                                      </p:to>
                                    </p:set>
                                  </p:childTnLst>
                                </p:cTn>
                              </p:par>
                            </p:childTnLst>
                          </p:cTn>
                        </p:par>
                        <p:par>
                          <p:cTn id="50" fill="hold">
                            <p:stCondLst>
                              <p:cond delay="500"/>
                            </p:stCondLst>
                            <p:childTnLst>
                              <p:par>
                                <p:cTn id="51" presetID="1" presetClass="entr" presetSubtype="0" fill="hold" grpId="0" nodeType="afterEffect">
                                  <p:stCondLst>
                                    <p:cond delay="500"/>
                                  </p:stCondLst>
                                  <p:childTnLst>
                                    <p:set>
                                      <p:cBhvr>
                                        <p:cTn id="52" dur="1" fill="hold">
                                          <p:stCondLst>
                                            <p:cond delay="0"/>
                                          </p:stCondLst>
                                        </p:cTn>
                                        <p:tgtEl>
                                          <p:spTgt spid="59"/>
                                        </p:tgtEl>
                                        <p:attrNameLst>
                                          <p:attrName>style.visibility</p:attrName>
                                        </p:attrNameLst>
                                      </p:cBhvr>
                                      <p:to>
                                        <p:strVal val="visible"/>
                                      </p:to>
                                    </p:set>
                                  </p:childTnLst>
                                </p:cTn>
                              </p:par>
                            </p:childTnLst>
                          </p:cTn>
                        </p:par>
                        <p:par>
                          <p:cTn id="53" fill="hold">
                            <p:stCondLst>
                              <p:cond delay="1000"/>
                            </p:stCondLst>
                            <p:childTnLst>
                              <p:par>
                                <p:cTn id="54" presetID="1" presetClass="entr" presetSubtype="0" fill="hold" grpId="0" nodeType="afterEffect">
                                  <p:stCondLst>
                                    <p:cond delay="500"/>
                                  </p:stCondLst>
                                  <p:childTnLst>
                                    <p:set>
                                      <p:cBhvr>
                                        <p:cTn id="55" dur="1" fill="hold">
                                          <p:stCondLst>
                                            <p:cond delay="0"/>
                                          </p:stCondLst>
                                        </p:cTn>
                                        <p:tgtEl>
                                          <p:spTgt spid="76"/>
                                        </p:tgtEl>
                                        <p:attrNameLst>
                                          <p:attrName>style.visibility</p:attrName>
                                        </p:attrNameLst>
                                      </p:cBhvr>
                                      <p:to>
                                        <p:strVal val="visible"/>
                                      </p:to>
                                    </p:set>
                                  </p:childTnLst>
                                </p:cTn>
                              </p:par>
                            </p:childTnLst>
                          </p:cTn>
                        </p:par>
                        <p:par>
                          <p:cTn id="56" fill="hold">
                            <p:stCondLst>
                              <p:cond delay="1500"/>
                            </p:stCondLst>
                            <p:childTnLst>
                              <p:par>
                                <p:cTn id="57" presetID="1" presetClass="entr" presetSubtype="0" fill="hold" grpId="0" nodeType="afterEffect">
                                  <p:stCondLst>
                                    <p:cond delay="500"/>
                                  </p:stCondLst>
                                  <p:childTnLst>
                                    <p:set>
                                      <p:cBhvr>
                                        <p:cTn id="58" dur="1" fill="hold">
                                          <p:stCondLst>
                                            <p:cond delay="0"/>
                                          </p:stCondLst>
                                        </p:cTn>
                                        <p:tgtEl>
                                          <p:spTgt spid="60"/>
                                        </p:tgtEl>
                                        <p:attrNameLst>
                                          <p:attrName>style.visibility</p:attrName>
                                        </p:attrNameLst>
                                      </p:cBhvr>
                                      <p:to>
                                        <p:strVal val="visible"/>
                                      </p:to>
                                    </p:set>
                                  </p:childTnLst>
                                </p:cTn>
                              </p:par>
                            </p:childTnLst>
                          </p:cTn>
                        </p:par>
                        <p:par>
                          <p:cTn id="59" fill="hold">
                            <p:stCondLst>
                              <p:cond delay="2000"/>
                            </p:stCondLst>
                            <p:childTnLst>
                              <p:par>
                                <p:cTn id="60" presetID="1" presetClass="entr" presetSubtype="0" fill="hold" grpId="0" nodeType="afterEffect">
                                  <p:stCondLst>
                                    <p:cond delay="500"/>
                                  </p:stCondLst>
                                  <p:childTnLst>
                                    <p:set>
                                      <p:cBhvr>
                                        <p:cTn id="61" dur="1" fill="hold">
                                          <p:stCondLst>
                                            <p:cond delay="0"/>
                                          </p:stCondLst>
                                        </p:cTn>
                                        <p:tgtEl>
                                          <p:spTgt spid="61"/>
                                        </p:tgtEl>
                                        <p:attrNameLst>
                                          <p:attrName>style.visibility</p:attrName>
                                        </p:attrNameLst>
                                      </p:cBhvr>
                                      <p:to>
                                        <p:strVal val="visible"/>
                                      </p:to>
                                    </p:set>
                                  </p:childTnLst>
                                </p:cTn>
                              </p:par>
                            </p:childTnLst>
                          </p:cTn>
                        </p:par>
                        <p:par>
                          <p:cTn id="62" fill="hold">
                            <p:stCondLst>
                              <p:cond delay="2500"/>
                            </p:stCondLst>
                            <p:childTnLst>
                              <p:par>
                                <p:cTn id="63" presetID="1" presetClass="entr" presetSubtype="0" fill="hold" grpId="0" nodeType="afterEffect">
                                  <p:stCondLst>
                                    <p:cond delay="500"/>
                                  </p:stCondLst>
                                  <p:childTnLst>
                                    <p:set>
                                      <p:cBhvr>
                                        <p:cTn id="64" dur="1" fill="hold">
                                          <p:stCondLst>
                                            <p:cond delay="0"/>
                                          </p:stCondLst>
                                        </p:cTn>
                                        <p:tgtEl>
                                          <p:spTgt spid="77"/>
                                        </p:tgtEl>
                                        <p:attrNameLst>
                                          <p:attrName>style.visibility</p:attrName>
                                        </p:attrNameLst>
                                      </p:cBhvr>
                                      <p:to>
                                        <p:strVal val="visible"/>
                                      </p:to>
                                    </p:set>
                                  </p:childTnLst>
                                </p:cTn>
                              </p:par>
                            </p:childTnLst>
                          </p:cTn>
                        </p:par>
                        <p:par>
                          <p:cTn id="65" fill="hold">
                            <p:stCondLst>
                              <p:cond delay="3000"/>
                            </p:stCondLst>
                            <p:childTnLst>
                              <p:par>
                                <p:cTn id="66" presetID="1" presetClass="entr" presetSubtype="0" fill="hold" grpId="0" nodeType="afterEffect">
                                  <p:stCondLst>
                                    <p:cond delay="500"/>
                                  </p:stCondLst>
                                  <p:childTnLst>
                                    <p:set>
                                      <p:cBhvr>
                                        <p:cTn id="67" dur="1" fill="hold">
                                          <p:stCondLst>
                                            <p:cond delay="0"/>
                                          </p:stCondLst>
                                        </p:cTn>
                                        <p:tgtEl>
                                          <p:spTgt spid="78"/>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grpId="0" nodeType="clickEffect">
                                  <p:stCondLst>
                                    <p:cond delay="0"/>
                                  </p:stCondLst>
                                  <p:childTnLst>
                                    <p:set>
                                      <p:cBhvr>
                                        <p:cTn id="71" dur="1" fill="hold">
                                          <p:stCondLst>
                                            <p:cond delay="0"/>
                                          </p:stCondLst>
                                        </p:cTn>
                                        <p:tgtEl>
                                          <p:spTgt spid="136"/>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p:bldP spid="115" grpId="0"/>
      <p:bldP spid="116" grpId="0"/>
      <p:bldP spid="117" grpId="0"/>
      <p:bldP spid="47" grpId="0"/>
      <p:bldP spid="73" grpId="0"/>
      <p:bldP spid="74" grpId="0"/>
      <p:bldP spid="75" grpId="0"/>
      <p:bldP spid="59" grpId="0"/>
      <p:bldP spid="76" grpId="0"/>
      <p:bldP spid="60" grpId="0"/>
      <p:bldP spid="61" grpId="0"/>
      <p:bldP spid="77" grpId="0"/>
      <p:bldP spid="78" grpId="0"/>
      <p:bldP spid="131" grpId="0"/>
      <p:bldP spid="132" grpId="0"/>
      <p:bldP spid="133" grpId="0"/>
      <p:bldP spid="134" grpId="0"/>
      <p:bldP spid="136" grpId="0" animBg="1"/>
      <p:bldP spid="13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1226820" y="275653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1226820" y="339280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1226820" y="40620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1226820" y="47148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6" name="Rectangle 135"/>
          <p:cNvSpPr/>
          <p:nvPr/>
        </p:nvSpPr>
        <p:spPr>
          <a:xfrm>
            <a:off x="2941320" y="3472815"/>
            <a:ext cx="697230" cy="858520"/>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 name="Rectangle 5"/>
          <p:cNvSpPr/>
          <p:nvPr/>
        </p:nvSpPr>
        <p:spPr>
          <a:xfrm>
            <a:off x="4050030" y="3472815"/>
            <a:ext cx="697230" cy="858520"/>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Rectangle 6"/>
          <p:cNvSpPr/>
          <p:nvPr/>
        </p:nvSpPr>
        <p:spPr>
          <a:xfrm>
            <a:off x="7833360" y="3472180"/>
            <a:ext cx="697230" cy="858520"/>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Rectangle 9"/>
          <p:cNvSpPr/>
          <p:nvPr/>
        </p:nvSpPr>
        <p:spPr>
          <a:xfrm>
            <a:off x="8945880" y="3456305"/>
            <a:ext cx="697230" cy="858520"/>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Text Box 29"/>
          <p:cNvSpPr txBox="1"/>
          <p:nvPr/>
        </p:nvSpPr>
        <p:spPr>
          <a:xfrm>
            <a:off x="2675255" y="1743710"/>
            <a:ext cx="5516245" cy="429895"/>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量化等级增多</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每个采样点的取值会更精确</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1226820" y="275653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1226820" y="339280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1226820" y="40620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1226820" y="47148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2" name="Text Box 31"/>
          <p:cNvSpPr txBox="1"/>
          <p:nvPr/>
        </p:nvSpPr>
        <p:spPr>
          <a:xfrm>
            <a:off x="2762885" y="1741805"/>
            <a:ext cx="1002665" cy="429895"/>
          </a:xfrm>
          <a:prstGeom prst="rect">
            <a:avLst/>
          </a:prstGeom>
          <a:noFill/>
        </p:spPr>
        <p:txBody>
          <a:bodyPr wrap="square" rtlCol="0">
            <a:noAutofit/>
          </a:bodyPr>
          <a:p>
            <a:pPr algn="l"/>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3" name="Text Box 122"/>
          <p:cNvSpPr txBox="1"/>
          <p:nvPr/>
        </p:nvSpPr>
        <p:spPr>
          <a:xfrm>
            <a:off x="3620135" y="1589405"/>
            <a:ext cx="4845050" cy="108331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两种量化等级需要用几位二进制</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24" name="Picture 123"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2367915" y="1715135"/>
            <a:ext cx="456565" cy="456565"/>
          </a:xfrm>
          <a:prstGeom prst="rect">
            <a:avLst/>
          </a:prstGeom>
        </p:spPr>
      </p:pic>
    </p:spTree>
    <p:custDataLst>
      <p:tags r:id="rId5"/>
    </p:custData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1226820" y="275653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1226820" y="339280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1226820" y="40620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1226820" y="47148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2" name="Text Box 31"/>
          <p:cNvSpPr txBox="1"/>
          <p:nvPr/>
        </p:nvSpPr>
        <p:spPr>
          <a:xfrm>
            <a:off x="2762885" y="1741805"/>
            <a:ext cx="1002665" cy="429895"/>
          </a:xfrm>
          <a:prstGeom prst="rect">
            <a:avLst/>
          </a:prstGeom>
          <a:noFill/>
        </p:spPr>
        <p:txBody>
          <a:bodyPr wrap="square" rtlCol="0">
            <a:noAutofit/>
          </a:bodyPr>
          <a:p>
            <a:pPr algn="l"/>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3" name="Text Box 122"/>
          <p:cNvSpPr txBox="1"/>
          <p:nvPr/>
        </p:nvSpPr>
        <p:spPr>
          <a:xfrm>
            <a:off x="3620135" y="1589405"/>
            <a:ext cx="4845050" cy="108331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两种量化等级需要用几位二进制</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24" name="Picture 123"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2367915" y="1715135"/>
            <a:ext cx="456565" cy="456565"/>
          </a:xfrm>
          <a:prstGeom prst="rect">
            <a:avLst/>
          </a:prstGeom>
        </p:spPr>
      </p:pic>
      <p:sp>
        <p:nvSpPr>
          <p:cNvPr id="178" name="Text Box 177"/>
          <p:cNvSpPr txBox="1"/>
          <p:nvPr/>
        </p:nvSpPr>
        <p:spPr>
          <a:xfrm>
            <a:off x="513080"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4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Tree>
    <p:custDataLst>
      <p:tags r:id="rId5"/>
    </p:custData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2" name="Text Box 31"/>
          <p:cNvSpPr txBox="1"/>
          <p:nvPr/>
        </p:nvSpPr>
        <p:spPr>
          <a:xfrm>
            <a:off x="2762885" y="1741805"/>
            <a:ext cx="1002665" cy="429895"/>
          </a:xfrm>
          <a:prstGeom prst="rect">
            <a:avLst/>
          </a:prstGeom>
          <a:noFill/>
        </p:spPr>
        <p:txBody>
          <a:bodyPr wrap="square" rtlCol="0">
            <a:noAutofit/>
          </a:bodyPr>
          <a:p>
            <a:pPr algn="l"/>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3" name="Text Box 122"/>
          <p:cNvSpPr txBox="1"/>
          <p:nvPr/>
        </p:nvSpPr>
        <p:spPr>
          <a:xfrm>
            <a:off x="3620135" y="1589405"/>
            <a:ext cx="4845050" cy="108331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两种量化等级需要用几位二进制</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24" name="Picture 123"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2367915" y="1715135"/>
            <a:ext cx="456565" cy="456565"/>
          </a:xfrm>
          <a:prstGeom prst="rect">
            <a:avLst/>
          </a:prstGeom>
        </p:spPr>
      </p:pic>
      <p:sp>
        <p:nvSpPr>
          <p:cNvPr id="178" name="Text Box 177"/>
          <p:cNvSpPr txBox="1"/>
          <p:nvPr/>
        </p:nvSpPr>
        <p:spPr>
          <a:xfrm>
            <a:off x="513080"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4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Tree>
    <p:custDataLst>
      <p:tags r:id="rId5"/>
    </p:custData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784985" y="391033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601720" y="40303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942465" y="359981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319655" y="26536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848100" y="41192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2" name="Text Box 31"/>
          <p:cNvSpPr txBox="1"/>
          <p:nvPr/>
        </p:nvSpPr>
        <p:spPr>
          <a:xfrm>
            <a:off x="2762885" y="1741805"/>
            <a:ext cx="1002665" cy="429895"/>
          </a:xfrm>
          <a:prstGeom prst="rect">
            <a:avLst/>
          </a:prstGeom>
          <a:noFill/>
        </p:spPr>
        <p:txBody>
          <a:bodyPr wrap="square" rtlCol="0">
            <a:noAutofit/>
          </a:bodyPr>
          <a:p>
            <a:pPr algn="l"/>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3" name="Text Box 122"/>
          <p:cNvSpPr txBox="1"/>
          <p:nvPr/>
        </p:nvSpPr>
        <p:spPr>
          <a:xfrm>
            <a:off x="3620135" y="1589405"/>
            <a:ext cx="4845050" cy="108331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两种量化等级需要用几位二进制</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24" name="Picture 123"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2367915" y="1715135"/>
            <a:ext cx="456565" cy="456565"/>
          </a:xfrm>
          <a:prstGeom prst="rect">
            <a:avLst/>
          </a:prstGeom>
        </p:spPr>
      </p:pic>
      <p:sp>
        <p:nvSpPr>
          <p:cNvPr id="178" name="Text Box 177"/>
          <p:cNvSpPr txBox="1"/>
          <p:nvPr/>
        </p:nvSpPr>
        <p:spPr>
          <a:xfrm>
            <a:off x="513080"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4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2" name="Text Box 171"/>
          <p:cNvSpPr txBox="1"/>
          <p:nvPr/>
        </p:nvSpPr>
        <p:spPr>
          <a:xfrm>
            <a:off x="942975" y="275653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3" name="Text Box 172"/>
          <p:cNvSpPr txBox="1"/>
          <p:nvPr/>
        </p:nvSpPr>
        <p:spPr>
          <a:xfrm>
            <a:off x="942975" y="339280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4" name="Text Box 173"/>
          <p:cNvSpPr txBox="1"/>
          <p:nvPr/>
        </p:nvSpPr>
        <p:spPr>
          <a:xfrm>
            <a:off x="942975" y="406209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5" name="Text Box 174"/>
          <p:cNvSpPr txBox="1"/>
          <p:nvPr/>
        </p:nvSpPr>
        <p:spPr>
          <a:xfrm>
            <a:off x="942340" y="4714875"/>
            <a:ext cx="527685"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00</a:t>
            </a:r>
            <a:endParaRPr lang="en-US" sz="2200">
              <a:solidFill>
                <a:srgbClr val="00B0F0"/>
              </a:solidFill>
              <a:latin typeface="Alibaba PuHuiTi 3.0 55 Regular" panose="00020600040101010101" charset="-122"/>
              <a:ea typeface="Alibaba PuHuiTi 3.0 55 Regular" panose="00020600040101010101" charset="-122"/>
            </a:endParaRPr>
          </a:p>
        </p:txBody>
      </p:sp>
    </p:spTree>
    <p:custDataLst>
      <p:tags r:id="rId5"/>
    </p:custData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a:endCxn id="91" idx="2"/>
          </p:cNvCxnSpPr>
          <p:nvPr/>
        </p:nvCxnSpPr>
        <p:spPr>
          <a:xfrm flipV="1">
            <a:off x="246697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2" name="Text Box 31"/>
          <p:cNvSpPr txBox="1"/>
          <p:nvPr/>
        </p:nvSpPr>
        <p:spPr>
          <a:xfrm>
            <a:off x="2762885" y="1741805"/>
            <a:ext cx="1002665" cy="429895"/>
          </a:xfrm>
          <a:prstGeom prst="rect">
            <a:avLst/>
          </a:prstGeom>
          <a:noFill/>
        </p:spPr>
        <p:txBody>
          <a:bodyPr wrap="square" rtlCol="0">
            <a:noAutofit/>
          </a:bodyPr>
          <a:p>
            <a:pPr algn="l"/>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3" name="Text Box 122"/>
          <p:cNvSpPr txBox="1"/>
          <p:nvPr/>
        </p:nvSpPr>
        <p:spPr>
          <a:xfrm>
            <a:off x="3620135" y="1589405"/>
            <a:ext cx="4845050" cy="108331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两种量化等级需要用几位二进制</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24" name="Picture 123"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2367915" y="1715135"/>
            <a:ext cx="456565" cy="456565"/>
          </a:xfrm>
          <a:prstGeom prst="rect">
            <a:avLst/>
          </a:prstGeom>
        </p:spPr>
      </p:pic>
      <p:sp>
        <p:nvSpPr>
          <p:cNvPr id="178" name="Text Box 177"/>
          <p:cNvSpPr txBox="1"/>
          <p:nvPr/>
        </p:nvSpPr>
        <p:spPr>
          <a:xfrm>
            <a:off x="513080"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4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72" name="Text Box 171"/>
          <p:cNvSpPr txBox="1"/>
          <p:nvPr/>
        </p:nvSpPr>
        <p:spPr>
          <a:xfrm>
            <a:off x="942975" y="275653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3" name="Text Box 172"/>
          <p:cNvSpPr txBox="1"/>
          <p:nvPr/>
        </p:nvSpPr>
        <p:spPr>
          <a:xfrm>
            <a:off x="942975" y="339280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4" name="Text Box 173"/>
          <p:cNvSpPr txBox="1"/>
          <p:nvPr/>
        </p:nvSpPr>
        <p:spPr>
          <a:xfrm>
            <a:off x="942975" y="406209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5" name="Text Box 174"/>
          <p:cNvSpPr txBox="1"/>
          <p:nvPr/>
        </p:nvSpPr>
        <p:spPr>
          <a:xfrm>
            <a:off x="942340" y="4714875"/>
            <a:ext cx="527685"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00</a:t>
            </a:r>
            <a:endParaRPr lang="en-US" sz="2200">
              <a:solidFill>
                <a:srgbClr val="00B0F0"/>
              </a:solidFill>
              <a:latin typeface="Alibaba PuHuiTi 3.0 55 Regular" panose="00020600040101010101" charset="-122"/>
              <a:ea typeface="Alibaba PuHuiTi 3.0 55 Regular" panose="00020600040101010101" charset="-122"/>
            </a:endParaRPr>
          </a:p>
        </p:txBody>
      </p:sp>
    </p:spTree>
    <p:custDataLst>
      <p:tags r:id="rId5"/>
    </p:custData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677025" y="390525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6</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241030" y="39439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493760" y="40252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2</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834505" y="359473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7211695" y="264858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7</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4</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740140" y="4114165"/>
            <a:ext cx="23812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862060" y="379539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3</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a:endCxn id="75" idx="2"/>
          </p:cNvCxnSpPr>
          <p:nvPr/>
        </p:nvCxnSpPr>
        <p:spPr>
          <a:xfrm flipV="1">
            <a:off x="735901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675"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6118860" y="390525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3</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6118860" y="419417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2</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6118860" y="446976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6118860" y="470979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6120130" y="2819400"/>
            <a:ext cx="24320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7</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6120130" y="310832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6</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6120130" y="338391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5</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6120130" y="3623945"/>
            <a:ext cx="24320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4</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2" name="Text Box 31"/>
          <p:cNvSpPr txBox="1"/>
          <p:nvPr/>
        </p:nvSpPr>
        <p:spPr>
          <a:xfrm>
            <a:off x="2762885" y="1741805"/>
            <a:ext cx="1002665" cy="429895"/>
          </a:xfrm>
          <a:prstGeom prst="rect">
            <a:avLst/>
          </a:prstGeom>
          <a:noFill/>
        </p:spPr>
        <p:txBody>
          <a:bodyPr wrap="square" rtlCol="0">
            <a:noAutofit/>
          </a:bodyPr>
          <a:p>
            <a:pPr algn="l"/>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3" name="Text Box 122"/>
          <p:cNvSpPr txBox="1"/>
          <p:nvPr/>
        </p:nvSpPr>
        <p:spPr>
          <a:xfrm>
            <a:off x="3620135" y="1589405"/>
            <a:ext cx="4845050" cy="108331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两种量化等级需要用几位二进制</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24" name="Picture 123"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2367915" y="1715135"/>
            <a:ext cx="456565" cy="456565"/>
          </a:xfrm>
          <a:prstGeom prst="rect">
            <a:avLst/>
          </a:prstGeom>
        </p:spPr>
      </p:pic>
      <p:sp>
        <p:nvSpPr>
          <p:cNvPr id="6" name="Oval 5"/>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7" name="Straight Connector 6"/>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0" name="Straight Connector 9"/>
          <p:cNvCxnSpPr>
            <a:stCxn id="130"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0" name="Straight Connector 29"/>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25" name="Straight Connector 124"/>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26" name="Straight Connector 125"/>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27" name="Straight Connector 126"/>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128" name="Straight Connector 127"/>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9" name="Text Box 128"/>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130" name="Freeform 129"/>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135" name="Text Box 13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136" name="Text Box 135"/>
          <p:cNvSpPr txBox="1"/>
          <p:nvPr/>
        </p:nvSpPr>
        <p:spPr>
          <a:xfrm>
            <a:off x="1616710" y="3910330"/>
            <a:ext cx="4064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37" name="Oval 136"/>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38" name="Oval 137"/>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39" name="Oval 138"/>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0" name="Oval 139"/>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1" name="Text Box 140"/>
          <p:cNvSpPr txBox="1"/>
          <p:nvPr/>
        </p:nvSpPr>
        <p:spPr>
          <a:xfrm>
            <a:off x="2976245" y="2994025"/>
            <a:ext cx="4445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42" name="Text Box 141"/>
          <p:cNvSpPr txBox="1"/>
          <p:nvPr/>
        </p:nvSpPr>
        <p:spPr>
          <a:xfrm>
            <a:off x="3348990" y="3949065"/>
            <a:ext cx="41719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43" name="Text Box 142"/>
          <p:cNvSpPr txBox="1"/>
          <p:nvPr/>
        </p:nvSpPr>
        <p:spPr>
          <a:xfrm>
            <a:off x="3571240" y="4030345"/>
            <a:ext cx="4051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144" name="Straight Connector 143"/>
          <p:cNvCxnSpPr>
            <a:endCxn id="150"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45" name="Straight Connector 144"/>
          <p:cNvCxnSpPr>
            <a:stCxn id="130"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46" name="Straight Connector 145"/>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47" name="Straight Connector 146"/>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48" name="Straight Connector 147"/>
          <p:cNvCxnSpPr>
            <a:stCxn id="141"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49" name="Straight Connector 148"/>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150" name="Oval 149"/>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1" name="Oval 150"/>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2" name="Oval 151"/>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3" name="Oval 152"/>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4" name="Oval 153"/>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5" name="Text Box 154"/>
          <p:cNvSpPr txBox="1"/>
          <p:nvPr/>
        </p:nvSpPr>
        <p:spPr>
          <a:xfrm>
            <a:off x="1757045" y="3599815"/>
            <a:ext cx="42354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56" name="Text Box 155"/>
          <p:cNvSpPr txBox="1"/>
          <p:nvPr/>
        </p:nvSpPr>
        <p:spPr>
          <a:xfrm>
            <a:off x="2101215" y="2653665"/>
            <a:ext cx="45656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57" name="Text Box 156"/>
          <p:cNvSpPr txBox="1"/>
          <p:nvPr/>
        </p:nvSpPr>
        <p:spPr>
          <a:xfrm>
            <a:off x="2586355" y="2651125"/>
            <a:ext cx="52705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58" name="Text Box 157"/>
          <p:cNvSpPr txBox="1"/>
          <p:nvPr/>
        </p:nvSpPr>
        <p:spPr>
          <a:xfrm>
            <a:off x="3171190" y="3421380"/>
            <a:ext cx="40576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59" name="Text Box 158"/>
          <p:cNvSpPr txBox="1"/>
          <p:nvPr/>
        </p:nvSpPr>
        <p:spPr>
          <a:xfrm>
            <a:off x="3787140" y="4119245"/>
            <a:ext cx="4051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160" name="Text Box 159"/>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161" name="Straight Connector 160"/>
          <p:cNvCxnSpPr>
            <a:endCxn id="137"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2" name="Straight Connector 161"/>
          <p:cNvCxnSpPr/>
          <p:nvPr/>
        </p:nvCxnSpPr>
        <p:spPr>
          <a:xfrm flipV="1">
            <a:off x="247459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3" name="Straight Connector 162"/>
          <p:cNvCxnSpPr>
            <a:stCxn id="151" idx="5"/>
            <a:endCxn id="152"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4" name="Straight Connector 163"/>
          <p:cNvCxnSpPr>
            <a:stCxn id="152" idx="4"/>
            <a:endCxn id="130"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5" name="Straight Connector 164"/>
          <p:cNvCxnSpPr>
            <a:stCxn id="138" idx="5"/>
            <a:endCxn id="153"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6" name="Straight Connector 165"/>
          <p:cNvCxnSpPr>
            <a:stCxn id="153" idx="5"/>
            <a:endCxn id="139"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7" name="Straight Connector 166"/>
          <p:cNvCxnSpPr>
            <a:stCxn id="139" idx="5"/>
            <a:endCxn id="159" idx="2"/>
          </p:cNvCxnSpPr>
          <p:nvPr/>
        </p:nvCxnSpPr>
        <p:spPr>
          <a:xfrm>
            <a:off x="3773805" y="4384675"/>
            <a:ext cx="215900"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8" name="Straight Connector 167"/>
          <p:cNvCxnSpPr>
            <a:stCxn id="154" idx="5"/>
            <a:endCxn id="140"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69" name="Straight Connector 168"/>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70" name="Straight Connector 169"/>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71" name="Straight Connector 170"/>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72" name="Text Box 171"/>
          <p:cNvSpPr txBox="1"/>
          <p:nvPr/>
        </p:nvSpPr>
        <p:spPr>
          <a:xfrm>
            <a:off x="942975" y="275653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3" name="Text Box 172"/>
          <p:cNvSpPr txBox="1"/>
          <p:nvPr/>
        </p:nvSpPr>
        <p:spPr>
          <a:xfrm>
            <a:off x="942975" y="339280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4" name="Text Box 173"/>
          <p:cNvSpPr txBox="1"/>
          <p:nvPr/>
        </p:nvSpPr>
        <p:spPr>
          <a:xfrm>
            <a:off x="942975" y="406209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5" name="Text Box 174"/>
          <p:cNvSpPr txBox="1"/>
          <p:nvPr/>
        </p:nvSpPr>
        <p:spPr>
          <a:xfrm>
            <a:off x="942340" y="4714875"/>
            <a:ext cx="527685"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76" name="Text Box 175"/>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177" name="Text Box 176"/>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78" name="Text Box 177"/>
          <p:cNvSpPr txBox="1"/>
          <p:nvPr/>
        </p:nvSpPr>
        <p:spPr>
          <a:xfrm>
            <a:off x="513080"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4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Tree>
    <p:custDataLst>
      <p:tags r:id="rId5"/>
    </p:custData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616710" y="3910330"/>
            <a:ext cx="4064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4445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41719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571240" y="4030345"/>
            <a:ext cx="4051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757045" y="3599815"/>
            <a:ext cx="42354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101215" y="2653665"/>
            <a:ext cx="45656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52705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40576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787140" y="4119245"/>
            <a:ext cx="4051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p:nvPr/>
        </p:nvCxnSpPr>
        <p:spPr>
          <a:xfrm flipV="1">
            <a:off x="247459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215900"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942975" y="275653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942975" y="339280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942975" y="406209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942340" y="4714875"/>
            <a:ext cx="527685"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414135" y="4089400"/>
            <a:ext cx="52641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59753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199755" y="3867785"/>
            <a:ext cx="49974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360410" y="4003040"/>
            <a:ext cx="49911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578600" y="3594735"/>
            <a:ext cx="4940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6915150" y="2648585"/>
            <a:ext cx="53467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58483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53530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590915" y="4142740"/>
            <a:ext cx="53530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742680" y="3833495"/>
            <a:ext cx="50038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p:nvPr/>
        </p:nvCxnSpPr>
        <p:spPr>
          <a:xfrm flipV="1">
            <a:off x="735139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040" cy="508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5612130" y="3905250"/>
            <a:ext cx="74993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5612130" y="419417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5612130" y="446976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5611495" y="4709795"/>
            <a:ext cx="750570"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000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5612765" y="2819400"/>
            <a:ext cx="750570"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5613400" y="310832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5613400" y="338391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5612765" y="3623945"/>
            <a:ext cx="750570"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100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26" name="Text Box 125"/>
          <p:cNvSpPr txBox="1"/>
          <p:nvPr/>
        </p:nvSpPr>
        <p:spPr>
          <a:xfrm>
            <a:off x="513080"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4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7" name="Text Box 126"/>
          <p:cNvSpPr txBox="1"/>
          <p:nvPr/>
        </p:nvSpPr>
        <p:spPr>
          <a:xfrm>
            <a:off x="5407025"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3</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8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3</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0" name="Text Box 9"/>
          <p:cNvSpPr txBox="1"/>
          <p:nvPr/>
        </p:nvSpPr>
        <p:spPr>
          <a:xfrm>
            <a:off x="2762885" y="1741805"/>
            <a:ext cx="1002665" cy="429895"/>
          </a:xfrm>
          <a:prstGeom prst="rect">
            <a:avLst/>
          </a:prstGeom>
          <a:noFill/>
        </p:spPr>
        <p:txBody>
          <a:bodyPr wrap="square" rtlCol="0">
            <a:noAutofit/>
          </a:bodyPr>
          <a:p>
            <a:pPr algn="l"/>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思考</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30" name="Text Box 29"/>
          <p:cNvSpPr txBox="1"/>
          <p:nvPr/>
        </p:nvSpPr>
        <p:spPr>
          <a:xfrm>
            <a:off x="3620135" y="1589405"/>
            <a:ext cx="4845050" cy="1083310"/>
          </a:xfrm>
          <a:prstGeom prst="rect">
            <a:avLst/>
          </a:prstGeom>
          <a:noFill/>
        </p:spPr>
        <p:txBody>
          <a:bodyPr wrap="square" rtlCol="0">
            <a:noAutofit/>
          </a:bodyPr>
          <a:p>
            <a:pPr>
              <a:lnSpc>
                <a:spcPct val="150000"/>
              </a:lnSpc>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两种量化等级需要用几位二进制</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pic>
        <p:nvPicPr>
          <p:cNvPr id="125" name="Picture 124" descr="思考"/>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2367915" y="1715135"/>
            <a:ext cx="456565" cy="456565"/>
          </a:xfrm>
          <a:prstGeom prst="rect">
            <a:avLst/>
          </a:prstGeom>
        </p:spPr>
      </p:pic>
    </p:spTree>
    <p:custDataLst>
      <p:tags r:id="rId5"/>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500"/>
                                  </p:stCondLst>
                                  <p:childTnLst>
                                    <p:set>
                                      <p:cBhvr>
                                        <p:cTn id="10" dur="1" fill="hold">
                                          <p:stCondLst>
                                            <p:cond delay="0"/>
                                          </p:stCondLst>
                                        </p:cTn>
                                        <p:tgtEl>
                                          <p:spTgt spid="117"/>
                                        </p:tgtEl>
                                        <p:attrNameLst>
                                          <p:attrName>style.visibility</p:attrName>
                                        </p:attrNameLst>
                                      </p:cBhvr>
                                      <p:to>
                                        <p:strVal val="visible"/>
                                      </p:to>
                                    </p:set>
                                  </p:childTnLst>
                                </p:cTn>
                              </p:par>
                              <p:par>
                                <p:cTn id="11" presetID="1" presetClass="entr" presetSubtype="0" fill="hold" grpId="0" nodeType="withEffect">
                                  <p:stCondLst>
                                    <p:cond delay="500"/>
                                  </p:stCondLst>
                                  <p:childTnLst>
                                    <p:set>
                                      <p:cBhvr>
                                        <p:cTn id="12" dur="1" fill="hold">
                                          <p:stCondLst>
                                            <p:cond delay="0"/>
                                          </p:stCondLst>
                                        </p:cTn>
                                        <p:tgtEl>
                                          <p:spTgt spid="116"/>
                                        </p:tgtEl>
                                        <p:attrNameLst>
                                          <p:attrName>style.visibility</p:attrName>
                                        </p:attrNameLst>
                                      </p:cBhvr>
                                      <p:to>
                                        <p:strVal val="visible"/>
                                      </p:to>
                                    </p:set>
                                  </p:childTnLst>
                                </p:cTn>
                              </p:par>
                              <p:par>
                                <p:cTn id="13" presetID="1" presetClass="entr" presetSubtype="0" fill="hold" grpId="0" nodeType="withEffect">
                                  <p:stCondLst>
                                    <p:cond delay="500"/>
                                  </p:stCondLst>
                                  <p:childTnLst>
                                    <p:set>
                                      <p:cBhvr>
                                        <p:cTn id="14" dur="1" fill="hold">
                                          <p:stCondLst>
                                            <p:cond delay="0"/>
                                          </p:stCondLst>
                                        </p:cTn>
                                        <p:tgtEl>
                                          <p:spTgt spid="115"/>
                                        </p:tgtEl>
                                        <p:attrNameLst>
                                          <p:attrName>style.visibility</p:attrName>
                                        </p:attrNameLst>
                                      </p:cBhvr>
                                      <p:to>
                                        <p:strVal val="visible"/>
                                      </p:to>
                                    </p:set>
                                  </p:childTnLst>
                                </p:cTn>
                              </p:par>
                              <p:par>
                                <p:cTn id="15" presetID="1" presetClass="entr" presetSubtype="0" fill="hold" grpId="0" nodeType="withEffect">
                                  <p:stCondLst>
                                    <p:cond delay="500"/>
                                  </p:stCondLst>
                                  <p:childTnLst>
                                    <p:set>
                                      <p:cBhvr>
                                        <p:cTn id="16" dur="1" fill="hold">
                                          <p:stCondLst>
                                            <p:cond delay="0"/>
                                          </p:stCondLst>
                                        </p:cTn>
                                        <p:tgtEl>
                                          <p:spTgt spid="114"/>
                                        </p:tgtEl>
                                        <p:attrNameLst>
                                          <p:attrName>style.visibility</p:attrName>
                                        </p:attrNameLst>
                                      </p:cBhvr>
                                      <p:to>
                                        <p:strVal val="visible"/>
                                      </p:to>
                                    </p:set>
                                  </p:childTnLst>
                                </p:cTn>
                              </p:par>
                              <p:par>
                                <p:cTn id="17" presetID="1" presetClass="entr" presetSubtype="0" fill="hold" grpId="0" nodeType="withEffect">
                                  <p:stCondLst>
                                    <p:cond delay="500"/>
                                  </p:stCondLst>
                                  <p:childTnLst>
                                    <p:set>
                                      <p:cBhvr>
                                        <p:cTn id="18" dur="1" fill="hold">
                                          <p:stCondLst>
                                            <p:cond delay="0"/>
                                          </p:stCondLst>
                                        </p:cTn>
                                        <p:tgtEl>
                                          <p:spTgt spid="134"/>
                                        </p:tgtEl>
                                        <p:attrNameLst>
                                          <p:attrName>style.visibility</p:attrName>
                                        </p:attrNameLst>
                                      </p:cBhvr>
                                      <p:to>
                                        <p:strVal val="visible"/>
                                      </p:to>
                                    </p:set>
                                  </p:childTnLst>
                                </p:cTn>
                              </p:par>
                              <p:par>
                                <p:cTn id="19" presetID="1" presetClass="entr" presetSubtype="0" fill="hold" grpId="0" nodeType="withEffect">
                                  <p:stCondLst>
                                    <p:cond delay="500"/>
                                  </p:stCondLst>
                                  <p:childTnLst>
                                    <p:set>
                                      <p:cBhvr>
                                        <p:cTn id="20" dur="1" fill="hold">
                                          <p:stCondLst>
                                            <p:cond delay="0"/>
                                          </p:stCondLst>
                                        </p:cTn>
                                        <p:tgtEl>
                                          <p:spTgt spid="133"/>
                                        </p:tgtEl>
                                        <p:attrNameLst>
                                          <p:attrName>style.visibility</p:attrName>
                                        </p:attrNameLst>
                                      </p:cBhvr>
                                      <p:to>
                                        <p:strVal val="visible"/>
                                      </p:to>
                                    </p:set>
                                  </p:childTnLst>
                                </p:cTn>
                              </p:par>
                              <p:par>
                                <p:cTn id="21" presetID="1" presetClass="entr" presetSubtype="0" fill="hold" grpId="0" nodeType="withEffect">
                                  <p:stCondLst>
                                    <p:cond delay="500"/>
                                  </p:stCondLst>
                                  <p:childTnLst>
                                    <p:set>
                                      <p:cBhvr>
                                        <p:cTn id="22" dur="1" fill="hold">
                                          <p:stCondLst>
                                            <p:cond delay="0"/>
                                          </p:stCondLst>
                                        </p:cTn>
                                        <p:tgtEl>
                                          <p:spTgt spid="132"/>
                                        </p:tgtEl>
                                        <p:attrNameLst>
                                          <p:attrName>style.visibility</p:attrName>
                                        </p:attrNameLst>
                                      </p:cBhvr>
                                      <p:to>
                                        <p:strVal val="visible"/>
                                      </p:to>
                                    </p:set>
                                  </p:childTnLst>
                                </p:cTn>
                              </p:par>
                              <p:par>
                                <p:cTn id="23" presetID="1" presetClass="entr" presetSubtype="0" fill="hold" grpId="0" nodeType="withEffect">
                                  <p:stCondLst>
                                    <p:cond delay="500"/>
                                  </p:stCondLst>
                                  <p:childTnLst>
                                    <p:set>
                                      <p:cBhvr>
                                        <p:cTn id="24" dur="1" fill="hold">
                                          <p:stCondLst>
                                            <p:cond delay="0"/>
                                          </p:stCondLst>
                                        </p:cTn>
                                        <p:tgtEl>
                                          <p:spTgt spid="13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par>
                                <p:cTn id="29" presetID="1" presetClass="entr" presetSubtype="0" fill="hold" grpId="0" nodeType="withEffect">
                                  <p:stCondLst>
                                    <p:cond delay="500"/>
                                  </p:stCondLst>
                                  <p:childTnLst>
                                    <p:set>
                                      <p:cBhvr>
                                        <p:cTn id="30" dur="1" fill="hold">
                                          <p:stCondLst>
                                            <p:cond delay="0"/>
                                          </p:stCondLst>
                                        </p:cTn>
                                        <p:tgtEl>
                                          <p:spTgt spid="73"/>
                                        </p:tgtEl>
                                        <p:attrNameLst>
                                          <p:attrName>style.visibility</p:attrName>
                                        </p:attrNameLst>
                                      </p:cBhvr>
                                      <p:to>
                                        <p:strVal val="visible"/>
                                      </p:to>
                                    </p:set>
                                  </p:childTnLst>
                                </p:cTn>
                              </p:par>
                              <p:par>
                                <p:cTn id="31" presetID="1" presetClass="entr" presetSubtype="0" fill="hold" grpId="0" nodeType="withEffect">
                                  <p:stCondLst>
                                    <p:cond delay="500"/>
                                  </p:stCondLst>
                                  <p:childTnLst>
                                    <p:set>
                                      <p:cBhvr>
                                        <p:cTn id="32" dur="1" fill="hold">
                                          <p:stCondLst>
                                            <p:cond delay="0"/>
                                          </p:stCondLst>
                                        </p:cTn>
                                        <p:tgtEl>
                                          <p:spTgt spid="74"/>
                                        </p:tgtEl>
                                        <p:attrNameLst>
                                          <p:attrName>style.visibility</p:attrName>
                                        </p:attrNameLst>
                                      </p:cBhvr>
                                      <p:to>
                                        <p:strVal val="visible"/>
                                      </p:to>
                                    </p:set>
                                  </p:childTnLst>
                                </p:cTn>
                              </p:par>
                              <p:par>
                                <p:cTn id="33" presetID="1" presetClass="entr" presetSubtype="0" fill="hold" grpId="0" nodeType="withEffect">
                                  <p:stCondLst>
                                    <p:cond delay="500"/>
                                  </p:stCondLst>
                                  <p:childTnLst>
                                    <p:set>
                                      <p:cBhvr>
                                        <p:cTn id="34" dur="1" fill="hold">
                                          <p:stCondLst>
                                            <p:cond delay="0"/>
                                          </p:stCondLst>
                                        </p:cTn>
                                        <p:tgtEl>
                                          <p:spTgt spid="75"/>
                                        </p:tgtEl>
                                        <p:attrNameLst>
                                          <p:attrName>style.visibility</p:attrName>
                                        </p:attrNameLst>
                                      </p:cBhvr>
                                      <p:to>
                                        <p:strVal val="visible"/>
                                      </p:to>
                                    </p:set>
                                  </p:childTnLst>
                                </p:cTn>
                              </p:par>
                              <p:par>
                                <p:cTn id="35" presetID="1" presetClass="entr" presetSubtype="0" fill="hold" grpId="0" nodeType="withEffect">
                                  <p:stCondLst>
                                    <p:cond delay="50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50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50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50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500"/>
                                  </p:stCondLst>
                                  <p:childTnLst>
                                    <p:set>
                                      <p:cBhvr>
                                        <p:cTn id="44" dur="1" fill="hold">
                                          <p:stCondLst>
                                            <p:cond delay="0"/>
                                          </p:stCondLst>
                                        </p:cTn>
                                        <p:tgtEl>
                                          <p:spTgt spid="77"/>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p:bldP spid="115" grpId="0"/>
      <p:bldP spid="116" grpId="0"/>
      <p:bldP spid="131" grpId="0"/>
      <p:bldP spid="132" grpId="0"/>
      <p:bldP spid="133" grpId="0"/>
      <p:bldP spid="134" grpId="0"/>
      <p:bldP spid="117" grpId="0"/>
      <p:bldP spid="47" grpId="0"/>
      <p:bldP spid="59" grpId="0"/>
      <p:bldP spid="60" grpId="0"/>
      <p:bldP spid="61" grpId="0"/>
      <p:bldP spid="73" grpId="0"/>
      <p:bldP spid="74" grpId="0"/>
      <p:bldP spid="75" grpId="0"/>
      <p:bldP spid="76" grpId="0"/>
      <p:bldP spid="77" grpId="0"/>
      <p:bldP spid="78" grpId="0"/>
      <p:bldP spid="12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3" name="Text Box 122"/>
          <p:cNvSpPr txBox="1"/>
          <p:nvPr/>
        </p:nvSpPr>
        <p:spPr>
          <a:xfrm>
            <a:off x="2768600" y="1589405"/>
            <a:ext cx="5998845" cy="1083310"/>
          </a:xfrm>
          <a:prstGeom prst="rect">
            <a:avLst/>
          </a:prstGeom>
          <a:noFill/>
        </p:spPr>
        <p:txBody>
          <a:bodyPr wrap="square" rtlCol="0">
            <a:noAutofit/>
          </a:bodyPr>
          <a:p>
            <a:pPr indent="0">
              <a:lnSpc>
                <a:spcPct val="15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量化位数</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表示量化值的二进制位数</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2.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量化</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Quantization</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2" name="Oval 11"/>
          <p:cNvSpPr/>
          <p:nvPr/>
        </p:nvSpPr>
        <p:spPr>
          <a:xfrm>
            <a:off x="1926590" y="419798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3" name="Straight Connector 12"/>
          <p:cNvCxnSpPr/>
          <p:nvPr/>
        </p:nvCxnSpPr>
        <p:spPr>
          <a:xfrm>
            <a:off x="1974850" y="427164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5" name="Straight Connector 14"/>
          <p:cNvCxnSpPr>
            <a:stCxn id="36" idx="31"/>
          </p:cNvCxnSpPr>
          <p:nvPr/>
        </p:nvCxnSpPr>
        <p:spPr>
          <a:xfrm flipH="1">
            <a:off x="3222625" y="372618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16" name="Straight Connector 15"/>
          <p:cNvCxnSpPr/>
          <p:nvPr/>
        </p:nvCxnSpPr>
        <p:spPr>
          <a:xfrm>
            <a:off x="3721735" y="439864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3971290" y="444881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4220845" y="418084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1600200" y="222504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flipH="1">
            <a:off x="1598930" y="4977130"/>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33" name="Text Box 32"/>
          <p:cNvSpPr txBox="1"/>
          <p:nvPr/>
        </p:nvSpPr>
        <p:spPr>
          <a:xfrm>
            <a:off x="4463415" y="504634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36" name="Freeform 35"/>
          <p:cNvSpPr/>
          <p:nvPr/>
        </p:nvSpPr>
        <p:spPr>
          <a:xfrm>
            <a:off x="1815465" y="295592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5" name="Text Box 44"/>
          <p:cNvSpPr txBox="1"/>
          <p:nvPr/>
        </p:nvSpPr>
        <p:spPr>
          <a:xfrm>
            <a:off x="1757045" y="504634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8" name="Text Box 47"/>
          <p:cNvSpPr txBox="1"/>
          <p:nvPr/>
        </p:nvSpPr>
        <p:spPr>
          <a:xfrm>
            <a:off x="1616710" y="3910330"/>
            <a:ext cx="4064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8" name="Oval 7"/>
          <p:cNvSpPr/>
          <p:nvPr/>
        </p:nvSpPr>
        <p:spPr>
          <a:xfrm>
            <a:off x="2417445" y="293941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Oval 8"/>
          <p:cNvSpPr/>
          <p:nvPr/>
        </p:nvSpPr>
        <p:spPr>
          <a:xfrm>
            <a:off x="3193415" y="368427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1" name="Oval 50"/>
          <p:cNvSpPr/>
          <p:nvPr/>
        </p:nvSpPr>
        <p:spPr>
          <a:xfrm>
            <a:off x="3691255" y="430212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2" name="Oval 51"/>
          <p:cNvSpPr/>
          <p:nvPr/>
        </p:nvSpPr>
        <p:spPr>
          <a:xfrm>
            <a:off x="4174490" y="40843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4" name="Text Box 53"/>
          <p:cNvSpPr txBox="1"/>
          <p:nvPr/>
        </p:nvSpPr>
        <p:spPr>
          <a:xfrm>
            <a:off x="2976245" y="2994025"/>
            <a:ext cx="4445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5" name="Text Box 54"/>
          <p:cNvSpPr txBox="1"/>
          <p:nvPr/>
        </p:nvSpPr>
        <p:spPr>
          <a:xfrm>
            <a:off x="3348990" y="3949065"/>
            <a:ext cx="41719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56" name="Text Box 55"/>
          <p:cNvSpPr txBox="1"/>
          <p:nvPr/>
        </p:nvSpPr>
        <p:spPr>
          <a:xfrm>
            <a:off x="3571240" y="4030345"/>
            <a:ext cx="4051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58" name="Straight Connector 57"/>
          <p:cNvCxnSpPr>
            <a:endCxn id="84" idx="3"/>
          </p:cNvCxnSpPr>
          <p:nvPr/>
        </p:nvCxnSpPr>
        <p:spPr>
          <a:xfrm flipV="1">
            <a:off x="1974850" y="375729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79" name="Straight Connector 78"/>
          <p:cNvCxnSpPr>
            <a:stCxn id="36" idx="8"/>
          </p:cNvCxnSpPr>
          <p:nvPr/>
        </p:nvCxnSpPr>
        <p:spPr>
          <a:xfrm>
            <a:off x="2216150" y="368427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0" name="Straight Connector 79"/>
          <p:cNvCxnSpPr/>
          <p:nvPr/>
        </p:nvCxnSpPr>
        <p:spPr>
          <a:xfrm>
            <a:off x="2473960" y="298323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1" name="Straight Connector 80"/>
          <p:cNvCxnSpPr/>
          <p:nvPr/>
        </p:nvCxnSpPr>
        <p:spPr>
          <a:xfrm>
            <a:off x="2723515" y="297878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2" name="Straight Connector 81"/>
          <p:cNvCxnSpPr>
            <a:stCxn id="54" idx="1"/>
          </p:cNvCxnSpPr>
          <p:nvPr/>
        </p:nvCxnSpPr>
        <p:spPr>
          <a:xfrm flipH="1">
            <a:off x="2973070" y="313817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83" name="Straight Connector 82"/>
          <p:cNvCxnSpPr/>
          <p:nvPr/>
        </p:nvCxnSpPr>
        <p:spPr>
          <a:xfrm>
            <a:off x="3472180" y="424434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84" name="Oval 83"/>
          <p:cNvSpPr/>
          <p:nvPr/>
        </p:nvSpPr>
        <p:spPr>
          <a:xfrm>
            <a:off x="2160270" y="36747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5" name="Oval 84"/>
          <p:cNvSpPr/>
          <p:nvPr/>
        </p:nvSpPr>
        <p:spPr>
          <a:xfrm>
            <a:off x="2675255" y="29089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6" name="Oval 85"/>
          <p:cNvSpPr/>
          <p:nvPr/>
        </p:nvSpPr>
        <p:spPr>
          <a:xfrm>
            <a:off x="2941320" y="308991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7" name="Oval 86"/>
          <p:cNvSpPr/>
          <p:nvPr/>
        </p:nvSpPr>
        <p:spPr>
          <a:xfrm>
            <a:off x="3421380" y="41808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8" name="Oval 87"/>
          <p:cNvSpPr/>
          <p:nvPr/>
        </p:nvSpPr>
        <p:spPr>
          <a:xfrm>
            <a:off x="3936365" y="436372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9" name="Text Box 88"/>
          <p:cNvSpPr txBox="1"/>
          <p:nvPr/>
        </p:nvSpPr>
        <p:spPr>
          <a:xfrm>
            <a:off x="1757045" y="3599815"/>
            <a:ext cx="42354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0" name="Text Box 89"/>
          <p:cNvSpPr txBox="1"/>
          <p:nvPr/>
        </p:nvSpPr>
        <p:spPr>
          <a:xfrm>
            <a:off x="2101215" y="2653665"/>
            <a:ext cx="45656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1" name="Text Box 90"/>
          <p:cNvSpPr txBox="1"/>
          <p:nvPr/>
        </p:nvSpPr>
        <p:spPr>
          <a:xfrm>
            <a:off x="2586355" y="2651125"/>
            <a:ext cx="52705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2" name="Text Box 91"/>
          <p:cNvSpPr txBox="1"/>
          <p:nvPr/>
        </p:nvSpPr>
        <p:spPr>
          <a:xfrm>
            <a:off x="3171190" y="3421380"/>
            <a:ext cx="40576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3" name="Text Box 92"/>
          <p:cNvSpPr txBox="1"/>
          <p:nvPr/>
        </p:nvSpPr>
        <p:spPr>
          <a:xfrm>
            <a:off x="3787140" y="4119245"/>
            <a:ext cx="4051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95" name="Text Box 94"/>
          <p:cNvSpPr txBox="1"/>
          <p:nvPr/>
        </p:nvSpPr>
        <p:spPr>
          <a:xfrm>
            <a:off x="3970020" y="3800475"/>
            <a:ext cx="43180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8" name="Straight Connector 97"/>
          <p:cNvCxnSpPr>
            <a:endCxn id="8" idx="2"/>
          </p:cNvCxnSpPr>
          <p:nvPr/>
        </p:nvCxnSpPr>
        <p:spPr>
          <a:xfrm flipV="1">
            <a:off x="2224405" y="298767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9" name="Straight Connector 98"/>
          <p:cNvCxnSpPr/>
          <p:nvPr/>
        </p:nvCxnSpPr>
        <p:spPr>
          <a:xfrm flipV="1">
            <a:off x="2474595" y="293878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0" name="Straight Connector 99"/>
          <p:cNvCxnSpPr>
            <a:stCxn id="85" idx="5"/>
            <a:endCxn id="86" idx="2"/>
          </p:cNvCxnSpPr>
          <p:nvPr/>
        </p:nvCxnSpPr>
        <p:spPr>
          <a:xfrm>
            <a:off x="2757805" y="299148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1" name="Straight Connector 100"/>
          <p:cNvCxnSpPr>
            <a:stCxn id="86" idx="4"/>
            <a:endCxn id="36" idx="31"/>
          </p:cNvCxnSpPr>
          <p:nvPr/>
        </p:nvCxnSpPr>
        <p:spPr>
          <a:xfrm>
            <a:off x="2989580" y="318643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2" name="Straight Connector 101"/>
          <p:cNvCxnSpPr>
            <a:stCxn id="9" idx="5"/>
            <a:endCxn id="87" idx="1"/>
          </p:cNvCxnSpPr>
          <p:nvPr/>
        </p:nvCxnSpPr>
        <p:spPr>
          <a:xfrm>
            <a:off x="3275965" y="376682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3" name="Straight Connector 102"/>
          <p:cNvCxnSpPr>
            <a:stCxn id="87" idx="5"/>
            <a:endCxn id="51" idx="2"/>
          </p:cNvCxnSpPr>
          <p:nvPr/>
        </p:nvCxnSpPr>
        <p:spPr>
          <a:xfrm>
            <a:off x="3503930" y="426339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4" name="Straight Connector 103"/>
          <p:cNvCxnSpPr>
            <a:stCxn id="51" idx="5"/>
            <a:endCxn id="93" idx="2"/>
          </p:cNvCxnSpPr>
          <p:nvPr/>
        </p:nvCxnSpPr>
        <p:spPr>
          <a:xfrm>
            <a:off x="3773805" y="4384675"/>
            <a:ext cx="215900" cy="222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5" name="Straight Connector 104"/>
          <p:cNvCxnSpPr>
            <a:stCxn id="88" idx="5"/>
            <a:endCxn id="52" idx="2"/>
          </p:cNvCxnSpPr>
          <p:nvPr/>
        </p:nvCxnSpPr>
        <p:spPr>
          <a:xfrm flipV="1">
            <a:off x="4018915" y="413258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 name="Straight Connector 4"/>
          <p:cNvCxnSpPr/>
          <p:nvPr/>
        </p:nvCxnSpPr>
        <p:spPr>
          <a:xfrm>
            <a:off x="1616710" y="431419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1616710" y="298831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1616710" y="365125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6" name="Text Box 25"/>
          <p:cNvSpPr txBox="1"/>
          <p:nvPr/>
        </p:nvSpPr>
        <p:spPr>
          <a:xfrm>
            <a:off x="942975" y="275653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8" name="Text Box 27"/>
          <p:cNvSpPr txBox="1"/>
          <p:nvPr/>
        </p:nvSpPr>
        <p:spPr>
          <a:xfrm>
            <a:off x="942975" y="339280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29" name="Text Box 28"/>
          <p:cNvSpPr txBox="1"/>
          <p:nvPr/>
        </p:nvSpPr>
        <p:spPr>
          <a:xfrm>
            <a:off x="942975" y="4062095"/>
            <a:ext cx="527050"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1" name="Text Box 30"/>
          <p:cNvSpPr txBox="1"/>
          <p:nvPr/>
        </p:nvSpPr>
        <p:spPr>
          <a:xfrm>
            <a:off x="942340" y="4714875"/>
            <a:ext cx="527685" cy="429895"/>
          </a:xfrm>
          <a:prstGeom prst="rect">
            <a:avLst/>
          </a:prstGeom>
          <a:noFill/>
        </p:spPr>
        <p:txBody>
          <a:bodyPr wrap="square" rtlCol="0">
            <a:noAutofit/>
          </a:bodyPr>
          <a:p>
            <a:pPr algn="l"/>
            <a:r>
              <a:rPr lang="en-US" sz="2200">
                <a:solidFill>
                  <a:srgbClr val="00B0F0"/>
                </a:solidFill>
                <a:latin typeface="Alibaba PuHuiTi 3.0 55 Regular" panose="00020600040101010101" charset="-122"/>
                <a:ea typeface="Alibaba PuHuiTi 3.0 55 Regular" panose="00020600040101010101" charset="-122"/>
              </a:rPr>
              <a:t>00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3" name="Text Box 2"/>
          <p:cNvSpPr txBox="1"/>
          <p:nvPr/>
        </p:nvSpPr>
        <p:spPr>
          <a:xfrm>
            <a:off x="1835785"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4</a:t>
            </a:r>
            <a:endParaRPr lang="en-US" altLang="zh-CN" sz="2200">
              <a:latin typeface="Alibaba PuHuiTi 3.0 55 Regular" panose="00020600040101010101" charset="-122"/>
              <a:ea typeface="Alibaba PuHuiTi 3.0 55 Regular" panose="00020600040101010101" charset="-122"/>
            </a:endParaRPr>
          </a:p>
        </p:txBody>
      </p:sp>
      <p:sp>
        <p:nvSpPr>
          <p:cNvPr id="4" name="Text Box 3"/>
          <p:cNvSpPr txBox="1"/>
          <p:nvPr/>
        </p:nvSpPr>
        <p:spPr>
          <a:xfrm>
            <a:off x="448945" y="222504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11" name="Oval 10"/>
          <p:cNvSpPr/>
          <p:nvPr/>
        </p:nvSpPr>
        <p:spPr>
          <a:xfrm>
            <a:off x="6818630" y="419290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6866890" y="4266565"/>
            <a:ext cx="0" cy="73977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8114665" y="3721100"/>
            <a:ext cx="10795" cy="123444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8613775" y="4393565"/>
            <a:ext cx="0" cy="57023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8863330" y="4443730"/>
            <a:ext cx="0" cy="56324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9112885" y="4175760"/>
            <a:ext cx="0" cy="83121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6492240" y="2219960"/>
            <a:ext cx="0" cy="274320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6490970" y="4970145"/>
            <a:ext cx="312737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5340985" y="2219960"/>
            <a:ext cx="1130300" cy="429895"/>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9355455" y="5041265"/>
            <a:ext cx="88773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6707505" y="2950845"/>
            <a:ext cx="2518410" cy="1645285"/>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6649085" y="5041265"/>
            <a:ext cx="296926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6414135" y="4089400"/>
            <a:ext cx="52641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7309485" y="293433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8085455" y="367919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8583295" y="429704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9066530" y="40792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7868285" y="2988945"/>
            <a:ext cx="59753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8199755" y="3867785"/>
            <a:ext cx="49974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8360410" y="4003040"/>
            <a:ext cx="49911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6866890" y="3752215"/>
            <a:ext cx="199390" cy="5207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7108190" y="3679190"/>
            <a:ext cx="8255" cy="13271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7366000" y="2978150"/>
            <a:ext cx="0" cy="20281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7615555" y="2973705"/>
            <a:ext cx="0" cy="203263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7865110" y="3133090"/>
            <a:ext cx="3175" cy="18732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8364220" y="4239260"/>
            <a:ext cx="0" cy="76708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7052310" y="366966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7567295" y="2903855"/>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7833360" y="308483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8313420" y="417576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8828405" y="4358640"/>
            <a:ext cx="96520" cy="96520"/>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6578600" y="3594735"/>
            <a:ext cx="49403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6915150" y="2648585"/>
            <a:ext cx="53467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7478395" y="2646045"/>
            <a:ext cx="58483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8063230" y="3416300"/>
            <a:ext cx="53530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8590915" y="4142740"/>
            <a:ext cx="535305"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8742680" y="3833495"/>
            <a:ext cx="500380" cy="287655"/>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7116445" y="2982595"/>
            <a:ext cx="193040" cy="6965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p:nvPr/>
        </p:nvCxnSpPr>
        <p:spPr>
          <a:xfrm flipV="1">
            <a:off x="7351395" y="2933700"/>
            <a:ext cx="238760" cy="3492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7649845" y="2986405"/>
            <a:ext cx="183515" cy="14668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7881620" y="3181350"/>
            <a:ext cx="243840" cy="5397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8168005" y="3761740"/>
            <a:ext cx="159385" cy="4279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8395970" y="4258310"/>
            <a:ext cx="187325" cy="8699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8665845" y="4379595"/>
            <a:ext cx="193040" cy="5080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8910955" y="4127500"/>
            <a:ext cx="155575" cy="31369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6508750" y="355092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6508750" y="2983230"/>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6508750" y="3267075"/>
            <a:ext cx="94615"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5612130" y="3905250"/>
            <a:ext cx="749935"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5612130" y="419417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5612130" y="446976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5611495" y="4709795"/>
            <a:ext cx="750570"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000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8" name="Text Box 117"/>
          <p:cNvSpPr txBox="1"/>
          <p:nvPr/>
        </p:nvSpPr>
        <p:spPr>
          <a:xfrm>
            <a:off x="6681470" y="5603240"/>
            <a:ext cx="1937385"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量化等级为</a:t>
            </a:r>
            <a:r>
              <a:rPr lang="en-US" altLang="zh-CN" sz="2200">
                <a:latin typeface="Alibaba PuHuiTi 3.0 55 Regular" panose="00020600040101010101" charset="-122"/>
                <a:ea typeface="Alibaba PuHuiTi 3.0 55 Regular" panose="00020600040101010101" charset="-122"/>
              </a:rPr>
              <a:t>8</a:t>
            </a:r>
            <a:endParaRPr lang="en-US" altLang="zh-CN" sz="2200">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6508750" y="383476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6508750" y="411861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6508750" y="4379595"/>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6508750" y="4686300"/>
            <a:ext cx="10287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5612765" y="2819400"/>
            <a:ext cx="750570" cy="42545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5613400" y="310832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5613400" y="3383915"/>
            <a:ext cx="749935"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5612765" y="3623945"/>
            <a:ext cx="750570" cy="429895"/>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100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26" name="Text Box 125"/>
          <p:cNvSpPr txBox="1"/>
          <p:nvPr/>
        </p:nvSpPr>
        <p:spPr>
          <a:xfrm>
            <a:off x="513080"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4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127" name="Text Box 126"/>
          <p:cNvSpPr txBox="1"/>
          <p:nvPr/>
        </p:nvSpPr>
        <p:spPr>
          <a:xfrm>
            <a:off x="5407025" y="5139690"/>
            <a:ext cx="1300480" cy="429895"/>
          </a:xfrm>
          <a:prstGeom prst="rect">
            <a:avLst/>
          </a:prstGeom>
          <a:noFill/>
        </p:spPr>
        <p:txBody>
          <a:bodyPr wrap="square" rtlCol="0">
            <a:noAutofit/>
          </a:bodyPr>
          <a:p>
            <a:pPr algn="l"/>
            <a:r>
              <a:rPr lang="en-US" altLang="zh-CN"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3</a:t>
            </a:r>
            <a:r>
              <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位二进制数</a:t>
            </a:r>
            <a:endParaRPr lang="zh-CN" altLang="en-US" sz="1400" b="1">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a:p>
            <a:pPr algn="l"/>
            <a:r>
              <a:rPr lang="en-US" altLang="zh-CN" sz="1400" b="1">
                <a:solidFill>
                  <a:schemeClr val="tx1"/>
                </a:solidFill>
                <a:latin typeface="Alibaba PuHuiTi 3.0 85 Bold" panose="00020600040101010101" charset="-122"/>
                <a:ea typeface="Alibaba PuHuiTi 3.0 85 Bold" panose="00020600040101010101" charset="-122"/>
                <a:cs typeface="Alibaba PuHuiTi 3.0 85 Bold" panose="00020600040101010101" charset="-122"/>
              </a:rPr>
              <a:t>8 = 2</a:t>
            </a:r>
            <a:r>
              <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rPr>
              <a:t>3</a:t>
            </a:r>
            <a:endParaRPr lang="en-US" altLang="zh-CN" sz="1400" b="1" baseline="30000">
              <a:solidFill>
                <a:srgbClr val="00B0F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6" name="Text Box 5"/>
          <p:cNvSpPr txBox="1"/>
          <p:nvPr/>
        </p:nvSpPr>
        <p:spPr>
          <a:xfrm>
            <a:off x="163195" y="5476240"/>
            <a:ext cx="1812290" cy="570865"/>
          </a:xfrm>
          <a:prstGeom prst="rect">
            <a:avLst/>
          </a:prstGeom>
          <a:noFill/>
        </p:spPr>
        <p:txBody>
          <a:bodyPr wrap="square" rtlCol="0">
            <a:noAutofit/>
          </a:bodyPr>
          <a:p>
            <a:pPr indent="0">
              <a:lnSpc>
                <a:spcPct val="15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量化位数为</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2</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7" name="Text Box 6"/>
          <p:cNvSpPr txBox="1"/>
          <p:nvPr/>
        </p:nvSpPr>
        <p:spPr>
          <a:xfrm>
            <a:off x="5006340" y="5462270"/>
            <a:ext cx="1812290" cy="570865"/>
          </a:xfrm>
          <a:prstGeom prst="rect">
            <a:avLst/>
          </a:prstGeom>
          <a:noFill/>
        </p:spPr>
        <p:txBody>
          <a:bodyPr wrap="square" rtlCol="0">
            <a:noAutofit/>
          </a:bodyPr>
          <a:p>
            <a:pPr indent="0">
              <a:lnSpc>
                <a:spcPct val="15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量化位数为</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3</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
        <p:nvSpPr>
          <p:cNvPr id="30" name="Text Box 29"/>
          <p:cNvSpPr txBox="1"/>
          <p:nvPr/>
        </p:nvSpPr>
        <p:spPr>
          <a:xfrm>
            <a:off x="5002530" y="6044565"/>
            <a:ext cx="7189470" cy="570865"/>
          </a:xfrm>
          <a:prstGeom prst="rect">
            <a:avLst/>
          </a:prstGeom>
          <a:noFill/>
        </p:spPr>
        <p:txBody>
          <a:bodyPr wrap="square" rtlCol="0">
            <a:noAutofit/>
          </a:bodyPr>
          <a:p>
            <a:pPr indent="0">
              <a:lnSpc>
                <a:spcPct val="10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量化位数越多</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声音越接近原始信号</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音频的质量越好</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但存储的容量也越大</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3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一个关于量化等级的类比</a:t>
            </a:r>
            <a:r>
              <a:rPr lang="en-US" altLang="zh-CN"/>
              <a:t>：</a:t>
            </a:r>
            <a:r>
              <a:rPr lang="zh-CN" altLang="en-US"/>
              <a:t>“成绩分</a:t>
            </a:r>
            <a:r>
              <a:rPr lang="zh-CN" altLang="en-US"/>
              <a:t>等级”</a:t>
            </a:r>
            <a:endParaRPr lang="zh-CN" altLang="en-US"/>
          </a:p>
        </p:txBody>
      </p:sp>
      <p:graphicFrame>
        <p:nvGraphicFramePr>
          <p:cNvPr id="4" name="Content Placeholder 3"/>
          <p:cNvGraphicFramePr/>
          <p:nvPr>
            <p:ph idx="1"/>
            <p:custDataLst>
              <p:tags r:id="rId2"/>
            </p:custDataLst>
          </p:nvPr>
        </p:nvGraphicFramePr>
        <p:xfrm>
          <a:off x="6170295" y="2014220"/>
          <a:ext cx="2650490" cy="1520190"/>
        </p:xfrm>
        <a:graphic>
          <a:graphicData uri="http://schemas.openxmlformats.org/drawingml/2006/table">
            <a:tbl>
              <a:tblPr firstRow="1">
                <a:tableStyleId>{2CD59E38-F5E1-4D73-BE46-D8D288EA628F}</a:tableStyleId>
              </a:tblPr>
              <a:tblGrid>
                <a:gridCol w="1325245"/>
                <a:gridCol w="1325245"/>
              </a:tblGrid>
              <a:tr h="377190">
                <a:tc>
                  <a:txBody>
                    <a:bodyPr/>
                    <a:p>
                      <a:pPr>
                        <a:buNone/>
                      </a:pPr>
                      <a:r>
                        <a:rPr lang="zh-CN" altLang="en-US"/>
                        <a:t>分数</a:t>
                      </a:r>
                      <a:endParaRPr lang="zh-CN" altLang="en-US"/>
                    </a:p>
                  </a:txBody>
                  <a:tcPr/>
                </a:tc>
                <a:tc>
                  <a:txBody>
                    <a:bodyPr/>
                    <a:p>
                      <a:pPr>
                        <a:buNone/>
                      </a:pPr>
                      <a:r>
                        <a:rPr lang="zh-CN" altLang="en-US"/>
                        <a:t>等级</a:t>
                      </a:r>
                      <a:endParaRPr lang="zh-CN" altLang="en-US"/>
                    </a:p>
                  </a:txBody>
                  <a:tcPr/>
                </a:tc>
              </a:tr>
              <a:tr h="381000">
                <a:tc>
                  <a:txBody>
                    <a:bodyPr/>
                    <a:p>
                      <a:pPr>
                        <a:buNone/>
                      </a:pPr>
                      <a:r>
                        <a:rPr lang="en-US"/>
                        <a:t>80</a:t>
                      </a:r>
                      <a:endParaRPr lang="en-US"/>
                    </a:p>
                  </a:txBody>
                  <a:tcPr/>
                </a:tc>
                <a:tc>
                  <a:txBody>
                    <a:bodyPr/>
                    <a:p>
                      <a:pPr>
                        <a:buNone/>
                      </a:pPr>
                      <a:r>
                        <a:rPr lang="en-US"/>
                        <a:t>B</a:t>
                      </a:r>
                      <a:endParaRPr lang="en-US"/>
                    </a:p>
                  </a:txBody>
                  <a:tcPr/>
                </a:tc>
              </a:tr>
              <a:tr h="381000">
                <a:tc>
                  <a:txBody>
                    <a:bodyPr/>
                    <a:p>
                      <a:pPr>
                        <a:buNone/>
                      </a:pPr>
                      <a:r>
                        <a:rPr lang="en-US"/>
                        <a:t>60</a:t>
                      </a:r>
                      <a:endParaRPr lang="en-US"/>
                    </a:p>
                  </a:txBody>
                  <a:tcPr/>
                </a:tc>
                <a:tc>
                  <a:txBody>
                    <a:bodyPr/>
                    <a:p>
                      <a:pPr>
                        <a:buNone/>
                      </a:pPr>
                      <a:r>
                        <a:rPr lang="en-US"/>
                        <a:t>B</a:t>
                      </a:r>
                      <a:endParaRPr lang="en-US"/>
                    </a:p>
                  </a:txBody>
                  <a:tcPr/>
                </a:tc>
              </a:tr>
              <a:tr h="381000">
                <a:tc>
                  <a:txBody>
                    <a:bodyPr/>
                    <a:p>
                      <a:pPr>
                        <a:buNone/>
                      </a:pPr>
                      <a:r>
                        <a:rPr lang="en-US"/>
                        <a:t>...</a:t>
                      </a:r>
                      <a:endParaRPr lang="en-US"/>
                    </a:p>
                  </a:txBody>
                  <a:tcPr/>
                </a:tc>
                <a:tc>
                  <a:txBody>
                    <a:bodyPr/>
                    <a:p>
                      <a:pPr>
                        <a:buNone/>
                      </a:pPr>
                      <a:r>
                        <a:rPr lang="en-US" sz="1800">
                          <a:sym typeface="+mn-ea"/>
                        </a:rPr>
                        <a:t>...</a:t>
                      </a:r>
                      <a:endParaRPr lang="en-US"/>
                    </a:p>
                  </a:txBody>
                  <a:tcPr/>
                </a:tc>
              </a:tr>
            </a:tbl>
          </a:graphicData>
        </a:graphic>
      </p:graphicFrame>
      <p:sp>
        <p:nvSpPr>
          <p:cNvPr id="5" name="Text Box 4"/>
          <p:cNvSpPr txBox="1"/>
          <p:nvPr/>
        </p:nvSpPr>
        <p:spPr>
          <a:xfrm>
            <a:off x="2826385" y="1713865"/>
            <a:ext cx="2488565" cy="174307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方案</a:t>
            </a:r>
            <a:r>
              <a:rPr lang="en-US" altLang="zh-CN" sz="2200">
                <a:latin typeface="Alibaba PuHuiTi 3.0 55 Regular" panose="00020600040101010101" charset="-122"/>
                <a:ea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rPr>
              <a:t>三个</a:t>
            </a:r>
            <a:r>
              <a:rPr lang="zh-CN" altLang="en-US" sz="2200">
                <a:latin typeface="Alibaba PuHuiTi 3.0 55 Regular" panose="00020600040101010101" charset="-122"/>
                <a:ea typeface="Alibaba PuHuiTi 3.0 55 Regular" panose="00020600040101010101" charset="-122"/>
              </a:rPr>
              <a:t>等级</a:t>
            </a:r>
            <a:endParaRPr lang="zh-CN" altLang="en-US"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A: 90 ~ 100</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B: 60 ~ 89</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C: 60</a:t>
            </a:r>
            <a:r>
              <a:rPr lang="zh-CN" altLang="en-US" sz="2200">
                <a:latin typeface="Alibaba PuHuiTi 3.0 55 Regular" panose="00020600040101010101" charset="-122"/>
                <a:ea typeface="Alibaba PuHuiTi 3.0 55 Regular" panose="00020600040101010101" charset="-122"/>
              </a:rPr>
              <a:t>分一下</a:t>
            </a:r>
            <a:endParaRPr lang="en-US" altLang="zh-CN" sz="2200">
              <a:latin typeface="Alibaba PuHuiTi 3.0 55 Regular" panose="00020600040101010101" charset="-122"/>
              <a:ea typeface="Alibaba PuHuiTi 3.0 55 Regular" panose="00020600040101010101" charset="-122"/>
            </a:endParaRPr>
          </a:p>
          <a:p>
            <a:endParaRPr lang="en-US" altLang="zh-CN" sz="2200">
              <a:latin typeface="Alibaba PuHuiTi 3.0 55 Regular" panose="00020600040101010101" charset="-122"/>
              <a:ea typeface="Alibaba PuHuiTi 3.0 55 Regular" panose="00020600040101010101" charset="-122"/>
            </a:endParaRPr>
          </a:p>
        </p:txBody>
      </p:sp>
      <p:graphicFrame>
        <p:nvGraphicFramePr>
          <p:cNvPr id="6" name="Table 5"/>
          <p:cNvGraphicFramePr/>
          <p:nvPr>
            <p:custDataLst>
              <p:tags r:id="rId3"/>
            </p:custDataLst>
          </p:nvPr>
        </p:nvGraphicFramePr>
        <p:xfrm>
          <a:off x="794385" y="2772410"/>
          <a:ext cx="2650490" cy="1524000"/>
        </p:xfrm>
        <a:graphic>
          <a:graphicData uri="http://schemas.openxmlformats.org/drawingml/2006/table">
            <a:tbl>
              <a:tblPr firstRow="1">
                <a:tableStyleId>{2CD59E38-F5E1-4D73-BE46-D8D288EA628F}</a:tableStyleId>
              </a:tblPr>
              <a:tblGrid>
                <a:gridCol w="1325245"/>
              </a:tblGrid>
              <a:tr h="381000">
                <a:tc>
                  <a:txBody>
                    <a:bodyPr/>
                    <a:p>
                      <a:pPr>
                        <a:buNone/>
                      </a:pPr>
                      <a:r>
                        <a:rPr lang="zh-CN" altLang="en-US"/>
                        <a:t>分数</a:t>
                      </a:r>
                      <a:endParaRPr lang="zh-CN" altLang="en-US"/>
                    </a:p>
                  </a:txBody>
                  <a:tcPr/>
                </a:tc>
              </a:tr>
              <a:tr h="381000">
                <a:tc>
                  <a:txBody>
                    <a:bodyPr/>
                    <a:p>
                      <a:pPr>
                        <a:buNone/>
                      </a:pPr>
                      <a:r>
                        <a:rPr lang="en-US"/>
                        <a:t>80</a:t>
                      </a:r>
                      <a:endParaRPr lang="en-US"/>
                    </a:p>
                  </a:txBody>
                  <a:tcPr/>
                </a:tc>
              </a:tr>
              <a:tr h="381000">
                <a:tc>
                  <a:txBody>
                    <a:bodyPr/>
                    <a:p>
                      <a:pPr>
                        <a:buNone/>
                      </a:pPr>
                      <a:r>
                        <a:rPr lang="en-US"/>
                        <a:t>60</a:t>
                      </a:r>
                      <a:endParaRPr lang="en-US"/>
                    </a:p>
                  </a:txBody>
                  <a:tcPr/>
                </a:tc>
              </a:tr>
              <a:tr h="381000">
                <a:tc>
                  <a:txBody>
                    <a:bodyPr/>
                    <a:p>
                      <a:pPr>
                        <a:buNone/>
                      </a:pPr>
                      <a:r>
                        <a:rPr lang="en-US"/>
                        <a:t>...</a:t>
                      </a:r>
                      <a:endParaRPr lang="en-US"/>
                    </a:p>
                  </a:txBody>
                  <a:tcPr/>
                </a:tc>
              </a:tr>
            </a:tbl>
          </a:graphicData>
        </a:graphic>
      </p:graphicFrame>
      <p:cxnSp>
        <p:nvCxnSpPr>
          <p:cNvPr id="9" name="Straight Connector 8"/>
          <p:cNvCxnSpPr/>
          <p:nvPr/>
        </p:nvCxnSpPr>
        <p:spPr>
          <a:xfrm flipH="1">
            <a:off x="2699385" y="2811780"/>
            <a:ext cx="3224530" cy="72263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24" name="Rectangle 23"/>
          <p:cNvSpPr/>
          <p:nvPr/>
        </p:nvSpPr>
        <p:spPr>
          <a:xfrm>
            <a:off x="6096000" y="2361565"/>
            <a:ext cx="2286635" cy="807720"/>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1" name="Text Box 10"/>
          <p:cNvSpPr txBox="1"/>
          <p:nvPr/>
        </p:nvSpPr>
        <p:spPr>
          <a:xfrm>
            <a:off x="8957310" y="2498090"/>
            <a:ext cx="1797050" cy="429895"/>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区分度</a:t>
            </a:r>
            <a:r>
              <a:rPr lang="zh-CN" altLang="en-US" sz="2200">
                <a:solidFill>
                  <a:srgbClr val="FF0000"/>
                </a:solidFill>
                <a:latin typeface="Alibaba PuHuiTi 3.0 55 Regular" panose="00020600040101010101" charset="-122"/>
                <a:ea typeface="Alibaba PuHuiTi 3.0 55 Regular" panose="00020600040101010101" charset="-122"/>
              </a:rPr>
              <a:t>不够</a:t>
            </a:r>
            <a:endParaRPr lang="zh-CN" altLang="en-US" sz="2200">
              <a:solidFill>
                <a:srgbClr val="FF0000"/>
              </a:solidFill>
              <a:latin typeface="Alibaba PuHuiTi 3.0 55 Regular" panose="00020600040101010101" charset="-122"/>
              <a:ea typeface="Alibaba PuHuiTi 3.0 55 Regular" panose="00020600040101010101" charset="-122"/>
            </a:endParaRPr>
          </a:p>
        </p:txBody>
      </p:sp>
    </p:spTree>
    <p:custDataLst>
      <p:tags r:id="rId4"/>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4" grpId="0" bldLvl="0" animBg="1"/>
      <p:bldP spid="1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一个关于量化等级的类比</a:t>
            </a:r>
            <a:r>
              <a:rPr lang="en-US" altLang="zh-CN"/>
              <a:t>：</a:t>
            </a:r>
            <a:r>
              <a:rPr lang="zh-CN" altLang="en-US"/>
              <a:t>“成绩分</a:t>
            </a:r>
            <a:r>
              <a:rPr lang="zh-CN" altLang="en-US"/>
              <a:t>等级”</a:t>
            </a:r>
            <a:endParaRPr lang="zh-CN" altLang="en-US"/>
          </a:p>
        </p:txBody>
      </p:sp>
      <p:graphicFrame>
        <p:nvGraphicFramePr>
          <p:cNvPr id="4" name="Content Placeholder 3"/>
          <p:cNvGraphicFramePr/>
          <p:nvPr>
            <p:ph idx="1"/>
            <p:custDataLst>
              <p:tags r:id="rId2"/>
            </p:custDataLst>
          </p:nvPr>
        </p:nvGraphicFramePr>
        <p:xfrm>
          <a:off x="6170295" y="2014220"/>
          <a:ext cx="2650490" cy="1520190"/>
        </p:xfrm>
        <a:graphic>
          <a:graphicData uri="http://schemas.openxmlformats.org/drawingml/2006/table">
            <a:tbl>
              <a:tblPr firstRow="1">
                <a:tableStyleId>{2CD59E38-F5E1-4D73-BE46-D8D288EA628F}</a:tableStyleId>
              </a:tblPr>
              <a:tblGrid>
                <a:gridCol w="1325245"/>
                <a:gridCol w="1325245"/>
              </a:tblGrid>
              <a:tr h="377190">
                <a:tc>
                  <a:txBody>
                    <a:bodyPr/>
                    <a:p>
                      <a:pPr>
                        <a:buNone/>
                      </a:pPr>
                      <a:r>
                        <a:rPr lang="zh-CN" altLang="en-US"/>
                        <a:t>分数</a:t>
                      </a:r>
                      <a:endParaRPr lang="zh-CN" altLang="en-US"/>
                    </a:p>
                  </a:txBody>
                  <a:tcPr/>
                </a:tc>
                <a:tc>
                  <a:txBody>
                    <a:bodyPr/>
                    <a:p>
                      <a:pPr>
                        <a:buNone/>
                      </a:pPr>
                      <a:r>
                        <a:rPr lang="zh-CN" altLang="en-US"/>
                        <a:t>等级</a:t>
                      </a:r>
                      <a:endParaRPr lang="zh-CN" altLang="en-US"/>
                    </a:p>
                  </a:txBody>
                  <a:tcPr/>
                </a:tc>
              </a:tr>
              <a:tr h="381000">
                <a:tc>
                  <a:txBody>
                    <a:bodyPr/>
                    <a:p>
                      <a:pPr>
                        <a:buNone/>
                      </a:pPr>
                      <a:r>
                        <a:rPr lang="en-US"/>
                        <a:t>80</a:t>
                      </a:r>
                      <a:endParaRPr lang="en-US"/>
                    </a:p>
                  </a:txBody>
                  <a:tcPr/>
                </a:tc>
                <a:tc>
                  <a:txBody>
                    <a:bodyPr/>
                    <a:p>
                      <a:pPr>
                        <a:buNone/>
                      </a:pPr>
                      <a:r>
                        <a:rPr lang="en-US"/>
                        <a:t>B</a:t>
                      </a:r>
                      <a:endParaRPr lang="en-US"/>
                    </a:p>
                  </a:txBody>
                  <a:tcPr/>
                </a:tc>
              </a:tr>
              <a:tr h="381000">
                <a:tc>
                  <a:txBody>
                    <a:bodyPr/>
                    <a:p>
                      <a:pPr>
                        <a:buNone/>
                      </a:pPr>
                      <a:r>
                        <a:rPr lang="en-US"/>
                        <a:t>60</a:t>
                      </a:r>
                      <a:endParaRPr lang="en-US"/>
                    </a:p>
                  </a:txBody>
                  <a:tcPr/>
                </a:tc>
                <a:tc>
                  <a:txBody>
                    <a:bodyPr/>
                    <a:p>
                      <a:pPr>
                        <a:buNone/>
                      </a:pPr>
                      <a:r>
                        <a:rPr lang="en-US"/>
                        <a:t>B</a:t>
                      </a:r>
                      <a:endParaRPr lang="en-US"/>
                    </a:p>
                  </a:txBody>
                  <a:tcPr/>
                </a:tc>
              </a:tr>
              <a:tr h="381000">
                <a:tc>
                  <a:txBody>
                    <a:bodyPr/>
                    <a:p>
                      <a:pPr>
                        <a:buNone/>
                      </a:pPr>
                      <a:r>
                        <a:rPr lang="en-US"/>
                        <a:t>...</a:t>
                      </a:r>
                      <a:endParaRPr lang="en-US"/>
                    </a:p>
                  </a:txBody>
                  <a:tcPr/>
                </a:tc>
                <a:tc>
                  <a:txBody>
                    <a:bodyPr/>
                    <a:p>
                      <a:pPr>
                        <a:buNone/>
                      </a:pPr>
                      <a:r>
                        <a:rPr lang="en-US" sz="1800">
                          <a:sym typeface="+mn-ea"/>
                        </a:rPr>
                        <a:t>...</a:t>
                      </a:r>
                      <a:endParaRPr lang="en-US"/>
                    </a:p>
                  </a:txBody>
                  <a:tcPr/>
                </a:tc>
              </a:tr>
            </a:tbl>
          </a:graphicData>
        </a:graphic>
      </p:graphicFrame>
      <p:sp>
        <p:nvSpPr>
          <p:cNvPr id="5" name="Text Box 4"/>
          <p:cNvSpPr txBox="1"/>
          <p:nvPr/>
        </p:nvSpPr>
        <p:spPr>
          <a:xfrm>
            <a:off x="2826385" y="1713865"/>
            <a:ext cx="2488565" cy="174307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方案</a:t>
            </a:r>
            <a:r>
              <a:rPr lang="en-US" altLang="zh-CN" sz="2200">
                <a:latin typeface="Alibaba PuHuiTi 3.0 55 Regular" panose="00020600040101010101" charset="-122"/>
                <a:ea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rPr>
              <a:t>三个</a:t>
            </a:r>
            <a:r>
              <a:rPr lang="zh-CN" altLang="en-US" sz="2200">
                <a:latin typeface="Alibaba PuHuiTi 3.0 55 Regular" panose="00020600040101010101" charset="-122"/>
                <a:ea typeface="Alibaba PuHuiTi 3.0 55 Regular" panose="00020600040101010101" charset="-122"/>
              </a:rPr>
              <a:t>等级</a:t>
            </a:r>
            <a:endParaRPr lang="zh-CN" altLang="en-US"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A: 90 ~ 100</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B: 60 ~ 89</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C: 60</a:t>
            </a:r>
            <a:r>
              <a:rPr lang="zh-CN" altLang="en-US" sz="2200">
                <a:latin typeface="Alibaba PuHuiTi 3.0 55 Regular" panose="00020600040101010101" charset="-122"/>
                <a:ea typeface="Alibaba PuHuiTi 3.0 55 Regular" panose="00020600040101010101" charset="-122"/>
              </a:rPr>
              <a:t>分一下</a:t>
            </a:r>
            <a:endParaRPr lang="en-US" altLang="zh-CN" sz="2200">
              <a:latin typeface="Alibaba PuHuiTi 3.0 55 Regular" panose="00020600040101010101" charset="-122"/>
              <a:ea typeface="Alibaba PuHuiTi 3.0 55 Regular" panose="00020600040101010101" charset="-122"/>
            </a:endParaRPr>
          </a:p>
          <a:p>
            <a:endParaRPr lang="en-US" altLang="zh-CN" sz="2200">
              <a:latin typeface="Alibaba PuHuiTi 3.0 55 Regular" panose="00020600040101010101" charset="-122"/>
              <a:ea typeface="Alibaba PuHuiTi 3.0 55 Regular" panose="00020600040101010101" charset="-122"/>
            </a:endParaRPr>
          </a:p>
        </p:txBody>
      </p:sp>
      <p:graphicFrame>
        <p:nvGraphicFramePr>
          <p:cNvPr id="6" name="Table 5"/>
          <p:cNvGraphicFramePr/>
          <p:nvPr>
            <p:custDataLst>
              <p:tags r:id="rId3"/>
            </p:custDataLst>
          </p:nvPr>
        </p:nvGraphicFramePr>
        <p:xfrm>
          <a:off x="794385" y="2772410"/>
          <a:ext cx="2650490" cy="1524000"/>
        </p:xfrm>
        <a:graphic>
          <a:graphicData uri="http://schemas.openxmlformats.org/drawingml/2006/table">
            <a:tbl>
              <a:tblPr firstRow="1">
                <a:tableStyleId>{2CD59E38-F5E1-4D73-BE46-D8D288EA628F}</a:tableStyleId>
              </a:tblPr>
              <a:tblGrid>
                <a:gridCol w="1325245"/>
              </a:tblGrid>
              <a:tr h="381000">
                <a:tc>
                  <a:txBody>
                    <a:bodyPr/>
                    <a:p>
                      <a:pPr>
                        <a:buNone/>
                      </a:pPr>
                      <a:r>
                        <a:rPr lang="zh-CN" altLang="en-US"/>
                        <a:t>分数</a:t>
                      </a:r>
                      <a:endParaRPr lang="zh-CN" altLang="en-US"/>
                    </a:p>
                  </a:txBody>
                  <a:tcPr/>
                </a:tc>
              </a:tr>
              <a:tr h="381000">
                <a:tc>
                  <a:txBody>
                    <a:bodyPr/>
                    <a:p>
                      <a:pPr>
                        <a:buNone/>
                      </a:pPr>
                      <a:r>
                        <a:rPr lang="en-US"/>
                        <a:t>80</a:t>
                      </a:r>
                      <a:endParaRPr lang="en-US"/>
                    </a:p>
                  </a:txBody>
                  <a:tcPr/>
                </a:tc>
              </a:tr>
              <a:tr h="381000">
                <a:tc>
                  <a:txBody>
                    <a:bodyPr/>
                    <a:p>
                      <a:pPr>
                        <a:buNone/>
                      </a:pPr>
                      <a:r>
                        <a:rPr lang="en-US"/>
                        <a:t>60</a:t>
                      </a:r>
                      <a:endParaRPr lang="en-US"/>
                    </a:p>
                  </a:txBody>
                  <a:tcPr/>
                </a:tc>
              </a:tr>
              <a:tr h="381000">
                <a:tc>
                  <a:txBody>
                    <a:bodyPr/>
                    <a:p>
                      <a:pPr>
                        <a:buNone/>
                      </a:pPr>
                      <a:r>
                        <a:rPr lang="en-US"/>
                        <a:t>...</a:t>
                      </a:r>
                      <a:endParaRPr lang="en-US"/>
                    </a:p>
                  </a:txBody>
                  <a:tcPr/>
                </a:tc>
              </a:tr>
            </a:tbl>
          </a:graphicData>
        </a:graphic>
      </p:graphicFrame>
      <p:cxnSp>
        <p:nvCxnSpPr>
          <p:cNvPr id="9" name="Straight Connector 8"/>
          <p:cNvCxnSpPr/>
          <p:nvPr/>
        </p:nvCxnSpPr>
        <p:spPr>
          <a:xfrm flipH="1">
            <a:off x="2699385" y="2811780"/>
            <a:ext cx="3224530" cy="72263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7" name="Straight Connector 6"/>
          <p:cNvCxnSpPr/>
          <p:nvPr/>
        </p:nvCxnSpPr>
        <p:spPr>
          <a:xfrm flipH="1" flipV="1">
            <a:off x="2699385" y="3996690"/>
            <a:ext cx="3224530" cy="72263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8" name="Text Box 7"/>
          <p:cNvSpPr txBox="1"/>
          <p:nvPr/>
        </p:nvSpPr>
        <p:spPr>
          <a:xfrm>
            <a:off x="2953385" y="4533900"/>
            <a:ext cx="2488565" cy="174307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方案</a:t>
            </a:r>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五个</a:t>
            </a:r>
            <a:r>
              <a:rPr lang="zh-CN" altLang="en-US" sz="2200">
                <a:latin typeface="Alibaba PuHuiTi 3.0 55 Regular" panose="00020600040101010101" charset="-122"/>
                <a:ea typeface="Alibaba PuHuiTi 3.0 55 Regular" panose="00020600040101010101" charset="-122"/>
              </a:rPr>
              <a:t>等级</a:t>
            </a:r>
            <a:endParaRPr lang="zh-CN" altLang="en-US"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A: 90 ~ 100</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B: 80 ～89</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C: 70 ～79</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D: 60 ~ 69</a:t>
            </a:r>
            <a:endParaRPr lang="en-US" altLang="zh-CN" sz="2200">
              <a:latin typeface="Alibaba PuHuiTi 3.0 55 Regular" panose="00020600040101010101" charset="-122"/>
              <a:ea typeface="Alibaba PuHuiTi 3.0 55 Regular" panose="00020600040101010101" charset="-122"/>
            </a:endParaRPr>
          </a:p>
          <a:p>
            <a:r>
              <a:rPr lang="en-US" altLang="zh-CN" sz="2200">
                <a:latin typeface="Alibaba PuHuiTi 3.0 55 Regular" panose="00020600040101010101" charset="-122"/>
                <a:ea typeface="Alibaba PuHuiTi 3.0 55 Regular" panose="00020600040101010101" charset="-122"/>
              </a:rPr>
              <a:t>E: 60</a:t>
            </a:r>
            <a:r>
              <a:rPr lang="zh-CN" altLang="en-US" sz="2200">
                <a:latin typeface="Alibaba PuHuiTi 3.0 55 Regular" panose="00020600040101010101" charset="-122"/>
                <a:ea typeface="Alibaba PuHuiTi 3.0 55 Regular" panose="00020600040101010101" charset="-122"/>
              </a:rPr>
              <a:t>分</a:t>
            </a:r>
            <a:r>
              <a:rPr lang="zh-CN" altLang="en-US" sz="2200">
                <a:latin typeface="Alibaba PuHuiTi 3.0 55 Regular" panose="00020600040101010101" charset="-122"/>
                <a:ea typeface="Alibaba PuHuiTi 3.0 55 Regular" panose="00020600040101010101" charset="-122"/>
              </a:rPr>
              <a:t>以下</a:t>
            </a:r>
            <a:endParaRPr lang="en-US" altLang="zh-CN" sz="2200">
              <a:latin typeface="Alibaba PuHuiTi 3.0 55 Regular" panose="00020600040101010101" charset="-122"/>
              <a:ea typeface="Alibaba PuHuiTi 3.0 55 Regular" panose="00020600040101010101" charset="-122"/>
            </a:endParaRPr>
          </a:p>
          <a:p>
            <a:endParaRPr lang="en-US" altLang="zh-CN" sz="2200">
              <a:latin typeface="Alibaba PuHuiTi 3.0 55 Regular" panose="00020600040101010101" charset="-122"/>
              <a:ea typeface="Alibaba PuHuiTi 3.0 55 Regular" panose="00020600040101010101" charset="-122"/>
            </a:endParaRPr>
          </a:p>
        </p:txBody>
      </p:sp>
      <p:graphicFrame>
        <p:nvGraphicFramePr>
          <p:cNvPr id="10" name="Table 9"/>
          <p:cNvGraphicFramePr/>
          <p:nvPr>
            <p:custDataLst>
              <p:tags r:id="rId4"/>
            </p:custDataLst>
          </p:nvPr>
        </p:nvGraphicFramePr>
        <p:xfrm>
          <a:off x="6170295" y="4112260"/>
          <a:ext cx="2650490" cy="1520190"/>
        </p:xfrm>
        <a:graphic>
          <a:graphicData uri="http://schemas.openxmlformats.org/drawingml/2006/table">
            <a:tbl>
              <a:tblPr firstRow="1">
                <a:tableStyleId>{2CD59E38-F5E1-4D73-BE46-D8D288EA628F}</a:tableStyleId>
              </a:tblPr>
              <a:tblGrid>
                <a:gridCol w="1325245"/>
                <a:gridCol w="1325245"/>
              </a:tblGrid>
              <a:tr h="377190">
                <a:tc>
                  <a:txBody>
                    <a:bodyPr/>
                    <a:p>
                      <a:pPr>
                        <a:buNone/>
                      </a:pPr>
                      <a:r>
                        <a:rPr lang="zh-CN" altLang="en-US"/>
                        <a:t>分数</a:t>
                      </a:r>
                      <a:endParaRPr lang="zh-CN" altLang="en-US"/>
                    </a:p>
                  </a:txBody>
                  <a:tcPr/>
                </a:tc>
                <a:tc>
                  <a:txBody>
                    <a:bodyPr/>
                    <a:p>
                      <a:pPr>
                        <a:buNone/>
                      </a:pPr>
                      <a:r>
                        <a:rPr lang="zh-CN" altLang="en-US"/>
                        <a:t>等级</a:t>
                      </a:r>
                      <a:endParaRPr lang="zh-CN" altLang="en-US"/>
                    </a:p>
                  </a:txBody>
                  <a:tcPr/>
                </a:tc>
              </a:tr>
              <a:tr h="381000">
                <a:tc>
                  <a:txBody>
                    <a:bodyPr/>
                    <a:p>
                      <a:pPr>
                        <a:buNone/>
                      </a:pPr>
                      <a:r>
                        <a:rPr lang="en-US"/>
                        <a:t>80</a:t>
                      </a:r>
                      <a:endParaRPr lang="en-US"/>
                    </a:p>
                  </a:txBody>
                  <a:tcPr/>
                </a:tc>
                <a:tc>
                  <a:txBody>
                    <a:bodyPr/>
                    <a:p>
                      <a:pPr>
                        <a:buNone/>
                      </a:pPr>
                      <a:r>
                        <a:rPr lang="en-US"/>
                        <a:t>B</a:t>
                      </a:r>
                      <a:endParaRPr lang="en-US"/>
                    </a:p>
                  </a:txBody>
                  <a:tcPr/>
                </a:tc>
              </a:tr>
              <a:tr h="381000">
                <a:tc>
                  <a:txBody>
                    <a:bodyPr/>
                    <a:p>
                      <a:pPr>
                        <a:buNone/>
                      </a:pPr>
                      <a:r>
                        <a:rPr lang="en-US"/>
                        <a:t>60</a:t>
                      </a:r>
                      <a:endParaRPr lang="en-US"/>
                    </a:p>
                  </a:txBody>
                  <a:tcPr/>
                </a:tc>
                <a:tc>
                  <a:txBody>
                    <a:bodyPr/>
                    <a:p>
                      <a:pPr>
                        <a:buNone/>
                      </a:pPr>
                      <a:r>
                        <a:rPr lang="en-US"/>
                        <a:t>D</a:t>
                      </a:r>
                      <a:endParaRPr lang="en-US"/>
                    </a:p>
                  </a:txBody>
                  <a:tcPr/>
                </a:tc>
              </a:tr>
              <a:tr h="381000">
                <a:tc>
                  <a:txBody>
                    <a:bodyPr/>
                    <a:p>
                      <a:pPr>
                        <a:buNone/>
                      </a:pPr>
                      <a:r>
                        <a:rPr lang="en-US"/>
                        <a:t>...</a:t>
                      </a:r>
                      <a:endParaRPr lang="en-US"/>
                    </a:p>
                  </a:txBody>
                  <a:tcPr/>
                </a:tc>
                <a:tc>
                  <a:txBody>
                    <a:bodyPr/>
                    <a:p>
                      <a:pPr>
                        <a:buNone/>
                      </a:pPr>
                      <a:r>
                        <a:rPr lang="en-US" sz="1800">
                          <a:sym typeface="+mn-ea"/>
                        </a:rPr>
                        <a:t>...</a:t>
                      </a:r>
                      <a:endParaRPr lang="en-US"/>
                    </a:p>
                  </a:txBody>
                  <a:tcPr/>
                </a:tc>
              </a:tr>
            </a:tbl>
          </a:graphicData>
        </a:graphic>
      </p:graphicFrame>
      <p:sp>
        <p:nvSpPr>
          <p:cNvPr id="24" name="Rectangle 23"/>
          <p:cNvSpPr/>
          <p:nvPr/>
        </p:nvSpPr>
        <p:spPr>
          <a:xfrm>
            <a:off x="6096000" y="4468495"/>
            <a:ext cx="2286635" cy="807720"/>
          </a:xfrm>
          <a:prstGeom prst="rect">
            <a:avLst/>
          </a:prstGeom>
          <a:noFill/>
          <a:ln w="38100">
            <a:solidFill>
              <a:srgbClr val="FF00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1" name="Text Box 10"/>
          <p:cNvSpPr txBox="1"/>
          <p:nvPr/>
        </p:nvSpPr>
        <p:spPr>
          <a:xfrm>
            <a:off x="8957310" y="4468495"/>
            <a:ext cx="2981325" cy="429895"/>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区分度变大</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更精确</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Tree>
    <p:custDataLst>
      <p:tags r:id="rId5"/>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4" grpId="0" bldLvl="0" animBg="1"/>
      <p:bldP spid="1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量化后的二进制值</a:t>
            </a:r>
            <a:r>
              <a:rPr lang="en-US" altLang="zh-CN"/>
              <a:t>，</a:t>
            </a:r>
            <a:r>
              <a:rPr lang="zh-CN" altLang="en-US"/>
              <a:t>怎样存入计算机</a:t>
            </a:r>
            <a:r>
              <a:rPr lang="en-US" altLang="zh-CN"/>
              <a:t>？</a:t>
            </a:r>
            <a:endParaRPr lang="en-US" altLang="zh-CN"/>
          </a:p>
        </p:txBody>
      </p:sp>
      <p:grpSp>
        <p:nvGrpSpPr>
          <p:cNvPr id="4" name="Group 3"/>
          <p:cNvGrpSpPr/>
          <p:nvPr/>
        </p:nvGrpSpPr>
        <p:grpSpPr>
          <a:xfrm>
            <a:off x="500380" y="2219960"/>
            <a:ext cx="4902200" cy="3251200"/>
            <a:chOff x="8411" y="3496"/>
            <a:chExt cx="7720" cy="5120"/>
          </a:xfrm>
        </p:grpSpPr>
        <p:sp>
          <p:nvSpPr>
            <p:cNvPr id="11" name="Oval 10"/>
            <p:cNvSpPr/>
            <p:nvPr/>
          </p:nvSpPr>
          <p:spPr>
            <a:xfrm>
              <a:off x="10738" y="6603"/>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4" name="Straight Connector 33"/>
            <p:cNvCxnSpPr/>
            <p:nvPr/>
          </p:nvCxnSpPr>
          <p:spPr>
            <a:xfrm>
              <a:off x="10814" y="6719"/>
              <a:ext cx="0" cy="1165"/>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5" name="Straight Connector 34"/>
            <p:cNvCxnSpPr>
              <a:stCxn id="44" idx="31"/>
            </p:cNvCxnSpPr>
            <p:nvPr/>
          </p:nvCxnSpPr>
          <p:spPr>
            <a:xfrm flipH="1">
              <a:off x="12779" y="5860"/>
              <a:ext cx="17" cy="1944"/>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13565" y="6919"/>
              <a:ext cx="0" cy="898"/>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8" name="Straight Connector 37"/>
            <p:cNvCxnSpPr/>
            <p:nvPr/>
          </p:nvCxnSpPr>
          <p:spPr>
            <a:xfrm>
              <a:off x="13958" y="6998"/>
              <a:ext cx="0" cy="887"/>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14351" y="6576"/>
              <a:ext cx="0" cy="1309"/>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10224" y="3496"/>
              <a:ext cx="0" cy="4320"/>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cxnSp>
          <p:nvCxnSpPr>
            <p:cNvPr id="41" name="Straight Connector 40"/>
            <p:cNvCxnSpPr/>
            <p:nvPr/>
          </p:nvCxnSpPr>
          <p:spPr>
            <a:xfrm flipH="1">
              <a:off x="10222" y="7827"/>
              <a:ext cx="4925"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42" name="Text Box 41"/>
            <p:cNvSpPr txBox="1"/>
            <p:nvPr/>
          </p:nvSpPr>
          <p:spPr>
            <a:xfrm>
              <a:off x="8411" y="3496"/>
              <a:ext cx="1780" cy="677"/>
            </a:xfrm>
            <a:prstGeom prst="rect">
              <a:avLst/>
            </a:prstGeom>
            <a:noFill/>
          </p:spPr>
          <p:txBody>
            <a:bodyPr wrap="square" rtlCol="0">
              <a:noAutofit/>
            </a:bodyPr>
            <a:p>
              <a:pPr algn="r"/>
              <a:r>
                <a:rPr lang="zh-CN" altLang="en-US" sz="2200">
                  <a:latin typeface="Alibaba PuHuiTi 3.0 55 Regular" panose="00020600040101010101" charset="-122"/>
                  <a:ea typeface="Alibaba PuHuiTi 3.0 55 Regular" panose="00020600040101010101" charset="-122"/>
                </a:rPr>
                <a:t>量化值</a:t>
              </a:r>
              <a:endParaRPr lang="zh-CN" altLang="en-US" sz="2200">
                <a:latin typeface="Alibaba PuHuiTi 3.0 55 Regular" panose="00020600040101010101" charset="-122"/>
                <a:ea typeface="Alibaba PuHuiTi 3.0 55 Regular" panose="00020600040101010101" charset="-122"/>
              </a:endParaRPr>
            </a:p>
          </p:txBody>
        </p:sp>
        <p:sp>
          <p:nvSpPr>
            <p:cNvPr id="43" name="Text Box 42"/>
            <p:cNvSpPr txBox="1"/>
            <p:nvPr/>
          </p:nvSpPr>
          <p:spPr>
            <a:xfrm>
              <a:off x="14733" y="7939"/>
              <a:ext cx="1398" cy="677"/>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时间</a:t>
              </a:r>
              <a:endParaRPr lang="zh-CN" altLang="en-US" sz="2200">
                <a:latin typeface="Alibaba PuHuiTi 3.0 55 Regular" panose="00020600040101010101" charset="-122"/>
                <a:ea typeface="Alibaba PuHuiTi 3.0 55 Regular" panose="00020600040101010101" charset="-122"/>
              </a:endParaRPr>
            </a:p>
          </p:txBody>
        </p:sp>
        <p:sp>
          <p:nvSpPr>
            <p:cNvPr id="44" name="Freeform 43"/>
            <p:cNvSpPr/>
            <p:nvPr/>
          </p:nvSpPr>
          <p:spPr>
            <a:xfrm>
              <a:off x="10563" y="4647"/>
              <a:ext cx="3966" cy="2591"/>
            </a:xfrm>
            <a:custGeom>
              <a:avLst/>
              <a:gdLst>
                <a:gd name="connisteX0" fmla="*/ 0 w 2518410"/>
                <a:gd name="connsiteY0" fmla="*/ 1645002 h 1645002"/>
                <a:gd name="connisteX1" fmla="*/ 25400 w 2518410"/>
                <a:gd name="connsiteY1" fmla="*/ 1519907 h 1645002"/>
                <a:gd name="connisteX2" fmla="*/ 142240 w 2518410"/>
                <a:gd name="connsiteY2" fmla="*/ 1328137 h 1645002"/>
                <a:gd name="connisteX3" fmla="*/ 225425 w 2518410"/>
                <a:gd name="connsiteY3" fmla="*/ 1178277 h 1645002"/>
                <a:gd name="connisteX4" fmla="*/ 275590 w 2518410"/>
                <a:gd name="connsiteY4" fmla="*/ 1077947 h 1645002"/>
                <a:gd name="connisteX5" fmla="*/ 325120 w 2518410"/>
                <a:gd name="connsiteY5" fmla="*/ 978252 h 1645002"/>
                <a:gd name="connisteX6" fmla="*/ 358775 w 2518410"/>
                <a:gd name="connsiteY6" fmla="*/ 877922 h 1645002"/>
                <a:gd name="connisteX7" fmla="*/ 383540 w 2518410"/>
                <a:gd name="connsiteY7" fmla="*/ 811247 h 1645002"/>
                <a:gd name="connisteX8" fmla="*/ 400685 w 2518410"/>
                <a:gd name="connsiteY8" fmla="*/ 728062 h 1645002"/>
                <a:gd name="connisteX9" fmla="*/ 441960 w 2518410"/>
                <a:gd name="connsiteY9" fmla="*/ 611222 h 1645002"/>
                <a:gd name="connisteX10" fmla="*/ 459105 w 2518410"/>
                <a:gd name="connsiteY10" fmla="*/ 544547 h 1645002"/>
                <a:gd name="connisteX11" fmla="*/ 492125 w 2518410"/>
                <a:gd name="connsiteY11" fmla="*/ 419452 h 1645002"/>
                <a:gd name="connisteX12" fmla="*/ 525780 w 2518410"/>
                <a:gd name="connsiteY12" fmla="*/ 310867 h 1645002"/>
                <a:gd name="connisteX13" fmla="*/ 550545 w 2518410"/>
                <a:gd name="connsiteY13" fmla="*/ 227682 h 1645002"/>
                <a:gd name="connisteX14" fmla="*/ 567055 w 2518410"/>
                <a:gd name="connsiteY14" fmla="*/ 161007 h 1645002"/>
                <a:gd name="connisteX15" fmla="*/ 584200 w 2518410"/>
                <a:gd name="connsiteY15" fmla="*/ 94332 h 1645002"/>
                <a:gd name="connisteX16" fmla="*/ 625475 w 2518410"/>
                <a:gd name="connsiteY16" fmla="*/ 27657 h 1645002"/>
                <a:gd name="connisteX17" fmla="*/ 692150 w 2518410"/>
                <a:gd name="connsiteY17" fmla="*/ 10512 h 1645002"/>
                <a:gd name="connisteX18" fmla="*/ 784225 w 2518410"/>
                <a:gd name="connsiteY18" fmla="*/ 2257 h 1645002"/>
                <a:gd name="connisteX19" fmla="*/ 859155 w 2518410"/>
                <a:gd name="connsiteY19" fmla="*/ 2257 h 1645002"/>
                <a:gd name="connisteX20" fmla="*/ 925830 w 2518410"/>
                <a:gd name="connsiteY20" fmla="*/ 2257 h 1645002"/>
                <a:gd name="connisteX21" fmla="*/ 1000760 w 2518410"/>
                <a:gd name="connsiteY21" fmla="*/ 27657 h 1645002"/>
                <a:gd name="connisteX22" fmla="*/ 1067435 w 2518410"/>
                <a:gd name="connsiteY22" fmla="*/ 77187 h 1645002"/>
                <a:gd name="connisteX23" fmla="*/ 1125855 w 2518410"/>
                <a:gd name="connsiteY23" fmla="*/ 152752 h 1645002"/>
                <a:gd name="connisteX24" fmla="*/ 1176020 w 2518410"/>
                <a:gd name="connsiteY24" fmla="*/ 235937 h 1645002"/>
                <a:gd name="connisteX25" fmla="*/ 1217930 w 2518410"/>
                <a:gd name="connsiteY25" fmla="*/ 302612 h 1645002"/>
                <a:gd name="connisteX26" fmla="*/ 1242695 w 2518410"/>
                <a:gd name="connsiteY26" fmla="*/ 369287 h 1645002"/>
                <a:gd name="connisteX27" fmla="*/ 1276350 w 2518410"/>
                <a:gd name="connsiteY27" fmla="*/ 435962 h 1645002"/>
                <a:gd name="connisteX28" fmla="*/ 1309370 w 2518410"/>
                <a:gd name="connsiteY28" fmla="*/ 502637 h 1645002"/>
                <a:gd name="connisteX29" fmla="*/ 1351280 w 2518410"/>
                <a:gd name="connsiteY29" fmla="*/ 594712 h 1645002"/>
                <a:gd name="connisteX30" fmla="*/ 1384300 w 2518410"/>
                <a:gd name="connsiteY30" fmla="*/ 686152 h 1645002"/>
                <a:gd name="connisteX31" fmla="*/ 1417955 w 2518410"/>
                <a:gd name="connsiteY31" fmla="*/ 769972 h 1645002"/>
                <a:gd name="connisteX32" fmla="*/ 1450975 w 2518410"/>
                <a:gd name="connsiteY32" fmla="*/ 844902 h 1645002"/>
                <a:gd name="connisteX33" fmla="*/ 1476375 w 2518410"/>
                <a:gd name="connsiteY33" fmla="*/ 911577 h 1645002"/>
                <a:gd name="connisteX34" fmla="*/ 1501140 w 2518410"/>
                <a:gd name="connsiteY34" fmla="*/ 1003017 h 1645002"/>
                <a:gd name="connisteX35" fmla="*/ 1526540 w 2518410"/>
                <a:gd name="connsiteY35" fmla="*/ 1077947 h 1645002"/>
                <a:gd name="connisteX36" fmla="*/ 1551305 w 2518410"/>
                <a:gd name="connsiteY36" fmla="*/ 1153512 h 1645002"/>
                <a:gd name="connisteX37" fmla="*/ 1601470 w 2518410"/>
                <a:gd name="connsiteY37" fmla="*/ 1220187 h 1645002"/>
                <a:gd name="connisteX38" fmla="*/ 1676400 w 2518410"/>
                <a:gd name="connsiteY38" fmla="*/ 1269717 h 1645002"/>
                <a:gd name="connisteX39" fmla="*/ 1743075 w 2518410"/>
                <a:gd name="connsiteY39" fmla="*/ 1319882 h 1645002"/>
                <a:gd name="connisteX40" fmla="*/ 1809750 w 2518410"/>
                <a:gd name="connsiteY40" fmla="*/ 1353537 h 1645002"/>
                <a:gd name="connisteX41" fmla="*/ 1876425 w 2518410"/>
                <a:gd name="connsiteY41" fmla="*/ 1386557 h 1645002"/>
                <a:gd name="connisteX42" fmla="*/ 1951355 w 2518410"/>
                <a:gd name="connsiteY42" fmla="*/ 1411957 h 1645002"/>
                <a:gd name="connisteX43" fmla="*/ 2035175 w 2518410"/>
                <a:gd name="connsiteY43" fmla="*/ 1436722 h 1645002"/>
                <a:gd name="connisteX44" fmla="*/ 2110105 w 2518410"/>
                <a:gd name="connsiteY44" fmla="*/ 1453232 h 1645002"/>
                <a:gd name="connisteX45" fmla="*/ 2185035 w 2518410"/>
                <a:gd name="connsiteY45" fmla="*/ 1453232 h 1645002"/>
                <a:gd name="connisteX46" fmla="*/ 2251710 w 2518410"/>
                <a:gd name="connsiteY46" fmla="*/ 1444977 h 1645002"/>
                <a:gd name="connisteX47" fmla="*/ 2301875 w 2518410"/>
                <a:gd name="connsiteY47" fmla="*/ 1378302 h 1645002"/>
                <a:gd name="connisteX48" fmla="*/ 2343785 w 2518410"/>
                <a:gd name="connsiteY48" fmla="*/ 1311627 h 1645002"/>
                <a:gd name="connisteX49" fmla="*/ 2368550 w 2518410"/>
                <a:gd name="connsiteY49" fmla="*/ 1236697 h 1645002"/>
                <a:gd name="connisteX50" fmla="*/ 2402205 w 2518410"/>
                <a:gd name="connsiteY50" fmla="*/ 1161767 h 1645002"/>
                <a:gd name="connisteX51" fmla="*/ 2426970 w 2518410"/>
                <a:gd name="connsiteY51" fmla="*/ 1086837 h 1645002"/>
                <a:gd name="connisteX52" fmla="*/ 2468880 w 2518410"/>
                <a:gd name="connsiteY52" fmla="*/ 1019527 h 1645002"/>
                <a:gd name="connisteX53" fmla="*/ 2518410 w 2518410"/>
                <a:gd name="connsiteY53" fmla="*/ 944597 h 1645002"/>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Lst>
              <a:rect l="l" t="t" r="r" b="b"/>
              <a:pathLst>
                <a:path w="2518410" h="1645003">
                  <a:moveTo>
                    <a:pt x="0" y="1645003"/>
                  </a:moveTo>
                  <a:cubicBezTo>
                    <a:pt x="2540" y="1624048"/>
                    <a:pt x="-3175" y="1583408"/>
                    <a:pt x="25400" y="1519908"/>
                  </a:cubicBezTo>
                  <a:cubicBezTo>
                    <a:pt x="53975" y="1456408"/>
                    <a:pt x="102235" y="1396718"/>
                    <a:pt x="142240" y="1328138"/>
                  </a:cubicBezTo>
                  <a:cubicBezTo>
                    <a:pt x="182245" y="1259558"/>
                    <a:pt x="198755" y="1228443"/>
                    <a:pt x="225425" y="1178278"/>
                  </a:cubicBezTo>
                  <a:cubicBezTo>
                    <a:pt x="252095" y="1128113"/>
                    <a:pt x="255905" y="1117953"/>
                    <a:pt x="275590" y="1077948"/>
                  </a:cubicBezTo>
                  <a:cubicBezTo>
                    <a:pt x="295275" y="1037943"/>
                    <a:pt x="308610" y="1018258"/>
                    <a:pt x="325120" y="978253"/>
                  </a:cubicBezTo>
                  <a:cubicBezTo>
                    <a:pt x="341630" y="938248"/>
                    <a:pt x="347345" y="911578"/>
                    <a:pt x="358775" y="877923"/>
                  </a:cubicBezTo>
                  <a:cubicBezTo>
                    <a:pt x="370205" y="844268"/>
                    <a:pt x="375285" y="841093"/>
                    <a:pt x="383540" y="811248"/>
                  </a:cubicBezTo>
                  <a:cubicBezTo>
                    <a:pt x="391795" y="781403"/>
                    <a:pt x="389255" y="768068"/>
                    <a:pt x="400685" y="728063"/>
                  </a:cubicBezTo>
                  <a:cubicBezTo>
                    <a:pt x="412115" y="688058"/>
                    <a:pt x="430530" y="648053"/>
                    <a:pt x="441960" y="611223"/>
                  </a:cubicBezTo>
                  <a:cubicBezTo>
                    <a:pt x="453390" y="574393"/>
                    <a:pt x="448945" y="582648"/>
                    <a:pt x="459105" y="544548"/>
                  </a:cubicBezTo>
                  <a:cubicBezTo>
                    <a:pt x="469265" y="506448"/>
                    <a:pt x="478790" y="466443"/>
                    <a:pt x="492125" y="419453"/>
                  </a:cubicBezTo>
                  <a:cubicBezTo>
                    <a:pt x="505460" y="372463"/>
                    <a:pt x="514350" y="348968"/>
                    <a:pt x="525780" y="310868"/>
                  </a:cubicBezTo>
                  <a:cubicBezTo>
                    <a:pt x="537210" y="272768"/>
                    <a:pt x="542290" y="257528"/>
                    <a:pt x="550545" y="227683"/>
                  </a:cubicBezTo>
                  <a:cubicBezTo>
                    <a:pt x="558800" y="197838"/>
                    <a:pt x="560070" y="187678"/>
                    <a:pt x="567055" y="161008"/>
                  </a:cubicBezTo>
                  <a:cubicBezTo>
                    <a:pt x="574040" y="134338"/>
                    <a:pt x="572770" y="121003"/>
                    <a:pt x="584200" y="94333"/>
                  </a:cubicBezTo>
                  <a:cubicBezTo>
                    <a:pt x="595630" y="67663"/>
                    <a:pt x="603885" y="44168"/>
                    <a:pt x="625475" y="27658"/>
                  </a:cubicBezTo>
                  <a:cubicBezTo>
                    <a:pt x="647065" y="11148"/>
                    <a:pt x="660400" y="15593"/>
                    <a:pt x="692150" y="10513"/>
                  </a:cubicBezTo>
                  <a:cubicBezTo>
                    <a:pt x="723900" y="5433"/>
                    <a:pt x="750570" y="4163"/>
                    <a:pt x="784225" y="2258"/>
                  </a:cubicBezTo>
                  <a:cubicBezTo>
                    <a:pt x="817880" y="353"/>
                    <a:pt x="830580" y="2258"/>
                    <a:pt x="859155" y="2258"/>
                  </a:cubicBezTo>
                  <a:cubicBezTo>
                    <a:pt x="887730" y="2258"/>
                    <a:pt x="897255" y="-2822"/>
                    <a:pt x="925830" y="2258"/>
                  </a:cubicBezTo>
                  <a:cubicBezTo>
                    <a:pt x="954405" y="7338"/>
                    <a:pt x="972185" y="12418"/>
                    <a:pt x="1000760" y="27658"/>
                  </a:cubicBezTo>
                  <a:cubicBezTo>
                    <a:pt x="1029335" y="42898"/>
                    <a:pt x="1042670" y="52423"/>
                    <a:pt x="1067435" y="77188"/>
                  </a:cubicBezTo>
                  <a:cubicBezTo>
                    <a:pt x="1092200" y="101953"/>
                    <a:pt x="1104265" y="121003"/>
                    <a:pt x="1125855" y="152753"/>
                  </a:cubicBezTo>
                  <a:cubicBezTo>
                    <a:pt x="1147445" y="184503"/>
                    <a:pt x="1157605" y="206093"/>
                    <a:pt x="1176020" y="235938"/>
                  </a:cubicBezTo>
                  <a:cubicBezTo>
                    <a:pt x="1194435" y="265783"/>
                    <a:pt x="1204595" y="275943"/>
                    <a:pt x="1217930" y="302613"/>
                  </a:cubicBezTo>
                  <a:cubicBezTo>
                    <a:pt x="1231265" y="329283"/>
                    <a:pt x="1231265" y="342618"/>
                    <a:pt x="1242695" y="369288"/>
                  </a:cubicBezTo>
                  <a:cubicBezTo>
                    <a:pt x="1254125" y="395958"/>
                    <a:pt x="1263015" y="409293"/>
                    <a:pt x="1276350" y="435963"/>
                  </a:cubicBezTo>
                  <a:cubicBezTo>
                    <a:pt x="1289685" y="462633"/>
                    <a:pt x="1294130" y="470888"/>
                    <a:pt x="1309370" y="502638"/>
                  </a:cubicBezTo>
                  <a:cubicBezTo>
                    <a:pt x="1324610" y="534388"/>
                    <a:pt x="1336040" y="557883"/>
                    <a:pt x="1351280" y="594713"/>
                  </a:cubicBezTo>
                  <a:cubicBezTo>
                    <a:pt x="1366520" y="631543"/>
                    <a:pt x="1370965" y="651228"/>
                    <a:pt x="1384300" y="686153"/>
                  </a:cubicBezTo>
                  <a:cubicBezTo>
                    <a:pt x="1397635" y="721078"/>
                    <a:pt x="1404620" y="738223"/>
                    <a:pt x="1417955" y="769973"/>
                  </a:cubicBezTo>
                  <a:cubicBezTo>
                    <a:pt x="1431290" y="801723"/>
                    <a:pt x="1439545" y="816328"/>
                    <a:pt x="1450975" y="844903"/>
                  </a:cubicBezTo>
                  <a:cubicBezTo>
                    <a:pt x="1462405" y="873478"/>
                    <a:pt x="1466215" y="879828"/>
                    <a:pt x="1476375" y="911578"/>
                  </a:cubicBezTo>
                  <a:cubicBezTo>
                    <a:pt x="1486535" y="943328"/>
                    <a:pt x="1490980" y="969998"/>
                    <a:pt x="1501140" y="1003018"/>
                  </a:cubicBezTo>
                  <a:cubicBezTo>
                    <a:pt x="1511300" y="1036038"/>
                    <a:pt x="1516380" y="1048103"/>
                    <a:pt x="1526540" y="1077948"/>
                  </a:cubicBezTo>
                  <a:cubicBezTo>
                    <a:pt x="1536700" y="1107793"/>
                    <a:pt x="1536065" y="1124938"/>
                    <a:pt x="1551305" y="1153513"/>
                  </a:cubicBezTo>
                  <a:cubicBezTo>
                    <a:pt x="1566545" y="1182088"/>
                    <a:pt x="1576705" y="1196693"/>
                    <a:pt x="1601470" y="1220188"/>
                  </a:cubicBezTo>
                  <a:cubicBezTo>
                    <a:pt x="1626235" y="1243683"/>
                    <a:pt x="1647825" y="1250033"/>
                    <a:pt x="1676400" y="1269718"/>
                  </a:cubicBezTo>
                  <a:cubicBezTo>
                    <a:pt x="1704975" y="1289403"/>
                    <a:pt x="1716405" y="1303373"/>
                    <a:pt x="1743075" y="1319883"/>
                  </a:cubicBezTo>
                  <a:cubicBezTo>
                    <a:pt x="1769745" y="1336393"/>
                    <a:pt x="1783080" y="1340203"/>
                    <a:pt x="1809750" y="1353538"/>
                  </a:cubicBezTo>
                  <a:cubicBezTo>
                    <a:pt x="1836420" y="1366873"/>
                    <a:pt x="1847850" y="1375128"/>
                    <a:pt x="1876425" y="1386558"/>
                  </a:cubicBezTo>
                  <a:cubicBezTo>
                    <a:pt x="1905000" y="1397988"/>
                    <a:pt x="1919605" y="1401798"/>
                    <a:pt x="1951355" y="1411958"/>
                  </a:cubicBezTo>
                  <a:cubicBezTo>
                    <a:pt x="1983105" y="1422118"/>
                    <a:pt x="2003425" y="1428468"/>
                    <a:pt x="2035175" y="1436723"/>
                  </a:cubicBezTo>
                  <a:cubicBezTo>
                    <a:pt x="2066925" y="1444978"/>
                    <a:pt x="2080260" y="1450058"/>
                    <a:pt x="2110105" y="1453233"/>
                  </a:cubicBezTo>
                  <a:cubicBezTo>
                    <a:pt x="2139950" y="1456408"/>
                    <a:pt x="2156460" y="1455138"/>
                    <a:pt x="2185035" y="1453233"/>
                  </a:cubicBezTo>
                  <a:cubicBezTo>
                    <a:pt x="2213610" y="1451328"/>
                    <a:pt x="2228215" y="1460218"/>
                    <a:pt x="2251710" y="1444978"/>
                  </a:cubicBezTo>
                  <a:cubicBezTo>
                    <a:pt x="2275205" y="1429738"/>
                    <a:pt x="2283460" y="1404973"/>
                    <a:pt x="2301875" y="1378303"/>
                  </a:cubicBezTo>
                  <a:cubicBezTo>
                    <a:pt x="2320290" y="1351633"/>
                    <a:pt x="2330450" y="1340203"/>
                    <a:pt x="2343785" y="1311628"/>
                  </a:cubicBezTo>
                  <a:cubicBezTo>
                    <a:pt x="2357120" y="1283053"/>
                    <a:pt x="2357120" y="1266543"/>
                    <a:pt x="2368550" y="1236698"/>
                  </a:cubicBezTo>
                  <a:cubicBezTo>
                    <a:pt x="2379980" y="1206853"/>
                    <a:pt x="2390775" y="1191613"/>
                    <a:pt x="2402205" y="1161768"/>
                  </a:cubicBezTo>
                  <a:cubicBezTo>
                    <a:pt x="2413635" y="1131923"/>
                    <a:pt x="2413635" y="1115413"/>
                    <a:pt x="2426970" y="1086838"/>
                  </a:cubicBezTo>
                  <a:cubicBezTo>
                    <a:pt x="2440305" y="1058263"/>
                    <a:pt x="2450465" y="1048103"/>
                    <a:pt x="2468880" y="1019528"/>
                  </a:cubicBezTo>
                  <a:cubicBezTo>
                    <a:pt x="2487295" y="990953"/>
                    <a:pt x="2509520" y="957933"/>
                    <a:pt x="2518410" y="944598"/>
                  </a:cubicBezTo>
                </a:path>
              </a:pathLst>
            </a:custGeom>
            <a:noFill/>
            <a:ln w="38100">
              <a:solidFill>
                <a:schemeClr val="tx1"/>
              </a:solidFill>
            </a:ln>
          </p:spPr>
          <p:txBody>
            <a:bodyPr vert="horz" lIns="90000" tIns="46800" rIns="90000" bIns="46800" rtlCol="0" anchor="ctr" anchorCtr="0">
              <a:noAutofit/>
            </a:bodyPr>
            <a:p>
              <a:endParaRPr lang="zh-CN" altLang="en-US" sz="2445">
                <a:solidFill>
                  <a:schemeClr val="tx1"/>
                </a:solidFill>
              </a:endParaRPr>
            </a:p>
          </p:txBody>
        </p:sp>
        <p:sp>
          <p:nvSpPr>
            <p:cNvPr id="46" name="Text Box 45"/>
            <p:cNvSpPr txBox="1"/>
            <p:nvPr/>
          </p:nvSpPr>
          <p:spPr>
            <a:xfrm>
              <a:off x="10471" y="7939"/>
              <a:ext cx="4676" cy="677"/>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rPr>
                <a:t>1</a:t>
              </a:r>
              <a:r>
                <a:rPr lang="en-US" altLang="zh-CN" sz="2200">
                  <a:latin typeface="Alibaba PuHuiTi 3.0 55 Regular" panose="00020600040101010101" charset="-122"/>
                  <a:ea typeface="Alibaba PuHuiTi 3.0 55 Regular" panose="00020600040101010101" charset="-122"/>
                </a:rPr>
                <a:t>s    2s    3s    4s    5s</a:t>
              </a:r>
              <a:endParaRPr lang="en-US" altLang="zh-CN" sz="2200">
                <a:latin typeface="Alibaba PuHuiTi 3.0 55 Regular" panose="00020600040101010101" charset="-122"/>
                <a:ea typeface="Alibaba PuHuiTi 3.0 55 Regular" panose="00020600040101010101" charset="-122"/>
              </a:endParaRPr>
            </a:p>
          </p:txBody>
        </p:sp>
        <p:sp>
          <p:nvSpPr>
            <p:cNvPr id="47" name="Text Box 46"/>
            <p:cNvSpPr txBox="1"/>
            <p:nvPr/>
          </p:nvSpPr>
          <p:spPr>
            <a:xfrm>
              <a:off x="10101" y="6440"/>
              <a:ext cx="829"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49" name="Oval 48"/>
            <p:cNvSpPr/>
            <p:nvPr/>
          </p:nvSpPr>
          <p:spPr>
            <a:xfrm>
              <a:off x="11511" y="4621"/>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0" name="Oval 49"/>
            <p:cNvSpPr/>
            <p:nvPr/>
          </p:nvSpPr>
          <p:spPr>
            <a:xfrm>
              <a:off x="12733" y="579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3" name="Oval 52"/>
            <p:cNvSpPr/>
            <p:nvPr/>
          </p:nvSpPr>
          <p:spPr>
            <a:xfrm>
              <a:off x="13517" y="6767"/>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7" name="Oval 56"/>
            <p:cNvSpPr/>
            <p:nvPr/>
          </p:nvSpPr>
          <p:spPr>
            <a:xfrm>
              <a:off x="14278" y="642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9" name="Text Box 58"/>
            <p:cNvSpPr txBox="1"/>
            <p:nvPr/>
          </p:nvSpPr>
          <p:spPr>
            <a:xfrm>
              <a:off x="12391" y="4707"/>
              <a:ext cx="941"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0" name="Text Box 59"/>
            <p:cNvSpPr txBox="1"/>
            <p:nvPr/>
          </p:nvSpPr>
          <p:spPr>
            <a:xfrm>
              <a:off x="12913" y="6091"/>
              <a:ext cx="787"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61" name="Text Box 60"/>
            <p:cNvSpPr txBox="1"/>
            <p:nvPr/>
          </p:nvSpPr>
          <p:spPr>
            <a:xfrm>
              <a:off x="13166" y="6304"/>
              <a:ext cx="786"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010</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62" name="Straight Connector 61"/>
            <p:cNvCxnSpPr>
              <a:endCxn id="68" idx="3"/>
            </p:cNvCxnSpPr>
            <p:nvPr/>
          </p:nvCxnSpPr>
          <p:spPr>
            <a:xfrm flipV="1">
              <a:off x="10814" y="5909"/>
              <a:ext cx="314" cy="82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3" name="Straight Connector 62"/>
            <p:cNvCxnSpPr>
              <a:stCxn id="44" idx="8"/>
            </p:cNvCxnSpPr>
            <p:nvPr/>
          </p:nvCxnSpPr>
          <p:spPr>
            <a:xfrm>
              <a:off x="11194" y="5794"/>
              <a:ext cx="13" cy="209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4" name="Straight Connector 63"/>
            <p:cNvCxnSpPr/>
            <p:nvPr/>
          </p:nvCxnSpPr>
          <p:spPr>
            <a:xfrm>
              <a:off x="11600" y="4690"/>
              <a:ext cx="0" cy="3194"/>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5" name="Straight Connector 64"/>
            <p:cNvCxnSpPr/>
            <p:nvPr/>
          </p:nvCxnSpPr>
          <p:spPr>
            <a:xfrm>
              <a:off x="11993" y="4683"/>
              <a:ext cx="0" cy="3201"/>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6" name="Straight Connector 65"/>
            <p:cNvCxnSpPr>
              <a:stCxn id="59" idx="1"/>
            </p:cNvCxnSpPr>
            <p:nvPr/>
          </p:nvCxnSpPr>
          <p:spPr>
            <a:xfrm flipH="1">
              <a:off x="12386" y="4934"/>
              <a:ext cx="5" cy="2950"/>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cxnSp>
          <p:nvCxnSpPr>
            <p:cNvPr id="67" name="Straight Connector 66"/>
            <p:cNvCxnSpPr/>
            <p:nvPr/>
          </p:nvCxnSpPr>
          <p:spPr>
            <a:xfrm>
              <a:off x="13172" y="6676"/>
              <a:ext cx="0" cy="1208"/>
            </a:xfrm>
            <a:prstGeom prst="line">
              <a:avLst/>
            </a:prstGeom>
            <a:ln w="28575" cap="rnd" cmpd="dbl">
              <a:solidFill>
                <a:srgbClr val="8C64E1"/>
              </a:solidFill>
              <a:prstDash val="sysDot"/>
              <a:round/>
              <a:headEnd type="none"/>
              <a:tailEnd type="none"/>
            </a:ln>
          </p:spPr>
          <p:style>
            <a:lnRef idx="0">
              <a:srgbClr val="FFFFFF"/>
            </a:lnRef>
            <a:fillRef idx="0">
              <a:srgbClr val="FFFFFF"/>
            </a:fillRef>
            <a:effectRef idx="0">
              <a:srgbClr val="FFFFFF"/>
            </a:effectRef>
            <a:fontRef idx="minor">
              <a:schemeClr val="tx1"/>
            </a:fontRef>
          </p:style>
        </p:cxnSp>
        <p:sp>
          <p:nvSpPr>
            <p:cNvPr id="68" name="Oval 67"/>
            <p:cNvSpPr/>
            <p:nvPr/>
          </p:nvSpPr>
          <p:spPr>
            <a:xfrm>
              <a:off x="11106" y="5779"/>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Oval 68"/>
            <p:cNvSpPr/>
            <p:nvPr/>
          </p:nvSpPr>
          <p:spPr>
            <a:xfrm>
              <a:off x="11917" y="4573"/>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Oval 69"/>
            <p:cNvSpPr/>
            <p:nvPr/>
          </p:nvSpPr>
          <p:spPr>
            <a:xfrm>
              <a:off x="12336" y="4858"/>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1" name="Oval 70"/>
            <p:cNvSpPr/>
            <p:nvPr/>
          </p:nvSpPr>
          <p:spPr>
            <a:xfrm>
              <a:off x="13092" y="6576"/>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2" name="Oval 71"/>
            <p:cNvSpPr/>
            <p:nvPr/>
          </p:nvSpPr>
          <p:spPr>
            <a:xfrm>
              <a:off x="13903" y="6864"/>
              <a:ext cx="152" cy="152"/>
            </a:xfrm>
            <a:prstGeom prst="ellipse">
              <a:avLst/>
            </a:prstGeom>
            <a:solidFill>
              <a:srgbClr val="8C64E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3" name="Text Box 72"/>
            <p:cNvSpPr txBox="1"/>
            <p:nvPr/>
          </p:nvSpPr>
          <p:spPr>
            <a:xfrm>
              <a:off x="10360" y="5661"/>
              <a:ext cx="778"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4" name="Text Box 73"/>
            <p:cNvSpPr txBox="1"/>
            <p:nvPr/>
          </p:nvSpPr>
          <p:spPr>
            <a:xfrm>
              <a:off x="10890" y="4171"/>
              <a:ext cx="842"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5" name="Text Box 74"/>
            <p:cNvSpPr txBox="1"/>
            <p:nvPr/>
          </p:nvSpPr>
          <p:spPr>
            <a:xfrm>
              <a:off x="11777" y="4167"/>
              <a:ext cx="921"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111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12698" y="5380"/>
              <a:ext cx="843"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100</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7" name="Text Box 76"/>
            <p:cNvSpPr txBox="1"/>
            <p:nvPr/>
          </p:nvSpPr>
          <p:spPr>
            <a:xfrm>
              <a:off x="13529" y="6524"/>
              <a:ext cx="843"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001</a:t>
              </a:r>
              <a:endParaRPr lang="en-US" sz="1400">
                <a:solidFill>
                  <a:srgbClr val="8C64E1"/>
                </a:solidFill>
                <a:latin typeface="Alibaba PuHuiTi 3.0 55 Regular" panose="00020600040101010101" charset="-122"/>
                <a:ea typeface="Alibaba PuHuiTi 3.0 55 Regular" panose="00020600040101010101" charset="-122"/>
              </a:endParaRPr>
            </a:p>
          </p:txBody>
        </p:sp>
        <p:sp>
          <p:nvSpPr>
            <p:cNvPr id="78" name="Text Box 77"/>
            <p:cNvSpPr txBox="1"/>
            <p:nvPr/>
          </p:nvSpPr>
          <p:spPr>
            <a:xfrm>
              <a:off x="13768" y="6037"/>
              <a:ext cx="788" cy="453"/>
            </a:xfrm>
            <a:prstGeom prst="rect">
              <a:avLst/>
            </a:prstGeom>
            <a:noFill/>
          </p:spPr>
          <p:txBody>
            <a:bodyPr wrap="square" rtlCol="0">
              <a:noAutofit/>
            </a:bodyPr>
            <a:p>
              <a:r>
                <a:rPr lang="en-US" sz="1400">
                  <a:solidFill>
                    <a:srgbClr val="8C64E1"/>
                  </a:solidFill>
                  <a:latin typeface="Alibaba PuHuiTi 3.0 55 Regular" panose="00020600040101010101" charset="-122"/>
                  <a:ea typeface="Alibaba PuHuiTi 3.0 55 Regular" panose="00020600040101010101" charset="-122"/>
                </a:rPr>
                <a:t>101</a:t>
              </a:r>
              <a:endParaRPr lang="en-US" sz="1400">
                <a:solidFill>
                  <a:srgbClr val="8C64E1"/>
                </a:solidFill>
                <a:latin typeface="Alibaba PuHuiTi 3.0 55 Regular" panose="00020600040101010101" charset="-122"/>
                <a:ea typeface="Alibaba PuHuiTi 3.0 55 Regular" panose="00020600040101010101" charset="-122"/>
              </a:endParaRPr>
            </a:p>
          </p:txBody>
        </p:sp>
        <p:cxnSp>
          <p:nvCxnSpPr>
            <p:cNvPr id="94" name="Straight Connector 93"/>
            <p:cNvCxnSpPr>
              <a:endCxn id="49" idx="2"/>
            </p:cNvCxnSpPr>
            <p:nvPr/>
          </p:nvCxnSpPr>
          <p:spPr>
            <a:xfrm flipV="1">
              <a:off x="11207" y="4697"/>
              <a:ext cx="304" cy="1097"/>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6" name="Straight Connector 95"/>
            <p:cNvCxnSpPr/>
            <p:nvPr/>
          </p:nvCxnSpPr>
          <p:spPr>
            <a:xfrm flipV="1">
              <a:off x="11577" y="4620"/>
              <a:ext cx="376" cy="55"/>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97" name="Straight Connector 96"/>
            <p:cNvCxnSpPr>
              <a:stCxn id="69" idx="5"/>
              <a:endCxn id="70" idx="2"/>
            </p:cNvCxnSpPr>
            <p:nvPr/>
          </p:nvCxnSpPr>
          <p:spPr>
            <a:xfrm>
              <a:off x="12047" y="4703"/>
              <a:ext cx="289" cy="231"/>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6" name="Straight Connector 105"/>
            <p:cNvCxnSpPr>
              <a:stCxn id="70" idx="4"/>
              <a:endCxn id="44" idx="31"/>
            </p:cNvCxnSpPr>
            <p:nvPr/>
          </p:nvCxnSpPr>
          <p:spPr>
            <a:xfrm>
              <a:off x="12412" y="5010"/>
              <a:ext cx="384" cy="85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7" name="Straight Connector 106"/>
            <p:cNvCxnSpPr>
              <a:stCxn id="50" idx="5"/>
              <a:endCxn id="71" idx="1"/>
            </p:cNvCxnSpPr>
            <p:nvPr/>
          </p:nvCxnSpPr>
          <p:spPr>
            <a:xfrm>
              <a:off x="12863" y="5924"/>
              <a:ext cx="251" cy="674"/>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8" name="Straight Connector 107"/>
            <p:cNvCxnSpPr>
              <a:stCxn id="71" idx="5"/>
              <a:endCxn id="53" idx="2"/>
            </p:cNvCxnSpPr>
            <p:nvPr/>
          </p:nvCxnSpPr>
          <p:spPr>
            <a:xfrm>
              <a:off x="13222" y="6706"/>
              <a:ext cx="295" cy="137"/>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09" name="Straight Connector 108"/>
            <p:cNvCxnSpPr>
              <a:stCxn id="53" idx="5"/>
              <a:endCxn id="77" idx="2"/>
            </p:cNvCxnSpPr>
            <p:nvPr/>
          </p:nvCxnSpPr>
          <p:spPr>
            <a:xfrm>
              <a:off x="13647" y="6897"/>
              <a:ext cx="304" cy="80"/>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0" name="Straight Connector 109"/>
            <p:cNvCxnSpPr>
              <a:stCxn id="72" idx="5"/>
              <a:endCxn id="57" idx="2"/>
            </p:cNvCxnSpPr>
            <p:nvPr/>
          </p:nvCxnSpPr>
          <p:spPr>
            <a:xfrm flipV="1">
              <a:off x="14033" y="6500"/>
              <a:ext cx="245" cy="494"/>
            </a:xfrm>
            <a:prstGeom prst="line">
              <a:avLst/>
            </a:prstGeom>
            <a:ln w="1270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1" name="Straight Connector 110"/>
            <p:cNvCxnSpPr/>
            <p:nvPr/>
          </p:nvCxnSpPr>
          <p:spPr>
            <a:xfrm>
              <a:off x="10250" y="5592"/>
              <a:ext cx="162"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2" name="Straight Connector 111"/>
            <p:cNvCxnSpPr/>
            <p:nvPr/>
          </p:nvCxnSpPr>
          <p:spPr>
            <a:xfrm>
              <a:off x="10250" y="4698"/>
              <a:ext cx="149"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13" name="Straight Connector 112"/>
            <p:cNvCxnSpPr/>
            <p:nvPr/>
          </p:nvCxnSpPr>
          <p:spPr>
            <a:xfrm>
              <a:off x="10250" y="5145"/>
              <a:ext cx="149"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14" name="Text Box 113"/>
            <p:cNvSpPr txBox="1"/>
            <p:nvPr/>
          </p:nvSpPr>
          <p:spPr>
            <a:xfrm>
              <a:off x="8838" y="6150"/>
              <a:ext cx="1181" cy="67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5" name="Text Box 114"/>
            <p:cNvSpPr txBox="1"/>
            <p:nvPr/>
          </p:nvSpPr>
          <p:spPr>
            <a:xfrm>
              <a:off x="8838" y="6605"/>
              <a:ext cx="1181" cy="677"/>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6" name="Text Box 115"/>
            <p:cNvSpPr txBox="1"/>
            <p:nvPr/>
          </p:nvSpPr>
          <p:spPr>
            <a:xfrm>
              <a:off x="8838" y="7039"/>
              <a:ext cx="1181" cy="677"/>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17" name="Text Box 116"/>
            <p:cNvSpPr txBox="1"/>
            <p:nvPr/>
          </p:nvSpPr>
          <p:spPr>
            <a:xfrm>
              <a:off x="8837" y="7417"/>
              <a:ext cx="1182" cy="677"/>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000</a:t>
              </a:r>
              <a:endParaRPr lang="en-US" sz="2200">
                <a:solidFill>
                  <a:srgbClr val="00B0F0"/>
                </a:solidFill>
                <a:latin typeface="Alibaba PuHuiTi 3.0 55 Regular" panose="00020600040101010101" charset="-122"/>
                <a:ea typeface="Alibaba PuHuiTi 3.0 55 Regular" panose="00020600040101010101" charset="-122"/>
              </a:endParaRPr>
            </a:p>
          </p:txBody>
        </p:sp>
        <p:cxnSp>
          <p:nvCxnSpPr>
            <p:cNvPr id="119" name="Straight Connector 118"/>
            <p:cNvCxnSpPr/>
            <p:nvPr/>
          </p:nvCxnSpPr>
          <p:spPr>
            <a:xfrm>
              <a:off x="10250" y="6039"/>
              <a:ext cx="162"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0" name="Straight Connector 119"/>
            <p:cNvCxnSpPr/>
            <p:nvPr/>
          </p:nvCxnSpPr>
          <p:spPr>
            <a:xfrm>
              <a:off x="10250" y="6486"/>
              <a:ext cx="162"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1" name="Straight Connector 120"/>
            <p:cNvCxnSpPr/>
            <p:nvPr/>
          </p:nvCxnSpPr>
          <p:spPr>
            <a:xfrm>
              <a:off x="10250" y="6897"/>
              <a:ext cx="162"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22" name="Straight Connector 121"/>
            <p:cNvCxnSpPr/>
            <p:nvPr/>
          </p:nvCxnSpPr>
          <p:spPr>
            <a:xfrm>
              <a:off x="10250" y="7380"/>
              <a:ext cx="162"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31" name="Text Box 130"/>
            <p:cNvSpPr txBox="1"/>
            <p:nvPr/>
          </p:nvSpPr>
          <p:spPr>
            <a:xfrm>
              <a:off x="8839" y="4440"/>
              <a:ext cx="1182" cy="670"/>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111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2" name="Text Box 131"/>
            <p:cNvSpPr txBox="1"/>
            <p:nvPr/>
          </p:nvSpPr>
          <p:spPr>
            <a:xfrm>
              <a:off x="8840" y="4895"/>
              <a:ext cx="1181" cy="677"/>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110</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3" name="Text Box 132"/>
            <p:cNvSpPr txBox="1"/>
            <p:nvPr/>
          </p:nvSpPr>
          <p:spPr>
            <a:xfrm>
              <a:off x="8840" y="5329"/>
              <a:ext cx="1181" cy="677"/>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101</a:t>
              </a:r>
              <a:endParaRPr lang="en-US" sz="2200">
                <a:solidFill>
                  <a:srgbClr val="00B0F0"/>
                </a:solidFill>
                <a:latin typeface="Alibaba PuHuiTi 3.0 55 Regular" panose="00020600040101010101" charset="-122"/>
                <a:ea typeface="Alibaba PuHuiTi 3.0 55 Regular" panose="00020600040101010101" charset="-122"/>
              </a:endParaRPr>
            </a:p>
          </p:txBody>
        </p:sp>
        <p:sp>
          <p:nvSpPr>
            <p:cNvPr id="134" name="Text Box 133"/>
            <p:cNvSpPr txBox="1"/>
            <p:nvPr/>
          </p:nvSpPr>
          <p:spPr>
            <a:xfrm>
              <a:off x="8839" y="5707"/>
              <a:ext cx="1182" cy="677"/>
            </a:xfrm>
            <a:prstGeom prst="rect">
              <a:avLst/>
            </a:prstGeom>
            <a:noFill/>
          </p:spPr>
          <p:txBody>
            <a:bodyPr wrap="square" rtlCol="0">
              <a:noAutofit/>
            </a:bodyPr>
            <a:p>
              <a:r>
                <a:rPr lang="en-US" sz="2200">
                  <a:solidFill>
                    <a:srgbClr val="00B0F0"/>
                  </a:solidFill>
                  <a:latin typeface="Alibaba PuHuiTi 3.0 55 Regular" panose="00020600040101010101" charset="-122"/>
                  <a:ea typeface="Alibaba PuHuiTi 3.0 55 Regular" panose="00020600040101010101" charset="-122"/>
                </a:rPr>
                <a:t>100</a:t>
              </a:r>
              <a:endParaRPr lang="en-US" sz="2200">
                <a:solidFill>
                  <a:srgbClr val="00B0F0"/>
                </a:solidFill>
                <a:latin typeface="Alibaba PuHuiTi 3.0 55 Regular" panose="00020600040101010101" charset="-122"/>
                <a:ea typeface="Alibaba PuHuiTi 3.0 55 Regular" panose="00020600040101010101" charset="-122"/>
              </a:endParaRPr>
            </a:p>
          </p:txBody>
        </p:sp>
      </p:grpSp>
      <p:grpSp>
        <p:nvGrpSpPr>
          <p:cNvPr id="12" name="Group 11"/>
          <p:cNvGrpSpPr/>
          <p:nvPr/>
        </p:nvGrpSpPr>
        <p:grpSpPr>
          <a:xfrm>
            <a:off x="6976110" y="3011805"/>
            <a:ext cx="2621280" cy="1706880"/>
            <a:chOff x="10986" y="4743"/>
            <a:chExt cx="4128" cy="2688"/>
          </a:xfrm>
        </p:grpSpPr>
        <p:pic>
          <p:nvPicPr>
            <p:cNvPr id="8" name="Picture 7" descr="计算机水平"/>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2426" y="4743"/>
              <a:ext cx="2688" cy="2688"/>
            </a:xfrm>
            <a:prstGeom prst="rect">
              <a:avLst/>
            </a:prstGeom>
          </p:spPr>
        </p:pic>
        <p:pic>
          <p:nvPicPr>
            <p:cNvPr id="9" name="Picture 8" descr="手机"/>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10986" y="5796"/>
              <a:ext cx="1440" cy="1440"/>
            </a:xfrm>
            <a:prstGeom prst="rect">
              <a:avLst/>
            </a:prstGeom>
          </p:spPr>
        </p:pic>
        <p:pic>
          <p:nvPicPr>
            <p:cNvPr id="10" name="Picture 9" descr="声音"/>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tretch>
              <a:fillRect/>
            </a:stretch>
          </p:blipFill>
          <p:spPr>
            <a:xfrm>
              <a:off x="11544" y="6354"/>
              <a:ext cx="325" cy="325"/>
            </a:xfrm>
            <a:prstGeom prst="rect">
              <a:avLst/>
            </a:prstGeom>
          </p:spPr>
        </p:pic>
        <p:pic>
          <p:nvPicPr>
            <p:cNvPr id="5" name="Picture 4" descr="声音"/>
            <p:cNvPicPr>
              <a:picLocks noChangeAspect="1"/>
            </p:cNvPicPr>
            <p:nvPr>
              <p:custDataLst>
                <p:tags r:id="rId11"/>
              </p:custDataLst>
            </p:nvPr>
          </p:nvPicPr>
          <p:blipFill>
            <a:blip r:embed="rId9">
              <a:extLst>
                <a:ext uri="{96DAC541-7B7A-43D3-8B79-37D633B846F1}">
                  <asvg:svgBlip xmlns:asvg="http://schemas.microsoft.com/office/drawing/2016/SVG/main" r:embed="rId10"/>
                </a:ext>
              </a:extLst>
            </a:blip>
            <a:stretch>
              <a:fillRect/>
            </a:stretch>
          </p:blipFill>
          <p:spPr>
            <a:xfrm>
              <a:off x="13608" y="5556"/>
              <a:ext cx="325" cy="325"/>
            </a:xfrm>
            <a:prstGeom prst="rect">
              <a:avLst/>
            </a:prstGeom>
          </p:spPr>
        </p:pic>
      </p:grpSp>
      <p:sp>
        <p:nvSpPr>
          <p:cNvPr id="6" name="Right Arrow 5"/>
          <p:cNvSpPr/>
          <p:nvPr/>
        </p:nvSpPr>
        <p:spPr>
          <a:xfrm>
            <a:off x="5157470" y="3528060"/>
            <a:ext cx="1067435" cy="75565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88" name="Text Box 187"/>
          <p:cNvSpPr txBox="1"/>
          <p:nvPr/>
        </p:nvSpPr>
        <p:spPr>
          <a:xfrm>
            <a:off x="4777740" y="2819400"/>
            <a:ext cx="1706245" cy="530860"/>
          </a:xfrm>
          <a:prstGeom prst="rect">
            <a:avLst/>
          </a:prstGeom>
          <a:noFill/>
        </p:spPr>
        <p:txBody>
          <a:bodyPr wrap="square" rtlCol="0">
            <a:noAutofit/>
          </a:bodyPr>
          <a:p>
            <a:pPr indent="0" algn="r">
              <a:lnSpc>
                <a:spcPct val="15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声音编码</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spTree>
    <p:custDataLst>
      <p:tags r:id="rId1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normAutofit/>
          </a:bodyPr>
          <a:p>
            <a:r>
              <a:rPr lang="zh-CN" altLang="en-US"/>
              <a:t>怎样才能把声音（模拟信号</a:t>
            </a:r>
            <a:r>
              <a:rPr lang="en-US" altLang="zh-CN"/>
              <a:t>）</a:t>
            </a:r>
            <a:r>
              <a:rPr lang="zh-CN" altLang="en-US"/>
              <a:t>是转成数字信号</a:t>
            </a:r>
            <a:r>
              <a:rPr lang="en-US"/>
              <a:t>？</a:t>
            </a:r>
            <a:endParaRPr lang="en-US"/>
          </a:p>
        </p:txBody>
      </p:sp>
      <p:sp>
        <p:nvSpPr>
          <p:cNvPr id="14" name="Text Box 13"/>
          <p:cNvSpPr txBox="1"/>
          <p:nvPr/>
        </p:nvSpPr>
        <p:spPr>
          <a:xfrm>
            <a:off x="691515" y="1313815"/>
            <a:ext cx="2547620" cy="429895"/>
          </a:xfrm>
          <a:prstGeom prst="rect">
            <a:avLst/>
          </a:prstGeom>
          <a:noFill/>
        </p:spPr>
        <p:txBody>
          <a:bodyPr wrap="square" rtlCol="0">
            <a:no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Sampling</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7" name="Text Box 16"/>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cs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cs typeface="Alibaba PuHuiTi 3.0 55 Regular" panose="00020600040101010101" charset="-122"/>
              </a:rPr>
              <a:t> Quantization</a:t>
            </a:r>
            <a:endParaRPr lang="en-US" altLang="zh-CN" sz="2200">
              <a:latin typeface="Alibaba PuHuiTi 3.0 55 Regular" panose="00020600040101010101" charset="-122"/>
              <a:ea typeface="Alibaba PuHuiTi 3.0 55 Regular" panose="00020600040101010101" charset="-122"/>
              <a:cs typeface="Alibaba PuHuiTi 3.0 55 Regular" panose="00020600040101010101" charset="-122"/>
            </a:endParaRPr>
          </a:p>
        </p:txBody>
      </p:sp>
      <p:sp>
        <p:nvSpPr>
          <p:cNvPr id="18" name="Text Box 17"/>
          <p:cNvSpPr txBox="1"/>
          <p:nvPr/>
        </p:nvSpPr>
        <p:spPr>
          <a:xfrm>
            <a:off x="7519670" y="1313815"/>
            <a:ext cx="3822065" cy="429895"/>
          </a:xfrm>
          <a:prstGeom prst="rect">
            <a:avLst/>
          </a:prstGeom>
          <a:noFill/>
        </p:spPr>
        <p:txBody>
          <a:bodyPr wrap="square" rtlCol="0">
            <a:spAutoFit/>
          </a:bodyPr>
          <a:p>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3. </a:t>
            </a:r>
            <a:r>
              <a:rPr lang="zh-CN" altLang="en-US" sz="2200" b="1">
                <a:latin typeface="Alibaba PuHuiTi 3.0 85 Bold" panose="00020600040101010101" charset="-122"/>
                <a:ea typeface="Alibaba PuHuiTi 3.0 85 Bold" panose="00020600040101010101" charset="-122"/>
                <a:cs typeface="Alibaba PuHuiTi 3.0 85 Bold" panose="00020600040101010101" charset="-122"/>
              </a:rPr>
              <a:t>编码</a:t>
            </a:r>
            <a:r>
              <a:rPr lang="en-US" altLang="zh-CN" sz="2200" b="1">
                <a:latin typeface="Alibaba PuHuiTi 3.0 85 Bold" panose="00020600040101010101" charset="-122"/>
                <a:ea typeface="Alibaba PuHuiTi 3.0 85 Bold" panose="00020600040101010101" charset="-122"/>
                <a:cs typeface="Alibaba PuHuiTi 3.0 85 Bold" panose="00020600040101010101" charset="-122"/>
              </a:rPr>
              <a:t> Encoding</a:t>
            </a:r>
            <a:endParaRPr lang="en-US" altLang="zh-CN" sz="2200" b="1">
              <a:latin typeface="Alibaba PuHuiTi 3.0 85 Bold" panose="00020600040101010101" charset="-122"/>
              <a:ea typeface="Alibaba PuHuiTi 3.0 85 Bold" panose="00020600040101010101" charset="-122"/>
              <a:cs typeface="Alibaba PuHuiTi 3.0 85 Bold" panose="00020600040101010101" charset="-122"/>
            </a:endParaRPr>
          </a:p>
        </p:txBody>
      </p:sp>
      <p:cxnSp>
        <p:nvCxnSpPr>
          <p:cNvPr id="19" name="Straight Connector 18"/>
          <p:cNvCxnSpPr/>
          <p:nvPr/>
        </p:nvCxnSpPr>
        <p:spPr>
          <a:xfrm flipH="1">
            <a:off x="3202305" y="1529080"/>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188" name="Text Box 187"/>
          <p:cNvSpPr txBox="1"/>
          <p:nvPr/>
        </p:nvSpPr>
        <p:spPr>
          <a:xfrm>
            <a:off x="1713865" y="1743710"/>
            <a:ext cx="8368665" cy="1083310"/>
          </a:xfrm>
          <a:prstGeom prst="rect">
            <a:avLst/>
          </a:prstGeom>
          <a:noFill/>
        </p:spPr>
        <p:txBody>
          <a:bodyPr wrap="square" rtlCol="0">
            <a:noAutofit/>
          </a:bodyPr>
          <a:p>
            <a:pPr indent="0" algn="r">
              <a:lnSpc>
                <a:spcPct val="15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声音编码</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确立编码规则</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a:p>
            <a:pPr indent="0" algn="r">
              <a:lnSpc>
                <a:spcPct val="15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优化数据排列</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a:p>
            <a:pPr indent="0" algn="r">
              <a:lnSpc>
                <a:spcPct val="150000"/>
              </a:lnSpc>
              <a:buFont typeface="Arial" panose="020B0604020202090204" pitchFamily="34" charset="0"/>
              <a:buNone/>
            </a:pPr>
            <a:r>
              <a:rPr lang="zh-CN" altLang="en-US"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以减少数据的存储容量</a:t>
            </a:r>
            <a:r>
              <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rPr>
              <a:t>。</a:t>
            </a:r>
            <a:endParaRPr lang="en-US" altLang="zh-CN" sz="2200" b="1">
              <a:solidFill>
                <a:srgbClr val="FF0000"/>
              </a:solidFill>
              <a:latin typeface="Alibaba PuHuiTi 3.0 85 Bold" panose="00020600040101010101" charset="-122"/>
              <a:ea typeface="Alibaba PuHuiTi 3.0 85 Bold" panose="00020600040101010101" charset="-122"/>
              <a:cs typeface="Alibaba PuHuiTi 3.0 85 Bold" panose="00020600040101010101" charset="-122"/>
            </a:endParaRPr>
          </a:p>
        </p:txBody>
      </p:sp>
      <p:grpSp>
        <p:nvGrpSpPr>
          <p:cNvPr id="194" name="Group 193"/>
          <p:cNvGrpSpPr/>
          <p:nvPr/>
        </p:nvGrpSpPr>
        <p:grpSpPr>
          <a:xfrm>
            <a:off x="7194550" y="4000500"/>
            <a:ext cx="2887980" cy="2310130"/>
            <a:chOff x="10896" y="6115"/>
            <a:chExt cx="4548" cy="3638"/>
          </a:xfrm>
        </p:grpSpPr>
        <p:pic>
          <p:nvPicPr>
            <p:cNvPr id="189" name="Picture 188" descr="乐高"/>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1131" y="7514"/>
              <a:ext cx="1440" cy="1440"/>
            </a:xfrm>
            <a:prstGeom prst="rect">
              <a:avLst/>
            </a:prstGeom>
          </p:spPr>
        </p:pic>
        <p:pic>
          <p:nvPicPr>
            <p:cNvPr id="190" name="Picture 189" descr="乐高"/>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13226" y="7514"/>
              <a:ext cx="1440" cy="1440"/>
            </a:xfrm>
            <a:prstGeom prst="rect">
              <a:avLst/>
            </a:prstGeom>
          </p:spPr>
        </p:pic>
        <p:sp>
          <p:nvSpPr>
            <p:cNvPr id="191" name="Text Box 190"/>
            <p:cNvSpPr txBox="1"/>
            <p:nvPr/>
          </p:nvSpPr>
          <p:spPr>
            <a:xfrm>
              <a:off x="10896" y="9077"/>
              <a:ext cx="4548" cy="677"/>
            </a:xfrm>
            <a:prstGeom prst="rect">
              <a:avLst/>
            </a:prstGeom>
            <a:noFill/>
          </p:spPr>
          <p:txBody>
            <a:bodyPr wrap="square" rtlCol="0">
              <a:noAutofit/>
            </a:bodyPr>
            <a:p>
              <a:r>
                <a:rPr lang="zh-CN" altLang="en-US" sz="2200" b="1">
                  <a:latin typeface="Alibaba PuHuiTi 3.0 85 Bold" panose="00020600040101010101" charset="-122"/>
                  <a:ea typeface="Alibaba PuHuiTi 3.0 85 Bold" panose="00020600040101010101" charset="-122"/>
                </a:rPr>
                <a:t>编码</a:t>
              </a:r>
              <a:r>
                <a:rPr lang="zh-CN" altLang="en-US" sz="2200">
                  <a:latin typeface="Alibaba PuHuiTi 3.0 55 Regular" panose="00020600040101010101" charset="-122"/>
                  <a:ea typeface="Alibaba PuHuiTi 3.0 55 Regular" panose="00020600040101010101" charset="-122"/>
                </a:rPr>
                <a:t>类似于</a:t>
              </a:r>
              <a:r>
                <a:rPr lang="zh-CN" altLang="en-US" sz="2200" b="1">
                  <a:latin typeface="Alibaba PuHuiTi 3.0 85 Bold" panose="00020600040101010101" charset="-122"/>
                  <a:ea typeface="Alibaba PuHuiTi 3.0 85 Bold" panose="00020600040101010101" charset="-122"/>
                </a:rPr>
                <a:t>组装积木</a:t>
              </a:r>
              <a:endParaRPr lang="zh-CN" altLang="en-US" sz="2200" b="1">
                <a:latin typeface="Alibaba PuHuiTi 3.0 85 Bold" panose="00020600040101010101" charset="-122"/>
                <a:ea typeface="Alibaba PuHuiTi 3.0 85 Bold" panose="00020600040101010101" charset="-122"/>
              </a:endParaRPr>
            </a:p>
          </p:txBody>
        </p:sp>
        <p:pic>
          <p:nvPicPr>
            <p:cNvPr id="192" name="Picture 191" descr="积木"/>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tretch>
              <a:fillRect/>
            </a:stretch>
          </p:blipFill>
          <p:spPr>
            <a:xfrm>
              <a:off x="12450" y="6115"/>
              <a:ext cx="1440" cy="1440"/>
            </a:xfrm>
            <a:prstGeom prst="rect">
              <a:avLst/>
            </a:prstGeom>
          </p:spPr>
        </p:pic>
      </p:grpSp>
      <p:sp>
        <p:nvSpPr>
          <p:cNvPr id="193" name="Text Box 192"/>
          <p:cNvSpPr txBox="1"/>
          <p:nvPr/>
        </p:nvSpPr>
        <p:spPr>
          <a:xfrm>
            <a:off x="3328035" y="5170170"/>
            <a:ext cx="4611370" cy="429895"/>
          </a:xfrm>
          <a:prstGeom prst="rect">
            <a:avLst/>
          </a:prstGeom>
          <a:noFill/>
        </p:spPr>
        <p:txBody>
          <a:bodyPr wrap="square" rtlCol="0">
            <a:noAutofit/>
          </a:bodyPr>
          <a:p>
            <a:endParaRPr lang="en-US" altLang="zh-CN" sz="2200">
              <a:latin typeface="Alibaba PuHuiTi 3.0 55 Regular" panose="00020600040101010101" charset="-122"/>
              <a:ea typeface="Alibaba PuHuiTi 3.0 55 Regular" panose="00020600040101010101" charset="-122"/>
            </a:endParaRPr>
          </a:p>
        </p:txBody>
      </p:sp>
    </p:spTree>
    <p:custDataLst>
      <p:tags r:id="rId11"/>
    </p:custData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常见的音频文件类型有哪些</a:t>
            </a:r>
            <a:r>
              <a:rPr lang="en-US" altLang="zh-CN"/>
              <a:t>？</a:t>
            </a:r>
            <a:endParaRPr lang="en-US" altLang="zh-CN"/>
          </a:p>
        </p:txBody>
      </p:sp>
      <p:pic>
        <p:nvPicPr>
          <p:cNvPr id="4" name="Picture 3" descr="WAV文件"/>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24230" y="2148840"/>
            <a:ext cx="914400" cy="914400"/>
          </a:xfrm>
          <a:prstGeom prst="rect">
            <a:avLst/>
          </a:prstGeom>
        </p:spPr>
      </p:pic>
      <p:pic>
        <p:nvPicPr>
          <p:cNvPr id="5" name="Picture 4" descr="音乐"/>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5933440" y="2148840"/>
            <a:ext cx="914400" cy="914400"/>
          </a:xfrm>
          <a:prstGeom prst="rect">
            <a:avLst/>
          </a:prstGeom>
        </p:spPr>
      </p:pic>
      <p:pic>
        <p:nvPicPr>
          <p:cNvPr id="6" name="Picture 5" descr="蜂蜜提取器"/>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tretch>
            <a:fillRect/>
          </a:stretch>
        </p:blipFill>
        <p:spPr>
          <a:xfrm>
            <a:off x="8488045" y="2148840"/>
            <a:ext cx="914400" cy="914400"/>
          </a:xfrm>
          <a:prstGeom prst="rect">
            <a:avLst/>
          </a:prstGeom>
        </p:spPr>
      </p:pic>
      <p:pic>
        <p:nvPicPr>
          <p:cNvPr id="7" name="Picture 6" descr="音乐"/>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3378835" y="2148840"/>
            <a:ext cx="914400" cy="914400"/>
          </a:xfrm>
          <a:prstGeom prst="rect">
            <a:avLst/>
          </a:prstGeom>
        </p:spPr>
      </p:pic>
      <p:sp>
        <p:nvSpPr>
          <p:cNvPr id="8" name="Text Box 7"/>
          <p:cNvSpPr txBox="1"/>
          <p:nvPr/>
        </p:nvSpPr>
        <p:spPr>
          <a:xfrm>
            <a:off x="864870"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WAV</a:t>
            </a:r>
            <a:endParaRPr lang="en-US" sz="2200">
              <a:latin typeface="Alibaba PuHuiTi 3.0 55 Regular" panose="00020600040101010101" charset="-122"/>
              <a:ea typeface="Alibaba PuHuiTi 3.0 55 Regular" panose="00020600040101010101" charset="-122"/>
            </a:endParaRPr>
          </a:p>
        </p:txBody>
      </p:sp>
      <p:sp>
        <p:nvSpPr>
          <p:cNvPr id="9" name="Text Box 8"/>
          <p:cNvSpPr txBox="1"/>
          <p:nvPr/>
        </p:nvSpPr>
        <p:spPr>
          <a:xfrm>
            <a:off x="3419475"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MP3</a:t>
            </a:r>
            <a:endParaRPr lang="en-US" sz="2200">
              <a:latin typeface="Alibaba PuHuiTi 3.0 55 Regular" panose="00020600040101010101" charset="-122"/>
              <a:ea typeface="Alibaba PuHuiTi 3.0 55 Regular" panose="00020600040101010101" charset="-122"/>
            </a:endParaRPr>
          </a:p>
        </p:txBody>
      </p:sp>
      <p:sp>
        <p:nvSpPr>
          <p:cNvPr id="10" name="Text Box 9"/>
          <p:cNvSpPr txBox="1"/>
          <p:nvPr/>
        </p:nvSpPr>
        <p:spPr>
          <a:xfrm>
            <a:off x="5974080"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WMA</a:t>
            </a:r>
            <a:endParaRPr lang="en-US" sz="2200">
              <a:latin typeface="Alibaba PuHuiTi 3.0 55 Regular" panose="00020600040101010101" charset="-122"/>
              <a:ea typeface="Alibaba PuHuiTi 3.0 55 Regular" panose="00020600040101010101" charset="-122"/>
            </a:endParaRPr>
          </a:p>
        </p:txBody>
      </p:sp>
      <p:sp>
        <p:nvSpPr>
          <p:cNvPr id="11" name="Text Box 10"/>
          <p:cNvSpPr txBox="1"/>
          <p:nvPr/>
        </p:nvSpPr>
        <p:spPr>
          <a:xfrm>
            <a:off x="8528685"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MIDI</a:t>
            </a:r>
            <a:endParaRPr lang="en-US" sz="2200">
              <a:latin typeface="Alibaba PuHuiTi 3.0 55 Regular" panose="00020600040101010101" charset="-122"/>
              <a:ea typeface="Alibaba PuHuiTi 3.0 55 Regular" panose="00020600040101010101" charset="-122"/>
            </a:endParaRPr>
          </a:p>
        </p:txBody>
      </p:sp>
    </p:spTree>
    <p:custDataLst>
      <p:tags r:id="rId14"/>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常见的音频文件类型有哪些</a:t>
            </a:r>
            <a:r>
              <a:rPr lang="en-US" altLang="zh-CN"/>
              <a:t>？</a:t>
            </a:r>
            <a:endParaRPr lang="en-US" altLang="zh-CN"/>
          </a:p>
        </p:txBody>
      </p:sp>
      <p:pic>
        <p:nvPicPr>
          <p:cNvPr id="4" name="Picture 3" descr="WAV文件"/>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24230" y="2148840"/>
            <a:ext cx="914400" cy="914400"/>
          </a:xfrm>
          <a:prstGeom prst="rect">
            <a:avLst/>
          </a:prstGeom>
        </p:spPr>
      </p:pic>
      <p:pic>
        <p:nvPicPr>
          <p:cNvPr id="5" name="Picture 4" descr="音乐"/>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5933440" y="2148840"/>
            <a:ext cx="914400" cy="914400"/>
          </a:xfrm>
          <a:prstGeom prst="rect">
            <a:avLst/>
          </a:prstGeom>
        </p:spPr>
      </p:pic>
      <p:pic>
        <p:nvPicPr>
          <p:cNvPr id="6" name="Picture 5" descr="蜂蜜提取器"/>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tretch>
            <a:fillRect/>
          </a:stretch>
        </p:blipFill>
        <p:spPr>
          <a:xfrm>
            <a:off x="8488045" y="2148840"/>
            <a:ext cx="914400" cy="914400"/>
          </a:xfrm>
          <a:prstGeom prst="rect">
            <a:avLst/>
          </a:prstGeom>
        </p:spPr>
      </p:pic>
      <p:pic>
        <p:nvPicPr>
          <p:cNvPr id="7" name="Picture 6" descr="音乐"/>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3378835" y="2148840"/>
            <a:ext cx="914400" cy="914400"/>
          </a:xfrm>
          <a:prstGeom prst="rect">
            <a:avLst/>
          </a:prstGeom>
        </p:spPr>
      </p:pic>
      <p:sp>
        <p:nvSpPr>
          <p:cNvPr id="8" name="Text Box 7"/>
          <p:cNvSpPr txBox="1"/>
          <p:nvPr/>
        </p:nvSpPr>
        <p:spPr>
          <a:xfrm>
            <a:off x="864870"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WAV</a:t>
            </a:r>
            <a:endParaRPr lang="en-US" sz="2200">
              <a:latin typeface="Alibaba PuHuiTi 3.0 55 Regular" panose="00020600040101010101" charset="-122"/>
              <a:ea typeface="Alibaba PuHuiTi 3.0 55 Regular" panose="00020600040101010101" charset="-122"/>
            </a:endParaRPr>
          </a:p>
        </p:txBody>
      </p:sp>
      <p:sp>
        <p:nvSpPr>
          <p:cNvPr id="9" name="Text Box 8"/>
          <p:cNvSpPr txBox="1"/>
          <p:nvPr/>
        </p:nvSpPr>
        <p:spPr>
          <a:xfrm>
            <a:off x="3419475"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MP3</a:t>
            </a:r>
            <a:endParaRPr lang="en-US" sz="2200">
              <a:latin typeface="Alibaba PuHuiTi 3.0 55 Regular" panose="00020600040101010101" charset="-122"/>
              <a:ea typeface="Alibaba PuHuiTi 3.0 55 Regular" panose="00020600040101010101" charset="-122"/>
            </a:endParaRPr>
          </a:p>
        </p:txBody>
      </p:sp>
      <p:sp>
        <p:nvSpPr>
          <p:cNvPr id="10" name="Text Box 9"/>
          <p:cNvSpPr txBox="1"/>
          <p:nvPr/>
        </p:nvSpPr>
        <p:spPr>
          <a:xfrm>
            <a:off x="5974080"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WMA</a:t>
            </a:r>
            <a:endParaRPr lang="en-US" sz="2200">
              <a:latin typeface="Alibaba PuHuiTi 3.0 55 Regular" panose="00020600040101010101" charset="-122"/>
              <a:ea typeface="Alibaba PuHuiTi 3.0 55 Regular" panose="00020600040101010101" charset="-122"/>
            </a:endParaRPr>
          </a:p>
        </p:txBody>
      </p:sp>
      <p:sp>
        <p:nvSpPr>
          <p:cNvPr id="11" name="Text Box 10"/>
          <p:cNvSpPr txBox="1"/>
          <p:nvPr/>
        </p:nvSpPr>
        <p:spPr>
          <a:xfrm>
            <a:off x="8528685"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MIDI</a:t>
            </a:r>
            <a:endParaRPr lang="en-US" sz="2200">
              <a:latin typeface="Alibaba PuHuiTi 3.0 55 Regular" panose="00020600040101010101" charset="-122"/>
              <a:ea typeface="Alibaba PuHuiTi 3.0 55 Regular" panose="00020600040101010101" charset="-122"/>
            </a:endParaRPr>
          </a:p>
        </p:txBody>
      </p:sp>
      <p:sp>
        <p:nvSpPr>
          <p:cNvPr id="3" name="Text Box 2"/>
          <p:cNvSpPr txBox="1"/>
          <p:nvPr/>
        </p:nvSpPr>
        <p:spPr>
          <a:xfrm>
            <a:off x="864870" y="3898265"/>
            <a:ext cx="4672330" cy="429895"/>
          </a:xfrm>
          <a:prstGeom prst="rect">
            <a:avLst/>
          </a:prstGeom>
          <a:noFill/>
        </p:spPr>
        <p:txBody>
          <a:bodyPr wrap="square" rtlCol="0">
            <a:noAutofit/>
          </a:bodyPr>
          <a:p>
            <a:pPr algn="l"/>
            <a:r>
              <a:rPr lang="en-US" sz="2200">
                <a:latin typeface="Alibaba PuHuiTi 3.0 55 Regular" panose="00020600040101010101" charset="-122"/>
                <a:ea typeface="Alibaba PuHuiTi 3.0 55 Regular" panose="00020600040101010101" charset="-122"/>
              </a:rPr>
              <a:t>WAV: </a:t>
            </a:r>
            <a:r>
              <a:rPr lang="zh-CN" altLang="en-US" sz="2200">
                <a:latin typeface="Alibaba PuHuiTi 3.0 55 Regular" panose="00020600040101010101" charset="-122"/>
                <a:ea typeface="Alibaba PuHuiTi 3.0 55 Regular" panose="00020600040101010101" charset="-122"/>
              </a:rPr>
              <a:t>最常见的未压缩的文件格式</a:t>
            </a:r>
            <a:r>
              <a:rPr lang="en-US" altLang="zh-CN" sz="2200">
                <a:latin typeface="Alibaba PuHuiTi 3.0 55 Regular" panose="00020600040101010101" charset="-122"/>
                <a:ea typeface="Alibaba PuHuiTi 3.0 55 Regular" panose="00020600040101010101" charset="-122"/>
              </a:rPr>
              <a:t>。</a:t>
            </a:r>
            <a:r>
              <a:rPr lang="zh-CN" altLang="en-US" sz="2200">
                <a:latin typeface="Alibaba PuHuiTi 3.0 55 Regular" panose="00020600040101010101" charset="-122"/>
                <a:ea typeface="Alibaba PuHuiTi 3.0 55 Regular" panose="00020600040101010101" charset="-122"/>
              </a:rPr>
              <a:t>声音质量高</a:t>
            </a:r>
            <a:r>
              <a:rPr lang="en-US" altLang="zh-CN" sz="2200">
                <a:latin typeface="Alibaba PuHuiTi 3.0 55 Regular" panose="00020600040101010101" charset="-122"/>
                <a:ea typeface="Alibaba PuHuiTi 3.0 55 Regular" panose="00020600040101010101" charset="-122"/>
              </a:rPr>
              <a:t>，</a:t>
            </a:r>
            <a:r>
              <a:rPr lang="zh-CN" altLang="en-US" sz="2200">
                <a:latin typeface="Alibaba PuHuiTi 3.0 55 Regular" panose="00020600040101010101" charset="-122"/>
                <a:ea typeface="Alibaba PuHuiTi 3.0 55 Regular" panose="00020600040101010101" charset="-122"/>
              </a:rPr>
              <a:t>所占存储容量较大</a:t>
            </a:r>
            <a:r>
              <a:rPr lang="en-US" altLang="zh-CN" sz="2200">
                <a:latin typeface="Alibaba PuHuiTi 3.0 55 Regular" panose="00020600040101010101" charset="-122"/>
                <a:ea typeface="Alibaba PuHuiTi 3.0 55 Regular" panose="00020600040101010101" charset="-122"/>
              </a:rPr>
              <a:t>。</a:t>
            </a:r>
            <a:endParaRPr lang="en-US" altLang="zh-CN" sz="2200">
              <a:latin typeface="Alibaba PuHuiTi 3.0 55 Regular" panose="00020600040101010101" charset="-122"/>
              <a:ea typeface="Alibaba PuHuiTi 3.0 55 Regular" panose="00020600040101010101" charset="-122"/>
            </a:endParaRPr>
          </a:p>
        </p:txBody>
      </p:sp>
    </p:spTree>
    <p:custDataLst>
      <p:tags r:id="rId14"/>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常见的音频文件类型有哪些</a:t>
            </a:r>
            <a:r>
              <a:rPr lang="en-US" altLang="zh-CN"/>
              <a:t>？</a:t>
            </a:r>
            <a:endParaRPr lang="en-US" altLang="zh-CN"/>
          </a:p>
        </p:txBody>
      </p:sp>
      <p:pic>
        <p:nvPicPr>
          <p:cNvPr id="4" name="Picture 3" descr="WAV文件"/>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24230" y="2148840"/>
            <a:ext cx="914400" cy="914400"/>
          </a:xfrm>
          <a:prstGeom prst="rect">
            <a:avLst/>
          </a:prstGeom>
        </p:spPr>
      </p:pic>
      <p:pic>
        <p:nvPicPr>
          <p:cNvPr id="5" name="Picture 4" descr="音乐"/>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5933440" y="2148840"/>
            <a:ext cx="914400" cy="914400"/>
          </a:xfrm>
          <a:prstGeom prst="rect">
            <a:avLst/>
          </a:prstGeom>
        </p:spPr>
      </p:pic>
      <p:pic>
        <p:nvPicPr>
          <p:cNvPr id="6" name="Picture 5" descr="蜂蜜提取器"/>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tretch>
            <a:fillRect/>
          </a:stretch>
        </p:blipFill>
        <p:spPr>
          <a:xfrm>
            <a:off x="8488045" y="2148840"/>
            <a:ext cx="914400" cy="914400"/>
          </a:xfrm>
          <a:prstGeom prst="rect">
            <a:avLst/>
          </a:prstGeom>
        </p:spPr>
      </p:pic>
      <p:pic>
        <p:nvPicPr>
          <p:cNvPr id="7" name="Picture 6" descr="音乐"/>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3378835" y="2148840"/>
            <a:ext cx="914400" cy="914400"/>
          </a:xfrm>
          <a:prstGeom prst="rect">
            <a:avLst/>
          </a:prstGeom>
        </p:spPr>
      </p:pic>
      <p:sp>
        <p:nvSpPr>
          <p:cNvPr id="8" name="Text Box 7"/>
          <p:cNvSpPr txBox="1"/>
          <p:nvPr/>
        </p:nvSpPr>
        <p:spPr>
          <a:xfrm>
            <a:off x="864870"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WAV</a:t>
            </a:r>
            <a:endParaRPr lang="en-US" sz="2200">
              <a:latin typeface="Alibaba PuHuiTi 3.0 55 Regular" panose="00020600040101010101" charset="-122"/>
              <a:ea typeface="Alibaba PuHuiTi 3.0 55 Regular" panose="00020600040101010101" charset="-122"/>
            </a:endParaRPr>
          </a:p>
        </p:txBody>
      </p:sp>
      <p:sp>
        <p:nvSpPr>
          <p:cNvPr id="9" name="Text Box 8"/>
          <p:cNvSpPr txBox="1"/>
          <p:nvPr/>
        </p:nvSpPr>
        <p:spPr>
          <a:xfrm>
            <a:off x="3419475"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MP3</a:t>
            </a:r>
            <a:endParaRPr lang="en-US" sz="2200">
              <a:latin typeface="Alibaba PuHuiTi 3.0 55 Regular" panose="00020600040101010101" charset="-122"/>
              <a:ea typeface="Alibaba PuHuiTi 3.0 55 Regular" panose="00020600040101010101" charset="-122"/>
            </a:endParaRPr>
          </a:p>
        </p:txBody>
      </p:sp>
      <p:sp>
        <p:nvSpPr>
          <p:cNvPr id="10" name="Text Box 9"/>
          <p:cNvSpPr txBox="1"/>
          <p:nvPr/>
        </p:nvSpPr>
        <p:spPr>
          <a:xfrm>
            <a:off x="5974080"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WMA</a:t>
            </a:r>
            <a:endParaRPr lang="en-US" sz="2200">
              <a:latin typeface="Alibaba PuHuiTi 3.0 55 Regular" panose="00020600040101010101" charset="-122"/>
              <a:ea typeface="Alibaba PuHuiTi 3.0 55 Regular" panose="00020600040101010101" charset="-122"/>
            </a:endParaRPr>
          </a:p>
        </p:txBody>
      </p:sp>
      <p:sp>
        <p:nvSpPr>
          <p:cNvPr id="11" name="Text Box 10"/>
          <p:cNvSpPr txBox="1"/>
          <p:nvPr/>
        </p:nvSpPr>
        <p:spPr>
          <a:xfrm>
            <a:off x="8528685" y="3249295"/>
            <a:ext cx="1221740" cy="429895"/>
          </a:xfrm>
          <a:prstGeom prst="rect">
            <a:avLst/>
          </a:prstGeom>
          <a:noFill/>
        </p:spPr>
        <p:txBody>
          <a:bodyPr wrap="square" rtlCol="0">
            <a:noAutofit/>
          </a:bodyPr>
          <a:p>
            <a:r>
              <a:rPr lang="en-US" sz="2200">
                <a:latin typeface="Alibaba PuHuiTi 3.0 55 Regular" panose="00020600040101010101" charset="-122"/>
                <a:ea typeface="Alibaba PuHuiTi 3.0 55 Regular" panose="00020600040101010101" charset="-122"/>
              </a:rPr>
              <a:t>MIDI</a:t>
            </a:r>
            <a:endParaRPr lang="en-US" sz="2200">
              <a:latin typeface="Alibaba PuHuiTi 3.0 55 Regular" panose="00020600040101010101" charset="-122"/>
              <a:ea typeface="Alibaba PuHuiTi 3.0 55 Regular" panose="00020600040101010101" charset="-122"/>
            </a:endParaRPr>
          </a:p>
        </p:txBody>
      </p:sp>
      <p:sp>
        <p:nvSpPr>
          <p:cNvPr id="3" name="Text Box 2"/>
          <p:cNvSpPr txBox="1"/>
          <p:nvPr/>
        </p:nvSpPr>
        <p:spPr>
          <a:xfrm>
            <a:off x="3419475" y="3865245"/>
            <a:ext cx="4672330" cy="429895"/>
          </a:xfrm>
          <a:prstGeom prst="rect">
            <a:avLst/>
          </a:prstGeom>
          <a:noFill/>
        </p:spPr>
        <p:txBody>
          <a:bodyPr wrap="square" rtlCol="0">
            <a:noAutofit/>
          </a:bodyPr>
          <a:p>
            <a:pPr algn="l"/>
            <a:r>
              <a:rPr lang="en-US" sz="2200">
                <a:latin typeface="Alibaba PuHuiTi 3.0 55 Regular" panose="00020600040101010101" charset="-122"/>
                <a:ea typeface="Alibaba PuHuiTi 3.0 55 Regular" panose="00020600040101010101" charset="-122"/>
              </a:rPr>
              <a:t>MP3: </a:t>
            </a:r>
            <a:r>
              <a:rPr lang="zh-CN" altLang="en-US" sz="2200">
                <a:latin typeface="Alibaba PuHuiTi 3.0 55 Regular" panose="00020600040101010101" charset="-122"/>
                <a:ea typeface="Alibaba PuHuiTi 3.0 55 Regular" panose="00020600040101010101" charset="-122"/>
              </a:rPr>
              <a:t>最常见的音频有损压缩格式</a:t>
            </a:r>
            <a:r>
              <a:rPr lang="en-US" altLang="zh-CN" sz="2200">
                <a:latin typeface="Alibaba PuHuiTi 3.0 55 Regular" panose="00020600040101010101" charset="-122"/>
                <a:ea typeface="Alibaba PuHuiTi 3.0 55 Regular" panose="00020600040101010101" charset="-122"/>
              </a:rPr>
              <a:t>。</a:t>
            </a:r>
            <a:r>
              <a:rPr lang="zh-CN" altLang="en-US" sz="2200">
                <a:latin typeface="Alibaba PuHuiTi 3.0 55 Regular" panose="00020600040101010101" charset="-122"/>
                <a:ea typeface="Alibaba PuHuiTi 3.0 55 Regular" panose="00020600040101010101" charset="-122"/>
              </a:rPr>
              <a:t>可压缩到原来的</a:t>
            </a:r>
            <a:r>
              <a:rPr lang="en-US" altLang="zh-CN" sz="2200">
                <a:latin typeface="Alibaba PuHuiTi 3.0 55 Regular" panose="00020600040101010101" charset="-122"/>
                <a:ea typeface="Alibaba PuHuiTi 3.0 55 Regular" panose="00020600040101010101" charset="-122"/>
              </a:rPr>
              <a:t>1/10</a:t>
            </a:r>
            <a:r>
              <a:rPr lang="zh-CN" altLang="en-US" sz="2200">
                <a:latin typeface="Alibaba PuHuiTi 3.0 55 Regular" panose="00020600040101010101" charset="-122"/>
                <a:ea typeface="Alibaba PuHuiTi 3.0 55 Regular" panose="00020600040101010101" charset="-122"/>
              </a:rPr>
              <a:t>左右</a:t>
            </a:r>
            <a:r>
              <a:rPr lang="en-US" altLang="zh-CN" sz="2200">
                <a:latin typeface="Alibaba PuHuiTi 3.0 55 Regular" panose="00020600040101010101" charset="-122"/>
                <a:ea typeface="Alibaba PuHuiTi 3.0 55 Regular" panose="00020600040101010101" charset="-122"/>
              </a:rPr>
              <a:t>，</a:t>
            </a:r>
            <a:r>
              <a:rPr lang="zh-CN" altLang="en-US" sz="2200">
                <a:latin typeface="Alibaba PuHuiTi 3.0 55 Regular" panose="00020600040101010101" charset="-122"/>
                <a:ea typeface="Alibaba PuHuiTi 3.0 55 Regular" panose="00020600040101010101" charset="-122"/>
              </a:rPr>
              <a:t>而且仍具较高保真度</a:t>
            </a:r>
            <a:r>
              <a:rPr lang="en-US" altLang="zh-CN" sz="2200">
                <a:latin typeface="Alibaba PuHuiTi 3.0 55 Regular" panose="00020600040101010101" charset="-122"/>
                <a:ea typeface="Alibaba PuHuiTi 3.0 55 Regular" panose="00020600040101010101" charset="-122"/>
              </a:rPr>
              <a:t>。</a:t>
            </a:r>
            <a:endParaRPr lang="en-US" altLang="zh-CN" sz="2200">
              <a:latin typeface="Alibaba PuHuiTi 3.0 55 Regular" panose="00020600040101010101" charset="-122"/>
              <a:ea typeface="Alibaba PuHuiTi 3.0 55 Regular" panose="00020600040101010101" charset="-122"/>
            </a:endParaRPr>
          </a:p>
        </p:txBody>
      </p:sp>
    </p:spTree>
    <p:custDataLst>
      <p:tags r:id="rId14"/>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a:xfrm>
            <a:off x="608400" y="608400"/>
            <a:ext cx="10969200" cy="705600"/>
          </a:xfrm>
        </p:spPr>
        <p:txBody>
          <a:bodyPr/>
          <a:p>
            <a:r>
              <a:rPr lang="zh-CN" altLang="en-US"/>
              <a:t>声音的</a:t>
            </a:r>
            <a:r>
              <a:rPr lang="zh-CN" altLang="en-US"/>
              <a:t>数字化</a:t>
            </a:r>
            <a:endParaRPr lang="zh-CN" altLang="en-US"/>
          </a:p>
        </p:txBody>
      </p:sp>
      <p:sp>
        <p:nvSpPr>
          <p:cNvPr id="5" name="Title 1"/>
          <p:cNvSpPr>
            <a:spLocks noGrp="1"/>
          </p:cNvSpPr>
          <p:nvPr>
            <p:custDataLst>
              <p:tags r:id="rId2"/>
            </p:custDataLst>
          </p:nvPr>
        </p:nvSpPr>
        <p:spPr>
          <a:xfrm>
            <a:off x="608330" y="2284095"/>
            <a:ext cx="1289050" cy="1960880"/>
          </a:xfrm>
          <a:prstGeom prst="rect">
            <a:avLst/>
          </a:prstGeom>
        </p:spPr>
        <p:txBody>
          <a:bodyPr vert="horz" lIns="90000" tIns="46800" rIns="90000" bIns="46800" rtlCol="0" anchor="ctr" anchorCtr="0">
            <a:norm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a:t>模拟</a:t>
            </a:r>
            <a:endParaRPr lang="zh-CN" altLang="en-US"/>
          </a:p>
          <a:p>
            <a:r>
              <a:rPr lang="zh-CN" altLang="en-US"/>
              <a:t>信号</a:t>
            </a:r>
            <a:endParaRPr lang="zh-CN" altLang="en-US"/>
          </a:p>
        </p:txBody>
      </p:sp>
      <p:sp>
        <p:nvSpPr>
          <p:cNvPr id="65" name="Right Arrow 64"/>
          <p:cNvSpPr/>
          <p:nvPr/>
        </p:nvSpPr>
        <p:spPr>
          <a:xfrm>
            <a:off x="2214880" y="3039110"/>
            <a:ext cx="473710" cy="38989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 name="Title 1"/>
          <p:cNvSpPr>
            <a:spLocks noGrp="1"/>
          </p:cNvSpPr>
          <p:nvPr>
            <p:custDataLst>
              <p:tags r:id="rId3"/>
            </p:custDataLst>
          </p:nvPr>
        </p:nvSpPr>
        <p:spPr>
          <a:xfrm>
            <a:off x="2939415" y="2284095"/>
            <a:ext cx="1289050" cy="1960880"/>
          </a:xfrm>
          <a:prstGeom prst="rect">
            <a:avLst/>
          </a:prstGeom>
        </p:spPr>
        <p:txBody>
          <a:bodyPr vert="horz" lIns="90000" tIns="46800" rIns="90000" bIns="46800" rtlCol="0" anchor="ctr" anchorCtr="0">
            <a:norm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a:solidFill>
                  <a:srgbClr val="8C64E1"/>
                </a:solidFill>
              </a:rPr>
              <a:t>声音采样</a:t>
            </a:r>
            <a:endParaRPr lang="zh-CN" altLang="en-US">
              <a:solidFill>
                <a:srgbClr val="8C64E1"/>
              </a:solidFill>
            </a:endParaRPr>
          </a:p>
        </p:txBody>
      </p:sp>
      <p:sp>
        <p:nvSpPr>
          <p:cNvPr id="7" name="Right Arrow 6"/>
          <p:cNvSpPr/>
          <p:nvPr/>
        </p:nvSpPr>
        <p:spPr>
          <a:xfrm>
            <a:off x="4523740" y="3039110"/>
            <a:ext cx="473710" cy="38989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Title 1"/>
          <p:cNvSpPr>
            <a:spLocks noGrp="1"/>
          </p:cNvSpPr>
          <p:nvPr>
            <p:custDataLst>
              <p:tags r:id="rId4"/>
            </p:custDataLst>
          </p:nvPr>
        </p:nvSpPr>
        <p:spPr>
          <a:xfrm>
            <a:off x="9932670" y="2284095"/>
            <a:ext cx="1289050" cy="1960880"/>
          </a:xfrm>
          <a:prstGeom prst="rect">
            <a:avLst/>
          </a:prstGeom>
        </p:spPr>
        <p:txBody>
          <a:bodyPr vert="horz" lIns="90000" tIns="46800" rIns="90000" bIns="46800" rtlCol="0" anchor="ctr" anchorCtr="0">
            <a:norm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a:t>数字</a:t>
            </a:r>
            <a:endParaRPr lang="zh-CN" altLang="en-US"/>
          </a:p>
          <a:p>
            <a:r>
              <a:rPr lang="zh-CN" altLang="en-US"/>
              <a:t>信号</a:t>
            </a:r>
            <a:endParaRPr lang="zh-CN" altLang="en-US"/>
          </a:p>
        </p:txBody>
      </p:sp>
      <p:sp>
        <p:nvSpPr>
          <p:cNvPr id="9" name="Right Arrow 8"/>
          <p:cNvSpPr/>
          <p:nvPr/>
        </p:nvSpPr>
        <p:spPr>
          <a:xfrm>
            <a:off x="6832600" y="3039110"/>
            <a:ext cx="473710" cy="38989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Title 1"/>
          <p:cNvSpPr>
            <a:spLocks noGrp="1"/>
          </p:cNvSpPr>
          <p:nvPr>
            <p:custDataLst>
              <p:tags r:id="rId5"/>
            </p:custDataLst>
          </p:nvPr>
        </p:nvSpPr>
        <p:spPr>
          <a:xfrm>
            <a:off x="5270500" y="2284095"/>
            <a:ext cx="1289050" cy="1960880"/>
          </a:xfrm>
          <a:prstGeom prst="rect">
            <a:avLst/>
          </a:prstGeom>
        </p:spPr>
        <p:txBody>
          <a:bodyPr vert="horz" lIns="90000" tIns="46800" rIns="90000" bIns="46800" rtlCol="0" anchor="ctr" anchorCtr="0">
            <a:norm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a:solidFill>
                  <a:srgbClr val="8C64E1"/>
                </a:solidFill>
                <a:sym typeface="+mn-ea"/>
              </a:rPr>
              <a:t>声音量化</a:t>
            </a:r>
            <a:endParaRPr lang="zh-CN" altLang="en-US">
              <a:solidFill>
                <a:srgbClr val="8C64E1"/>
              </a:solidFill>
              <a:sym typeface="+mn-ea"/>
            </a:endParaRPr>
          </a:p>
        </p:txBody>
      </p:sp>
      <p:sp>
        <p:nvSpPr>
          <p:cNvPr id="11" name="Right Arrow 10"/>
          <p:cNvSpPr/>
          <p:nvPr/>
        </p:nvSpPr>
        <p:spPr>
          <a:xfrm>
            <a:off x="9141460" y="3109595"/>
            <a:ext cx="473710" cy="38989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2" name="Title 1"/>
          <p:cNvSpPr>
            <a:spLocks noGrp="1"/>
          </p:cNvSpPr>
          <p:nvPr>
            <p:custDataLst>
              <p:tags r:id="rId6"/>
            </p:custDataLst>
          </p:nvPr>
        </p:nvSpPr>
        <p:spPr>
          <a:xfrm>
            <a:off x="7601585" y="2284095"/>
            <a:ext cx="1289050" cy="1960880"/>
          </a:xfrm>
          <a:prstGeom prst="rect">
            <a:avLst/>
          </a:prstGeom>
        </p:spPr>
        <p:txBody>
          <a:bodyPr vert="horz" lIns="90000" tIns="46800" rIns="90000" bIns="46800" rtlCol="0" anchor="ctr" anchorCtr="0">
            <a:norm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a:solidFill>
                  <a:srgbClr val="8C64E1"/>
                </a:solidFill>
                <a:sym typeface="+mn-ea"/>
              </a:rPr>
              <a:t>声音编码</a:t>
            </a:r>
            <a:endParaRPr lang="zh-CN" altLang="en-US">
              <a:solidFill>
                <a:srgbClr val="8C64E1"/>
              </a:solidFill>
              <a:sym typeface="+mn-ea"/>
            </a:endParaRPr>
          </a:p>
        </p:txBody>
      </p:sp>
      <p:sp>
        <p:nvSpPr>
          <p:cNvPr id="14" name="Text Box 13"/>
          <p:cNvSpPr txBox="1"/>
          <p:nvPr/>
        </p:nvSpPr>
        <p:spPr>
          <a:xfrm>
            <a:off x="2449830" y="3815080"/>
            <a:ext cx="254762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切割</a:t>
            </a:r>
            <a:r>
              <a:rPr lang="en-US" altLang="zh-CN" sz="2200">
                <a:latin typeface="Alibaba PuHuiTi 3.0 55 Regular" panose="00020600040101010101" charset="-122"/>
                <a:ea typeface="Alibaba PuHuiTi 3.0 55 Regular" panose="00020600040101010101" charset="-122"/>
              </a:rPr>
              <a:t>、</a:t>
            </a:r>
            <a:r>
              <a:rPr lang="zh-CN" altLang="en-US" sz="2200">
                <a:latin typeface="Alibaba PuHuiTi 3.0 55 Regular" panose="00020600040101010101" charset="-122"/>
                <a:ea typeface="Alibaba PuHuiTi 3.0 55 Regular" panose="00020600040101010101" charset="-122"/>
              </a:rPr>
              <a:t>采集</a:t>
            </a:r>
            <a:r>
              <a:rPr lang="zh-CN" altLang="en-US" sz="2200">
                <a:latin typeface="Alibaba PuHuiTi 3.0 55 Regular" panose="00020600040101010101" charset="-122"/>
                <a:ea typeface="Alibaba PuHuiTi 3.0 55 Regular" panose="00020600040101010101" charset="-122"/>
              </a:rPr>
              <a:t>模拟值</a:t>
            </a:r>
            <a:endParaRPr lang="zh-CN" altLang="en-US" sz="2200">
              <a:latin typeface="Alibaba PuHuiTi 3.0 55 Regular" panose="00020600040101010101" charset="-122"/>
              <a:ea typeface="Alibaba PuHuiTi 3.0 55 Regular" panose="00020600040101010101" charset="-122"/>
            </a:endParaRPr>
          </a:p>
        </p:txBody>
      </p:sp>
      <p:sp>
        <p:nvSpPr>
          <p:cNvPr id="15" name="Text Box 14"/>
          <p:cNvSpPr txBox="1"/>
          <p:nvPr/>
        </p:nvSpPr>
        <p:spPr>
          <a:xfrm>
            <a:off x="5239385" y="3815080"/>
            <a:ext cx="254762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模拟值分</a:t>
            </a:r>
            <a:r>
              <a:rPr lang="zh-CN" altLang="en-US" sz="2200">
                <a:latin typeface="Alibaba PuHuiTi 3.0 55 Regular" panose="00020600040101010101" charset="-122"/>
                <a:ea typeface="Alibaba PuHuiTi 3.0 55 Regular" panose="00020600040101010101" charset="-122"/>
              </a:rPr>
              <a:t>等级</a:t>
            </a:r>
            <a:endParaRPr lang="zh-CN" altLang="en-US" sz="2200">
              <a:latin typeface="Alibaba PuHuiTi 3.0 55 Regular" panose="00020600040101010101" charset="-122"/>
              <a:ea typeface="Alibaba PuHuiTi 3.0 55 Regular" panose="00020600040101010101" charset="-122"/>
            </a:endParaRPr>
          </a:p>
        </p:txBody>
      </p:sp>
      <p:sp>
        <p:nvSpPr>
          <p:cNvPr id="16" name="Text Box 15"/>
          <p:cNvSpPr txBox="1"/>
          <p:nvPr/>
        </p:nvSpPr>
        <p:spPr>
          <a:xfrm>
            <a:off x="7617460" y="3815080"/>
            <a:ext cx="2547620" cy="429895"/>
          </a:xfrm>
          <a:prstGeom prst="rect">
            <a:avLst/>
          </a:prstGeom>
          <a:noFill/>
        </p:spPr>
        <p:txBody>
          <a:bodyPr wrap="square" rtlCol="0">
            <a:noAutofit/>
          </a:bodyPr>
          <a:p>
            <a:r>
              <a:rPr lang="zh-CN" altLang="en-US" sz="2200">
                <a:latin typeface="Alibaba PuHuiTi 3.0 55 Regular" panose="00020600040101010101" charset="-122"/>
                <a:ea typeface="Alibaba PuHuiTi 3.0 55 Regular" panose="00020600040101010101" charset="-122"/>
              </a:rPr>
              <a:t>确定组装</a:t>
            </a:r>
            <a:r>
              <a:rPr lang="zh-CN" altLang="en-US" sz="2200">
                <a:latin typeface="Alibaba PuHuiTi 3.0 55 Regular" panose="00020600040101010101" charset="-122"/>
                <a:ea typeface="Alibaba PuHuiTi 3.0 55 Regular" panose="00020600040101010101" charset="-122"/>
              </a:rPr>
              <a:t>规则</a:t>
            </a:r>
            <a:endParaRPr lang="zh-CN" altLang="en-US" sz="2200">
              <a:latin typeface="Alibaba PuHuiTi 3.0 55 Regular" panose="00020600040101010101" charset="-122"/>
              <a:ea typeface="Alibaba PuHuiTi 3.0 55 Regular" panose="00020600040101010101" charset="-122"/>
            </a:endParaRPr>
          </a:p>
        </p:txBody>
      </p:sp>
    </p:spTree>
    <p:custDataLst>
      <p:tags r:id="rId7"/>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5" grpId="0" animBg="1"/>
      <p:bldP spid="6" grpId="0"/>
      <p:bldP spid="14" grpId="0"/>
      <p:bldP spid="7" grpId="0" animBg="1"/>
      <p:bldP spid="10" grpId="0"/>
      <p:bldP spid="15" grpId="0"/>
      <p:bldP spid="9" grpId="0" animBg="1"/>
      <p:bldP spid="12" grpId="0"/>
      <p:bldP spid="16" grpId="0"/>
      <p:bldP spid="11" grpId="0" animBg="1"/>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en-US" altLang="zh-CN"/>
              <a:t>outline</a:t>
            </a:r>
            <a:endParaRPr lang="en-US" altLang="zh-CN"/>
          </a:p>
        </p:txBody>
      </p:sp>
      <p:sp>
        <p:nvSpPr>
          <p:cNvPr id="3" name="Content Placeholder 2"/>
          <p:cNvSpPr>
            <a:spLocks noGrp="1"/>
          </p:cNvSpPr>
          <p:nvPr>
            <p:ph idx="1"/>
            <p:custDataLst>
              <p:tags r:id="rId2"/>
            </p:custDataLst>
          </p:nvPr>
        </p:nvSpPr>
        <p:spPr/>
        <p:txBody>
          <a:bodyPr/>
          <a:p>
            <a:r>
              <a:rPr lang="en-US" altLang="zh-CN"/>
              <a:t>what’s analog signal? </a:t>
            </a:r>
            <a:endParaRPr lang="en-US" altLang="zh-CN"/>
          </a:p>
          <a:p>
            <a:r>
              <a:rPr lang="en-US" altLang="zh-CN"/>
              <a:t>what’s the defects of digital signal? how to improve?</a:t>
            </a:r>
            <a:endParaRPr lang="en-US" altLang="zh-CN"/>
          </a:p>
          <a:p>
            <a:pPr lvl="1"/>
            <a:r>
              <a:rPr lang="en-US" altLang="zh-CN"/>
              <a:t>introduce digital signal</a:t>
            </a:r>
            <a:endParaRPr lang="en-US" altLang="zh-CN"/>
          </a:p>
          <a:p>
            <a:r>
              <a:rPr lang="en-US" altLang="zh-CN"/>
              <a:t>how to convert analog signal to digital signal?</a:t>
            </a:r>
            <a:endParaRPr lang="en-US" altLang="zh-CN"/>
          </a:p>
          <a:p>
            <a:pPr lvl="1"/>
            <a:r>
              <a:rPr lang="en-US" altLang="zh-CN"/>
              <a:t>sampling -&gt; quantify -&gt; encoding</a:t>
            </a:r>
            <a:endParaRPr lang="en-US" altLang="zh-CN"/>
          </a:p>
          <a:p>
            <a:pPr lvl="1"/>
            <a:r>
              <a:rPr lang="en-US" altLang="zh-CN"/>
              <a:t>reconstruct</a:t>
            </a:r>
            <a:endParaRPr lang="en-US" altLang="zh-CN"/>
          </a:p>
        </p:txBody>
      </p:sp>
    </p:spTree>
    <p:custDataLst>
      <p:tags r:id="rId3"/>
    </p:custData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另外</a:t>
            </a:r>
            <a:r>
              <a:rPr lang="zh-CN" altLang="en-US"/>
              <a:t>一页</a:t>
            </a:r>
            <a:endParaRPr lang="zh-CN" altLang="en-US"/>
          </a:p>
        </p:txBody>
      </p:sp>
      <p:sp>
        <p:nvSpPr>
          <p:cNvPr id="3" name="Content Placeholder 2"/>
          <p:cNvSpPr>
            <a:spLocks noGrp="1"/>
          </p:cNvSpPr>
          <p:nvPr>
            <p:ph idx="1"/>
            <p:custDataLst>
              <p:tags r:id="rId2"/>
            </p:custDataLst>
          </p:nvPr>
        </p:nvSpPr>
        <p:spPr/>
        <p:txBody>
          <a:bodyPr/>
          <a:p>
            <a:r>
              <a:rPr lang="zh-CN" altLang="en-US"/>
              <a:t>这是一个</a:t>
            </a:r>
            <a:r>
              <a:rPr lang="zh-CN" altLang="en-US"/>
              <a:t>测试</a:t>
            </a:r>
            <a:endParaRPr lang="zh-CN" altLang="en-US"/>
          </a:p>
          <a:p>
            <a:r>
              <a:rPr lang="zh-CN" altLang="en-US"/>
              <a:t>还可以</a:t>
            </a:r>
            <a:r>
              <a:rPr lang="zh-CN" altLang="en-US"/>
              <a:t>吗？</a:t>
            </a:r>
            <a:endParaRPr lang="zh-CN" altLang="en-US"/>
          </a:p>
          <a:p>
            <a:r>
              <a:rPr lang="zh-CN" altLang="en-US"/>
              <a:t>试点示范</a:t>
            </a:r>
            <a:endParaRPr lang="zh-CN" altLang="en-US"/>
          </a:p>
        </p:txBody>
      </p:sp>
    </p:spTree>
    <p:custDataLst>
      <p:tags r:id="rId3"/>
    </p:custData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如何将模拟信号转换为数字信号</a:t>
            </a:r>
            <a:r>
              <a:rPr lang="en-US" altLang="zh-CN"/>
              <a:t>？</a:t>
            </a:r>
            <a:endParaRPr lang="en-US" altLang="zh-CN"/>
          </a:p>
        </p:txBody>
      </p:sp>
      <p:sp>
        <p:nvSpPr>
          <p:cNvPr id="5" name="Text Box 4"/>
          <p:cNvSpPr txBox="1"/>
          <p:nvPr/>
        </p:nvSpPr>
        <p:spPr>
          <a:xfrm>
            <a:off x="691515" y="1313815"/>
            <a:ext cx="2547620"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1. </a:t>
            </a:r>
            <a:r>
              <a:rPr lang="zh-CN" altLang="en-US" sz="2200">
                <a:latin typeface="Alibaba PuHuiTi 3.0 55 Regular" panose="00020600040101010101" charset="-122"/>
                <a:ea typeface="Alibaba PuHuiTi 3.0 55 Regular" panose="00020600040101010101" charset="-122"/>
              </a:rPr>
              <a:t>采样</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Sampling</a:t>
            </a:r>
            <a:endParaRPr lang="en-US" altLang="zh-CN" sz="2200">
              <a:latin typeface="Alibaba PuHuiTi 3.0 55 Regular" panose="00020600040101010101" charset="-122"/>
              <a:ea typeface="Alibaba PuHuiTi 3.0 55 Regular" panose="00020600040101010101" charset="-122"/>
            </a:endParaRPr>
          </a:p>
        </p:txBody>
      </p:sp>
      <p:sp>
        <p:nvSpPr>
          <p:cNvPr id="6" name="Text Box 5"/>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7" name="Text Box 6"/>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9" name="Straight Connector 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8" name="Straight Connector 7"/>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7" name="Straight Connector 56"/>
          <p:cNvCxnSpPr/>
          <p:nvPr/>
        </p:nvCxnSpPr>
        <p:spPr>
          <a:xfrm>
            <a:off x="3101340" y="2597150"/>
            <a:ext cx="0" cy="3940175"/>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sp>
        <p:nvSpPr>
          <p:cNvPr id="13" name="Text Box 12"/>
          <p:cNvSpPr txBox="1"/>
          <p:nvPr/>
        </p:nvSpPr>
        <p:spPr>
          <a:xfrm>
            <a:off x="2479040" y="2993390"/>
            <a:ext cx="55435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f(t)</a:t>
            </a:r>
            <a:endParaRPr lang="en-US" sz="1400">
              <a:latin typeface="Alibaba PuHuiTi 3.0 55 Regular" panose="00020600040101010101" charset="-122"/>
              <a:ea typeface="Alibaba PuHuiTi 3.0 55 Regular" panose="00020600040101010101" charset="-122"/>
            </a:endParaRPr>
          </a:p>
        </p:txBody>
      </p:sp>
      <p:sp>
        <p:nvSpPr>
          <p:cNvPr id="15" name="Freeform 14"/>
          <p:cNvSpPr/>
          <p:nvPr/>
        </p:nvSpPr>
        <p:spPr>
          <a:xfrm>
            <a:off x="3101975" y="3256280"/>
            <a:ext cx="5467985" cy="2519045"/>
          </a:xfrm>
          <a:custGeom>
            <a:avLst/>
            <a:gdLst>
              <a:gd name="connisteX0" fmla="*/ 0 w 5467985"/>
              <a:gd name="connsiteY0" fmla="*/ 1233874 h 2518737"/>
              <a:gd name="connisteX1" fmla="*/ 12065 w 5467985"/>
              <a:gd name="connsiteY1" fmla="*/ 1127829 h 2518737"/>
              <a:gd name="connisteX2" fmla="*/ 46990 w 5467985"/>
              <a:gd name="connsiteY2" fmla="*/ 1033849 h 2518737"/>
              <a:gd name="connisteX3" fmla="*/ 70485 w 5467985"/>
              <a:gd name="connsiteY3" fmla="*/ 940504 h 2518737"/>
              <a:gd name="connisteX4" fmla="*/ 105410 w 5467985"/>
              <a:gd name="connsiteY4" fmla="*/ 857954 h 2518737"/>
              <a:gd name="connisteX5" fmla="*/ 140970 w 5467985"/>
              <a:gd name="connsiteY5" fmla="*/ 787469 h 2518737"/>
              <a:gd name="connisteX6" fmla="*/ 164465 w 5467985"/>
              <a:gd name="connsiteY6" fmla="*/ 717619 h 2518737"/>
              <a:gd name="connisteX7" fmla="*/ 199390 w 5467985"/>
              <a:gd name="connsiteY7" fmla="*/ 623639 h 2518737"/>
              <a:gd name="connisteX8" fmla="*/ 246380 w 5467985"/>
              <a:gd name="connsiteY8" fmla="*/ 529659 h 2518737"/>
              <a:gd name="connisteX9" fmla="*/ 305435 w 5467985"/>
              <a:gd name="connsiteY9" fmla="*/ 447744 h 2518737"/>
              <a:gd name="connisteX10" fmla="*/ 363855 w 5467985"/>
              <a:gd name="connsiteY10" fmla="*/ 353764 h 2518737"/>
              <a:gd name="connisteX11" fmla="*/ 410845 w 5467985"/>
              <a:gd name="connsiteY11" fmla="*/ 271214 h 2518737"/>
              <a:gd name="connisteX12" fmla="*/ 445770 w 5467985"/>
              <a:gd name="connsiteY12" fmla="*/ 177234 h 2518737"/>
              <a:gd name="connisteX13" fmla="*/ 481330 w 5467985"/>
              <a:gd name="connsiteY13" fmla="*/ 107384 h 2518737"/>
              <a:gd name="connisteX14" fmla="*/ 528320 w 5467985"/>
              <a:gd name="connsiteY14" fmla="*/ 36899 h 2518737"/>
              <a:gd name="connisteX15" fmla="*/ 598805 w 5467985"/>
              <a:gd name="connsiteY15" fmla="*/ 1339 h 2518737"/>
              <a:gd name="connisteX16" fmla="*/ 645160 w 5467985"/>
              <a:gd name="connsiteY16" fmla="*/ 71824 h 2518737"/>
              <a:gd name="connisteX17" fmla="*/ 668655 w 5467985"/>
              <a:gd name="connsiteY17" fmla="*/ 154374 h 2518737"/>
              <a:gd name="connisteX18" fmla="*/ 680720 w 5467985"/>
              <a:gd name="connsiteY18" fmla="*/ 224224 h 2518737"/>
              <a:gd name="connisteX19" fmla="*/ 692150 w 5467985"/>
              <a:gd name="connsiteY19" fmla="*/ 318204 h 2518737"/>
              <a:gd name="connisteX20" fmla="*/ 704215 w 5467985"/>
              <a:gd name="connsiteY20" fmla="*/ 424249 h 2518737"/>
              <a:gd name="connisteX21" fmla="*/ 704215 w 5467985"/>
              <a:gd name="connsiteY21" fmla="*/ 494099 h 2518737"/>
              <a:gd name="connisteX22" fmla="*/ 715645 w 5467985"/>
              <a:gd name="connsiteY22" fmla="*/ 564584 h 2518737"/>
              <a:gd name="connisteX23" fmla="*/ 727710 w 5467985"/>
              <a:gd name="connsiteY23" fmla="*/ 658564 h 2518737"/>
              <a:gd name="connisteX24" fmla="*/ 751205 w 5467985"/>
              <a:gd name="connsiteY24" fmla="*/ 729049 h 2518737"/>
              <a:gd name="connisteX25" fmla="*/ 762635 w 5467985"/>
              <a:gd name="connsiteY25" fmla="*/ 810964 h 2518737"/>
              <a:gd name="connisteX26" fmla="*/ 786130 w 5467985"/>
              <a:gd name="connsiteY26" fmla="*/ 881449 h 2518737"/>
              <a:gd name="connisteX27" fmla="*/ 798195 w 5467985"/>
              <a:gd name="connsiteY27" fmla="*/ 951934 h 2518737"/>
              <a:gd name="connisteX28" fmla="*/ 821690 w 5467985"/>
              <a:gd name="connsiteY28" fmla="*/ 1033849 h 2518737"/>
              <a:gd name="connisteX29" fmla="*/ 845185 w 5467985"/>
              <a:gd name="connsiteY29" fmla="*/ 1116399 h 2518737"/>
              <a:gd name="connisteX30" fmla="*/ 868680 w 5467985"/>
              <a:gd name="connsiteY30" fmla="*/ 1186884 h 2518737"/>
              <a:gd name="connisteX31" fmla="*/ 880110 w 5467985"/>
              <a:gd name="connsiteY31" fmla="*/ 1257369 h 2518737"/>
              <a:gd name="connisteX32" fmla="*/ 915035 w 5467985"/>
              <a:gd name="connsiteY32" fmla="*/ 1339284 h 2518737"/>
              <a:gd name="connisteX33" fmla="*/ 938530 w 5467985"/>
              <a:gd name="connsiteY33" fmla="*/ 1409769 h 2518737"/>
              <a:gd name="connisteX34" fmla="*/ 962025 w 5467985"/>
              <a:gd name="connsiteY34" fmla="*/ 1491684 h 2518737"/>
              <a:gd name="connisteX35" fmla="*/ 985520 w 5467985"/>
              <a:gd name="connsiteY35" fmla="*/ 1562169 h 2518737"/>
              <a:gd name="connisteX36" fmla="*/ 1009015 w 5467985"/>
              <a:gd name="connsiteY36" fmla="*/ 1632654 h 2518737"/>
              <a:gd name="connisteX37" fmla="*/ 1044575 w 5467985"/>
              <a:gd name="connsiteY37" fmla="*/ 1703139 h 2518737"/>
              <a:gd name="connisteX38" fmla="*/ 1068070 w 5467985"/>
              <a:gd name="connsiteY38" fmla="*/ 1808549 h 2518737"/>
              <a:gd name="connisteX39" fmla="*/ 1102995 w 5467985"/>
              <a:gd name="connsiteY39" fmla="*/ 1902529 h 2518737"/>
              <a:gd name="connisteX40" fmla="*/ 1138555 w 5467985"/>
              <a:gd name="connsiteY40" fmla="*/ 1996509 h 2518737"/>
              <a:gd name="connisteX41" fmla="*/ 1173480 w 5467985"/>
              <a:gd name="connsiteY41" fmla="*/ 2090489 h 2518737"/>
              <a:gd name="connisteX42" fmla="*/ 1208405 w 5467985"/>
              <a:gd name="connsiteY42" fmla="*/ 2160339 h 2518737"/>
              <a:gd name="connisteX43" fmla="*/ 1243965 w 5467985"/>
              <a:gd name="connsiteY43" fmla="*/ 2230824 h 2518737"/>
              <a:gd name="connisteX44" fmla="*/ 1278890 w 5467985"/>
              <a:gd name="connsiteY44" fmla="*/ 2301309 h 2518737"/>
              <a:gd name="connisteX45" fmla="*/ 1325880 w 5467985"/>
              <a:gd name="connsiteY45" fmla="*/ 2371794 h 2518737"/>
              <a:gd name="connisteX46" fmla="*/ 1396365 w 5467985"/>
              <a:gd name="connsiteY46" fmla="*/ 2395289 h 2518737"/>
              <a:gd name="connisteX47" fmla="*/ 1466850 w 5467985"/>
              <a:gd name="connsiteY47" fmla="*/ 2453709 h 2518737"/>
              <a:gd name="connisteX48" fmla="*/ 1537335 w 5467985"/>
              <a:gd name="connsiteY48" fmla="*/ 2512764 h 2518737"/>
              <a:gd name="connisteX49" fmla="*/ 1619250 w 5467985"/>
              <a:gd name="connsiteY49" fmla="*/ 2512764 h 2518737"/>
              <a:gd name="connisteX50" fmla="*/ 1713230 w 5467985"/>
              <a:gd name="connsiteY50" fmla="*/ 2500699 h 2518737"/>
              <a:gd name="connisteX51" fmla="*/ 1783715 w 5467985"/>
              <a:gd name="connsiteY51" fmla="*/ 2477204 h 2518737"/>
              <a:gd name="connisteX52" fmla="*/ 1854200 w 5467985"/>
              <a:gd name="connsiteY52" fmla="*/ 2442279 h 2518737"/>
              <a:gd name="connisteX53" fmla="*/ 1912620 w 5467985"/>
              <a:gd name="connsiteY53" fmla="*/ 2348299 h 2518737"/>
              <a:gd name="connisteX54" fmla="*/ 1948180 w 5467985"/>
              <a:gd name="connsiteY54" fmla="*/ 2254319 h 2518737"/>
              <a:gd name="connisteX55" fmla="*/ 1983105 w 5467985"/>
              <a:gd name="connsiteY55" fmla="*/ 2148909 h 2518737"/>
              <a:gd name="connisteX56" fmla="*/ 1995170 w 5467985"/>
              <a:gd name="connsiteY56" fmla="*/ 2078424 h 2518737"/>
              <a:gd name="connisteX57" fmla="*/ 2018030 w 5467985"/>
              <a:gd name="connsiteY57" fmla="*/ 1996509 h 2518737"/>
              <a:gd name="connisteX58" fmla="*/ 2065020 w 5467985"/>
              <a:gd name="connsiteY58" fmla="*/ 1855539 h 2518737"/>
              <a:gd name="connisteX59" fmla="*/ 2088515 w 5467985"/>
              <a:gd name="connsiteY59" fmla="*/ 1785054 h 2518737"/>
              <a:gd name="connisteX60" fmla="*/ 2112010 w 5467985"/>
              <a:gd name="connsiteY60" fmla="*/ 1691074 h 2518737"/>
              <a:gd name="connisteX61" fmla="*/ 2135505 w 5467985"/>
              <a:gd name="connsiteY61" fmla="*/ 1620589 h 2518737"/>
              <a:gd name="connisteX62" fmla="*/ 2159000 w 5467985"/>
              <a:gd name="connsiteY62" fmla="*/ 1538674 h 2518737"/>
              <a:gd name="connisteX63" fmla="*/ 2171065 w 5467985"/>
              <a:gd name="connsiteY63" fmla="*/ 1468189 h 2518737"/>
              <a:gd name="connisteX64" fmla="*/ 2194560 w 5467985"/>
              <a:gd name="connsiteY64" fmla="*/ 1386274 h 2518737"/>
              <a:gd name="connisteX65" fmla="*/ 2218055 w 5467985"/>
              <a:gd name="connsiteY65" fmla="*/ 1303724 h 2518737"/>
              <a:gd name="connisteX66" fmla="*/ 2229485 w 5467985"/>
              <a:gd name="connsiteY66" fmla="*/ 1233874 h 2518737"/>
              <a:gd name="connisteX67" fmla="*/ 2265045 w 5467985"/>
              <a:gd name="connsiteY67" fmla="*/ 1092904 h 2518737"/>
              <a:gd name="connisteX68" fmla="*/ 2288540 w 5467985"/>
              <a:gd name="connsiteY68" fmla="*/ 1010989 h 2518737"/>
              <a:gd name="connisteX69" fmla="*/ 2323465 w 5467985"/>
              <a:gd name="connsiteY69" fmla="*/ 904944 h 2518737"/>
              <a:gd name="connisteX70" fmla="*/ 2358390 w 5467985"/>
              <a:gd name="connsiteY70" fmla="*/ 799534 h 2518737"/>
              <a:gd name="connisteX71" fmla="*/ 2393950 w 5467985"/>
              <a:gd name="connsiteY71" fmla="*/ 705554 h 2518737"/>
              <a:gd name="connisteX72" fmla="*/ 2417445 w 5467985"/>
              <a:gd name="connsiteY72" fmla="*/ 635069 h 2518737"/>
              <a:gd name="connisteX73" fmla="*/ 2440940 w 5467985"/>
              <a:gd name="connsiteY73" fmla="*/ 564584 h 2518737"/>
              <a:gd name="connisteX74" fmla="*/ 2475865 w 5467985"/>
              <a:gd name="connsiteY74" fmla="*/ 482669 h 2518737"/>
              <a:gd name="connisteX75" fmla="*/ 2499360 w 5467985"/>
              <a:gd name="connsiteY75" fmla="*/ 412184 h 2518737"/>
              <a:gd name="connisteX76" fmla="*/ 2534920 w 5467985"/>
              <a:gd name="connsiteY76" fmla="*/ 318204 h 2518737"/>
              <a:gd name="connisteX77" fmla="*/ 2569845 w 5467985"/>
              <a:gd name="connsiteY77" fmla="*/ 247719 h 2518737"/>
              <a:gd name="connisteX78" fmla="*/ 2651760 w 5467985"/>
              <a:gd name="connsiteY78" fmla="*/ 224224 h 2518737"/>
              <a:gd name="connisteX79" fmla="*/ 2722245 w 5467985"/>
              <a:gd name="connsiteY79" fmla="*/ 224224 h 2518737"/>
              <a:gd name="connisteX80" fmla="*/ 2792730 w 5467985"/>
              <a:gd name="connsiteY80" fmla="*/ 247719 h 2518737"/>
              <a:gd name="connisteX81" fmla="*/ 2874645 w 5467985"/>
              <a:gd name="connsiteY81" fmla="*/ 271214 h 2518737"/>
              <a:gd name="connisteX82" fmla="*/ 2945130 w 5467985"/>
              <a:gd name="connsiteY82" fmla="*/ 306774 h 2518737"/>
              <a:gd name="connisteX83" fmla="*/ 3015615 w 5467985"/>
              <a:gd name="connsiteY83" fmla="*/ 330269 h 2518737"/>
              <a:gd name="connisteX84" fmla="*/ 3062605 w 5467985"/>
              <a:gd name="connsiteY84" fmla="*/ 400754 h 2518737"/>
              <a:gd name="connisteX85" fmla="*/ 3074670 w 5467985"/>
              <a:gd name="connsiteY85" fmla="*/ 470604 h 2518737"/>
              <a:gd name="connisteX86" fmla="*/ 3109595 w 5467985"/>
              <a:gd name="connsiteY86" fmla="*/ 600144 h 2518737"/>
              <a:gd name="connisteX87" fmla="*/ 3156585 w 5467985"/>
              <a:gd name="connsiteY87" fmla="*/ 740479 h 2518737"/>
              <a:gd name="connisteX88" fmla="*/ 3191510 w 5467985"/>
              <a:gd name="connsiteY88" fmla="*/ 810964 h 2518737"/>
              <a:gd name="connisteX89" fmla="*/ 3215005 w 5467985"/>
              <a:gd name="connsiteY89" fmla="*/ 904944 h 2518737"/>
              <a:gd name="connisteX90" fmla="*/ 3227070 w 5467985"/>
              <a:gd name="connsiteY90" fmla="*/ 998924 h 2518737"/>
              <a:gd name="connisteX91" fmla="*/ 3250565 w 5467985"/>
              <a:gd name="connsiteY91" fmla="*/ 1092904 h 2518737"/>
              <a:gd name="connisteX92" fmla="*/ 3261995 w 5467985"/>
              <a:gd name="connsiteY92" fmla="*/ 1174819 h 2518737"/>
              <a:gd name="connisteX93" fmla="*/ 3274060 w 5467985"/>
              <a:gd name="connsiteY93" fmla="*/ 1245304 h 2518737"/>
              <a:gd name="connisteX94" fmla="*/ 3297555 w 5467985"/>
              <a:gd name="connsiteY94" fmla="*/ 1339284 h 2518737"/>
              <a:gd name="connisteX95" fmla="*/ 3308985 w 5467985"/>
              <a:gd name="connsiteY95" fmla="*/ 1409769 h 2518737"/>
              <a:gd name="connisteX96" fmla="*/ 3321050 w 5467985"/>
              <a:gd name="connsiteY96" fmla="*/ 1480254 h 2518737"/>
              <a:gd name="connisteX97" fmla="*/ 3332480 w 5467985"/>
              <a:gd name="connsiteY97" fmla="*/ 1550739 h 2518737"/>
              <a:gd name="connisteX98" fmla="*/ 3344545 w 5467985"/>
              <a:gd name="connsiteY98" fmla="*/ 1620589 h 2518737"/>
              <a:gd name="connisteX99" fmla="*/ 3379470 w 5467985"/>
              <a:gd name="connsiteY99" fmla="*/ 1714569 h 2518737"/>
              <a:gd name="connisteX100" fmla="*/ 3415030 w 5467985"/>
              <a:gd name="connsiteY100" fmla="*/ 1797119 h 2518737"/>
              <a:gd name="connisteX101" fmla="*/ 3449955 w 5467985"/>
              <a:gd name="connsiteY101" fmla="*/ 1866969 h 2518737"/>
              <a:gd name="connisteX102" fmla="*/ 3484880 w 5467985"/>
              <a:gd name="connsiteY102" fmla="*/ 1949519 h 2518737"/>
              <a:gd name="connisteX103" fmla="*/ 3531870 w 5467985"/>
              <a:gd name="connsiteY103" fmla="*/ 2020004 h 2518737"/>
              <a:gd name="connisteX104" fmla="*/ 3590925 w 5467985"/>
              <a:gd name="connsiteY104" fmla="*/ 2090489 h 2518737"/>
              <a:gd name="connisteX105" fmla="*/ 3661410 w 5467985"/>
              <a:gd name="connsiteY105" fmla="*/ 2172404 h 2518737"/>
              <a:gd name="connisteX106" fmla="*/ 3708400 w 5467985"/>
              <a:gd name="connsiteY106" fmla="*/ 2242889 h 2518737"/>
              <a:gd name="connisteX107" fmla="*/ 3766820 w 5467985"/>
              <a:gd name="connsiteY107" fmla="*/ 2313374 h 2518737"/>
              <a:gd name="connisteX108" fmla="*/ 3837305 w 5467985"/>
              <a:gd name="connsiteY108" fmla="*/ 2360364 h 2518737"/>
              <a:gd name="connisteX109" fmla="*/ 3907790 w 5467985"/>
              <a:gd name="connsiteY109" fmla="*/ 2395289 h 2518737"/>
              <a:gd name="connisteX110" fmla="*/ 3978275 w 5467985"/>
              <a:gd name="connsiteY110" fmla="*/ 2395289 h 2518737"/>
              <a:gd name="connisteX111" fmla="*/ 4083685 w 5467985"/>
              <a:gd name="connsiteY111" fmla="*/ 2348299 h 2518737"/>
              <a:gd name="connisteX112" fmla="*/ 4130675 w 5467985"/>
              <a:gd name="connsiteY112" fmla="*/ 2277814 h 2518737"/>
              <a:gd name="connisteX113" fmla="*/ 4189095 w 5467985"/>
              <a:gd name="connsiteY113" fmla="*/ 2207329 h 2518737"/>
              <a:gd name="connisteX114" fmla="*/ 4271645 w 5467985"/>
              <a:gd name="connsiteY114" fmla="*/ 2125414 h 2518737"/>
              <a:gd name="connisteX115" fmla="*/ 4330065 w 5467985"/>
              <a:gd name="connsiteY115" fmla="*/ 2020004 h 2518737"/>
              <a:gd name="connisteX116" fmla="*/ 4377055 w 5467985"/>
              <a:gd name="connsiteY116" fmla="*/ 1937454 h 2518737"/>
              <a:gd name="connisteX117" fmla="*/ 4411980 w 5467985"/>
              <a:gd name="connsiteY117" fmla="*/ 1855539 h 2518737"/>
              <a:gd name="connisteX118" fmla="*/ 4424045 w 5467985"/>
              <a:gd name="connsiteY118" fmla="*/ 1785054 h 2518737"/>
              <a:gd name="connisteX119" fmla="*/ 4424045 w 5467985"/>
              <a:gd name="connsiteY119" fmla="*/ 1714569 h 2518737"/>
              <a:gd name="connisteX120" fmla="*/ 4435475 w 5467985"/>
              <a:gd name="connsiteY120" fmla="*/ 1620589 h 2518737"/>
              <a:gd name="connisteX121" fmla="*/ 4435475 w 5467985"/>
              <a:gd name="connsiteY121" fmla="*/ 1527244 h 2518737"/>
              <a:gd name="connisteX122" fmla="*/ 4435475 w 5467985"/>
              <a:gd name="connsiteY122" fmla="*/ 1456759 h 2518737"/>
              <a:gd name="connisteX123" fmla="*/ 4447540 w 5467985"/>
              <a:gd name="connsiteY123" fmla="*/ 1386274 h 2518737"/>
              <a:gd name="connisteX124" fmla="*/ 4458970 w 5467985"/>
              <a:gd name="connsiteY124" fmla="*/ 1280864 h 2518737"/>
              <a:gd name="connisteX125" fmla="*/ 4471035 w 5467985"/>
              <a:gd name="connsiteY125" fmla="*/ 1198314 h 2518737"/>
              <a:gd name="connisteX126" fmla="*/ 4482465 w 5467985"/>
              <a:gd name="connsiteY126" fmla="*/ 1127829 h 2518737"/>
              <a:gd name="connisteX127" fmla="*/ 4505960 w 5467985"/>
              <a:gd name="connsiteY127" fmla="*/ 1057344 h 2518737"/>
              <a:gd name="connisteX128" fmla="*/ 4541520 w 5467985"/>
              <a:gd name="connsiteY128" fmla="*/ 987494 h 2518737"/>
              <a:gd name="connisteX129" fmla="*/ 4565015 w 5467985"/>
              <a:gd name="connsiteY129" fmla="*/ 904944 h 2518737"/>
              <a:gd name="connisteX130" fmla="*/ 4587875 w 5467985"/>
              <a:gd name="connsiteY130" fmla="*/ 823029 h 2518737"/>
              <a:gd name="connisteX131" fmla="*/ 4611370 w 5467985"/>
              <a:gd name="connsiteY131" fmla="*/ 740479 h 2518737"/>
              <a:gd name="connisteX132" fmla="*/ 4646930 w 5467985"/>
              <a:gd name="connsiteY132" fmla="*/ 647134 h 2518737"/>
              <a:gd name="connisteX133" fmla="*/ 4693920 w 5467985"/>
              <a:gd name="connsiteY133" fmla="*/ 564584 h 2518737"/>
              <a:gd name="connisteX134" fmla="*/ 4717415 w 5467985"/>
              <a:gd name="connsiteY134" fmla="*/ 482669 h 2518737"/>
              <a:gd name="connisteX135" fmla="*/ 4740910 w 5467985"/>
              <a:gd name="connsiteY135" fmla="*/ 412184 h 2518737"/>
              <a:gd name="connisteX136" fmla="*/ 4811395 w 5467985"/>
              <a:gd name="connsiteY136" fmla="*/ 377259 h 2518737"/>
              <a:gd name="connisteX137" fmla="*/ 4881245 w 5467985"/>
              <a:gd name="connsiteY137" fmla="*/ 400754 h 2518737"/>
              <a:gd name="connisteX138" fmla="*/ 4951730 w 5467985"/>
              <a:gd name="connsiteY138" fmla="*/ 459174 h 2518737"/>
              <a:gd name="connisteX139" fmla="*/ 4998720 w 5467985"/>
              <a:gd name="connsiteY139" fmla="*/ 529659 h 2518737"/>
              <a:gd name="connisteX140" fmla="*/ 5010785 w 5467985"/>
              <a:gd name="connsiteY140" fmla="*/ 600144 h 2518737"/>
              <a:gd name="connisteX141" fmla="*/ 5022215 w 5467985"/>
              <a:gd name="connsiteY141" fmla="*/ 682059 h 2518737"/>
              <a:gd name="connisteX142" fmla="*/ 5022215 w 5467985"/>
              <a:gd name="connsiteY142" fmla="*/ 799534 h 2518737"/>
              <a:gd name="connisteX143" fmla="*/ 5034280 w 5467985"/>
              <a:gd name="connsiteY143" fmla="*/ 870019 h 2518737"/>
              <a:gd name="connisteX144" fmla="*/ 5034280 w 5467985"/>
              <a:gd name="connsiteY144" fmla="*/ 975429 h 2518737"/>
              <a:gd name="connisteX145" fmla="*/ 5034280 w 5467985"/>
              <a:gd name="connsiteY145" fmla="*/ 1080839 h 2518737"/>
              <a:gd name="connisteX146" fmla="*/ 5034280 w 5467985"/>
              <a:gd name="connsiteY146" fmla="*/ 1198314 h 2518737"/>
              <a:gd name="connisteX147" fmla="*/ 5034280 w 5467985"/>
              <a:gd name="connsiteY147" fmla="*/ 1327219 h 2518737"/>
              <a:gd name="connisteX148" fmla="*/ 5034280 w 5467985"/>
              <a:gd name="connsiteY148" fmla="*/ 1456759 h 2518737"/>
              <a:gd name="connisteX149" fmla="*/ 5034280 w 5467985"/>
              <a:gd name="connsiteY149" fmla="*/ 1574234 h 2518737"/>
              <a:gd name="connisteX150" fmla="*/ 5034280 w 5467985"/>
              <a:gd name="connsiteY150" fmla="*/ 1679644 h 2518737"/>
              <a:gd name="connisteX151" fmla="*/ 5034280 w 5467985"/>
              <a:gd name="connsiteY151" fmla="*/ 1761559 h 2518737"/>
              <a:gd name="connisteX152" fmla="*/ 5045710 w 5467985"/>
              <a:gd name="connsiteY152" fmla="*/ 1832044 h 2518737"/>
              <a:gd name="connisteX153" fmla="*/ 5057775 w 5467985"/>
              <a:gd name="connsiteY153" fmla="*/ 1902529 h 2518737"/>
              <a:gd name="connisteX154" fmla="*/ 5069205 w 5467985"/>
              <a:gd name="connsiteY154" fmla="*/ 1973014 h 2518737"/>
              <a:gd name="connisteX155" fmla="*/ 5081270 w 5467985"/>
              <a:gd name="connsiteY155" fmla="*/ 2043499 h 2518737"/>
              <a:gd name="connisteX156" fmla="*/ 5104765 w 5467985"/>
              <a:gd name="connsiteY156" fmla="*/ 2113984 h 2518737"/>
              <a:gd name="connisteX157" fmla="*/ 5104765 w 5467985"/>
              <a:gd name="connsiteY157" fmla="*/ 2183834 h 2518737"/>
              <a:gd name="connisteX158" fmla="*/ 5139690 w 5467985"/>
              <a:gd name="connsiteY158" fmla="*/ 2113984 h 2518737"/>
              <a:gd name="connisteX159" fmla="*/ 5174615 w 5467985"/>
              <a:gd name="connsiteY159" fmla="*/ 2031434 h 2518737"/>
              <a:gd name="connisteX160" fmla="*/ 5198110 w 5467985"/>
              <a:gd name="connsiteY160" fmla="*/ 1949519 h 2518737"/>
              <a:gd name="connisteX161" fmla="*/ 5233670 w 5467985"/>
              <a:gd name="connsiteY161" fmla="*/ 1879034 h 2518737"/>
              <a:gd name="connisteX162" fmla="*/ 5245100 w 5467985"/>
              <a:gd name="connsiteY162" fmla="*/ 1808549 h 2518737"/>
              <a:gd name="connisteX163" fmla="*/ 5268595 w 5467985"/>
              <a:gd name="connsiteY163" fmla="*/ 1726634 h 2518737"/>
              <a:gd name="connisteX164" fmla="*/ 5292090 w 5467985"/>
              <a:gd name="connsiteY164" fmla="*/ 1656149 h 2518737"/>
              <a:gd name="connisteX165" fmla="*/ 5304155 w 5467985"/>
              <a:gd name="connsiteY165" fmla="*/ 1574234 h 2518737"/>
              <a:gd name="connisteX166" fmla="*/ 5315585 w 5467985"/>
              <a:gd name="connsiteY166" fmla="*/ 1491684 h 2518737"/>
              <a:gd name="connisteX167" fmla="*/ 5339080 w 5467985"/>
              <a:gd name="connsiteY167" fmla="*/ 1421199 h 2518737"/>
              <a:gd name="connisteX168" fmla="*/ 5351145 w 5467985"/>
              <a:gd name="connsiteY168" fmla="*/ 1350714 h 2518737"/>
              <a:gd name="connisteX169" fmla="*/ 5362575 w 5467985"/>
              <a:gd name="connsiteY169" fmla="*/ 1257369 h 2518737"/>
              <a:gd name="connisteX170" fmla="*/ 5386070 w 5467985"/>
              <a:gd name="connsiteY170" fmla="*/ 1186884 h 2518737"/>
              <a:gd name="connisteX171" fmla="*/ 5398135 w 5467985"/>
              <a:gd name="connsiteY171" fmla="*/ 1116399 h 2518737"/>
              <a:gd name="connisteX172" fmla="*/ 5409565 w 5467985"/>
              <a:gd name="connsiteY172" fmla="*/ 1045914 h 2518737"/>
              <a:gd name="connisteX173" fmla="*/ 5420995 w 5467985"/>
              <a:gd name="connsiteY173" fmla="*/ 975429 h 2518737"/>
              <a:gd name="connisteX174" fmla="*/ 5433060 w 5467985"/>
              <a:gd name="connsiteY174" fmla="*/ 904944 h 2518737"/>
              <a:gd name="connisteX175" fmla="*/ 5433060 w 5467985"/>
              <a:gd name="connsiteY175" fmla="*/ 834459 h 2518737"/>
              <a:gd name="connisteX176" fmla="*/ 5433060 w 5467985"/>
              <a:gd name="connsiteY176" fmla="*/ 763974 h 2518737"/>
              <a:gd name="connisteX177" fmla="*/ 5433060 w 5467985"/>
              <a:gd name="connsiteY177" fmla="*/ 694124 h 2518737"/>
              <a:gd name="connisteX178" fmla="*/ 5467985 w 5467985"/>
              <a:gd name="connsiteY178" fmla="*/ 611574 h 2518737"/>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 ang="0">
                <a:pos x="connisteX54" y="connsiteY54"/>
              </a:cxn>
              <a:cxn ang="0">
                <a:pos x="connisteX55" y="connsiteY55"/>
              </a:cxn>
              <a:cxn ang="0">
                <a:pos x="connisteX56" y="connsiteY56"/>
              </a:cxn>
              <a:cxn ang="0">
                <a:pos x="connisteX57" y="connsiteY57"/>
              </a:cxn>
              <a:cxn ang="0">
                <a:pos x="connisteX58" y="connsiteY58"/>
              </a:cxn>
              <a:cxn ang="0">
                <a:pos x="connisteX59" y="connsiteY59"/>
              </a:cxn>
              <a:cxn ang="0">
                <a:pos x="connisteX60" y="connsiteY60"/>
              </a:cxn>
              <a:cxn ang="0">
                <a:pos x="connisteX61" y="connsiteY61"/>
              </a:cxn>
              <a:cxn ang="0">
                <a:pos x="connisteX62" y="connsiteY62"/>
              </a:cxn>
              <a:cxn ang="0">
                <a:pos x="connisteX63" y="connsiteY63"/>
              </a:cxn>
              <a:cxn ang="0">
                <a:pos x="connisteX64" y="connsiteY64"/>
              </a:cxn>
              <a:cxn ang="0">
                <a:pos x="connisteX65" y="connsiteY65"/>
              </a:cxn>
              <a:cxn ang="0">
                <a:pos x="connisteX66" y="connsiteY66"/>
              </a:cxn>
              <a:cxn ang="0">
                <a:pos x="connisteX67" y="connsiteY67"/>
              </a:cxn>
              <a:cxn ang="0">
                <a:pos x="connisteX68" y="connsiteY68"/>
              </a:cxn>
              <a:cxn ang="0">
                <a:pos x="connisteX69" y="connsiteY69"/>
              </a:cxn>
              <a:cxn ang="0">
                <a:pos x="connisteX70" y="connsiteY70"/>
              </a:cxn>
              <a:cxn ang="0">
                <a:pos x="connisteX71" y="connsiteY71"/>
              </a:cxn>
              <a:cxn ang="0">
                <a:pos x="connisteX72" y="connsiteY72"/>
              </a:cxn>
              <a:cxn ang="0">
                <a:pos x="connisteX73" y="connsiteY73"/>
              </a:cxn>
              <a:cxn ang="0">
                <a:pos x="connisteX74" y="connsiteY74"/>
              </a:cxn>
              <a:cxn ang="0">
                <a:pos x="connisteX75" y="connsiteY75"/>
              </a:cxn>
              <a:cxn ang="0">
                <a:pos x="connisteX76" y="connsiteY76"/>
              </a:cxn>
              <a:cxn ang="0">
                <a:pos x="connisteX77" y="connsiteY77"/>
              </a:cxn>
              <a:cxn ang="0">
                <a:pos x="connisteX78" y="connsiteY78"/>
              </a:cxn>
              <a:cxn ang="0">
                <a:pos x="connisteX79" y="connsiteY79"/>
              </a:cxn>
              <a:cxn ang="0">
                <a:pos x="connisteX80" y="connsiteY80"/>
              </a:cxn>
              <a:cxn ang="0">
                <a:pos x="connisteX81" y="connsiteY81"/>
              </a:cxn>
              <a:cxn ang="0">
                <a:pos x="connisteX82" y="connsiteY82"/>
              </a:cxn>
              <a:cxn ang="0">
                <a:pos x="connisteX83" y="connsiteY83"/>
              </a:cxn>
              <a:cxn ang="0">
                <a:pos x="connisteX84" y="connsiteY84"/>
              </a:cxn>
              <a:cxn ang="0">
                <a:pos x="connisteX85" y="connsiteY85"/>
              </a:cxn>
              <a:cxn ang="0">
                <a:pos x="connisteX86" y="connsiteY86"/>
              </a:cxn>
              <a:cxn ang="0">
                <a:pos x="connisteX87" y="connsiteY87"/>
              </a:cxn>
              <a:cxn ang="0">
                <a:pos x="connisteX88" y="connsiteY88"/>
              </a:cxn>
              <a:cxn ang="0">
                <a:pos x="connisteX89" y="connsiteY89"/>
              </a:cxn>
              <a:cxn ang="0">
                <a:pos x="connisteX90" y="connsiteY90"/>
              </a:cxn>
              <a:cxn ang="0">
                <a:pos x="connisteX91" y="connsiteY91"/>
              </a:cxn>
              <a:cxn ang="0">
                <a:pos x="connisteX92" y="connsiteY92"/>
              </a:cxn>
              <a:cxn ang="0">
                <a:pos x="connisteX93" y="connsiteY93"/>
              </a:cxn>
              <a:cxn ang="0">
                <a:pos x="connisteX94" y="connsiteY94"/>
              </a:cxn>
              <a:cxn ang="0">
                <a:pos x="connisteX95" y="connsiteY95"/>
              </a:cxn>
              <a:cxn ang="0">
                <a:pos x="connisteX96" y="connsiteY96"/>
              </a:cxn>
              <a:cxn ang="0">
                <a:pos x="connisteX97" y="connsiteY97"/>
              </a:cxn>
              <a:cxn ang="0">
                <a:pos x="connisteX98" y="connsiteY98"/>
              </a:cxn>
              <a:cxn ang="0">
                <a:pos x="connisteX99" y="connsiteY99"/>
              </a:cxn>
              <a:cxn ang="0">
                <a:pos x="connisteX100" y="connsiteY100"/>
              </a:cxn>
              <a:cxn ang="0">
                <a:pos x="connisteX101" y="connsiteY101"/>
              </a:cxn>
              <a:cxn ang="0">
                <a:pos x="connisteX102" y="connsiteY102"/>
              </a:cxn>
              <a:cxn ang="0">
                <a:pos x="connisteX103" y="connsiteY103"/>
              </a:cxn>
              <a:cxn ang="0">
                <a:pos x="connisteX104" y="connsiteY104"/>
              </a:cxn>
              <a:cxn ang="0">
                <a:pos x="connisteX105" y="connsiteY105"/>
              </a:cxn>
              <a:cxn ang="0">
                <a:pos x="connisteX106" y="connsiteY106"/>
              </a:cxn>
              <a:cxn ang="0">
                <a:pos x="connisteX107" y="connsiteY107"/>
              </a:cxn>
              <a:cxn ang="0">
                <a:pos x="connisteX108" y="connsiteY108"/>
              </a:cxn>
              <a:cxn ang="0">
                <a:pos x="connisteX109" y="connsiteY109"/>
              </a:cxn>
              <a:cxn ang="0">
                <a:pos x="connisteX110" y="connsiteY110"/>
              </a:cxn>
              <a:cxn ang="0">
                <a:pos x="connisteX111" y="connsiteY111"/>
              </a:cxn>
              <a:cxn ang="0">
                <a:pos x="connisteX112" y="connsiteY112"/>
              </a:cxn>
              <a:cxn ang="0">
                <a:pos x="connisteX113" y="connsiteY113"/>
              </a:cxn>
              <a:cxn ang="0">
                <a:pos x="connisteX114" y="connsiteY114"/>
              </a:cxn>
              <a:cxn ang="0">
                <a:pos x="connisteX115" y="connsiteY115"/>
              </a:cxn>
              <a:cxn ang="0">
                <a:pos x="connisteX116" y="connsiteY116"/>
              </a:cxn>
              <a:cxn ang="0">
                <a:pos x="connisteX117" y="connsiteY117"/>
              </a:cxn>
              <a:cxn ang="0">
                <a:pos x="connisteX118" y="connsiteY118"/>
              </a:cxn>
              <a:cxn ang="0">
                <a:pos x="connisteX119" y="connsiteY119"/>
              </a:cxn>
              <a:cxn ang="0">
                <a:pos x="connisteX120" y="connsiteY120"/>
              </a:cxn>
              <a:cxn ang="0">
                <a:pos x="connisteX121" y="connsiteY121"/>
              </a:cxn>
              <a:cxn ang="0">
                <a:pos x="connisteX122" y="connsiteY122"/>
              </a:cxn>
              <a:cxn ang="0">
                <a:pos x="connisteX123" y="connsiteY123"/>
              </a:cxn>
              <a:cxn ang="0">
                <a:pos x="connisteX124" y="connsiteY124"/>
              </a:cxn>
              <a:cxn ang="0">
                <a:pos x="connisteX125" y="connsiteY125"/>
              </a:cxn>
              <a:cxn ang="0">
                <a:pos x="connisteX126" y="connsiteY126"/>
              </a:cxn>
              <a:cxn ang="0">
                <a:pos x="connisteX127" y="connsiteY127"/>
              </a:cxn>
              <a:cxn ang="0">
                <a:pos x="connisteX128" y="connsiteY128"/>
              </a:cxn>
              <a:cxn ang="0">
                <a:pos x="connisteX129" y="connsiteY129"/>
              </a:cxn>
              <a:cxn ang="0">
                <a:pos x="connisteX130" y="connsiteY130"/>
              </a:cxn>
              <a:cxn ang="0">
                <a:pos x="connisteX131" y="connsiteY131"/>
              </a:cxn>
              <a:cxn ang="0">
                <a:pos x="connisteX132" y="connsiteY132"/>
              </a:cxn>
              <a:cxn ang="0">
                <a:pos x="connisteX133" y="connsiteY133"/>
              </a:cxn>
              <a:cxn ang="0">
                <a:pos x="connisteX134" y="connsiteY134"/>
              </a:cxn>
              <a:cxn ang="0">
                <a:pos x="connisteX135" y="connsiteY135"/>
              </a:cxn>
              <a:cxn ang="0">
                <a:pos x="connisteX136" y="connsiteY136"/>
              </a:cxn>
              <a:cxn ang="0">
                <a:pos x="connisteX137" y="connsiteY137"/>
              </a:cxn>
              <a:cxn ang="0">
                <a:pos x="connisteX138" y="connsiteY138"/>
              </a:cxn>
              <a:cxn ang="0">
                <a:pos x="connisteX139" y="connsiteY139"/>
              </a:cxn>
              <a:cxn ang="0">
                <a:pos x="connisteX140" y="connsiteY140"/>
              </a:cxn>
              <a:cxn ang="0">
                <a:pos x="connisteX141" y="connsiteY141"/>
              </a:cxn>
              <a:cxn ang="0">
                <a:pos x="connisteX142" y="connsiteY142"/>
              </a:cxn>
              <a:cxn ang="0">
                <a:pos x="connisteX143" y="connsiteY143"/>
              </a:cxn>
              <a:cxn ang="0">
                <a:pos x="connisteX144" y="connsiteY144"/>
              </a:cxn>
              <a:cxn ang="0">
                <a:pos x="connisteX145" y="connsiteY145"/>
              </a:cxn>
              <a:cxn ang="0">
                <a:pos x="connisteX146" y="connsiteY146"/>
              </a:cxn>
              <a:cxn ang="0">
                <a:pos x="connisteX147" y="connsiteY147"/>
              </a:cxn>
              <a:cxn ang="0">
                <a:pos x="connisteX148" y="connsiteY148"/>
              </a:cxn>
              <a:cxn ang="0">
                <a:pos x="connisteX149" y="connsiteY149"/>
              </a:cxn>
              <a:cxn ang="0">
                <a:pos x="connisteX150" y="connsiteY150"/>
              </a:cxn>
              <a:cxn ang="0">
                <a:pos x="connisteX151" y="connsiteY151"/>
              </a:cxn>
              <a:cxn ang="0">
                <a:pos x="connisteX152" y="connsiteY152"/>
              </a:cxn>
              <a:cxn ang="0">
                <a:pos x="connisteX153" y="connsiteY153"/>
              </a:cxn>
              <a:cxn ang="0">
                <a:pos x="connisteX154" y="connsiteY154"/>
              </a:cxn>
              <a:cxn ang="0">
                <a:pos x="connisteX155" y="connsiteY155"/>
              </a:cxn>
              <a:cxn ang="0">
                <a:pos x="connisteX156" y="connsiteY156"/>
              </a:cxn>
              <a:cxn ang="0">
                <a:pos x="connisteX157" y="connsiteY157"/>
              </a:cxn>
              <a:cxn ang="0">
                <a:pos x="connisteX158" y="connsiteY158"/>
              </a:cxn>
              <a:cxn ang="0">
                <a:pos x="connisteX159" y="connsiteY159"/>
              </a:cxn>
              <a:cxn ang="0">
                <a:pos x="connisteX160" y="connsiteY160"/>
              </a:cxn>
              <a:cxn ang="0">
                <a:pos x="connisteX161" y="connsiteY161"/>
              </a:cxn>
              <a:cxn ang="0">
                <a:pos x="connisteX162" y="connsiteY162"/>
              </a:cxn>
              <a:cxn ang="0">
                <a:pos x="connisteX163" y="connsiteY163"/>
              </a:cxn>
              <a:cxn ang="0">
                <a:pos x="connisteX164" y="connsiteY164"/>
              </a:cxn>
              <a:cxn ang="0">
                <a:pos x="connisteX165" y="connsiteY165"/>
              </a:cxn>
              <a:cxn ang="0">
                <a:pos x="connisteX166" y="connsiteY166"/>
              </a:cxn>
              <a:cxn ang="0">
                <a:pos x="connisteX167" y="connsiteY167"/>
              </a:cxn>
              <a:cxn ang="0">
                <a:pos x="connisteX168" y="connsiteY168"/>
              </a:cxn>
              <a:cxn ang="0">
                <a:pos x="connisteX169" y="connsiteY169"/>
              </a:cxn>
              <a:cxn ang="0">
                <a:pos x="connisteX170" y="connsiteY170"/>
              </a:cxn>
              <a:cxn ang="0">
                <a:pos x="connisteX171" y="connsiteY171"/>
              </a:cxn>
              <a:cxn ang="0">
                <a:pos x="connisteX172" y="connsiteY172"/>
              </a:cxn>
              <a:cxn ang="0">
                <a:pos x="connisteX173" y="connsiteY173"/>
              </a:cxn>
              <a:cxn ang="0">
                <a:pos x="connisteX174" y="connsiteY174"/>
              </a:cxn>
              <a:cxn ang="0">
                <a:pos x="connisteX175" y="connsiteY175"/>
              </a:cxn>
              <a:cxn ang="0">
                <a:pos x="connisteX176" y="connsiteY176"/>
              </a:cxn>
              <a:cxn ang="0">
                <a:pos x="connisteX177" y="connsiteY177"/>
              </a:cxn>
              <a:cxn ang="0">
                <a:pos x="connisteX178" y="connsiteY178"/>
              </a:cxn>
            </a:cxnLst>
            <a:rect l="l" t="t" r="r" b="b"/>
            <a:pathLst>
              <a:path w="5467985" h="2518737">
                <a:moveTo>
                  <a:pt x="0" y="1233875"/>
                </a:moveTo>
                <a:cubicBezTo>
                  <a:pt x="1905" y="1214825"/>
                  <a:pt x="2540" y="1167835"/>
                  <a:pt x="12065" y="1127830"/>
                </a:cubicBezTo>
                <a:cubicBezTo>
                  <a:pt x="21590" y="1087825"/>
                  <a:pt x="35560" y="1071315"/>
                  <a:pt x="46990" y="1033850"/>
                </a:cubicBezTo>
                <a:cubicBezTo>
                  <a:pt x="58420" y="996385"/>
                  <a:pt x="59055" y="975430"/>
                  <a:pt x="70485" y="940505"/>
                </a:cubicBezTo>
                <a:cubicBezTo>
                  <a:pt x="81915" y="905580"/>
                  <a:pt x="91440" y="888435"/>
                  <a:pt x="105410" y="857955"/>
                </a:cubicBezTo>
                <a:cubicBezTo>
                  <a:pt x="119380" y="827475"/>
                  <a:pt x="128905" y="815410"/>
                  <a:pt x="140970" y="787470"/>
                </a:cubicBezTo>
                <a:cubicBezTo>
                  <a:pt x="153035" y="759530"/>
                  <a:pt x="153035" y="750640"/>
                  <a:pt x="164465" y="717620"/>
                </a:cubicBezTo>
                <a:cubicBezTo>
                  <a:pt x="175895" y="684600"/>
                  <a:pt x="182880" y="661105"/>
                  <a:pt x="199390" y="623640"/>
                </a:cubicBezTo>
                <a:cubicBezTo>
                  <a:pt x="215900" y="586175"/>
                  <a:pt x="225425" y="564585"/>
                  <a:pt x="246380" y="529660"/>
                </a:cubicBezTo>
                <a:cubicBezTo>
                  <a:pt x="267335" y="494735"/>
                  <a:pt x="281940" y="482670"/>
                  <a:pt x="305435" y="447745"/>
                </a:cubicBezTo>
                <a:cubicBezTo>
                  <a:pt x="328930" y="412820"/>
                  <a:pt x="342900" y="389325"/>
                  <a:pt x="363855" y="353765"/>
                </a:cubicBezTo>
                <a:cubicBezTo>
                  <a:pt x="384810" y="318205"/>
                  <a:pt x="394335" y="306775"/>
                  <a:pt x="410845" y="271215"/>
                </a:cubicBezTo>
                <a:cubicBezTo>
                  <a:pt x="427355" y="235655"/>
                  <a:pt x="431800" y="210255"/>
                  <a:pt x="445770" y="177235"/>
                </a:cubicBezTo>
                <a:cubicBezTo>
                  <a:pt x="459740" y="144215"/>
                  <a:pt x="464820" y="135325"/>
                  <a:pt x="481330" y="107385"/>
                </a:cubicBezTo>
                <a:cubicBezTo>
                  <a:pt x="497840" y="79445"/>
                  <a:pt x="504825" y="57855"/>
                  <a:pt x="528320" y="36900"/>
                </a:cubicBezTo>
                <a:cubicBezTo>
                  <a:pt x="551815" y="15945"/>
                  <a:pt x="575310" y="-5645"/>
                  <a:pt x="598805" y="1340"/>
                </a:cubicBezTo>
                <a:cubicBezTo>
                  <a:pt x="622300" y="8325"/>
                  <a:pt x="631190" y="41345"/>
                  <a:pt x="645160" y="71825"/>
                </a:cubicBezTo>
                <a:cubicBezTo>
                  <a:pt x="659130" y="102305"/>
                  <a:pt x="661670" y="123895"/>
                  <a:pt x="668655" y="154375"/>
                </a:cubicBezTo>
                <a:cubicBezTo>
                  <a:pt x="675640" y="184855"/>
                  <a:pt x="676275" y="191205"/>
                  <a:pt x="680720" y="224225"/>
                </a:cubicBezTo>
                <a:cubicBezTo>
                  <a:pt x="685165" y="257245"/>
                  <a:pt x="687705" y="278200"/>
                  <a:pt x="692150" y="318205"/>
                </a:cubicBezTo>
                <a:cubicBezTo>
                  <a:pt x="696595" y="358210"/>
                  <a:pt x="701675" y="389325"/>
                  <a:pt x="704215" y="424250"/>
                </a:cubicBezTo>
                <a:cubicBezTo>
                  <a:pt x="706755" y="459175"/>
                  <a:pt x="701675" y="466160"/>
                  <a:pt x="704215" y="494100"/>
                </a:cubicBezTo>
                <a:cubicBezTo>
                  <a:pt x="706755" y="522040"/>
                  <a:pt x="711200" y="531565"/>
                  <a:pt x="715645" y="564585"/>
                </a:cubicBezTo>
                <a:cubicBezTo>
                  <a:pt x="720090" y="597605"/>
                  <a:pt x="720725" y="625545"/>
                  <a:pt x="727710" y="658565"/>
                </a:cubicBezTo>
                <a:cubicBezTo>
                  <a:pt x="734695" y="691585"/>
                  <a:pt x="744220" y="698570"/>
                  <a:pt x="751205" y="729050"/>
                </a:cubicBezTo>
                <a:cubicBezTo>
                  <a:pt x="758190" y="759530"/>
                  <a:pt x="755650" y="780485"/>
                  <a:pt x="762635" y="810965"/>
                </a:cubicBezTo>
                <a:cubicBezTo>
                  <a:pt x="769620" y="841445"/>
                  <a:pt x="779145" y="853510"/>
                  <a:pt x="786130" y="881450"/>
                </a:cubicBezTo>
                <a:cubicBezTo>
                  <a:pt x="793115" y="909390"/>
                  <a:pt x="791210" y="921455"/>
                  <a:pt x="798195" y="951935"/>
                </a:cubicBezTo>
                <a:cubicBezTo>
                  <a:pt x="805180" y="982415"/>
                  <a:pt x="812165" y="1000830"/>
                  <a:pt x="821690" y="1033850"/>
                </a:cubicBezTo>
                <a:cubicBezTo>
                  <a:pt x="831215" y="1066870"/>
                  <a:pt x="835660" y="1085920"/>
                  <a:pt x="845185" y="1116400"/>
                </a:cubicBezTo>
                <a:cubicBezTo>
                  <a:pt x="854710" y="1146880"/>
                  <a:pt x="861695" y="1158945"/>
                  <a:pt x="868680" y="1186885"/>
                </a:cubicBezTo>
                <a:cubicBezTo>
                  <a:pt x="875665" y="1214825"/>
                  <a:pt x="870585" y="1226890"/>
                  <a:pt x="880110" y="1257370"/>
                </a:cubicBezTo>
                <a:cubicBezTo>
                  <a:pt x="889635" y="1287850"/>
                  <a:pt x="903605" y="1308805"/>
                  <a:pt x="915035" y="1339285"/>
                </a:cubicBezTo>
                <a:cubicBezTo>
                  <a:pt x="926465" y="1369765"/>
                  <a:pt x="929005" y="1379290"/>
                  <a:pt x="938530" y="1409770"/>
                </a:cubicBezTo>
                <a:cubicBezTo>
                  <a:pt x="948055" y="1440250"/>
                  <a:pt x="952500" y="1461205"/>
                  <a:pt x="962025" y="1491685"/>
                </a:cubicBezTo>
                <a:cubicBezTo>
                  <a:pt x="971550" y="1522165"/>
                  <a:pt x="975995" y="1534230"/>
                  <a:pt x="985520" y="1562170"/>
                </a:cubicBezTo>
                <a:cubicBezTo>
                  <a:pt x="995045" y="1590110"/>
                  <a:pt x="996950" y="1604715"/>
                  <a:pt x="1009015" y="1632655"/>
                </a:cubicBezTo>
                <a:cubicBezTo>
                  <a:pt x="1021080" y="1660595"/>
                  <a:pt x="1032510" y="1668215"/>
                  <a:pt x="1044575" y="1703140"/>
                </a:cubicBezTo>
                <a:cubicBezTo>
                  <a:pt x="1056640" y="1738065"/>
                  <a:pt x="1056640" y="1768545"/>
                  <a:pt x="1068070" y="1808550"/>
                </a:cubicBezTo>
                <a:cubicBezTo>
                  <a:pt x="1079500" y="1848555"/>
                  <a:pt x="1089025" y="1865065"/>
                  <a:pt x="1102995" y="1902530"/>
                </a:cubicBezTo>
                <a:cubicBezTo>
                  <a:pt x="1116965" y="1939995"/>
                  <a:pt x="1124585" y="1959045"/>
                  <a:pt x="1138555" y="1996510"/>
                </a:cubicBezTo>
                <a:cubicBezTo>
                  <a:pt x="1152525" y="2033975"/>
                  <a:pt x="1159510" y="2057470"/>
                  <a:pt x="1173480" y="2090490"/>
                </a:cubicBezTo>
                <a:cubicBezTo>
                  <a:pt x="1187450" y="2123510"/>
                  <a:pt x="1194435" y="2132400"/>
                  <a:pt x="1208405" y="2160340"/>
                </a:cubicBezTo>
                <a:cubicBezTo>
                  <a:pt x="1222375" y="2188280"/>
                  <a:pt x="1229995" y="2202885"/>
                  <a:pt x="1243965" y="2230825"/>
                </a:cubicBezTo>
                <a:cubicBezTo>
                  <a:pt x="1257935" y="2258765"/>
                  <a:pt x="1262380" y="2273370"/>
                  <a:pt x="1278890" y="2301310"/>
                </a:cubicBezTo>
                <a:cubicBezTo>
                  <a:pt x="1295400" y="2329250"/>
                  <a:pt x="1302385" y="2352745"/>
                  <a:pt x="1325880" y="2371795"/>
                </a:cubicBezTo>
                <a:cubicBezTo>
                  <a:pt x="1349375" y="2390845"/>
                  <a:pt x="1368425" y="2378780"/>
                  <a:pt x="1396365" y="2395290"/>
                </a:cubicBezTo>
                <a:cubicBezTo>
                  <a:pt x="1424305" y="2411800"/>
                  <a:pt x="1438910" y="2430215"/>
                  <a:pt x="1466850" y="2453710"/>
                </a:cubicBezTo>
                <a:cubicBezTo>
                  <a:pt x="1494790" y="2477205"/>
                  <a:pt x="1506855" y="2500700"/>
                  <a:pt x="1537335" y="2512765"/>
                </a:cubicBezTo>
                <a:cubicBezTo>
                  <a:pt x="1567815" y="2524830"/>
                  <a:pt x="1584325" y="2515305"/>
                  <a:pt x="1619250" y="2512765"/>
                </a:cubicBezTo>
                <a:cubicBezTo>
                  <a:pt x="1654175" y="2510225"/>
                  <a:pt x="1680210" y="2507685"/>
                  <a:pt x="1713230" y="2500700"/>
                </a:cubicBezTo>
                <a:cubicBezTo>
                  <a:pt x="1746250" y="2493715"/>
                  <a:pt x="1755775" y="2488635"/>
                  <a:pt x="1783715" y="2477205"/>
                </a:cubicBezTo>
                <a:cubicBezTo>
                  <a:pt x="1811655" y="2465775"/>
                  <a:pt x="1828165" y="2468315"/>
                  <a:pt x="1854200" y="2442280"/>
                </a:cubicBezTo>
                <a:cubicBezTo>
                  <a:pt x="1880235" y="2416245"/>
                  <a:pt x="1893570" y="2385765"/>
                  <a:pt x="1912620" y="2348300"/>
                </a:cubicBezTo>
                <a:cubicBezTo>
                  <a:pt x="1931670" y="2310835"/>
                  <a:pt x="1934210" y="2294325"/>
                  <a:pt x="1948180" y="2254320"/>
                </a:cubicBezTo>
                <a:cubicBezTo>
                  <a:pt x="1962150" y="2214315"/>
                  <a:pt x="1973580" y="2183835"/>
                  <a:pt x="1983105" y="2148910"/>
                </a:cubicBezTo>
                <a:cubicBezTo>
                  <a:pt x="1992630" y="2113985"/>
                  <a:pt x="1988185" y="2108905"/>
                  <a:pt x="1995170" y="2078425"/>
                </a:cubicBezTo>
                <a:cubicBezTo>
                  <a:pt x="2002155" y="2047945"/>
                  <a:pt x="2004060" y="2040960"/>
                  <a:pt x="2018030" y="1996510"/>
                </a:cubicBezTo>
                <a:cubicBezTo>
                  <a:pt x="2032000" y="1952060"/>
                  <a:pt x="2051050" y="1898085"/>
                  <a:pt x="2065020" y="1855540"/>
                </a:cubicBezTo>
                <a:cubicBezTo>
                  <a:pt x="2078990" y="1812995"/>
                  <a:pt x="2078990" y="1818075"/>
                  <a:pt x="2088515" y="1785055"/>
                </a:cubicBezTo>
                <a:cubicBezTo>
                  <a:pt x="2098040" y="1752035"/>
                  <a:pt x="2102485" y="1724095"/>
                  <a:pt x="2112010" y="1691075"/>
                </a:cubicBezTo>
                <a:cubicBezTo>
                  <a:pt x="2121535" y="1658055"/>
                  <a:pt x="2125980" y="1651070"/>
                  <a:pt x="2135505" y="1620590"/>
                </a:cubicBezTo>
                <a:cubicBezTo>
                  <a:pt x="2145030" y="1590110"/>
                  <a:pt x="2152015" y="1569155"/>
                  <a:pt x="2159000" y="1538675"/>
                </a:cubicBezTo>
                <a:cubicBezTo>
                  <a:pt x="2165985" y="1508195"/>
                  <a:pt x="2164080" y="1498670"/>
                  <a:pt x="2171065" y="1468190"/>
                </a:cubicBezTo>
                <a:cubicBezTo>
                  <a:pt x="2178050" y="1437710"/>
                  <a:pt x="2185035" y="1419295"/>
                  <a:pt x="2194560" y="1386275"/>
                </a:cubicBezTo>
                <a:cubicBezTo>
                  <a:pt x="2204085" y="1353255"/>
                  <a:pt x="2211070" y="1334205"/>
                  <a:pt x="2218055" y="1303725"/>
                </a:cubicBezTo>
                <a:cubicBezTo>
                  <a:pt x="2225040" y="1273245"/>
                  <a:pt x="2219960" y="1275785"/>
                  <a:pt x="2229485" y="1233875"/>
                </a:cubicBezTo>
                <a:cubicBezTo>
                  <a:pt x="2239010" y="1191965"/>
                  <a:pt x="2252980" y="1137355"/>
                  <a:pt x="2265045" y="1092905"/>
                </a:cubicBezTo>
                <a:cubicBezTo>
                  <a:pt x="2277110" y="1048455"/>
                  <a:pt x="2277110" y="1048455"/>
                  <a:pt x="2288540" y="1010990"/>
                </a:cubicBezTo>
                <a:cubicBezTo>
                  <a:pt x="2299970" y="973525"/>
                  <a:pt x="2309495" y="947490"/>
                  <a:pt x="2323465" y="904945"/>
                </a:cubicBezTo>
                <a:cubicBezTo>
                  <a:pt x="2337435" y="862400"/>
                  <a:pt x="2344420" y="839540"/>
                  <a:pt x="2358390" y="799535"/>
                </a:cubicBezTo>
                <a:cubicBezTo>
                  <a:pt x="2372360" y="759530"/>
                  <a:pt x="2381885" y="738575"/>
                  <a:pt x="2393950" y="705555"/>
                </a:cubicBezTo>
                <a:cubicBezTo>
                  <a:pt x="2406015" y="672535"/>
                  <a:pt x="2407920" y="663010"/>
                  <a:pt x="2417445" y="635070"/>
                </a:cubicBezTo>
                <a:cubicBezTo>
                  <a:pt x="2426970" y="607130"/>
                  <a:pt x="2429510" y="595065"/>
                  <a:pt x="2440940" y="564585"/>
                </a:cubicBezTo>
                <a:cubicBezTo>
                  <a:pt x="2452370" y="534105"/>
                  <a:pt x="2464435" y="513150"/>
                  <a:pt x="2475865" y="482670"/>
                </a:cubicBezTo>
                <a:cubicBezTo>
                  <a:pt x="2487295" y="452190"/>
                  <a:pt x="2487295" y="445205"/>
                  <a:pt x="2499360" y="412185"/>
                </a:cubicBezTo>
                <a:cubicBezTo>
                  <a:pt x="2511425" y="379165"/>
                  <a:pt x="2520950" y="351225"/>
                  <a:pt x="2534920" y="318205"/>
                </a:cubicBezTo>
                <a:cubicBezTo>
                  <a:pt x="2548890" y="285185"/>
                  <a:pt x="2546350" y="266770"/>
                  <a:pt x="2569845" y="247720"/>
                </a:cubicBezTo>
                <a:cubicBezTo>
                  <a:pt x="2593340" y="228670"/>
                  <a:pt x="2621280" y="228670"/>
                  <a:pt x="2651760" y="224225"/>
                </a:cubicBezTo>
                <a:cubicBezTo>
                  <a:pt x="2682240" y="219780"/>
                  <a:pt x="2694305" y="219780"/>
                  <a:pt x="2722245" y="224225"/>
                </a:cubicBezTo>
                <a:cubicBezTo>
                  <a:pt x="2750185" y="228670"/>
                  <a:pt x="2762250" y="238195"/>
                  <a:pt x="2792730" y="247720"/>
                </a:cubicBezTo>
                <a:cubicBezTo>
                  <a:pt x="2823210" y="257245"/>
                  <a:pt x="2844165" y="259150"/>
                  <a:pt x="2874645" y="271215"/>
                </a:cubicBezTo>
                <a:cubicBezTo>
                  <a:pt x="2905125" y="283280"/>
                  <a:pt x="2917190" y="294710"/>
                  <a:pt x="2945130" y="306775"/>
                </a:cubicBezTo>
                <a:cubicBezTo>
                  <a:pt x="2973070" y="318840"/>
                  <a:pt x="2992120" y="311220"/>
                  <a:pt x="3015615" y="330270"/>
                </a:cubicBezTo>
                <a:cubicBezTo>
                  <a:pt x="3039110" y="349320"/>
                  <a:pt x="3050540" y="372815"/>
                  <a:pt x="3062605" y="400755"/>
                </a:cubicBezTo>
                <a:cubicBezTo>
                  <a:pt x="3074670" y="428695"/>
                  <a:pt x="3065145" y="430600"/>
                  <a:pt x="3074670" y="470605"/>
                </a:cubicBezTo>
                <a:cubicBezTo>
                  <a:pt x="3084195" y="510610"/>
                  <a:pt x="3093085" y="546170"/>
                  <a:pt x="3109595" y="600145"/>
                </a:cubicBezTo>
                <a:cubicBezTo>
                  <a:pt x="3126105" y="654120"/>
                  <a:pt x="3140075" y="698570"/>
                  <a:pt x="3156585" y="740480"/>
                </a:cubicBezTo>
                <a:cubicBezTo>
                  <a:pt x="3173095" y="782390"/>
                  <a:pt x="3180080" y="777945"/>
                  <a:pt x="3191510" y="810965"/>
                </a:cubicBezTo>
                <a:cubicBezTo>
                  <a:pt x="3202940" y="843985"/>
                  <a:pt x="3208020" y="867480"/>
                  <a:pt x="3215005" y="904945"/>
                </a:cubicBezTo>
                <a:cubicBezTo>
                  <a:pt x="3221990" y="942410"/>
                  <a:pt x="3220085" y="961460"/>
                  <a:pt x="3227070" y="998925"/>
                </a:cubicBezTo>
                <a:cubicBezTo>
                  <a:pt x="3234055" y="1036390"/>
                  <a:pt x="3243580" y="1057980"/>
                  <a:pt x="3250565" y="1092905"/>
                </a:cubicBezTo>
                <a:cubicBezTo>
                  <a:pt x="3257550" y="1127830"/>
                  <a:pt x="3257550" y="1144340"/>
                  <a:pt x="3261995" y="1174820"/>
                </a:cubicBezTo>
                <a:cubicBezTo>
                  <a:pt x="3266440" y="1205300"/>
                  <a:pt x="3267075" y="1212285"/>
                  <a:pt x="3274060" y="1245305"/>
                </a:cubicBezTo>
                <a:cubicBezTo>
                  <a:pt x="3281045" y="1278325"/>
                  <a:pt x="3290570" y="1306265"/>
                  <a:pt x="3297555" y="1339285"/>
                </a:cubicBezTo>
                <a:cubicBezTo>
                  <a:pt x="3304540" y="1372305"/>
                  <a:pt x="3304540" y="1381830"/>
                  <a:pt x="3308985" y="1409770"/>
                </a:cubicBezTo>
                <a:cubicBezTo>
                  <a:pt x="3313430" y="1437710"/>
                  <a:pt x="3316605" y="1452315"/>
                  <a:pt x="3321050" y="1480255"/>
                </a:cubicBezTo>
                <a:cubicBezTo>
                  <a:pt x="3325495" y="1508195"/>
                  <a:pt x="3328035" y="1522800"/>
                  <a:pt x="3332480" y="1550740"/>
                </a:cubicBezTo>
                <a:cubicBezTo>
                  <a:pt x="3336925" y="1578680"/>
                  <a:pt x="3335020" y="1587570"/>
                  <a:pt x="3344545" y="1620590"/>
                </a:cubicBezTo>
                <a:cubicBezTo>
                  <a:pt x="3354070" y="1653610"/>
                  <a:pt x="3365500" y="1679010"/>
                  <a:pt x="3379470" y="1714570"/>
                </a:cubicBezTo>
                <a:cubicBezTo>
                  <a:pt x="3393440" y="1750130"/>
                  <a:pt x="3401060" y="1766640"/>
                  <a:pt x="3415030" y="1797120"/>
                </a:cubicBezTo>
                <a:cubicBezTo>
                  <a:pt x="3429000" y="1827600"/>
                  <a:pt x="3435985" y="1836490"/>
                  <a:pt x="3449955" y="1866970"/>
                </a:cubicBezTo>
                <a:cubicBezTo>
                  <a:pt x="3463925" y="1897450"/>
                  <a:pt x="3468370" y="1919040"/>
                  <a:pt x="3484880" y="1949520"/>
                </a:cubicBezTo>
                <a:cubicBezTo>
                  <a:pt x="3501390" y="1980000"/>
                  <a:pt x="3510915" y="1992065"/>
                  <a:pt x="3531870" y="2020005"/>
                </a:cubicBezTo>
                <a:cubicBezTo>
                  <a:pt x="3552825" y="2047945"/>
                  <a:pt x="3564890" y="2060010"/>
                  <a:pt x="3590925" y="2090490"/>
                </a:cubicBezTo>
                <a:cubicBezTo>
                  <a:pt x="3616960" y="2120970"/>
                  <a:pt x="3637915" y="2141925"/>
                  <a:pt x="3661410" y="2172405"/>
                </a:cubicBezTo>
                <a:cubicBezTo>
                  <a:pt x="3684905" y="2202885"/>
                  <a:pt x="3687445" y="2214950"/>
                  <a:pt x="3708400" y="2242890"/>
                </a:cubicBezTo>
                <a:cubicBezTo>
                  <a:pt x="3729355" y="2270830"/>
                  <a:pt x="3740785" y="2289880"/>
                  <a:pt x="3766820" y="2313375"/>
                </a:cubicBezTo>
                <a:cubicBezTo>
                  <a:pt x="3792855" y="2336870"/>
                  <a:pt x="3809365" y="2343855"/>
                  <a:pt x="3837305" y="2360365"/>
                </a:cubicBezTo>
                <a:cubicBezTo>
                  <a:pt x="3865245" y="2376875"/>
                  <a:pt x="3879850" y="2388305"/>
                  <a:pt x="3907790" y="2395290"/>
                </a:cubicBezTo>
                <a:cubicBezTo>
                  <a:pt x="3935730" y="2402275"/>
                  <a:pt x="3943350" y="2404815"/>
                  <a:pt x="3978275" y="2395290"/>
                </a:cubicBezTo>
                <a:cubicBezTo>
                  <a:pt x="4013200" y="2385765"/>
                  <a:pt x="4053205" y="2371795"/>
                  <a:pt x="4083685" y="2348300"/>
                </a:cubicBezTo>
                <a:cubicBezTo>
                  <a:pt x="4114165" y="2324805"/>
                  <a:pt x="4109720" y="2305755"/>
                  <a:pt x="4130675" y="2277815"/>
                </a:cubicBezTo>
                <a:cubicBezTo>
                  <a:pt x="4151630" y="2249875"/>
                  <a:pt x="4161155" y="2237810"/>
                  <a:pt x="4189095" y="2207330"/>
                </a:cubicBezTo>
                <a:cubicBezTo>
                  <a:pt x="4217035" y="2176850"/>
                  <a:pt x="4243705" y="2162880"/>
                  <a:pt x="4271645" y="2125415"/>
                </a:cubicBezTo>
                <a:cubicBezTo>
                  <a:pt x="4299585" y="2087950"/>
                  <a:pt x="4309110" y="2057470"/>
                  <a:pt x="4330065" y="2020005"/>
                </a:cubicBezTo>
                <a:cubicBezTo>
                  <a:pt x="4351020" y="1982540"/>
                  <a:pt x="4360545" y="1970475"/>
                  <a:pt x="4377055" y="1937455"/>
                </a:cubicBezTo>
                <a:cubicBezTo>
                  <a:pt x="4393565" y="1904435"/>
                  <a:pt x="4402455" y="1886020"/>
                  <a:pt x="4411980" y="1855540"/>
                </a:cubicBezTo>
                <a:cubicBezTo>
                  <a:pt x="4421505" y="1825060"/>
                  <a:pt x="4421505" y="1812995"/>
                  <a:pt x="4424045" y="1785055"/>
                </a:cubicBezTo>
                <a:cubicBezTo>
                  <a:pt x="4426585" y="1757115"/>
                  <a:pt x="4421505" y="1747590"/>
                  <a:pt x="4424045" y="1714570"/>
                </a:cubicBezTo>
                <a:cubicBezTo>
                  <a:pt x="4426585" y="1681550"/>
                  <a:pt x="4432935" y="1658055"/>
                  <a:pt x="4435475" y="1620590"/>
                </a:cubicBezTo>
                <a:cubicBezTo>
                  <a:pt x="4438015" y="1583125"/>
                  <a:pt x="4435475" y="1560265"/>
                  <a:pt x="4435475" y="1527245"/>
                </a:cubicBezTo>
                <a:cubicBezTo>
                  <a:pt x="4435475" y="1494225"/>
                  <a:pt x="4432935" y="1484700"/>
                  <a:pt x="4435475" y="1456760"/>
                </a:cubicBezTo>
                <a:cubicBezTo>
                  <a:pt x="4438015" y="1428820"/>
                  <a:pt x="4443095" y="1421200"/>
                  <a:pt x="4447540" y="1386275"/>
                </a:cubicBezTo>
                <a:cubicBezTo>
                  <a:pt x="4451985" y="1351350"/>
                  <a:pt x="4454525" y="1318330"/>
                  <a:pt x="4458970" y="1280865"/>
                </a:cubicBezTo>
                <a:cubicBezTo>
                  <a:pt x="4463415" y="1243400"/>
                  <a:pt x="4466590" y="1228795"/>
                  <a:pt x="4471035" y="1198315"/>
                </a:cubicBezTo>
                <a:cubicBezTo>
                  <a:pt x="4475480" y="1167835"/>
                  <a:pt x="4475480" y="1155770"/>
                  <a:pt x="4482465" y="1127830"/>
                </a:cubicBezTo>
                <a:cubicBezTo>
                  <a:pt x="4489450" y="1099890"/>
                  <a:pt x="4493895" y="1085285"/>
                  <a:pt x="4505960" y="1057345"/>
                </a:cubicBezTo>
                <a:cubicBezTo>
                  <a:pt x="4518025" y="1029405"/>
                  <a:pt x="4529455" y="1017975"/>
                  <a:pt x="4541520" y="987495"/>
                </a:cubicBezTo>
                <a:cubicBezTo>
                  <a:pt x="4553585" y="957015"/>
                  <a:pt x="4555490" y="937965"/>
                  <a:pt x="4565015" y="904945"/>
                </a:cubicBezTo>
                <a:cubicBezTo>
                  <a:pt x="4574540" y="871925"/>
                  <a:pt x="4578350" y="856050"/>
                  <a:pt x="4587875" y="823030"/>
                </a:cubicBezTo>
                <a:cubicBezTo>
                  <a:pt x="4597400" y="790010"/>
                  <a:pt x="4599305" y="775405"/>
                  <a:pt x="4611370" y="740480"/>
                </a:cubicBezTo>
                <a:cubicBezTo>
                  <a:pt x="4623435" y="705555"/>
                  <a:pt x="4630420" y="682060"/>
                  <a:pt x="4646930" y="647135"/>
                </a:cubicBezTo>
                <a:cubicBezTo>
                  <a:pt x="4663440" y="612210"/>
                  <a:pt x="4679950" y="597605"/>
                  <a:pt x="4693920" y="564585"/>
                </a:cubicBezTo>
                <a:cubicBezTo>
                  <a:pt x="4707890" y="531565"/>
                  <a:pt x="4707890" y="513150"/>
                  <a:pt x="4717415" y="482670"/>
                </a:cubicBezTo>
                <a:cubicBezTo>
                  <a:pt x="4726940" y="452190"/>
                  <a:pt x="4721860" y="433140"/>
                  <a:pt x="4740910" y="412185"/>
                </a:cubicBezTo>
                <a:cubicBezTo>
                  <a:pt x="4759960" y="391230"/>
                  <a:pt x="4783455" y="379800"/>
                  <a:pt x="4811395" y="377260"/>
                </a:cubicBezTo>
                <a:cubicBezTo>
                  <a:pt x="4839335" y="374720"/>
                  <a:pt x="4853305" y="384245"/>
                  <a:pt x="4881245" y="400755"/>
                </a:cubicBezTo>
                <a:cubicBezTo>
                  <a:pt x="4909185" y="417265"/>
                  <a:pt x="4928235" y="433140"/>
                  <a:pt x="4951730" y="459175"/>
                </a:cubicBezTo>
                <a:cubicBezTo>
                  <a:pt x="4975225" y="485210"/>
                  <a:pt x="4986655" y="501720"/>
                  <a:pt x="4998720" y="529660"/>
                </a:cubicBezTo>
                <a:cubicBezTo>
                  <a:pt x="5010785" y="557600"/>
                  <a:pt x="5006340" y="569665"/>
                  <a:pt x="5010785" y="600145"/>
                </a:cubicBezTo>
                <a:cubicBezTo>
                  <a:pt x="5015230" y="630625"/>
                  <a:pt x="5019675" y="642055"/>
                  <a:pt x="5022215" y="682060"/>
                </a:cubicBezTo>
                <a:cubicBezTo>
                  <a:pt x="5024755" y="722065"/>
                  <a:pt x="5019675" y="762070"/>
                  <a:pt x="5022215" y="799535"/>
                </a:cubicBezTo>
                <a:cubicBezTo>
                  <a:pt x="5024755" y="837000"/>
                  <a:pt x="5031740" y="835095"/>
                  <a:pt x="5034280" y="870020"/>
                </a:cubicBezTo>
                <a:cubicBezTo>
                  <a:pt x="5036820" y="904945"/>
                  <a:pt x="5034280" y="933520"/>
                  <a:pt x="5034280" y="975430"/>
                </a:cubicBezTo>
                <a:cubicBezTo>
                  <a:pt x="5034280" y="1017340"/>
                  <a:pt x="5034280" y="1036390"/>
                  <a:pt x="5034280" y="1080840"/>
                </a:cubicBezTo>
                <a:cubicBezTo>
                  <a:pt x="5034280" y="1125290"/>
                  <a:pt x="5034280" y="1148785"/>
                  <a:pt x="5034280" y="1198315"/>
                </a:cubicBezTo>
                <a:cubicBezTo>
                  <a:pt x="5034280" y="1247845"/>
                  <a:pt x="5034280" y="1275785"/>
                  <a:pt x="5034280" y="1327220"/>
                </a:cubicBezTo>
                <a:cubicBezTo>
                  <a:pt x="5034280" y="1378655"/>
                  <a:pt x="5034280" y="1407230"/>
                  <a:pt x="5034280" y="1456760"/>
                </a:cubicBezTo>
                <a:cubicBezTo>
                  <a:pt x="5034280" y="1506290"/>
                  <a:pt x="5034280" y="1529785"/>
                  <a:pt x="5034280" y="1574235"/>
                </a:cubicBezTo>
                <a:cubicBezTo>
                  <a:pt x="5034280" y="1618685"/>
                  <a:pt x="5034280" y="1642180"/>
                  <a:pt x="5034280" y="1679645"/>
                </a:cubicBezTo>
                <a:cubicBezTo>
                  <a:pt x="5034280" y="1717110"/>
                  <a:pt x="5031740" y="1731080"/>
                  <a:pt x="5034280" y="1761560"/>
                </a:cubicBezTo>
                <a:cubicBezTo>
                  <a:pt x="5036820" y="1792040"/>
                  <a:pt x="5041265" y="1804105"/>
                  <a:pt x="5045710" y="1832045"/>
                </a:cubicBezTo>
                <a:cubicBezTo>
                  <a:pt x="5050155" y="1859985"/>
                  <a:pt x="5053330" y="1874590"/>
                  <a:pt x="5057775" y="1902530"/>
                </a:cubicBezTo>
                <a:cubicBezTo>
                  <a:pt x="5062220" y="1930470"/>
                  <a:pt x="5064760" y="1945075"/>
                  <a:pt x="5069205" y="1973015"/>
                </a:cubicBezTo>
                <a:cubicBezTo>
                  <a:pt x="5073650" y="2000955"/>
                  <a:pt x="5074285" y="2015560"/>
                  <a:pt x="5081270" y="2043500"/>
                </a:cubicBezTo>
                <a:cubicBezTo>
                  <a:pt x="5088255" y="2071440"/>
                  <a:pt x="5100320" y="2086045"/>
                  <a:pt x="5104765" y="2113985"/>
                </a:cubicBezTo>
                <a:cubicBezTo>
                  <a:pt x="5109210" y="2141925"/>
                  <a:pt x="5097780" y="2183835"/>
                  <a:pt x="5104765" y="2183835"/>
                </a:cubicBezTo>
                <a:cubicBezTo>
                  <a:pt x="5111750" y="2183835"/>
                  <a:pt x="5125720" y="2144465"/>
                  <a:pt x="5139690" y="2113985"/>
                </a:cubicBezTo>
                <a:cubicBezTo>
                  <a:pt x="5153660" y="2083505"/>
                  <a:pt x="5163185" y="2064455"/>
                  <a:pt x="5174615" y="2031435"/>
                </a:cubicBezTo>
                <a:cubicBezTo>
                  <a:pt x="5186045" y="1998415"/>
                  <a:pt x="5186045" y="1980000"/>
                  <a:pt x="5198110" y="1949520"/>
                </a:cubicBezTo>
                <a:cubicBezTo>
                  <a:pt x="5210175" y="1919040"/>
                  <a:pt x="5224145" y="1906975"/>
                  <a:pt x="5233670" y="1879035"/>
                </a:cubicBezTo>
                <a:cubicBezTo>
                  <a:pt x="5243195" y="1851095"/>
                  <a:pt x="5238115" y="1839030"/>
                  <a:pt x="5245100" y="1808550"/>
                </a:cubicBezTo>
                <a:cubicBezTo>
                  <a:pt x="5252085" y="1778070"/>
                  <a:pt x="5259070" y="1757115"/>
                  <a:pt x="5268595" y="1726635"/>
                </a:cubicBezTo>
                <a:cubicBezTo>
                  <a:pt x="5278120" y="1696155"/>
                  <a:pt x="5285105" y="1686630"/>
                  <a:pt x="5292090" y="1656150"/>
                </a:cubicBezTo>
                <a:cubicBezTo>
                  <a:pt x="5299075" y="1625670"/>
                  <a:pt x="5299710" y="1607255"/>
                  <a:pt x="5304155" y="1574235"/>
                </a:cubicBezTo>
                <a:cubicBezTo>
                  <a:pt x="5308600" y="1541215"/>
                  <a:pt x="5308600" y="1522165"/>
                  <a:pt x="5315585" y="1491685"/>
                </a:cubicBezTo>
                <a:cubicBezTo>
                  <a:pt x="5322570" y="1461205"/>
                  <a:pt x="5332095" y="1449140"/>
                  <a:pt x="5339080" y="1421200"/>
                </a:cubicBezTo>
                <a:cubicBezTo>
                  <a:pt x="5346065" y="1393260"/>
                  <a:pt x="5346700" y="1383735"/>
                  <a:pt x="5351145" y="1350715"/>
                </a:cubicBezTo>
                <a:cubicBezTo>
                  <a:pt x="5355590" y="1317695"/>
                  <a:pt x="5355590" y="1290390"/>
                  <a:pt x="5362575" y="1257370"/>
                </a:cubicBezTo>
                <a:cubicBezTo>
                  <a:pt x="5369560" y="1224350"/>
                  <a:pt x="5379085" y="1214825"/>
                  <a:pt x="5386070" y="1186885"/>
                </a:cubicBezTo>
                <a:cubicBezTo>
                  <a:pt x="5393055" y="1158945"/>
                  <a:pt x="5393690" y="1144340"/>
                  <a:pt x="5398135" y="1116400"/>
                </a:cubicBezTo>
                <a:cubicBezTo>
                  <a:pt x="5402580" y="1088460"/>
                  <a:pt x="5405120" y="1073855"/>
                  <a:pt x="5409565" y="1045915"/>
                </a:cubicBezTo>
                <a:cubicBezTo>
                  <a:pt x="5414010" y="1017975"/>
                  <a:pt x="5416550" y="1003370"/>
                  <a:pt x="5420995" y="975430"/>
                </a:cubicBezTo>
                <a:cubicBezTo>
                  <a:pt x="5425440" y="947490"/>
                  <a:pt x="5430520" y="932885"/>
                  <a:pt x="5433060" y="904945"/>
                </a:cubicBezTo>
                <a:cubicBezTo>
                  <a:pt x="5435600" y="877005"/>
                  <a:pt x="5433060" y="862400"/>
                  <a:pt x="5433060" y="834460"/>
                </a:cubicBezTo>
                <a:cubicBezTo>
                  <a:pt x="5433060" y="806520"/>
                  <a:pt x="5433060" y="791915"/>
                  <a:pt x="5433060" y="763975"/>
                </a:cubicBezTo>
                <a:cubicBezTo>
                  <a:pt x="5433060" y="736035"/>
                  <a:pt x="5426075" y="724605"/>
                  <a:pt x="5433060" y="694125"/>
                </a:cubicBezTo>
                <a:cubicBezTo>
                  <a:pt x="5440045" y="663645"/>
                  <a:pt x="5461000" y="626815"/>
                  <a:pt x="5467985" y="611575"/>
                </a:cubicBezTo>
              </a:path>
            </a:pathLst>
          </a:custGeom>
          <a:noFill/>
          <a:ln w="38100">
            <a:solidFill>
              <a:srgbClr val="8C64E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Text Box 15"/>
          <p:cNvSpPr txBox="1"/>
          <p:nvPr/>
        </p:nvSpPr>
        <p:spPr>
          <a:xfrm>
            <a:off x="3110230" y="2809240"/>
            <a:ext cx="695325" cy="306705"/>
          </a:xfrm>
          <a:prstGeom prst="rect">
            <a:avLst/>
          </a:prstGeom>
          <a:noFill/>
        </p:spPr>
        <p:txBody>
          <a:bodyPr wrap="square" rtlCol="0">
            <a:spAutoFit/>
          </a:bodyPr>
          <a:p>
            <a:r>
              <a:rPr lang="zh-CN" altLang="en-US" sz="1400">
                <a:latin typeface="Alibaba PuHuiTi 3.0 55 Regular" panose="00020600040101010101" charset="-122"/>
                <a:ea typeface="Alibaba PuHuiTi 3.0 55 Regular" panose="00020600040101010101" charset="-122"/>
              </a:rPr>
              <a:t>振幅</a:t>
            </a:r>
            <a:endParaRPr lang="zh-CN" altLang="en-US" sz="1400">
              <a:latin typeface="Alibaba PuHuiTi 3.0 55 Regular" panose="00020600040101010101" charset="-122"/>
              <a:ea typeface="Alibaba PuHuiTi 3.0 55 Regular" panose="00020600040101010101" charset="-122"/>
            </a:endParaRPr>
          </a:p>
        </p:txBody>
      </p:sp>
      <p:sp>
        <p:nvSpPr>
          <p:cNvPr id="17" name="Text Box 16"/>
          <p:cNvSpPr txBox="1"/>
          <p:nvPr/>
        </p:nvSpPr>
        <p:spPr>
          <a:xfrm>
            <a:off x="854710" y="4100830"/>
            <a:ext cx="1732280" cy="768350"/>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一段声波</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a:p>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r>
              <a:rPr lang="zh-CN" altLang="en-US" sz="2200">
                <a:solidFill>
                  <a:schemeClr val="bg2">
                    <a:lumMod val="50000"/>
                  </a:schemeClr>
                </a:solidFill>
                <a:latin typeface="Alibaba PuHuiTi 3.0 55 Regular" panose="00020600040101010101" charset="-122"/>
                <a:ea typeface="Alibaba PuHuiTi 3.0 55 Regular" panose="00020600040101010101" charset="-122"/>
              </a:rPr>
              <a:t>模拟信号</a:t>
            </a:r>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endParaRPr lang="en-US" altLang="zh-CN" sz="2200">
              <a:solidFill>
                <a:schemeClr val="bg2">
                  <a:lumMod val="50000"/>
                </a:schemeClr>
              </a:solidFill>
              <a:latin typeface="Alibaba PuHuiTi 3.0 55 Regular" panose="00020600040101010101" charset="-122"/>
              <a:ea typeface="Alibaba PuHuiTi 3.0 55 Regular" panose="00020600040101010101" charset="-122"/>
            </a:endParaRPr>
          </a:p>
        </p:txBody>
      </p:sp>
      <p:cxnSp>
        <p:nvCxnSpPr>
          <p:cNvPr id="21" name="Straight Connector 20"/>
          <p:cNvCxnSpPr/>
          <p:nvPr/>
        </p:nvCxnSpPr>
        <p:spPr>
          <a:xfrm flipH="1">
            <a:off x="3100070" y="6254115"/>
            <a:ext cx="605663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22" name="Text Box 21"/>
          <p:cNvSpPr txBox="1"/>
          <p:nvPr/>
        </p:nvSpPr>
        <p:spPr>
          <a:xfrm>
            <a:off x="8874125" y="590232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13" grpId="0"/>
      <p:bldP spid="15" grpId="0" animBg="1"/>
      <p:bldP spid="16" grpId="0"/>
      <p:bldP spid="17" grpId="0"/>
      <p:bldP spid="2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4" name="Straight Connector 3"/>
          <p:cNvCxnSpPr/>
          <p:nvPr/>
        </p:nvCxnSpPr>
        <p:spPr>
          <a:xfrm>
            <a:off x="35572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8" name="Straight Connector 17"/>
          <p:cNvCxnSpPr/>
          <p:nvPr/>
        </p:nvCxnSpPr>
        <p:spPr>
          <a:xfrm>
            <a:off x="40132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9" name="Straight Connector 18"/>
          <p:cNvCxnSpPr/>
          <p:nvPr/>
        </p:nvCxnSpPr>
        <p:spPr>
          <a:xfrm>
            <a:off x="446913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a:off x="492506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538099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583692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629285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674878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720471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6" name="Straight Connector 25"/>
          <p:cNvCxnSpPr/>
          <p:nvPr/>
        </p:nvCxnSpPr>
        <p:spPr>
          <a:xfrm>
            <a:off x="766064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a:off x="81165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8" name="Straight Connector 27"/>
          <p:cNvCxnSpPr/>
          <p:nvPr/>
        </p:nvCxnSpPr>
        <p:spPr>
          <a:xfrm>
            <a:off x="85725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p>
            <a:r>
              <a:rPr lang="zh-CN" altLang="en-US"/>
              <a:t>如何将模拟信号转换为数字信号</a:t>
            </a:r>
            <a:r>
              <a:rPr lang="en-US" altLang="zh-CN"/>
              <a:t>？</a:t>
            </a:r>
            <a:endParaRPr lang="en-US" altLang="zh-CN"/>
          </a:p>
        </p:txBody>
      </p:sp>
      <p:sp>
        <p:nvSpPr>
          <p:cNvPr id="5" name="Text Box 4"/>
          <p:cNvSpPr txBox="1"/>
          <p:nvPr/>
        </p:nvSpPr>
        <p:spPr>
          <a:xfrm>
            <a:off x="691515" y="1313815"/>
            <a:ext cx="2547620" cy="429895"/>
          </a:xfrm>
          <a:prstGeom prst="rect">
            <a:avLst/>
          </a:prstGeom>
          <a:noFill/>
        </p:spPr>
        <p:txBody>
          <a:bodyPr wrap="square" rtlCol="0">
            <a:spAutoFit/>
          </a:bodyPr>
          <a:p>
            <a:r>
              <a:rPr lang="en-US" altLang="zh-CN" sz="2200">
                <a:solidFill>
                  <a:srgbClr val="FF0000"/>
                </a:solidFill>
                <a:latin typeface="Alibaba PuHuiTi 3.0 55 Regular" panose="00020600040101010101" charset="-122"/>
                <a:ea typeface="Alibaba PuHuiTi 3.0 55 Regular" panose="00020600040101010101" charset="-122"/>
              </a:rPr>
              <a:t>1. </a:t>
            </a:r>
            <a:r>
              <a:rPr lang="zh-CN" altLang="en-US" sz="2200">
                <a:solidFill>
                  <a:srgbClr val="FF0000"/>
                </a:solidFill>
                <a:latin typeface="Alibaba PuHuiTi 3.0 55 Regular" panose="00020600040101010101" charset="-122"/>
                <a:ea typeface="Alibaba PuHuiTi 3.0 55 Regular" panose="00020600040101010101" charset="-122"/>
              </a:rPr>
              <a:t>采样</a:t>
            </a:r>
            <a:r>
              <a:rPr lang="en-US" altLang="zh-CN" sz="2200">
                <a:solidFill>
                  <a:srgbClr val="FF0000"/>
                </a:solidFill>
                <a:latin typeface="Alibaba PuHuiTi 3.0 55 Regular" panose="00020600040101010101" charset="-122"/>
                <a:ea typeface="Alibaba PuHuiTi 3.0 55 Regular" panose="00020600040101010101" charset="-122"/>
              </a:rPr>
              <a:t> Sampling</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6" name="Text Box 5"/>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7" name="Text Box 6"/>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9" name="Straight Connector 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8" name="Straight Connector 7"/>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10" name="Straight Connector 9"/>
          <p:cNvCxnSpPr/>
          <p:nvPr/>
        </p:nvCxnSpPr>
        <p:spPr>
          <a:xfrm flipH="1">
            <a:off x="3100070" y="6254115"/>
            <a:ext cx="605663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7" name="Straight Connector 56"/>
          <p:cNvCxnSpPr/>
          <p:nvPr/>
        </p:nvCxnSpPr>
        <p:spPr>
          <a:xfrm>
            <a:off x="3101340" y="2600960"/>
            <a:ext cx="0" cy="3940175"/>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sp>
        <p:nvSpPr>
          <p:cNvPr id="66" name="Text Box 65"/>
          <p:cNvSpPr txBox="1"/>
          <p:nvPr/>
        </p:nvSpPr>
        <p:spPr>
          <a:xfrm>
            <a:off x="8874125" y="590232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sp>
        <p:nvSpPr>
          <p:cNvPr id="13" name="Text Box 12"/>
          <p:cNvSpPr txBox="1"/>
          <p:nvPr/>
        </p:nvSpPr>
        <p:spPr>
          <a:xfrm>
            <a:off x="2479040" y="2997200"/>
            <a:ext cx="55435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f(t)</a:t>
            </a:r>
            <a:endParaRPr lang="en-US" sz="1400">
              <a:latin typeface="Alibaba PuHuiTi 3.0 55 Regular" panose="00020600040101010101" charset="-122"/>
              <a:ea typeface="Alibaba PuHuiTi 3.0 55 Regular" panose="00020600040101010101" charset="-122"/>
            </a:endParaRPr>
          </a:p>
        </p:txBody>
      </p:sp>
      <p:sp>
        <p:nvSpPr>
          <p:cNvPr id="15" name="Freeform 14"/>
          <p:cNvSpPr/>
          <p:nvPr/>
        </p:nvSpPr>
        <p:spPr>
          <a:xfrm>
            <a:off x="3101975" y="3260090"/>
            <a:ext cx="5467985" cy="2519045"/>
          </a:xfrm>
          <a:custGeom>
            <a:avLst/>
            <a:gdLst>
              <a:gd name="connisteX0" fmla="*/ 0 w 5467985"/>
              <a:gd name="connsiteY0" fmla="*/ 1233874 h 2518737"/>
              <a:gd name="connisteX1" fmla="*/ 12065 w 5467985"/>
              <a:gd name="connsiteY1" fmla="*/ 1127829 h 2518737"/>
              <a:gd name="connisteX2" fmla="*/ 46990 w 5467985"/>
              <a:gd name="connsiteY2" fmla="*/ 1033849 h 2518737"/>
              <a:gd name="connisteX3" fmla="*/ 70485 w 5467985"/>
              <a:gd name="connsiteY3" fmla="*/ 940504 h 2518737"/>
              <a:gd name="connisteX4" fmla="*/ 105410 w 5467985"/>
              <a:gd name="connsiteY4" fmla="*/ 857954 h 2518737"/>
              <a:gd name="connisteX5" fmla="*/ 140970 w 5467985"/>
              <a:gd name="connsiteY5" fmla="*/ 787469 h 2518737"/>
              <a:gd name="connisteX6" fmla="*/ 164465 w 5467985"/>
              <a:gd name="connsiteY6" fmla="*/ 717619 h 2518737"/>
              <a:gd name="connisteX7" fmla="*/ 199390 w 5467985"/>
              <a:gd name="connsiteY7" fmla="*/ 623639 h 2518737"/>
              <a:gd name="connisteX8" fmla="*/ 246380 w 5467985"/>
              <a:gd name="connsiteY8" fmla="*/ 529659 h 2518737"/>
              <a:gd name="connisteX9" fmla="*/ 305435 w 5467985"/>
              <a:gd name="connsiteY9" fmla="*/ 447744 h 2518737"/>
              <a:gd name="connisteX10" fmla="*/ 363855 w 5467985"/>
              <a:gd name="connsiteY10" fmla="*/ 353764 h 2518737"/>
              <a:gd name="connisteX11" fmla="*/ 410845 w 5467985"/>
              <a:gd name="connsiteY11" fmla="*/ 271214 h 2518737"/>
              <a:gd name="connisteX12" fmla="*/ 445770 w 5467985"/>
              <a:gd name="connsiteY12" fmla="*/ 177234 h 2518737"/>
              <a:gd name="connisteX13" fmla="*/ 481330 w 5467985"/>
              <a:gd name="connsiteY13" fmla="*/ 107384 h 2518737"/>
              <a:gd name="connisteX14" fmla="*/ 528320 w 5467985"/>
              <a:gd name="connsiteY14" fmla="*/ 36899 h 2518737"/>
              <a:gd name="connisteX15" fmla="*/ 598805 w 5467985"/>
              <a:gd name="connsiteY15" fmla="*/ 1339 h 2518737"/>
              <a:gd name="connisteX16" fmla="*/ 645160 w 5467985"/>
              <a:gd name="connsiteY16" fmla="*/ 71824 h 2518737"/>
              <a:gd name="connisteX17" fmla="*/ 668655 w 5467985"/>
              <a:gd name="connsiteY17" fmla="*/ 154374 h 2518737"/>
              <a:gd name="connisteX18" fmla="*/ 680720 w 5467985"/>
              <a:gd name="connsiteY18" fmla="*/ 224224 h 2518737"/>
              <a:gd name="connisteX19" fmla="*/ 692150 w 5467985"/>
              <a:gd name="connsiteY19" fmla="*/ 318204 h 2518737"/>
              <a:gd name="connisteX20" fmla="*/ 704215 w 5467985"/>
              <a:gd name="connsiteY20" fmla="*/ 424249 h 2518737"/>
              <a:gd name="connisteX21" fmla="*/ 704215 w 5467985"/>
              <a:gd name="connsiteY21" fmla="*/ 494099 h 2518737"/>
              <a:gd name="connisteX22" fmla="*/ 715645 w 5467985"/>
              <a:gd name="connsiteY22" fmla="*/ 564584 h 2518737"/>
              <a:gd name="connisteX23" fmla="*/ 727710 w 5467985"/>
              <a:gd name="connsiteY23" fmla="*/ 658564 h 2518737"/>
              <a:gd name="connisteX24" fmla="*/ 751205 w 5467985"/>
              <a:gd name="connsiteY24" fmla="*/ 729049 h 2518737"/>
              <a:gd name="connisteX25" fmla="*/ 762635 w 5467985"/>
              <a:gd name="connsiteY25" fmla="*/ 810964 h 2518737"/>
              <a:gd name="connisteX26" fmla="*/ 786130 w 5467985"/>
              <a:gd name="connsiteY26" fmla="*/ 881449 h 2518737"/>
              <a:gd name="connisteX27" fmla="*/ 798195 w 5467985"/>
              <a:gd name="connsiteY27" fmla="*/ 951934 h 2518737"/>
              <a:gd name="connisteX28" fmla="*/ 821690 w 5467985"/>
              <a:gd name="connsiteY28" fmla="*/ 1033849 h 2518737"/>
              <a:gd name="connisteX29" fmla="*/ 845185 w 5467985"/>
              <a:gd name="connsiteY29" fmla="*/ 1116399 h 2518737"/>
              <a:gd name="connisteX30" fmla="*/ 868680 w 5467985"/>
              <a:gd name="connsiteY30" fmla="*/ 1186884 h 2518737"/>
              <a:gd name="connisteX31" fmla="*/ 880110 w 5467985"/>
              <a:gd name="connsiteY31" fmla="*/ 1257369 h 2518737"/>
              <a:gd name="connisteX32" fmla="*/ 915035 w 5467985"/>
              <a:gd name="connsiteY32" fmla="*/ 1339284 h 2518737"/>
              <a:gd name="connisteX33" fmla="*/ 938530 w 5467985"/>
              <a:gd name="connsiteY33" fmla="*/ 1409769 h 2518737"/>
              <a:gd name="connisteX34" fmla="*/ 962025 w 5467985"/>
              <a:gd name="connsiteY34" fmla="*/ 1491684 h 2518737"/>
              <a:gd name="connisteX35" fmla="*/ 985520 w 5467985"/>
              <a:gd name="connsiteY35" fmla="*/ 1562169 h 2518737"/>
              <a:gd name="connisteX36" fmla="*/ 1009015 w 5467985"/>
              <a:gd name="connsiteY36" fmla="*/ 1632654 h 2518737"/>
              <a:gd name="connisteX37" fmla="*/ 1044575 w 5467985"/>
              <a:gd name="connsiteY37" fmla="*/ 1703139 h 2518737"/>
              <a:gd name="connisteX38" fmla="*/ 1068070 w 5467985"/>
              <a:gd name="connsiteY38" fmla="*/ 1808549 h 2518737"/>
              <a:gd name="connisteX39" fmla="*/ 1102995 w 5467985"/>
              <a:gd name="connsiteY39" fmla="*/ 1902529 h 2518737"/>
              <a:gd name="connisteX40" fmla="*/ 1138555 w 5467985"/>
              <a:gd name="connsiteY40" fmla="*/ 1996509 h 2518737"/>
              <a:gd name="connisteX41" fmla="*/ 1173480 w 5467985"/>
              <a:gd name="connsiteY41" fmla="*/ 2090489 h 2518737"/>
              <a:gd name="connisteX42" fmla="*/ 1208405 w 5467985"/>
              <a:gd name="connsiteY42" fmla="*/ 2160339 h 2518737"/>
              <a:gd name="connisteX43" fmla="*/ 1243965 w 5467985"/>
              <a:gd name="connsiteY43" fmla="*/ 2230824 h 2518737"/>
              <a:gd name="connisteX44" fmla="*/ 1278890 w 5467985"/>
              <a:gd name="connsiteY44" fmla="*/ 2301309 h 2518737"/>
              <a:gd name="connisteX45" fmla="*/ 1325880 w 5467985"/>
              <a:gd name="connsiteY45" fmla="*/ 2371794 h 2518737"/>
              <a:gd name="connisteX46" fmla="*/ 1396365 w 5467985"/>
              <a:gd name="connsiteY46" fmla="*/ 2395289 h 2518737"/>
              <a:gd name="connisteX47" fmla="*/ 1466850 w 5467985"/>
              <a:gd name="connsiteY47" fmla="*/ 2453709 h 2518737"/>
              <a:gd name="connisteX48" fmla="*/ 1537335 w 5467985"/>
              <a:gd name="connsiteY48" fmla="*/ 2512764 h 2518737"/>
              <a:gd name="connisteX49" fmla="*/ 1619250 w 5467985"/>
              <a:gd name="connsiteY49" fmla="*/ 2512764 h 2518737"/>
              <a:gd name="connisteX50" fmla="*/ 1713230 w 5467985"/>
              <a:gd name="connsiteY50" fmla="*/ 2500699 h 2518737"/>
              <a:gd name="connisteX51" fmla="*/ 1783715 w 5467985"/>
              <a:gd name="connsiteY51" fmla="*/ 2477204 h 2518737"/>
              <a:gd name="connisteX52" fmla="*/ 1854200 w 5467985"/>
              <a:gd name="connsiteY52" fmla="*/ 2442279 h 2518737"/>
              <a:gd name="connisteX53" fmla="*/ 1912620 w 5467985"/>
              <a:gd name="connsiteY53" fmla="*/ 2348299 h 2518737"/>
              <a:gd name="connisteX54" fmla="*/ 1948180 w 5467985"/>
              <a:gd name="connsiteY54" fmla="*/ 2254319 h 2518737"/>
              <a:gd name="connisteX55" fmla="*/ 1983105 w 5467985"/>
              <a:gd name="connsiteY55" fmla="*/ 2148909 h 2518737"/>
              <a:gd name="connisteX56" fmla="*/ 1995170 w 5467985"/>
              <a:gd name="connsiteY56" fmla="*/ 2078424 h 2518737"/>
              <a:gd name="connisteX57" fmla="*/ 2018030 w 5467985"/>
              <a:gd name="connsiteY57" fmla="*/ 1996509 h 2518737"/>
              <a:gd name="connisteX58" fmla="*/ 2065020 w 5467985"/>
              <a:gd name="connsiteY58" fmla="*/ 1855539 h 2518737"/>
              <a:gd name="connisteX59" fmla="*/ 2088515 w 5467985"/>
              <a:gd name="connsiteY59" fmla="*/ 1785054 h 2518737"/>
              <a:gd name="connisteX60" fmla="*/ 2112010 w 5467985"/>
              <a:gd name="connsiteY60" fmla="*/ 1691074 h 2518737"/>
              <a:gd name="connisteX61" fmla="*/ 2135505 w 5467985"/>
              <a:gd name="connsiteY61" fmla="*/ 1620589 h 2518737"/>
              <a:gd name="connisteX62" fmla="*/ 2159000 w 5467985"/>
              <a:gd name="connsiteY62" fmla="*/ 1538674 h 2518737"/>
              <a:gd name="connisteX63" fmla="*/ 2171065 w 5467985"/>
              <a:gd name="connsiteY63" fmla="*/ 1468189 h 2518737"/>
              <a:gd name="connisteX64" fmla="*/ 2194560 w 5467985"/>
              <a:gd name="connsiteY64" fmla="*/ 1386274 h 2518737"/>
              <a:gd name="connisteX65" fmla="*/ 2218055 w 5467985"/>
              <a:gd name="connsiteY65" fmla="*/ 1303724 h 2518737"/>
              <a:gd name="connisteX66" fmla="*/ 2229485 w 5467985"/>
              <a:gd name="connsiteY66" fmla="*/ 1233874 h 2518737"/>
              <a:gd name="connisteX67" fmla="*/ 2265045 w 5467985"/>
              <a:gd name="connsiteY67" fmla="*/ 1092904 h 2518737"/>
              <a:gd name="connisteX68" fmla="*/ 2288540 w 5467985"/>
              <a:gd name="connsiteY68" fmla="*/ 1010989 h 2518737"/>
              <a:gd name="connisteX69" fmla="*/ 2323465 w 5467985"/>
              <a:gd name="connsiteY69" fmla="*/ 904944 h 2518737"/>
              <a:gd name="connisteX70" fmla="*/ 2358390 w 5467985"/>
              <a:gd name="connsiteY70" fmla="*/ 799534 h 2518737"/>
              <a:gd name="connisteX71" fmla="*/ 2393950 w 5467985"/>
              <a:gd name="connsiteY71" fmla="*/ 705554 h 2518737"/>
              <a:gd name="connisteX72" fmla="*/ 2417445 w 5467985"/>
              <a:gd name="connsiteY72" fmla="*/ 635069 h 2518737"/>
              <a:gd name="connisteX73" fmla="*/ 2440940 w 5467985"/>
              <a:gd name="connsiteY73" fmla="*/ 564584 h 2518737"/>
              <a:gd name="connisteX74" fmla="*/ 2475865 w 5467985"/>
              <a:gd name="connsiteY74" fmla="*/ 482669 h 2518737"/>
              <a:gd name="connisteX75" fmla="*/ 2499360 w 5467985"/>
              <a:gd name="connsiteY75" fmla="*/ 412184 h 2518737"/>
              <a:gd name="connisteX76" fmla="*/ 2534920 w 5467985"/>
              <a:gd name="connsiteY76" fmla="*/ 318204 h 2518737"/>
              <a:gd name="connisteX77" fmla="*/ 2569845 w 5467985"/>
              <a:gd name="connsiteY77" fmla="*/ 247719 h 2518737"/>
              <a:gd name="connisteX78" fmla="*/ 2651760 w 5467985"/>
              <a:gd name="connsiteY78" fmla="*/ 224224 h 2518737"/>
              <a:gd name="connisteX79" fmla="*/ 2722245 w 5467985"/>
              <a:gd name="connsiteY79" fmla="*/ 224224 h 2518737"/>
              <a:gd name="connisteX80" fmla="*/ 2792730 w 5467985"/>
              <a:gd name="connsiteY80" fmla="*/ 247719 h 2518737"/>
              <a:gd name="connisteX81" fmla="*/ 2874645 w 5467985"/>
              <a:gd name="connsiteY81" fmla="*/ 271214 h 2518737"/>
              <a:gd name="connisteX82" fmla="*/ 2945130 w 5467985"/>
              <a:gd name="connsiteY82" fmla="*/ 306774 h 2518737"/>
              <a:gd name="connisteX83" fmla="*/ 3015615 w 5467985"/>
              <a:gd name="connsiteY83" fmla="*/ 330269 h 2518737"/>
              <a:gd name="connisteX84" fmla="*/ 3062605 w 5467985"/>
              <a:gd name="connsiteY84" fmla="*/ 400754 h 2518737"/>
              <a:gd name="connisteX85" fmla="*/ 3074670 w 5467985"/>
              <a:gd name="connsiteY85" fmla="*/ 470604 h 2518737"/>
              <a:gd name="connisteX86" fmla="*/ 3109595 w 5467985"/>
              <a:gd name="connsiteY86" fmla="*/ 600144 h 2518737"/>
              <a:gd name="connisteX87" fmla="*/ 3156585 w 5467985"/>
              <a:gd name="connsiteY87" fmla="*/ 740479 h 2518737"/>
              <a:gd name="connisteX88" fmla="*/ 3191510 w 5467985"/>
              <a:gd name="connsiteY88" fmla="*/ 810964 h 2518737"/>
              <a:gd name="connisteX89" fmla="*/ 3215005 w 5467985"/>
              <a:gd name="connsiteY89" fmla="*/ 904944 h 2518737"/>
              <a:gd name="connisteX90" fmla="*/ 3227070 w 5467985"/>
              <a:gd name="connsiteY90" fmla="*/ 998924 h 2518737"/>
              <a:gd name="connisteX91" fmla="*/ 3250565 w 5467985"/>
              <a:gd name="connsiteY91" fmla="*/ 1092904 h 2518737"/>
              <a:gd name="connisteX92" fmla="*/ 3261995 w 5467985"/>
              <a:gd name="connsiteY92" fmla="*/ 1174819 h 2518737"/>
              <a:gd name="connisteX93" fmla="*/ 3274060 w 5467985"/>
              <a:gd name="connsiteY93" fmla="*/ 1245304 h 2518737"/>
              <a:gd name="connisteX94" fmla="*/ 3297555 w 5467985"/>
              <a:gd name="connsiteY94" fmla="*/ 1339284 h 2518737"/>
              <a:gd name="connisteX95" fmla="*/ 3308985 w 5467985"/>
              <a:gd name="connsiteY95" fmla="*/ 1409769 h 2518737"/>
              <a:gd name="connisteX96" fmla="*/ 3321050 w 5467985"/>
              <a:gd name="connsiteY96" fmla="*/ 1480254 h 2518737"/>
              <a:gd name="connisteX97" fmla="*/ 3332480 w 5467985"/>
              <a:gd name="connsiteY97" fmla="*/ 1550739 h 2518737"/>
              <a:gd name="connisteX98" fmla="*/ 3344545 w 5467985"/>
              <a:gd name="connsiteY98" fmla="*/ 1620589 h 2518737"/>
              <a:gd name="connisteX99" fmla="*/ 3379470 w 5467985"/>
              <a:gd name="connsiteY99" fmla="*/ 1714569 h 2518737"/>
              <a:gd name="connisteX100" fmla="*/ 3415030 w 5467985"/>
              <a:gd name="connsiteY100" fmla="*/ 1797119 h 2518737"/>
              <a:gd name="connisteX101" fmla="*/ 3449955 w 5467985"/>
              <a:gd name="connsiteY101" fmla="*/ 1866969 h 2518737"/>
              <a:gd name="connisteX102" fmla="*/ 3484880 w 5467985"/>
              <a:gd name="connsiteY102" fmla="*/ 1949519 h 2518737"/>
              <a:gd name="connisteX103" fmla="*/ 3531870 w 5467985"/>
              <a:gd name="connsiteY103" fmla="*/ 2020004 h 2518737"/>
              <a:gd name="connisteX104" fmla="*/ 3590925 w 5467985"/>
              <a:gd name="connsiteY104" fmla="*/ 2090489 h 2518737"/>
              <a:gd name="connisteX105" fmla="*/ 3661410 w 5467985"/>
              <a:gd name="connsiteY105" fmla="*/ 2172404 h 2518737"/>
              <a:gd name="connisteX106" fmla="*/ 3708400 w 5467985"/>
              <a:gd name="connsiteY106" fmla="*/ 2242889 h 2518737"/>
              <a:gd name="connisteX107" fmla="*/ 3766820 w 5467985"/>
              <a:gd name="connsiteY107" fmla="*/ 2313374 h 2518737"/>
              <a:gd name="connisteX108" fmla="*/ 3837305 w 5467985"/>
              <a:gd name="connsiteY108" fmla="*/ 2360364 h 2518737"/>
              <a:gd name="connisteX109" fmla="*/ 3907790 w 5467985"/>
              <a:gd name="connsiteY109" fmla="*/ 2395289 h 2518737"/>
              <a:gd name="connisteX110" fmla="*/ 3978275 w 5467985"/>
              <a:gd name="connsiteY110" fmla="*/ 2395289 h 2518737"/>
              <a:gd name="connisteX111" fmla="*/ 4083685 w 5467985"/>
              <a:gd name="connsiteY111" fmla="*/ 2348299 h 2518737"/>
              <a:gd name="connisteX112" fmla="*/ 4130675 w 5467985"/>
              <a:gd name="connsiteY112" fmla="*/ 2277814 h 2518737"/>
              <a:gd name="connisteX113" fmla="*/ 4189095 w 5467985"/>
              <a:gd name="connsiteY113" fmla="*/ 2207329 h 2518737"/>
              <a:gd name="connisteX114" fmla="*/ 4271645 w 5467985"/>
              <a:gd name="connsiteY114" fmla="*/ 2125414 h 2518737"/>
              <a:gd name="connisteX115" fmla="*/ 4330065 w 5467985"/>
              <a:gd name="connsiteY115" fmla="*/ 2020004 h 2518737"/>
              <a:gd name="connisteX116" fmla="*/ 4377055 w 5467985"/>
              <a:gd name="connsiteY116" fmla="*/ 1937454 h 2518737"/>
              <a:gd name="connisteX117" fmla="*/ 4411980 w 5467985"/>
              <a:gd name="connsiteY117" fmla="*/ 1855539 h 2518737"/>
              <a:gd name="connisteX118" fmla="*/ 4424045 w 5467985"/>
              <a:gd name="connsiteY118" fmla="*/ 1785054 h 2518737"/>
              <a:gd name="connisteX119" fmla="*/ 4424045 w 5467985"/>
              <a:gd name="connsiteY119" fmla="*/ 1714569 h 2518737"/>
              <a:gd name="connisteX120" fmla="*/ 4435475 w 5467985"/>
              <a:gd name="connsiteY120" fmla="*/ 1620589 h 2518737"/>
              <a:gd name="connisteX121" fmla="*/ 4435475 w 5467985"/>
              <a:gd name="connsiteY121" fmla="*/ 1527244 h 2518737"/>
              <a:gd name="connisteX122" fmla="*/ 4435475 w 5467985"/>
              <a:gd name="connsiteY122" fmla="*/ 1456759 h 2518737"/>
              <a:gd name="connisteX123" fmla="*/ 4447540 w 5467985"/>
              <a:gd name="connsiteY123" fmla="*/ 1386274 h 2518737"/>
              <a:gd name="connisteX124" fmla="*/ 4458970 w 5467985"/>
              <a:gd name="connsiteY124" fmla="*/ 1280864 h 2518737"/>
              <a:gd name="connisteX125" fmla="*/ 4471035 w 5467985"/>
              <a:gd name="connsiteY125" fmla="*/ 1198314 h 2518737"/>
              <a:gd name="connisteX126" fmla="*/ 4482465 w 5467985"/>
              <a:gd name="connsiteY126" fmla="*/ 1127829 h 2518737"/>
              <a:gd name="connisteX127" fmla="*/ 4505960 w 5467985"/>
              <a:gd name="connsiteY127" fmla="*/ 1057344 h 2518737"/>
              <a:gd name="connisteX128" fmla="*/ 4541520 w 5467985"/>
              <a:gd name="connsiteY128" fmla="*/ 987494 h 2518737"/>
              <a:gd name="connisteX129" fmla="*/ 4565015 w 5467985"/>
              <a:gd name="connsiteY129" fmla="*/ 904944 h 2518737"/>
              <a:gd name="connisteX130" fmla="*/ 4587875 w 5467985"/>
              <a:gd name="connsiteY130" fmla="*/ 823029 h 2518737"/>
              <a:gd name="connisteX131" fmla="*/ 4611370 w 5467985"/>
              <a:gd name="connsiteY131" fmla="*/ 740479 h 2518737"/>
              <a:gd name="connisteX132" fmla="*/ 4646930 w 5467985"/>
              <a:gd name="connsiteY132" fmla="*/ 647134 h 2518737"/>
              <a:gd name="connisteX133" fmla="*/ 4693920 w 5467985"/>
              <a:gd name="connsiteY133" fmla="*/ 564584 h 2518737"/>
              <a:gd name="connisteX134" fmla="*/ 4717415 w 5467985"/>
              <a:gd name="connsiteY134" fmla="*/ 482669 h 2518737"/>
              <a:gd name="connisteX135" fmla="*/ 4740910 w 5467985"/>
              <a:gd name="connsiteY135" fmla="*/ 412184 h 2518737"/>
              <a:gd name="connisteX136" fmla="*/ 4811395 w 5467985"/>
              <a:gd name="connsiteY136" fmla="*/ 377259 h 2518737"/>
              <a:gd name="connisteX137" fmla="*/ 4881245 w 5467985"/>
              <a:gd name="connsiteY137" fmla="*/ 400754 h 2518737"/>
              <a:gd name="connisteX138" fmla="*/ 4951730 w 5467985"/>
              <a:gd name="connsiteY138" fmla="*/ 459174 h 2518737"/>
              <a:gd name="connisteX139" fmla="*/ 4998720 w 5467985"/>
              <a:gd name="connsiteY139" fmla="*/ 529659 h 2518737"/>
              <a:gd name="connisteX140" fmla="*/ 5010785 w 5467985"/>
              <a:gd name="connsiteY140" fmla="*/ 600144 h 2518737"/>
              <a:gd name="connisteX141" fmla="*/ 5022215 w 5467985"/>
              <a:gd name="connsiteY141" fmla="*/ 682059 h 2518737"/>
              <a:gd name="connisteX142" fmla="*/ 5022215 w 5467985"/>
              <a:gd name="connsiteY142" fmla="*/ 799534 h 2518737"/>
              <a:gd name="connisteX143" fmla="*/ 5034280 w 5467985"/>
              <a:gd name="connsiteY143" fmla="*/ 870019 h 2518737"/>
              <a:gd name="connisteX144" fmla="*/ 5034280 w 5467985"/>
              <a:gd name="connsiteY144" fmla="*/ 975429 h 2518737"/>
              <a:gd name="connisteX145" fmla="*/ 5034280 w 5467985"/>
              <a:gd name="connsiteY145" fmla="*/ 1080839 h 2518737"/>
              <a:gd name="connisteX146" fmla="*/ 5034280 w 5467985"/>
              <a:gd name="connsiteY146" fmla="*/ 1198314 h 2518737"/>
              <a:gd name="connisteX147" fmla="*/ 5034280 w 5467985"/>
              <a:gd name="connsiteY147" fmla="*/ 1327219 h 2518737"/>
              <a:gd name="connisteX148" fmla="*/ 5034280 w 5467985"/>
              <a:gd name="connsiteY148" fmla="*/ 1456759 h 2518737"/>
              <a:gd name="connisteX149" fmla="*/ 5034280 w 5467985"/>
              <a:gd name="connsiteY149" fmla="*/ 1574234 h 2518737"/>
              <a:gd name="connisteX150" fmla="*/ 5034280 w 5467985"/>
              <a:gd name="connsiteY150" fmla="*/ 1679644 h 2518737"/>
              <a:gd name="connisteX151" fmla="*/ 5034280 w 5467985"/>
              <a:gd name="connsiteY151" fmla="*/ 1761559 h 2518737"/>
              <a:gd name="connisteX152" fmla="*/ 5045710 w 5467985"/>
              <a:gd name="connsiteY152" fmla="*/ 1832044 h 2518737"/>
              <a:gd name="connisteX153" fmla="*/ 5057775 w 5467985"/>
              <a:gd name="connsiteY153" fmla="*/ 1902529 h 2518737"/>
              <a:gd name="connisteX154" fmla="*/ 5069205 w 5467985"/>
              <a:gd name="connsiteY154" fmla="*/ 1973014 h 2518737"/>
              <a:gd name="connisteX155" fmla="*/ 5081270 w 5467985"/>
              <a:gd name="connsiteY155" fmla="*/ 2043499 h 2518737"/>
              <a:gd name="connisteX156" fmla="*/ 5104765 w 5467985"/>
              <a:gd name="connsiteY156" fmla="*/ 2113984 h 2518737"/>
              <a:gd name="connisteX157" fmla="*/ 5104765 w 5467985"/>
              <a:gd name="connsiteY157" fmla="*/ 2183834 h 2518737"/>
              <a:gd name="connisteX158" fmla="*/ 5139690 w 5467985"/>
              <a:gd name="connsiteY158" fmla="*/ 2113984 h 2518737"/>
              <a:gd name="connisteX159" fmla="*/ 5174615 w 5467985"/>
              <a:gd name="connsiteY159" fmla="*/ 2031434 h 2518737"/>
              <a:gd name="connisteX160" fmla="*/ 5198110 w 5467985"/>
              <a:gd name="connsiteY160" fmla="*/ 1949519 h 2518737"/>
              <a:gd name="connisteX161" fmla="*/ 5233670 w 5467985"/>
              <a:gd name="connsiteY161" fmla="*/ 1879034 h 2518737"/>
              <a:gd name="connisteX162" fmla="*/ 5245100 w 5467985"/>
              <a:gd name="connsiteY162" fmla="*/ 1808549 h 2518737"/>
              <a:gd name="connisteX163" fmla="*/ 5268595 w 5467985"/>
              <a:gd name="connsiteY163" fmla="*/ 1726634 h 2518737"/>
              <a:gd name="connisteX164" fmla="*/ 5292090 w 5467985"/>
              <a:gd name="connsiteY164" fmla="*/ 1656149 h 2518737"/>
              <a:gd name="connisteX165" fmla="*/ 5304155 w 5467985"/>
              <a:gd name="connsiteY165" fmla="*/ 1574234 h 2518737"/>
              <a:gd name="connisteX166" fmla="*/ 5315585 w 5467985"/>
              <a:gd name="connsiteY166" fmla="*/ 1491684 h 2518737"/>
              <a:gd name="connisteX167" fmla="*/ 5339080 w 5467985"/>
              <a:gd name="connsiteY167" fmla="*/ 1421199 h 2518737"/>
              <a:gd name="connisteX168" fmla="*/ 5351145 w 5467985"/>
              <a:gd name="connsiteY168" fmla="*/ 1350714 h 2518737"/>
              <a:gd name="connisteX169" fmla="*/ 5362575 w 5467985"/>
              <a:gd name="connsiteY169" fmla="*/ 1257369 h 2518737"/>
              <a:gd name="connisteX170" fmla="*/ 5386070 w 5467985"/>
              <a:gd name="connsiteY170" fmla="*/ 1186884 h 2518737"/>
              <a:gd name="connisteX171" fmla="*/ 5398135 w 5467985"/>
              <a:gd name="connsiteY171" fmla="*/ 1116399 h 2518737"/>
              <a:gd name="connisteX172" fmla="*/ 5409565 w 5467985"/>
              <a:gd name="connsiteY172" fmla="*/ 1045914 h 2518737"/>
              <a:gd name="connisteX173" fmla="*/ 5420995 w 5467985"/>
              <a:gd name="connsiteY173" fmla="*/ 975429 h 2518737"/>
              <a:gd name="connisteX174" fmla="*/ 5433060 w 5467985"/>
              <a:gd name="connsiteY174" fmla="*/ 904944 h 2518737"/>
              <a:gd name="connisteX175" fmla="*/ 5433060 w 5467985"/>
              <a:gd name="connsiteY175" fmla="*/ 834459 h 2518737"/>
              <a:gd name="connisteX176" fmla="*/ 5433060 w 5467985"/>
              <a:gd name="connsiteY176" fmla="*/ 763974 h 2518737"/>
              <a:gd name="connisteX177" fmla="*/ 5433060 w 5467985"/>
              <a:gd name="connsiteY177" fmla="*/ 694124 h 2518737"/>
              <a:gd name="connisteX178" fmla="*/ 5467985 w 5467985"/>
              <a:gd name="connsiteY178" fmla="*/ 611574 h 2518737"/>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 ang="0">
                <a:pos x="connisteX54" y="connsiteY54"/>
              </a:cxn>
              <a:cxn ang="0">
                <a:pos x="connisteX55" y="connsiteY55"/>
              </a:cxn>
              <a:cxn ang="0">
                <a:pos x="connisteX56" y="connsiteY56"/>
              </a:cxn>
              <a:cxn ang="0">
                <a:pos x="connisteX57" y="connsiteY57"/>
              </a:cxn>
              <a:cxn ang="0">
                <a:pos x="connisteX58" y="connsiteY58"/>
              </a:cxn>
              <a:cxn ang="0">
                <a:pos x="connisteX59" y="connsiteY59"/>
              </a:cxn>
              <a:cxn ang="0">
                <a:pos x="connisteX60" y="connsiteY60"/>
              </a:cxn>
              <a:cxn ang="0">
                <a:pos x="connisteX61" y="connsiteY61"/>
              </a:cxn>
              <a:cxn ang="0">
                <a:pos x="connisteX62" y="connsiteY62"/>
              </a:cxn>
              <a:cxn ang="0">
                <a:pos x="connisteX63" y="connsiteY63"/>
              </a:cxn>
              <a:cxn ang="0">
                <a:pos x="connisteX64" y="connsiteY64"/>
              </a:cxn>
              <a:cxn ang="0">
                <a:pos x="connisteX65" y="connsiteY65"/>
              </a:cxn>
              <a:cxn ang="0">
                <a:pos x="connisteX66" y="connsiteY66"/>
              </a:cxn>
              <a:cxn ang="0">
                <a:pos x="connisteX67" y="connsiteY67"/>
              </a:cxn>
              <a:cxn ang="0">
                <a:pos x="connisteX68" y="connsiteY68"/>
              </a:cxn>
              <a:cxn ang="0">
                <a:pos x="connisteX69" y="connsiteY69"/>
              </a:cxn>
              <a:cxn ang="0">
                <a:pos x="connisteX70" y="connsiteY70"/>
              </a:cxn>
              <a:cxn ang="0">
                <a:pos x="connisteX71" y="connsiteY71"/>
              </a:cxn>
              <a:cxn ang="0">
                <a:pos x="connisteX72" y="connsiteY72"/>
              </a:cxn>
              <a:cxn ang="0">
                <a:pos x="connisteX73" y="connsiteY73"/>
              </a:cxn>
              <a:cxn ang="0">
                <a:pos x="connisteX74" y="connsiteY74"/>
              </a:cxn>
              <a:cxn ang="0">
                <a:pos x="connisteX75" y="connsiteY75"/>
              </a:cxn>
              <a:cxn ang="0">
                <a:pos x="connisteX76" y="connsiteY76"/>
              </a:cxn>
              <a:cxn ang="0">
                <a:pos x="connisteX77" y="connsiteY77"/>
              </a:cxn>
              <a:cxn ang="0">
                <a:pos x="connisteX78" y="connsiteY78"/>
              </a:cxn>
              <a:cxn ang="0">
                <a:pos x="connisteX79" y="connsiteY79"/>
              </a:cxn>
              <a:cxn ang="0">
                <a:pos x="connisteX80" y="connsiteY80"/>
              </a:cxn>
              <a:cxn ang="0">
                <a:pos x="connisteX81" y="connsiteY81"/>
              </a:cxn>
              <a:cxn ang="0">
                <a:pos x="connisteX82" y="connsiteY82"/>
              </a:cxn>
              <a:cxn ang="0">
                <a:pos x="connisteX83" y="connsiteY83"/>
              </a:cxn>
              <a:cxn ang="0">
                <a:pos x="connisteX84" y="connsiteY84"/>
              </a:cxn>
              <a:cxn ang="0">
                <a:pos x="connisteX85" y="connsiteY85"/>
              </a:cxn>
              <a:cxn ang="0">
                <a:pos x="connisteX86" y="connsiteY86"/>
              </a:cxn>
              <a:cxn ang="0">
                <a:pos x="connisteX87" y="connsiteY87"/>
              </a:cxn>
              <a:cxn ang="0">
                <a:pos x="connisteX88" y="connsiteY88"/>
              </a:cxn>
              <a:cxn ang="0">
                <a:pos x="connisteX89" y="connsiteY89"/>
              </a:cxn>
              <a:cxn ang="0">
                <a:pos x="connisteX90" y="connsiteY90"/>
              </a:cxn>
              <a:cxn ang="0">
                <a:pos x="connisteX91" y="connsiteY91"/>
              </a:cxn>
              <a:cxn ang="0">
                <a:pos x="connisteX92" y="connsiteY92"/>
              </a:cxn>
              <a:cxn ang="0">
                <a:pos x="connisteX93" y="connsiteY93"/>
              </a:cxn>
              <a:cxn ang="0">
                <a:pos x="connisteX94" y="connsiteY94"/>
              </a:cxn>
              <a:cxn ang="0">
                <a:pos x="connisteX95" y="connsiteY95"/>
              </a:cxn>
              <a:cxn ang="0">
                <a:pos x="connisteX96" y="connsiteY96"/>
              </a:cxn>
              <a:cxn ang="0">
                <a:pos x="connisteX97" y="connsiteY97"/>
              </a:cxn>
              <a:cxn ang="0">
                <a:pos x="connisteX98" y="connsiteY98"/>
              </a:cxn>
              <a:cxn ang="0">
                <a:pos x="connisteX99" y="connsiteY99"/>
              </a:cxn>
              <a:cxn ang="0">
                <a:pos x="connisteX100" y="connsiteY100"/>
              </a:cxn>
              <a:cxn ang="0">
                <a:pos x="connisteX101" y="connsiteY101"/>
              </a:cxn>
              <a:cxn ang="0">
                <a:pos x="connisteX102" y="connsiteY102"/>
              </a:cxn>
              <a:cxn ang="0">
                <a:pos x="connisteX103" y="connsiteY103"/>
              </a:cxn>
              <a:cxn ang="0">
                <a:pos x="connisteX104" y="connsiteY104"/>
              </a:cxn>
              <a:cxn ang="0">
                <a:pos x="connisteX105" y="connsiteY105"/>
              </a:cxn>
              <a:cxn ang="0">
                <a:pos x="connisteX106" y="connsiteY106"/>
              </a:cxn>
              <a:cxn ang="0">
                <a:pos x="connisteX107" y="connsiteY107"/>
              </a:cxn>
              <a:cxn ang="0">
                <a:pos x="connisteX108" y="connsiteY108"/>
              </a:cxn>
              <a:cxn ang="0">
                <a:pos x="connisteX109" y="connsiteY109"/>
              </a:cxn>
              <a:cxn ang="0">
                <a:pos x="connisteX110" y="connsiteY110"/>
              </a:cxn>
              <a:cxn ang="0">
                <a:pos x="connisteX111" y="connsiteY111"/>
              </a:cxn>
              <a:cxn ang="0">
                <a:pos x="connisteX112" y="connsiteY112"/>
              </a:cxn>
              <a:cxn ang="0">
                <a:pos x="connisteX113" y="connsiteY113"/>
              </a:cxn>
              <a:cxn ang="0">
                <a:pos x="connisteX114" y="connsiteY114"/>
              </a:cxn>
              <a:cxn ang="0">
                <a:pos x="connisteX115" y="connsiteY115"/>
              </a:cxn>
              <a:cxn ang="0">
                <a:pos x="connisteX116" y="connsiteY116"/>
              </a:cxn>
              <a:cxn ang="0">
                <a:pos x="connisteX117" y="connsiteY117"/>
              </a:cxn>
              <a:cxn ang="0">
                <a:pos x="connisteX118" y="connsiteY118"/>
              </a:cxn>
              <a:cxn ang="0">
                <a:pos x="connisteX119" y="connsiteY119"/>
              </a:cxn>
              <a:cxn ang="0">
                <a:pos x="connisteX120" y="connsiteY120"/>
              </a:cxn>
              <a:cxn ang="0">
                <a:pos x="connisteX121" y="connsiteY121"/>
              </a:cxn>
              <a:cxn ang="0">
                <a:pos x="connisteX122" y="connsiteY122"/>
              </a:cxn>
              <a:cxn ang="0">
                <a:pos x="connisteX123" y="connsiteY123"/>
              </a:cxn>
              <a:cxn ang="0">
                <a:pos x="connisteX124" y="connsiteY124"/>
              </a:cxn>
              <a:cxn ang="0">
                <a:pos x="connisteX125" y="connsiteY125"/>
              </a:cxn>
              <a:cxn ang="0">
                <a:pos x="connisteX126" y="connsiteY126"/>
              </a:cxn>
              <a:cxn ang="0">
                <a:pos x="connisteX127" y="connsiteY127"/>
              </a:cxn>
              <a:cxn ang="0">
                <a:pos x="connisteX128" y="connsiteY128"/>
              </a:cxn>
              <a:cxn ang="0">
                <a:pos x="connisteX129" y="connsiteY129"/>
              </a:cxn>
              <a:cxn ang="0">
                <a:pos x="connisteX130" y="connsiteY130"/>
              </a:cxn>
              <a:cxn ang="0">
                <a:pos x="connisteX131" y="connsiteY131"/>
              </a:cxn>
              <a:cxn ang="0">
                <a:pos x="connisteX132" y="connsiteY132"/>
              </a:cxn>
              <a:cxn ang="0">
                <a:pos x="connisteX133" y="connsiteY133"/>
              </a:cxn>
              <a:cxn ang="0">
                <a:pos x="connisteX134" y="connsiteY134"/>
              </a:cxn>
              <a:cxn ang="0">
                <a:pos x="connisteX135" y="connsiteY135"/>
              </a:cxn>
              <a:cxn ang="0">
                <a:pos x="connisteX136" y="connsiteY136"/>
              </a:cxn>
              <a:cxn ang="0">
                <a:pos x="connisteX137" y="connsiteY137"/>
              </a:cxn>
              <a:cxn ang="0">
                <a:pos x="connisteX138" y="connsiteY138"/>
              </a:cxn>
              <a:cxn ang="0">
                <a:pos x="connisteX139" y="connsiteY139"/>
              </a:cxn>
              <a:cxn ang="0">
                <a:pos x="connisteX140" y="connsiteY140"/>
              </a:cxn>
              <a:cxn ang="0">
                <a:pos x="connisteX141" y="connsiteY141"/>
              </a:cxn>
              <a:cxn ang="0">
                <a:pos x="connisteX142" y="connsiteY142"/>
              </a:cxn>
              <a:cxn ang="0">
                <a:pos x="connisteX143" y="connsiteY143"/>
              </a:cxn>
              <a:cxn ang="0">
                <a:pos x="connisteX144" y="connsiteY144"/>
              </a:cxn>
              <a:cxn ang="0">
                <a:pos x="connisteX145" y="connsiteY145"/>
              </a:cxn>
              <a:cxn ang="0">
                <a:pos x="connisteX146" y="connsiteY146"/>
              </a:cxn>
              <a:cxn ang="0">
                <a:pos x="connisteX147" y="connsiteY147"/>
              </a:cxn>
              <a:cxn ang="0">
                <a:pos x="connisteX148" y="connsiteY148"/>
              </a:cxn>
              <a:cxn ang="0">
                <a:pos x="connisteX149" y="connsiteY149"/>
              </a:cxn>
              <a:cxn ang="0">
                <a:pos x="connisteX150" y="connsiteY150"/>
              </a:cxn>
              <a:cxn ang="0">
                <a:pos x="connisteX151" y="connsiteY151"/>
              </a:cxn>
              <a:cxn ang="0">
                <a:pos x="connisteX152" y="connsiteY152"/>
              </a:cxn>
              <a:cxn ang="0">
                <a:pos x="connisteX153" y="connsiteY153"/>
              </a:cxn>
              <a:cxn ang="0">
                <a:pos x="connisteX154" y="connsiteY154"/>
              </a:cxn>
              <a:cxn ang="0">
                <a:pos x="connisteX155" y="connsiteY155"/>
              </a:cxn>
              <a:cxn ang="0">
                <a:pos x="connisteX156" y="connsiteY156"/>
              </a:cxn>
              <a:cxn ang="0">
                <a:pos x="connisteX157" y="connsiteY157"/>
              </a:cxn>
              <a:cxn ang="0">
                <a:pos x="connisteX158" y="connsiteY158"/>
              </a:cxn>
              <a:cxn ang="0">
                <a:pos x="connisteX159" y="connsiteY159"/>
              </a:cxn>
              <a:cxn ang="0">
                <a:pos x="connisteX160" y="connsiteY160"/>
              </a:cxn>
              <a:cxn ang="0">
                <a:pos x="connisteX161" y="connsiteY161"/>
              </a:cxn>
              <a:cxn ang="0">
                <a:pos x="connisteX162" y="connsiteY162"/>
              </a:cxn>
              <a:cxn ang="0">
                <a:pos x="connisteX163" y="connsiteY163"/>
              </a:cxn>
              <a:cxn ang="0">
                <a:pos x="connisteX164" y="connsiteY164"/>
              </a:cxn>
              <a:cxn ang="0">
                <a:pos x="connisteX165" y="connsiteY165"/>
              </a:cxn>
              <a:cxn ang="0">
                <a:pos x="connisteX166" y="connsiteY166"/>
              </a:cxn>
              <a:cxn ang="0">
                <a:pos x="connisteX167" y="connsiteY167"/>
              </a:cxn>
              <a:cxn ang="0">
                <a:pos x="connisteX168" y="connsiteY168"/>
              </a:cxn>
              <a:cxn ang="0">
                <a:pos x="connisteX169" y="connsiteY169"/>
              </a:cxn>
              <a:cxn ang="0">
                <a:pos x="connisteX170" y="connsiteY170"/>
              </a:cxn>
              <a:cxn ang="0">
                <a:pos x="connisteX171" y="connsiteY171"/>
              </a:cxn>
              <a:cxn ang="0">
                <a:pos x="connisteX172" y="connsiteY172"/>
              </a:cxn>
              <a:cxn ang="0">
                <a:pos x="connisteX173" y="connsiteY173"/>
              </a:cxn>
              <a:cxn ang="0">
                <a:pos x="connisteX174" y="connsiteY174"/>
              </a:cxn>
              <a:cxn ang="0">
                <a:pos x="connisteX175" y="connsiteY175"/>
              </a:cxn>
              <a:cxn ang="0">
                <a:pos x="connisteX176" y="connsiteY176"/>
              </a:cxn>
              <a:cxn ang="0">
                <a:pos x="connisteX177" y="connsiteY177"/>
              </a:cxn>
              <a:cxn ang="0">
                <a:pos x="connisteX178" y="connsiteY178"/>
              </a:cxn>
            </a:cxnLst>
            <a:rect l="l" t="t" r="r" b="b"/>
            <a:pathLst>
              <a:path w="5467985" h="2518737">
                <a:moveTo>
                  <a:pt x="0" y="1233875"/>
                </a:moveTo>
                <a:cubicBezTo>
                  <a:pt x="1905" y="1214825"/>
                  <a:pt x="2540" y="1167835"/>
                  <a:pt x="12065" y="1127830"/>
                </a:cubicBezTo>
                <a:cubicBezTo>
                  <a:pt x="21590" y="1087825"/>
                  <a:pt x="35560" y="1071315"/>
                  <a:pt x="46990" y="1033850"/>
                </a:cubicBezTo>
                <a:cubicBezTo>
                  <a:pt x="58420" y="996385"/>
                  <a:pt x="59055" y="975430"/>
                  <a:pt x="70485" y="940505"/>
                </a:cubicBezTo>
                <a:cubicBezTo>
                  <a:pt x="81915" y="905580"/>
                  <a:pt x="91440" y="888435"/>
                  <a:pt x="105410" y="857955"/>
                </a:cubicBezTo>
                <a:cubicBezTo>
                  <a:pt x="119380" y="827475"/>
                  <a:pt x="128905" y="815410"/>
                  <a:pt x="140970" y="787470"/>
                </a:cubicBezTo>
                <a:cubicBezTo>
                  <a:pt x="153035" y="759530"/>
                  <a:pt x="153035" y="750640"/>
                  <a:pt x="164465" y="717620"/>
                </a:cubicBezTo>
                <a:cubicBezTo>
                  <a:pt x="175895" y="684600"/>
                  <a:pt x="182880" y="661105"/>
                  <a:pt x="199390" y="623640"/>
                </a:cubicBezTo>
                <a:cubicBezTo>
                  <a:pt x="215900" y="586175"/>
                  <a:pt x="225425" y="564585"/>
                  <a:pt x="246380" y="529660"/>
                </a:cubicBezTo>
                <a:cubicBezTo>
                  <a:pt x="267335" y="494735"/>
                  <a:pt x="281940" y="482670"/>
                  <a:pt x="305435" y="447745"/>
                </a:cubicBezTo>
                <a:cubicBezTo>
                  <a:pt x="328930" y="412820"/>
                  <a:pt x="342900" y="389325"/>
                  <a:pt x="363855" y="353765"/>
                </a:cubicBezTo>
                <a:cubicBezTo>
                  <a:pt x="384810" y="318205"/>
                  <a:pt x="394335" y="306775"/>
                  <a:pt x="410845" y="271215"/>
                </a:cubicBezTo>
                <a:cubicBezTo>
                  <a:pt x="427355" y="235655"/>
                  <a:pt x="431800" y="210255"/>
                  <a:pt x="445770" y="177235"/>
                </a:cubicBezTo>
                <a:cubicBezTo>
                  <a:pt x="459740" y="144215"/>
                  <a:pt x="464820" y="135325"/>
                  <a:pt x="481330" y="107385"/>
                </a:cubicBezTo>
                <a:cubicBezTo>
                  <a:pt x="497840" y="79445"/>
                  <a:pt x="504825" y="57855"/>
                  <a:pt x="528320" y="36900"/>
                </a:cubicBezTo>
                <a:cubicBezTo>
                  <a:pt x="551815" y="15945"/>
                  <a:pt x="575310" y="-5645"/>
                  <a:pt x="598805" y="1340"/>
                </a:cubicBezTo>
                <a:cubicBezTo>
                  <a:pt x="622300" y="8325"/>
                  <a:pt x="631190" y="41345"/>
                  <a:pt x="645160" y="71825"/>
                </a:cubicBezTo>
                <a:cubicBezTo>
                  <a:pt x="659130" y="102305"/>
                  <a:pt x="661670" y="123895"/>
                  <a:pt x="668655" y="154375"/>
                </a:cubicBezTo>
                <a:cubicBezTo>
                  <a:pt x="675640" y="184855"/>
                  <a:pt x="676275" y="191205"/>
                  <a:pt x="680720" y="224225"/>
                </a:cubicBezTo>
                <a:cubicBezTo>
                  <a:pt x="685165" y="257245"/>
                  <a:pt x="687705" y="278200"/>
                  <a:pt x="692150" y="318205"/>
                </a:cubicBezTo>
                <a:cubicBezTo>
                  <a:pt x="696595" y="358210"/>
                  <a:pt x="701675" y="389325"/>
                  <a:pt x="704215" y="424250"/>
                </a:cubicBezTo>
                <a:cubicBezTo>
                  <a:pt x="706755" y="459175"/>
                  <a:pt x="701675" y="466160"/>
                  <a:pt x="704215" y="494100"/>
                </a:cubicBezTo>
                <a:cubicBezTo>
                  <a:pt x="706755" y="522040"/>
                  <a:pt x="711200" y="531565"/>
                  <a:pt x="715645" y="564585"/>
                </a:cubicBezTo>
                <a:cubicBezTo>
                  <a:pt x="720090" y="597605"/>
                  <a:pt x="720725" y="625545"/>
                  <a:pt x="727710" y="658565"/>
                </a:cubicBezTo>
                <a:cubicBezTo>
                  <a:pt x="734695" y="691585"/>
                  <a:pt x="744220" y="698570"/>
                  <a:pt x="751205" y="729050"/>
                </a:cubicBezTo>
                <a:cubicBezTo>
                  <a:pt x="758190" y="759530"/>
                  <a:pt x="755650" y="780485"/>
                  <a:pt x="762635" y="810965"/>
                </a:cubicBezTo>
                <a:cubicBezTo>
                  <a:pt x="769620" y="841445"/>
                  <a:pt x="779145" y="853510"/>
                  <a:pt x="786130" y="881450"/>
                </a:cubicBezTo>
                <a:cubicBezTo>
                  <a:pt x="793115" y="909390"/>
                  <a:pt x="791210" y="921455"/>
                  <a:pt x="798195" y="951935"/>
                </a:cubicBezTo>
                <a:cubicBezTo>
                  <a:pt x="805180" y="982415"/>
                  <a:pt x="812165" y="1000830"/>
                  <a:pt x="821690" y="1033850"/>
                </a:cubicBezTo>
                <a:cubicBezTo>
                  <a:pt x="831215" y="1066870"/>
                  <a:pt x="835660" y="1085920"/>
                  <a:pt x="845185" y="1116400"/>
                </a:cubicBezTo>
                <a:cubicBezTo>
                  <a:pt x="854710" y="1146880"/>
                  <a:pt x="861695" y="1158945"/>
                  <a:pt x="868680" y="1186885"/>
                </a:cubicBezTo>
                <a:cubicBezTo>
                  <a:pt x="875665" y="1214825"/>
                  <a:pt x="870585" y="1226890"/>
                  <a:pt x="880110" y="1257370"/>
                </a:cubicBezTo>
                <a:cubicBezTo>
                  <a:pt x="889635" y="1287850"/>
                  <a:pt x="903605" y="1308805"/>
                  <a:pt x="915035" y="1339285"/>
                </a:cubicBezTo>
                <a:cubicBezTo>
                  <a:pt x="926465" y="1369765"/>
                  <a:pt x="929005" y="1379290"/>
                  <a:pt x="938530" y="1409770"/>
                </a:cubicBezTo>
                <a:cubicBezTo>
                  <a:pt x="948055" y="1440250"/>
                  <a:pt x="952500" y="1461205"/>
                  <a:pt x="962025" y="1491685"/>
                </a:cubicBezTo>
                <a:cubicBezTo>
                  <a:pt x="971550" y="1522165"/>
                  <a:pt x="975995" y="1534230"/>
                  <a:pt x="985520" y="1562170"/>
                </a:cubicBezTo>
                <a:cubicBezTo>
                  <a:pt x="995045" y="1590110"/>
                  <a:pt x="996950" y="1604715"/>
                  <a:pt x="1009015" y="1632655"/>
                </a:cubicBezTo>
                <a:cubicBezTo>
                  <a:pt x="1021080" y="1660595"/>
                  <a:pt x="1032510" y="1668215"/>
                  <a:pt x="1044575" y="1703140"/>
                </a:cubicBezTo>
                <a:cubicBezTo>
                  <a:pt x="1056640" y="1738065"/>
                  <a:pt x="1056640" y="1768545"/>
                  <a:pt x="1068070" y="1808550"/>
                </a:cubicBezTo>
                <a:cubicBezTo>
                  <a:pt x="1079500" y="1848555"/>
                  <a:pt x="1089025" y="1865065"/>
                  <a:pt x="1102995" y="1902530"/>
                </a:cubicBezTo>
                <a:cubicBezTo>
                  <a:pt x="1116965" y="1939995"/>
                  <a:pt x="1124585" y="1959045"/>
                  <a:pt x="1138555" y="1996510"/>
                </a:cubicBezTo>
                <a:cubicBezTo>
                  <a:pt x="1152525" y="2033975"/>
                  <a:pt x="1159510" y="2057470"/>
                  <a:pt x="1173480" y="2090490"/>
                </a:cubicBezTo>
                <a:cubicBezTo>
                  <a:pt x="1187450" y="2123510"/>
                  <a:pt x="1194435" y="2132400"/>
                  <a:pt x="1208405" y="2160340"/>
                </a:cubicBezTo>
                <a:cubicBezTo>
                  <a:pt x="1222375" y="2188280"/>
                  <a:pt x="1229995" y="2202885"/>
                  <a:pt x="1243965" y="2230825"/>
                </a:cubicBezTo>
                <a:cubicBezTo>
                  <a:pt x="1257935" y="2258765"/>
                  <a:pt x="1262380" y="2273370"/>
                  <a:pt x="1278890" y="2301310"/>
                </a:cubicBezTo>
                <a:cubicBezTo>
                  <a:pt x="1295400" y="2329250"/>
                  <a:pt x="1302385" y="2352745"/>
                  <a:pt x="1325880" y="2371795"/>
                </a:cubicBezTo>
                <a:cubicBezTo>
                  <a:pt x="1349375" y="2390845"/>
                  <a:pt x="1368425" y="2378780"/>
                  <a:pt x="1396365" y="2395290"/>
                </a:cubicBezTo>
                <a:cubicBezTo>
                  <a:pt x="1424305" y="2411800"/>
                  <a:pt x="1438910" y="2430215"/>
                  <a:pt x="1466850" y="2453710"/>
                </a:cubicBezTo>
                <a:cubicBezTo>
                  <a:pt x="1494790" y="2477205"/>
                  <a:pt x="1506855" y="2500700"/>
                  <a:pt x="1537335" y="2512765"/>
                </a:cubicBezTo>
                <a:cubicBezTo>
                  <a:pt x="1567815" y="2524830"/>
                  <a:pt x="1584325" y="2515305"/>
                  <a:pt x="1619250" y="2512765"/>
                </a:cubicBezTo>
                <a:cubicBezTo>
                  <a:pt x="1654175" y="2510225"/>
                  <a:pt x="1680210" y="2507685"/>
                  <a:pt x="1713230" y="2500700"/>
                </a:cubicBezTo>
                <a:cubicBezTo>
                  <a:pt x="1746250" y="2493715"/>
                  <a:pt x="1755775" y="2488635"/>
                  <a:pt x="1783715" y="2477205"/>
                </a:cubicBezTo>
                <a:cubicBezTo>
                  <a:pt x="1811655" y="2465775"/>
                  <a:pt x="1828165" y="2468315"/>
                  <a:pt x="1854200" y="2442280"/>
                </a:cubicBezTo>
                <a:cubicBezTo>
                  <a:pt x="1880235" y="2416245"/>
                  <a:pt x="1893570" y="2385765"/>
                  <a:pt x="1912620" y="2348300"/>
                </a:cubicBezTo>
                <a:cubicBezTo>
                  <a:pt x="1931670" y="2310835"/>
                  <a:pt x="1934210" y="2294325"/>
                  <a:pt x="1948180" y="2254320"/>
                </a:cubicBezTo>
                <a:cubicBezTo>
                  <a:pt x="1962150" y="2214315"/>
                  <a:pt x="1973580" y="2183835"/>
                  <a:pt x="1983105" y="2148910"/>
                </a:cubicBezTo>
                <a:cubicBezTo>
                  <a:pt x="1992630" y="2113985"/>
                  <a:pt x="1988185" y="2108905"/>
                  <a:pt x="1995170" y="2078425"/>
                </a:cubicBezTo>
                <a:cubicBezTo>
                  <a:pt x="2002155" y="2047945"/>
                  <a:pt x="2004060" y="2040960"/>
                  <a:pt x="2018030" y="1996510"/>
                </a:cubicBezTo>
                <a:cubicBezTo>
                  <a:pt x="2032000" y="1952060"/>
                  <a:pt x="2051050" y="1898085"/>
                  <a:pt x="2065020" y="1855540"/>
                </a:cubicBezTo>
                <a:cubicBezTo>
                  <a:pt x="2078990" y="1812995"/>
                  <a:pt x="2078990" y="1818075"/>
                  <a:pt x="2088515" y="1785055"/>
                </a:cubicBezTo>
                <a:cubicBezTo>
                  <a:pt x="2098040" y="1752035"/>
                  <a:pt x="2102485" y="1724095"/>
                  <a:pt x="2112010" y="1691075"/>
                </a:cubicBezTo>
                <a:cubicBezTo>
                  <a:pt x="2121535" y="1658055"/>
                  <a:pt x="2125980" y="1651070"/>
                  <a:pt x="2135505" y="1620590"/>
                </a:cubicBezTo>
                <a:cubicBezTo>
                  <a:pt x="2145030" y="1590110"/>
                  <a:pt x="2152015" y="1569155"/>
                  <a:pt x="2159000" y="1538675"/>
                </a:cubicBezTo>
                <a:cubicBezTo>
                  <a:pt x="2165985" y="1508195"/>
                  <a:pt x="2164080" y="1498670"/>
                  <a:pt x="2171065" y="1468190"/>
                </a:cubicBezTo>
                <a:cubicBezTo>
                  <a:pt x="2178050" y="1437710"/>
                  <a:pt x="2185035" y="1419295"/>
                  <a:pt x="2194560" y="1386275"/>
                </a:cubicBezTo>
                <a:cubicBezTo>
                  <a:pt x="2204085" y="1353255"/>
                  <a:pt x="2211070" y="1334205"/>
                  <a:pt x="2218055" y="1303725"/>
                </a:cubicBezTo>
                <a:cubicBezTo>
                  <a:pt x="2225040" y="1273245"/>
                  <a:pt x="2219960" y="1275785"/>
                  <a:pt x="2229485" y="1233875"/>
                </a:cubicBezTo>
                <a:cubicBezTo>
                  <a:pt x="2239010" y="1191965"/>
                  <a:pt x="2252980" y="1137355"/>
                  <a:pt x="2265045" y="1092905"/>
                </a:cubicBezTo>
                <a:cubicBezTo>
                  <a:pt x="2277110" y="1048455"/>
                  <a:pt x="2277110" y="1048455"/>
                  <a:pt x="2288540" y="1010990"/>
                </a:cubicBezTo>
                <a:cubicBezTo>
                  <a:pt x="2299970" y="973525"/>
                  <a:pt x="2309495" y="947490"/>
                  <a:pt x="2323465" y="904945"/>
                </a:cubicBezTo>
                <a:cubicBezTo>
                  <a:pt x="2337435" y="862400"/>
                  <a:pt x="2344420" y="839540"/>
                  <a:pt x="2358390" y="799535"/>
                </a:cubicBezTo>
                <a:cubicBezTo>
                  <a:pt x="2372360" y="759530"/>
                  <a:pt x="2381885" y="738575"/>
                  <a:pt x="2393950" y="705555"/>
                </a:cubicBezTo>
                <a:cubicBezTo>
                  <a:pt x="2406015" y="672535"/>
                  <a:pt x="2407920" y="663010"/>
                  <a:pt x="2417445" y="635070"/>
                </a:cubicBezTo>
                <a:cubicBezTo>
                  <a:pt x="2426970" y="607130"/>
                  <a:pt x="2429510" y="595065"/>
                  <a:pt x="2440940" y="564585"/>
                </a:cubicBezTo>
                <a:cubicBezTo>
                  <a:pt x="2452370" y="534105"/>
                  <a:pt x="2464435" y="513150"/>
                  <a:pt x="2475865" y="482670"/>
                </a:cubicBezTo>
                <a:cubicBezTo>
                  <a:pt x="2487295" y="452190"/>
                  <a:pt x="2487295" y="445205"/>
                  <a:pt x="2499360" y="412185"/>
                </a:cubicBezTo>
                <a:cubicBezTo>
                  <a:pt x="2511425" y="379165"/>
                  <a:pt x="2520950" y="351225"/>
                  <a:pt x="2534920" y="318205"/>
                </a:cubicBezTo>
                <a:cubicBezTo>
                  <a:pt x="2548890" y="285185"/>
                  <a:pt x="2546350" y="266770"/>
                  <a:pt x="2569845" y="247720"/>
                </a:cubicBezTo>
                <a:cubicBezTo>
                  <a:pt x="2593340" y="228670"/>
                  <a:pt x="2621280" y="228670"/>
                  <a:pt x="2651760" y="224225"/>
                </a:cubicBezTo>
                <a:cubicBezTo>
                  <a:pt x="2682240" y="219780"/>
                  <a:pt x="2694305" y="219780"/>
                  <a:pt x="2722245" y="224225"/>
                </a:cubicBezTo>
                <a:cubicBezTo>
                  <a:pt x="2750185" y="228670"/>
                  <a:pt x="2762250" y="238195"/>
                  <a:pt x="2792730" y="247720"/>
                </a:cubicBezTo>
                <a:cubicBezTo>
                  <a:pt x="2823210" y="257245"/>
                  <a:pt x="2844165" y="259150"/>
                  <a:pt x="2874645" y="271215"/>
                </a:cubicBezTo>
                <a:cubicBezTo>
                  <a:pt x="2905125" y="283280"/>
                  <a:pt x="2917190" y="294710"/>
                  <a:pt x="2945130" y="306775"/>
                </a:cubicBezTo>
                <a:cubicBezTo>
                  <a:pt x="2973070" y="318840"/>
                  <a:pt x="2992120" y="311220"/>
                  <a:pt x="3015615" y="330270"/>
                </a:cubicBezTo>
                <a:cubicBezTo>
                  <a:pt x="3039110" y="349320"/>
                  <a:pt x="3050540" y="372815"/>
                  <a:pt x="3062605" y="400755"/>
                </a:cubicBezTo>
                <a:cubicBezTo>
                  <a:pt x="3074670" y="428695"/>
                  <a:pt x="3065145" y="430600"/>
                  <a:pt x="3074670" y="470605"/>
                </a:cubicBezTo>
                <a:cubicBezTo>
                  <a:pt x="3084195" y="510610"/>
                  <a:pt x="3093085" y="546170"/>
                  <a:pt x="3109595" y="600145"/>
                </a:cubicBezTo>
                <a:cubicBezTo>
                  <a:pt x="3126105" y="654120"/>
                  <a:pt x="3140075" y="698570"/>
                  <a:pt x="3156585" y="740480"/>
                </a:cubicBezTo>
                <a:cubicBezTo>
                  <a:pt x="3173095" y="782390"/>
                  <a:pt x="3180080" y="777945"/>
                  <a:pt x="3191510" y="810965"/>
                </a:cubicBezTo>
                <a:cubicBezTo>
                  <a:pt x="3202940" y="843985"/>
                  <a:pt x="3208020" y="867480"/>
                  <a:pt x="3215005" y="904945"/>
                </a:cubicBezTo>
                <a:cubicBezTo>
                  <a:pt x="3221990" y="942410"/>
                  <a:pt x="3220085" y="961460"/>
                  <a:pt x="3227070" y="998925"/>
                </a:cubicBezTo>
                <a:cubicBezTo>
                  <a:pt x="3234055" y="1036390"/>
                  <a:pt x="3243580" y="1057980"/>
                  <a:pt x="3250565" y="1092905"/>
                </a:cubicBezTo>
                <a:cubicBezTo>
                  <a:pt x="3257550" y="1127830"/>
                  <a:pt x="3257550" y="1144340"/>
                  <a:pt x="3261995" y="1174820"/>
                </a:cubicBezTo>
                <a:cubicBezTo>
                  <a:pt x="3266440" y="1205300"/>
                  <a:pt x="3267075" y="1212285"/>
                  <a:pt x="3274060" y="1245305"/>
                </a:cubicBezTo>
                <a:cubicBezTo>
                  <a:pt x="3281045" y="1278325"/>
                  <a:pt x="3290570" y="1306265"/>
                  <a:pt x="3297555" y="1339285"/>
                </a:cubicBezTo>
                <a:cubicBezTo>
                  <a:pt x="3304540" y="1372305"/>
                  <a:pt x="3304540" y="1381830"/>
                  <a:pt x="3308985" y="1409770"/>
                </a:cubicBezTo>
                <a:cubicBezTo>
                  <a:pt x="3313430" y="1437710"/>
                  <a:pt x="3316605" y="1452315"/>
                  <a:pt x="3321050" y="1480255"/>
                </a:cubicBezTo>
                <a:cubicBezTo>
                  <a:pt x="3325495" y="1508195"/>
                  <a:pt x="3328035" y="1522800"/>
                  <a:pt x="3332480" y="1550740"/>
                </a:cubicBezTo>
                <a:cubicBezTo>
                  <a:pt x="3336925" y="1578680"/>
                  <a:pt x="3335020" y="1587570"/>
                  <a:pt x="3344545" y="1620590"/>
                </a:cubicBezTo>
                <a:cubicBezTo>
                  <a:pt x="3354070" y="1653610"/>
                  <a:pt x="3365500" y="1679010"/>
                  <a:pt x="3379470" y="1714570"/>
                </a:cubicBezTo>
                <a:cubicBezTo>
                  <a:pt x="3393440" y="1750130"/>
                  <a:pt x="3401060" y="1766640"/>
                  <a:pt x="3415030" y="1797120"/>
                </a:cubicBezTo>
                <a:cubicBezTo>
                  <a:pt x="3429000" y="1827600"/>
                  <a:pt x="3435985" y="1836490"/>
                  <a:pt x="3449955" y="1866970"/>
                </a:cubicBezTo>
                <a:cubicBezTo>
                  <a:pt x="3463925" y="1897450"/>
                  <a:pt x="3468370" y="1919040"/>
                  <a:pt x="3484880" y="1949520"/>
                </a:cubicBezTo>
                <a:cubicBezTo>
                  <a:pt x="3501390" y="1980000"/>
                  <a:pt x="3510915" y="1992065"/>
                  <a:pt x="3531870" y="2020005"/>
                </a:cubicBezTo>
                <a:cubicBezTo>
                  <a:pt x="3552825" y="2047945"/>
                  <a:pt x="3564890" y="2060010"/>
                  <a:pt x="3590925" y="2090490"/>
                </a:cubicBezTo>
                <a:cubicBezTo>
                  <a:pt x="3616960" y="2120970"/>
                  <a:pt x="3637915" y="2141925"/>
                  <a:pt x="3661410" y="2172405"/>
                </a:cubicBezTo>
                <a:cubicBezTo>
                  <a:pt x="3684905" y="2202885"/>
                  <a:pt x="3687445" y="2214950"/>
                  <a:pt x="3708400" y="2242890"/>
                </a:cubicBezTo>
                <a:cubicBezTo>
                  <a:pt x="3729355" y="2270830"/>
                  <a:pt x="3740785" y="2289880"/>
                  <a:pt x="3766820" y="2313375"/>
                </a:cubicBezTo>
                <a:cubicBezTo>
                  <a:pt x="3792855" y="2336870"/>
                  <a:pt x="3809365" y="2343855"/>
                  <a:pt x="3837305" y="2360365"/>
                </a:cubicBezTo>
                <a:cubicBezTo>
                  <a:pt x="3865245" y="2376875"/>
                  <a:pt x="3879850" y="2388305"/>
                  <a:pt x="3907790" y="2395290"/>
                </a:cubicBezTo>
                <a:cubicBezTo>
                  <a:pt x="3935730" y="2402275"/>
                  <a:pt x="3943350" y="2404815"/>
                  <a:pt x="3978275" y="2395290"/>
                </a:cubicBezTo>
                <a:cubicBezTo>
                  <a:pt x="4013200" y="2385765"/>
                  <a:pt x="4053205" y="2371795"/>
                  <a:pt x="4083685" y="2348300"/>
                </a:cubicBezTo>
                <a:cubicBezTo>
                  <a:pt x="4114165" y="2324805"/>
                  <a:pt x="4109720" y="2305755"/>
                  <a:pt x="4130675" y="2277815"/>
                </a:cubicBezTo>
                <a:cubicBezTo>
                  <a:pt x="4151630" y="2249875"/>
                  <a:pt x="4161155" y="2237810"/>
                  <a:pt x="4189095" y="2207330"/>
                </a:cubicBezTo>
                <a:cubicBezTo>
                  <a:pt x="4217035" y="2176850"/>
                  <a:pt x="4243705" y="2162880"/>
                  <a:pt x="4271645" y="2125415"/>
                </a:cubicBezTo>
                <a:cubicBezTo>
                  <a:pt x="4299585" y="2087950"/>
                  <a:pt x="4309110" y="2057470"/>
                  <a:pt x="4330065" y="2020005"/>
                </a:cubicBezTo>
                <a:cubicBezTo>
                  <a:pt x="4351020" y="1982540"/>
                  <a:pt x="4360545" y="1970475"/>
                  <a:pt x="4377055" y="1937455"/>
                </a:cubicBezTo>
                <a:cubicBezTo>
                  <a:pt x="4393565" y="1904435"/>
                  <a:pt x="4402455" y="1886020"/>
                  <a:pt x="4411980" y="1855540"/>
                </a:cubicBezTo>
                <a:cubicBezTo>
                  <a:pt x="4421505" y="1825060"/>
                  <a:pt x="4421505" y="1812995"/>
                  <a:pt x="4424045" y="1785055"/>
                </a:cubicBezTo>
                <a:cubicBezTo>
                  <a:pt x="4426585" y="1757115"/>
                  <a:pt x="4421505" y="1747590"/>
                  <a:pt x="4424045" y="1714570"/>
                </a:cubicBezTo>
                <a:cubicBezTo>
                  <a:pt x="4426585" y="1681550"/>
                  <a:pt x="4432935" y="1658055"/>
                  <a:pt x="4435475" y="1620590"/>
                </a:cubicBezTo>
                <a:cubicBezTo>
                  <a:pt x="4438015" y="1583125"/>
                  <a:pt x="4435475" y="1560265"/>
                  <a:pt x="4435475" y="1527245"/>
                </a:cubicBezTo>
                <a:cubicBezTo>
                  <a:pt x="4435475" y="1494225"/>
                  <a:pt x="4432935" y="1484700"/>
                  <a:pt x="4435475" y="1456760"/>
                </a:cubicBezTo>
                <a:cubicBezTo>
                  <a:pt x="4438015" y="1428820"/>
                  <a:pt x="4443095" y="1421200"/>
                  <a:pt x="4447540" y="1386275"/>
                </a:cubicBezTo>
                <a:cubicBezTo>
                  <a:pt x="4451985" y="1351350"/>
                  <a:pt x="4454525" y="1318330"/>
                  <a:pt x="4458970" y="1280865"/>
                </a:cubicBezTo>
                <a:cubicBezTo>
                  <a:pt x="4463415" y="1243400"/>
                  <a:pt x="4466590" y="1228795"/>
                  <a:pt x="4471035" y="1198315"/>
                </a:cubicBezTo>
                <a:cubicBezTo>
                  <a:pt x="4475480" y="1167835"/>
                  <a:pt x="4475480" y="1155770"/>
                  <a:pt x="4482465" y="1127830"/>
                </a:cubicBezTo>
                <a:cubicBezTo>
                  <a:pt x="4489450" y="1099890"/>
                  <a:pt x="4493895" y="1085285"/>
                  <a:pt x="4505960" y="1057345"/>
                </a:cubicBezTo>
                <a:cubicBezTo>
                  <a:pt x="4518025" y="1029405"/>
                  <a:pt x="4529455" y="1017975"/>
                  <a:pt x="4541520" y="987495"/>
                </a:cubicBezTo>
                <a:cubicBezTo>
                  <a:pt x="4553585" y="957015"/>
                  <a:pt x="4555490" y="937965"/>
                  <a:pt x="4565015" y="904945"/>
                </a:cubicBezTo>
                <a:cubicBezTo>
                  <a:pt x="4574540" y="871925"/>
                  <a:pt x="4578350" y="856050"/>
                  <a:pt x="4587875" y="823030"/>
                </a:cubicBezTo>
                <a:cubicBezTo>
                  <a:pt x="4597400" y="790010"/>
                  <a:pt x="4599305" y="775405"/>
                  <a:pt x="4611370" y="740480"/>
                </a:cubicBezTo>
                <a:cubicBezTo>
                  <a:pt x="4623435" y="705555"/>
                  <a:pt x="4630420" y="682060"/>
                  <a:pt x="4646930" y="647135"/>
                </a:cubicBezTo>
                <a:cubicBezTo>
                  <a:pt x="4663440" y="612210"/>
                  <a:pt x="4679950" y="597605"/>
                  <a:pt x="4693920" y="564585"/>
                </a:cubicBezTo>
                <a:cubicBezTo>
                  <a:pt x="4707890" y="531565"/>
                  <a:pt x="4707890" y="513150"/>
                  <a:pt x="4717415" y="482670"/>
                </a:cubicBezTo>
                <a:cubicBezTo>
                  <a:pt x="4726940" y="452190"/>
                  <a:pt x="4721860" y="433140"/>
                  <a:pt x="4740910" y="412185"/>
                </a:cubicBezTo>
                <a:cubicBezTo>
                  <a:pt x="4759960" y="391230"/>
                  <a:pt x="4783455" y="379800"/>
                  <a:pt x="4811395" y="377260"/>
                </a:cubicBezTo>
                <a:cubicBezTo>
                  <a:pt x="4839335" y="374720"/>
                  <a:pt x="4853305" y="384245"/>
                  <a:pt x="4881245" y="400755"/>
                </a:cubicBezTo>
                <a:cubicBezTo>
                  <a:pt x="4909185" y="417265"/>
                  <a:pt x="4928235" y="433140"/>
                  <a:pt x="4951730" y="459175"/>
                </a:cubicBezTo>
                <a:cubicBezTo>
                  <a:pt x="4975225" y="485210"/>
                  <a:pt x="4986655" y="501720"/>
                  <a:pt x="4998720" y="529660"/>
                </a:cubicBezTo>
                <a:cubicBezTo>
                  <a:pt x="5010785" y="557600"/>
                  <a:pt x="5006340" y="569665"/>
                  <a:pt x="5010785" y="600145"/>
                </a:cubicBezTo>
                <a:cubicBezTo>
                  <a:pt x="5015230" y="630625"/>
                  <a:pt x="5019675" y="642055"/>
                  <a:pt x="5022215" y="682060"/>
                </a:cubicBezTo>
                <a:cubicBezTo>
                  <a:pt x="5024755" y="722065"/>
                  <a:pt x="5019675" y="762070"/>
                  <a:pt x="5022215" y="799535"/>
                </a:cubicBezTo>
                <a:cubicBezTo>
                  <a:pt x="5024755" y="837000"/>
                  <a:pt x="5031740" y="835095"/>
                  <a:pt x="5034280" y="870020"/>
                </a:cubicBezTo>
                <a:cubicBezTo>
                  <a:pt x="5036820" y="904945"/>
                  <a:pt x="5034280" y="933520"/>
                  <a:pt x="5034280" y="975430"/>
                </a:cubicBezTo>
                <a:cubicBezTo>
                  <a:pt x="5034280" y="1017340"/>
                  <a:pt x="5034280" y="1036390"/>
                  <a:pt x="5034280" y="1080840"/>
                </a:cubicBezTo>
                <a:cubicBezTo>
                  <a:pt x="5034280" y="1125290"/>
                  <a:pt x="5034280" y="1148785"/>
                  <a:pt x="5034280" y="1198315"/>
                </a:cubicBezTo>
                <a:cubicBezTo>
                  <a:pt x="5034280" y="1247845"/>
                  <a:pt x="5034280" y="1275785"/>
                  <a:pt x="5034280" y="1327220"/>
                </a:cubicBezTo>
                <a:cubicBezTo>
                  <a:pt x="5034280" y="1378655"/>
                  <a:pt x="5034280" y="1407230"/>
                  <a:pt x="5034280" y="1456760"/>
                </a:cubicBezTo>
                <a:cubicBezTo>
                  <a:pt x="5034280" y="1506290"/>
                  <a:pt x="5034280" y="1529785"/>
                  <a:pt x="5034280" y="1574235"/>
                </a:cubicBezTo>
                <a:cubicBezTo>
                  <a:pt x="5034280" y="1618685"/>
                  <a:pt x="5034280" y="1642180"/>
                  <a:pt x="5034280" y="1679645"/>
                </a:cubicBezTo>
                <a:cubicBezTo>
                  <a:pt x="5034280" y="1717110"/>
                  <a:pt x="5031740" y="1731080"/>
                  <a:pt x="5034280" y="1761560"/>
                </a:cubicBezTo>
                <a:cubicBezTo>
                  <a:pt x="5036820" y="1792040"/>
                  <a:pt x="5041265" y="1804105"/>
                  <a:pt x="5045710" y="1832045"/>
                </a:cubicBezTo>
                <a:cubicBezTo>
                  <a:pt x="5050155" y="1859985"/>
                  <a:pt x="5053330" y="1874590"/>
                  <a:pt x="5057775" y="1902530"/>
                </a:cubicBezTo>
                <a:cubicBezTo>
                  <a:pt x="5062220" y="1930470"/>
                  <a:pt x="5064760" y="1945075"/>
                  <a:pt x="5069205" y="1973015"/>
                </a:cubicBezTo>
                <a:cubicBezTo>
                  <a:pt x="5073650" y="2000955"/>
                  <a:pt x="5074285" y="2015560"/>
                  <a:pt x="5081270" y="2043500"/>
                </a:cubicBezTo>
                <a:cubicBezTo>
                  <a:pt x="5088255" y="2071440"/>
                  <a:pt x="5100320" y="2086045"/>
                  <a:pt x="5104765" y="2113985"/>
                </a:cubicBezTo>
                <a:cubicBezTo>
                  <a:pt x="5109210" y="2141925"/>
                  <a:pt x="5097780" y="2183835"/>
                  <a:pt x="5104765" y="2183835"/>
                </a:cubicBezTo>
                <a:cubicBezTo>
                  <a:pt x="5111750" y="2183835"/>
                  <a:pt x="5125720" y="2144465"/>
                  <a:pt x="5139690" y="2113985"/>
                </a:cubicBezTo>
                <a:cubicBezTo>
                  <a:pt x="5153660" y="2083505"/>
                  <a:pt x="5163185" y="2064455"/>
                  <a:pt x="5174615" y="2031435"/>
                </a:cubicBezTo>
                <a:cubicBezTo>
                  <a:pt x="5186045" y="1998415"/>
                  <a:pt x="5186045" y="1980000"/>
                  <a:pt x="5198110" y="1949520"/>
                </a:cubicBezTo>
                <a:cubicBezTo>
                  <a:pt x="5210175" y="1919040"/>
                  <a:pt x="5224145" y="1906975"/>
                  <a:pt x="5233670" y="1879035"/>
                </a:cubicBezTo>
                <a:cubicBezTo>
                  <a:pt x="5243195" y="1851095"/>
                  <a:pt x="5238115" y="1839030"/>
                  <a:pt x="5245100" y="1808550"/>
                </a:cubicBezTo>
                <a:cubicBezTo>
                  <a:pt x="5252085" y="1778070"/>
                  <a:pt x="5259070" y="1757115"/>
                  <a:pt x="5268595" y="1726635"/>
                </a:cubicBezTo>
                <a:cubicBezTo>
                  <a:pt x="5278120" y="1696155"/>
                  <a:pt x="5285105" y="1686630"/>
                  <a:pt x="5292090" y="1656150"/>
                </a:cubicBezTo>
                <a:cubicBezTo>
                  <a:pt x="5299075" y="1625670"/>
                  <a:pt x="5299710" y="1607255"/>
                  <a:pt x="5304155" y="1574235"/>
                </a:cubicBezTo>
                <a:cubicBezTo>
                  <a:pt x="5308600" y="1541215"/>
                  <a:pt x="5308600" y="1522165"/>
                  <a:pt x="5315585" y="1491685"/>
                </a:cubicBezTo>
                <a:cubicBezTo>
                  <a:pt x="5322570" y="1461205"/>
                  <a:pt x="5332095" y="1449140"/>
                  <a:pt x="5339080" y="1421200"/>
                </a:cubicBezTo>
                <a:cubicBezTo>
                  <a:pt x="5346065" y="1393260"/>
                  <a:pt x="5346700" y="1383735"/>
                  <a:pt x="5351145" y="1350715"/>
                </a:cubicBezTo>
                <a:cubicBezTo>
                  <a:pt x="5355590" y="1317695"/>
                  <a:pt x="5355590" y="1290390"/>
                  <a:pt x="5362575" y="1257370"/>
                </a:cubicBezTo>
                <a:cubicBezTo>
                  <a:pt x="5369560" y="1224350"/>
                  <a:pt x="5379085" y="1214825"/>
                  <a:pt x="5386070" y="1186885"/>
                </a:cubicBezTo>
                <a:cubicBezTo>
                  <a:pt x="5393055" y="1158945"/>
                  <a:pt x="5393690" y="1144340"/>
                  <a:pt x="5398135" y="1116400"/>
                </a:cubicBezTo>
                <a:cubicBezTo>
                  <a:pt x="5402580" y="1088460"/>
                  <a:pt x="5405120" y="1073855"/>
                  <a:pt x="5409565" y="1045915"/>
                </a:cubicBezTo>
                <a:cubicBezTo>
                  <a:pt x="5414010" y="1017975"/>
                  <a:pt x="5416550" y="1003370"/>
                  <a:pt x="5420995" y="975430"/>
                </a:cubicBezTo>
                <a:cubicBezTo>
                  <a:pt x="5425440" y="947490"/>
                  <a:pt x="5430520" y="932885"/>
                  <a:pt x="5433060" y="904945"/>
                </a:cubicBezTo>
                <a:cubicBezTo>
                  <a:pt x="5435600" y="877005"/>
                  <a:pt x="5433060" y="862400"/>
                  <a:pt x="5433060" y="834460"/>
                </a:cubicBezTo>
                <a:cubicBezTo>
                  <a:pt x="5433060" y="806520"/>
                  <a:pt x="5433060" y="791915"/>
                  <a:pt x="5433060" y="763975"/>
                </a:cubicBezTo>
                <a:cubicBezTo>
                  <a:pt x="5433060" y="736035"/>
                  <a:pt x="5426075" y="724605"/>
                  <a:pt x="5433060" y="694125"/>
                </a:cubicBezTo>
                <a:cubicBezTo>
                  <a:pt x="5440045" y="663645"/>
                  <a:pt x="5461000" y="626815"/>
                  <a:pt x="5467985" y="611575"/>
                </a:cubicBezTo>
              </a:path>
            </a:pathLst>
          </a:custGeom>
          <a:noFill/>
          <a:ln w="38100">
            <a:solidFill>
              <a:srgbClr val="8C64E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Text Box 15"/>
          <p:cNvSpPr txBox="1"/>
          <p:nvPr/>
        </p:nvSpPr>
        <p:spPr>
          <a:xfrm>
            <a:off x="3110230" y="2813050"/>
            <a:ext cx="695325" cy="306705"/>
          </a:xfrm>
          <a:prstGeom prst="rect">
            <a:avLst/>
          </a:prstGeom>
          <a:noFill/>
        </p:spPr>
        <p:txBody>
          <a:bodyPr wrap="square" rtlCol="0">
            <a:spAutoFit/>
          </a:bodyPr>
          <a:p>
            <a:r>
              <a:rPr lang="zh-CN" altLang="en-US" sz="1400">
                <a:latin typeface="Alibaba PuHuiTi 3.0 55 Regular" panose="00020600040101010101" charset="-122"/>
                <a:ea typeface="Alibaba PuHuiTi 3.0 55 Regular" panose="00020600040101010101" charset="-122"/>
              </a:rPr>
              <a:t>振幅</a:t>
            </a:r>
            <a:endParaRPr lang="zh-CN" altLang="en-US" sz="1400">
              <a:latin typeface="Alibaba PuHuiTi 3.0 55 Regular" panose="00020600040101010101" charset="-122"/>
              <a:ea typeface="Alibaba PuHuiTi 3.0 55 Regular" panose="00020600040101010101" charset="-122"/>
            </a:endParaRPr>
          </a:p>
        </p:txBody>
      </p:sp>
      <p:sp>
        <p:nvSpPr>
          <p:cNvPr id="17" name="Text Box 16"/>
          <p:cNvSpPr txBox="1"/>
          <p:nvPr/>
        </p:nvSpPr>
        <p:spPr>
          <a:xfrm>
            <a:off x="854710" y="4104640"/>
            <a:ext cx="1732280" cy="768350"/>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一段声波</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a:p>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r>
              <a:rPr lang="zh-CN" altLang="en-US" sz="2200">
                <a:solidFill>
                  <a:schemeClr val="bg2">
                    <a:lumMod val="50000"/>
                  </a:schemeClr>
                </a:solidFill>
                <a:latin typeface="Alibaba PuHuiTi 3.0 55 Regular" panose="00020600040101010101" charset="-122"/>
                <a:ea typeface="Alibaba PuHuiTi 3.0 55 Regular" panose="00020600040101010101" charset="-122"/>
              </a:rPr>
              <a:t>模拟信号</a:t>
            </a:r>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endParaRPr lang="en-US" altLang="zh-CN"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29" name="Oval 28"/>
          <p:cNvSpPr/>
          <p:nvPr/>
        </p:nvSpPr>
        <p:spPr>
          <a:xfrm>
            <a:off x="302450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Oval 29"/>
          <p:cNvSpPr/>
          <p:nvPr/>
        </p:nvSpPr>
        <p:spPr>
          <a:xfrm>
            <a:off x="3490595" y="336804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394271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2" name="Oval 31"/>
          <p:cNvSpPr/>
          <p:nvPr/>
        </p:nvSpPr>
        <p:spPr>
          <a:xfrm>
            <a:off x="4410075" y="558292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3" name="Oval 32"/>
          <p:cNvSpPr/>
          <p:nvPr/>
        </p:nvSpPr>
        <p:spPr>
          <a:xfrm>
            <a:off x="4854575" y="563816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5314950" y="42691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5" name="Oval 34"/>
          <p:cNvSpPr/>
          <p:nvPr/>
        </p:nvSpPr>
        <p:spPr>
          <a:xfrm>
            <a:off x="5772785" y="34302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6" name="Oval 35"/>
          <p:cNvSpPr/>
          <p:nvPr/>
        </p:nvSpPr>
        <p:spPr>
          <a:xfrm>
            <a:off x="6210935" y="39636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6684645" y="53232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8" name="Oval 37"/>
          <p:cNvSpPr/>
          <p:nvPr/>
        </p:nvSpPr>
        <p:spPr>
          <a:xfrm>
            <a:off x="7590155" y="414718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Oval 38"/>
          <p:cNvSpPr/>
          <p:nvPr/>
        </p:nvSpPr>
        <p:spPr>
          <a:xfrm>
            <a:off x="8034655" y="376364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0" name="Oval 39"/>
          <p:cNvSpPr/>
          <p:nvPr/>
        </p:nvSpPr>
        <p:spPr>
          <a:xfrm>
            <a:off x="8508365" y="382143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1" name="Text Box 40"/>
          <p:cNvSpPr txBox="1"/>
          <p:nvPr/>
        </p:nvSpPr>
        <p:spPr>
          <a:xfrm>
            <a:off x="854710" y="1743710"/>
            <a:ext cx="7654290" cy="306070"/>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采样是在连续的模拟信号中</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每隔一定时间取一个值的过程</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a:p>
            <a:r>
              <a:rPr lang="zh-CN" altLang="en-US" sz="2200">
                <a:solidFill>
                  <a:srgbClr val="FF0000"/>
                </a:solidFill>
                <a:latin typeface="Alibaba PuHuiTi 3.0 55 Regular" panose="00020600040101010101" charset="-122"/>
                <a:ea typeface="Alibaba PuHuiTi 3.0 55 Regular" panose="00020600040101010101" charset="-122"/>
              </a:rPr>
              <a:t>采样频率</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每秒采样次数</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单位</a:t>
            </a:r>
            <a:r>
              <a:rPr lang="en-US" altLang="zh-CN" sz="2200">
                <a:solidFill>
                  <a:srgbClr val="FF0000"/>
                </a:solidFill>
                <a:latin typeface="Alibaba PuHuiTi 3.0 55 Regular" panose="00020600040101010101" charset="-122"/>
                <a:ea typeface="Alibaba PuHuiTi 3.0 55 Regular" panose="00020600040101010101" charset="-122"/>
              </a:rPr>
              <a:t> </a:t>
            </a:r>
            <a:r>
              <a:rPr lang="zh-CN" altLang="en-US" sz="2200">
                <a:solidFill>
                  <a:srgbClr val="FF0000"/>
                </a:solidFill>
                <a:latin typeface="Alibaba PuHuiTi 3.0 55 Regular" panose="00020600040101010101" charset="-122"/>
                <a:ea typeface="Alibaba PuHuiTi 3.0 55 Regular" panose="00020600040101010101" charset="-122"/>
              </a:rPr>
              <a:t>赫兹</a:t>
            </a:r>
            <a:r>
              <a:rPr lang="en-US" altLang="zh-CN" sz="2200">
                <a:solidFill>
                  <a:srgbClr val="FF0000"/>
                </a:solidFill>
                <a:latin typeface="Alibaba PuHuiTi 3.0 55 Regular" panose="00020600040101010101" charset="-122"/>
                <a:ea typeface="Alibaba PuHuiTi 3.0 55 Regular" panose="00020600040101010101" charset="-122"/>
              </a:rPr>
              <a:t>（Hz）</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ldLvl="0" animBg="1"/>
      <p:bldP spid="30" grpId="0" bldLvl="0" animBg="1"/>
      <p:bldP spid="31" grpId="0" bldLvl="0" animBg="1"/>
      <p:bldP spid="32" grpId="0" bldLvl="0" animBg="1"/>
      <p:bldP spid="33" grpId="0" bldLvl="0" animBg="1"/>
      <p:bldP spid="34" grpId="0" bldLvl="0" animBg="1"/>
      <p:bldP spid="35" grpId="0" bldLvl="0" animBg="1"/>
      <p:bldP spid="36" grpId="0" bldLvl="0" animBg="1"/>
      <p:bldP spid="37" grpId="0" bldLvl="0" animBg="1"/>
      <p:bldP spid="38" grpId="0" bldLvl="0" animBg="1"/>
      <p:bldP spid="39" grpId="0" bldLvl="0" animBg="1"/>
      <p:bldP spid="40" grpId="0" bldLvl="0" animBg="1"/>
      <p:bldP spid="4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4" name="Straight Connector 3"/>
          <p:cNvCxnSpPr/>
          <p:nvPr/>
        </p:nvCxnSpPr>
        <p:spPr>
          <a:xfrm>
            <a:off x="35572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8" name="Straight Connector 17"/>
          <p:cNvCxnSpPr/>
          <p:nvPr/>
        </p:nvCxnSpPr>
        <p:spPr>
          <a:xfrm>
            <a:off x="40132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9" name="Straight Connector 18"/>
          <p:cNvCxnSpPr/>
          <p:nvPr/>
        </p:nvCxnSpPr>
        <p:spPr>
          <a:xfrm>
            <a:off x="446913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a:off x="492506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538099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583692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629285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674878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720471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6" name="Straight Connector 25"/>
          <p:cNvCxnSpPr/>
          <p:nvPr/>
        </p:nvCxnSpPr>
        <p:spPr>
          <a:xfrm>
            <a:off x="766064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a:off x="81165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8" name="Straight Connector 27"/>
          <p:cNvCxnSpPr/>
          <p:nvPr/>
        </p:nvCxnSpPr>
        <p:spPr>
          <a:xfrm>
            <a:off x="85725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p>
            <a:r>
              <a:rPr lang="zh-CN" altLang="en-US"/>
              <a:t>如何将模拟信号转换为数字信号</a:t>
            </a:r>
            <a:r>
              <a:rPr lang="en-US" altLang="zh-CN"/>
              <a:t>？</a:t>
            </a:r>
            <a:endParaRPr lang="en-US" altLang="zh-CN"/>
          </a:p>
        </p:txBody>
      </p:sp>
      <p:sp>
        <p:nvSpPr>
          <p:cNvPr id="5" name="Text Box 4"/>
          <p:cNvSpPr txBox="1"/>
          <p:nvPr/>
        </p:nvSpPr>
        <p:spPr>
          <a:xfrm>
            <a:off x="691515" y="1313815"/>
            <a:ext cx="2547620" cy="429895"/>
          </a:xfrm>
          <a:prstGeom prst="rect">
            <a:avLst/>
          </a:prstGeom>
          <a:noFill/>
        </p:spPr>
        <p:txBody>
          <a:bodyPr wrap="square" rtlCol="0">
            <a:spAutoFit/>
          </a:bodyPr>
          <a:p>
            <a:r>
              <a:rPr lang="en-US" altLang="zh-CN" sz="2200">
                <a:solidFill>
                  <a:srgbClr val="FF0000"/>
                </a:solidFill>
                <a:latin typeface="Alibaba PuHuiTi 3.0 55 Regular" panose="00020600040101010101" charset="-122"/>
                <a:ea typeface="Alibaba PuHuiTi 3.0 55 Regular" panose="00020600040101010101" charset="-122"/>
              </a:rPr>
              <a:t>1. </a:t>
            </a:r>
            <a:r>
              <a:rPr lang="zh-CN" altLang="en-US" sz="2200">
                <a:solidFill>
                  <a:srgbClr val="FF0000"/>
                </a:solidFill>
                <a:latin typeface="Alibaba PuHuiTi 3.0 55 Regular" panose="00020600040101010101" charset="-122"/>
                <a:ea typeface="Alibaba PuHuiTi 3.0 55 Regular" panose="00020600040101010101" charset="-122"/>
              </a:rPr>
              <a:t>采样</a:t>
            </a:r>
            <a:r>
              <a:rPr lang="en-US" altLang="zh-CN" sz="2200">
                <a:solidFill>
                  <a:srgbClr val="FF0000"/>
                </a:solidFill>
                <a:latin typeface="Alibaba PuHuiTi 3.0 55 Regular" panose="00020600040101010101" charset="-122"/>
                <a:ea typeface="Alibaba PuHuiTi 3.0 55 Regular" panose="00020600040101010101" charset="-122"/>
              </a:rPr>
              <a:t> Sampling</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6" name="Text Box 5"/>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7" name="Text Box 6"/>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9" name="Straight Connector 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8" name="Straight Connector 7"/>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10" name="Straight Connector 9"/>
          <p:cNvCxnSpPr/>
          <p:nvPr/>
        </p:nvCxnSpPr>
        <p:spPr>
          <a:xfrm flipH="1">
            <a:off x="3100070" y="6254115"/>
            <a:ext cx="605663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7" name="Straight Connector 56"/>
          <p:cNvCxnSpPr/>
          <p:nvPr/>
        </p:nvCxnSpPr>
        <p:spPr>
          <a:xfrm>
            <a:off x="3101340" y="2600960"/>
            <a:ext cx="0" cy="3940175"/>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sp>
        <p:nvSpPr>
          <p:cNvPr id="66" name="Text Box 65"/>
          <p:cNvSpPr txBox="1"/>
          <p:nvPr/>
        </p:nvSpPr>
        <p:spPr>
          <a:xfrm>
            <a:off x="8874125" y="590232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sp>
        <p:nvSpPr>
          <p:cNvPr id="13" name="Text Box 12"/>
          <p:cNvSpPr txBox="1"/>
          <p:nvPr/>
        </p:nvSpPr>
        <p:spPr>
          <a:xfrm>
            <a:off x="2479040" y="2997200"/>
            <a:ext cx="55435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f(t)</a:t>
            </a:r>
            <a:endParaRPr lang="en-US" sz="1400">
              <a:latin typeface="Alibaba PuHuiTi 3.0 55 Regular" panose="00020600040101010101" charset="-122"/>
              <a:ea typeface="Alibaba PuHuiTi 3.0 55 Regular" panose="00020600040101010101" charset="-122"/>
            </a:endParaRPr>
          </a:p>
        </p:txBody>
      </p:sp>
      <p:sp>
        <p:nvSpPr>
          <p:cNvPr id="15" name="Freeform 14"/>
          <p:cNvSpPr/>
          <p:nvPr/>
        </p:nvSpPr>
        <p:spPr>
          <a:xfrm>
            <a:off x="3101975" y="3260090"/>
            <a:ext cx="5467985" cy="2519045"/>
          </a:xfrm>
          <a:custGeom>
            <a:avLst/>
            <a:gdLst>
              <a:gd name="connisteX0" fmla="*/ 0 w 5467985"/>
              <a:gd name="connsiteY0" fmla="*/ 1233874 h 2518737"/>
              <a:gd name="connisteX1" fmla="*/ 12065 w 5467985"/>
              <a:gd name="connsiteY1" fmla="*/ 1127829 h 2518737"/>
              <a:gd name="connisteX2" fmla="*/ 46990 w 5467985"/>
              <a:gd name="connsiteY2" fmla="*/ 1033849 h 2518737"/>
              <a:gd name="connisteX3" fmla="*/ 70485 w 5467985"/>
              <a:gd name="connsiteY3" fmla="*/ 940504 h 2518737"/>
              <a:gd name="connisteX4" fmla="*/ 105410 w 5467985"/>
              <a:gd name="connsiteY4" fmla="*/ 857954 h 2518737"/>
              <a:gd name="connisteX5" fmla="*/ 140970 w 5467985"/>
              <a:gd name="connsiteY5" fmla="*/ 787469 h 2518737"/>
              <a:gd name="connisteX6" fmla="*/ 164465 w 5467985"/>
              <a:gd name="connsiteY6" fmla="*/ 717619 h 2518737"/>
              <a:gd name="connisteX7" fmla="*/ 199390 w 5467985"/>
              <a:gd name="connsiteY7" fmla="*/ 623639 h 2518737"/>
              <a:gd name="connisteX8" fmla="*/ 246380 w 5467985"/>
              <a:gd name="connsiteY8" fmla="*/ 529659 h 2518737"/>
              <a:gd name="connisteX9" fmla="*/ 305435 w 5467985"/>
              <a:gd name="connsiteY9" fmla="*/ 447744 h 2518737"/>
              <a:gd name="connisteX10" fmla="*/ 363855 w 5467985"/>
              <a:gd name="connsiteY10" fmla="*/ 353764 h 2518737"/>
              <a:gd name="connisteX11" fmla="*/ 410845 w 5467985"/>
              <a:gd name="connsiteY11" fmla="*/ 271214 h 2518737"/>
              <a:gd name="connisteX12" fmla="*/ 445770 w 5467985"/>
              <a:gd name="connsiteY12" fmla="*/ 177234 h 2518737"/>
              <a:gd name="connisteX13" fmla="*/ 481330 w 5467985"/>
              <a:gd name="connsiteY13" fmla="*/ 107384 h 2518737"/>
              <a:gd name="connisteX14" fmla="*/ 528320 w 5467985"/>
              <a:gd name="connsiteY14" fmla="*/ 36899 h 2518737"/>
              <a:gd name="connisteX15" fmla="*/ 598805 w 5467985"/>
              <a:gd name="connsiteY15" fmla="*/ 1339 h 2518737"/>
              <a:gd name="connisteX16" fmla="*/ 645160 w 5467985"/>
              <a:gd name="connsiteY16" fmla="*/ 71824 h 2518737"/>
              <a:gd name="connisteX17" fmla="*/ 668655 w 5467985"/>
              <a:gd name="connsiteY17" fmla="*/ 154374 h 2518737"/>
              <a:gd name="connisteX18" fmla="*/ 680720 w 5467985"/>
              <a:gd name="connsiteY18" fmla="*/ 224224 h 2518737"/>
              <a:gd name="connisteX19" fmla="*/ 692150 w 5467985"/>
              <a:gd name="connsiteY19" fmla="*/ 318204 h 2518737"/>
              <a:gd name="connisteX20" fmla="*/ 704215 w 5467985"/>
              <a:gd name="connsiteY20" fmla="*/ 424249 h 2518737"/>
              <a:gd name="connisteX21" fmla="*/ 704215 w 5467985"/>
              <a:gd name="connsiteY21" fmla="*/ 494099 h 2518737"/>
              <a:gd name="connisteX22" fmla="*/ 715645 w 5467985"/>
              <a:gd name="connsiteY22" fmla="*/ 564584 h 2518737"/>
              <a:gd name="connisteX23" fmla="*/ 727710 w 5467985"/>
              <a:gd name="connsiteY23" fmla="*/ 658564 h 2518737"/>
              <a:gd name="connisteX24" fmla="*/ 751205 w 5467985"/>
              <a:gd name="connsiteY24" fmla="*/ 729049 h 2518737"/>
              <a:gd name="connisteX25" fmla="*/ 762635 w 5467985"/>
              <a:gd name="connsiteY25" fmla="*/ 810964 h 2518737"/>
              <a:gd name="connisteX26" fmla="*/ 786130 w 5467985"/>
              <a:gd name="connsiteY26" fmla="*/ 881449 h 2518737"/>
              <a:gd name="connisteX27" fmla="*/ 798195 w 5467985"/>
              <a:gd name="connsiteY27" fmla="*/ 951934 h 2518737"/>
              <a:gd name="connisteX28" fmla="*/ 821690 w 5467985"/>
              <a:gd name="connsiteY28" fmla="*/ 1033849 h 2518737"/>
              <a:gd name="connisteX29" fmla="*/ 845185 w 5467985"/>
              <a:gd name="connsiteY29" fmla="*/ 1116399 h 2518737"/>
              <a:gd name="connisteX30" fmla="*/ 868680 w 5467985"/>
              <a:gd name="connsiteY30" fmla="*/ 1186884 h 2518737"/>
              <a:gd name="connisteX31" fmla="*/ 880110 w 5467985"/>
              <a:gd name="connsiteY31" fmla="*/ 1257369 h 2518737"/>
              <a:gd name="connisteX32" fmla="*/ 915035 w 5467985"/>
              <a:gd name="connsiteY32" fmla="*/ 1339284 h 2518737"/>
              <a:gd name="connisteX33" fmla="*/ 938530 w 5467985"/>
              <a:gd name="connsiteY33" fmla="*/ 1409769 h 2518737"/>
              <a:gd name="connisteX34" fmla="*/ 962025 w 5467985"/>
              <a:gd name="connsiteY34" fmla="*/ 1491684 h 2518737"/>
              <a:gd name="connisteX35" fmla="*/ 985520 w 5467985"/>
              <a:gd name="connsiteY35" fmla="*/ 1562169 h 2518737"/>
              <a:gd name="connisteX36" fmla="*/ 1009015 w 5467985"/>
              <a:gd name="connsiteY36" fmla="*/ 1632654 h 2518737"/>
              <a:gd name="connisteX37" fmla="*/ 1044575 w 5467985"/>
              <a:gd name="connsiteY37" fmla="*/ 1703139 h 2518737"/>
              <a:gd name="connisteX38" fmla="*/ 1068070 w 5467985"/>
              <a:gd name="connsiteY38" fmla="*/ 1808549 h 2518737"/>
              <a:gd name="connisteX39" fmla="*/ 1102995 w 5467985"/>
              <a:gd name="connsiteY39" fmla="*/ 1902529 h 2518737"/>
              <a:gd name="connisteX40" fmla="*/ 1138555 w 5467985"/>
              <a:gd name="connsiteY40" fmla="*/ 1996509 h 2518737"/>
              <a:gd name="connisteX41" fmla="*/ 1173480 w 5467985"/>
              <a:gd name="connsiteY41" fmla="*/ 2090489 h 2518737"/>
              <a:gd name="connisteX42" fmla="*/ 1208405 w 5467985"/>
              <a:gd name="connsiteY42" fmla="*/ 2160339 h 2518737"/>
              <a:gd name="connisteX43" fmla="*/ 1243965 w 5467985"/>
              <a:gd name="connsiteY43" fmla="*/ 2230824 h 2518737"/>
              <a:gd name="connisteX44" fmla="*/ 1278890 w 5467985"/>
              <a:gd name="connsiteY44" fmla="*/ 2301309 h 2518737"/>
              <a:gd name="connisteX45" fmla="*/ 1325880 w 5467985"/>
              <a:gd name="connsiteY45" fmla="*/ 2371794 h 2518737"/>
              <a:gd name="connisteX46" fmla="*/ 1396365 w 5467985"/>
              <a:gd name="connsiteY46" fmla="*/ 2395289 h 2518737"/>
              <a:gd name="connisteX47" fmla="*/ 1466850 w 5467985"/>
              <a:gd name="connsiteY47" fmla="*/ 2453709 h 2518737"/>
              <a:gd name="connisteX48" fmla="*/ 1537335 w 5467985"/>
              <a:gd name="connsiteY48" fmla="*/ 2512764 h 2518737"/>
              <a:gd name="connisteX49" fmla="*/ 1619250 w 5467985"/>
              <a:gd name="connsiteY49" fmla="*/ 2512764 h 2518737"/>
              <a:gd name="connisteX50" fmla="*/ 1713230 w 5467985"/>
              <a:gd name="connsiteY50" fmla="*/ 2500699 h 2518737"/>
              <a:gd name="connisteX51" fmla="*/ 1783715 w 5467985"/>
              <a:gd name="connsiteY51" fmla="*/ 2477204 h 2518737"/>
              <a:gd name="connisteX52" fmla="*/ 1854200 w 5467985"/>
              <a:gd name="connsiteY52" fmla="*/ 2442279 h 2518737"/>
              <a:gd name="connisteX53" fmla="*/ 1912620 w 5467985"/>
              <a:gd name="connsiteY53" fmla="*/ 2348299 h 2518737"/>
              <a:gd name="connisteX54" fmla="*/ 1948180 w 5467985"/>
              <a:gd name="connsiteY54" fmla="*/ 2254319 h 2518737"/>
              <a:gd name="connisteX55" fmla="*/ 1983105 w 5467985"/>
              <a:gd name="connsiteY55" fmla="*/ 2148909 h 2518737"/>
              <a:gd name="connisteX56" fmla="*/ 1995170 w 5467985"/>
              <a:gd name="connsiteY56" fmla="*/ 2078424 h 2518737"/>
              <a:gd name="connisteX57" fmla="*/ 2018030 w 5467985"/>
              <a:gd name="connsiteY57" fmla="*/ 1996509 h 2518737"/>
              <a:gd name="connisteX58" fmla="*/ 2065020 w 5467985"/>
              <a:gd name="connsiteY58" fmla="*/ 1855539 h 2518737"/>
              <a:gd name="connisteX59" fmla="*/ 2088515 w 5467985"/>
              <a:gd name="connsiteY59" fmla="*/ 1785054 h 2518737"/>
              <a:gd name="connisteX60" fmla="*/ 2112010 w 5467985"/>
              <a:gd name="connsiteY60" fmla="*/ 1691074 h 2518737"/>
              <a:gd name="connisteX61" fmla="*/ 2135505 w 5467985"/>
              <a:gd name="connsiteY61" fmla="*/ 1620589 h 2518737"/>
              <a:gd name="connisteX62" fmla="*/ 2159000 w 5467985"/>
              <a:gd name="connsiteY62" fmla="*/ 1538674 h 2518737"/>
              <a:gd name="connisteX63" fmla="*/ 2171065 w 5467985"/>
              <a:gd name="connsiteY63" fmla="*/ 1468189 h 2518737"/>
              <a:gd name="connisteX64" fmla="*/ 2194560 w 5467985"/>
              <a:gd name="connsiteY64" fmla="*/ 1386274 h 2518737"/>
              <a:gd name="connisteX65" fmla="*/ 2218055 w 5467985"/>
              <a:gd name="connsiteY65" fmla="*/ 1303724 h 2518737"/>
              <a:gd name="connisteX66" fmla="*/ 2229485 w 5467985"/>
              <a:gd name="connsiteY66" fmla="*/ 1233874 h 2518737"/>
              <a:gd name="connisteX67" fmla="*/ 2265045 w 5467985"/>
              <a:gd name="connsiteY67" fmla="*/ 1092904 h 2518737"/>
              <a:gd name="connisteX68" fmla="*/ 2288540 w 5467985"/>
              <a:gd name="connsiteY68" fmla="*/ 1010989 h 2518737"/>
              <a:gd name="connisteX69" fmla="*/ 2323465 w 5467985"/>
              <a:gd name="connsiteY69" fmla="*/ 904944 h 2518737"/>
              <a:gd name="connisteX70" fmla="*/ 2358390 w 5467985"/>
              <a:gd name="connsiteY70" fmla="*/ 799534 h 2518737"/>
              <a:gd name="connisteX71" fmla="*/ 2393950 w 5467985"/>
              <a:gd name="connsiteY71" fmla="*/ 705554 h 2518737"/>
              <a:gd name="connisteX72" fmla="*/ 2417445 w 5467985"/>
              <a:gd name="connsiteY72" fmla="*/ 635069 h 2518737"/>
              <a:gd name="connisteX73" fmla="*/ 2440940 w 5467985"/>
              <a:gd name="connsiteY73" fmla="*/ 564584 h 2518737"/>
              <a:gd name="connisteX74" fmla="*/ 2475865 w 5467985"/>
              <a:gd name="connsiteY74" fmla="*/ 482669 h 2518737"/>
              <a:gd name="connisteX75" fmla="*/ 2499360 w 5467985"/>
              <a:gd name="connsiteY75" fmla="*/ 412184 h 2518737"/>
              <a:gd name="connisteX76" fmla="*/ 2534920 w 5467985"/>
              <a:gd name="connsiteY76" fmla="*/ 318204 h 2518737"/>
              <a:gd name="connisteX77" fmla="*/ 2569845 w 5467985"/>
              <a:gd name="connsiteY77" fmla="*/ 247719 h 2518737"/>
              <a:gd name="connisteX78" fmla="*/ 2651760 w 5467985"/>
              <a:gd name="connsiteY78" fmla="*/ 224224 h 2518737"/>
              <a:gd name="connisteX79" fmla="*/ 2722245 w 5467985"/>
              <a:gd name="connsiteY79" fmla="*/ 224224 h 2518737"/>
              <a:gd name="connisteX80" fmla="*/ 2792730 w 5467985"/>
              <a:gd name="connsiteY80" fmla="*/ 247719 h 2518737"/>
              <a:gd name="connisteX81" fmla="*/ 2874645 w 5467985"/>
              <a:gd name="connsiteY81" fmla="*/ 271214 h 2518737"/>
              <a:gd name="connisteX82" fmla="*/ 2945130 w 5467985"/>
              <a:gd name="connsiteY82" fmla="*/ 306774 h 2518737"/>
              <a:gd name="connisteX83" fmla="*/ 3015615 w 5467985"/>
              <a:gd name="connsiteY83" fmla="*/ 330269 h 2518737"/>
              <a:gd name="connisteX84" fmla="*/ 3062605 w 5467985"/>
              <a:gd name="connsiteY84" fmla="*/ 400754 h 2518737"/>
              <a:gd name="connisteX85" fmla="*/ 3074670 w 5467985"/>
              <a:gd name="connsiteY85" fmla="*/ 470604 h 2518737"/>
              <a:gd name="connisteX86" fmla="*/ 3109595 w 5467985"/>
              <a:gd name="connsiteY86" fmla="*/ 600144 h 2518737"/>
              <a:gd name="connisteX87" fmla="*/ 3156585 w 5467985"/>
              <a:gd name="connsiteY87" fmla="*/ 740479 h 2518737"/>
              <a:gd name="connisteX88" fmla="*/ 3191510 w 5467985"/>
              <a:gd name="connsiteY88" fmla="*/ 810964 h 2518737"/>
              <a:gd name="connisteX89" fmla="*/ 3215005 w 5467985"/>
              <a:gd name="connsiteY89" fmla="*/ 904944 h 2518737"/>
              <a:gd name="connisteX90" fmla="*/ 3227070 w 5467985"/>
              <a:gd name="connsiteY90" fmla="*/ 998924 h 2518737"/>
              <a:gd name="connisteX91" fmla="*/ 3250565 w 5467985"/>
              <a:gd name="connsiteY91" fmla="*/ 1092904 h 2518737"/>
              <a:gd name="connisteX92" fmla="*/ 3261995 w 5467985"/>
              <a:gd name="connsiteY92" fmla="*/ 1174819 h 2518737"/>
              <a:gd name="connisteX93" fmla="*/ 3274060 w 5467985"/>
              <a:gd name="connsiteY93" fmla="*/ 1245304 h 2518737"/>
              <a:gd name="connisteX94" fmla="*/ 3297555 w 5467985"/>
              <a:gd name="connsiteY94" fmla="*/ 1339284 h 2518737"/>
              <a:gd name="connisteX95" fmla="*/ 3308985 w 5467985"/>
              <a:gd name="connsiteY95" fmla="*/ 1409769 h 2518737"/>
              <a:gd name="connisteX96" fmla="*/ 3321050 w 5467985"/>
              <a:gd name="connsiteY96" fmla="*/ 1480254 h 2518737"/>
              <a:gd name="connisteX97" fmla="*/ 3332480 w 5467985"/>
              <a:gd name="connsiteY97" fmla="*/ 1550739 h 2518737"/>
              <a:gd name="connisteX98" fmla="*/ 3344545 w 5467985"/>
              <a:gd name="connsiteY98" fmla="*/ 1620589 h 2518737"/>
              <a:gd name="connisteX99" fmla="*/ 3379470 w 5467985"/>
              <a:gd name="connsiteY99" fmla="*/ 1714569 h 2518737"/>
              <a:gd name="connisteX100" fmla="*/ 3415030 w 5467985"/>
              <a:gd name="connsiteY100" fmla="*/ 1797119 h 2518737"/>
              <a:gd name="connisteX101" fmla="*/ 3449955 w 5467985"/>
              <a:gd name="connsiteY101" fmla="*/ 1866969 h 2518737"/>
              <a:gd name="connisteX102" fmla="*/ 3484880 w 5467985"/>
              <a:gd name="connsiteY102" fmla="*/ 1949519 h 2518737"/>
              <a:gd name="connisteX103" fmla="*/ 3531870 w 5467985"/>
              <a:gd name="connsiteY103" fmla="*/ 2020004 h 2518737"/>
              <a:gd name="connisteX104" fmla="*/ 3590925 w 5467985"/>
              <a:gd name="connsiteY104" fmla="*/ 2090489 h 2518737"/>
              <a:gd name="connisteX105" fmla="*/ 3661410 w 5467985"/>
              <a:gd name="connsiteY105" fmla="*/ 2172404 h 2518737"/>
              <a:gd name="connisteX106" fmla="*/ 3708400 w 5467985"/>
              <a:gd name="connsiteY106" fmla="*/ 2242889 h 2518737"/>
              <a:gd name="connisteX107" fmla="*/ 3766820 w 5467985"/>
              <a:gd name="connsiteY107" fmla="*/ 2313374 h 2518737"/>
              <a:gd name="connisteX108" fmla="*/ 3837305 w 5467985"/>
              <a:gd name="connsiteY108" fmla="*/ 2360364 h 2518737"/>
              <a:gd name="connisteX109" fmla="*/ 3907790 w 5467985"/>
              <a:gd name="connsiteY109" fmla="*/ 2395289 h 2518737"/>
              <a:gd name="connisteX110" fmla="*/ 3978275 w 5467985"/>
              <a:gd name="connsiteY110" fmla="*/ 2395289 h 2518737"/>
              <a:gd name="connisteX111" fmla="*/ 4083685 w 5467985"/>
              <a:gd name="connsiteY111" fmla="*/ 2348299 h 2518737"/>
              <a:gd name="connisteX112" fmla="*/ 4130675 w 5467985"/>
              <a:gd name="connsiteY112" fmla="*/ 2277814 h 2518737"/>
              <a:gd name="connisteX113" fmla="*/ 4189095 w 5467985"/>
              <a:gd name="connsiteY113" fmla="*/ 2207329 h 2518737"/>
              <a:gd name="connisteX114" fmla="*/ 4271645 w 5467985"/>
              <a:gd name="connsiteY114" fmla="*/ 2125414 h 2518737"/>
              <a:gd name="connisteX115" fmla="*/ 4330065 w 5467985"/>
              <a:gd name="connsiteY115" fmla="*/ 2020004 h 2518737"/>
              <a:gd name="connisteX116" fmla="*/ 4377055 w 5467985"/>
              <a:gd name="connsiteY116" fmla="*/ 1937454 h 2518737"/>
              <a:gd name="connisteX117" fmla="*/ 4411980 w 5467985"/>
              <a:gd name="connsiteY117" fmla="*/ 1855539 h 2518737"/>
              <a:gd name="connisteX118" fmla="*/ 4424045 w 5467985"/>
              <a:gd name="connsiteY118" fmla="*/ 1785054 h 2518737"/>
              <a:gd name="connisteX119" fmla="*/ 4424045 w 5467985"/>
              <a:gd name="connsiteY119" fmla="*/ 1714569 h 2518737"/>
              <a:gd name="connisteX120" fmla="*/ 4435475 w 5467985"/>
              <a:gd name="connsiteY120" fmla="*/ 1620589 h 2518737"/>
              <a:gd name="connisteX121" fmla="*/ 4435475 w 5467985"/>
              <a:gd name="connsiteY121" fmla="*/ 1527244 h 2518737"/>
              <a:gd name="connisteX122" fmla="*/ 4435475 w 5467985"/>
              <a:gd name="connsiteY122" fmla="*/ 1456759 h 2518737"/>
              <a:gd name="connisteX123" fmla="*/ 4447540 w 5467985"/>
              <a:gd name="connsiteY123" fmla="*/ 1386274 h 2518737"/>
              <a:gd name="connisteX124" fmla="*/ 4458970 w 5467985"/>
              <a:gd name="connsiteY124" fmla="*/ 1280864 h 2518737"/>
              <a:gd name="connisteX125" fmla="*/ 4471035 w 5467985"/>
              <a:gd name="connsiteY125" fmla="*/ 1198314 h 2518737"/>
              <a:gd name="connisteX126" fmla="*/ 4482465 w 5467985"/>
              <a:gd name="connsiteY126" fmla="*/ 1127829 h 2518737"/>
              <a:gd name="connisteX127" fmla="*/ 4505960 w 5467985"/>
              <a:gd name="connsiteY127" fmla="*/ 1057344 h 2518737"/>
              <a:gd name="connisteX128" fmla="*/ 4541520 w 5467985"/>
              <a:gd name="connsiteY128" fmla="*/ 987494 h 2518737"/>
              <a:gd name="connisteX129" fmla="*/ 4565015 w 5467985"/>
              <a:gd name="connsiteY129" fmla="*/ 904944 h 2518737"/>
              <a:gd name="connisteX130" fmla="*/ 4587875 w 5467985"/>
              <a:gd name="connsiteY130" fmla="*/ 823029 h 2518737"/>
              <a:gd name="connisteX131" fmla="*/ 4611370 w 5467985"/>
              <a:gd name="connsiteY131" fmla="*/ 740479 h 2518737"/>
              <a:gd name="connisteX132" fmla="*/ 4646930 w 5467985"/>
              <a:gd name="connsiteY132" fmla="*/ 647134 h 2518737"/>
              <a:gd name="connisteX133" fmla="*/ 4693920 w 5467985"/>
              <a:gd name="connsiteY133" fmla="*/ 564584 h 2518737"/>
              <a:gd name="connisteX134" fmla="*/ 4717415 w 5467985"/>
              <a:gd name="connsiteY134" fmla="*/ 482669 h 2518737"/>
              <a:gd name="connisteX135" fmla="*/ 4740910 w 5467985"/>
              <a:gd name="connsiteY135" fmla="*/ 412184 h 2518737"/>
              <a:gd name="connisteX136" fmla="*/ 4811395 w 5467985"/>
              <a:gd name="connsiteY136" fmla="*/ 377259 h 2518737"/>
              <a:gd name="connisteX137" fmla="*/ 4881245 w 5467985"/>
              <a:gd name="connsiteY137" fmla="*/ 400754 h 2518737"/>
              <a:gd name="connisteX138" fmla="*/ 4951730 w 5467985"/>
              <a:gd name="connsiteY138" fmla="*/ 459174 h 2518737"/>
              <a:gd name="connisteX139" fmla="*/ 4998720 w 5467985"/>
              <a:gd name="connsiteY139" fmla="*/ 529659 h 2518737"/>
              <a:gd name="connisteX140" fmla="*/ 5010785 w 5467985"/>
              <a:gd name="connsiteY140" fmla="*/ 600144 h 2518737"/>
              <a:gd name="connisteX141" fmla="*/ 5022215 w 5467985"/>
              <a:gd name="connsiteY141" fmla="*/ 682059 h 2518737"/>
              <a:gd name="connisteX142" fmla="*/ 5022215 w 5467985"/>
              <a:gd name="connsiteY142" fmla="*/ 799534 h 2518737"/>
              <a:gd name="connisteX143" fmla="*/ 5034280 w 5467985"/>
              <a:gd name="connsiteY143" fmla="*/ 870019 h 2518737"/>
              <a:gd name="connisteX144" fmla="*/ 5034280 w 5467985"/>
              <a:gd name="connsiteY144" fmla="*/ 975429 h 2518737"/>
              <a:gd name="connisteX145" fmla="*/ 5034280 w 5467985"/>
              <a:gd name="connsiteY145" fmla="*/ 1080839 h 2518737"/>
              <a:gd name="connisteX146" fmla="*/ 5034280 w 5467985"/>
              <a:gd name="connsiteY146" fmla="*/ 1198314 h 2518737"/>
              <a:gd name="connisteX147" fmla="*/ 5034280 w 5467985"/>
              <a:gd name="connsiteY147" fmla="*/ 1327219 h 2518737"/>
              <a:gd name="connisteX148" fmla="*/ 5034280 w 5467985"/>
              <a:gd name="connsiteY148" fmla="*/ 1456759 h 2518737"/>
              <a:gd name="connisteX149" fmla="*/ 5034280 w 5467985"/>
              <a:gd name="connsiteY149" fmla="*/ 1574234 h 2518737"/>
              <a:gd name="connisteX150" fmla="*/ 5034280 w 5467985"/>
              <a:gd name="connsiteY150" fmla="*/ 1679644 h 2518737"/>
              <a:gd name="connisteX151" fmla="*/ 5034280 w 5467985"/>
              <a:gd name="connsiteY151" fmla="*/ 1761559 h 2518737"/>
              <a:gd name="connisteX152" fmla="*/ 5045710 w 5467985"/>
              <a:gd name="connsiteY152" fmla="*/ 1832044 h 2518737"/>
              <a:gd name="connisteX153" fmla="*/ 5057775 w 5467985"/>
              <a:gd name="connsiteY153" fmla="*/ 1902529 h 2518737"/>
              <a:gd name="connisteX154" fmla="*/ 5069205 w 5467985"/>
              <a:gd name="connsiteY154" fmla="*/ 1973014 h 2518737"/>
              <a:gd name="connisteX155" fmla="*/ 5081270 w 5467985"/>
              <a:gd name="connsiteY155" fmla="*/ 2043499 h 2518737"/>
              <a:gd name="connisteX156" fmla="*/ 5104765 w 5467985"/>
              <a:gd name="connsiteY156" fmla="*/ 2113984 h 2518737"/>
              <a:gd name="connisteX157" fmla="*/ 5104765 w 5467985"/>
              <a:gd name="connsiteY157" fmla="*/ 2183834 h 2518737"/>
              <a:gd name="connisteX158" fmla="*/ 5139690 w 5467985"/>
              <a:gd name="connsiteY158" fmla="*/ 2113984 h 2518737"/>
              <a:gd name="connisteX159" fmla="*/ 5174615 w 5467985"/>
              <a:gd name="connsiteY159" fmla="*/ 2031434 h 2518737"/>
              <a:gd name="connisteX160" fmla="*/ 5198110 w 5467985"/>
              <a:gd name="connsiteY160" fmla="*/ 1949519 h 2518737"/>
              <a:gd name="connisteX161" fmla="*/ 5233670 w 5467985"/>
              <a:gd name="connsiteY161" fmla="*/ 1879034 h 2518737"/>
              <a:gd name="connisteX162" fmla="*/ 5245100 w 5467985"/>
              <a:gd name="connsiteY162" fmla="*/ 1808549 h 2518737"/>
              <a:gd name="connisteX163" fmla="*/ 5268595 w 5467985"/>
              <a:gd name="connsiteY163" fmla="*/ 1726634 h 2518737"/>
              <a:gd name="connisteX164" fmla="*/ 5292090 w 5467985"/>
              <a:gd name="connsiteY164" fmla="*/ 1656149 h 2518737"/>
              <a:gd name="connisteX165" fmla="*/ 5304155 w 5467985"/>
              <a:gd name="connsiteY165" fmla="*/ 1574234 h 2518737"/>
              <a:gd name="connisteX166" fmla="*/ 5315585 w 5467985"/>
              <a:gd name="connsiteY166" fmla="*/ 1491684 h 2518737"/>
              <a:gd name="connisteX167" fmla="*/ 5339080 w 5467985"/>
              <a:gd name="connsiteY167" fmla="*/ 1421199 h 2518737"/>
              <a:gd name="connisteX168" fmla="*/ 5351145 w 5467985"/>
              <a:gd name="connsiteY168" fmla="*/ 1350714 h 2518737"/>
              <a:gd name="connisteX169" fmla="*/ 5362575 w 5467985"/>
              <a:gd name="connsiteY169" fmla="*/ 1257369 h 2518737"/>
              <a:gd name="connisteX170" fmla="*/ 5386070 w 5467985"/>
              <a:gd name="connsiteY170" fmla="*/ 1186884 h 2518737"/>
              <a:gd name="connisteX171" fmla="*/ 5398135 w 5467985"/>
              <a:gd name="connsiteY171" fmla="*/ 1116399 h 2518737"/>
              <a:gd name="connisteX172" fmla="*/ 5409565 w 5467985"/>
              <a:gd name="connsiteY172" fmla="*/ 1045914 h 2518737"/>
              <a:gd name="connisteX173" fmla="*/ 5420995 w 5467985"/>
              <a:gd name="connsiteY173" fmla="*/ 975429 h 2518737"/>
              <a:gd name="connisteX174" fmla="*/ 5433060 w 5467985"/>
              <a:gd name="connsiteY174" fmla="*/ 904944 h 2518737"/>
              <a:gd name="connisteX175" fmla="*/ 5433060 w 5467985"/>
              <a:gd name="connsiteY175" fmla="*/ 834459 h 2518737"/>
              <a:gd name="connisteX176" fmla="*/ 5433060 w 5467985"/>
              <a:gd name="connsiteY176" fmla="*/ 763974 h 2518737"/>
              <a:gd name="connisteX177" fmla="*/ 5433060 w 5467985"/>
              <a:gd name="connsiteY177" fmla="*/ 694124 h 2518737"/>
              <a:gd name="connisteX178" fmla="*/ 5467985 w 5467985"/>
              <a:gd name="connsiteY178" fmla="*/ 611574 h 2518737"/>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 ang="0">
                <a:pos x="connisteX54" y="connsiteY54"/>
              </a:cxn>
              <a:cxn ang="0">
                <a:pos x="connisteX55" y="connsiteY55"/>
              </a:cxn>
              <a:cxn ang="0">
                <a:pos x="connisteX56" y="connsiteY56"/>
              </a:cxn>
              <a:cxn ang="0">
                <a:pos x="connisteX57" y="connsiteY57"/>
              </a:cxn>
              <a:cxn ang="0">
                <a:pos x="connisteX58" y="connsiteY58"/>
              </a:cxn>
              <a:cxn ang="0">
                <a:pos x="connisteX59" y="connsiteY59"/>
              </a:cxn>
              <a:cxn ang="0">
                <a:pos x="connisteX60" y="connsiteY60"/>
              </a:cxn>
              <a:cxn ang="0">
                <a:pos x="connisteX61" y="connsiteY61"/>
              </a:cxn>
              <a:cxn ang="0">
                <a:pos x="connisteX62" y="connsiteY62"/>
              </a:cxn>
              <a:cxn ang="0">
                <a:pos x="connisteX63" y="connsiteY63"/>
              </a:cxn>
              <a:cxn ang="0">
                <a:pos x="connisteX64" y="connsiteY64"/>
              </a:cxn>
              <a:cxn ang="0">
                <a:pos x="connisteX65" y="connsiteY65"/>
              </a:cxn>
              <a:cxn ang="0">
                <a:pos x="connisteX66" y="connsiteY66"/>
              </a:cxn>
              <a:cxn ang="0">
                <a:pos x="connisteX67" y="connsiteY67"/>
              </a:cxn>
              <a:cxn ang="0">
                <a:pos x="connisteX68" y="connsiteY68"/>
              </a:cxn>
              <a:cxn ang="0">
                <a:pos x="connisteX69" y="connsiteY69"/>
              </a:cxn>
              <a:cxn ang="0">
                <a:pos x="connisteX70" y="connsiteY70"/>
              </a:cxn>
              <a:cxn ang="0">
                <a:pos x="connisteX71" y="connsiteY71"/>
              </a:cxn>
              <a:cxn ang="0">
                <a:pos x="connisteX72" y="connsiteY72"/>
              </a:cxn>
              <a:cxn ang="0">
                <a:pos x="connisteX73" y="connsiteY73"/>
              </a:cxn>
              <a:cxn ang="0">
                <a:pos x="connisteX74" y="connsiteY74"/>
              </a:cxn>
              <a:cxn ang="0">
                <a:pos x="connisteX75" y="connsiteY75"/>
              </a:cxn>
              <a:cxn ang="0">
                <a:pos x="connisteX76" y="connsiteY76"/>
              </a:cxn>
              <a:cxn ang="0">
                <a:pos x="connisteX77" y="connsiteY77"/>
              </a:cxn>
              <a:cxn ang="0">
                <a:pos x="connisteX78" y="connsiteY78"/>
              </a:cxn>
              <a:cxn ang="0">
                <a:pos x="connisteX79" y="connsiteY79"/>
              </a:cxn>
              <a:cxn ang="0">
                <a:pos x="connisteX80" y="connsiteY80"/>
              </a:cxn>
              <a:cxn ang="0">
                <a:pos x="connisteX81" y="connsiteY81"/>
              </a:cxn>
              <a:cxn ang="0">
                <a:pos x="connisteX82" y="connsiteY82"/>
              </a:cxn>
              <a:cxn ang="0">
                <a:pos x="connisteX83" y="connsiteY83"/>
              </a:cxn>
              <a:cxn ang="0">
                <a:pos x="connisteX84" y="connsiteY84"/>
              </a:cxn>
              <a:cxn ang="0">
                <a:pos x="connisteX85" y="connsiteY85"/>
              </a:cxn>
              <a:cxn ang="0">
                <a:pos x="connisteX86" y="connsiteY86"/>
              </a:cxn>
              <a:cxn ang="0">
                <a:pos x="connisteX87" y="connsiteY87"/>
              </a:cxn>
              <a:cxn ang="0">
                <a:pos x="connisteX88" y="connsiteY88"/>
              </a:cxn>
              <a:cxn ang="0">
                <a:pos x="connisteX89" y="connsiteY89"/>
              </a:cxn>
              <a:cxn ang="0">
                <a:pos x="connisteX90" y="connsiteY90"/>
              </a:cxn>
              <a:cxn ang="0">
                <a:pos x="connisteX91" y="connsiteY91"/>
              </a:cxn>
              <a:cxn ang="0">
                <a:pos x="connisteX92" y="connsiteY92"/>
              </a:cxn>
              <a:cxn ang="0">
                <a:pos x="connisteX93" y="connsiteY93"/>
              </a:cxn>
              <a:cxn ang="0">
                <a:pos x="connisteX94" y="connsiteY94"/>
              </a:cxn>
              <a:cxn ang="0">
                <a:pos x="connisteX95" y="connsiteY95"/>
              </a:cxn>
              <a:cxn ang="0">
                <a:pos x="connisteX96" y="connsiteY96"/>
              </a:cxn>
              <a:cxn ang="0">
                <a:pos x="connisteX97" y="connsiteY97"/>
              </a:cxn>
              <a:cxn ang="0">
                <a:pos x="connisteX98" y="connsiteY98"/>
              </a:cxn>
              <a:cxn ang="0">
                <a:pos x="connisteX99" y="connsiteY99"/>
              </a:cxn>
              <a:cxn ang="0">
                <a:pos x="connisteX100" y="connsiteY100"/>
              </a:cxn>
              <a:cxn ang="0">
                <a:pos x="connisteX101" y="connsiteY101"/>
              </a:cxn>
              <a:cxn ang="0">
                <a:pos x="connisteX102" y="connsiteY102"/>
              </a:cxn>
              <a:cxn ang="0">
                <a:pos x="connisteX103" y="connsiteY103"/>
              </a:cxn>
              <a:cxn ang="0">
                <a:pos x="connisteX104" y="connsiteY104"/>
              </a:cxn>
              <a:cxn ang="0">
                <a:pos x="connisteX105" y="connsiteY105"/>
              </a:cxn>
              <a:cxn ang="0">
                <a:pos x="connisteX106" y="connsiteY106"/>
              </a:cxn>
              <a:cxn ang="0">
                <a:pos x="connisteX107" y="connsiteY107"/>
              </a:cxn>
              <a:cxn ang="0">
                <a:pos x="connisteX108" y="connsiteY108"/>
              </a:cxn>
              <a:cxn ang="0">
                <a:pos x="connisteX109" y="connsiteY109"/>
              </a:cxn>
              <a:cxn ang="0">
                <a:pos x="connisteX110" y="connsiteY110"/>
              </a:cxn>
              <a:cxn ang="0">
                <a:pos x="connisteX111" y="connsiteY111"/>
              </a:cxn>
              <a:cxn ang="0">
                <a:pos x="connisteX112" y="connsiteY112"/>
              </a:cxn>
              <a:cxn ang="0">
                <a:pos x="connisteX113" y="connsiteY113"/>
              </a:cxn>
              <a:cxn ang="0">
                <a:pos x="connisteX114" y="connsiteY114"/>
              </a:cxn>
              <a:cxn ang="0">
                <a:pos x="connisteX115" y="connsiteY115"/>
              </a:cxn>
              <a:cxn ang="0">
                <a:pos x="connisteX116" y="connsiteY116"/>
              </a:cxn>
              <a:cxn ang="0">
                <a:pos x="connisteX117" y="connsiteY117"/>
              </a:cxn>
              <a:cxn ang="0">
                <a:pos x="connisteX118" y="connsiteY118"/>
              </a:cxn>
              <a:cxn ang="0">
                <a:pos x="connisteX119" y="connsiteY119"/>
              </a:cxn>
              <a:cxn ang="0">
                <a:pos x="connisteX120" y="connsiteY120"/>
              </a:cxn>
              <a:cxn ang="0">
                <a:pos x="connisteX121" y="connsiteY121"/>
              </a:cxn>
              <a:cxn ang="0">
                <a:pos x="connisteX122" y="connsiteY122"/>
              </a:cxn>
              <a:cxn ang="0">
                <a:pos x="connisteX123" y="connsiteY123"/>
              </a:cxn>
              <a:cxn ang="0">
                <a:pos x="connisteX124" y="connsiteY124"/>
              </a:cxn>
              <a:cxn ang="0">
                <a:pos x="connisteX125" y="connsiteY125"/>
              </a:cxn>
              <a:cxn ang="0">
                <a:pos x="connisteX126" y="connsiteY126"/>
              </a:cxn>
              <a:cxn ang="0">
                <a:pos x="connisteX127" y="connsiteY127"/>
              </a:cxn>
              <a:cxn ang="0">
                <a:pos x="connisteX128" y="connsiteY128"/>
              </a:cxn>
              <a:cxn ang="0">
                <a:pos x="connisteX129" y="connsiteY129"/>
              </a:cxn>
              <a:cxn ang="0">
                <a:pos x="connisteX130" y="connsiteY130"/>
              </a:cxn>
              <a:cxn ang="0">
                <a:pos x="connisteX131" y="connsiteY131"/>
              </a:cxn>
              <a:cxn ang="0">
                <a:pos x="connisteX132" y="connsiteY132"/>
              </a:cxn>
              <a:cxn ang="0">
                <a:pos x="connisteX133" y="connsiteY133"/>
              </a:cxn>
              <a:cxn ang="0">
                <a:pos x="connisteX134" y="connsiteY134"/>
              </a:cxn>
              <a:cxn ang="0">
                <a:pos x="connisteX135" y="connsiteY135"/>
              </a:cxn>
              <a:cxn ang="0">
                <a:pos x="connisteX136" y="connsiteY136"/>
              </a:cxn>
              <a:cxn ang="0">
                <a:pos x="connisteX137" y="connsiteY137"/>
              </a:cxn>
              <a:cxn ang="0">
                <a:pos x="connisteX138" y="connsiteY138"/>
              </a:cxn>
              <a:cxn ang="0">
                <a:pos x="connisteX139" y="connsiteY139"/>
              </a:cxn>
              <a:cxn ang="0">
                <a:pos x="connisteX140" y="connsiteY140"/>
              </a:cxn>
              <a:cxn ang="0">
                <a:pos x="connisteX141" y="connsiteY141"/>
              </a:cxn>
              <a:cxn ang="0">
                <a:pos x="connisteX142" y="connsiteY142"/>
              </a:cxn>
              <a:cxn ang="0">
                <a:pos x="connisteX143" y="connsiteY143"/>
              </a:cxn>
              <a:cxn ang="0">
                <a:pos x="connisteX144" y="connsiteY144"/>
              </a:cxn>
              <a:cxn ang="0">
                <a:pos x="connisteX145" y="connsiteY145"/>
              </a:cxn>
              <a:cxn ang="0">
                <a:pos x="connisteX146" y="connsiteY146"/>
              </a:cxn>
              <a:cxn ang="0">
                <a:pos x="connisteX147" y="connsiteY147"/>
              </a:cxn>
              <a:cxn ang="0">
                <a:pos x="connisteX148" y="connsiteY148"/>
              </a:cxn>
              <a:cxn ang="0">
                <a:pos x="connisteX149" y="connsiteY149"/>
              </a:cxn>
              <a:cxn ang="0">
                <a:pos x="connisteX150" y="connsiteY150"/>
              </a:cxn>
              <a:cxn ang="0">
                <a:pos x="connisteX151" y="connsiteY151"/>
              </a:cxn>
              <a:cxn ang="0">
                <a:pos x="connisteX152" y="connsiteY152"/>
              </a:cxn>
              <a:cxn ang="0">
                <a:pos x="connisteX153" y="connsiteY153"/>
              </a:cxn>
              <a:cxn ang="0">
                <a:pos x="connisteX154" y="connsiteY154"/>
              </a:cxn>
              <a:cxn ang="0">
                <a:pos x="connisteX155" y="connsiteY155"/>
              </a:cxn>
              <a:cxn ang="0">
                <a:pos x="connisteX156" y="connsiteY156"/>
              </a:cxn>
              <a:cxn ang="0">
                <a:pos x="connisteX157" y="connsiteY157"/>
              </a:cxn>
              <a:cxn ang="0">
                <a:pos x="connisteX158" y="connsiteY158"/>
              </a:cxn>
              <a:cxn ang="0">
                <a:pos x="connisteX159" y="connsiteY159"/>
              </a:cxn>
              <a:cxn ang="0">
                <a:pos x="connisteX160" y="connsiteY160"/>
              </a:cxn>
              <a:cxn ang="0">
                <a:pos x="connisteX161" y="connsiteY161"/>
              </a:cxn>
              <a:cxn ang="0">
                <a:pos x="connisteX162" y="connsiteY162"/>
              </a:cxn>
              <a:cxn ang="0">
                <a:pos x="connisteX163" y="connsiteY163"/>
              </a:cxn>
              <a:cxn ang="0">
                <a:pos x="connisteX164" y="connsiteY164"/>
              </a:cxn>
              <a:cxn ang="0">
                <a:pos x="connisteX165" y="connsiteY165"/>
              </a:cxn>
              <a:cxn ang="0">
                <a:pos x="connisteX166" y="connsiteY166"/>
              </a:cxn>
              <a:cxn ang="0">
                <a:pos x="connisteX167" y="connsiteY167"/>
              </a:cxn>
              <a:cxn ang="0">
                <a:pos x="connisteX168" y="connsiteY168"/>
              </a:cxn>
              <a:cxn ang="0">
                <a:pos x="connisteX169" y="connsiteY169"/>
              </a:cxn>
              <a:cxn ang="0">
                <a:pos x="connisteX170" y="connsiteY170"/>
              </a:cxn>
              <a:cxn ang="0">
                <a:pos x="connisteX171" y="connsiteY171"/>
              </a:cxn>
              <a:cxn ang="0">
                <a:pos x="connisteX172" y="connsiteY172"/>
              </a:cxn>
              <a:cxn ang="0">
                <a:pos x="connisteX173" y="connsiteY173"/>
              </a:cxn>
              <a:cxn ang="0">
                <a:pos x="connisteX174" y="connsiteY174"/>
              </a:cxn>
              <a:cxn ang="0">
                <a:pos x="connisteX175" y="connsiteY175"/>
              </a:cxn>
              <a:cxn ang="0">
                <a:pos x="connisteX176" y="connsiteY176"/>
              </a:cxn>
              <a:cxn ang="0">
                <a:pos x="connisteX177" y="connsiteY177"/>
              </a:cxn>
              <a:cxn ang="0">
                <a:pos x="connisteX178" y="connsiteY178"/>
              </a:cxn>
            </a:cxnLst>
            <a:rect l="l" t="t" r="r" b="b"/>
            <a:pathLst>
              <a:path w="5467985" h="2518737">
                <a:moveTo>
                  <a:pt x="0" y="1233875"/>
                </a:moveTo>
                <a:cubicBezTo>
                  <a:pt x="1905" y="1214825"/>
                  <a:pt x="2540" y="1167835"/>
                  <a:pt x="12065" y="1127830"/>
                </a:cubicBezTo>
                <a:cubicBezTo>
                  <a:pt x="21590" y="1087825"/>
                  <a:pt x="35560" y="1071315"/>
                  <a:pt x="46990" y="1033850"/>
                </a:cubicBezTo>
                <a:cubicBezTo>
                  <a:pt x="58420" y="996385"/>
                  <a:pt x="59055" y="975430"/>
                  <a:pt x="70485" y="940505"/>
                </a:cubicBezTo>
                <a:cubicBezTo>
                  <a:pt x="81915" y="905580"/>
                  <a:pt x="91440" y="888435"/>
                  <a:pt x="105410" y="857955"/>
                </a:cubicBezTo>
                <a:cubicBezTo>
                  <a:pt x="119380" y="827475"/>
                  <a:pt x="128905" y="815410"/>
                  <a:pt x="140970" y="787470"/>
                </a:cubicBezTo>
                <a:cubicBezTo>
                  <a:pt x="153035" y="759530"/>
                  <a:pt x="153035" y="750640"/>
                  <a:pt x="164465" y="717620"/>
                </a:cubicBezTo>
                <a:cubicBezTo>
                  <a:pt x="175895" y="684600"/>
                  <a:pt x="182880" y="661105"/>
                  <a:pt x="199390" y="623640"/>
                </a:cubicBezTo>
                <a:cubicBezTo>
                  <a:pt x="215900" y="586175"/>
                  <a:pt x="225425" y="564585"/>
                  <a:pt x="246380" y="529660"/>
                </a:cubicBezTo>
                <a:cubicBezTo>
                  <a:pt x="267335" y="494735"/>
                  <a:pt x="281940" y="482670"/>
                  <a:pt x="305435" y="447745"/>
                </a:cubicBezTo>
                <a:cubicBezTo>
                  <a:pt x="328930" y="412820"/>
                  <a:pt x="342900" y="389325"/>
                  <a:pt x="363855" y="353765"/>
                </a:cubicBezTo>
                <a:cubicBezTo>
                  <a:pt x="384810" y="318205"/>
                  <a:pt x="394335" y="306775"/>
                  <a:pt x="410845" y="271215"/>
                </a:cubicBezTo>
                <a:cubicBezTo>
                  <a:pt x="427355" y="235655"/>
                  <a:pt x="431800" y="210255"/>
                  <a:pt x="445770" y="177235"/>
                </a:cubicBezTo>
                <a:cubicBezTo>
                  <a:pt x="459740" y="144215"/>
                  <a:pt x="464820" y="135325"/>
                  <a:pt x="481330" y="107385"/>
                </a:cubicBezTo>
                <a:cubicBezTo>
                  <a:pt x="497840" y="79445"/>
                  <a:pt x="504825" y="57855"/>
                  <a:pt x="528320" y="36900"/>
                </a:cubicBezTo>
                <a:cubicBezTo>
                  <a:pt x="551815" y="15945"/>
                  <a:pt x="575310" y="-5645"/>
                  <a:pt x="598805" y="1340"/>
                </a:cubicBezTo>
                <a:cubicBezTo>
                  <a:pt x="622300" y="8325"/>
                  <a:pt x="631190" y="41345"/>
                  <a:pt x="645160" y="71825"/>
                </a:cubicBezTo>
                <a:cubicBezTo>
                  <a:pt x="659130" y="102305"/>
                  <a:pt x="661670" y="123895"/>
                  <a:pt x="668655" y="154375"/>
                </a:cubicBezTo>
                <a:cubicBezTo>
                  <a:pt x="675640" y="184855"/>
                  <a:pt x="676275" y="191205"/>
                  <a:pt x="680720" y="224225"/>
                </a:cubicBezTo>
                <a:cubicBezTo>
                  <a:pt x="685165" y="257245"/>
                  <a:pt x="687705" y="278200"/>
                  <a:pt x="692150" y="318205"/>
                </a:cubicBezTo>
                <a:cubicBezTo>
                  <a:pt x="696595" y="358210"/>
                  <a:pt x="701675" y="389325"/>
                  <a:pt x="704215" y="424250"/>
                </a:cubicBezTo>
                <a:cubicBezTo>
                  <a:pt x="706755" y="459175"/>
                  <a:pt x="701675" y="466160"/>
                  <a:pt x="704215" y="494100"/>
                </a:cubicBezTo>
                <a:cubicBezTo>
                  <a:pt x="706755" y="522040"/>
                  <a:pt x="711200" y="531565"/>
                  <a:pt x="715645" y="564585"/>
                </a:cubicBezTo>
                <a:cubicBezTo>
                  <a:pt x="720090" y="597605"/>
                  <a:pt x="720725" y="625545"/>
                  <a:pt x="727710" y="658565"/>
                </a:cubicBezTo>
                <a:cubicBezTo>
                  <a:pt x="734695" y="691585"/>
                  <a:pt x="744220" y="698570"/>
                  <a:pt x="751205" y="729050"/>
                </a:cubicBezTo>
                <a:cubicBezTo>
                  <a:pt x="758190" y="759530"/>
                  <a:pt x="755650" y="780485"/>
                  <a:pt x="762635" y="810965"/>
                </a:cubicBezTo>
                <a:cubicBezTo>
                  <a:pt x="769620" y="841445"/>
                  <a:pt x="779145" y="853510"/>
                  <a:pt x="786130" y="881450"/>
                </a:cubicBezTo>
                <a:cubicBezTo>
                  <a:pt x="793115" y="909390"/>
                  <a:pt x="791210" y="921455"/>
                  <a:pt x="798195" y="951935"/>
                </a:cubicBezTo>
                <a:cubicBezTo>
                  <a:pt x="805180" y="982415"/>
                  <a:pt x="812165" y="1000830"/>
                  <a:pt x="821690" y="1033850"/>
                </a:cubicBezTo>
                <a:cubicBezTo>
                  <a:pt x="831215" y="1066870"/>
                  <a:pt x="835660" y="1085920"/>
                  <a:pt x="845185" y="1116400"/>
                </a:cubicBezTo>
                <a:cubicBezTo>
                  <a:pt x="854710" y="1146880"/>
                  <a:pt x="861695" y="1158945"/>
                  <a:pt x="868680" y="1186885"/>
                </a:cubicBezTo>
                <a:cubicBezTo>
                  <a:pt x="875665" y="1214825"/>
                  <a:pt x="870585" y="1226890"/>
                  <a:pt x="880110" y="1257370"/>
                </a:cubicBezTo>
                <a:cubicBezTo>
                  <a:pt x="889635" y="1287850"/>
                  <a:pt x="903605" y="1308805"/>
                  <a:pt x="915035" y="1339285"/>
                </a:cubicBezTo>
                <a:cubicBezTo>
                  <a:pt x="926465" y="1369765"/>
                  <a:pt x="929005" y="1379290"/>
                  <a:pt x="938530" y="1409770"/>
                </a:cubicBezTo>
                <a:cubicBezTo>
                  <a:pt x="948055" y="1440250"/>
                  <a:pt x="952500" y="1461205"/>
                  <a:pt x="962025" y="1491685"/>
                </a:cubicBezTo>
                <a:cubicBezTo>
                  <a:pt x="971550" y="1522165"/>
                  <a:pt x="975995" y="1534230"/>
                  <a:pt x="985520" y="1562170"/>
                </a:cubicBezTo>
                <a:cubicBezTo>
                  <a:pt x="995045" y="1590110"/>
                  <a:pt x="996950" y="1604715"/>
                  <a:pt x="1009015" y="1632655"/>
                </a:cubicBezTo>
                <a:cubicBezTo>
                  <a:pt x="1021080" y="1660595"/>
                  <a:pt x="1032510" y="1668215"/>
                  <a:pt x="1044575" y="1703140"/>
                </a:cubicBezTo>
                <a:cubicBezTo>
                  <a:pt x="1056640" y="1738065"/>
                  <a:pt x="1056640" y="1768545"/>
                  <a:pt x="1068070" y="1808550"/>
                </a:cubicBezTo>
                <a:cubicBezTo>
                  <a:pt x="1079500" y="1848555"/>
                  <a:pt x="1089025" y="1865065"/>
                  <a:pt x="1102995" y="1902530"/>
                </a:cubicBezTo>
                <a:cubicBezTo>
                  <a:pt x="1116965" y="1939995"/>
                  <a:pt x="1124585" y="1959045"/>
                  <a:pt x="1138555" y="1996510"/>
                </a:cubicBezTo>
                <a:cubicBezTo>
                  <a:pt x="1152525" y="2033975"/>
                  <a:pt x="1159510" y="2057470"/>
                  <a:pt x="1173480" y="2090490"/>
                </a:cubicBezTo>
                <a:cubicBezTo>
                  <a:pt x="1187450" y="2123510"/>
                  <a:pt x="1194435" y="2132400"/>
                  <a:pt x="1208405" y="2160340"/>
                </a:cubicBezTo>
                <a:cubicBezTo>
                  <a:pt x="1222375" y="2188280"/>
                  <a:pt x="1229995" y="2202885"/>
                  <a:pt x="1243965" y="2230825"/>
                </a:cubicBezTo>
                <a:cubicBezTo>
                  <a:pt x="1257935" y="2258765"/>
                  <a:pt x="1262380" y="2273370"/>
                  <a:pt x="1278890" y="2301310"/>
                </a:cubicBezTo>
                <a:cubicBezTo>
                  <a:pt x="1295400" y="2329250"/>
                  <a:pt x="1302385" y="2352745"/>
                  <a:pt x="1325880" y="2371795"/>
                </a:cubicBezTo>
                <a:cubicBezTo>
                  <a:pt x="1349375" y="2390845"/>
                  <a:pt x="1368425" y="2378780"/>
                  <a:pt x="1396365" y="2395290"/>
                </a:cubicBezTo>
                <a:cubicBezTo>
                  <a:pt x="1424305" y="2411800"/>
                  <a:pt x="1438910" y="2430215"/>
                  <a:pt x="1466850" y="2453710"/>
                </a:cubicBezTo>
                <a:cubicBezTo>
                  <a:pt x="1494790" y="2477205"/>
                  <a:pt x="1506855" y="2500700"/>
                  <a:pt x="1537335" y="2512765"/>
                </a:cubicBezTo>
                <a:cubicBezTo>
                  <a:pt x="1567815" y="2524830"/>
                  <a:pt x="1584325" y="2515305"/>
                  <a:pt x="1619250" y="2512765"/>
                </a:cubicBezTo>
                <a:cubicBezTo>
                  <a:pt x="1654175" y="2510225"/>
                  <a:pt x="1680210" y="2507685"/>
                  <a:pt x="1713230" y="2500700"/>
                </a:cubicBezTo>
                <a:cubicBezTo>
                  <a:pt x="1746250" y="2493715"/>
                  <a:pt x="1755775" y="2488635"/>
                  <a:pt x="1783715" y="2477205"/>
                </a:cubicBezTo>
                <a:cubicBezTo>
                  <a:pt x="1811655" y="2465775"/>
                  <a:pt x="1828165" y="2468315"/>
                  <a:pt x="1854200" y="2442280"/>
                </a:cubicBezTo>
                <a:cubicBezTo>
                  <a:pt x="1880235" y="2416245"/>
                  <a:pt x="1893570" y="2385765"/>
                  <a:pt x="1912620" y="2348300"/>
                </a:cubicBezTo>
                <a:cubicBezTo>
                  <a:pt x="1931670" y="2310835"/>
                  <a:pt x="1934210" y="2294325"/>
                  <a:pt x="1948180" y="2254320"/>
                </a:cubicBezTo>
                <a:cubicBezTo>
                  <a:pt x="1962150" y="2214315"/>
                  <a:pt x="1973580" y="2183835"/>
                  <a:pt x="1983105" y="2148910"/>
                </a:cubicBezTo>
                <a:cubicBezTo>
                  <a:pt x="1992630" y="2113985"/>
                  <a:pt x="1988185" y="2108905"/>
                  <a:pt x="1995170" y="2078425"/>
                </a:cubicBezTo>
                <a:cubicBezTo>
                  <a:pt x="2002155" y="2047945"/>
                  <a:pt x="2004060" y="2040960"/>
                  <a:pt x="2018030" y="1996510"/>
                </a:cubicBezTo>
                <a:cubicBezTo>
                  <a:pt x="2032000" y="1952060"/>
                  <a:pt x="2051050" y="1898085"/>
                  <a:pt x="2065020" y="1855540"/>
                </a:cubicBezTo>
                <a:cubicBezTo>
                  <a:pt x="2078990" y="1812995"/>
                  <a:pt x="2078990" y="1818075"/>
                  <a:pt x="2088515" y="1785055"/>
                </a:cubicBezTo>
                <a:cubicBezTo>
                  <a:pt x="2098040" y="1752035"/>
                  <a:pt x="2102485" y="1724095"/>
                  <a:pt x="2112010" y="1691075"/>
                </a:cubicBezTo>
                <a:cubicBezTo>
                  <a:pt x="2121535" y="1658055"/>
                  <a:pt x="2125980" y="1651070"/>
                  <a:pt x="2135505" y="1620590"/>
                </a:cubicBezTo>
                <a:cubicBezTo>
                  <a:pt x="2145030" y="1590110"/>
                  <a:pt x="2152015" y="1569155"/>
                  <a:pt x="2159000" y="1538675"/>
                </a:cubicBezTo>
                <a:cubicBezTo>
                  <a:pt x="2165985" y="1508195"/>
                  <a:pt x="2164080" y="1498670"/>
                  <a:pt x="2171065" y="1468190"/>
                </a:cubicBezTo>
                <a:cubicBezTo>
                  <a:pt x="2178050" y="1437710"/>
                  <a:pt x="2185035" y="1419295"/>
                  <a:pt x="2194560" y="1386275"/>
                </a:cubicBezTo>
                <a:cubicBezTo>
                  <a:pt x="2204085" y="1353255"/>
                  <a:pt x="2211070" y="1334205"/>
                  <a:pt x="2218055" y="1303725"/>
                </a:cubicBezTo>
                <a:cubicBezTo>
                  <a:pt x="2225040" y="1273245"/>
                  <a:pt x="2219960" y="1275785"/>
                  <a:pt x="2229485" y="1233875"/>
                </a:cubicBezTo>
                <a:cubicBezTo>
                  <a:pt x="2239010" y="1191965"/>
                  <a:pt x="2252980" y="1137355"/>
                  <a:pt x="2265045" y="1092905"/>
                </a:cubicBezTo>
                <a:cubicBezTo>
                  <a:pt x="2277110" y="1048455"/>
                  <a:pt x="2277110" y="1048455"/>
                  <a:pt x="2288540" y="1010990"/>
                </a:cubicBezTo>
                <a:cubicBezTo>
                  <a:pt x="2299970" y="973525"/>
                  <a:pt x="2309495" y="947490"/>
                  <a:pt x="2323465" y="904945"/>
                </a:cubicBezTo>
                <a:cubicBezTo>
                  <a:pt x="2337435" y="862400"/>
                  <a:pt x="2344420" y="839540"/>
                  <a:pt x="2358390" y="799535"/>
                </a:cubicBezTo>
                <a:cubicBezTo>
                  <a:pt x="2372360" y="759530"/>
                  <a:pt x="2381885" y="738575"/>
                  <a:pt x="2393950" y="705555"/>
                </a:cubicBezTo>
                <a:cubicBezTo>
                  <a:pt x="2406015" y="672535"/>
                  <a:pt x="2407920" y="663010"/>
                  <a:pt x="2417445" y="635070"/>
                </a:cubicBezTo>
                <a:cubicBezTo>
                  <a:pt x="2426970" y="607130"/>
                  <a:pt x="2429510" y="595065"/>
                  <a:pt x="2440940" y="564585"/>
                </a:cubicBezTo>
                <a:cubicBezTo>
                  <a:pt x="2452370" y="534105"/>
                  <a:pt x="2464435" y="513150"/>
                  <a:pt x="2475865" y="482670"/>
                </a:cubicBezTo>
                <a:cubicBezTo>
                  <a:pt x="2487295" y="452190"/>
                  <a:pt x="2487295" y="445205"/>
                  <a:pt x="2499360" y="412185"/>
                </a:cubicBezTo>
                <a:cubicBezTo>
                  <a:pt x="2511425" y="379165"/>
                  <a:pt x="2520950" y="351225"/>
                  <a:pt x="2534920" y="318205"/>
                </a:cubicBezTo>
                <a:cubicBezTo>
                  <a:pt x="2548890" y="285185"/>
                  <a:pt x="2546350" y="266770"/>
                  <a:pt x="2569845" y="247720"/>
                </a:cubicBezTo>
                <a:cubicBezTo>
                  <a:pt x="2593340" y="228670"/>
                  <a:pt x="2621280" y="228670"/>
                  <a:pt x="2651760" y="224225"/>
                </a:cubicBezTo>
                <a:cubicBezTo>
                  <a:pt x="2682240" y="219780"/>
                  <a:pt x="2694305" y="219780"/>
                  <a:pt x="2722245" y="224225"/>
                </a:cubicBezTo>
                <a:cubicBezTo>
                  <a:pt x="2750185" y="228670"/>
                  <a:pt x="2762250" y="238195"/>
                  <a:pt x="2792730" y="247720"/>
                </a:cubicBezTo>
                <a:cubicBezTo>
                  <a:pt x="2823210" y="257245"/>
                  <a:pt x="2844165" y="259150"/>
                  <a:pt x="2874645" y="271215"/>
                </a:cubicBezTo>
                <a:cubicBezTo>
                  <a:pt x="2905125" y="283280"/>
                  <a:pt x="2917190" y="294710"/>
                  <a:pt x="2945130" y="306775"/>
                </a:cubicBezTo>
                <a:cubicBezTo>
                  <a:pt x="2973070" y="318840"/>
                  <a:pt x="2992120" y="311220"/>
                  <a:pt x="3015615" y="330270"/>
                </a:cubicBezTo>
                <a:cubicBezTo>
                  <a:pt x="3039110" y="349320"/>
                  <a:pt x="3050540" y="372815"/>
                  <a:pt x="3062605" y="400755"/>
                </a:cubicBezTo>
                <a:cubicBezTo>
                  <a:pt x="3074670" y="428695"/>
                  <a:pt x="3065145" y="430600"/>
                  <a:pt x="3074670" y="470605"/>
                </a:cubicBezTo>
                <a:cubicBezTo>
                  <a:pt x="3084195" y="510610"/>
                  <a:pt x="3093085" y="546170"/>
                  <a:pt x="3109595" y="600145"/>
                </a:cubicBezTo>
                <a:cubicBezTo>
                  <a:pt x="3126105" y="654120"/>
                  <a:pt x="3140075" y="698570"/>
                  <a:pt x="3156585" y="740480"/>
                </a:cubicBezTo>
                <a:cubicBezTo>
                  <a:pt x="3173095" y="782390"/>
                  <a:pt x="3180080" y="777945"/>
                  <a:pt x="3191510" y="810965"/>
                </a:cubicBezTo>
                <a:cubicBezTo>
                  <a:pt x="3202940" y="843985"/>
                  <a:pt x="3208020" y="867480"/>
                  <a:pt x="3215005" y="904945"/>
                </a:cubicBezTo>
                <a:cubicBezTo>
                  <a:pt x="3221990" y="942410"/>
                  <a:pt x="3220085" y="961460"/>
                  <a:pt x="3227070" y="998925"/>
                </a:cubicBezTo>
                <a:cubicBezTo>
                  <a:pt x="3234055" y="1036390"/>
                  <a:pt x="3243580" y="1057980"/>
                  <a:pt x="3250565" y="1092905"/>
                </a:cubicBezTo>
                <a:cubicBezTo>
                  <a:pt x="3257550" y="1127830"/>
                  <a:pt x="3257550" y="1144340"/>
                  <a:pt x="3261995" y="1174820"/>
                </a:cubicBezTo>
                <a:cubicBezTo>
                  <a:pt x="3266440" y="1205300"/>
                  <a:pt x="3267075" y="1212285"/>
                  <a:pt x="3274060" y="1245305"/>
                </a:cubicBezTo>
                <a:cubicBezTo>
                  <a:pt x="3281045" y="1278325"/>
                  <a:pt x="3290570" y="1306265"/>
                  <a:pt x="3297555" y="1339285"/>
                </a:cubicBezTo>
                <a:cubicBezTo>
                  <a:pt x="3304540" y="1372305"/>
                  <a:pt x="3304540" y="1381830"/>
                  <a:pt x="3308985" y="1409770"/>
                </a:cubicBezTo>
                <a:cubicBezTo>
                  <a:pt x="3313430" y="1437710"/>
                  <a:pt x="3316605" y="1452315"/>
                  <a:pt x="3321050" y="1480255"/>
                </a:cubicBezTo>
                <a:cubicBezTo>
                  <a:pt x="3325495" y="1508195"/>
                  <a:pt x="3328035" y="1522800"/>
                  <a:pt x="3332480" y="1550740"/>
                </a:cubicBezTo>
                <a:cubicBezTo>
                  <a:pt x="3336925" y="1578680"/>
                  <a:pt x="3335020" y="1587570"/>
                  <a:pt x="3344545" y="1620590"/>
                </a:cubicBezTo>
                <a:cubicBezTo>
                  <a:pt x="3354070" y="1653610"/>
                  <a:pt x="3365500" y="1679010"/>
                  <a:pt x="3379470" y="1714570"/>
                </a:cubicBezTo>
                <a:cubicBezTo>
                  <a:pt x="3393440" y="1750130"/>
                  <a:pt x="3401060" y="1766640"/>
                  <a:pt x="3415030" y="1797120"/>
                </a:cubicBezTo>
                <a:cubicBezTo>
                  <a:pt x="3429000" y="1827600"/>
                  <a:pt x="3435985" y="1836490"/>
                  <a:pt x="3449955" y="1866970"/>
                </a:cubicBezTo>
                <a:cubicBezTo>
                  <a:pt x="3463925" y="1897450"/>
                  <a:pt x="3468370" y="1919040"/>
                  <a:pt x="3484880" y="1949520"/>
                </a:cubicBezTo>
                <a:cubicBezTo>
                  <a:pt x="3501390" y="1980000"/>
                  <a:pt x="3510915" y="1992065"/>
                  <a:pt x="3531870" y="2020005"/>
                </a:cubicBezTo>
                <a:cubicBezTo>
                  <a:pt x="3552825" y="2047945"/>
                  <a:pt x="3564890" y="2060010"/>
                  <a:pt x="3590925" y="2090490"/>
                </a:cubicBezTo>
                <a:cubicBezTo>
                  <a:pt x="3616960" y="2120970"/>
                  <a:pt x="3637915" y="2141925"/>
                  <a:pt x="3661410" y="2172405"/>
                </a:cubicBezTo>
                <a:cubicBezTo>
                  <a:pt x="3684905" y="2202885"/>
                  <a:pt x="3687445" y="2214950"/>
                  <a:pt x="3708400" y="2242890"/>
                </a:cubicBezTo>
                <a:cubicBezTo>
                  <a:pt x="3729355" y="2270830"/>
                  <a:pt x="3740785" y="2289880"/>
                  <a:pt x="3766820" y="2313375"/>
                </a:cubicBezTo>
                <a:cubicBezTo>
                  <a:pt x="3792855" y="2336870"/>
                  <a:pt x="3809365" y="2343855"/>
                  <a:pt x="3837305" y="2360365"/>
                </a:cubicBezTo>
                <a:cubicBezTo>
                  <a:pt x="3865245" y="2376875"/>
                  <a:pt x="3879850" y="2388305"/>
                  <a:pt x="3907790" y="2395290"/>
                </a:cubicBezTo>
                <a:cubicBezTo>
                  <a:pt x="3935730" y="2402275"/>
                  <a:pt x="3943350" y="2404815"/>
                  <a:pt x="3978275" y="2395290"/>
                </a:cubicBezTo>
                <a:cubicBezTo>
                  <a:pt x="4013200" y="2385765"/>
                  <a:pt x="4053205" y="2371795"/>
                  <a:pt x="4083685" y="2348300"/>
                </a:cubicBezTo>
                <a:cubicBezTo>
                  <a:pt x="4114165" y="2324805"/>
                  <a:pt x="4109720" y="2305755"/>
                  <a:pt x="4130675" y="2277815"/>
                </a:cubicBezTo>
                <a:cubicBezTo>
                  <a:pt x="4151630" y="2249875"/>
                  <a:pt x="4161155" y="2237810"/>
                  <a:pt x="4189095" y="2207330"/>
                </a:cubicBezTo>
                <a:cubicBezTo>
                  <a:pt x="4217035" y="2176850"/>
                  <a:pt x="4243705" y="2162880"/>
                  <a:pt x="4271645" y="2125415"/>
                </a:cubicBezTo>
                <a:cubicBezTo>
                  <a:pt x="4299585" y="2087950"/>
                  <a:pt x="4309110" y="2057470"/>
                  <a:pt x="4330065" y="2020005"/>
                </a:cubicBezTo>
                <a:cubicBezTo>
                  <a:pt x="4351020" y="1982540"/>
                  <a:pt x="4360545" y="1970475"/>
                  <a:pt x="4377055" y="1937455"/>
                </a:cubicBezTo>
                <a:cubicBezTo>
                  <a:pt x="4393565" y="1904435"/>
                  <a:pt x="4402455" y="1886020"/>
                  <a:pt x="4411980" y="1855540"/>
                </a:cubicBezTo>
                <a:cubicBezTo>
                  <a:pt x="4421505" y="1825060"/>
                  <a:pt x="4421505" y="1812995"/>
                  <a:pt x="4424045" y="1785055"/>
                </a:cubicBezTo>
                <a:cubicBezTo>
                  <a:pt x="4426585" y="1757115"/>
                  <a:pt x="4421505" y="1747590"/>
                  <a:pt x="4424045" y="1714570"/>
                </a:cubicBezTo>
                <a:cubicBezTo>
                  <a:pt x="4426585" y="1681550"/>
                  <a:pt x="4432935" y="1658055"/>
                  <a:pt x="4435475" y="1620590"/>
                </a:cubicBezTo>
                <a:cubicBezTo>
                  <a:pt x="4438015" y="1583125"/>
                  <a:pt x="4435475" y="1560265"/>
                  <a:pt x="4435475" y="1527245"/>
                </a:cubicBezTo>
                <a:cubicBezTo>
                  <a:pt x="4435475" y="1494225"/>
                  <a:pt x="4432935" y="1484700"/>
                  <a:pt x="4435475" y="1456760"/>
                </a:cubicBezTo>
                <a:cubicBezTo>
                  <a:pt x="4438015" y="1428820"/>
                  <a:pt x="4443095" y="1421200"/>
                  <a:pt x="4447540" y="1386275"/>
                </a:cubicBezTo>
                <a:cubicBezTo>
                  <a:pt x="4451985" y="1351350"/>
                  <a:pt x="4454525" y="1318330"/>
                  <a:pt x="4458970" y="1280865"/>
                </a:cubicBezTo>
                <a:cubicBezTo>
                  <a:pt x="4463415" y="1243400"/>
                  <a:pt x="4466590" y="1228795"/>
                  <a:pt x="4471035" y="1198315"/>
                </a:cubicBezTo>
                <a:cubicBezTo>
                  <a:pt x="4475480" y="1167835"/>
                  <a:pt x="4475480" y="1155770"/>
                  <a:pt x="4482465" y="1127830"/>
                </a:cubicBezTo>
                <a:cubicBezTo>
                  <a:pt x="4489450" y="1099890"/>
                  <a:pt x="4493895" y="1085285"/>
                  <a:pt x="4505960" y="1057345"/>
                </a:cubicBezTo>
                <a:cubicBezTo>
                  <a:pt x="4518025" y="1029405"/>
                  <a:pt x="4529455" y="1017975"/>
                  <a:pt x="4541520" y="987495"/>
                </a:cubicBezTo>
                <a:cubicBezTo>
                  <a:pt x="4553585" y="957015"/>
                  <a:pt x="4555490" y="937965"/>
                  <a:pt x="4565015" y="904945"/>
                </a:cubicBezTo>
                <a:cubicBezTo>
                  <a:pt x="4574540" y="871925"/>
                  <a:pt x="4578350" y="856050"/>
                  <a:pt x="4587875" y="823030"/>
                </a:cubicBezTo>
                <a:cubicBezTo>
                  <a:pt x="4597400" y="790010"/>
                  <a:pt x="4599305" y="775405"/>
                  <a:pt x="4611370" y="740480"/>
                </a:cubicBezTo>
                <a:cubicBezTo>
                  <a:pt x="4623435" y="705555"/>
                  <a:pt x="4630420" y="682060"/>
                  <a:pt x="4646930" y="647135"/>
                </a:cubicBezTo>
                <a:cubicBezTo>
                  <a:pt x="4663440" y="612210"/>
                  <a:pt x="4679950" y="597605"/>
                  <a:pt x="4693920" y="564585"/>
                </a:cubicBezTo>
                <a:cubicBezTo>
                  <a:pt x="4707890" y="531565"/>
                  <a:pt x="4707890" y="513150"/>
                  <a:pt x="4717415" y="482670"/>
                </a:cubicBezTo>
                <a:cubicBezTo>
                  <a:pt x="4726940" y="452190"/>
                  <a:pt x="4721860" y="433140"/>
                  <a:pt x="4740910" y="412185"/>
                </a:cubicBezTo>
                <a:cubicBezTo>
                  <a:pt x="4759960" y="391230"/>
                  <a:pt x="4783455" y="379800"/>
                  <a:pt x="4811395" y="377260"/>
                </a:cubicBezTo>
                <a:cubicBezTo>
                  <a:pt x="4839335" y="374720"/>
                  <a:pt x="4853305" y="384245"/>
                  <a:pt x="4881245" y="400755"/>
                </a:cubicBezTo>
                <a:cubicBezTo>
                  <a:pt x="4909185" y="417265"/>
                  <a:pt x="4928235" y="433140"/>
                  <a:pt x="4951730" y="459175"/>
                </a:cubicBezTo>
                <a:cubicBezTo>
                  <a:pt x="4975225" y="485210"/>
                  <a:pt x="4986655" y="501720"/>
                  <a:pt x="4998720" y="529660"/>
                </a:cubicBezTo>
                <a:cubicBezTo>
                  <a:pt x="5010785" y="557600"/>
                  <a:pt x="5006340" y="569665"/>
                  <a:pt x="5010785" y="600145"/>
                </a:cubicBezTo>
                <a:cubicBezTo>
                  <a:pt x="5015230" y="630625"/>
                  <a:pt x="5019675" y="642055"/>
                  <a:pt x="5022215" y="682060"/>
                </a:cubicBezTo>
                <a:cubicBezTo>
                  <a:pt x="5024755" y="722065"/>
                  <a:pt x="5019675" y="762070"/>
                  <a:pt x="5022215" y="799535"/>
                </a:cubicBezTo>
                <a:cubicBezTo>
                  <a:pt x="5024755" y="837000"/>
                  <a:pt x="5031740" y="835095"/>
                  <a:pt x="5034280" y="870020"/>
                </a:cubicBezTo>
                <a:cubicBezTo>
                  <a:pt x="5036820" y="904945"/>
                  <a:pt x="5034280" y="933520"/>
                  <a:pt x="5034280" y="975430"/>
                </a:cubicBezTo>
                <a:cubicBezTo>
                  <a:pt x="5034280" y="1017340"/>
                  <a:pt x="5034280" y="1036390"/>
                  <a:pt x="5034280" y="1080840"/>
                </a:cubicBezTo>
                <a:cubicBezTo>
                  <a:pt x="5034280" y="1125290"/>
                  <a:pt x="5034280" y="1148785"/>
                  <a:pt x="5034280" y="1198315"/>
                </a:cubicBezTo>
                <a:cubicBezTo>
                  <a:pt x="5034280" y="1247845"/>
                  <a:pt x="5034280" y="1275785"/>
                  <a:pt x="5034280" y="1327220"/>
                </a:cubicBezTo>
                <a:cubicBezTo>
                  <a:pt x="5034280" y="1378655"/>
                  <a:pt x="5034280" y="1407230"/>
                  <a:pt x="5034280" y="1456760"/>
                </a:cubicBezTo>
                <a:cubicBezTo>
                  <a:pt x="5034280" y="1506290"/>
                  <a:pt x="5034280" y="1529785"/>
                  <a:pt x="5034280" y="1574235"/>
                </a:cubicBezTo>
                <a:cubicBezTo>
                  <a:pt x="5034280" y="1618685"/>
                  <a:pt x="5034280" y="1642180"/>
                  <a:pt x="5034280" y="1679645"/>
                </a:cubicBezTo>
                <a:cubicBezTo>
                  <a:pt x="5034280" y="1717110"/>
                  <a:pt x="5031740" y="1731080"/>
                  <a:pt x="5034280" y="1761560"/>
                </a:cubicBezTo>
                <a:cubicBezTo>
                  <a:pt x="5036820" y="1792040"/>
                  <a:pt x="5041265" y="1804105"/>
                  <a:pt x="5045710" y="1832045"/>
                </a:cubicBezTo>
                <a:cubicBezTo>
                  <a:pt x="5050155" y="1859985"/>
                  <a:pt x="5053330" y="1874590"/>
                  <a:pt x="5057775" y="1902530"/>
                </a:cubicBezTo>
                <a:cubicBezTo>
                  <a:pt x="5062220" y="1930470"/>
                  <a:pt x="5064760" y="1945075"/>
                  <a:pt x="5069205" y="1973015"/>
                </a:cubicBezTo>
                <a:cubicBezTo>
                  <a:pt x="5073650" y="2000955"/>
                  <a:pt x="5074285" y="2015560"/>
                  <a:pt x="5081270" y="2043500"/>
                </a:cubicBezTo>
                <a:cubicBezTo>
                  <a:pt x="5088255" y="2071440"/>
                  <a:pt x="5100320" y="2086045"/>
                  <a:pt x="5104765" y="2113985"/>
                </a:cubicBezTo>
                <a:cubicBezTo>
                  <a:pt x="5109210" y="2141925"/>
                  <a:pt x="5097780" y="2183835"/>
                  <a:pt x="5104765" y="2183835"/>
                </a:cubicBezTo>
                <a:cubicBezTo>
                  <a:pt x="5111750" y="2183835"/>
                  <a:pt x="5125720" y="2144465"/>
                  <a:pt x="5139690" y="2113985"/>
                </a:cubicBezTo>
                <a:cubicBezTo>
                  <a:pt x="5153660" y="2083505"/>
                  <a:pt x="5163185" y="2064455"/>
                  <a:pt x="5174615" y="2031435"/>
                </a:cubicBezTo>
                <a:cubicBezTo>
                  <a:pt x="5186045" y="1998415"/>
                  <a:pt x="5186045" y="1980000"/>
                  <a:pt x="5198110" y="1949520"/>
                </a:cubicBezTo>
                <a:cubicBezTo>
                  <a:pt x="5210175" y="1919040"/>
                  <a:pt x="5224145" y="1906975"/>
                  <a:pt x="5233670" y="1879035"/>
                </a:cubicBezTo>
                <a:cubicBezTo>
                  <a:pt x="5243195" y="1851095"/>
                  <a:pt x="5238115" y="1839030"/>
                  <a:pt x="5245100" y="1808550"/>
                </a:cubicBezTo>
                <a:cubicBezTo>
                  <a:pt x="5252085" y="1778070"/>
                  <a:pt x="5259070" y="1757115"/>
                  <a:pt x="5268595" y="1726635"/>
                </a:cubicBezTo>
                <a:cubicBezTo>
                  <a:pt x="5278120" y="1696155"/>
                  <a:pt x="5285105" y="1686630"/>
                  <a:pt x="5292090" y="1656150"/>
                </a:cubicBezTo>
                <a:cubicBezTo>
                  <a:pt x="5299075" y="1625670"/>
                  <a:pt x="5299710" y="1607255"/>
                  <a:pt x="5304155" y="1574235"/>
                </a:cubicBezTo>
                <a:cubicBezTo>
                  <a:pt x="5308600" y="1541215"/>
                  <a:pt x="5308600" y="1522165"/>
                  <a:pt x="5315585" y="1491685"/>
                </a:cubicBezTo>
                <a:cubicBezTo>
                  <a:pt x="5322570" y="1461205"/>
                  <a:pt x="5332095" y="1449140"/>
                  <a:pt x="5339080" y="1421200"/>
                </a:cubicBezTo>
                <a:cubicBezTo>
                  <a:pt x="5346065" y="1393260"/>
                  <a:pt x="5346700" y="1383735"/>
                  <a:pt x="5351145" y="1350715"/>
                </a:cubicBezTo>
                <a:cubicBezTo>
                  <a:pt x="5355590" y="1317695"/>
                  <a:pt x="5355590" y="1290390"/>
                  <a:pt x="5362575" y="1257370"/>
                </a:cubicBezTo>
                <a:cubicBezTo>
                  <a:pt x="5369560" y="1224350"/>
                  <a:pt x="5379085" y="1214825"/>
                  <a:pt x="5386070" y="1186885"/>
                </a:cubicBezTo>
                <a:cubicBezTo>
                  <a:pt x="5393055" y="1158945"/>
                  <a:pt x="5393690" y="1144340"/>
                  <a:pt x="5398135" y="1116400"/>
                </a:cubicBezTo>
                <a:cubicBezTo>
                  <a:pt x="5402580" y="1088460"/>
                  <a:pt x="5405120" y="1073855"/>
                  <a:pt x="5409565" y="1045915"/>
                </a:cubicBezTo>
                <a:cubicBezTo>
                  <a:pt x="5414010" y="1017975"/>
                  <a:pt x="5416550" y="1003370"/>
                  <a:pt x="5420995" y="975430"/>
                </a:cubicBezTo>
                <a:cubicBezTo>
                  <a:pt x="5425440" y="947490"/>
                  <a:pt x="5430520" y="932885"/>
                  <a:pt x="5433060" y="904945"/>
                </a:cubicBezTo>
                <a:cubicBezTo>
                  <a:pt x="5435600" y="877005"/>
                  <a:pt x="5433060" y="862400"/>
                  <a:pt x="5433060" y="834460"/>
                </a:cubicBezTo>
                <a:cubicBezTo>
                  <a:pt x="5433060" y="806520"/>
                  <a:pt x="5433060" y="791915"/>
                  <a:pt x="5433060" y="763975"/>
                </a:cubicBezTo>
                <a:cubicBezTo>
                  <a:pt x="5433060" y="736035"/>
                  <a:pt x="5426075" y="724605"/>
                  <a:pt x="5433060" y="694125"/>
                </a:cubicBezTo>
                <a:cubicBezTo>
                  <a:pt x="5440045" y="663645"/>
                  <a:pt x="5461000" y="626815"/>
                  <a:pt x="5467985" y="611575"/>
                </a:cubicBezTo>
              </a:path>
            </a:pathLst>
          </a:custGeom>
          <a:noFill/>
          <a:ln w="38100">
            <a:solidFill>
              <a:srgbClr val="8C64E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Text Box 15"/>
          <p:cNvSpPr txBox="1"/>
          <p:nvPr/>
        </p:nvSpPr>
        <p:spPr>
          <a:xfrm>
            <a:off x="3110230" y="2813050"/>
            <a:ext cx="695325" cy="306705"/>
          </a:xfrm>
          <a:prstGeom prst="rect">
            <a:avLst/>
          </a:prstGeom>
          <a:noFill/>
        </p:spPr>
        <p:txBody>
          <a:bodyPr wrap="square" rtlCol="0">
            <a:spAutoFit/>
          </a:bodyPr>
          <a:p>
            <a:r>
              <a:rPr lang="zh-CN" altLang="en-US" sz="1400">
                <a:latin typeface="Alibaba PuHuiTi 3.0 55 Regular" panose="00020600040101010101" charset="-122"/>
                <a:ea typeface="Alibaba PuHuiTi 3.0 55 Regular" panose="00020600040101010101" charset="-122"/>
              </a:rPr>
              <a:t>振幅</a:t>
            </a:r>
            <a:endParaRPr lang="zh-CN" altLang="en-US" sz="1400">
              <a:latin typeface="Alibaba PuHuiTi 3.0 55 Regular" panose="00020600040101010101" charset="-122"/>
              <a:ea typeface="Alibaba PuHuiTi 3.0 55 Regular" panose="00020600040101010101" charset="-122"/>
            </a:endParaRPr>
          </a:p>
        </p:txBody>
      </p:sp>
      <p:sp>
        <p:nvSpPr>
          <p:cNvPr id="17" name="Text Box 16"/>
          <p:cNvSpPr txBox="1"/>
          <p:nvPr/>
        </p:nvSpPr>
        <p:spPr>
          <a:xfrm>
            <a:off x="854710" y="4104640"/>
            <a:ext cx="1732280" cy="768350"/>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一段声波</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a:p>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r>
              <a:rPr lang="zh-CN" altLang="en-US" sz="2200">
                <a:solidFill>
                  <a:schemeClr val="bg2">
                    <a:lumMod val="50000"/>
                  </a:schemeClr>
                </a:solidFill>
                <a:latin typeface="Alibaba PuHuiTi 3.0 55 Regular" panose="00020600040101010101" charset="-122"/>
                <a:ea typeface="Alibaba PuHuiTi 3.0 55 Regular" panose="00020600040101010101" charset="-122"/>
              </a:rPr>
              <a:t>模拟信号</a:t>
            </a:r>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endParaRPr lang="en-US" altLang="zh-CN"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29" name="Oval 28"/>
          <p:cNvSpPr/>
          <p:nvPr/>
        </p:nvSpPr>
        <p:spPr>
          <a:xfrm>
            <a:off x="302450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Oval 29"/>
          <p:cNvSpPr/>
          <p:nvPr/>
        </p:nvSpPr>
        <p:spPr>
          <a:xfrm>
            <a:off x="3490595" y="336804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394271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2" name="Oval 31"/>
          <p:cNvSpPr/>
          <p:nvPr/>
        </p:nvSpPr>
        <p:spPr>
          <a:xfrm>
            <a:off x="4410075" y="558292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3" name="Oval 32"/>
          <p:cNvSpPr/>
          <p:nvPr/>
        </p:nvSpPr>
        <p:spPr>
          <a:xfrm>
            <a:off x="4854575" y="563816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5314950" y="42691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5" name="Oval 34"/>
          <p:cNvSpPr/>
          <p:nvPr/>
        </p:nvSpPr>
        <p:spPr>
          <a:xfrm>
            <a:off x="5772785" y="34302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6" name="Oval 35"/>
          <p:cNvSpPr/>
          <p:nvPr/>
        </p:nvSpPr>
        <p:spPr>
          <a:xfrm>
            <a:off x="6210935" y="39636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6684645" y="53232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8" name="Oval 37"/>
          <p:cNvSpPr/>
          <p:nvPr/>
        </p:nvSpPr>
        <p:spPr>
          <a:xfrm>
            <a:off x="7590155" y="414718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Oval 38"/>
          <p:cNvSpPr/>
          <p:nvPr/>
        </p:nvSpPr>
        <p:spPr>
          <a:xfrm>
            <a:off x="8034655" y="376364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0" name="Oval 39"/>
          <p:cNvSpPr/>
          <p:nvPr/>
        </p:nvSpPr>
        <p:spPr>
          <a:xfrm>
            <a:off x="8508365" y="382143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1" name="Text Box 40"/>
          <p:cNvSpPr txBox="1"/>
          <p:nvPr/>
        </p:nvSpPr>
        <p:spPr>
          <a:xfrm>
            <a:off x="854710" y="1743710"/>
            <a:ext cx="7654290" cy="306070"/>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采样是在连续的模拟信号中</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每隔一定时间取一个值的过程</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a:p>
            <a:r>
              <a:rPr lang="zh-CN" altLang="en-US" sz="2200">
                <a:solidFill>
                  <a:srgbClr val="FF0000"/>
                </a:solidFill>
                <a:latin typeface="Alibaba PuHuiTi 3.0 55 Regular" panose="00020600040101010101" charset="-122"/>
                <a:ea typeface="Alibaba PuHuiTi 3.0 55 Regular" panose="00020600040101010101" charset="-122"/>
              </a:rPr>
              <a:t>采样频率</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每秒采样次数</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单位</a:t>
            </a:r>
            <a:r>
              <a:rPr lang="en-US" altLang="zh-CN" sz="2200">
                <a:solidFill>
                  <a:srgbClr val="FF0000"/>
                </a:solidFill>
                <a:latin typeface="Alibaba PuHuiTi 3.0 55 Regular" panose="00020600040101010101" charset="-122"/>
                <a:ea typeface="Alibaba PuHuiTi 3.0 55 Regular" panose="00020600040101010101" charset="-122"/>
              </a:rPr>
              <a:t> </a:t>
            </a:r>
            <a:r>
              <a:rPr lang="zh-CN" altLang="en-US" sz="2200">
                <a:solidFill>
                  <a:srgbClr val="FF0000"/>
                </a:solidFill>
                <a:latin typeface="Alibaba PuHuiTi 3.0 55 Regular" panose="00020600040101010101" charset="-122"/>
                <a:ea typeface="Alibaba PuHuiTi 3.0 55 Regular" panose="00020600040101010101" charset="-122"/>
              </a:rPr>
              <a:t>赫兹</a:t>
            </a:r>
            <a:r>
              <a:rPr lang="en-US" altLang="zh-CN" sz="2200">
                <a:solidFill>
                  <a:srgbClr val="FF0000"/>
                </a:solidFill>
                <a:latin typeface="Alibaba PuHuiTi 3.0 55 Regular" panose="00020600040101010101" charset="-122"/>
                <a:ea typeface="Alibaba PuHuiTi 3.0 55 Regular" panose="00020600040101010101" charset="-122"/>
              </a:rPr>
              <a:t>（Hz）</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11" name="Rectangle 10"/>
          <p:cNvSpPr/>
          <p:nvPr/>
        </p:nvSpPr>
        <p:spPr>
          <a:xfrm>
            <a:off x="691515" y="2526030"/>
            <a:ext cx="10886440" cy="4214495"/>
          </a:xfrm>
          <a:prstGeom prst="rect">
            <a:avLst/>
          </a:prstGeom>
          <a:solidFill>
            <a:schemeClr val="bg2">
              <a:lumMod val="10000"/>
              <a:alpha val="80000"/>
            </a:schemeClr>
          </a:solidFill>
          <a:ln w="38100">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itle 1"/>
          <p:cNvSpPr>
            <a:spLocks noGrp="1"/>
          </p:cNvSpPr>
          <p:nvPr>
            <p:custDataLst>
              <p:tags r:id="rId2"/>
            </p:custDataLst>
          </p:nvPr>
        </p:nvSpPr>
        <p:spPr>
          <a:xfrm>
            <a:off x="735330" y="3387725"/>
            <a:ext cx="11054080" cy="705485"/>
          </a:xfrm>
          <a:prstGeom prst="rect">
            <a:avLst/>
          </a:prstGeom>
        </p:spPr>
        <p:txBody>
          <a:bodyPr vert="horz" lIns="90000" tIns="46800" rIns="90000" bIns="46800" rtlCol="0" anchor="ctr" anchorCtr="0">
            <a:no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sz="2445">
                <a:solidFill>
                  <a:schemeClr val="bg1"/>
                </a:solidFill>
              </a:rPr>
              <a:t>问</a:t>
            </a:r>
            <a:r>
              <a:rPr lang="en-US" altLang="zh-CN" sz="2445">
                <a:solidFill>
                  <a:schemeClr val="bg1"/>
                </a:solidFill>
              </a:rPr>
              <a:t>：</a:t>
            </a:r>
            <a:r>
              <a:rPr lang="zh-CN" altLang="en-US" sz="2445">
                <a:solidFill>
                  <a:schemeClr val="bg1"/>
                </a:solidFill>
              </a:rPr>
              <a:t>采样的时间间隔越小</a:t>
            </a:r>
            <a:r>
              <a:rPr lang="en-US" altLang="zh-CN" sz="2445">
                <a:solidFill>
                  <a:schemeClr val="bg1"/>
                </a:solidFill>
              </a:rPr>
              <a:t>，</a:t>
            </a:r>
            <a:r>
              <a:rPr lang="zh-CN" altLang="en-US" sz="2445">
                <a:solidFill>
                  <a:schemeClr val="bg1"/>
                </a:solidFill>
              </a:rPr>
              <a:t>单位时间内采集的样本数量将越少</a:t>
            </a:r>
            <a:r>
              <a:rPr lang="en-US" altLang="zh-CN" sz="2445">
                <a:solidFill>
                  <a:schemeClr val="bg1"/>
                </a:solidFill>
              </a:rPr>
              <a:t>，</a:t>
            </a:r>
            <a:r>
              <a:rPr lang="zh-CN" altLang="en-US" sz="2445">
                <a:solidFill>
                  <a:schemeClr val="bg1"/>
                </a:solidFill>
              </a:rPr>
              <a:t>对吗</a:t>
            </a:r>
            <a:r>
              <a:rPr lang="en-US" altLang="zh-CN" sz="2445">
                <a:solidFill>
                  <a:schemeClr val="bg1"/>
                </a:solidFill>
              </a:rPr>
              <a:t>？</a:t>
            </a:r>
            <a:endParaRPr lang="en-US" altLang="zh-CN" sz="2445">
              <a:solidFill>
                <a:schemeClr val="bg1"/>
              </a:solidFill>
            </a:endParaRPr>
          </a:p>
        </p:txBody>
      </p:sp>
      <p:sp>
        <p:nvSpPr>
          <p:cNvPr id="45" name="Title 1"/>
          <p:cNvSpPr>
            <a:spLocks noGrp="1"/>
          </p:cNvSpPr>
          <p:nvPr>
            <p:custDataLst>
              <p:tags r:id="rId3"/>
            </p:custDataLst>
          </p:nvPr>
        </p:nvSpPr>
        <p:spPr>
          <a:xfrm>
            <a:off x="735330" y="4104640"/>
            <a:ext cx="10366375" cy="705485"/>
          </a:xfrm>
          <a:prstGeom prst="rect">
            <a:avLst/>
          </a:prstGeom>
        </p:spPr>
        <p:txBody>
          <a:bodyPr vert="horz" lIns="90000" tIns="46800" rIns="90000" bIns="46800" rtlCol="0" anchor="ctr" anchorCtr="0">
            <a:no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sz="2445">
                <a:solidFill>
                  <a:schemeClr val="bg1"/>
                </a:solidFill>
              </a:rPr>
              <a:t>错误</a:t>
            </a:r>
            <a:r>
              <a:rPr lang="en-US" altLang="zh-CN" sz="2445">
                <a:solidFill>
                  <a:schemeClr val="bg1"/>
                </a:solidFill>
              </a:rPr>
              <a:t>！</a:t>
            </a:r>
            <a:endParaRPr lang="en-US" altLang="zh-CN" sz="2445">
              <a:solidFill>
                <a:schemeClr val="bg1"/>
              </a:solidFill>
            </a:endParaRPr>
          </a:p>
        </p:txBody>
      </p:sp>
    </p:spTree>
    <p:custDataLst>
      <p:tags r:id="rId4"/>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4" name="Straight Connector 3"/>
          <p:cNvCxnSpPr/>
          <p:nvPr/>
        </p:nvCxnSpPr>
        <p:spPr>
          <a:xfrm>
            <a:off x="35572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8" name="Straight Connector 17"/>
          <p:cNvCxnSpPr/>
          <p:nvPr/>
        </p:nvCxnSpPr>
        <p:spPr>
          <a:xfrm>
            <a:off x="40132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9" name="Straight Connector 18"/>
          <p:cNvCxnSpPr/>
          <p:nvPr/>
        </p:nvCxnSpPr>
        <p:spPr>
          <a:xfrm>
            <a:off x="446913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a:off x="492506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538099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583692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629285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674878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720471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6" name="Straight Connector 25"/>
          <p:cNvCxnSpPr/>
          <p:nvPr/>
        </p:nvCxnSpPr>
        <p:spPr>
          <a:xfrm>
            <a:off x="766064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a:off x="81165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8" name="Straight Connector 27"/>
          <p:cNvCxnSpPr/>
          <p:nvPr/>
        </p:nvCxnSpPr>
        <p:spPr>
          <a:xfrm>
            <a:off x="85725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p>
            <a:r>
              <a:rPr lang="zh-CN" altLang="en-US"/>
              <a:t>如何将模拟信号转换为数字信号</a:t>
            </a:r>
            <a:r>
              <a:rPr lang="en-US" altLang="zh-CN"/>
              <a:t>？</a:t>
            </a:r>
            <a:endParaRPr lang="en-US" altLang="zh-CN"/>
          </a:p>
        </p:txBody>
      </p:sp>
      <p:sp>
        <p:nvSpPr>
          <p:cNvPr id="5" name="Text Box 4"/>
          <p:cNvSpPr txBox="1"/>
          <p:nvPr/>
        </p:nvSpPr>
        <p:spPr>
          <a:xfrm>
            <a:off x="691515" y="1313815"/>
            <a:ext cx="2547620" cy="429895"/>
          </a:xfrm>
          <a:prstGeom prst="rect">
            <a:avLst/>
          </a:prstGeom>
          <a:noFill/>
        </p:spPr>
        <p:txBody>
          <a:bodyPr wrap="square" rtlCol="0">
            <a:spAutoFit/>
          </a:bodyPr>
          <a:p>
            <a:r>
              <a:rPr lang="en-US" altLang="zh-CN" sz="2200">
                <a:solidFill>
                  <a:srgbClr val="FF0000"/>
                </a:solidFill>
                <a:latin typeface="Alibaba PuHuiTi 3.0 55 Regular" panose="00020600040101010101" charset="-122"/>
                <a:ea typeface="Alibaba PuHuiTi 3.0 55 Regular" panose="00020600040101010101" charset="-122"/>
              </a:rPr>
              <a:t>1. </a:t>
            </a:r>
            <a:r>
              <a:rPr lang="zh-CN" altLang="en-US" sz="2200">
                <a:solidFill>
                  <a:srgbClr val="FF0000"/>
                </a:solidFill>
                <a:latin typeface="Alibaba PuHuiTi 3.0 55 Regular" panose="00020600040101010101" charset="-122"/>
                <a:ea typeface="Alibaba PuHuiTi 3.0 55 Regular" panose="00020600040101010101" charset="-122"/>
              </a:rPr>
              <a:t>采样</a:t>
            </a:r>
            <a:r>
              <a:rPr lang="en-US" altLang="zh-CN" sz="2200">
                <a:solidFill>
                  <a:srgbClr val="FF0000"/>
                </a:solidFill>
                <a:latin typeface="Alibaba PuHuiTi 3.0 55 Regular" panose="00020600040101010101" charset="-122"/>
                <a:ea typeface="Alibaba PuHuiTi 3.0 55 Regular" panose="00020600040101010101" charset="-122"/>
              </a:rPr>
              <a:t> Sampling</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6" name="Text Box 5"/>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7" name="Text Box 6"/>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9" name="Straight Connector 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8" name="Straight Connector 7"/>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10" name="Straight Connector 9"/>
          <p:cNvCxnSpPr/>
          <p:nvPr/>
        </p:nvCxnSpPr>
        <p:spPr>
          <a:xfrm flipH="1">
            <a:off x="3100070" y="6254115"/>
            <a:ext cx="605663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7" name="Straight Connector 56"/>
          <p:cNvCxnSpPr/>
          <p:nvPr/>
        </p:nvCxnSpPr>
        <p:spPr>
          <a:xfrm>
            <a:off x="3101340" y="2600960"/>
            <a:ext cx="0" cy="3940175"/>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sp>
        <p:nvSpPr>
          <p:cNvPr id="66" name="Text Box 65"/>
          <p:cNvSpPr txBox="1"/>
          <p:nvPr/>
        </p:nvSpPr>
        <p:spPr>
          <a:xfrm>
            <a:off x="8874125" y="590232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sp>
        <p:nvSpPr>
          <p:cNvPr id="13" name="Text Box 12"/>
          <p:cNvSpPr txBox="1"/>
          <p:nvPr/>
        </p:nvSpPr>
        <p:spPr>
          <a:xfrm>
            <a:off x="2479040" y="2997200"/>
            <a:ext cx="55435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f(t)</a:t>
            </a:r>
            <a:endParaRPr lang="en-US" sz="1400">
              <a:latin typeface="Alibaba PuHuiTi 3.0 55 Regular" panose="00020600040101010101" charset="-122"/>
              <a:ea typeface="Alibaba PuHuiTi 3.0 55 Regular" panose="00020600040101010101" charset="-122"/>
            </a:endParaRPr>
          </a:p>
        </p:txBody>
      </p:sp>
      <p:sp>
        <p:nvSpPr>
          <p:cNvPr id="15" name="Freeform 14"/>
          <p:cNvSpPr/>
          <p:nvPr/>
        </p:nvSpPr>
        <p:spPr>
          <a:xfrm>
            <a:off x="3101975" y="3260090"/>
            <a:ext cx="5467985" cy="2519045"/>
          </a:xfrm>
          <a:custGeom>
            <a:avLst/>
            <a:gdLst>
              <a:gd name="connisteX0" fmla="*/ 0 w 5467985"/>
              <a:gd name="connsiteY0" fmla="*/ 1233874 h 2518737"/>
              <a:gd name="connisteX1" fmla="*/ 12065 w 5467985"/>
              <a:gd name="connsiteY1" fmla="*/ 1127829 h 2518737"/>
              <a:gd name="connisteX2" fmla="*/ 46990 w 5467985"/>
              <a:gd name="connsiteY2" fmla="*/ 1033849 h 2518737"/>
              <a:gd name="connisteX3" fmla="*/ 70485 w 5467985"/>
              <a:gd name="connsiteY3" fmla="*/ 940504 h 2518737"/>
              <a:gd name="connisteX4" fmla="*/ 105410 w 5467985"/>
              <a:gd name="connsiteY4" fmla="*/ 857954 h 2518737"/>
              <a:gd name="connisteX5" fmla="*/ 140970 w 5467985"/>
              <a:gd name="connsiteY5" fmla="*/ 787469 h 2518737"/>
              <a:gd name="connisteX6" fmla="*/ 164465 w 5467985"/>
              <a:gd name="connsiteY6" fmla="*/ 717619 h 2518737"/>
              <a:gd name="connisteX7" fmla="*/ 199390 w 5467985"/>
              <a:gd name="connsiteY7" fmla="*/ 623639 h 2518737"/>
              <a:gd name="connisteX8" fmla="*/ 246380 w 5467985"/>
              <a:gd name="connsiteY8" fmla="*/ 529659 h 2518737"/>
              <a:gd name="connisteX9" fmla="*/ 305435 w 5467985"/>
              <a:gd name="connsiteY9" fmla="*/ 447744 h 2518737"/>
              <a:gd name="connisteX10" fmla="*/ 363855 w 5467985"/>
              <a:gd name="connsiteY10" fmla="*/ 353764 h 2518737"/>
              <a:gd name="connisteX11" fmla="*/ 410845 w 5467985"/>
              <a:gd name="connsiteY11" fmla="*/ 271214 h 2518737"/>
              <a:gd name="connisteX12" fmla="*/ 445770 w 5467985"/>
              <a:gd name="connsiteY12" fmla="*/ 177234 h 2518737"/>
              <a:gd name="connisteX13" fmla="*/ 481330 w 5467985"/>
              <a:gd name="connsiteY13" fmla="*/ 107384 h 2518737"/>
              <a:gd name="connisteX14" fmla="*/ 528320 w 5467985"/>
              <a:gd name="connsiteY14" fmla="*/ 36899 h 2518737"/>
              <a:gd name="connisteX15" fmla="*/ 598805 w 5467985"/>
              <a:gd name="connsiteY15" fmla="*/ 1339 h 2518737"/>
              <a:gd name="connisteX16" fmla="*/ 645160 w 5467985"/>
              <a:gd name="connsiteY16" fmla="*/ 71824 h 2518737"/>
              <a:gd name="connisteX17" fmla="*/ 668655 w 5467985"/>
              <a:gd name="connsiteY17" fmla="*/ 154374 h 2518737"/>
              <a:gd name="connisteX18" fmla="*/ 680720 w 5467985"/>
              <a:gd name="connsiteY18" fmla="*/ 224224 h 2518737"/>
              <a:gd name="connisteX19" fmla="*/ 692150 w 5467985"/>
              <a:gd name="connsiteY19" fmla="*/ 318204 h 2518737"/>
              <a:gd name="connisteX20" fmla="*/ 704215 w 5467985"/>
              <a:gd name="connsiteY20" fmla="*/ 424249 h 2518737"/>
              <a:gd name="connisteX21" fmla="*/ 704215 w 5467985"/>
              <a:gd name="connsiteY21" fmla="*/ 494099 h 2518737"/>
              <a:gd name="connisteX22" fmla="*/ 715645 w 5467985"/>
              <a:gd name="connsiteY22" fmla="*/ 564584 h 2518737"/>
              <a:gd name="connisteX23" fmla="*/ 727710 w 5467985"/>
              <a:gd name="connsiteY23" fmla="*/ 658564 h 2518737"/>
              <a:gd name="connisteX24" fmla="*/ 751205 w 5467985"/>
              <a:gd name="connsiteY24" fmla="*/ 729049 h 2518737"/>
              <a:gd name="connisteX25" fmla="*/ 762635 w 5467985"/>
              <a:gd name="connsiteY25" fmla="*/ 810964 h 2518737"/>
              <a:gd name="connisteX26" fmla="*/ 786130 w 5467985"/>
              <a:gd name="connsiteY26" fmla="*/ 881449 h 2518737"/>
              <a:gd name="connisteX27" fmla="*/ 798195 w 5467985"/>
              <a:gd name="connsiteY27" fmla="*/ 951934 h 2518737"/>
              <a:gd name="connisteX28" fmla="*/ 821690 w 5467985"/>
              <a:gd name="connsiteY28" fmla="*/ 1033849 h 2518737"/>
              <a:gd name="connisteX29" fmla="*/ 845185 w 5467985"/>
              <a:gd name="connsiteY29" fmla="*/ 1116399 h 2518737"/>
              <a:gd name="connisteX30" fmla="*/ 868680 w 5467985"/>
              <a:gd name="connsiteY30" fmla="*/ 1186884 h 2518737"/>
              <a:gd name="connisteX31" fmla="*/ 880110 w 5467985"/>
              <a:gd name="connsiteY31" fmla="*/ 1257369 h 2518737"/>
              <a:gd name="connisteX32" fmla="*/ 915035 w 5467985"/>
              <a:gd name="connsiteY32" fmla="*/ 1339284 h 2518737"/>
              <a:gd name="connisteX33" fmla="*/ 938530 w 5467985"/>
              <a:gd name="connsiteY33" fmla="*/ 1409769 h 2518737"/>
              <a:gd name="connisteX34" fmla="*/ 962025 w 5467985"/>
              <a:gd name="connsiteY34" fmla="*/ 1491684 h 2518737"/>
              <a:gd name="connisteX35" fmla="*/ 985520 w 5467985"/>
              <a:gd name="connsiteY35" fmla="*/ 1562169 h 2518737"/>
              <a:gd name="connisteX36" fmla="*/ 1009015 w 5467985"/>
              <a:gd name="connsiteY36" fmla="*/ 1632654 h 2518737"/>
              <a:gd name="connisteX37" fmla="*/ 1044575 w 5467985"/>
              <a:gd name="connsiteY37" fmla="*/ 1703139 h 2518737"/>
              <a:gd name="connisteX38" fmla="*/ 1068070 w 5467985"/>
              <a:gd name="connsiteY38" fmla="*/ 1808549 h 2518737"/>
              <a:gd name="connisteX39" fmla="*/ 1102995 w 5467985"/>
              <a:gd name="connsiteY39" fmla="*/ 1902529 h 2518737"/>
              <a:gd name="connisteX40" fmla="*/ 1138555 w 5467985"/>
              <a:gd name="connsiteY40" fmla="*/ 1996509 h 2518737"/>
              <a:gd name="connisteX41" fmla="*/ 1173480 w 5467985"/>
              <a:gd name="connsiteY41" fmla="*/ 2090489 h 2518737"/>
              <a:gd name="connisteX42" fmla="*/ 1208405 w 5467985"/>
              <a:gd name="connsiteY42" fmla="*/ 2160339 h 2518737"/>
              <a:gd name="connisteX43" fmla="*/ 1243965 w 5467985"/>
              <a:gd name="connsiteY43" fmla="*/ 2230824 h 2518737"/>
              <a:gd name="connisteX44" fmla="*/ 1278890 w 5467985"/>
              <a:gd name="connsiteY44" fmla="*/ 2301309 h 2518737"/>
              <a:gd name="connisteX45" fmla="*/ 1325880 w 5467985"/>
              <a:gd name="connsiteY45" fmla="*/ 2371794 h 2518737"/>
              <a:gd name="connisteX46" fmla="*/ 1396365 w 5467985"/>
              <a:gd name="connsiteY46" fmla="*/ 2395289 h 2518737"/>
              <a:gd name="connisteX47" fmla="*/ 1466850 w 5467985"/>
              <a:gd name="connsiteY47" fmla="*/ 2453709 h 2518737"/>
              <a:gd name="connisteX48" fmla="*/ 1537335 w 5467985"/>
              <a:gd name="connsiteY48" fmla="*/ 2512764 h 2518737"/>
              <a:gd name="connisteX49" fmla="*/ 1619250 w 5467985"/>
              <a:gd name="connsiteY49" fmla="*/ 2512764 h 2518737"/>
              <a:gd name="connisteX50" fmla="*/ 1713230 w 5467985"/>
              <a:gd name="connsiteY50" fmla="*/ 2500699 h 2518737"/>
              <a:gd name="connisteX51" fmla="*/ 1783715 w 5467985"/>
              <a:gd name="connsiteY51" fmla="*/ 2477204 h 2518737"/>
              <a:gd name="connisteX52" fmla="*/ 1854200 w 5467985"/>
              <a:gd name="connsiteY52" fmla="*/ 2442279 h 2518737"/>
              <a:gd name="connisteX53" fmla="*/ 1912620 w 5467985"/>
              <a:gd name="connsiteY53" fmla="*/ 2348299 h 2518737"/>
              <a:gd name="connisteX54" fmla="*/ 1948180 w 5467985"/>
              <a:gd name="connsiteY54" fmla="*/ 2254319 h 2518737"/>
              <a:gd name="connisteX55" fmla="*/ 1983105 w 5467985"/>
              <a:gd name="connsiteY55" fmla="*/ 2148909 h 2518737"/>
              <a:gd name="connisteX56" fmla="*/ 1995170 w 5467985"/>
              <a:gd name="connsiteY56" fmla="*/ 2078424 h 2518737"/>
              <a:gd name="connisteX57" fmla="*/ 2018030 w 5467985"/>
              <a:gd name="connsiteY57" fmla="*/ 1996509 h 2518737"/>
              <a:gd name="connisteX58" fmla="*/ 2065020 w 5467985"/>
              <a:gd name="connsiteY58" fmla="*/ 1855539 h 2518737"/>
              <a:gd name="connisteX59" fmla="*/ 2088515 w 5467985"/>
              <a:gd name="connsiteY59" fmla="*/ 1785054 h 2518737"/>
              <a:gd name="connisteX60" fmla="*/ 2112010 w 5467985"/>
              <a:gd name="connsiteY60" fmla="*/ 1691074 h 2518737"/>
              <a:gd name="connisteX61" fmla="*/ 2135505 w 5467985"/>
              <a:gd name="connsiteY61" fmla="*/ 1620589 h 2518737"/>
              <a:gd name="connisteX62" fmla="*/ 2159000 w 5467985"/>
              <a:gd name="connsiteY62" fmla="*/ 1538674 h 2518737"/>
              <a:gd name="connisteX63" fmla="*/ 2171065 w 5467985"/>
              <a:gd name="connsiteY63" fmla="*/ 1468189 h 2518737"/>
              <a:gd name="connisteX64" fmla="*/ 2194560 w 5467985"/>
              <a:gd name="connsiteY64" fmla="*/ 1386274 h 2518737"/>
              <a:gd name="connisteX65" fmla="*/ 2218055 w 5467985"/>
              <a:gd name="connsiteY65" fmla="*/ 1303724 h 2518737"/>
              <a:gd name="connisteX66" fmla="*/ 2229485 w 5467985"/>
              <a:gd name="connsiteY66" fmla="*/ 1233874 h 2518737"/>
              <a:gd name="connisteX67" fmla="*/ 2265045 w 5467985"/>
              <a:gd name="connsiteY67" fmla="*/ 1092904 h 2518737"/>
              <a:gd name="connisteX68" fmla="*/ 2288540 w 5467985"/>
              <a:gd name="connsiteY68" fmla="*/ 1010989 h 2518737"/>
              <a:gd name="connisteX69" fmla="*/ 2323465 w 5467985"/>
              <a:gd name="connsiteY69" fmla="*/ 904944 h 2518737"/>
              <a:gd name="connisteX70" fmla="*/ 2358390 w 5467985"/>
              <a:gd name="connsiteY70" fmla="*/ 799534 h 2518737"/>
              <a:gd name="connisteX71" fmla="*/ 2393950 w 5467985"/>
              <a:gd name="connsiteY71" fmla="*/ 705554 h 2518737"/>
              <a:gd name="connisteX72" fmla="*/ 2417445 w 5467985"/>
              <a:gd name="connsiteY72" fmla="*/ 635069 h 2518737"/>
              <a:gd name="connisteX73" fmla="*/ 2440940 w 5467985"/>
              <a:gd name="connsiteY73" fmla="*/ 564584 h 2518737"/>
              <a:gd name="connisteX74" fmla="*/ 2475865 w 5467985"/>
              <a:gd name="connsiteY74" fmla="*/ 482669 h 2518737"/>
              <a:gd name="connisteX75" fmla="*/ 2499360 w 5467985"/>
              <a:gd name="connsiteY75" fmla="*/ 412184 h 2518737"/>
              <a:gd name="connisteX76" fmla="*/ 2534920 w 5467985"/>
              <a:gd name="connsiteY76" fmla="*/ 318204 h 2518737"/>
              <a:gd name="connisteX77" fmla="*/ 2569845 w 5467985"/>
              <a:gd name="connsiteY77" fmla="*/ 247719 h 2518737"/>
              <a:gd name="connisteX78" fmla="*/ 2651760 w 5467985"/>
              <a:gd name="connsiteY78" fmla="*/ 224224 h 2518737"/>
              <a:gd name="connisteX79" fmla="*/ 2722245 w 5467985"/>
              <a:gd name="connsiteY79" fmla="*/ 224224 h 2518737"/>
              <a:gd name="connisteX80" fmla="*/ 2792730 w 5467985"/>
              <a:gd name="connsiteY80" fmla="*/ 247719 h 2518737"/>
              <a:gd name="connisteX81" fmla="*/ 2874645 w 5467985"/>
              <a:gd name="connsiteY81" fmla="*/ 271214 h 2518737"/>
              <a:gd name="connisteX82" fmla="*/ 2945130 w 5467985"/>
              <a:gd name="connsiteY82" fmla="*/ 306774 h 2518737"/>
              <a:gd name="connisteX83" fmla="*/ 3015615 w 5467985"/>
              <a:gd name="connsiteY83" fmla="*/ 330269 h 2518737"/>
              <a:gd name="connisteX84" fmla="*/ 3062605 w 5467985"/>
              <a:gd name="connsiteY84" fmla="*/ 400754 h 2518737"/>
              <a:gd name="connisteX85" fmla="*/ 3074670 w 5467985"/>
              <a:gd name="connsiteY85" fmla="*/ 470604 h 2518737"/>
              <a:gd name="connisteX86" fmla="*/ 3109595 w 5467985"/>
              <a:gd name="connsiteY86" fmla="*/ 600144 h 2518737"/>
              <a:gd name="connisteX87" fmla="*/ 3156585 w 5467985"/>
              <a:gd name="connsiteY87" fmla="*/ 740479 h 2518737"/>
              <a:gd name="connisteX88" fmla="*/ 3191510 w 5467985"/>
              <a:gd name="connsiteY88" fmla="*/ 810964 h 2518737"/>
              <a:gd name="connisteX89" fmla="*/ 3215005 w 5467985"/>
              <a:gd name="connsiteY89" fmla="*/ 904944 h 2518737"/>
              <a:gd name="connisteX90" fmla="*/ 3227070 w 5467985"/>
              <a:gd name="connsiteY90" fmla="*/ 998924 h 2518737"/>
              <a:gd name="connisteX91" fmla="*/ 3250565 w 5467985"/>
              <a:gd name="connsiteY91" fmla="*/ 1092904 h 2518737"/>
              <a:gd name="connisteX92" fmla="*/ 3261995 w 5467985"/>
              <a:gd name="connsiteY92" fmla="*/ 1174819 h 2518737"/>
              <a:gd name="connisteX93" fmla="*/ 3274060 w 5467985"/>
              <a:gd name="connsiteY93" fmla="*/ 1245304 h 2518737"/>
              <a:gd name="connisteX94" fmla="*/ 3297555 w 5467985"/>
              <a:gd name="connsiteY94" fmla="*/ 1339284 h 2518737"/>
              <a:gd name="connisteX95" fmla="*/ 3308985 w 5467985"/>
              <a:gd name="connsiteY95" fmla="*/ 1409769 h 2518737"/>
              <a:gd name="connisteX96" fmla="*/ 3321050 w 5467985"/>
              <a:gd name="connsiteY96" fmla="*/ 1480254 h 2518737"/>
              <a:gd name="connisteX97" fmla="*/ 3332480 w 5467985"/>
              <a:gd name="connsiteY97" fmla="*/ 1550739 h 2518737"/>
              <a:gd name="connisteX98" fmla="*/ 3344545 w 5467985"/>
              <a:gd name="connsiteY98" fmla="*/ 1620589 h 2518737"/>
              <a:gd name="connisteX99" fmla="*/ 3379470 w 5467985"/>
              <a:gd name="connsiteY99" fmla="*/ 1714569 h 2518737"/>
              <a:gd name="connisteX100" fmla="*/ 3415030 w 5467985"/>
              <a:gd name="connsiteY100" fmla="*/ 1797119 h 2518737"/>
              <a:gd name="connisteX101" fmla="*/ 3449955 w 5467985"/>
              <a:gd name="connsiteY101" fmla="*/ 1866969 h 2518737"/>
              <a:gd name="connisteX102" fmla="*/ 3484880 w 5467985"/>
              <a:gd name="connsiteY102" fmla="*/ 1949519 h 2518737"/>
              <a:gd name="connisteX103" fmla="*/ 3531870 w 5467985"/>
              <a:gd name="connsiteY103" fmla="*/ 2020004 h 2518737"/>
              <a:gd name="connisteX104" fmla="*/ 3590925 w 5467985"/>
              <a:gd name="connsiteY104" fmla="*/ 2090489 h 2518737"/>
              <a:gd name="connisteX105" fmla="*/ 3661410 w 5467985"/>
              <a:gd name="connsiteY105" fmla="*/ 2172404 h 2518737"/>
              <a:gd name="connisteX106" fmla="*/ 3708400 w 5467985"/>
              <a:gd name="connsiteY106" fmla="*/ 2242889 h 2518737"/>
              <a:gd name="connisteX107" fmla="*/ 3766820 w 5467985"/>
              <a:gd name="connsiteY107" fmla="*/ 2313374 h 2518737"/>
              <a:gd name="connisteX108" fmla="*/ 3837305 w 5467985"/>
              <a:gd name="connsiteY108" fmla="*/ 2360364 h 2518737"/>
              <a:gd name="connisteX109" fmla="*/ 3907790 w 5467985"/>
              <a:gd name="connsiteY109" fmla="*/ 2395289 h 2518737"/>
              <a:gd name="connisteX110" fmla="*/ 3978275 w 5467985"/>
              <a:gd name="connsiteY110" fmla="*/ 2395289 h 2518737"/>
              <a:gd name="connisteX111" fmla="*/ 4083685 w 5467985"/>
              <a:gd name="connsiteY111" fmla="*/ 2348299 h 2518737"/>
              <a:gd name="connisteX112" fmla="*/ 4130675 w 5467985"/>
              <a:gd name="connsiteY112" fmla="*/ 2277814 h 2518737"/>
              <a:gd name="connisteX113" fmla="*/ 4189095 w 5467985"/>
              <a:gd name="connsiteY113" fmla="*/ 2207329 h 2518737"/>
              <a:gd name="connisteX114" fmla="*/ 4271645 w 5467985"/>
              <a:gd name="connsiteY114" fmla="*/ 2125414 h 2518737"/>
              <a:gd name="connisteX115" fmla="*/ 4330065 w 5467985"/>
              <a:gd name="connsiteY115" fmla="*/ 2020004 h 2518737"/>
              <a:gd name="connisteX116" fmla="*/ 4377055 w 5467985"/>
              <a:gd name="connsiteY116" fmla="*/ 1937454 h 2518737"/>
              <a:gd name="connisteX117" fmla="*/ 4411980 w 5467985"/>
              <a:gd name="connsiteY117" fmla="*/ 1855539 h 2518737"/>
              <a:gd name="connisteX118" fmla="*/ 4424045 w 5467985"/>
              <a:gd name="connsiteY118" fmla="*/ 1785054 h 2518737"/>
              <a:gd name="connisteX119" fmla="*/ 4424045 w 5467985"/>
              <a:gd name="connsiteY119" fmla="*/ 1714569 h 2518737"/>
              <a:gd name="connisteX120" fmla="*/ 4435475 w 5467985"/>
              <a:gd name="connsiteY120" fmla="*/ 1620589 h 2518737"/>
              <a:gd name="connisteX121" fmla="*/ 4435475 w 5467985"/>
              <a:gd name="connsiteY121" fmla="*/ 1527244 h 2518737"/>
              <a:gd name="connisteX122" fmla="*/ 4435475 w 5467985"/>
              <a:gd name="connsiteY122" fmla="*/ 1456759 h 2518737"/>
              <a:gd name="connisteX123" fmla="*/ 4447540 w 5467985"/>
              <a:gd name="connsiteY123" fmla="*/ 1386274 h 2518737"/>
              <a:gd name="connisteX124" fmla="*/ 4458970 w 5467985"/>
              <a:gd name="connsiteY124" fmla="*/ 1280864 h 2518737"/>
              <a:gd name="connisteX125" fmla="*/ 4471035 w 5467985"/>
              <a:gd name="connsiteY125" fmla="*/ 1198314 h 2518737"/>
              <a:gd name="connisteX126" fmla="*/ 4482465 w 5467985"/>
              <a:gd name="connsiteY126" fmla="*/ 1127829 h 2518737"/>
              <a:gd name="connisteX127" fmla="*/ 4505960 w 5467985"/>
              <a:gd name="connsiteY127" fmla="*/ 1057344 h 2518737"/>
              <a:gd name="connisteX128" fmla="*/ 4541520 w 5467985"/>
              <a:gd name="connsiteY128" fmla="*/ 987494 h 2518737"/>
              <a:gd name="connisteX129" fmla="*/ 4565015 w 5467985"/>
              <a:gd name="connsiteY129" fmla="*/ 904944 h 2518737"/>
              <a:gd name="connisteX130" fmla="*/ 4587875 w 5467985"/>
              <a:gd name="connsiteY130" fmla="*/ 823029 h 2518737"/>
              <a:gd name="connisteX131" fmla="*/ 4611370 w 5467985"/>
              <a:gd name="connsiteY131" fmla="*/ 740479 h 2518737"/>
              <a:gd name="connisteX132" fmla="*/ 4646930 w 5467985"/>
              <a:gd name="connsiteY132" fmla="*/ 647134 h 2518737"/>
              <a:gd name="connisteX133" fmla="*/ 4693920 w 5467985"/>
              <a:gd name="connsiteY133" fmla="*/ 564584 h 2518737"/>
              <a:gd name="connisteX134" fmla="*/ 4717415 w 5467985"/>
              <a:gd name="connsiteY134" fmla="*/ 482669 h 2518737"/>
              <a:gd name="connisteX135" fmla="*/ 4740910 w 5467985"/>
              <a:gd name="connsiteY135" fmla="*/ 412184 h 2518737"/>
              <a:gd name="connisteX136" fmla="*/ 4811395 w 5467985"/>
              <a:gd name="connsiteY136" fmla="*/ 377259 h 2518737"/>
              <a:gd name="connisteX137" fmla="*/ 4881245 w 5467985"/>
              <a:gd name="connsiteY137" fmla="*/ 400754 h 2518737"/>
              <a:gd name="connisteX138" fmla="*/ 4951730 w 5467985"/>
              <a:gd name="connsiteY138" fmla="*/ 459174 h 2518737"/>
              <a:gd name="connisteX139" fmla="*/ 4998720 w 5467985"/>
              <a:gd name="connsiteY139" fmla="*/ 529659 h 2518737"/>
              <a:gd name="connisteX140" fmla="*/ 5010785 w 5467985"/>
              <a:gd name="connsiteY140" fmla="*/ 600144 h 2518737"/>
              <a:gd name="connisteX141" fmla="*/ 5022215 w 5467985"/>
              <a:gd name="connsiteY141" fmla="*/ 682059 h 2518737"/>
              <a:gd name="connisteX142" fmla="*/ 5022215 w 5467985"/>
              <a:gd name="connsiteY142" fmla="*/ 799534 h 2518737"/>
              <a:gd name="connisteX143" fmla="*/ 5034280 w 5467985"/>
              <a:gd name="connsiteY143" fmla="*/ 870019 h 2518737"/>
              <a:gd name="connisteX144" fmla="*/ 5034280 w 5467985"/>
              <a:gd name="connsiteY144" fmla="*/ 975429 h 2518737"/>
              <a:gd name="connisteX145" fmla="*/ 5034280 w 5467985"/>
              <a:gd name="connsiteY145" fmla="*/ 1080839 h 2518737"/>
              <a:gd name="connisteX146" fmla="*/ 5034280 w 5467985"/>
              <a:gd name="connsiteY146" fmla="*/ 1198314 h 2518737"/>
              <a:gd name="connisteX147" fmla="*/ 5034280 w 5467985"/>
              <a:gd name="connsiteY147" fmla="*/ 1327219 h 2518737"/>
              <a:gd name="connisteX148" fmla="*/ 5034280 w 5467985"/>
              <a:gd name="connsiteY148" fmla="*/ 1456759 h 2518737"/>
              <a:gd name="connisteX149" fmla="*/ 5034280 w 5467985"/>
              <a:gd name="connsiteY149" fmla="*/ 1574234 h 2518737"/>
              <a:gd name="connisteX150" fmla="*/ 5034280 w 5467985"/>
              <a:gd name="connsiteY150" fmla="*/ 1679644 h 2518737"/>
              <a:gd name="connisteX151" fmla="*/ 5034280 w 5467985"/>
              <a:gd name="connsiteY151" fmla="*/ 1761559 h 2518737"/>
              <a:gd name="connisteX152" fmla="*/ 5045710 w 5467985"/>
              <a:gd name="connsiteY152" fmla="*/ 1832044 h 2518737"/>
              <a:gd name="connisteX153" fmla="*/ 5057775 w 5467985"/>
              <a:gd name="connsiteY153" fmla="*/ 1902529 h 2518737"/>
              <a:gd name="connisteX154" fmla="*/ 5069205 w 5467985"/>
              <a:gd name="connsiteY154" fmla="*/ 1973014 h 2518737"/>
              <a:gd name="connisteX155" fmla="*/ 5081270 w 5467985"/>
              <a:gd name="connsiteY155" fmla="*/ 2043499 h 2518737"/>
              <a:gd name="connisteX156" fmla="*/ 5104765 w 5467985"/>
              <a:gd name="connsiteY156" fmla="*/ 2113984 h 2518737"/>
              <a:gd name="connisteX157" fmla="*/ 5104765 w 5467985"/>
              <a:gd name="connsiteY157" fmla="*/ 2183834 h 2518737"/>
              <a:gd name="connisteX158" fmla="*/ 5139690 w 5467985"/>
              <a:gd name="connsiteY158" fmla="*/ 2113984 h 2518737"/>
              <a:gd name="connisteX159" fmla="*/ 5174615 w 5467985"/>
              <a:gd name="connsiteY159" fmla="*/ 2031434 h 2518737"/>
              <a:gd name="connisteX160" fmla="*/ 5198110 w 5467985"/>
              <a:gd name="connsiteY160" fmla="*/ 1949519 h 2518737"/>
              <a:gd name="connisteX161" fmla="*/ 5233670 w 5467985"/>
              <a:gd name="connsiteY161" fmla="*/ 1879034 h 2518737"/>
              <a:gd name="connisteX162" fmla="*/ 5245100 w 5467985"/>
              <a:gd name="connsiteY162" fmla="*/ 1808549 h 2518737"/>
              <a:gd name="connisteX163" fmla="*/ 5268595 w 5467985"/>
              <a:gd name="connsiteY163" fmla="*/ 1726634 h 2518737"/>
              <a:gd name="connisteX164" fmla="*/ 5292090 w 5467985"/>
              <a:gd name="connsiteY164" fmla="*/ 1656149 h 2518737"/>
              <a:gd name="connisteX165" fmla="*/ 5304155 w 5467985"/>
              <a:gd name="connsiteY165" fmla="*/ 1574234 h 2518737"/>
              <a:gd name="connisteX166" fmla="*/ 5315585 w 5467985"/>
              <a:gd name="connsiteY166" fmla="*/ 1491684 h 2518737"/>
              <a:gd name="connisteX167" fmla="*/ 5339080 w 5467985"/>
              <a:gd name="connsiteY167" fmla="*/ 1421199 h 2518737"/>
              <a:gd name="connisteX168" fmla="*/ 5351145 w 5467985"/>
              <a:gd name="connsiteY168" fmla="*/ 1350714 h 2518737"/>
              <a:gd name="connisteX169" fmla="*/ 5362575 w 5467985"/>
              <a:gd name="connsiteY169" fmla="*/ 1257369 h 2518737"/>
              <a:gd name="connisteX170" fmla="*/ 5386070 w 5467985"/>
              <a:gd name="connsiteY170" fmla="*/ 1186884 h 2518737"/>
              <a:gd name="connisteX171" fmla="*/ 5398135 w 5467985"/>
              <a:gd name="connsiteY171" fmla="*/ 1116399 h 2518737"/>
              <a:gd name="connisteX172" fmla="*/ 5409565 w 5467985"/>
              <a:gd name="connsiteY172" fmla="*/ 1045914 h 2518737"/>
              <a:gd name="connisteX173" fmla="*/ 5420995 w 5467985"/>
              <a:gd name="connsiteY173" fmla="*/ 975429 h 2518737"/>
              <a:gd name="connisteX174" fmla="*/ 5433060 w 5467985"/>
              <a:gd name="connsiteY174" fmla="*/ 904944 h 2518737"/>
              <a:gd name="connisteX175" fmla="*/ 5433060 w 5467985"/>
              <a:gd name="connsiteY175" fmla="*/ 834459 h 2518737"/>
              <a:gd name="connisteX176" fmla="*/ 5433060 w 5467985"/>
              <a:gd name="connsiteY176" fmla="*/ 763974 h 2518737"/>
              <a:gd name="connisteX177" fmla="*/ 5433060 w 5467985"/>
              <a:gd name="connsiteY177" fmla="*/ 694124 h 2518737"/>
              <a:gd name="connisteX178" fmla="*/ 5467985 w 5467985"/>
              <a:gd name="connsiteY178" fmla="*/ 611574 h 2518737"/>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 ang="0">
                <a:pos x="connisteX54" y="connsiteY54"/>
              </a:cxn>
              <a:cxn ang="0">
                <a:pos x="connisteX55" y="connsiteY55"/>
              </a:cxn>
              <a:cxn ang="0">
                <a:pos x="connisteX56" y="connsiteY56"/>
              </a:cxn>
              <a:cxn ang="0">
                <a:pos x="connisteX57" y="connsiteY57"/>
              </a:cxn>
              <a:cxn ang="0">
                <a:pos x="connisteX58" y="connsiteY58"/>
              </a:cxn>
              <a:cxn ang="0">
                <a:pos x="connisteX59" y="connsiteY59"/>
              </a:cxn>
              <a:cxn ang="0">
                <a:pos x="connisteX60" y="connsiteY60"/>
              </a:cxn>
              <a:cxn ang="0">
                <a:pos x="connisteX61" y="connsiteY61"/>
              </a:cxn>
              <a:cxn ang="0">
                <a:pos x="connisteX62" y="connsiteY62"/>
              </a:cxn>
              <a:cxn ang="0">
                <a:pos x="connisteX63" y="connsiteY63"/>
              </a:cxn>
              <a:cxn ang="0">
                <a:pos x="connisteX64" y="connsiteY64"/>
              </a:cxn>
              <a:cxn ang="0">
                <a:pos x="connisteX65" y="connsiteY65"/>
              </a:cxn>
              <a:cxn ang="0">
                <a:pos x="connisteX66" y="connsiteY66"/>
              </a:cxn>
              <a:cxn ang="0">
                <a:pos x="connisteX67" y="connsiteY67"/>
              </a:cxn>
              <a:cxn ang="0">
                <a:pos x="connisteX68" y="connsiteY68"/>
              </a:cxn>
              <a:cxn ang="0">
                <a:pos x="connisteX69" y="connsiteY69"/>
              </a:cxn>
              <a:cxn ang="0">
                <a:pos x="connisteX70" y="connsiteY70"/>
              </a:cxn>
              <a:cxn ang="0">
                <a:pos x="connisteX71" y="connsiteY71"/>
              </a:cxn>
              <a:cxn ang="0">
                <a:pos x="connisteX72" y="connsiteY72"/>
              </a:cxn>
              <a:cxn ang="0">
                <a:pos x="connisteX73" y="connsiteY73"/>
              </a:cxn>
              <a:cxn ang="0">
                <a:pos x="connisteX74" y="connsiteY74"/>
              </a:cxn>
              <a:cxn ang="0">
                <a:pos x="connisteX75" y="connsiteY75"/>
              </a:cxn>
              <a:cxn ang="0">
                <a:pos x="connisteX76" y="connsiteY76"/>
              </a:cxn>
              <a:cxn ang="0">
                <a:pos x="connisteX77" y="connsiteY77"/>
              </a:cxn>
              <a:cxn ang="0">
                <a:pos x="connisteX78" y="connsiteY78"/>
              </a:cxn>
              <a:cxn ang="0">
                <a:pos x="connisteX79" y="connsiteY79"/>
              </a:cxn>
              <a:cxn ang="0">
                <a:pos x="connisteX80" y="connsiteY80"/>
              </a:cxn>
              <a:cxn ang="0">
                <a:pos x="connisteX81" y="connsiteY81"/>
              </a:cxn>
              <a:cxn ang="0">
                <a:pos x="connisteX82" y="connsiteY82"/>
              </a:cxn>
              <a:cxn ang="0">
                <a:pos x="connisteX83" y="connsiteY83"/>
              </a:cxn>
              <a:cxn ang="0">
                <a:pos x="connisteX84" y="connsiteY84"/>
              </a:cxn>
              <a:cxn ang="0">
                <a:pos x="connisteX85" y="connsiteY85"/>
              </a:cxn>
              <a:cxn ang="0">
                <a:pos x="connisteX86" y="connsiteY86"/>
              </a:cxn>
              <a:cxn ang="0">
                <a:pos x="connisteX87" y="connsiteY87"/>
              </a:cxn>
              <a:cxn ang="0">
                <a:pos x="connisteX88" y="connsiteY88"/>
              </a:cxn>
              <a:cxn ang="0">
                <a:pos x="connisteX89" y="connsiteY89"/>
              </a:cxn>
              <a:cxn ang="0">
                <a:pos x="connisteX90" y="connsiteY90"/>
              </a:cxn>
              <a:cxn ang="0">
                <a:pos x="connisteX91" y="connsiteY91"/>
              </a:cxn>
              <a:cxn ang="0">
                <a:pos x="connisteX92" y="connsiteY92"/>
              </a:cxn>
              <a:cxn ang="0">
                <a:pos x="connisteX93" y="connsiteY93"/>
              </a:cxn>
              <a:cxn ang="0">
                <a:pos x="connisteX94" y="connsiteY94"/>
              </a:cxn>
              <a:cxn ang="0">
                <a:pos x="connisteX95" y="connsiteY95"/>
              </a:cxn>
              <a:cxn ang="0">
                <a:pos x="connisteX96" y="connsiteY96"/>
              </a:cxn>
              <a:cxn ang="0">
                <a:pos x="connisteX97" y="connsiteY97"/>
              </a:cxn>
              <a:cxn ang="0">
                <a:pos x="connisteX98" y="connsiteY98"/>
              </a:cxn>
              <a:cxn ang="0">
                <a:pos x="connisteX99" y="connsiteY99"/>
              </a:cxn>
              <a:cxn ang="0">
                <a:pos x="connisteX100" y="connsiteY100"/>
              </a:cxn>
              <a:cxn ang="0">
                <a:pos x="connisteX101" y="connsiteY101"/>
              </a:cxn>
              <a:cxn ang="0">
                <a:pos x="connisteX102" y="connsiteY102"/>
              </a:cxn>
              <a:cxn ang="0">
                <a:pos x="connisteX103" y="connsiteY103"/>
              </a:cxn>
              <a:cxn ang="0">
                <a:pos x="connisteX104" y="connsiteY104"/>
              </a:cxn>
              <a:cxn ang="0">
                <a:pos x="connisteX105" y="connsiteY105"/>
              </a:cxn>
              <a:cxn ang="0">
                <a:pos x="connisteX106" y="connsiteY106"/>
              </a:cxn>
              <a:cxn ang="0">
                <a:pos x="connisteX107" y="connsiteY107"/>
              </a:cxn>
              <a:cxn ang="0">
                <a:pos x="connisteX108" y="connsiteY108"/>
              </a:cxn>
              <a:cxn ang="0">
                <a:pos x="connisteX109" y="connsiteY109"/>
              </a:cxn>
              <a:cxn ang="0">
                <a:pos x="connisteX110" y="connsiteY110"/>
              </a:cxn>
              <a:cxn ang="0">
                <a:pos x="connisteX111" y="connsiteY111"/>
              </a:cxn>
              <a:cxn ang="0">
                <a:pos x="connisteX112" y="connsiteY112"/>
              </a:cxn>
              <a:cxn ang="0">
                <a:pos x="connisteX113" y="connsiteY113"/>
              </a:cxn>
              <a:cxn ang="0">
                <a:pos x="connisteX114" y="connsiteY114"/>
              </a:cxn>
              <a:cxn ang="0">
                <a:pos x="connisteX115" y="connsiteY115"/>
              </a:cxn>
              <a:cxn ang="0">
                <a:pos x="connisteX116" y="connsiteY116"/>
              </a:cxn>
              <a:cxn ang="0">
                <a:pos x="connisteX117" y="connsiteY117"/>
              </a:cxn>
              <a:cxn ang="0">
                <a:pos x="connisteX118" y="connsiteY118"/>
              </a:cxn>
              <a:cxn ang="0">
                <a:pos x="connisteX119" y="connsiteY119"/>
              </a:cxn>
              <a:cxn ang="0">
                <a:pos x="connisteX120" y="connsiteY120"/>
              </a:cxn>
              <a:cxn ang="0">
                <a:pos x="connisteX121" y="connsiteY121"/>
              </a:cxn>
              <a:cxn ang="0">
                <a:pos x="connisteX122" y="connsiteY122"/>
              </a:cxn>
              <a:cxn ang="0">
                <a:pos x="connisteX123" y="connsiteY123"/>
              </a:cxn>
              <a:cxn ang="0">
                <a:pos x="connisteX124" y="connsiteY124"/>
              </a:cxn>
              <a:cxn ang="0">
                <a:pos x="connisteX125" y="connsiteY125"/>
              </a:cxn>
              <a:cxn ang="0">
                <a:pos x="connisteX126" y="connsiteY126"/>
              </a:cxn>
              <a:cxn ang="0">
                <a:pos x="connisteX127" y="connsiteY127"/>
              </a:cxn>
              <a:cxn ang="0">
                <a:pos x="connisteX128" y="connsiteY128"/>
              </a:cxn>
              <a:cxn ang="0">
                <a:pos x="connisteX129" y="connsiteY129"/>
              </a:cxn>
              <a:cxn ang="0">
                <a:pos x="connisteX130" y="connsiteY130"/>
              </a:cxn>
              <a:cxn ang="0">
                <a:pos x="connisteX131" y="connsiteY131"/>
              </a:cxn>
              <a:cxn ang="0">
                <a:pos x="connisteX132" y="connsiteY132"/>
              </a:cxn>
              <a:cxn ang="0">
                <a:pos x="connisteX133" y="connsiteY133"/>
              </a:cxn>
              <a:cxn ang="0">
                <a:pos x="connisteX134" y="connsiteY134"/>
              </a:cxn>
              <a:cxn ang="0">
                <a:pos x="connisteX135" y="connsiteY135"/>
              </a:cxn>
              <a:cxn ang="0">
                <a:pos x="connisteX136" y="connsiteY136"/>
              </a:cxn>
              <a:cxn ang="0">
                <a:pos x="connisteX137" y="connsiteY137"/>
              </a:cxn>
              <a:cxn ang="0">
                <a:pos x="connisteX138" y="connsiteY138"/>
              </a:cxn>
              <a:cxn ang="0">
                <a:pos x="connisteX139" y="connsiteY139"/>
              </a:cxn>
              <a:cxn ang="0">
                <a:pos x="connisteX140" y="connsiteY140"/>
              </a:cxn>
              <a:cxn ang="0">
                <a:pos x="connisteX141" y="connsiteY141"/>
              </a:cxn>
              <a:cxn ang="0">
                <a:pos x="connisteX142" y="connsiteY142"/>
              </a:cxn>
              <a:cxn ang="0">
                <a:pos x="connisteX143" y="connsiteY143"/>
              </a:cxn>
              <a:cxn ang="0">
                <a:pos x="connisteX144" y="connsiteY144"/>
              </a:cxn>
              <a:cxn ang="0">
                <a:pos x="connisteX145" y="connsiteY145"/>
              </a:cxn>
              <a:cxn ang="0">
                <a:pos x="connisteX146" y="connsiteY146"/>
              </a:cxn>
              <a:cxn ang="0">
                <a:pos x="connisteX147" y="connsiteY147"/>
              </a:cxn>
              <a:cxn ang="0">
                <a:pos x="connisteX148" y="connsiteY148"/>
              </a:cxn>
              <a:cxn ang="0">
                <a:pos x="connisteX149" y="connsiteY149"/>
              </a:cxn>
              <a:cxn ang="0">
                <a:pos x="connisteX150" y="connsiteY150"/>
              </a:cxn>
              <a:cxn ang="0">
                <a:pos x="connisteX151" y="connsiteY151"/>
              </a:cxn>
              <a:cxn ang="0">
                <a:pos x="connisteX152" y="connsiteY152"/>
              </a:cxn>
              <a:cxn ang="0">
                <a:pos x="connisteX153" y="connsiteY153"/>
              </a:cxn>
              <a:cxn ang="0">
                <a:pos x="connisteX154" y="connsiteY154"/>
              </a:cxn>
              <a:cxn ang="0">
                <a:pos x="connisteX155" y="connsiteY155"/>
              </a:cxn>
              <a:cxn ang="0">
                <a:pos x="connisteX156" y="connsiteY156"/>
              </a:cxn>
              <a:cxn ang="0">
                <a:pos x="connisteX157" y="connsiteY157"/>
              </a:cxn>
              <a:cxn ang="0">
                <a:pos x="connisteX158" y="connsiteY158"/>
              </a:cxn>
              <a:cxn ang="0">
                <a:pos x="connisteX159" y="connsiteY159"/>
              </a:cxn>
              <a:cxn ang="0">
                <a:pos x="connisteX160" y="connsiteY160"/>
              </a:cxn>
              <a:cxn ang="0">
                <a:pos x="connisteX161" y="connsiteY161"/>
              </a:cxn>
              <a:cxn ang="0">
                <a:pos x="connisteX162" y="connsiteY162"/>
              </a:cxn>
              <a:cxn ang="0">
                <a:pos x="connisteX163" y="connsiteY163"/>
              </a:cxn>
              <a:cxn ang="0">
                <a:pos x="connisteX164" y="connsiteY164"/>
              </a:cxn>
              <a:cxn ang="0">
                <a:pos x="connisteX165" y="connsiteY165"/>
              </a:cxn>
              <a:cxn ang="0">
                <a:pos x="connisteX166" y="connsiteY166"/>
              </a:cxn>
              <a:cxn ang="0">
                <a:pos x="connisteX167" y="connsiteY167"/>
              </a:cxn>
              <a:cxn ang="0">
                <a:pos x="connisteX168" y="connsiteY168"/>
              </a:cxn>
              <a:cxn ang="0">
                <a:pos x="connisteX169" y="connsiteY169"/>
              </a:cxn>
              <a:cxn ang="0">
                <a:pos x="connisteX170" y="connsiteY170"/>
              </a:cxn>
              <a:cxn ang="0">
                <a:pos x="connisteX171" y="connsiteY171"/>
              </a:cxn>
              <a:cxn ang="0">
                <a:pos x="connisteX172" y="connsiteY172"/>
              </a:cxn>
              <a:cxn ang="0">
                <a:pos x="connisteX173" y="connsiteY173"/>
              </a:cxn>
              <a:cxn ang="0">
                <a:pos x="connisteX174" y="connsiteY174"/>
              </a:cxn>
              <a:cxn ang="0">
                <a:pos x="connisteX175" y="connsiteY175"/>
              </a:cxn>
              <a:cxn ang="0">
                <a:pos x="connisteX176" y="connsiteY176"/>
              </a:cxn>
              <a:cxn ang="0">
                <a:pos x="connisteX177" y="connsiteY177"/>
              </a:cxn>
              <a:cxn ang="0">
                <a:pos x="connisteX178" y="connsiteY178"/>
              </a:cxn>
            </a:cxnLst>
            <a:rect l="l" t="t" r="r" b="b"/>
            <a:pathLst>
              <a:path w="5467985" h="2518737">
                <a:moveTo>
                  <a:pt x="0" y="1233875"/>
                </a:moveTo>
                <a:cubicBezTo>
                  <a:pt x="1905" y="1214825"/>
                  <a:pt x="2540" y="1167835"/>
                  <a:pt x="12065" y="1127830"/>
                </a:cubicBezTo>
                <a:cubicBezTo>
                  <a:pt x="21590" y="1087825"/>
                  <a:pt x="35560" y="1071315"/>
                  <a:pt x="46990" y="1033850"/>
                </a:cubicBezTo>
                <a:cubicBezTo>
                  <a:pt x="58420" y="996385"/>
                  <a:pt x="59055" y="975430"/>
                  <a:pt x="70485" y="940505"/>
                </a:cubicBezTo>
                <a:cubicBezTo>
                  <a:pt x="81915" y="905580"/>
                  <a:pt x="91440" y="888435"/>
                  <a:pt x="105410" y="857955"/>
                </a:cubicBezTo>
                <a:cubicBezTo>
                  <a:pt x="119380" y="827475"/>
                  <a:pt x="128905" y="815410"/>
                  <a:pt x="140970" y="787470"/>
                </a:cubicBezTo>
                <a:cubicBezTo>
                  <a:pt x="153035" y="759530"/>
                  <a:pt x="153035" y="750640"/>
                  <a:pt x="164465" y="717620"/>
                </a:cubicBezTo>
                <a:cubicBezTo>
                  <a:pt x="175895" y="684600"/>
                  <a:pt x="182880" y="661105"/>
                  <a:pt x="199390" y="623640"/>
                </a:cubicBezTo>
                <a:cubicBezTo>
                  <a:pt x="215900" y="586175"/>
                  <a:pt x="225425" y="564585"/>
                  <a:pt x="246380" y="529660"/>
                </a:cubicBezTo>
                <a:cubicBezTo>
                  <a:pt x="267335" y="494735"/>
                  <a:pt x="281940" y="482670"/>
                  <a:pt x="305435" y="447745"/>
                </a:cubicBezTo>
                <a:cubicBezTo>
                  <a:pt x="328930" y="412820"/>
                  <a:pt x="342900" y="389325"/>
                  <a:pt x="363855" y="353765"/>
                </a:cubicBezTo>
                <a:cubicBezTo>
                  <a:pt x="384810" y="318205"/>
                  <a:pt x="394335" y="306775"/>
                  <a:pt x="410845" y="271215"/>
                </a:cubicBezTo>
                <a:cubicBezTo>
                  <a:pt x="427355" y="235655"/>
                  <a:pt x="431800" y="210255"/>
                  <a:pt x="445770" y="177235"/>
                </a:cubicBezTo>
                <a:cubicBezTo>
                  <a:pt x="459740" y="144215"/>
                  <a:pt x="464820" y="135325"/>
                  <a:pt x="481330" y="107385"/>
                </a:cubicBezTo>
                <a:cubicBezTo>
                  <a:pt x="497840" y="79445"/>
                  <a:pt x="504825" y="57855"/>
                  <a:pt x="528320" y="36900"/>
                </a:cubicBezTo>
                <a:cubicBezTo>
                  <a:pt x="551815" y="15945"/>
                  <a:pt x="575310" y="-5645"/>
                  <a:pt x="598805" y="1340"/>
                </a:cubicBezTo>
                <a:cubicBezTo>
                  <a:pt x="622300" y="8325"/>
                  <a:pt x="631190" y="41345"/>
                  <a:pt x="645160" y="71825"/>
                </a:cubicBezTo>
                <a:cubicBezTo>
                  <a:pt x="659130" y="102305"/>
                  <a:pt x="661670" y="123895"/>
                  <a:pt x="668655" y="154375"/>
                </a:cubicBezTo>
                <a:cubicBezTo>
                  <a:pt x="675640" y="184855"/>
                  <a:pt x="676275" y="191205"/>
                  <a:pt x="680720" y="224225"/>
                </a:cubicBezTo>
                <a:cubicBezTo>
                  <a:pt x="685165" y="257245"/>
                  <a:pt x="687705" y="278200"/>
                  <a:pt x="692150" y="318205"/>
                </a:cubicBezTo>
                <a:cubicBezTo>
                  <a:pt x="696595" y="358210"/>
                  <a:pt x="701675" y="389325"/>
                  <a:pt x="704215" y="424250"/>
                </a:cubicBezTo>
                <a:cubicBezTo>
                  <a:pt x="706755" y="459175"/>
                  <a:pt x="701675" y="466160"/>
                  <a:pt x="704215" y="494100"/>
                </a:cubicBezTo>
                <a:cubicBezTo>
                  <a:pt x="706755" y="522040"/>
                  <a:pt x="711200" y="531565"/>
                  <a:pt x="715645" y="564585"/>
                </a:cubicBezTo>
                <a:cubicBezTo>
                  <a:pt x="720090" y="597605"/>
                  <a:pt x="720725" y="625545"/>
                  <a:pt x="727710" y="658565"/>
                </a:cubicBezTo>
                <a:cubicBezTo>
                  <a:pt x="734695" y="691585"/>
                  <a:pt x="744220" y="698570"/>
                  <a:pt x="751205" y="729050"/>
                </a:cubicBezTo>
                <a:cubicBezTo>
                  <a:pt x="758190" y="759530"/>
                  <a:pt x="755650" y="780485"/>
                  <a:pt x="762635" y="810965"/>
                </a:cubicBezTo>
                <a:cubicBezTo>
                  <a:pt x="769620" y="841445"/>
                  <a:pt x="779145" y="853510"/>
                  <a:pt x="786130" y="881450"/>
                </a:cubicBezTo>
                <a:cubicBezTo>
                  <a:pt x="793115" y="909390"/>
                  <a:pt x="791210" y="921455"/>
                  <a:pt x="798195" y="951935"/>
                </a:cubicBezTo>
                <a:cubicBezTo>
                  <a:pt x="805180" y="982415"/>
                  <a:pt x="812165" y="1000830"/>
                  <a:pt x="821690" y="1033850"/>
                </a:cubicBezTo>
                <a:cubicBezTo>
                  <a:pt x="831215" y="1066870"/>
                  <a:pt x="835660" y="1085920"/>
                  <a:pt x="845185" y="1116400"/>
                </a:cubicBezTo>
                <a:cubicBezTo>
                  <a:pt x="854710" y="1146880"/>
                  <a:pt x="861695" y="1158945"/>
                  <a:pt x="868680" y="1186885"/>
                </a:cubicBezTo>
                <a:cubicBezTo>
                  <a:pt x="875665" y="1214825"/>
                  <a:pt x="870585" y="1226890"/>
                  <a:pt x="880110" y="1257370"/>
                </a:cubicBezTo>
                <a:cubicBezTo>
                  <a:pt x="889635" y="1287850"/>
                  <a:pt x="903605" y="1308805"/>
                  <a:pt x="915035" y="1339285"/>
                </a:cubicBezTo>
                <a:cubicBezTo>
                  <a:pt x="926465" y="1369765"/>
                  <a:pt x="929005" y="1379290"/>
                  <a:pt x="938530" y="1409770"/>
                </a:cubicBezTo>
                <a:cubicBezTo>
                  <a:pt x="948055" y="1440250"/>
                  <a:pt x="952500" y="1461205"/>
                  <a:pt x="962025" y="1491685"/>
                </a:cubicBezTo>
                <a:cubicBezTo>
                  <a:pt x="971550" y="1522165"/>
                  <a:pt x="975995" y="1534230"/>
                  <a:pt x="985520" y="1562170"/>
                </a:cubicBezTo>
                <a:cubicBezTo>
                  <a:pt x="995045" y="1590110"/>
                  <a:pt x="996950" y="1604715"/>
                  <a:pt x="1009015" y="1632655"/>
                </a:cubicBezTo>
                <a:cubicBezTo>
                  <a:pt x="1021080" y="1660595"/>
                  <a:pt x="1032510" y="1668215"/>
                  <a:pt x="1044575" y="1703140"/>
                </a:cubicBezTo>
                <a:cubicBezTo>
                  <a:pt x="1056640" y="1738065"/>
                  <a:pt x="1056640" y="1768545"/>
                  <a:pt x="1068070" y="1808550"/>
                </a:cubicBezTo>
                <a:cubicBezTo>
                  <a:pt x="1079500" y="1848555"/>
                  <a:pt x="1089025" y="1865065"/>
                  <a:pt x="1102995" y="1902530"/>
                </a:cubicBezTo>
                <a:cubicBezTo>
                  <a:pt x="1116965" y="1939995"/>
                  <a:pt x="1124585" y="1959045"/>
                  <a:pt x="1138555" y="1996510"/>
                </a:cubicBezTo>
                <a:cubicBezTo>
                  <a:pt x="1152525" y="2033975"/>
                  <a:pt x="1159510" y="2057470"/>
                  <a:pt x="1173480" y="2090490"/>
                </a:cubicBezTo>
                <a:cubicBezTo>
                  <a:pt x="1187450" y="2123510"/>
                  <a:pt x="1194435" y="2132400"/>
                  <a:pt x="1208405" y="2160340"/>
                </a:cubicBezTo>
                <a:cubicBezTo>
                  <a:pt x="1222375" y="2188280"/>
                  <a:pt x="1229995" y="2202885"/>
                  <a:pt x="1243965" y="2230825"/>
                </a:cubicBezTo>
                <a:cubicBezTo>
                  <a:pt x="1257935" y="2258765"/>
                  <a:pt x="1262380" y="2273370"/>
                  <a:pt x="1278890" y="2301310"/>
                </a:cubicBezTo>
                <a:cubicBezTo>
                  <a:pt x="1295400" y="2329250"/>
                  <a:pt x="1302385" y="2352745"/>
                  <a:pt x="1325880" y="2371795"/>
                </a:cubicBezTo>
                <a:cubicBezTo>
                  <a:pt x="1349375" y="2390845"/>
                  <a:pt x="1368425" y="2378780"/>
                  <a:pt x="1396365" y="2395290"/>
                </a:cubicBezTo>
                <a:cubicBezTo>
                  <a:pt x="1424305" y="2411800"/>
                  <a:pt x="1438910" y="2430215"/>
                  <a:pt x="1466850" y="2453710"/>
                </a:cubicBezTo>
                <a:cubicBezTo>
                  <a:pt x="1494790" y="2477205"/>
                  <a:pt x="1506855" y="2500700"/>
                  <a:pt x="1537335" y="2512765"/>
                </a:cubicBezTo>
                <a:cubicBezTo>
                  <a:pt x="1567815" y="2524830"/>
                  <a:pt x="1584325" y="2515305"/>
                  <a:pt x="1619250" y="2512765"/>
                </a:cubicBezTo>
                <a:cubicBezTo>
                  <a:pt x="1654175" y="2510225"/>
                  <a:pt x="1680210" y="2507685"/>
                  <a:pt x="1713230" y="2500700"/>
                </a:cubicBezTo>
                <a:cubicBezTo>
                  <a:pt x="1746250" y="2493715"/>
                  <a:pt x="1755775" y="2488635"/>
                  <a:pt x="1783715" y="2477205"/>
                </a:cubicBezTo>
                <a:cubicBezTo>
                  <a:pt x="1811655" y="2465775"/>
                  <a:pt x="1828165" y="2468315"/>
                  <a:pt x="1854200" y="2442280"/>
                </a:cubicBezTo>
                <a:cubicBezTo>
                  <a:pt x="1880235" y="2416245"/>
                  <a:pt x="1893570" y="2385765"/>
                  <a:pt x="1912620" y="2348300"/>
                </a:cubicBezTo>
                <a:cubicBezTo>
                  <a:pt x="1931670" y="2310835"/>
                  <a:pt x="1934210" y="2294325"/>
                  <a:pt x="1948180" y="2254320"/>
                </a:cubicBezTo>
                <a:cubicBezTo>
                  <a:pt x="1962150" y="2214315"/>
                  <a:pt x="1973580" y="2183835"/>
                  <a:pt x="1983105" y="2148910"/>
                </a:cubicBezTo>
                <a:cubicBezTo>
                  <a:pt x="1992630" y="2113985"/>
                  <a:pt x="1988185" y="2108905"/>
                  <a:pt x="1995170" y="2078425"/>
                </a:cubicBezTo>
                <a:cubicBezTo>
                  <a:pt x="2002155" y="2047945"/>
                  <a:pt x="2004060" y="2040960"/>
                  <a:pt x="2018030" y="1996510"/>
                </a:cubicBezTo>
                <a:cubicBezTo>
                  <a:pt x="2032000" y="1952060"/>
                  <a:pt x="2051050" y="1898085"/>
                  <a:pt x="2065020" y="1855540"/>
                </a:cubicBezTo>
                <a:cubicBezTo>
                  <a:pt x="2078990" y="1812995"/>
                  <a:pt x="2078990" y="1818075"/>
                  <a:pt x="2088515" y="1785055"/>
                </a:cubicBezTo>
                <a:cubicBezTo>
                  <a:pt x="2098040" y="1752035"/>
                  <a:pt x="2102485" y="1724095"/>
                  <a:pt x="2112010" y="1691075"/>
                </a:cubicBezTo>
                <a:cubicBezTo>
                  <a:pt x="2121535" y="1658055"/>
                  <a:pt x="2125980" y="1651070"/>
                  <a:pt x="2135505" y="1620590"/>
                </a:cubicBezTo>
                <a:cubicBezTo>
                  <a:pt x="2145030" y="1590110"/>
                  <a:pt x="2152015" y="1569155"/>
                  <a:pt x="2159000" y="1538675"/>
                </a:cubicBezTo>
                <a:cubicBezTo>
                  <a:pt x="2165985" y="1508195"/>
                  <a:pt x="2164080" y="1498670"/>
                  <a:pt x="2171065" y="1468190"/>
                </a:cubicBezTo>
                <a:cubicBezTo>
                  <a:pt x="2178050" y="1437710"/>
                  <a:pt x="2185035" y="1419295"/>
                  <a:pt x="2194560" y="1386275"/>
                </a:cubicBezTo>
                <a:cubicBezTo>
                  <a:pt x="2204085" y="1353255"/>
                  <a:pt x="2211070" y="1334205"/>
                  <a:pt x="2218055" y="1303725"/>
                </a:cubicBezTo>
                <a:cubicBezTo>
                  <a:pt x="2225040" y="1273245"/>
                  <a:pt x="2219960" y="1275785"/>
                  <a:pt x="2229485" y="1233875"/>
                </a:cubicBezTo>
                <a:cubicBezTo>
                  <a:pt x="2239010" y="1191965"/>
                  <a:pt x="2252980" y="1137355"/>
                  <a:pt x="2265045" y="1092905"/>
                </a:cubicBezTo>
                <a:cubicBezTo>
                  <a:pt x="2277110" y="1048455"/>
                  <a:pt x="2277110" y="1048455"/>
                  <a:pt x="2288540" y="1010990"/>
                </a:cubicBezTo>
                <a:cubicBezTo>
                  <a:pt x="2299970" y="973525"/>
                  <a:pt x="2309495" y="947490"/>
                  <a:pt x="2323465" y="904945"/>
                </a:cubicBezTo>
                <a:cubicBezTo>
                  <a:pt x="2337435" y="862400"/>
                  <a:pt x="2344420" y="839540"/>
                  <a:pt x="2358390" y="799535"/>
                </a:cubicBezTo>
                <a:cubicBezTo>
                  <a:pt x="2372360" y="759530"/>
                  <a:pt x="2381885" y="738575"/>
                  <a:pt x="2393950" y="705555"/>
                </a:cubicBezTo>
                <a:cubicBezTo>
                  <a:pt x="2406015" y="672535"/>
                  <a:pt x="2407920" y="663010"/>
                  <a:pt x="2417445" y="635070"/>
                </a:cubicBezTo>
                <a:cubicBezTo>
                  <a:pt x="2426970" y="607130"/>
                  <a:pt x="2429510" y="595065"/>
                  <a:pt x="2440940" y="564585"/>
                </a:cubicBezTo>
                <a:cubicBezTo>
                  <a:pt x="2452370" y="534105"/>
                  <a:pt x="2464435" y="513150"/>
                  <a:pt x="2475865" y="482670"/>
                </a:cubicBezTo>
                <a:cubicBezTo>
                  <a:pt x="2487295" y="452190"/>
                  <a:pt x="2487295" y="445205"/>
                  <a:pt x="2499360" y="412185"/>
                </a:cubicBezTo>
                <a:cubicBezTo>
                  <a:pt x="2511425" y="379165"/>
                  <a:pt x="2520950" y="351225"/>
                  <a:pt x="2534920" y="318205"/>
                </a:cubicBezTo>
                <a:cubicBezTo>
                  <a:pt x="2548890" y="285185"/>
                  <a:pt x="2546350" y="266770"/>
                  <a:pt x="2569845" y="247720"/>
                </a:cubicBezTo>
                <a:cubicBezTo>
                  <a:pt x="2593340" y="228670"/>
                  <a:pt x="2621280" y="228670"/>
                  <a:pt x="2651760" y="224225"/>
                </a:cubicBezTo>
                <a:cubicBezTo>
                  <a:pt x="2682240" y="219780"/>
                  <a:pt x="2694305" y="219780"/>
                  <a:pt x="2722245" y="224225"/>
                </a:cubicBezTo>
                <a:cubicBezTo>
                  <a:pt x="2750185" y="228670"/>
                  <a:pt x="2762250" y="238195"/>
                  <a:pt x="2792730" y="247720"/>
                </a:cubicBezTo>
                <a:cubicBezTo>
                  <a:pt x="2823210" y="257245"/>
                  <a:pt x="2844165" y="259150"/>
                  <a:pt x="2874645" y="271215"/>
                </a:cubicBezTo>
                <a:cubicBezTo>
                  <a:pt x="2905125" y="283280"/>
                  <a:pt x="2917190" y="294710"/>
                  <a:pt x="2945130" y="306775"/>
                </a:cubicBezTo>
                <a:cubicBezTo>
                  <a:pt x="2973070" y="318840"/>
                  <a:pt x="2992120" y="311220"/>
                  <a:pt x="3015615" y="330270"/>
                </a:cubicBezTo>
                <a:cubicBezTo>
                  <a:pt x="3039110" y="349320"/>
                  <a:pt x="3050540" y="372815"/>
                  <a:pt x="3062605" y="400755"/>
                </a:cubicBezTo>
                <a:cubicBezTo>
                  <a:pt x="3074670" y="428695"/>
                  <a:pt x="3065145" y="430600"/>
                  <a:pt x="3074670" y="470605"/>
                </a:cubicBezTo>
                <a:cubicBezTo>
                  <a:pt x="3084195" y="510610"/>
                  <a:pt x="3093085" y="546170"/>
                  <a:pt x="3109595" y="600145"/>
                </a:cubicBezTo>
                <a:cubicBezTo>
                  <a:pt x="3126105" y="654120"/>
                  <a:pt x="3140075" y="698570"/>
                  <a:pt x="3156585" y="740480"/>
                </a:cubicBezTo>
                <a:cubicBezTo>
                  <a:pt x="3173095" y="782390"/>
                  <a:pt x="3180080" y="777945"/>
                  <a:pt x="3191510" y="810965"/>
                </a:cubicBezTo>
                <a:cubicBezTo>
                  <a:pt x="3202940" y="843985"/>
                  <a:pt x="3208020" y="867480"/>
                  <a:pt x="3215005" y="904945"/>
                </a:cubicBezTo>
                <a:cubicBezTo>
                  <a:pt x="3221990" y="942410"/>
                  <a:pt x="3220085" y="961460"/>
                  <a:pt x="3227070" y="998925"/>
                </a:cubicBezTo>
                <a:cubicBezTo>
                  <a:pt x="3234055" y="1036390"/>
                  <a:pt x="3243580" y="1057980"/>
                  <a:pt x="3250565" y="1092905"/>
                </a:cubicBezTo>
                <a:cubicBezTo>
                  <a:pt x="3257550" y="1127830"/>
                  <a:pt x="3257550" y="1144340"/>
                  <a:pt x="3261995" y="1174820"/>
                </a:cubicBezTo>
                <a:cubicBezTo>
                  <a:pt x="3266440" y="1205300"/>
                  <a:pt x="3267075" y="1212285"/>
                  <a:pt x="3274060" y="1245305"/>
                </a:cubicBezTo>
                <a:cubicBezTo>
                  <a:pt x="3281045" y="1278325"/>
                  <a:pt x="3290570" y="1306265"/>
                  <a:pt x="3297555" y="1339285"/>
                </a:cubicBezTo>
                <a:cubicBezTo>
                  <a:pt x="3304540" y="1372305"/>
                  <a:pt x="3304540" y="1381830"/>
                  <a:pt x="3308985" y="1409770"/>
                </a:cubicBezTo>
                <a:cubicBezTo>
                  <a:pt x="3313430" y="1437710"/>
                  <a:pt x="3316605" y="1452315"/>
                  <a:pt x="3321050" y="1480255"/>
                </a:cubicBezTo>
                <a:cubicBezTo>
                  <a:pt x="3325495" y="1508195"/>
                  <a:pt x="3328035" y="1522800"/>
                  <a:pt x="3332480" y="1550740"/>
                </a:cubicBezTo>
                <a:cubicBezTo>
                  <a:pt x="3336925" y="1578680"/>
                  <a:pt x="3335020" y="1587570"/>
                  <a:pt x="3344545" y="1620590"/>
                </a:cubicBezTo>
                <a:cubicBezTo>
                  <a:pt x="3354070" y="1653610"/>
                  <a:pt x="3365500" y="1679010"/>
                  <a:pt x="3379470" y="1714570"/>
                </a:cubicBezTo>
                <a:cubicBezTo>
                  <a:pt x="3393440" y="1750130"/>
                  <a:pt x="3401060" y="1766640"/>
                  <a:pt x="3415030" y="1797120"/>
                </a:cubicBezTo>
                <a:cubicBezTo>
                  <a:pt x="3429000" y="1827600"/>
                  <a:pt x="3435985" y="1836490"/>
                  <a:pt x="3449955" y="1866970"/>
                </a:cubicBezTo>
                <a:cubicBezTo>
                  <a:pt x="3463925" y="1897450"/>
                  <a:pt x="3468370" y="1919040"/>
                  <a:pt x="3484880" y="1949520"/>
                </a:cubicBezTo>
                <a:cubicBezTo>
                  <a:pt x="3501390" y="1980000"/>
                  <a:pt x="3510915" y="1992065"/>
                  <a:pt x="3531870" y="2020005"/>
                </a:cubicBezTo>
                <a:cubicBezTo>
                  <a:pt x="3552825" y="2047945"/>
                  <a:pt x="3564890" y="2060010"/>
                  <a:pt x="3590925" y="2090490"/>
                </a:cubicBezTo>
                <a:cubicBezTo>
                  <a:pt x="3616960" y="2120970"/>
                  <a:pt x="3637915" y="2141925"/>
                  <a:pt x="3661410" y="2172405"/>
                </a:cubicBezTo>
                <a:cubicBezTo>
                  <a:pt x="3684905" y="2202885"/>
                  <a:pt x="3687445" y="2214950"/>
                  <a:pt x="3708400" y="2242890"/>
                </a:cubicBezTo>
                <a:cubicBezTo>
                  <a:pt x="3729355" y="2270830"/>
                  <a:pt x="3740785" y="2289880"/>
                  <a:pt x="3766820" y="2313375"/>
                </a:cubicBezTo>
                <a:cubicBezTo>
                  <a:pt x="3792855" y="2336870"/>
                  <a:pt x="3809365" y="2343855"/>
                  <a:pt x="3837305" y="2360365"/>
                </a:cubicBezTo>
                <a:cubicBezTo>
                  <a:pt x="3865245" y="2376875"/>
                  <a:pt x="3879850" y="2388305"/>
                  <a:pt x="3907790" y="2395290"/>
                </a:cubicBezTo>
                <a:cubicBezTo>
                  <a:pt x="3935730" y="2402275"/>
                  <a:pt x="3943350" y="2404815"/>
                  <a:pt x="3978275" y="2395290"/>
                </a:cubicBezTo>
                <a:cubicBezTo>
                  <a:pt x="4013200" y="2385765"/>
                  <a:pt x="4053205" y="2371795"/>
                  <a:pt x="4083685" y="2348300"/>
                </a:cubicBezTo>
                <a:cubicBezTo>
                  <a:pt x="4114165" y="2324805"/>
                  <a:pt x="4109720" y="2305755"/>
                  <a:pt x="4130675" y="2277815"/>
                </a:cubicBezTo>
                <a:cubicBezTo>
                  <a:pt x="4151630" y="2249875"/>
                  <a:pt x="4161155" y="2237810"/>
                  <a:pt x="4189095" y="2207330"/>
                </a:cubicBezTo>
                <a:cubicBezTo>
                  <a:pt x="4217035" y="2176850"/>
                  <a:pt x="4243705" y="2162880"/>
                  <a:pt x="4271645" y="2125415"/>
                </a:cubicBezTo>
                <a:cubicBezTo>
                  <a:pt x="4299585" y="2087950"/>
                  <a:pt x="4309110" y="2057470"/>
                  <a:pt x="4330065" y="2020005"/>
                </a:cubicBezTo>
                <a:cubicBezTo>
                  <a:pt x="4351020" y="1982540"/>
                  <a:pt x="4360545" y="1970475"/>
                  <a:pt x="4377055" y="1937455"/>
                </a:cubicBezTo>
                <a:cubicBezTo>
                  <a:pt x="4393565" y="1904435"/>
                  <a:pt x="4402455" y="1886020"/>
                  <a:pt x="4411980" y="1855540"/>
                </a:cubicBezTo>
                <a:cubicBezTo>
                  <a:pt x="4421505" y="1825060"/>
                  <a:pt x="4421505" y="1812995"/>
                  <a:pt x="4424045" y="1785055"/>
                </a:cubicBezTo>
                <a:cubicBezTo>
                  <a:pt x="4426585" y="1757115"/>
                  <a:pt x="4421505" y="1747590"/>
                  <a:pt x="4424045" y="1714570"/>
                </a:cubicBezTo>
                <a:cubicBezTo>
                  <a:pt x="4426585" y="1681550"/>
                  <a:pt x="4432935" y="1658055"/>
                  <a:pt x="4435475" y="1620590"/>
                </a:cubicBezTo>
                <a:cubicBezTo>
                  <a:pt x="4438015" y="1583125"/>
                  <a:pt x="4435475" y="1560265"/>
                  <a:pt x="4435475" y="1527245"/>
                </a:cubicBezTo>
                <a:cubicBezTo>
                  <a:pt x="4435475" y="1494225"/>
                  <a:pt x="4432935" y="1484700"/>
                  <a:pt x="4435475" y="1456760"/>
                </a:cubicBezTo>
                <a:cubicBezTo>
                  <a:pt x="4438015" y="1428820"/>
                  <a:pt x="4443095" y="1421200"/>
                  <a:pt x="4447540" y="1386275"/>
                </a:cubicBezTo>
                <a:cubicBezTo>
                  <a:pt x="4451985" y="1351350"/>
                  <a:pt x="4454525" y="1318330"/>
                  <a:pt x="4458970" y="1280865"/>
                </a:cubicBezTo>
                <a:cubicBezTo>
                  <a:pt x="4463415" y="1243400"/>
                  <a:pt x="4466590" y="1228795"/>
                  <a:pt x="4471035" y="1198315"/>
                </a:cubicBezTo>
                <a:cubicBezTo>
                  <a:pt x="4475480" y="1167835"/>
                  <a:pt x="4475480" y="1155770"/>
                  <a:pt x="4482465" y="1127830"/>
                </a:cubicBezTo>
                <a:cubicBezTo>
                  <a:pt x="4489450" y="1099890"/>
                  <a:pt x="4493895" y="1085285"/>
                  <a:pt x="4505960" y="1057345"/>
                </a:cubicBezTo>
                <a:cubicBezTo>
                  <a:pt x="4518025" y="1029405"/>
                  <a:pt x="4529455" y="1017975"/>
                  <a:pt x="4541520" y="987495"/>
                </a:cubicBezTo>
                <a:cubicBezTo>
                  <a:pt x="4553585" y="957015"/>
                  <a:pt x="4555490" y="937965"/>
                  <a:pt x="4565015" y="904945"/>
                </a:cubicBezTo>
                <a:cubicBezTo>
                  <a:pt x="4574540" y="871925"/>
                  <a:pt x="4578350" y="856050"/>
                  <a:pt x="4587875" y="823030"/>
                </a:cubicBezTo>
                <a:cubicBezTo>
                  <a:pt x="4597400" y="790010"/>
                  <a:pt x="4599305" y="775405"/>
                  <a:pt x="4611370" y="740480"/>
                </a:cubicBezTo>
                <a:cubicBezTo>
                  <a:pt x="4623435" y="705555"/>
                  <a:pt x="4630420" y="682060"/>
                  <a:pt x="4646930" y="647135"/>
                </a:cubicBezTo>
                <a:cubicBezTo>
                  <a:pt x="4663440" y="612210"/>
                  <a:pt x="4679950" y="597605"/>
                  <a:pt x="4693920" y="564585"/>
                </a:cubicBezTo>
                <a:cubicBezTo>
                  <a:pt x="4707890" y="531565"/>
                  <a:pt x="4707890" y="513150"/>
                  <a:pt x="4717415" y="482670"/>
                </a:cubicBezTo>
                <a:cubicBezTo>
                  <a:pt x="4726940" y="452190"/>
                  <a:pt x="4721860" y="433140"/>
                  <a:pt x="4740910" y="412185"/>
                </a:cubicBezTo>
                <a:cubicBezTo>
                  <a:pt x="4759960" y="391230"/>
                  <a:pt x="4783455" y="379800"/>
                  <a:pt x="4811395" y="377260"/>
                </a:cubicBezTo>
                <a:cubicBezTo>
                  <a:pt x="4839335" y="374720"/>
                  <a:pt x="4853305" y="384245"/>
                  <a:pt x="4881245" y="400755"/>
                </a:cubicBezTo>
                <a:cubicBezTo>
                  <a:pt x="4909185" y="417265"/>
                  <a:pt x="4928235" y="433140"/>
                  <a:pt x="4951730" y="459175"/>
                </a:cubicBezTo>
                <a:cubicBezTo>
                  <a:pt x="4975225" y="485210"/>
                  <a:pt x="4986655" y="501720"/>
                  <a:pt x="4998720" y="529660"/>
                </a:cubicBezTo>
                <a:cubicBezTo>
                  <a:pt x="5010785" y="557600"/>
                  <a:pt x="5006340" y="569665"/>
                  <a:pt x="5010785" y="600145"/>
                </a:cubicBezTo>
                <a:cubicBezTo>
                  <a:pt x="5015230" y="630625"/>
                  <a:pt x="5019675" y="642055"/>
                  <a:pt x="5022215" y="682060"/>
                </a:cubicBezTo>
                <a:cubicBezTo>
                  <a:pt x="5024755" y="722065"/>
                  <a:pt x="5019675" y="762070"/>
                  <a:pt x="5022215" y="799535"/>
                </a:cubicBezTo>
                <a:cubicBezTo>
                  <a:pt x="5024755" y="837000"/>
                  <a:pt x="5031740" y="835095"/>
                  <a:pt x="5034280" y="870020"/>
                </a:cubicBezTo>
                <a:cubicBezTo>
                  <a:pt x="5036820" y="904945"/>
                  <a:pt x="5034280" y="933520"/>
                  <a:pt x="5034280" y="975430"/>
                </a:cubicBezTo>
                <a:cubicBezTo>
                  <a:pt x="5034280" y="1017340"/>
                  <a:pt x="5034280" y="1036390"/>
                  <a:pt x="5034280" y="1080840"/>
                </a:cubicBezTo>
                <a:cubicBezTo>
                  <a:pt x="5034280" y="1125290"/>
                  <a:pt x="5034280" y="1148785"/>
                  <a:pt x="5034280" y="1198315"/>
                </a:cubicBezTo>
                <a:cubicBezTo>
                  <a:pt x="5034280" y="1247845"/>
                  <a:pt x="5034280" y="1275785"/>
                  <a:pt x="5034280" y="1327220"/>
                </a:cubicBezTo>
                <a:cubicBezTo>
                  <a:pt x="5034280" y="1378655"/>
                  <a:pt x="5034280" y="1407230"/>
                  <a:pt x="5034280" y="1456760"/>
                </a:cubicBezTo>
                <a:cubicBezTo>
                  <a:pt x="5034280" y="1506290"/>
                  <a:pt x="5034280" y="1529785"/>
                  <a:pt x="5034280" y="1574235"/>
                </a:cubicBezTo>
                <a:cubicBezTo>
                  <a:pt x="5034280" y="1618685"/>
                  <a:pt x="5034280" y="1642180"/>
                  <a:pt x="5034280" y="1679645"/>
                </a:cubicBezTo>
                <a:cubicBezTo>
                  <a:pt x="5034280" y="1717110"/>
                  <a:pt x="5031740" y="1731080"/>
                  <a:pt x="5034280" y="1761560"/>
                </a:cubicBezTo>
                <a:cubicBezTo>
                  <a:pt x="5036820" y="1792040"/>
                  <a:pt x="5041265" y="1804105"/>
                  <a:pt x="5045710" y="1832045"/>
                </a:cubicBezTo>
                <a:cubicBezTo>
                  <a:pt x="5050155" y="1859985"/>
                  <a:pt x="5053330" y="1874590"/>
                  <a:pt x="5057775" y="1902530"/>
                </a:cubicBezTo>
                <a:cubicBezTo>
                  <a:pt x="5062220" y="1930470"/>
                  <a:pt x="5064760" y="1945075"/>
                  <a:pt x="5069205" y="1973015"/>
                </a:cubicBezTo>
                <a:cubicBezTo>
                  <a:pt x="5073650" y="2000955"/>
                  <a:pt x="5074285" y="2015560"/>
                  <a:pt x="5081270" y="2043500"/>
                </a:cubicBezTo>
                <a:cubicBezTo>
                  <a:pt x="5088255" y="2071440"/>
                  <a:pt x="5100320" y="2086045"/>
                  <a:pt x="5104765" y="2113985"/>
                </a:cubicBezTo>
                <a:cubicBezTo>
                  <a:pt x="5109210" y="2141925"/>
                  <a:pt x="5097780" y="2183835"/>
                  <a:pt x="5104765" y="2183835"/>
                </a:cubicBezTo>
                <a:cubicBezTo>
                  <a:pt x="5111750" y="2183835"/>
                  <a:pt x="5125720" y="2144465"/>
                  <a:pt x="5139690" y="2113985"/>
                </a:cubicBezTo>
                <a:cubicBezTo>
                  <a:pt x="5153660" y="2083505"/>
                  <a:pt x="5163185" y="2064455"/>
                  <a:pt x="5174615" y="2031435"/>
                </a:cubicBezTo>
                <a:cubicBezTo>
                  <a:pt x="5186045" y="1998415"/>
                  <a:pt x="5186045" y="1980000"/>
                  <a:pt x="5198110" y="1949520"/>
                </a:cubicBezTo>
                <a:cubicBezTo>
                  <a:pt x="5210175" y="1919040"/>
                  <a:pt x="5224145" y="1906975"/>
                  <a:pt x="5233670" y="1879035"/>
                </a:cubicBezTo>
                <a:cubicBezTo>
                  <a:pt x="5243195" y="1851095"/>
                  <a:pt x="5238115" y="1839030"/>
                  <a:pt x="5245100" y="1808550"/>
                </a:cubicBezTo>
                <a:cubicBezTo>
                  <a:pt x="5252085" y="1778070"/>
                  <a:pt x="5259070" y="1757115"/>
                  <a:pt x="5268595" y="1726635"/>
                </a:cubicBezTo>
                <a:cubicBezTo>
                  <a:pt x="5278120" y="1696155"/>
                  <a:pt x="5285105" y="1686630"/>
                  <a:pt x="5292090" y="1656150"/>
                </a:cubicBezTo>
                <a:cubicBezTo>
                  <a:pt x="5299075" y="1625670"/>
                  <a:pt x="5299710" y="1607255"/>
                  <a:pt x="5304155" y="1574235"/>
                </a:cubicBezTo>
                <a:cubicBezTo>
                  <a:pt x="5308600" y="1541215"/>
                  <a:pt x="5308600" y="1522165"/>
                  <a:pt x="5315585" y="1491685"/>
                </a:cubicBezTo>
                <a:cubicBezTo>
                  <a:pt x="5322570" y="1461205"/>
                  <a:pt x="5332095" y="1449140"/>
                  <a:pt x="5339080" y="1421200"/>
                </a:cubicBezTo>
                <a:cubicBezTo>
                  <a:pt x="5346065" y="1393260"/>
                  <a:pt x="5346700" y="1383735"/>
                  <a:pt x="5351145" y="1350715"/>
                </a:cubicBezTo>
                <a:cubicBezTo>
                  <a:pt x="5355590" y="1317695"/>
                  <a:pt x="5355590" y="1290390"/>
                  <a:pt x="5362575" y="1257370"/>
                </a:cubicBezTo>
                <a:cubicBezTo>
                  <a:pt x="5369560" y="1224350"/>
                  <a:pt x="5379085" y="1214825"/>
                  <a:pt x="5386070" y="1186885"/>
                </a:cubicBezTo>
                <a:cubicBezTo>
                  <a:pt x="5393055" y="1158945"/>
                  <a:pt x="5393690" y="1144340"/>
                  <a:pt x="5398135" y="1116400"/>
                </a:cubicBezTo>
                <a:cubicBezTo>
                  <a:pt x="5402580" y="1088460"/>
                  <a:pt x="5405120" y="1073855"/>
                  <a:pt x="5409565" y="1045915"/>
                </a:cubicBezTo>
                <a:cubicBezTo>
                  <a:pt x="5414010" y="1017975"/>
                  <a:pt x="5416550" y="1003370"/>
                  <a:pt x="5420995" y="975430"/>
                </a:cubicBezTo>
                <a:cubicBezTo>
                  <a:pt x="5425440" y="947490"/>
                  <a:pt x="5430520" y="932885"/>
                  <a:pt x="5433060" y="904945"/>
                </a:cubicBezTo>
                <a:cubicBezTo>
                  <a:pt x="5435600" y="877005"/>
                  <a:pt x="5433060" y="862400"/>
                  <a:pt x="5433060" y="834460"/>
                </a:cubicBezTo>
                <a:cubicBezTo>
                  <a:pt x="5433060" y="806520"/>
                  <a:pt x="5433060" y="791915"/>
                  <a:pt x="5433060" y="763975"/>
                </a:cubicBezTo>
                <a:cubicBezTo>
                  <a:pt x="5433060" y="736035"/>
                  <a:pt x="5426075" y="724605"/>
                  <a:pt x="5433060" y="694125"/>
                </a:cubicBezTo>
                <a:cubicBezTo>
                  <a:pt x="5440045" y="663645"/>
                  <a:pt x="5461000" y="626815"/>
                  <a:pt x="5467985" y="611575"/>
                </a:cubicBezTo>
              </a:path>
            </a:pathLst>
          </a:custGeom>
          <a:noFill/>
          <a:ln w="38100">
            <a:solidFill>
              <a:srgbClr val="8C64E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Text Box 15"/>
          <p:cNvSpPr txBox="1"/>
          <p:nvPr/>
        </p:nvSpPr>
        <p:spPr>
          <a:xfrm>
            <a:off x="3110230" y="2813050"/>
            <a:ext cx="695325" cy="306705"/>
          </a:xfrm>
          <a:prstGeom prst="rect">
            <a:avLst/>
          </a:prstGeom>
          <a:noFill/>
        </p:spPr>
        <p:txBody>
          <a:bodyPr wrap="square" rtlCol="0">
            <a:spAutoFit/>
          </a:bodyPr>
          <a:p>
            <a:r>
              <a:rPr lang="zh-CN" altLang="en-US" sz="1400">
                <a:latin typeface="Alibaba PuHuiTi 3.0 55 Regular" panose="00020600040101010101" charset="-122"/>
                <a:ea typeface="Alibaba PuHuiTi 3.0 55 Regular" panose="00020600040101010101" charset="-122"/>
              </a:rPr>
              <a:t>振幅</a:t>
            </a:r>
            <a:endParaRPr lang="zh-CN" altLang="en-US" sz="1400">
              <a:latin typeface="Alibaba PuHuiTi 3.0 55 Regular" panose="00020600040101010101" charset="-122"/>
              <a:ea typeface="Alibaba PuHuiTi 3.0 55 Regular" panose="00020600040101010101" charset="-122"/>
            </a:endParaRPr>
          </a:p>
        </p:txBody>
      </p:sp>
      <p:sp>
        <p:nvSpPr>
          <p:cNvPr id="17" name="Text Box 16"/>
          <p:cNvSpPr txBox="1"/>
          <p:nvPr/>
        </p:nvSpPr>
        <p:spPr>
          <a:xfrm>
            <a:off x="854710" y="4104640"/>
            <a:ext cx="1732280" cy="768350"/>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一段声波</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a:p>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r>
              <a:rPr lang="zh-CN" altLang="en-US" sz="2200">
                <a:solidFill>
                  <a:schemeClr val="bg2">
                    <a:lumMod val="50000"/>
                  </a:schemeClr>
                </a:solidFill>
                <a:latin typeface="Alibaba PuHuiTi 3.0 55 Regular" panose="00020600040101010101" charset="-122"/>
                <a:ea typeface="Alibaba PuHuiTi 3.0 55 Regular" panose="00020600040101010101" charset="-122"/>
              </a:rPr>
              <a:t>模拟信号</a:t>
            </a:r>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endParaRPr lang="en-US" altLang="zh-CN"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29" name="Oval 28"/>
          <p:cNvSpPr/>
          <p:nvPr/>
        </p:nvSpPr>
        <p:spPr>
          <a:xfrm>
            <a:off x="302450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Oval 29"/>
          <p:cNvSpPr/>
          <p:nvPr/>
        </p:nvSpPr>
        <p:spPr>
          <a:xfrm>
            <a:off x="3490595" y="336804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394271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2" name="Oval 31"/>
          <p:cNvSpPr/>
          <p:nvPr/>
        </p:nvSpPr>
        <p:spPr>
          <a:xfrm>
            <a:off x="4410075" y="558292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3" name="Oval 32"/>
          <p:cNvSpPr/>
          <p:nvPr/>
        </p:nvSpPr>
        <p:spPr>
          <a:xfrm>
            <a:off x="4854575" y="563816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5314950" y="42691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5" name="Oval 34"/>
          <p:cNvSpPr/>
          <p:nvPr/>
        </p:nvSpPr>
        <p:spPr>
          <a:xfrm>
            <a:off x="5772785" y="34302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6" name="Oval 35"/>
          <p:cNvSpPr/>
          <p:nvPr/>
        </p:nvSpPr>
        <p:spPr>
          <a:xfrm>
            <a:off x="6210935" y="39636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6684645" y="53232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8" name="Oval 37"/>
          <p:cNvSpPr/>
          <p:nvPr/>
        </p:nvSpPr>
        <p:spPr>
          <a:xfrm>
            <a:off x="7590155" y="414718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Oval 38"/>
          <p:cNvSpPr/>
          <p:nvPr/>
        </p:nvSpPr>
        <p:spPr>
          <a:xfrm>
            <a:off x="8034655" y="376364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0" name="Oval 39"/>
          <p:cNvSpPr/>
          <p:nvPr/>
        </p:nvSpPr>
        <p:spPr>
          <a:xfrm>
            <a:off x="8508365" y="382143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1" name="Text Box 40"/>
          <p:cNvSpPr txBox="1"/>
          <p:nvPr/>
        </p:nvSpPr>
        <p:spPr>
          <a:xfrm>
            <a:off x="854710" y="1743710"/>
            <a:ext cx="7654290" cy="306070"/>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采样是在连续的模拟信号中</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每隔一定时间取一个值的过程</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a:p>
            <a:r>
              <a:rPr lang="zh-CN" altLang="en-US" sz="2200">
                <a:solidFill>
                  <a:srgbClr val="FF0000"/>
                </a:solidFill>
                <a:latin typeface="Alibaba PuHuiTi 3.0 55 Regular" panose="00020600040101010101" charset="-122"/>
                <a:ea typeface="Alibaba PuHuiTi 3.0 55 Regular" panose="00020600040101010101" charset="-122"/>
              </a:rPr>
              <a:t>采样频率</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每秒采样次数</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单位</a:t>
            </a:r>
            <a:r>
              <a:rPr lang="en-US" altLang="zh-CN" sz="2200">
                <a:solidFill>
                  <a:srgbClr val="FF0000"/>
                </a:solidFill>
                <a:latin typeface="Alibaba PuHuiTi 3.0 55 Regular" panose="00020600040101010101" charset="-122"/>
                <a:ea typeface="Alibaba PuHuiTi 3.0 55 Regular" panose="00020600040101010101" charset="-122"/>
              </a:rPr>
              <a:t> </a:t>
            </a:r>
            <a:r>
              <a:rPr lang="zh-CN" altLang="en-US" sz="2200">
                <a:solidFill>
                  <a:srgbClr val="FF0000"/>
                </a:solidFill>
                <a:latin typeface="Alibaba PuHuiTi 3.0 55 Regular" panose="00020600040101010101" charset="-122"/>
                <a:ea typeface="Alibaba PuHuiTi 3.0 55 Regular" panose="00020600040101010101" charset="-122"/>
              </a:rPr>
              <a:t>赫兹</a:t>
            </a:r>
            <a:r>
              <a:rPr lang="en-US" altLang="zh-CN" sz="2200">
                <a:solidFill>
                  <a:srgbClr val="FF0000"/>
                </a:solidFill>
                <a:latin typeface="Alibaba PuHuiTi 3.0 55 Regular" panose="00020600040101010101" charset="-122"/>
                <a:ea typeface="Alibaba PuHuiTi 3.0 55 Regular" panose="00020600040101010101" charset="-122"/>
              </a:rPr>
              <a:t>（Hz）</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11" name="Rectangle 10"/>
          <p:cNvSpPr/>
          <p:nvPr/>
        </p:nvSpPr>
        <p:spPr>
          <a:xfrm>
            <a:off x="691515" y="2526030"/>
            <a:ext cx="10886440" cy="4214495"/>
          </a:xfrm>
          <a:prstGeom prst="rect">
            <a:avLst/>
          </a:prstGeom>
          <a:solidFill>
            <a:schemeClr val="bg2">
              <a:lumMod val="10000"/>
              <a:alpha val="80000"/>
            </a:schemeClr>
          </a:solidFill>
          <a:ln w="38100">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itle 1"/>
          <p:cNvSpPr>
            <a:spLocks noGrp="1"/>
          </p:cNvSpPr>
          <p:nvPr>
            <p:custDataLst>
              <p:tags r:id="rId2"/>
            </p:custDataLst>
          </p:nvPr>
        </p:nvSpPr>
        <p:spPr>
          <a:xfrm>
            <a:off x="735330" y="3387725"/>
            <a:ext cx="10366375" cy="705485"/>
          </a:xfrm>
          <a:prstGeom prst="rect">
            <a:avLst/>
          </a:prstGeom>
        </p:spPr>
        <p:txBody>
          <a:bodyPr vert="horz" lIns="90000" tIns="46800" rIns="90000" bIns="46800" rtlCol="0" anchor="ctr" anchorCtr="0">
            <a:no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sz="2445">
                <a:solidFill>
                  <a:schemeClr val="bg1"/>
                </a:solidFill>
              </a:rPr>
              <a:t>问</a:t>
            </a:r>
            <a:r>
              <a:rPr lang="en-US" altLang="zh-CN" sz="2445">
                <a:solidFill>
                  <a:schemeClr val="bg1"/>
                </a:solidFill>
              </a:rPr>
              <a:t>：</a:t>
            </a:r>
            <a:r>
              <a:rPr lang="zh-CN" altLang="en-US" sz="2445">
                <a:solidFill>
                  <a:schemeClr val="bg1"/>
                </a:solidFill>
              </a:rPr>
              <a:t>采样频率越高</a:t>
            </a:r>
            <a:r>
              <a:rPr lang="en-US" altLang="zh-CN" sz="2445">
                <a:solidFill>
                  <a:schemeClr val="bg1"/>
                </a:solidFill>
              </a:rPr>
              <a:t>，</a:t>
            </a:r>
            <a:r>
              <a:rPr lang="zh-CN" altLang="en-US" sz="2445">
                <a:solidFill>
                  <a:schemeClr val="bg1"/>
                </a:solidFill>
              </a:rPr>
              <a:t>单位时间内采集的样本数量将越少</a:t>
            </a:r>
            <a:r>
              <a:rPr lang="en-US" altLang="zh-CN" sz="2445">
                <a:solidFill>
                  <a:schemeClr val="bg1"/>
                </a:solidFill>
              </a:rPr>
              <a:t>，</a:t>
            </a:r>
            <a:r>
              <a:rPr lang="zh-CN" altLang="en-US" sz="2445">
                <a:solidFill>
                  <a:schemeClr val="bg1"/>
                </a:solidFill>
              </a:rPr>
              <a:t>对吗</a:t>
            </a:r>
            <a:r>
              <a:rPr lang="en-US" altLang="zh-CN" sz="2445">
                <a:solidFill>
                  <a:schemeClr val="bg1"/>
                </a:solidFill>
              </a:rPr>
              <a:t>？</a:t>
            </a:r>
            <a:endParaRPr lang="en-US" altLang="zh-CN" sz="2445">
              <a:solidFill>
                <a:schemeClr val="bg1"/>
              </a:solidFill>
            </a:endParaRPr>
          </a:p>
        </p:txBody>
      </p:sp>
      <p:sp>
        <p:nvSpPr>
          <p:cNvPr id="45" name="Title 1"/>
          <p:cNvSpPr>
            <a:spLocks noGrp="1"/>
          </p:cNvSpPr>
          <p:nvPr>
            <p:custDataLst>
              <p:tags r:id="rId3"/>
            </p:custDataLst>
          </p:nvPr>
        </p:nvSpPr>
        <p:spPr>
          <a:xfrm>
            <a:off x="735330" y="4104640"/>
            <a:ext cx="10366375" cy="705485"/>
          </a:xfrm>
          <a:prstGeom prst="rect">
            <a:avLst/>
          </a:prstGeom>
        </p:spPr>
        <p:txBody>
          <a:bodyPr vert="horz" lIns="90000" tIns="46800" rIns="90000" bIns="46800" rtlCol="0" anchor="ctr" anchorCtr="0">
            <a:no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sz="2445">
                <a:solidFill>
                  <a:schemeClr val="bg1"/>
                </a:solidFill>
              </a:rPr>
              <a:t>错误</a:t>
            </a:r>
            <a:r>
              <a:rPr lang="en-US" altLang="zh-CN" sz="2445">
                <a:solidFill>
                  <a:schemeClr val="bg1"/>
                </a:solidFill>
              </a:rPr>
              <a:t>！</a:t>
            </a:r>
            <a:endParaRPr lang="en-US" altLang="zh-CN" sz="2445">
              <a:solidFill>
                <a:schemeClr val="bg1"/>
              </a:solidFill>
            </a:endParaRPr>
          </a:p>
        </p:txBody>
      </p:sp>
    </p:spTree>
    <p:custDataLst>
      <p:tags r:id="rId4"/>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cxnSp>
        <p:nvCxnSpPr>
          <p:cNvPr id="4" name="Straight Connector 3"/>
          <p:cNvCxnSpPr/>
          <p:nvPr/>
        </p:nvCxnSpPr>
        <p:spPr>
          <a:xfrm>
            <a:off x="35572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8" name="Straight Connector 17"/>
          <p:cNvCxnSpPr/>
          <p:nvPr/>
        </p:nvCxnSpPr>
        <p:spPr>
          <a:xfrm>
            <a:off x="40132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19" name="Straight Connector 18"/>
          <p:cNvCxnSpPr/>
          <p:nvPr/>
        </p:nvCxnSpPr>
        <p:spPr>
          <a:xfrm>
            <a:off x="446913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0" name="Straight Connector 19"/>
          <p:cNvCxnSpPr/>
          <p:nvPr/>
        </p:nvCxnSpPr>
        <p:spPr>
          <a:xfrm>
            <a:off x="492506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1" name="Straight Connector 20"/>
          <p:cNvCxnSpPr/>
          <p:nvPr/>
        </p:nvCxnSpPr>
        <p:spPr>
          <a:xfrm>
            <a:off x="538099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2" name="Straight Connector 21"/>
          <p:cNvCxnSpPr/>
          <p:nvPr/>
        </p:nvCxnSpPr>
        <p:spPr>
          <a:xfrm>
            <a:off x="583692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3" name="Straight Connector 22"/>
          <p:cNvCxnSpPr/>
          <p:nvPr/>
        </p:nvCxnSpPr>
        <p:spPr>
          <a:xfrm>
            <a:off x="629285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4" name="Straight Connector 23"/>
          <p:cNvCxnSpPr/>
          <p:nvPr/>
        </p:nvCxnSpPr>
        <p:spPr>
          <a:xfrm>
            <a:off x="674878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5" name="Straight Connector 24"/>
          <p:cNvCxnSpPr/>
          <p:nvPr/>
        </p:nvCxnSpPr>
        <p:spPr>
          <a:xfrm>
            <a:off x="720471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6" name="Straight Connector 25"/>
          <p:cNvCxnSpPr/>
          <p:nvPr/>
        </p:nvCxnSpPr>
        <p:spPr>
          <a:xfrm>
            <a:off x="766064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7" name="Straight Connector 26"/>
          <p:cNvCxnSpPr/>
          <p:nvPr/>
        </p:nvCxnSpPr>
        <p:spPr>
          <a:xfrm>
            <a:off x="811657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28" name="Straight Connector 27"/>
          <p:cNvCxnSpPr/>
          <p:nvPr/>
        </p:nvCxnSpPr>
        <p:spPr>
          <a:xfrm>
            <a:off x="8572500" y="2600960"/>
            <a:ext cx="0" cy="3940175"/>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 name="Title 1"/>
          <p:cNvSpPr>
            <a:spLocks noGrp="1"/>
          </p:cNvSpPr>
          <p:nvPr>
            <p:ph type="title"/>
            <p:custDataLst>
              <p:tags r:id="rId1"/>
            </p:custDataLst>
          </p:nvPr>
        </p:nvSpPr>
        <p:spPr/>
        <p:txBody>
          <a:bodyPr/>
          <a:p>
            <a:r>
              <a:rPr lang="zh-CN" altLang="en-US"/>
              <a:t>如何将模拟信号转换为数字信号</a:t>
            </a:r>
            <a:r>
              <a:rPr lang="en-US" altLang="zh-CN"/>
              <a:t>？</a:t>
            </a:r>
            <a:endParaRPr lang="en-US" altLang="zh-CN"/>
          </a:p>
        </p:txBody>
      </p:sp>
      <p:sp>
        <p:nvSpPr>
          <p:cNvPr id="5" name="Text Box 4"/>
          <p:cNvSpPr txBox="1"/>
          <p:nvPr/>
        </p:nvSpPr>
        <p:spPr>
          <a:xfrm>
            <a:off x="691515" y="1313815"/>
            <a:ext cx="2547620" cy="429895"/>
          </a:xfrm>
          <a:prstGeom prst="rect">
            <a:avLst/>
          </a:prstGeom>
          <a:noFill/>
        </p:spPr>
        <p:txBody>
          <a:bodyPr wrap="square" rtlCol="0">
            <a:spAutoFit/>
          </a:bodyPr>
          <a:p>
            <a:r>
              <a:rPr lang="en-US" altLang="zh-CN" sz="2200">
                <a:solidFill>
                  <a:srgbClr val="FF0000"/>
                </a:solidFill>
                <a:latin typeface="Alibaba PuHuiTi 3.0 55 Regular" panose="00020600040101010101" charset="-122"/>
                <a:ea typeface="Alibaba PuHuiTi 3.0 55 Regular" panose="00020600040101010101" charset="-122"/>
              </a:rPr>
              <a:t>1. </a:t>
            </a:r>
            <a:r>
              <a:rPr lang="zh-CN" altLang="en-US" sz="2200">
                <a:solidFill>
                  <a:srgbClr val="FF0000"/>
                </a:solidFill>
                <a:latin typeface="Alibaba PuHuiTi 3.0 55 Regular" panose="00020600040101010101" charset="-122"/>
                <a:ea typeface="Alibaba PuHuiTi 3.0 55 Regular" panose="00020600040101010101" charset="-122"/>
              </a:rPr>
              <a:t>采样</a:t>
            </a:r>
            <a:r>
              <a:rPr lang="en-US" altLang="zh-CN" sz="2200">
                <a:solidFill>
                  <a:srgbClr val="FF0000"/>
                </a:solidFill>
                <a:latin typeface="Alibaba PuHuiTi 3.0 55 Regular" panose="00020600040101010101" charset="-122"/>
                <a:ea typeface="Alibaba PuHuiTi 3.0 55 Regular" panose="00020600040101010101" charset="-122"/>
              </a:rPr>
              <a:t> Sampling</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6" name="Text Box 5"/>
          <p:cNvSpPr txBox="1"/>
          <p:nvPr/>
        </p:nvSpPr>
        <p:spPr>
          <a:xfrm>
            <a:off x="3860165" y="1313815"/>
            <a:ext cx="303847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2. </a:t>
            </a:r>
            <a:r>
              <a:rPr lang="zh-CN" altLang="en-US" sz="2200">
                <a:latin typeface="Alibaba PuHuiTi 3.0 55 Regular" panose="00020600040101010101" charset="-122"/>
                <a:ea typeface="Alibaba PuHuiTi 3.0 55 Regular" panose="00020600040101010101" charset="-122"/>
              </a:rPr>
              <a:t>量化</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Quantization</a:t>
            </a:r>
            <a:endParaRPr lang="en-US" altLang="zh-CN" sz="2200">
              <a:latin typeface="Alibaba PuHuiTi 3.0 55 Regular" panose="00020600040101010101" charset="-122"/>
              <a:ea typeface="Alibaba PuHuiTi 3.0 55 Regular" panose="00020600040101010101" charset="-122"/>
            </a:endParaRPr>
          </a:p>
        </p:txBody>
      </p:sp>
      <p:sp>
        <p:nvSpPr>
          <p:cNvPr id="7" name="Text Box 6"/>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9" name="Straight Connector 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8" name="Straight Connector 7"/>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10" name="Straight Connector 9"/>
          <p:cNvCxnSpPr/>
          <p:nvPr/>
        </p:nvCxnSpPr>
        <p:spPr>
          <a:xfrm flipH="1">
            <a:off x="3100070" y="6254115"/>
            <a:ext cx="605663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7" name="Straight Connector 56"/>
          <p:cNvCxnSpPr/>
          <p:nvPr/>
        </p:nvCxnSpPr>
        <p:spPr>
          <a:xfrm>
            <a:off x="3101340" y="2600960"/>
            <a:ext cx="0" cy="3940175"/>
          </a:xfrm>
          <a:prstGeom prst="line">
            <a:avLst/>
          </a:prstGeom>
          <a:ln w="31750" cap="rnd" cmpd="sng">
            <a:solidFill>
              <a:schemeClr val="tx1"/>
            </a:solidFill>
            <a:prstDash val="solid"/>
            <a:round/>
            <a:headEnd type="triangle" w="lg" len="lg"/>
            <a:tailEnd type="none" w="lg" len="lg"/>
          </a:ln>
        </p:spPr>
        <p:style>
          <a:lnRef idx="0">
            <a:srgbClr val="FFFFFF"/>
          </a:lnRef>
          <a:fillRef idx="0">
            <a:srgbClr val="FFFFFF"/>
          </a:fillRef>
          <a:effectRef idx="0">
            <a:srgbClr val="FFFFFF"/>
          </a:effectRef>
          <a:fontRef idx="minor">
            <a:schemeClr val="tx1"/>
          </a:fontRef>
        </p:style>
      </p:cxnSp>
      <p:sp>
        <p:nvSpPr>
          <p:cNvPr id="66" name="Text Box 65"/>
          <p:cNvSpPr txBox="1"/>
          <p:nvPr/>
        </p:nvSpPr>
        <p:spPr>
          <a:xfrm>
            <a:off x="8874125" y="590232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sp>
        <p:nvSpPr>
          <p:cNvPr id="13" name="Text Box 12"/>
          <p:cNvSpPr txBox="1"/>
          <p:nvPr/>
        </p:nvSpPr>
        <p:spPr>
          <a:xfrm>
            <a:off x="2479040" y="2997200"/>
            <a:ext cx="55435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f(t)</a:t>
            </a:r>
            <a:endParaRPr lang="en-US" sz="1400">
              <a:latin typeface="Alibaba PuHuiTi 3.0 55 Regular" panose="00020600040101010101" charset="-122"/>
              <a:ea typeface="Alibaba PuHuiTi 3.0 55 Regular" panose="00020600040101010101" charset="-122"/>
            </a:endParaRPr>
          </a:p>
        </p:txBody>
      </p:sp>
      <p:sp>
        <p:nvSpPr>
          <p:cNvPr id="15" name="Freeform 14"/>
          <p:cNvSpPr/>
          <p:nvPr/>
        </p:nvSpPr>
        <p:spPr>
          <a:xfrm>
            <a:off x="3101975" y="3260090"/>
            <a:ext cx="5467985" cy="2519045"/>
          </a:xfrm>
          <a:custGeom>
            <a:avLst/>
            <a:gdLst>
              <a:gd name="connisteX0" fmla="*/ 0 w 5467985"/>
              <a:gd name="connsiteY0" fmla="*/ 1233874 h 2518737"/>
              <a:gd name="connisteX1" fmla="*/ 12065 w 5467985"/>
              <a:gd name="connsiteY1" fmla="*/ 1127829 h 2518737"/>
              <a:gd name="connisteX2" fmla="*/ 46990 w 5467985"/>
              <a:gd name="connsiteY2" fmla="*/ 1033849 h 2518737"/>
              <a:gd name="connisteX3" fmla="*/ 70485 w 5467985"/>
              <a:gd name="connsiteY3" fmla="*/ 940504 h 2518737"/>
              <a:gd name="connisteX4" fmla="*/ 105410 w 5467985"/>
              <a:gd name="connsiteY4" fmla="*/ 857954 h 2518737"/>
              <a:gd name="connisteX5" fmla="*/ 140970 w 5467985"/>
              <a:gd name="connsiteY5" fmla="*/ 787469 h 2518737"/>
              <a:gd name="connisteX6" fmla="*/ 164465 w 5467985"/>
              <a:gd name="connsiteY6" fmla="*/ 717619 h 2518737"/>
              <a:gd name="connisteX7" fmla="*/ 199390 w 5467985"/>
              <a:gd name="connsiteY7" fmla="*/ 623639 h 2518737"/>
              <a:gd name="connisteX8" fmla="*/ 246380 w 5467985"/>
              <a:gd name="connsiteY8" fmla="*/ 529659 h 2518737"/>
              <a:gd name="connisteX9" fmla="*/ 305435 w 5467985"/>
              <a:gd name="connsiteY9" fmla="*/ 447744 h 2518737"/>
              <a:gd name="connisteX10" fmla="*/ 363855 w 5467985"/>
              <a:gd name="connsiteY10" fmla="*/ 353764 h 2518737"/>
              <a:gd name="connisteX11" fmla="*/ 410845 w 5467985"/>
              <a:gd name="connsiteY11" fmla="*/ 271214 h 2518737"/>
              <a:gd name="connisteX12" fmla="*/ 445770 w 5467985"/>
              <a:gd name="connsiteY12" fmla="*/ 177234 h 2518737"/>
              <a:gd name="connisteX13" fmla="*/ 481330 w 5467985"/>
              <a:gd name="connsiteY13" fmla="*/ 107384 h 2518737"/>
              <a:gd name="connisteX14" fmla="*/ 528320 w 5467985"/>
              <a:gd name="connsiteY14" fmla="*/ 36899 h 2518737"/>
              <a:gd name="connisteX15" fmla="*/ 598805 w 5467985"/>
              <a:gd name="connsiteY15" fmla="*/ 1339 h 2518737"/>
              <a:gd name="connisteX16" fmla="*/ 645160 w 5467985"/>
              <a:gd name="connsiteY16" fmla="*/ 71824 h 2518737"/>
              <a:gd name="connisteX17" fmla="*/ 668655 w 5467985"/>
              <a:gd name="connsiteY17" fmla="*/ 154374 h 2518737"/>
              <a:gd name="connisteX18" fmla="*/ 680720 w 5467985"/>
              <a:gd name="connsiteY18" fmla="*/ 224224 h 2518737"/>
              <a:gd name="connisteX19" fmla="*/ 692150 w 5467985"/>
              <a:gd name="connsiteY19" fmla="*/ 318204 h 2518737"/>
              <a:gd name="connisteX20" fmla="*/ 704215 w 5467985"/>
              <a:gd name="connsiteY20" fmla="*/ 424249 h 2518737"/>
              <a:gd name="connisteX21" fmla="*/ 704215 w 5467985"/>
              <a:gd name="connsiteY21" fmla="*/ 494099 h 2518737"/>
              <a:gd name="connisteX22" fmla="*/ 715645 w 5467985"/>
              <a:gd name="connsiteY22" fmla="*/ 564584 h 2518737"/>
              <a:gd name="connisteX23" fmla="*/ 727710 w 5467985"/>
              <a:gd name="connsiteY23" fmla="*/ 658564 h 2518737"/>
              <a:gd name="connisteX24" fmla="*/ 751205 w 5467985"/>
              <a:gd name="connsiteY24" fmla="*/ 729049 h 2518737"/>
              <a:gd name="connisteX25" fmla="*/ 762635 w 5467985"/>
              <a:gd name="connsiteY25" fmla="*/ 810964 h 2518737"/>
              <a:gd name="connisteX26" fmla="*/ 786130 w 5467985"/>
              <a:gd name="connsiteY26" fmla="*/ 881449 h 2518737"/>
              <a:gd name="connisteX27" fmla="*/ 798195 w 5467985"/>
              <a:gd name="connsiteY27" fmla="*/ 951934 h 2518737"/>
              <a:gd name="connisteX28" fmla="*/ 821690 w 5467985"/>
              <a:gd name="connsiteY28" fmla="*/ 1033849 h 2518737"/>
              <a:gd name="connisteX29" fmla="*/ 845185 w 5467985"/>
              <a:gd name="connsiteY29" fmla="*/ 1116399 h 2518737"/>
              <a:gd name="connisteX30" fmla="*/ 868680 w 5467985"/>
              <a:gd name="connsiteY30" fmla="*/ 1186884 h 2518737"/>
              <a:gd name="connisteX31" fmla="*/ 880110 w 5467985"/>
              <a:gd name="connsiteY31" fmla="*/ 1257369 h 2518737"/>
              <a:gd name="connisteX32" fmla="*/ 915035 w 5467985"/>
              <a:gd name="connsiteY32" fmla="*/ 1339284 h 2518737"/>
              <a:gd name="connisteX33" fmla="*/ 938530 w 5467985"/>
              <a:gd name="connsiteY33" fmla="*/ 1409769 h 2518737"/>
              <a:gd name="connisteX34" fmla="*/ 962025 w 5467985"/>
              <a:gd name="connsiteY34" fmla="*/ 1491684 h 2518737"/>
              <a:gd name="connisteX35" fmla="*/ 985520 w 5467985"/>
              <a:gd name="connsiteY35" fmla="*/ 1562169 h 2518737"/>
              <a:gd name="connisteX36" fmla="*/ 1009015 w 5467985"/>
              <a:gd name="connsiteY36" fmla="*/ 1632654 h 2518737"/>
              <a:gd name="connisteX37" fmla="*/ 1044575 w 5467985"/>
              <a:gd name="connsiteY37" fmla="*/ 1703139 h 2518737"/>
              <a:gd name="connisteX38" fmla="*/ 1068070 w 5467985"/>
              <a:gd name="connsiteY38" fmla="*/ 1808549 h 2518737"/>
              <a:gd name="connisteX39" fmla="*/ 1102995 w 5467985"/>
              <a:gd name="connsiteY39" fmla="*/ 1902529 h 2518737"/>
              <a:gd name="connisteX40" fmla="*/ 1138555 w 5467985"/>
              <a:gd name="connsiteY40" fmla="*/ 1996509 h 2518737"/>
              <a:gd name="connisteX41" fmla="*/ 1173480 w 5467985"/>
              <a:gd name="connsiteY41" fmla="*/ 2090489 h 2518737"/>
              <a:gd name="connisteX42" fmla="*/ 1208405 w 5467985"/>
              <a:gd name="connsiteY42" fmla="*/ 2160339 h 2518737"/>
              <a:gd name="connisteX43" fmla="*/ 1243965 w 5467985"/>
              <a:gd name="connsiteY43" fmla="*/ 2230824 h 2518737"/>
              <a:gd name="connisteX44" fmla="*/ 1278890 w 5467985"/>
              <a:gd name="connsiteY44" fmla="*/ 2301309 h 2518737"/>
              <a:gd name="connisteX45" fmla="*/ 1325880 w 5467985"/>
              <a:gd name="connsiteY45" fmla="*/ 2371794 h 2518737"/>
              <a:gd name="connisteX46" fmla="*/ 1396365 w 5467985"/>
              <a:gd name="connsiteY46" fmla="*/ 2395289 h 2518737"/>
              <a:gd name="connisteX47" fmla="*/ 1466850 w 5467985"/>
              <a:gd name="connsiteY47" fmla="*/ 2453709 h 2518737"/>
              <a:gd name="connisteX48" fmla="*/ 1537335 w 5467985"/>
              <a:gd name="connsiteY48" fmla="*/ 2512764 h 2518737"/>
              <a:gd name="connisteX49" fmla="*/ 1619250 w 5467985"/>
              <a:gd name="connsiteY49" fmla="*/ 2512764 h 2518737"/>
              <a:gd name="connisteX50" fmla="*/ 1713230 w 5467985"/>
              <a:gd name="connsiteY50" fmla="*/ 2500699 h 2518737"/>
              <a:gd name="connisteX51" fmla="*/ 1783715 w 5467985"/>
              <a:gd name="connsiteY51" fmla="*/ 2477204 h 2518737"/>
              <a:gd name="connisteX52" fmla="*/ 1854200 w 5467985"/>
              <a:gd name="connsiteY52" fmla="*/ 2442279 h 2518737"/>
              <a:gd name="connisteX53" fmla="*/ 1912620 w 5467985"/>
              <a:gd name="connsiteY53" fmla="*/ 2348299 h 2518737"/>
              <a:gd name="connisteX54" fmla="*/ 1948180 w 5467985"/>
              <a:gd name="connsiteY54" fmla="*/ 2254319 h 2518737"/>
              <a:gd name="connisteX55" fmla="*/ 1983105 w 5467985"/>
              <a:gd name="connsiteY55" fmla="*/ 2148909 h 2518737"/>
              <a:gd name="connisteX56" fmla="*/ 1995170 w 5467985"/>
              <a:gd name="connsiteY56" fmla="*/ 2078424 h 2518737"/>
              <a:gd name="connisteX57" fmla="*/ 2018030 w 5467985"/>
              <a:gd name="connsiteY57" fmla="*/ 1996509 h 2518737"/>
              <a:gd name="connisteX58" fmla="*/ 2065020 w 5467985"/>
              <a:gd name="connsiteY58" fmla="*/ 1855539 h 2518737"/>
              <a:gd name="connisteX59" fmla="*/ 2088515 w 5467985"/>
              <a:gd name="connsiteY59" fmla="*/ 1785054 h 2518737"/>
              <a:gd name="connisteX60" fmla="*/ 2112010 w 5467985"/>
              <a:gd name="connsiteY60" fmla="*/ 1691074 h 2518737"/>
              <a:gd name="connisteX61" fmla="*/ 2135505 w 5467985"/>
              <a:gd name="connsiteY61" fmla="*/ 1620589 h 2518737"/>
              <a:gd name="connisteX62" fmla="*/ 2159000 w 5467985"/>
              <a:gd name="connsiteY62" fmla="*/ 1538674 h 2518737"/>
              <a:gd name="connisteX63" fmla="*/ 2171065 w 5467985"/>
              <a:gd name="connsiteY63" fmla="*/ 1468189 h 2518737"/>
              <a:gd name="connisteX64" fmla="*/ 2194560 w 5467985"/>
              <a:gd name="connsiteY64" fmla="*/ 1386274 h 2518737"/>
              <a:gd name="connisteX65" fmla="*/ 2218055 w 5467985"/>
              <a:gd name="connsiteY65" fmla="*/ 1303724 h 2518737"/>
              <a:gd name="connisteX66" fmla="*/ 2229485 w 5467985"/>
              <a:gd name="connsiteY66" fmla="*/ 1233874 h 2518737"/>
              <a:gd name="connisteX67" fmla="*/ 2265045 w 5467985"/>
              <a:gd name="connsiteY67" fmla="*/ 1092904 h 2518737"/>
              <a:gd name="connisteX68" fmla="*/ 2288540 w 5467985"/>
              <a:gd name="connsiteY68" fmla="*/ 1010989 h 2518737"/>
              <a:gd name="connisteX69" fmla="*/ 2323465 w 5467985"/>
              <a:gd name="connsiteY69" fmla="*/ 904944 h 2518737"/>
              <a:gd name="connisteX70" fmla="*/ 2358390 w 5467985"/>
              <a:gd name="connsiteY70" fmla="*/ 799534 h 2518737"/>
              <a:gd name="connisteX71" fmla="*/ 2393950 w 5467985"/>
              <a:gd name="connsiteY71" fmla="*/ 705554 h 2518737"/>
              <a:gd name="connisteX72" fmla="*/ 2417445 w 5467985"/>
              <a:gd name="connsiteY72" fmla="*/ 635069 h 2518737"/>
              <a:gd name="connisteX73" fmla="*/ 2440940 w 5467985"/>
              <a:gd name="connsiteY73" fmla="*/ 564584 h 2518737"/>
              <a:gd name="connisteX74" fmla="*/ 2475865 w 5467985"/>
              <a:gd name="connsiteY74" fmla="*/ 482669 h 2518737"/>
              <a:gd name="connisteX75" fmla="*/ 2499360 w 5467985"/>
              <a:gd name="connsiteY75" fmla="*/ 412184 h 2518737"/>
              <a:gd name="connisteX76" fmla="*/ 2534920 w 5467985"/>
              <a:gd name="connsiteY76" fmla="*/ 318204 h 2518737"/>
              <a:gd name="connisteX77" fmla="*/ 2569845 w 5467985"/>
              <a:gd name="connsiteY77" fmla="*/ 247719 h 2518737"/>
              <a:gd name="connisteX78" fmla="*/ 2651760 w 5467985"/>
              <a:gd name="connsiteY78" fmla="*/ 224224 h 2518737"/>
              <a:gd name="connisteX79" fmla="*/ 2722245 w 5467985"/>
              <a:gd name="connsiteY79" fmla="*/ 224224 h 2518737"/>
              <a:gd name="connisteX80" fmla="*/ 2792730 w 5467985"/>
              <a:gd name="connsiteY80" fmla="*/ 247719 h 2518737"/>
              <a:gd name="connisteX81" fmla="*/ 2874645 w 5467985"/>
              <a:gd name="connsiteY81" fmla="*/ 271214 h 2518737"/>
              <a:gd name="connisteX82" fmla="*/ 2945130 w 5467985"/>
              <a:gd name="connsiteY82" fmla="*/ 306774 h 2518737"/>
              <a:gd name="connisteX83" fmla="*/ 3015615 w 5467985"/>
              <a:gd name="connsiteY83" fmla="*/ 330269 h 2518737"/>
              <a:gd name="connisteX84" fmla="*/ 3062605 w 5467985"/>
              <a:gd name="connsiteY84" fmla="*/ 400754 h 2518737"/>
              <a:gd name="connisteX85" fmla="*/ 3074670 w 5467985"/>
              <a:gd name="connsiteY85" fmla="*/ 470604 h 2518737"/>
              <a:gd name="connisteX86" fmla="*/ 3109595 w 5467985"/>
              <a:gd name="connsiteY86" fmla="*/ 600144 h 2518737"/>
              <a:gd name="connisteX87" fmla="*/ 3156585 w 5467985"/>
              <a:gd name="connsiteY87" fmla="*/ 740479 h 2518737"/>
              <a:gd name="connisteX88" fmla="*/ 3191510 w 5467985"/>
              <a:gd name="connsiteY88" fmla="*/ 810964 h 2518737"/>
              <a:gd name="connisteX89" fmla="*/ 3215005 w 5467985"/>
              <a:gd name="connsiteY89" fmla="*/ 904944 h 2518737"/>
              <a:gd name="connisteX90" fmla="*/ 3227070 w 5467985"/>
              <a:gd name="connsiteY90" fmla="*/ 998924 h 2518737"/>
              <a:gd name="connisteX91" fmla="*/ 3250565 w 5467985"/>
              <a:gd name="connsiteY91" fmla="*/ 1092904 h 2518737"/>
              <a:gd name="connisteX92" fmla="*/ 3261995 w 5467985"/>
              <a:gd name="connsiteY92" fmla="*/ 1174819 h 2518737"/>
              <a:gd name="connisteX93" fmla="*/ 3274060 w 5467985"/>
              <a:gd name="connsiteY93" fmla="*/ 1245304 h 2518737"/>
              <a:gd name="connisteX94" fmla="*/ 3297555 w 5467985"/>
              <a:gd name="connsiteY94" fmla="*/ 1339284 h 2518737"/>
              <a:gd name="connisteX95" fmla="*/ 3308985 w 5467985"/>
              <a:gd name="connsiteY95" fmla="*/ 1409769 h 2518737"/>
              <a:gd name="connisteX96" fmla="*/ 3321050 w 5467985"/>
              <a:gd name="connsiteY96" fmla="*/ 1480254 h 2518737"/>
              <a:gd name="connisteX97" fmla="*/ 3332480 w 5467985"/>
              <a:gd name="connsiteY97" fmla="*/ 1550739 h 2518737"/>
              <a:gd name="connisteX98" fmla="*/ 3344545 w 5467985"/>
              <a:gd name="connsiteY98" fmla="*/ 1620589 h 2518737"/>
              <a:gd name="connisteX99" fmla="*/ 3379470 w 5467985"/>
              <a:gd name="connsiteY99" fmla="*/ 1714569 h 2518737"/>
              <a:gd name="connisteX100" fmla="*/ 3415030 w 5467985"/>
              <a:gd name="connsiteY100" fmla="*/ 1797119 h 2518737"/>
              <a:gd name="connisteX101" fmla="*/ 3449955 w 5467985"/>
              <a:gd name="connsiteY101" fmla="*/ 1866969 h 2518737"/>
              <a:gd name="connisteX102" fmla="*/ 3484880 w 5467985"/>
              <a:gd name="connsiteY102" fmla="*/ 1949519 h 2518737"/>
              <a:gd name="connisteX103" fmla="*/ 3531870 w 5467985"/>
              <a:gd name="connsiteY103" fmla="*/ 2020004 h 2518737"/>
              <a:gd name="connisteX104" fmla="*/ 3590925 w 5467985"/>
              <a:gd name="connsiteY104" fmla="*/ 2090489 h 2518737"/>
              <a:gd name="connisteX105" fmla="*/ 3661410 w 5467985"/>
              <a:gd name="connsiteY105" fmla="*/ 2172404 h 2518737"/>
              <a:gd name="connisteX106" fmla="*/ 3708400 w 5467985"/>
              <a:gd name="connsiteY106" fmla="*/ 2242889 h 2518737"/>
              <a:gd name="connisteX107" fmla="*/ 3766820 w 5467985"/>
              <a:gd name="connsiteY107" fmla="*/ 2313374 h 2518737"/>
              <a:gd name="connisteX108" fmla="*/ 3837305 w 5467985"/>
              <a:gd name="connsiteY108" fmla="*/ 2360364 h 2518737"/>
              <a:gd name="connisteX109" fmla="*/ 3907790 w 5467985"/>
              <a:gd name="connsiteY109" fmla="*/ 2395289 h 2518737"/>
              <a:gd name="connisteX110" fmla="*/ 3978275 w 5467985"/>
              <a:gd name="connsiteY110" fmla="*/ 2395289 h 2518737"/>
              <a:gd name="connisteX111" fmla="*/ 4083685 w 5467985"/>
              <a:gd name="connsiteY111" fmla="*/ 2348299 h 2518737"/>
              <a:gd name="connisteX112" fmla="*/ 4130675 w 5467985"/>
              <a:gd name="connsiteY112" fmla="*/ 2277814 h 2518737"/>
              <a:gd name="connisteX113" fmla="*/ 4189095 w 5467985"/>
              <a:gd name="connsiteY113" fmla="*/ 2207329 h 2518737"/>
              <a:gd name="connisteX114" fmla="*/ 4271645 w 5467985"/>
              <a:gd name="connsiteY114" fmla="*/ 2125414 h 2518737"/>
              <a:gd name="connisteX115" fmla="*/ 4330065 w 5467985"/>
              <a:gd name="connsiteY115" fmla="*/ 2020004 h 2518737"/>
              <a:gd name="connisteX116" fmla="*/ 4377055 w 5467985"/>
              <a:gd name="connsiteY116" fmla="*/ 1937454 h 2518737"/>
              <a:gd name="connisteX117" fmla="*/ 4411980 w 5467985"/>
              <a:gd name="connsiteY117" fmla="*/ 1855539 h 2518737"/>
              <a:gd name="connisteX118" fmla="*/ 4424045 w 5467985"/>
              <a:gd name="connsiteY118" fmla="*/ 1785054 h 2518737"/>
              <a:gd name="connisteX119" fmla="*/ 4424045 w 5467985"/>
              <a:gd name="connsiteY119" fmla="*/ 1714569 h 2518737"/>
              <a:gd name="connisteX120" fmla="*/ 4435475 w 5467985"/>
              <a:gd name="connsiteY120" fmla="*/ 1620589 h 2518737"/>
              <a:gd name="connisteX121" fmla="*/ 4435475 w 5467985"/>
              <a:gd name="connsiteY121" fmla="*/ 1527244 h 2518737"/>
              <a:gd name="connisteX122" fmla="*/ 4435475 w 5467985"/>
              <a:gd name="connsiteY122" fmla="*/ 1456759 h 2518737"/>
              <a:gd name="connisteX123" fmla="*/ 4447540 w 5467985"/>
              <a:gd name="connsiteY123" fmla="*/ 1386274 h 2518737"/>
              <a:gd name="connisteX124" fmla="*/ 4458970 w 5467985"/>
              <a:gd name="connsiteY124" fmla="*/ 1280864 h 2518737"/>
              <a:gd name="connisteX125" fmla="*/ 4471035 w 5467985"/>
              <a:gd name="connsiteY125" fmla="*/ 1198314 h 2518737"/>
              <a:gd name="connisteX126" fmla="*/ 4482465 w 5467985"/>
              <a:gd name="connsiteY126" fmla="*/ 1127829 h 2518737"/>
              <a:gd name="connisteX127" fmla="*/ 4505960 w 5467985"/>
              <a:gd name="connsiteY127" fmla="*/ 1057344 h 2518737"/>
              <a:gd name="connisteX128" fmla="*/ 4541520 w 5467985"/>
              <a:gd name="connsiteY128" fmla="*/ 987494 h 2518737"/>
              <a:gd name="connisteX129" fmla="*/ 4565015 w 5467985"/>
              <a:gd name="connsiteY129" fmla="*/ 904944 h 2518737"/>
              <a:gd name="connisteX130" fmla="*/ 4587875 w 5467985"/>
              <a:gd name="connsiteY130" fmla="*/ 823029 h 2518737"/>
              <a:gd name="connisteX131" fmla="*/ 4611370 w 5467985"/>
              <a:gd name="connsiteY131" fmla="*/ 740479 h 2518737"/>
              <a:gd name="connisteX132" fmla="*/ 4646930 w 5467985"/>
              <a:gd name="connsiteY132" fmla="*/ 647134 h 2518737"/>
              <a:gd name="connisteX133" fmla="*/ 4693920 w 5467985"/>
              <a:gd name="connsiteY133" fmla="*/ 564584 h 2518737"/>
              <a:gd name="connisteX134" fmla="*/ 4717415 w 5467985"/>
              <a:gd name="connsiteY134" fmla="*/ 482669 h 2518737"/>
              <a:gd name="connisteX135" fmla="*/ 4740910 w 5467985"/>
              <a:gd name="connsiteY135" fmla="*/ 412184 h 2518737"/>
              <a:gd name="connisteX136" fmla="*/ 4811395 w 5467985"/>
              <a:gd name="connsiteY136" fmla="*/ 377259 h 2518737"/>
              <a:gd name="connisteX137" fmla="*/ 4881245 w 5467985"/>
              <a:gd name="connsiteY137" fmla="*/ 400754 h 2518737"/>
              <a:gd name="connisteX138" fmla="*/ 4951730 w 5467985"/>
              <a:gd name="connsiteY138" fmla="*/ 459174 h 2518737"/>
              <a:gd name="connisteX139" fmla="*/ 4998720 w 5467985"/>
              <a:gd name="connsiteY139" fmla="*/ 529659 h 2518737"/>
              <a:gd name="connisteX140" fmla="*/ 5010785 w 5467985"/>
              <a:gd name="connsiteY140" fmla="*/ 600144 h 2518737"/>
              <a:gd name="connisteX141" fmla="*/ 5022215 w 5467985"/>
              <a:gd name="connsiteY141" fmla="*/ 682059 h 2518737"/>
              <a:gd name="connisteX142" fmla="*/ 5022215 w 5467985"/>
              <a:gd name="connsiteY142" fmla="*/ 799534 h 2518737"/>
              <a:gd name="connisteX143" fmla="*/ 5034280 w 5467985"/>
              <a:gd name="connsiteY143" fmla="*/ 870019 h 2518737"/>
              <a:gd name="connisteX144" fmla="*/ 5034280 w 5467985"/>
              <a:gd name="connsiteY144" fmla="*/ 975429 h 2518737"/>
              <a:gd name="connisteX145" fmla="*/ 5034280 w 5467985"/>
              <a:gd name="connsiteY145" fmla="*/ 1080839 h 2518737"/>
              <a:gd name="connisteX146" fmla="*/ 5034280 w 5467985"/>
              <a:gd name="connsiteY146" fmla="*/ 1198314 h 2518737"/>
              <a:gd name="connisteX147" fmla="*/ 5034280 w 5467985"/>
              <a:gd name="connsiteY147" fmla="*/ 1327219 h 2518737"/>
              <a:gd name="connisteX148" fmla="*/ 5034280 w 5467985"/>
              <a:gd name="connsiteY148" fmla="*/ 1456759 h 2518737"/>
              <a:gd name="connisteX149" fmla="*/ 5034280 w 5467985"/>
              <a:gd name="connsiteY149" fmla="*/ 1574234 h 2518737"/>
              <a:gd name="connisteX150" fmla="*/ 5034280 w 5467985"/>
              <a:gd name="connsiteY150" fmla="*/ 1679644 h 2518737"/>
              <a:gd name="connisteX151" fmla="*/ 5034280 w 5467985"/>
              <a:gd name="connsiteY151" fmla="*/ 1761559 h 2518737"/>
              <a:gd name="connisteX152" fmla="*/ 5045710 w 5467985"/>
              <a:gd name="connsiteY152" fmla="*/ 1832044 h 2518737"/>
              <a:gd name="connisteX153" fmla="*/ 5057775 w 5467985"/>
              <a:gd name="connsiteY153" fmla="*/ 1902529 h 2518737"/>
              <a:gd name="connisteX154" fmla="*/ 5069205 w 5467985"/>
              <a:gd name="connsiteY154" fmla="*/ 1973014 h 2518737"/>
              <a:gd name="connisteX155" fmla="*/ 5081270 w 5467985"/>
              <a:gd name="connsiteY155" fmla="*/ 2043499 h 2518737"/>
              <a:gd name="connisteX156" fmla="*/ 5104765 w 5467985"/>
              <a:gd name="connsiteY156" fmla="*/ 2113984 h 2518737"/>
              <a:gd name="connisteX157" fmla="*/ 5104765 w 5467985"/>
              <a:gd name="connsiteY157" fmla="*/ 2183834 h 2518737"/>
              <a:gd name="connisteX158" fmla="*/ 5139690 w 5467985"/>
              <a:gd name="connsiteY158" fmla="*/ 2113984 h 2518737"/>
              <a:gd name="connisteX159" fmla="*/ 5174615 w 5467985"/>
              <a:gd name="connsiteY159" fmla="*/ 2031434 h 2518737"/>
              <a:gd name="connisteX160" fmla="*/ 5198110 w 5467985"/>
              <a:gd name="connsiteY160" fmla="*/ 1949519 h 2518737"/>
              <a:gd name="connisteX161" fmla="*/ 5233670 w 5467985"/>
              <a:gd name="connsiteY161" fmla="*/ 1879034 h 2518737"/>
              <a:gd name="connisteX162" fmla="*/ 5245100 w 5467985"/>
              <a:gd name="connsiteY162" fmla="*/ 1808549 h 2518737"/>
              <a:gd name="connisteX163" fmla="*/ 5268595 w 5467985"/>
              <a:gd name="connsiteY163" fmla="*/ 1726634 h 2518737"/>
              <a:gd name="connisteX164" fmla="*/ 5292090 w 5467985"/>
              <a:gd name="connsiteY164" fmla="*/ 1656149 h 2518737"/>
              <a:gd name="connisteX165" fmla="*/ 5304155 w 5467985"/>
              <a:gd name="connsiteY165" fmla="*/ 1574234 h 2518737"/>
              <a:gd name="connisteX166" fmla="*/ 5315585 w 5467985"/>
              <a:gd name="connsiteY166" fmla="*/ 1491684 h 2518737"/>
              <a:gd name="connisteX167" fmla="*/ 5339080 w 5467985"/>
              <a:gd name="connsiteY167" fmla="*/ 1421199 h 2518737"/>
              <a:gd name="connisteX168" fmla="*/ 5351145 w 5467985"/>
              <a:gd name="connsiteY168" fmla="*/ 1350714 h 2518737"/>
              <a:gd name="connisteX169" fmla="*/ 5362575 w 5467985"/>
              <a:gd name="connsiteY169" fmla="*/ 1257369 h 2518737"/>
              <a:gd name="connisteX170" fmla="*/ 5386070 w 5467985"/>
              <a:gd name="connsiteY170" fmla="*/ 1186884 h 2518737"/>
              <a:gd name="connisteX171" fmla="*/ 5398135 w 5467985"/>
              <a:gd name="connsiteY171" fmla="*/ 1116399 h 2518737"/>
              <a:gd name="connisteX172" fmla="*/ 5409565 w 5467985"/>
              <a:gd name="connsiteY172" fmla="*/ 1045914 h 2518737"/>
              <a:gd name="connisteX173" fmla="*/ 5420995 w 5467985"/>
              <a:gd name="connsiteY173" fmla="*/ 975429 h 2518737"/>
              <a:gd name="connisteX174" fmla="*/ 5433060 w 5467985"/>
              <a:gd name="connsiteY174" fmla="*/ 904944 h 2518737"/>
              <a:gd name="connisteX175" fmla="*/ 5433060 w 5467985"/>
              <a:gd name="connsiteY175" fmla="*/ 834459 h 2518737"/>
              <a:gd name="connisteX176" fmla="*/ 5433060 w 5467985"/>
              <a:gd name="connsiteY176" fmla="*/ 763974 h 2518737"/>
              <a:gd name="connisteX177" fmla="*/ 5433060 w 5467985"/>
              <a:gd name="connsiteY177" fmla="*/ 694124 h 2518737"/>
              <a:gd name="connisteX178" fmla="*/ 5467985 w 5467985"/>
              <a:gd name="connsiteY178" fmla="*/ 611574 h 2518737"/>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 ang="0">
                <a:pos x="connisteX54" y="connsiteY54"/>
              </a:cxn>
              <a:cxn ang="0">
                <a:pos x="connisteX55" y="connsiteY55"/>
              </a:cxn>
              <a:cxn ang="0">
                <a:pos x="connisteX56" y="connsiteY56"/>
              </a:cxn>
              <a:cxn ang="0">
                <a:pos x="connisteX57" y="connsiteY57"/>
              </a:cxn>
              <a:cxn ang="0">
                <a:pos x="connisteX58" y="connsiteY58"/>
              </a:cxn>
              <a:cxn ang="0">
                <a:pos x="connisteX59" y="connsiteY59"/>
              </a:cxn>
              <a:cxn ang="0">
                <a:pos x="connisteX60" y="connsiteY60"/>
              </a:cxn>
              <a:cxn ang="0">
                <a:pos x="connisteX61" y="connsiteY61"/>
              </a:cxn>
              <a:cxn ang="0">
                <a:pos x="connisteX62" y="connsiteY62"/>
              </a:cxn>
              <a:cxn ang="0">
                <a:pos x="connisteX63" y="connsiteY63"/>
              </a:cxn>
              <a:cxn ang="0">
                <a:pos x="connisteX64" y="connsiteY64"/>
              </a:cxn>
              <a:cxn ang="0">
                <a:pos x="connisteX65" y="connsiteY65"/>
              </a:cxn>
              <a:cxn ang="0">
                <a:pos x="connisteX66" y="connsiteY66"/>
              </a:cxn>
              <a:cxn ang="0">
                <a:pos x="connisteX67" y="connsiteY67"/>
              </a:cxn>
              <a:cxn ang="0">
                <a:pos x="connisteX68" y="connsiteY68"/>
              </a:cxn>
              <a:cxn ang="0">
                <a:pos x="connisteX69" y="connsiteY69"/>
              </a:cxn>
              <a:cxn ang="0">
                <a:pos x="connisteX70" y="connsiteY70"/>
              </a:cxn>
              <a:cxn ang="0">
                <a:pos x="connisteX71" y="connsiteY71"/>
              </a:cxn>
              <a:cxn ang="0">
                <a:pos x="connisteX72" y="connsiteY72"/>
              </a:cxn>
              <a:cxn ang="0">
                <a:pos x="connisteX73" y="connsiteY73"/>
              </a:cxn>
              <a:cxn ang="0">
                <a:pos x="connisteX74" y="connsiteY74"/>
              </a:cxn>
              <a:cxn ang="0">
                <a:pos x="connisteX75" y="connsiteY75"/>
              </a:cxn>
              <a:cxn ang="0">
                <a:pos x="connisteX76" y="connsiteY76"/>
              </a:cxn>
              <a:cxn ang="0">
                <a:pos x="connisteX77" y="connsiteY77"/>
              </a:cxn>
              <a:cxn ang="0">
                <a:pos x="connisteX78" y="connsiteY78"/>
              </a:cxn>
              <a:cxn ang="0">
                <a:pos x="connisteX79" y="connsiteY79"/>
              </a:cxn>
              <a:cxn ang="0">
                <a:pos x="connisteX80" y="connsiteY80"/>
              </a:cxn>
              <a:cxn ang="0">
                <a:pos x="connisteX81" y="connsiteY81"/>
              </a:cxn>
              <a:cxn ang="0">
                <a:pos x="connisteX82" y="connsiteY82"/>
              </a:cxn>
              <a:cxn ang="0">
                <a:pos x="connisteX83" y="connsiteY83"/>
              </a:cxn>
              <a:cxn ang="0">
                <a:pos x="connisteX84" y="connsiteY84"/>
              </a:cxn>
              <a:cxn ang="0">
                <a:pos x="connisteX85" y="connsiteY85"/>
              </a:cxn>
              <a:cxn ang="0">
                <a:pos x="connisteX86" y="connsiteY86"/>
              </a:cxn>
              <a:cxn ang="0">
                <a:pos x="connisteX87" y="connsiteY87"/>
              </a:cxn>
              <a:cxn ang="0">
                <a:pos x="connisteX88" y="connsiteY88"/>
              </a:cxn>
              <a:cxn ang="0">
                <a:pos x="connisteX89" y="connsiteY89"/>
              </a:cxn>
              <a:cxn ang="0">
                <a:pos x="connisteX90" y="connsiteY90"/>
              </a:cxn>
              <a:cxn ang="0">
                <a:pos x="connisteX91" y="connsiteY91"/>
              </a:cxn>
              <a:cxn ang="0">
                <a:pos x="connisteX92" y="connsiteY92"/>
              </a:cxn>
              <a:cxn ang="0">
                <a:pos x="connisteX93" y="connsiteY93"/>
              </a:cxn>
              <a:cxn ang="0">
                <a:pos x="connisteX94" y="connsiteY94"/>
              </a:cxn>
              <a:cxn ang="0">
                <a:pos x="connisteX95" y="connsiteY95"/>
              </a:cxn>
              <a:cxn ang="0">
                <a:pos x="connisteX96" y="connsiteY96"/>
              </a:cxn>
              <a:cxn ang="0">
                <a:pos x="connisteX97" y="connsiteY97"/>
              </a:cxn>
              <a:cxn ang="0">
                <a:pos x="connisteX98" y="connsiteY98"/>
              </a:cxn>
              <a:cxn ang="0">
                <a:pos x="connisteX99" y="connsiteY99"/>
              </a:cxn>
              <a:cxn ang="0">
                <a:pos x="connisteX100" y="connsiteY100"/>
              </a:cxn>
              <a:cxn ang="0">
                <a:pos x="connisteX101" y="connsiteY101"/>
              </a:cxn>
              <a:cxn ang="0">
                <a:pos x="connisteX102" y="connsiteY102"/>
              </a:cxn>
              <a:cxn ang="0">
                <a:pos x="connisteX103" y="connsiteY103"/>
              </a:cxn>
              <a:cxn ang="0">
                <a:pos x="connisteX104" y="connsiteY104"/>
              </a:cxn>
              <a:cxn ang="0">
                <a:pos x="connisteX105" y="connsiteY105"/>
              </a:cxn>
              <a:cxn ang="0">
                <a:pos x="connisteX106" y="connsiteY106"/>
              </a:cxn>
              <a:cxn ang="0">
                <a:pos x="connisteX107" y="connsiteY107"/>
              </a:cxn>
              <a:cxn ang="0">
                <a:pos x="connisteX108" y="connsiteY108"/>
              </a:cxn>
              <a:cxn ang="0">
                <a:pos x="connisteX109" y="connsiteY109"/>
              </a:cxn>
              <a:cxn ang="0">
                <a:pos x="connisteX110" y="connsiteY110"/>
              </a:cxn>
              <a:cxn ang="0">
                <a:pos x="connisteX111" y="connsiteY111"/>
              </a:cxn>
              <a:cxn ang="0">
                <a:pos x="connisteX112" y="connsiteY112"/>
              </a:cxn>
              <a:cxn ang="0">
                <a:pos x="connisteX113" y="connsiteY113"/>
              </a:cxn>
              <a:cxn ang="0">
                <a:pos x="connisteX114" y="connsiteY114"/>
              </a:cxn>
              <a:cxn ang="0">
                <a:pos x="connisteX115" y="connsiteY115"/>
              </a:cxn>
              <a:cxn ang="0">
                <a:pos x="connisteX116" y="connsiteY116"/>
              </a:cxn>
              <a:cxn ang="0">
                <a:pos x="connisteX117" y="connsiteY117"/>
              </a:cxn>
              <a:cxn ang="0">
                <a:pos x="connisteX118" y="connsiteY118"/>
              </a:cxn>
              <a:cxn ang="0">
                <a:pos x="connisteX119" y="connsiteY119"/>
              </a:cxn>
              <a:cxn ang="0">
                <a:pos x="connisteX120" y="connsiteY120"/>
              </a:cxn>
              <a:cxn ang="0">
                <a:pos x="connisteX121" y="connsiteY121"/>
              </a:cxn>
              <a:cxn ang="0">
                <a:pos x="connisteX122" y="connsiteY122"/>
              </a:cxn>
              <a:cxn ang="0">
                <a:pos x="connisteX123" y="connsiteY123"/>
              </a:cxn>
              <a:cxn ang="0">
                <a:pos x="connisteX124" y="connsiteY124"/>
              </a:cxn>
              <a:cxn ang="0">
                <a:pos x="connisteX125" y="connsiteY125"/>
              </a:cxn>
              <a:cxn ang="0">
                <a:pos x="connisteX126" y="connsiteY126"/>
              </a:cxn>
              <a:cxn ang="0">
                <a:pos x="connisteX127" y="connsiteY127"/>
              </a:cxn>
              <a:cxn ang="0">
                <a:pos x="connisteX128" y="connsiteY128"/>
              </a:cxn>
              <a:cxn ang="0">
                <a:pos x="connisteX129" y="connsiteY129"/>
              </a:cxn>
              <a:cxn ang="0">
                <a:pos x="connisteX130" y="connsiteY130"/>
              </a:cxn>
              <a:cxn ang="0">
                <a:pos x="connisteX131" y="connsiteY131"/>
              </a:cxn>
              <a:cxn ang="0">
                <a:pos x="connisteX132" y="connsiteY132"/>
              </a:cxn>
              <a:cxn ang="0">
                <a:pos x="connisteX133" y="connsiteY133"/>
              </a:cxn>
              <a:cxn ang="0">
                <a:pos x="connisteX134" y="connsiteY134"/>
              </a:cxn>
              <a:cxn ang="0">
                <a:pos x="connisteX135" y="connsiteY135"/>
              </a:cxn>
              <a:cxn ang="0">
                <a:pos x="connisteX136" y="connsiteY136"/>
              </a:cxn>
              <a:cxn ang="0">
                <a:pos x="connisteX137" y="connsiteY137"/>
              </a:cxn>
              <a:cxn ang="0">
                <a:pos x="connisteX138" y="connsiteY138"/>
              </a:cxn>
              <a:cxn ang="0">
                <a:pos x="connisteX139" y="connsiteY139"/>
              </a:cxn>
              <a:cxn ang="0">
                <a:pos x="connisteX140" y="connsiteY140"/>
              </a:cxn>
              <a:cxn ang="0">
                <a:pos x="connisteX141" y="connsiteY141"/>
              </a:cxn>
              <a:cxn ang="0">
                <a:pos x="connisteX142" y="connsiteY142"/>
              </a:cxn>
              <a:cxn ang="0">
                <a:pos x="connisteX143" y="connsiteY143"/>
              </a:cxn>
              <a:cxn ang="0">
                <a:pos x="connisteX144" y="connsiteY144"/>
              </a:cxn>
              <a:cxn ang="0">
                <a:pos x="connisteX145" y="connsiteY145"/>
              </a:cxn>
              <a:cxn ang="0">
                <a:pos x="connisteX146" y="connsiteY146"/>
              </a:cxn>
              <a:cxn ang="0">
                <a:pos x="connisteX147" y="connsiteY147"/>
              </a:cxn>
              <a:cxn ang="0">
                <a:pos x="connisteX148" y="connsiteY148"/>
              </a:cxn>
              <a:cxn ang="0">
                <a:pos x="connisteX149" y="connsiteY149"/>
              </a:cxn>
              <a:cxn ang="0">
                <a:pos x="connisteX150" y="connsiteY150"/>
              </a:cxn>
              <a:cxn ang="0">
                <a:pos x="connisteX151" y="connsiteY151"/>
              </a:cxn>
              <a:cxn ang="0">
                <a:pos x="connisteX152" y="connsiteY152"/>
              </a:cxn>
              <a:cxn ang="0">
                <a:pos x="connisteX153" y="connsiteY153"/>
              </a:cxn>
              <a:cxn ang="0">
                <a:pos x="connisteX154" y="connsiteY154"/>
              </a:cxn>
              <a:cxn ang="0">
                <a:pos x="connisteX155" y="connsiteY155"/>
              </a:cxn>
              <a:cxn ang="0">
                <a:pos x="connisteX156" y="connsiteY156"/>
              </a:cxn>
              <a:cxn ang="0">
                <a:pos x="connisteX157" y="connsiteY157"/>
              </a:cxn>
              <a:cxn ang="0">
                <a:pos x="connisteX158" y="connsiteY158"/>
              </a:cxn>
              <a:cxn ang="0">
                <a:pos x="connisteX159" y="connsiteY159"/>
              </a:cxn>
              <a:cxn ang="0">
                <a:pos x="connisteX160" y="connsiteY160"/>
              </a:cxn>
              <a:cxn ang="0">
                <a:pos x="connisteX161" y="connsiteY161"/>
              </a:cxn>
              <a:cxn ang="0">
                <a:pos x="connisteX162" y="connsiteY162"/>
              </a:cxn>
              <a:cxn ang="0">
                <a:pos x="connisteX163" y="connsiteY163"/>
              </a:cxn>
              <a:cxn ang="0">
                <a:pos x="connisteX164" y="connsiteY164"/>
              </a:cxn>
              <a:cxn ang="0">
                <a:pos x="connisteX165" y="connsiteY165"/>
              </a:cxn>
              <a:cxn ang="0">
                <a:pos x="connisteX166" y="connsiteY166"/>
              </a:cxn>
              <a:cxn ang="0">
                <a:pos x="connisteX167" y="connsiteY167"/>
              </a:cxn>
              <a:cxn ang="0">
                <a:pos x="connisteX168" y="connsiteY168"/>
              </a:cxn>
              <a:cxn ang="0">
                <a:pos x="connisteX169" y="connsiteY169"/>
              </a:cxn>
              <a:cxn ang="0">
                <a:pos x="connisteX170" y="connsiteY170"/>
              </a:cxn>
              <a:cxn ang="0">
                <a:pos x="connisteX171" y="connsiteY171"/>
              </a:cxn>
              <a:cxn ang="0">
                <a:pos x="connisteX172" y="connsiteY172"/>
              </a:cxn>
              <a:cxn ang="0">
                <a:pos x="connisteX173" y="connsiteY173"/>
              </a:cxn>
              <a:cxn ang="0">
                <a:pos x="connisteX174" y="connsiteY174"/>
              </a:cxn>
              <a:cxn ang="0">
                <a:pos x="connisteX175" y="connsiteY175"/>
              </a:cxn>
              <a:cxn ang="0">
                <a:pos x="connisteX176" y="connsiteY176"/>
              </a:cxn>
              <a:cxn ang="0">
                <a:pos x="connisteX177" y="connsiteY177"/>
              </a:cxn>
              <a:cxn ang="0">
                <a:pos x="connisteX178" y="connsiteY178"/>
              </a:cxn>
            </a:cxnLst>
            <a:rect l="l" t="t" r="r" b="b"/>
            <a:pathLst>
              <a:path w="5467985" h="2518737">
                <a:moveTo>
                  <a:pt x="0" y="1233875"/>
                </a:moveTo>
                <a:cubicBezTo>
                  <a:pt x="1905" y="1214825"/>
                  <a:pt x="2540" y="1167835"/>
                  <a:pt x="12065" y="1127830"/>
                </a:cubicBezTo>
                <a:cubicBezTo>
                  <a:pt x="21590" y="1087825"/>
                  <a:pt x="35560" y="1071315"/>
                  <a:pt x="46990" y="1033850"/>
                </a:cubicBezTo>
                <a:cubicBezTo>
                  <a:pt x="58420" y="996385"/>
                  <a:pt x="59055" y="975430"/>
                  <a:pt x="70485" y="940505"/>
                </a:cubicBezTo>
                <a:cubicBezTo>
                  <a:pt x="81915" y="905580"/>
                  <a:pt x="91440" y="888435"/>
                  <a:pt x="105410" y="857955"/>
                </a:cubicBezTo>
                <a:cubicBezTo>
                  <a:pt x="119380" y="827475"/>
                  <a:pt x="128905" y="815410"/>
                  <a:pt x="140970" y="787470"/>
                </a:cubicBezTo>
                <a:cubicBezTo>
                  <a:pt x="153035" y="759530"/>
                  <a:pt x="153035" y="750640"/>
                  <a:pt x="164465" y="717620"/>
                </a:cubicBezTo>
                <a:cubicBezTo>
                  <a:pt x="175895" y="684600"/>
                  <a:pt x="182880" y="661105"/>
                  <a:pt x="199390" y="623640"/>
                </a:cubicBezTo>
                <a:cubicBezTo>
                  <a:pt x="215900" y="586175"/>
                  <a:pt x="225425" y="564585"/>
                  <a:pt x="246380" y="529660"/>
                </a:cubicBezTo>
                <a:cubicBezTo>
                  <a:pt x="267335" y="494735"/>
                  <a:pt x="281940" y="482670"/>
                  <a:pt x="305435" y="447745"/>
                </a:cubicBezTo>
                <a:cubicBezTo>
                  <a:pt x="328930" y="412820"/>
                  <a:pt x="342900" y="389325"/>
                  <a:pt x="363855" y="353765"/>
                </a:cubicBezTo>
                <a:cubicBezTo>
                  <a:pt x="384810" y="318205"/>
                  <a:pt x="394335" y="306775"/>
                  <a:pt x="410845" y="271215"/>
                </a:cubicBezTo>
                <a:cubicBezTo>
                  <a:pt x="427355" y="235655"/>
                  <a:pt x="431800" y="210255"/>
                  <a:pt x="445770" y="177235"/>
                </a:cubicBezTo>
                <a:cubicBezTo>
                  <a:pt x="459740" y="144215"/>
                  <a:pt x="464820" y="135325"/>
                  <a:pt x="481330" y="107385"/>
                </a:cubicBezTo>
                <a:cubicBezTo>
                  <a:pt x="497840" y="79445"/>
                  <a:pt x="504825" y="57855"/>
                  <a:pt x="528320" y="36900"/>
                </a:cubicBezTo>
                <a:cubicBezTo>
                  <a:pt x="551815" y="15945"/>
                  <a:pt x="575310" y="-5645"/>
                  <a:pt x="598805" y="1340"/>
                </a:cubicBezTo>
                <a:cubicBezTo>
                  <a:pt x="622300" y="8325"/>
                  <a:pt x="631190" y="41345"/>
                  <a:pt x="645160" y="71825"/>
                </a:cubicBezTo>
                <a:cubicBezTo>
                  <a:pt x="659130" y="102305"/>
                  <a:pt x="661670" y="123895"/>
                  <a:pt x="668655" y="154375"/>
                </a:cubicBezTo>
                <a:cubicBezTo>
                  <a:pt x="675640" y="184855"/>
                  <a:pt x="676275" y="191205"/>
                  <a:pt x="680720" y="224225"/>
                </a:cubicBezTo>
                <a:cubicBezTo>
                  <a:pt x="685165" y="257245"/>
                  <a:pt x="687705" y="278200"/>
                  <a:pt x="692150" y="318205"/>
                </a:cubicBezTo>
                <a:cubicBezTo>
                  <a:pt x="696595" y="358210"/>
                  <a:pt x="701675" y="389325"/>
                  <a:pt x="704215" y="424250"/>
                </a:cubicBezTo>
                <a:cubicBezTo>
                  <a:pt x="706755" y="459175"/>
                  <a:pt x="701675" y="466160"/>
                  <a:pt x="704215" y="494100"/>
                </a:cubicBezTo>
                <a:cubicBezTo>
                  <a:pt x="706755" y="522040"/>
                  <a:pt x="711200" y="531565"/>
                  <a:pt x="715645" y="564585"/>
                </a:cubicBezTo>
                <a:cubicBezTo>
                  <a:pt x="720090" y="597605"/>
                  <a:pt x="720725" y="625545"/>
                  <a:pt x="727710" y="658565"/>
                </a:cubicBezTo>
                <a:cubicBezTo>
                  <a:pt x="734695" y="691585"/>
                  <a:pt x="744220" y="698570"/>
                  <a:pt x="751205" y="729050"/>
                </a:cubicBezTo>
                <a:cubicBezTo>
                  <a:pt x="758190" y="759530"/>
                  <a:pt x="755650" y="780485"/>
                  <a:pt x="762635" y="810965"/>
                </a:cubicBezTo>
                <a:cubicBezTo>
                  <a:pt x="769620" y="841445"/>
                  <a:pt x="779145" y="853510"/>
                  <a:pt x="786130" y="881450"/>
                </a:cubicBezTo>
                <a:cubicBezTo>
                  <a:pt x="793115" y="909390"/>
                  <a:pt x="791210" y="921455"/>
                  <a:pt x="798195" y="951935"/>
                </a:cubicBezTo>
                <a:cubicBezTo>
                  <a:pt x="805180" y="982415"/>
                  <a:pt x="812165" y="1000830"/>
                  <a:pt x="821690" y="1033850"/>
                </a:cubicBezTo>
                <a:cubicBezTo>
                  <a:pt x="831215" y="1066870"/>
                  <a:pt x="835660" y="1085920"/>
                  <a:pt x="845185" y="1116400"/>
                </a:cubicBezTo>
                <a:cubicBezTo>
                  <a:pt x="854710" y="1146880"/>
                  <a:pt x="861695" y="1158945"/>
                  <a:pt x="868680" y="1186885"/>
                </a:cubicBezTo>
                <a:cubicBezTo>
                  <a:pt x="875665" y="1214825"/>
                  <a:pt x="870585" y="1226890"/>
                  <a:pt x="880110" y="1257370"/>
                </a:cubicBezTo>
                <a:cubicBezTo>
                  <a:pt x="889635" y="1287850"/>
                  <a:pt x="903605" y="1308805"/>
                  <a:pt x="915035" y="1339285"/>
                </a:cubicBezTo>
                <a:cubicBezTo>
                  <a:pt x="926465" y="1369765"/>
                  <a:pt x="929005" y="1379290"/>
                  <a:pt x="938530" y="1409770"/>
                </a:cubicBezTo>
                <a:cubicBezTo>
                  <a:pt x="948055" y="1440250"/>
                  <a:pt x="952500" y="1461205"/>
                  <a:pt x="962025" y="1491685"/>
                </a:cubicBezTo>
                <a:cubicBezTo>
                  <a:pt x="971550" y="1522165"/>
                  <a:pt x="975995" y="1534230"/>
                  <a:pt x="985520" y="1562170"/>
                </a:cubicBezTo>
                <a:cubicBezTo>
                  <a:pt x="995045" y="1590110"/>
                  <a:pt x="996950" y="1604715"/>
                  <a:pt x="1009015" y="1632655"/>
                </a:cubicBezTo>
                <a:cubicBezTo>
                  <a:pt x="1021080" y="1660595"/>
                  <a:pt x="1032510" y="1668215"/>
                  <a:pt x="1044575" y="1703140"/>
                </a:cubicBezTo>
                <a:cubicBezTo>
                  <a:pt x="1056640" y="1738065"/>
                  <a:pt x="1056640" y="1768545"/>
                  <a:pt x="1068070" y="1808550"/>
                </a:cubicBezTo>
                <a:cubicBezTo>
                  <a:pt x="1079500" y="1848555"/>
                  <a:pt x="1089025" y="1865065"/>
                  <a:pt x="1102995" y="1902530"/>
                </a:cubicBezTo>
                <a:cubicBezTo>
                  <a:pt x="1116965" y="1939995"/>
                  <a:pt x="1124585" y="1959045"/>
                  <a:pt x="1138555" y="1996510"/>
                </a:cubicBezTo>
                <a:cubicBezTo>
                  <a:pt x="1152525" y="2033975"/>
                  <a:pt x="1159510" y="2057470"/>
                  <a:pt x="1173480" y="2090490"/>
                </a:cubicBezTo>
                <a:cubicBezTo>
                  <a:pt x="1187450" y="2123510"/>
                  <a:pt x="1194435" y="2132400"/>
                  <a:pt x="1208405" y="2160340"/>
                </a:cubicBezTo>
                <a:cubicBezTo>
                  <a:pt x="1222375" y="2188280"/>
                  <a:pt x="1229995" y="2202885"/>
                  <a:pt x="1243965" y="2230825"/>
                </a:cubicBezTo>
                <a:cubicBezTo>
                  <a:pt x="1257935" y="2258765"/>
                  <a:pt x="1262380" y="2273370"/>
                  <a:pt x="1278890" y="2301310"/>
                </a:cubicBezTo>
                <a:cubicBezTo>
                  <a:pt x="1295400" y="2329250"/>
                  <a:pt x="1302385" y="2352745"/>
                  <a:pt x="1325880" y="2371795"/>
                </a:cubicBezTo>
                <a:cubicBezTo>
                  <a:pt x="1349375" y="2390845"/>
                  <a:pt x="1368425" y="2378780"/>
                  <a:pt x="1396365" y="2395290"/>
                </a:cubicBezTo>
                <a:cubicBezTo>
                  <a:pt x="1424305" y="2411800"/>
                  <a:pt x="1438910" y="2430215"/>
                  <a:pt x="1466850" y="2453710"/>
                </a:cubicBezTo>
                <a:cubicBezTo>
                  <a:pt x="1494790" y="2477205"/>
                  <a:pt x="1506855" y="2500700"/>
                  <a:pt x="1537335" y="2512765"/>
                </a:cubicBezTo>
                <a:cubicBezTo>
                  <a:pt x="1567815" y="2524830"/>
                  <a:pt x="1584325" y="2515305"/>
                  <a:pt x="1619250" y="2512765"/>
                </a:cubicBezTo>
                <a:cubicBezTo>
                  <a:pt x="1654175" y="2510225"/>
                  <a:pt x="1680210" y="2507685"/>
                  <a:pt x="1713230" y="2500700"/>
                </a:cubicBezTo>
                <a:cubicBezTo>
                  <a:pt x="1746250" y="2493715"/>
                  <a:pt x="1755775" y="2488635"/>
                  <a:pt x="1783715" y="2477205"/>
                </a:cubicBezTo>
                <a:cubicBezTo>
                  <a:pt x="1811655" y="2465775"/>
                  <a:pt x="1828165" y="2468315"/>
                  <a:pt x="1854200" y="2442280"/>
                </a:cubicBezTo>
                <a:cubicBezTo>
                  <a:pt x="1880235" y="2416245"/>
                  <a:pt x="1893570" y="2385765"/>
                  <a:pt x="1912620" y="2348300"/>
                </a:cubicBezTo>
                <a:cubicBezTo>
                  <a:pt x="1931670" y="2310835"/>
                  <a:pt x="1934210" y="2294325"/>
                  <a:pt x="1948180" y="2254320"/>
                </a:cubicBezTo>
                <a:cubicBezTo>
                  <a:pt x="1962150" y="2214315"/>
                  <a:pt x="1973580" y="2183835"/>
                  <a:pt x="1983105" y="2148910"/>
                </a:cubicBezTo>
                <a:cubicBezTo>
                  <a:pt x="1992630" y="2113985"/>
                  <a:pt x="1988185" y="2108905"/>
                  <a:pt x="1995170" y="2078425"/>
                </a:cubicBezTo>
                <a:cubicBezTo>
                  <a:pt x="2002155" y="2047945"/>
                  <a:pt x="2004060" y="2040960"/>
                  <a:pt x="2018030" y="1996510"/>
                </a:cubicBezTo>
                <a:cubicBezTo>
                  <a:pt x="2032000" y="1952060"/>
                  <a:pt x="2051050" y="1898085"/>
                  <a:pt x="2065020" y="1855540"/>
                </a:cubicBezTo>
                <a:cubicBezTo>
                  <a:pt x="2078990" y="1812995"/>
                  <a:pt x="2078990" y="1818075"/>
                  <a:pt x="2088515" y="1785055"/>
                </a:cubicBezTo>
                <a:cubicBezTo>
                  <a:pt x="2098040" y="1752035"/>
                  <a:pt x="2102485" y="1724095"/>
                  <a:pt x="2112010" y="1691075"/>
                </a:cubicBezTo>
                <a:cubicBezTo>
                  <a:pt x="2121535" y="1658055"/>
                  <a:pt x="2125980" y="1651070"/>
                  <a:pt x="2135505" y="1620590"/>
                </a:cubicBezTo>
                <a:cubicBezTo>
                  <a:pt x="2145030" y="1590110"/>
                  <a:pt x="2152015" y="1569155"/>
                  <a:pt x="2159000" y="1538675"/>
                </a:cubicBezTo>
                <a:cubicBezTo>
                  <a:pt x="2165985" y="1508195"/>
                  <a:pt x="2164080" y="1498670"/>
                  <a:pt x="2171065" y="1468190"/>
                </a:cubicBezTo>
                <a:cubicBezTo>
                  <a:pt x="2178050" y="1437710"/>
                  <a:pt x="2185035" y="1419295"/>
                  <a:pt x="2194560" y="1386275"/>
                </a:cubicBezTo>
                <a:cubicBezTo>
                  <a:pt x="2204085" y="1353255"/>
                  <a:pt x="2211070" y="1334205"/>
                  <a:pt x="2218055" y="1303725"/>
                </a:cubicBezTo>
                <a:cubicBezTo>
                  <a:pt x="2225040" y="1273245"/>
                  <a:pt x="2219960" y="1275785"/>
                  <a:pt x="2229485" y="1233875"/>
                </a:cubicBezTo>
                <a:cubicBezTo>
                  <a:pt x="2239010" y="1191965"/>
                  <a:pt x="2252980" y="1137355"/>
                  <a:pt x="2265045" y="1092905"/>
                </a:cubicBezTo>
                <a:cubicBezTo>
                  <a:pt x="2277110" y="1048455"/>
                  <a:pt x="2277110" y="1048455"/>
                  <a:pt x="2288540" y="1010990"/>
                </a:cubicBezTo>
                <a:cubicBezTo>
                  <a:pt x="2299970" y="973525"/>
                  <a:pt x="2309495" y="947490"/>
                  <a:pt x="2323465" y="904945"/>
                </a:cubicBezTo>
                <a:cubicBezTo>
                  <a:pt x="2337435" y="862400"/>
                  <a:pt x="2344420" y="839540"/>
                  <a:pt x="2358390" y="799535"/>
                </a:cubicBezTo>
                <a:cubicBezTo>
                  <a:pt x="2372360" y="759530"/>
                  <a:pt x="2381885" y="738575"/>
                  <a:pt x="2393950" y="705555"/>
                </a:cubicBezTo>
                <a:cubicBezTo>
                  <a:pt x="2406015" y="672535"/>
                  <a:pt x="2407920" y="663010"/>
                  <a:pt x="2417445" y="635070"/>
                </a:cubicBezTo>
                <a:cubicBezTo>
                  <a:pt x="2426970" y="607130"/>
                  <a:pt x="2429510" y="595065"/>
                  <a:pt x="2440940" y="564585"/>
                </a:cubicBezTo>
                <a:cubicBezTo>
                  <a:pt x="2452370" y="534105"/>
                  <a:pt x="2464435" y="513150"/>
                  <a:pt x="2475865" y="482670"/>
                </a:cubicBezTo>
                <a:cubicBezTo>
                  <a:pt x="2487295" y="452190"/>
                  <a:pt x="2487295" y="445205"/>
                  <a:pt x="2499360" y="412185"/>
                </a:cubicBezTo>
                <a:cubicBezTo>
                  <a:pt x="2511425" y="379165"/>
                  <a:pt x="2520950" y="351225"/>
                  <a:pt x="2534920" y="318205"/>
                </a:cubicBezTo>
                <a:cubicBezTo>
                  <a:pt x="2548890" y="285185"/>
                  <a:pt x="2546350" y="266770"/>
                  <a:pt x="2569845" y="247720"/>
                </a:cubicBezTo>
                <a:cubicBezTo>
                  <a:pt x="2593340" y="228670"/>
                  <a:pt x="2621280" y="228670"/>
                  <a:pt x="2651760" y="224225"/>
                </a:cubicBezTo>
                <a:cubicBezTo>
                  <a:pt x="2682240" y="219780"/>
                  <a:pt x="2694305" y="219780"/>
                  <a:pt x="2722245" y="224225"/>
                </a:cubicBezTo>
                <a:cubicBezTo>
                  <a:pt x="2750185" y="228670"/>
                  <a:pt x="2762250" y="238195"/>
                  <a:pt x="2792730" y="247720"/>
                </a:cubicBezTo>
                <a:cubicBezTo>
                  <a:pt x="2823210" y="257245"/>
                  <a:pt x="2844165" y="259150"/>
                  <a:pt x="2874645" y="271215"/>
                </a:cubicBezTo>
                <a:cubicBezTo>
                  <a:pt x="2905125" y="283280"/>
                  <a:pt x="2917190" y="294710"/>
                  <a:pt x="2945130" y="306775"/>
                </a:cubicBezTo>
                <a:cubicBezTo>
                  <a:pt x="2973070" y="318840"/>
                  <a:pt x="2992120" y="311220"/>
                  <a:pt x="3015615" y="330270"/>
                </a:cubicBezTo>
                <a:cubicBezTo>
                  <a:pt x="3039110" y="349320"/>
                  <a:pt x="3050540" y="372815"/>
                  <a:pt x="3062605" y="400755"/>
                </a:cubicBezTo>
                <a:cubicBezTo>
                  <a:pt x="3074670" y="428695"/>
                  <a:pt x="3065145" y="430600"/>
                  <a:pt x="3074670" y="470605"/>
                </a:cubicBezTo>
                <a:cubicBezTo>
                  <a:pt x="3084195" y="510610"/>
                  <a:pt x="3093085" y="546170"/>
                  <a:pt x="3109595" y="600145"/>
                </a:cubicBezTo>
                <a:cubicBezTo>
                  <a:pt x="3126105" y="654120"/>
                  <a:pt x="3140075" y="698570"/>
                  <a:pt x="3156585" y="740480"/>
                </a:cubicBezTo>
                <a:cubicBezTo>
                  <a:pt x="3173095" y="782390"/>
                  <a:pt x="3180080" y="777945"/>
                  <a:pt x="3191510" y="810965"/>
                </a:cubicBezTo>
                <a:cubicBezTo>
                  <a:pt x="3202940" y="843985"/>
                  <a:pt x="3208020" y="867480"/>
                  <a:pt x="3215005" y="904945"/>
                </a:cubicBezTo>
                <a:cubicBezTo>
                  <a:pt x="3221990" y="942410"/>
                  <a:pt x="3220085" y="961460"/>
                  <a:pt x="3227070" y="998925"/>
                </a:cubicBezTo>
                <a:cubicBezTo>
                  <a:pt x="3234055" y="1036390"/>
                  <a:pt x="3243580" y="1057980"/>
                  <a:pt x="3250565" y="1092905"/>
                </a:cubicBezTo>
                <a:cubicBezTo>
                  <a:pt x="3257550" y="1127830"/>
                  <a:pt x="3257550" y="1144340"/>
                  <a:pt x="3261995" y="1174820"/>
                </a:cubicBezTo>
                <a:cubicBezTo>
                  <a:pt x="3266440" y="1205300"/>
                  <a:pt x="3267075" y="1212285"/>
                  <a:pt x="3274060" y="1245305"/>
                </a:cubicBezTo>
                <a:cubicBezTo>
                  <a:pt x="3281045" y="1278325"/>
                  <a:pt x="3290570" y="1306265"/>
                  <a:pt x="3297555" y="1339285"/>
                </a:cubicBezTo>
                <a:cubicBezTo>
                  <a:pt x="3304540" y="1372305"/>
                  <a:pt x="3304540" y="1381830"/>
                  <a:pt x="3308985" y="1409770"/>
                </a:cubicBezTo>
                <a:cubicBezTo>
                  <a:pt x="3313430" y="1437710"/>
                  <a:pt x="3316605" y="1452315"/>
                  <a:pt x="3321050" y="1480255"/>
                </a:cubicBezTo>
                <a:cubicBezTo>
                  <a:pt x="3325495" y="1508195"/>
                  <a:pt x="3328035" y="1522800"/>
                  <a:pt x="3332480" y="1550740"/>
                </a:cubicBezTo>
                <a:cubicBezTo>
                  <a:pt x="3336925" y="1578680"/>
                  <a:pt x="3335020" y="1587570"/>
                  <a:pt x="3344545" y="1620590"/>
                </a:cubicBezTo>
                <a:cubicBezTo>
                  <a:pt x="3354070" y="1653610"/>
                  <a:pt x="3365500" y="1679010"/>
                  <a:pt x="3379470" y="1714570"/>
                </a:cubicBezTo>
                <a:cubicBezTo>
                  <a:pt x="3393440" y="1750130"/>
                  <a:pt x="3401060" y="1766640"/>
                  <a:pt x="3415030" y="1797120"/>
                </a:cubicBezTo>
                <a:cubicBezTo>
                  <a:pt x="3429000" y="1827600"/>
                  <a:pt x="3435985" y="1836490"/>
                  <a:pt x="3449955" y="1866970"/>
                </a:cubicBezTo>
                <a:cubicBezTo>
                  <a:pt x="3463925" y="1897450"/>
                  <a:pt x="3468370" y="1919040"/>
                  <a:pt x="3484880" y="1949520"/>
                </a:cubicBezTo>
                <a:cubicBezTo>
                  <a:pt x="3501390" y="1980000"/>
                  <a:pt x="3510915" y="1992065"/>
                  <a:pt x="3531870" y="2020005"/>
                </a:cubicBezTo>
                <a:cubicBezTo>
                  <a:pt x="3552825" y="2047945"/>
                  <a:pt x="3564890" y="2060010"/>
                  <a:pt x="3590925" y="2090490"/>
                </a:cubicBezTo>
                <a:cubicBezTo>
                  <a:pt x="3616960" y="2120970"/>
                  <a:pt x="3637915" y="2141925"/>
                  <a:pt x="3661410" y="2172405"/>
                </a:cubicBezTo>
                <a:cubicBezTo>
                  <a:pt x="3684905" y="2202885"/>
                  <a:pt x="3687445" y="2214950"/>
                  <a:pt x="3708400" y="2242890"/>
                </a:cubicBezTo>
                <a:cubicBezTo>
                  <a:pt x="3729355" y="2270830"/>
                  <a:pt x="3740785" y="2289880"/>
                  <a:pt x="3766820" y="2313375"/>
                </a:cubicBezTo>
                <a:cubicBezTo>
                  <a:pt x="3792855" y="2336870"/>
                  <a:pt x="3809365" y="2343855"/>
                  <a:pt x="3837305" y="2360365"/>
                </a:cubicBezTo>
                <a:cubicBezTo>
                  <a:pt x="3865245" y="2376875"/>
                  <a:pt x="3879850" y="2388305"/>
                  <a:pt x="3907790" y="2395290"/>
                </a:cubicBezTo>
                <a:cubicBezTo>
                  <a:pt x="3935730" y="2402275"/>
                  <a:pt x="3943350" y="2404815"/>
                  <a:pt x="3978275" y="2395290"/>
                </a:cubicBezTo>
                <a:cubicBezTo>
                  <a:pt x="4013200" y="2385765"/>
                  <a:pt x="4053205" y="2371795"/>
                  <a:pt x="4083685" y="2348300"/>
                </a:cubicBezTo>
                <a:cubicBezTo>
                  <a:pt x="4114165" y="2324805"/>
                  <a:pt x="4109720" y="2305755"/>
                  <a:pt x="4130675" y="2277815"/>
                </a:cubicBezTo>
                <a:cubicBezTo>
                  <a:pt x="4151630" y="2249875"/>
                  <a:pt x="4161155" y="2237810"/>
                  <a:pt x="4189095" y="2207330"/>
                </a:cubicBezTo>
                <a:cubicBezTo>
                  <a:pt x="4217035" y="2176850"/>
                  <a:pt x="4243705" y="2162880"/>
                  <a:pt x="4271645" y="2125415"/>
                </a:cubicBezTo>
                <a:cubicBezTo>
                  <a:pt x="4299585" y="2087950"/>
                  <a:pt x="4309110" y="2057470"/>
                  <a:pt x="4330065" y="2020005"/>
                </a:cubicBezTo>
                <a:cubicBezTo>
                  <a:pt x="4351020" y="1982540"/>
                  <a:pt x="4360545" y="1970475"/>
                  <a:pt x="4377055" y="1937455"/>
                </a:cubicBezTo>
                <a:cubicBezTo>
                  <a:pt x="4393565" y="1904435"/>
                  <a:pt x="4402455" y="1886020"/>
                  <a:pt x="4411980" y="1855540"/>
                </a:cubicBezTo>
                <a:cubicBezTo>
                  <a:pt x="4421505" y="1825060"/>
                  <a:pt x="4421505" y="1812995"/>
                  <a:pt x="4424045" y="1785055"/>
                </a:cubicBezTo>
                <a:cubicBezTo>
                  <a:pt x="4426585" y="1757115"/>
                  <a:pt x="4421505" y="1747590"/>
                  <a:pt x="4424045" y="1714570"/>
                </a:cubicBezTo>
                <a:cubicBezTo>
                  <a:pt x="4426585" y="1681550"/>
                  <a:pt x="4432935" y="1658055"/>
                  <a:pt x="4435475" y="1620590"/>
                </a:cubicBezTo>
                <a:cubicBezTo>
                  <a:pt x="4438015" y="1583125"/>
                  <a:pt x="4435475" y="1560265"/>
                  <a:pt x="4435475" y="1527245"/>
                </a:cubicBezTo>
                <a:cubicBezTo>
                  <a:pt x="4435475" y="1494225"/>
                  <a:pt x="4432935" y="1484700"/>
                  <a:pt x="4435475" y="1456760"/>
                </a:cubicBezTo>
                <a:cubicBezTo>
                  <a:pt x="4438015" y="1428820"/>
                  <a:pt x="4443095" y="1421200"/>
                  <a:pt x="4447540" y="1386275"/>
                </a:cubicBezTo>
                <a:cubicBezTo>
                  <a:pt x="4451985" y="1351350"/>
                  <a:pt x="4454525" y="1318330"/>
                  <a:pt x="4458970" y="1280865"/>
                </a:cubicBezTo>
                <a:cubicBezTo>
                  <a:pt x="4463415" y="1243400"/>
                  <a:pt x="4466590" y="1228795"/>
                  <a:pt x="4471035" y="1198315"/>
                </a:cubicBezTo>
                <a:cubicBezTo>
                  <a:pt x="4475480" y="1167835"/>
                  <a:pt x="4475480" y="1155770"/>
                  <a:pt x="4482465" y="1127830"/>
                </a:cubicBezTo>
                <a:cubicBezTo>
                  <a:pt x="4489450" y="1099890"/>
                  <a:pt x="4493895" y="1085285"/>
                  <a:pt x="4505960" y="1057345"/>
                </a:cubicBezTo>
                <a:cubicBezTo>
                  <a:pt x="4518025" y="1029405"/>
                  <a:pt x="4529455" y="1017975"/>
                  <a:pt x="4541520" y="987495"/>
                </a:cubicBezTo>
                <a:cubicBezTo>
                  <a:pt x="4553585" y="957015"/>
                  <a:pt x="4555490" y="937965"/>
                  <a:pt x="4565015" y="904945"/>
                </a:cubicBezTo>
                <a:cubicBezTo>
                  <a:pt x="4574540" y="871925"/>
                  <a:pt x="4578350" y="856050"/>
                  <a:pt x="4587875" y="823030"/>
                </a:cubicBezTo>
                <a:cubicBezTo>
                  <a:pt x="4597400" y="790010"/>
                  <a:pt x="4599305" y="775405"/>
                  <a:pt x="4611370" y="740480"/>
                </a:cubicBezTo>
                <a:cubicBezTo>
                  <a:pt x="4623435" y="705555"/>
                  <a:pt x="4630420" y="682060"/>
                  <a:pt x="4646930" y="647135"/>
                </a:cubicBezTo>
                <a:cubicBezTo>
                  <a:pt x="4663440" y="612210"/>
                  <a:pt x="4679950" y="597605"/>
                  <a:pt x="4693920" y="564585"/>
                </a:cubicBezTo>
                <a:cubicBezTo>
                  <a:pt x="4707890" y="531565"/>
                  <a:pt x="4707890" y="513150"/>
                  <a:pt x="4717415" y="482670"/>
                </a:cubicBezTo>
                <a:cubicBezTo>
                  <a:pt x="4726940" y="452190"/>
                  <a:pt x="4721860" y="433140"/>
                  <a:pt x="4740910" y="412185"/>
                </a:cubicBezTo>
                <a:cubicBezTo>
                  <a:pt x="4759960" y="391230"/>
                  <a:pt x="4783455" y="379800"/>
                  <a:pt x="4811395" y="377260"/>
                </a:cubicBezTo>
                <a:cubicBezTo>
                  <a:pt x="4839335" y="374720"/>
                  <a:pt x="4853305" y="384245"/>
                  <a:pt x="4881245" y="400755"/>
                </a:cubicBezTo>
                <a:cubicBezTo>
                  <a:pt x="4909185" y="417265"/>
                  <a:pt x="4928235" y="433140"/>
                  <a:pt x="4951730" y="459175"/>
                </a:cubicBezTo>
                <a:cubicBezTo>
                  <a:pt x="4975225" y="485210"/>
                  <a:pt x="4986655" y="501720"/>
                  <a:pt x="4998720" y="529660"/>
                </a:cubicBezTo>
                <a:cubicBezTo>
                  <a:pt x="5010785" y="557600"/>
                  <a:pt x="5006340" y="569665"/>
                  <a:pt x="5010785" y="600145"/>
                </a:cubicBezTo>
                <a:cubicBezTo>
                  <a:pt x="5015230" y="630625"/>
                  <a:pt x="5019675" y="642055"/>
                  <a:pt x="5022215" y="682060"/>
                </a:cubicBezTo>
                <a:cubicBezTo>
                  <a:pt x="5024755" y="722065"/>
                  <a:pt x="5019675" y="762070"/>
                  <a:pt x="5022215" y="799535"/>
                </a:cubicBezTo>
                <a:cubicBezTo>
                  <a:pt x="5024755" y="837000"/>
                  <a:pt x="5031740" y="835095"/>
                  <a:pt x="5034280" y="870020"/>
                </a:cubicBezTo>
                <a:cubicBezTo>
                  <a:pt x="5036820" y="904945"/>
                  <a:pt x="5034280" y="933520"/>
                  <a:pt x="5034280" y="975430"/>
                </a:cubicBezTo>
                <a:cubicBezTo>
                  <a:pt x="5034280" y="1017340"/>
                  <a:pt x="5034280" y="1036390"/>
                  <a:pt x="5034280" y="1080840"/>
                </a:cubicBezTo>
                <a:cubicBezTo>
                  <a:pt x="5034280" y="1125290"/>
                  <a:pt x="5034280" y="1148785"/>
                  <a:pt x="5034280" y="1198315"/>
                </a:cubicBezTo>
                <a:cubicBezTo>
                  <a:pt x="5034280" y="1247845"/>
                  <a:pt x="5034280" y="1275785"/>
                  <a:pt x="5034280" y="1327220"/>
                </a:cubicBezTo>
                <a:cubicBezTo>
                  <a:pt x="5034280" y="1378655"/>
                  <a:pt x="5034280" y="1407230"/>
                  <a:pt x="5034280" y="1456760"/>
                </a:cubicBezTo>
                <a:cubicBezTo>
                  <a:pt x="5034280" y="1506290"/>
                  <a:pt x="5034280" y="1529785"/>
                  <a:pt x="5034280" y="1574235"/>
                </a:cubicBezTo>
                <a:cubicBezTo>
                  <a:pt x="5034280" y="1618685"/>
                  <a:pt x="5034280" y="1642180"/>
                  <a:pt x="5034280" y="1679645"/>
                </a:cubicBezTo>
                <a:cubicBezTo>
                  <a:pt x="5034280" y="1717110"/>
                  <a:pt x="5031740" y="1731080"/>
                  <a:pt x="5034280" y="1761560"/>
                </a:cubicBezTo>
                <a:cubicBezTo>
                  <a:pt x="5036820" y="1792040"/>
                  <a:pt x="5041265" y="1804105"/>
                  <a:pt x="5045710" y="1832045"/>
                </a:cubicBezTo>
                <a:cubicBezTo>
                  <a:pt x="5050155" y="1859985"/>
                  <a:pt x="5053330" y="1874590"/>
                  <a:pt x="5057775" y="1902530"/>
                </a:cubicBezTo>
                <a:cubicBezTo>
                  <a:pt x="5062220" y="1930470"/>
                  <a:pt x="5064760" y="1945075"/>
                  <a:pt x="5069205" y="1973015"/>
                </a:cubicBezTo>
                <a:cubicBezTo>
                  <a:pt x="5073650" y="2000955"/>
                  <a:pt x="5074285" y="2015560"/>
                  <a:pt x="5081270" y="2043500"/>
                </a:cubicBezTo>
                <a:cubicBezTo>
                  <a:pt x="5088255" y="2071440"/>
                  <a:pt x="5100320" y="2086045"/>
                  <a:pt x="5104765" y="2113985"/>
                </a:cubicBezTo>
                <a:cubicBezTo>
                  <a:pt x="5109210" y="2141925"/>
                  <a:pt x="5097780" y="2183835"/>
                  <a:pt x="5104765" y="2183835"/>
                </a:cubicBezTo>
                <a:cubicBezTo>
                  <a:pt x="5111750" y="2183835"/>
                  <a:pt x="5125720" y="2144465"/>
                  <a:pt x="5139690" y="2113985"/>
                </a:cubicBezTo>
                <a:cubicBezTo>
                  <a:pt x="5153660" y="2083505"/>
                  <a:pt x="5163185" y="2064455"/>
                  <a:pt x="5174615" y="2031435"/>
                </a:cubicBezTo>
                <a:cubicBezTo>
                  <a:pt x="5186045" y="1998415"/>
                  <a:pt x="5186045" y="1980000"/>
                  <a:pt x="5198110" y="1949520"/>
                </a:cubicBezTo>
                <a:cubicBezTo>
                  <a:pt x="5210175" y="1919040"/>
                  <a:pt x="5224145" y="1906975"/>
                  <a:pt x="5233670" y="1879035"/>
                </a:cubicBezTo>
                <a:cubicBezTo>
                  <a:pt x="5243195" y="1851095"/>
                  <a:pt x="5238115" y="1839030"/>
                  <a:pt x="5245100" y="1808550"/>
                </a:cubicBezTo>
                <a:cubicBezTo>
                  <a:pt x="5252085" y="1778070"/>
                  <a:pt x="5259070" y="1757115"/>
                  <a:pt x="5268595" y="1726635"/>
                </a:cubicBezTo>
                <a:cubicBezTo>
                  <a:pt x="5278120" y="1696155"/>
                  <a:pt x="5285105" y="1686630"/>
                  <a:pt x="5292090" y="1656150"/>
                </a:cubicBezTo>
                <a:cubicBezTo>
                  <a:pt x="5299075" y="1625670"/>
                  <a:pt x="5299710" y="1607255"/>
                  <a:pt x="5304155" y="1574235"/>
                </a:cubicBezTo>
                <a:cubicBezTo>
                  <a:pt x="5308600" y="1541215"/>
                  <a:pt x="5308600" y="1522165"/>
                  <a:pt x="5315585" y="1491685"/>
                </a:cubicBezTo>
                <a:cubicBezTo>
                  <a:pt x="5322570" y="1461205"/>
                  <a:pt x="5332095" y="1449140"/>
                  <a:pt x="5339080" y="1421200"/>
                </a:cubicBezTo>
                <a:cubicBezTo>
                  <a:pt x="5346065" y="1393260"/>
                  <a:pt x="5346700" y="1383735"/>
                  <a:pt x="5351145" y="1350715"/>
                </a:cubicBezTo>
                <a:cubicBezTo>
                  <a:pt x="5355590" y="1317695"/>
                  <a:pt x="5355590" y="1290390"/>
                  <a:pt x="5362575" y="1257370"/>
                </a:cubicBezTo>
                <a:cubicBezTo>
                  <a:pt x="5369560" y="1224350"/>
                  <a:pt x="5379085" y="1214825"/>
                  <a:pt x="5386070" y="1186885"/>
                </a:cubicBezTo>
                <a:cubicBezTo>
                  <a:pt x="5393055" y="1158945"/>
                  <a:pt x="5393690" y="1144340"/>
                  <a:pt x="5398135" y="1116400"/>
                </a:cubicBezTo>
                <a:cubicBezTo>
                  <a:pt x="5402580" y="1088460"/>
                  <a:pt x="5405120" y="1073855"/>
                  <a:pt x="5409565" y="1045915"/>
                </a:cubicBezTo>
                <a:cubicBezTo>
                  <a:pt x="5414010" y="1017975"/>
                  <a:pt x="5416550" y="1003370"/>
                  <a:pt x="5420995" y="975430"/>
                </a:cubicBezTo>
                <a:cubicBezTo>
                  <a:pt x="5425440" y="947490"/>
                  <a:pt x="5430520" y="932885"/>
                  <a:pt x="5433060" y="904945"/>
                </a:cubicBezTo>
                <a:cubicBezTo>
                  <a:pt x="5435600" y="877005"/>
                  <a:pt x="5433060" y="862400"/>
                  <a:pt x="5433060" y="834460"/>
                </a:cubicBezTo>
                <a:cubicBezTo>
                  <a:pt x="5433060" y="806520"/>
                  <a:pt x="5433060" y="791915"/>
                  <a:pt x="5433060" y="763975"/>
                </a:cubicBezTo>
                <a:cubicBezTo>
                  <a:pt x="5433060" y="736035"/>
                  <a:pt x="5426075" y="724605"/>
                  <a:pt x="5433060" y="694125"/>
                </a:cubicBezTo>
                <a:cubicBezTo>
                  <a:pt x="5440045" y="663645"/>
                  <a:pt x="5461000" y="626815"/>
                  <a:pt x="5467985" y="611575"/>
                </a:cubicBezTo>
              </a:path>
            </a:pathLst>
          </a:custGeom>
          <a:noFill/>
          <a:ln w="38100">
            <a:solidFill>
              <a:srgbClr val="8C64E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Text Box 15"/>
          <p:cNvSpPr txBox="1"/>
          <p:nvPr/>
        </p:nvSpPr>
        <p:spPr>
          <a:xfrm>
            <a:off x="3110230" y="2813050"/>
            <a:ext cx="695325" cy="306705"/>
          </a:xfrm>
          <a:prstGeom prst="rect">
            <a:avLst/>
          </a:prstGeom>
          <a:noFill/>
        </p:spPr>
        <p:txBody>
          <a:bodyPr wrap="square" rtlCol="0">
            <a:spAutoFit/>
          </a:bodyPr>
          <a:p>
            <a:r>
              <a:rPr lang="zh-CN" altLang="en-US" sz="1400">
                <a:latin typeface="Alibaba PuHuiTi 3.0 55 Regular" panose="00020600040101010101" charset="-122"/>
                <a:ea typeface="Alibaba PuHuiTi 3.0 55 Regular" panose="00020600040101010101" charset="-122"/>
              </a:rPr>
              <a:t>振幅</a:t>
            </a:r>
            <a:endParaRPr lang="zh-CN" altLang="en-US" sz="1400">
              <a:latin typeface="Alibaba PuHuiTi 3.0 55 Regular" panose="00020600040101010101" charset="-122"/>
              <a:ea typeface="Alibaba PuHuiTi 3.0 55 Regular" panose="00020600040101010101" charset="-122"/>
            </a:endParaRPr>
          </a:p>
        </p:txBody>
      </p:sp>
      <p:sp>
        <p:nvSpPr>
          <p:cNvPr id="17" name="Text Box 16"/>
          <p:cNvSpPr txBox="1"/>
          <p:nvPr/>
        </p:nvSpPr>
        <p:spPr>
          <a:xfrm>
            <a:off x="854710" y="4104640"/>
            <a:ext cx="1732280" cy="768350"/>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一段声波</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a:p>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r>
              <a:rPr lang="zh-CN" altLang="en-US" sz="2200">
                <a:solidFill>
                  <a:schemeClr val="bg2">
                    <a:lumMod val="50000"/>
                  </a:schemeClr>
                </a:solidFill>
                <a:latin typeface="Alibaba PuHuiTi 3.0 55 Regular" panose="00020600040101010101" charset="-122"/>
                <a:ea typeface="Alibaba PuHuiTi 3.0 55 Regular" panose="00020600040101010101" charset="-122"/>
              </a:rPr>
              <a:t>模拟信号</a:t>
            </a:r>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endParaRPr lang="en-US" altLang="zh-CN"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29" name="Oval 28"/>
          <p:cNvSpPr/>
          <p:nvPr/>
        </p:nvSpPr>
        <p:spPr>
          <a:xfrm>
            <a:off x="302450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Oval 29"/>
          <p:cNvSpPr/>
          <p:nvPr/>
        </p:nvSpPr>
        <p:spPr>
          <a:xfrm>
            <a:off x="3490595" y="336804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394271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2" name="Oval 31"/>
          <p:cNvSpPr/>
          <p:nvPr/>
        </p:nvSpPr>
        <p:spPr>
          <a:xfrm>
            <a:off x="4410075" y="558292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3" name="Oval 32"/>
          <p:cNvSpPr/>
          <p:nvPr/>
        </p:nvSpPr>
        <p:spPr>
          <a:xfrm>
            <a:off x="4854575" y="563816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5314950" y="42691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5" name="Oval 34"/>
          <p:cNvSpPr/>
          <p:nvPr/>
        </p:nvSpPr>
        <p:spPr>
          <a:xfrm>
            <a:off x="5772785" y="34302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6" name="Oval 35"/>
          <p:cNvSpPr/>
          <p:nvPr/>
        </p:nvSpPr>
        <p:spPr>
          <a:xfrm>
            <a:off x="6210935" y="39636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6684645" y="53232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8" name="Oval 37"/>
          <p:cNvSpPr/>
          <p:nvPr/>
        </p:nvSpPr>
        <p:spPr>
          <a:xfrm>
            <a:off x="7590155" y="414718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Oval 38"/>
          <p:cNvSpPr/>
          <p:nvPr/>
        </p:nvSpPr>
        <p:spPr>
          <a:xfrm>
            <a:off x="8034655" y="376364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0" name="Oval 39"/>
          <p:cNvSpPr/>
          <p:nvPr/>
        </p:nvSpPr>
        <p:spPr>
          <a:xfrm>
            <a:off x="8508365" y="382143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1" name="Text Box 40"/>
          <p:cNvSpPr txBox="1"/>
          <p:nvPr/>
        </p:nvSpPr>
        <p:spPr>
          <a:xfrm>
            <a:off x="854710" y="1743710"/>
            <a:ext cx="7654290" cy="306070"/>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采样是在连续的模拟信号中</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每隔一定时间取一个值的过程</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a:p>
            <a:r>
              <a:rPr lang="zh-CN" altLang="en-US" sz="2200">
                <a:solidFill>
                  <a:srgbClr val="FF0000"/>
                </a:solidFill>
                <a:latin typeface="Alibaba PuHuiTi 3.0 55 Regular" panose="00020600040101010101" charset="-122"/>
                <a:ea typeface="Alibaba PuHuiTi 3.0 55 Regular" panose="00020600040101010101" charset="-122"/>
              </a:rPr>
              <a:t>采样频率</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每秒采样次数</a:t>
            </a:r>
            <a:r>
              <a:rPr lang="en-US" altLang="zh-CN" sz="2200">
                <a:solidFill>
                  <a:srgbClr val="FF0000"/>
                </a:solidFill>
                <a:latin typeface="Alibaba PuHuiTi 3.0 55 Regular" panose="00020600040101010101" charset="-122"/>
                <a:ea typeface="Alibaba PuHuiTi 3.0 55 Regular" panose="00020600040101010101" charset="-122"/>
              </a:rPr>
              <a:t>，</a:t>
            </a:r>
            <a:r>
              <a:rPr lang="zh-CN" altLang="en-US" sz="2200">
                <a:solidFill>
                  <a:srgbClr val="FF0000"/>
                </a:solidFill>
                <a:latin typeface="Alibaba PuHuiTi 3.0 55 Regular" panose="00020600040101010101" charset="-122"/>
                <a:ea typeface="Alibaba PuHuiTi 3.0 55 Regular" panose="00020600040101010101" charset="-122"/>
              </a:rPr>
              <a:t>单位</a:t>
            </a:r>
            <a:r>
              <a:rPr lang="en-US" altLang="zh-CN" sz="2200">
                <a:solidFill>
                  <a:srgbClr val="FF0000"/>
                </a:solidFill>
                <a:latin typeface="Alibaba PuHuiTi 3.0 55 Regular" panose="00020600040101010101" charset="-122"/>
                <a:ea typeface="Alibaba PuHuiTi 3.0 55 Regular" panose="00020600040101010101" charset="-122"/>
              </a:rPr>
              <a:t> </a:t>
            </a:r>
            <a:r>
              <a:rPr lang="zh-CN" altLang="en-US" sz="2200">
                <a:solidFill>
                  <a:srgbClr val="FF0000"/>
                </a:solidFill>
                <a:latin typeface="Alibaba PuHuiTi 3.0 55 Regular" panose="00020600040101010101" charset="-122"/>
                <a:ea typeface="Alibaba PuHuiTi 3.0 55 Regular" panose="00020600040101010101" charset="-122"/>
              </a:rPr>
              <a:t>赫兹</a:t>
            </a:r>
            <a:r>
              <a:rPr lang="en-US" altLang="zh-CN" sz="2200">
                <a:solidFill>
                  <a:srgbClr val="FF0000"/>
                </a:solidFill>
                <a:latin typeface="Alibaba PuHuiTi 3.0 55 Regular" panose="00020600040101010101" charset="-122"/>
                <a:ea typeface="Alibaba PuHuiTi 3.0 55 Regular" panose="00020600040101010101" charset="-122"/>
              </a:rPr>
              <a:t>（Hz）</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11" name="Rectangle 10"/>
          <p:cNvSpPr/>
          <p:nvPr/>
        </p:nvSpPr>
        <p:spPr>
          <a:xfrm>
            <a:off x="691515" y="2526030"/>
            <a:ext cx="10886440" cy="4214495"/>
          </a:xfrm>
          <a:prstGeom prst="rect">
            <a:avLst/>
          </a:prstGeom>
          <a:solidFill>
            <a:schemeClr val="bg2">
              <a:lumMod val="10000"/>
              <a:alpha val="80000"/>
            </a:schemeClr>
          </a:solidFill>
          <a:ln w="38100">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itle 1"/>
          <p:cNvSpPr>
            <a:spLocks noGrp="1"/>
          </p:cNvSpPr>
          <p:nvPr>
            <p:custDataLst>
              <p:tags r:id="rId2"/>
            </p:custDataLst>
          </p:nvPr>
        </p:nvSpPr>
        <p:spPr>
          <a:xfrm>
            <a:off x="735330" y="3387725"/>
            <a:ext cx="10366375" cy="705485"/>
          </a:xfrm>
          <a:prstGeom prst="rect">
            <a:avLst/>
          </a:prstGeom>
        </p:spPr>
        <p:txBody>
          <a:bodyPr vert="horz" lIns="90000" tIns="46800" rIns="90000" bIns="46800" rtlCol="0" anchor="ctr" anchorCtr="0">
            <a:no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zh-CN" altLang="en-US" sz="2445">
                <a:solidFill>
                  <a:schemeClr val="bg1"/>
                </a:solidFill>
              </a:rPr>
              <a:t>问</a:t>
            </a:r>
            <a:r>
              <a:rPr lang="en-US" altLang="zh-CN" sz="2445">
                <a:solidFill>
                  <a:schemeClr val="bg1"/>
                </a:solidFill>
              </a:rPr>
              <a:t>：</a:t>
            </a:r>
            <a:r>
              <a:rPr lang="zh-CN" altLang="en-US" sz="2445">
                <a:solidFill>
                  <a:schemeClr val="bg1"/>
                </a:solidFill>
              </a:rPr>
              <a:t>若音乐唱片的采样频率是</a:t>
            </a:r>
            <a:r>
              <a:rPr lang="en-US" altLang="zh-CN" sz="2445">
                <a:solidFill>
                  <a:schemeClr val="bg1"/>
                </a:solidFill>
              </a:rPr>
              <a:t> 48 kHz，</a:t>
            </a:r>
            <a:r>
              <a:rPr lang="zh-CN" altLang="en-US" sz="2445">
                <a:solidFill>
                  <a:schemeClr val="bg1"/>
                </a:solidFill>
              </a:rPr>
              <a:t>每秒采集了多少样本</a:t>
            </a:r>
            <a:r>
              <a:rPr lang="en-US" altLang="zh-CN" sz="2445">
                <a:solidFill>
                  <a:schemeClr val="bg1"/>
                </a:solidFill>
              </a:rPr>
              <a:t>？</a:t>
            </a:r>
            <a:endParaRPr lang="en-US" altLang="zh-CN" sz="2445">
              <a:solidFill>
                <a:schemeClr val="bg1"/>
              </a:solidFill>
            </a:endParaRPr>
          </a:p>
        </p:txBody>
      </p:sp>
      <p:sp>
        <p:nvSpPr>
          <p:cNvPr id="45" name="Title 1"/>
          <p:cNvSpPr>
            <a:spLocks noGrp="1"/>
          </p:cNvSpPr>
          <p:nvPr>
            <p:custDataLst>
              <p:tags r:id="rId3"/>
            </p:custDataLst>
          </p:nvPr>
        </p:nvSpPr>
        <p:spPr>
          <a:xfrm>
            <a:off x="735330" y="4104640"/>
            <a:ext cx="10366375" cy="705485"/>
          </a:xfrm>
          <a:prstGeom prst="rect">
            <a:avLst/>
          </a:prstGeom>
        </p:spPr>
        <p:txBody>
          <a:bodyPr vert="horz" lIns="90000" tIns="46800" rIns="90000" bIns="46800" rtlCol="0" anchor="ctr" anchorCtr="0">
            <a:noAutofit/>
          </a:bodyPr>
          <a:lst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libaba PuHuiTi 3.0 115 Black" panose="00020600040101010101" charset="-122"/>
                <a:ea typeface="Alibaba PuHuiTi 3.0 115 Black" panose="00020600040101010101" charset="-122"/>
                <a:cs typeface="+mj-cs"/>
              </a:defRPr>
            </a:lvl1pPr>
          </a:lstStyle>
          <a:p>
            <a:r>
              <a:rPr lang="en-US" sz="2445">
                <a:solidFill>
                  <a:schemeClr val="bg1"/>
                </a:solidFill>
              </a:rPr>
              <a:t>48，000</a:t>
            </a:r>
            <a:endParaRPr lang="en-US" sz="2445">
              <a:solidFill>
                <a:schemeClr val="bg1"/>
              </a:solidFill>
            </a:endParaRPr>
          </a:p>
        </p:txBody>
      </p:sp>
    </p:spTree>
    <p:custDataLst>
      <p:tags r:id="rId4"/>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如何将模拟信号转换为数字信号</a:t>
            </a:r>
            <a:r>
              <a:rPr lang="en-US" altLang="zh-CN"/>
              <a:t>？</a:t>
            </a:r>
            <a:endParaRPr lang="en-US" altLang="zh-CN"/>
          </a:p>
        </p:txBody>
      </p:sp>
      <p:sp>
        <p:nvSpPr>
          <p:cNvPr id="5" name="Text Box 4"/>
          <p:cNvSpPr txBox="1"/>
          <p:nvPr/>
        </p:nvSpPr>
        <p:spPr>
          <a:xfrm>
            <a:off x="691515" y="1313815"/>
            <a:ext cx="2547620" cy="429895"/>
          </a:xfrm>
          <a:prstGeom prst="rect">
            <a:avLst/>
          </a:prstGeom>
          <a:noFill/>
        </p:spPr>
        <p:txBody>
          <a:bodyPr wrap="square" rtlCol="0">
            <a:spAutoFit/>
          </a:bodyPr>
          <a:p>
            <a:r>
              <a:rPr lang="en-US" altLang="zh-CN" sz="2200">
                <a:solidFill>
                  <a:schemeClr val="bg2">
                    <a:lumMod val="50000"/>
                  </a:schemeClr>
                </a:solidFill>
                <a:latin typeface="Alibaba PuHuiTi 3.0 55 Regular" panose="00020600040101010101" charset="-122"/>
                <a:ea typeface="Alibaba PuHuiTi 3.0 55 Regular" panose="00020600040101010101" charset="-122"/>
              </a:rPr>
              <a:t>1. </a:t>
            </a:r>
            <a:r>
              <a:rPr lang="zh-CN" altLang="en-US" sz="2200">
                <a:solidFill>
                  <a:schemeClr val="bg2">
                    <a:lumMod val="50000"/>
                  </a:schemeClr>
                </a:solidFill>
                <a:latin typeface="Alibaba PuHuiTi 3.0 55 Regular" panose="00020600040101010101" charset="-122"/>
                <a:ea typeface="Alibaba PuHuiTi 3.0 55 Regular" panose="00020600040101010101" charset="-122"/>
              </a:rPr>
              <a:t>采样</a:t>
            </a:r>
            <a:r>
              <a:rPr lang="en-US" altLang="zh-CN" sz="2200">
                <a:solidFill>
                  <a:schemeClr val="bg2">
                    <a:lumMod val="50000"/>
                  </a:schemeClr>
                </a:solidFill>
                <a:latin typeface="Alibaba PuHuiTi 3.0 55 Regular" panose="00020600040101010101" charset="-122"/>
                <a:ea typeface="Alibaba PuHuiTi 3.0 55 Regular" panose="00020600040101010101" charset="-122"/>
              </a:rPr>
              <a:t> Sampling</a:t>
            </a:r>
            <a:endParaRPr lang="en-US" altLang="zh-CN"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6" name="Text Box 5"/>
          <p:cNvSpPr txBox="1"/>
          <p:nvPr/>
        </p:nvSpPr>
        <p:spPr>
          <a:xfrm>
            <a:off x="3860165" y="1313815"/>
            <a:ext cx="3038475" cy="429895"/>
          </a:xfrm>
          <a:prstGeom prst="rect">
            <a:avLst/>
          </a:prstGeom>
          <a:noFill/>
        </p:spPr>
        <p:txBody>
          <a:bodyPr wrap="square" rtlCol="0">
            <a:spAutoFit/>
          </a:bodyPr>
          <a:p>
            <a:r>
              <a:rPr lang="en-US" altLang="zh-CN" sz="2200">
                <a:solidFill>
                  <a:srgbClr val="FF0000"/>
                </a:solidFill>
                <a:latin typeface="Alibaba PuHuiTi 3.0 55 Regular" panose="00020600040101010101" charset="-122"/>
                <a:ea typeface="Alibaba PuHuiTi 3.0 55 Regular" panose="00020600040101010101" charset="-122"/>
              </a:rPr>
              <a:t>2. </a:t>
            </a:r>
            <a:r>
              <a:rPr lang="zh-CN" altLang="en-US" sz="2200">
                <a:solidFill>
                  <a:srgbClr val="FF0000"/>
                </a:solidFill>
                <a:latin typeface="Alibaba PuHuiTi 3.0 55 Regular" panose="00020600040101010101" charset="-122"/>
                <a:ea typeface="Alibaba PuHuiTi 3.0 55 Regular" panose="00020600040101010101" charset="-122"/>
              </a:rPr>
              <a:t>量化</a:t>
            </a:r>
            <a:r>
              <a:rPr lang="en-US" altLang="zh-CN" sz="2200">
                <a:solidFill>
                  <a:srgbClr val="FF0000"/>
                </a:solidFill>
                <a:latin typeface="Alibaba PuHuiTi 3.0 55 Regular" panose="00020600040101010101" charset="-122"/>
                <a:ea typeface="Alibaba PuHuiTi 3.0 55 Regular" panose="00020600040101010101" charset="-122"/>
              </a:rPr>
              <a:t> Quantization</a:t>
            </a:r>
            <a:endParaRPr lang="en-US" altLang="zh-CN" sz="2200">
              <a:solidFill>
                <a:srgbClr val="FF0000"/>
              </a:solidFill>
              <a:latin typeface="Alibaba PuHuiTi 3.0 55 Regular" panose="00020600040101010101" charset="-122"/>
              <a:ea typeface="Alibaba PuHuiTi 3.0 55 Regular" panose="00020600040101010101" charset="-122"/>
            </a:endParaRPr>
          </a:p>
        </p:txBody>
      </p:sp>
      <p:sp>
        <p:nvSpPr>
          <p:cNvPr id="7" name="Text Box 6"/>
          <p:cNvSpPr txBox="1"/>
          <p:nvPr/>
        </p:nvSpPr>
        <p:spPr>
          <a:xfrm>
            <a:off x="7519670" y="1313815"/>
            <a:ext cx="3822065" cy="429895"/>
          </a:xfrm>
          <a:prstGeom prst="rect">
            <a:avLst/>
          </a:prstGeom>
          <a:noFill/>
        </p:spPr>
        <p:txBody>
          <a:bodyPr wrap="square" rtlCol="0">
            <a:spAutoFit/>
          </a:bodyPr>
          <a:p>
            <a:r>
              <a:rPr lang="en-US" altLang="zh-CN" sz="2200">
                <a:latin typeface="Alibaba PuHuiTi 3.0 55 Regular" panose="00020600040101010101" charset="-122"/>
                <a:ea typeface="Alibaba PuHuiTi 3.0 55 Regular" panose="00020600040101010101" charset="-122"/>
              </a:rPr>
              <a:t>3. </a:t>
            </a:r>
            <a:r>
              <a:rPr lang="zh-CN" altLang="en-US" sz="2200">
                <a:latin typeface="Alibaba PuHuiTi 3.0 55 Regular" panose="00020600040101010101" charset="-122"/>
                <a:ea typeface="Alibaba PuHuiTi 3.0 55 Regular" panose="00020600040101010101" charset="-122"/>
              </a:rPr>
              <a:t>编码</a:t>
            </a:r>
            <a:r>
              <a:rPr lang="en-US" altLang="zh-CN" sz="2200">
                <a:latin typeface="Alibaba PuHuiTi 3.0 55 Regular" panose="00020600040101010101" charset="-122"/>
                <a:ea typeface="Alibaba PuHuiTi 3.0 55 Regular" panose="00020600040101010101" charset="-122"/>
              </a:rPr>
              <a:t> </a:t>
            </a:r>
            <a:r>
              <a:rPr lang="en-US" altLang="zh-CN" sz="2200">
                <a:latin typeface="Alibaba PuHuiTi 3.0 55 Regular" panose="00020600040101010101" charset="-122"/>
                <a:ea typeface="Alibaba PuHuiTi 3.0 55 Regular" panose="00020600040101010101" charset="-122"/>
              </a:rPr>
              <a:t>Encoding</a:t>
            </a:r>
            <a:endParaRPr lang="en-US" altLang="zh-CN" sz="2200">
              <a:latin typeface="Alibaba PuHuiTi 3.0 55 Regular" panose="00020600040101010101" charset="-122"/>
              <a:ea typeface="Alibaba PuHuiTi 3.0 55 Regular" panose="00020600040101010101" charset="-122"/>
            </a:endParaRPr>
          </a:p>
        </p:txBody>
      </p:sp>
      <p:cxnSp>
        <p:nvCxnSpPr>
          <p:cNvPr id="9" name="Straight Connector 8"/>
          <p:cNvCxnSpPr/>
          <p:nvPr/>
        </p:nvCxnSpPr>
        <p:spPr>
          <a:xfrm flipH="1">
            <a:off x="3202305"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8" name="Straight Connector 7"/>
          <p:cNvCxnSpPr/>
          <p:nvPr/>
        </p:nvCxnSpPr>
        <p:spPr>
          <a:xfrm flipH="1">
            <a:off x="6861810" y="1528445"/>
            <a:ext cx="694690" cy="0"/>
          </a:xfrm>
          <a:prstGeom prst="line">
            <a:avLst/>
          </a:prstGeom>
          <a:ln w="31750" cap="rnd" cmpd="sng">
            <a:solidFill>
              <a:schemeClr val="bg2">
                <a:lumMod val="50000"/>
              </a:schemeClr>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7" name="Straight Connector 56"/>
          <p:cNvCxnSpPr/>
          <p:nvPr/>
        </p:nvCxnSpPr>
        <p:spPr>
          <a:xfrm>
            <a:off x="3101340" y="2600960"/>
            <a:ext cx="0" cy="3940175"/>
          </a:xfrm>
          <a:prstGeom prst="line">
            <a:avLst/>
          </a:prstGeom>
          <a:ln w="31750" cap="rnd" cmpd="sng">
            <a:solidFill>
              <a:schemeClr val="tx1"/>
            </a:solidFill>
            <a:prstDash val="solid"/>
            <a:round/>
            <a:headEnd type="triangle" w="lg" len="lg"/>
            <a:tailEnd type="triangle" w="lg" len="lg"/>
          </a:ln>
        </p:spPr>
        <p:style>
          <a:lnRef idx="0">
            <a:srgbClr val="FFFFFF"/>
          </a:lnRef>
          <a:fillRef idx="0">
            <a:srgbClr val="FFFFFF"/>
          </a:fillRef>
          <a:effectRef idx="0">
            <a:srgbClr val="FFFFFF"/>
          </a:effectRef>
          <a:fontRef idx="minor">
            <a:schemeClr val="tx1"/>
          </a:fontRef>
        </p:style>
      </p:cxnSp>
      <p:sp>
        <p:nvSpPr>
          <p:cNvPr id="13" name="Text Box 12"/>
          <p:cNvSpPr txBox="1"/>
          <p:nvPr/>
        </p:nvSpPr>
        <p:spPr>
          <a:xfrm>
            <a:off x="2330450" y="2997200"/>
            <a:ext cx="70294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1010</a:t>
            </a:r>
            <a:endParaRPr lang="en-US" sz="1400">
              <a:latin typeface="Alibaba PuHuiTi 3.0 55 Regular" panose="00020600040101010101" charset="-122"/>
              <a:ea typeface="Alibaba PuHuiTi 3.0 55 Regular" panose="00020600040101010101" charset="-122"/>
            </a:endParaRPr>
          </a:p>
        </p:txBody>
      </p:sp>
      <p:sp>
        <p:nvSpPr>
          <p:cNvPr id="16" name="Text Box 15"/>
          <p:cNvSpPr txBox="1"/>
          <p:nvPr/>
        </p:nvSpPr>
        <p:spPr>
          <a:xfrm>
            <a:off x="3110230" y="2813050"/>
            <a:ext cx="695325" cy="306705"/>
          </a:xfrm>
          <a:prstGeom prst="rect">
            <a:avLst/>
          </a:prstGeom>
          <a:noFill/>
        </p:spPr>
        <p:txBody>
          <a:bodyPr wrap="square" rtlCol="0">
            <a:spAutoFit/>
          </a:bodyPr>
          <a:p>
            <a:r>
              <a:rPr lang="zh-CN" altLang="en-US" sz="1400">
                <a:latin typeface="Alibaba PuHuiTi 3.0 55 Regular" panose="00020600040101010101" charset="-122"/>
                <a:ea typeface="Alibaba PuHuiTi 3.0 55 Regular" panose="00020600040101010101" charset="-122"/>
              </a:rPr>
              <a:t>振幅</a:t>
            </a:r>
            <a:endParaRPr lang="zh-CN" altLang="en-US" sz="1400">
              <a:latin typeface="Alibaba PuHuiTi 3.0 55 Regular" panose="00020600040101010101" charset="-122"/>
              <a:ea typeface="Alibaba PuHuiTi 3.0 55 Regular" panose="00020600040101010101" charset="-122"/>
            </a:endParaRPr>
          </a:p>
        </p:txBody>
      </p:sp>
      <p:sp>
        <p:nvSpPr>
          <p:cNvPr id="17" name="Text Box 16"/>
          <p:cNvSpPr txBox="1"/>
          <p:nvPr/>
        </p:nvSpPr>
        <p:spPr>
          <a:xfrm>
            <a:off x="854710" y="4104640"/>
            <a:ext cx="1732280" cy="768350"/>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一段声波</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a:p>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r>
              <a:rPr lang="zh-CN" altLang="en-US" sz="2200">
                <a:solidFill>
                  <a:schemeClr val="bg2">
                    <a:lumMod val="50000"/>
                  </a:schemeClr>
                </a:solidFill>
                <a:latin typeface="Alibaba PuHuiTi 3.0 55 Regular" panose="00020600040101010101" charset="-122"/>
                <a:ea typeface="Alibaba PuHuiTi 3.0 55 Regular" panose="00020600040101010101" charset="-122"/>
              </a:rPr>
              <a:t>模拟信号</a:t>
            </a:r>
            <a:r>
              <a:rPr lang="en-US" altLang="zh-CN" sz="2200">
                <a:solidFill>
                  <a:schemeClr val="bg2">
                    <a:lumMod val="50000"/>
                  </a:schemeClr>
                </a:solidFill>
                <a:latin typeface="Alibaba PuHuiTi 3.0 55 Regular" panose="00020600040101010101" charset="-122"/>
                <a:ea typeface="Alibaba PuHuiTi 3.0 55 Regular" panose="00020600040101010101" charset="-122"/>
              </a:rPr>
              <a:t>）</a:t>
            </a:r>
            <a:endParaRPr lang="en-US" altLang="zh-CN"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29" name="Oval 28"/>
          <p:cNvSpPr/>
          <p:nvPr/>
        </p:nvSpPr>
        <p:spPr>
          <a:xfrm>
            <a:off x="302450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Oval 29"/>
          <p:cNvSpPr/>
          <p:nvPr/>
        </p:nvSpPr>
        <p:spPr>
          <a:xfrm>
            <a:off x="3490595" y="345948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1" name="Oval 30"/>
          <p:cNvSpPr/>
          <p:nvPr/>
        </p:nvSpPr>
        <p:spPr>
          <a:xfrm>
            <a:off x="3942715" y="442785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2" name="Oval 31"/>
          <p:cNvSpPr/>
          <p:nvPr/>
        </p:nvSpPr>
        <p:spPr>
          <a:xfrm>
            <a:off x="4410075" y="558292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3" name="Oval 32"/>
          <p:cNvSpPr/>
          <p:nvPr/>
        </p:nvSpPr>
        <p:spPr>
          <a:xfrm>
            <a:off x="4854575" y="563816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4" name="Oval 33"/>
          <p:cNvSpPr/>
          <p:nvPr/>
        </p:nvSpPr>
        <p:spPr>
          <a:xfrm>
            <a:off x="5314950" y="42691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5" name="Oval 34"/>
          <p:cNvSpPr/>
          <p:nvPr/>
        </p:nvSpPr>
        <p:spPr>
          <a:xfrm>
            <a:off x="5772785" y="34302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6" name="Oval 35"/>
          <p:cNvSpPr/>
          <p:nvPr/>
        </p:nvSpPr>
        <p:spPr>
          <a:xfrm>
            <a:off x="6210935" y="396367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7" name="Oval 36"/>
          <p:cNvSpPr/>
          <p:nvPr/>
        </p:nvSpPr>
        <p:spPr>
          <a:xfrm>
            <a:off x="6684645" y="532320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8" name="Oval 37"/>
          <p:cNvSpPr/>
          <p:nvPr/>
        </p:nvSpPr>
        <p:spPr>
          <a:xfrm>
            <a:off x="7590155" y="414718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9" name="Oval 38"/>
          <p:cNvSpPr/>
          <p:nvPr/>
        </p:nvSpPr>
        <p:spPr>
          <a:xfrm>
            <a:off x="8034655" y="3763645"/>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0" name="Oval 39"/>
          <p:cNvSpPr/>
          <p:nvPr/>
        </p:nvSpPr>
        <p:spPr>
          <a:xfrm>
            <a:off x="8508365" y="3821430"/>
            <a:ext cx="140970" cy="140970"/>
          </a:xfrm>
          <a:prstGeom prst="ellips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1" name="Text Box 40"/>
          <p:cNvSpPr txBox="1"/>
          <p:nvPr/>
        </p:nvSpPr>
        <p:spPr>
          <a:xfrm>
            <a:off x="854710" y="1743710"/>
            <a:ext cx="7654290" cy="306070"/>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量化是把采样值用二进制数表示出来</a:t>
            </a:r>
            <a:r>
              <a:rPr lang="en-US" altLang="zh-CN" sz="2200">
                <a:solidFill>
                  <a:srgbClr val="FF0000"/>
                </a:solidFill>
                <a:latin typeface="Alibaba PuHuiTi 3.0 55 Regular" panose="00020600040101010101" charset="-122"/>
                <a:ea typeface="Alibaba PuHuiTi 3.0 55 Regular" panose="00020600040101010101" charset="-122"/>
              </a:rPr>
              <a:t>。</a:t>
            </a:r>
            <a:endParaRPr lang="en-US" altLang="zh-CN" sz="2200">
              <a:solidFill>
                <a:srgbClr val="FF0000"/>
              </a:solidFill>
              <a:latin typeface="Alibaba PuHuiTi 3.0 55 Regular" panose="00020600040101010101" charset="-122"/>
              <a:ea typeface="Alibaba PuHuiTi 3.0 55 Regular" panose="00020600040101010101" charset="-122"/>
            </a:endParaRPr>
          </a:p>
        </p:txBody>
      </p:sp>
      <p:cxnSp>
        <p:nvCxnSpPr>
          <p:cNvPr id="3" name="Straight Connector 2"/>
          <p:cNvCxnSpPr/>
          <p:nvPr/>
        </p:nvCxnSpPr>
        <p:spPr>
          <a:xfrm flipH="1">
            <a:off x="3125470" y="3152140"/>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2" name="Straight Connector 41"/>
          <p:cNvCxnSpPr/>
          <p:nvPr/>
        </p:nvCxnSpPr>
        <p:spPr>
          <a:xfrm flipH="1">
            <a:off x="3125470" y="3462655"/>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3" name="Straight Connector 42"/>
          <p:cNvCxnSpPr/>
          <p:nvPr/>
        </p:nvCxnSpPr>
        <p:spPr>
          <a:xfrm flipH="1">
            <a:off x="3125470" y="3773170"/>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1" name="Straight Connector 50"/>
          <p:cNvCxnSpPr/>
          <p:nvPr/>
        </p:nvCxnSpPr>
        <p:spPr>
          <a:xfrm flipH="1">
            <a:off x="3125470" y="4083685"/>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2" name="Straight Connector 51"/>
          <p:cNvCxnSpPr/>
          <p:nvPr/>
        </p:nvCxnSpPr>
        <p:spPr>
          <a:xfrm flipH="1">
            <a:off x="3125470" y="4394200"/>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3" name="Straight Connector 52"/>
          <p:cNvCxnSpPr/>
          <p:nvPr/>
        </p:nvCxnSpPr>
        <p:spPr>
          <a:xfrm flipH="1">
            <a:off x="3125470" y="4704715"/>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4" name="Straight Connector 53"/>
          <p:cNvCxnSpPr/>
          <p:nvPr/>
        </p:nvCxnSpPr>
        <p:spPr>
          <a:xfrm flipH="1">
            <a:off x="3125470" y="5015230"/>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5" name="Straight Connector 54"/>
          <p:cNvCxnSpPr/>
          <p:nvPr/>
        </p:nvCxnSpPr>
        <p:spPr>
          <a:xfrm flipH="1">
            <a:off x="3125470" y="5325745"/>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6" name="Straight Connector 55"/>
          <p:cNvCxnSpPr/>
          <p:nvPr/>
        </p:nvCxnSpPr>
        <p:spPr>
          <a:xfrm flipH="1">
            <a:off x="3125470" y="5636260"/>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8" name="Straight Connector 57"/>
          <p:cNvCxnSpPr/>
          <p:nvPr/>
        </p:nvCxnSpPr>
        <p:spPr>
          <a:xfrm flipH="1">
            <a:off x="3125470" y="5946775"/>
            <a:ext cx="5561965" cy="0"/>
          </a:xfrm>
          <a:prstGeom prst="line">
            <a:avLst/>
          </a:prstGeom>
          <a:ln w="31750" cap="rnd" cmpd="sng">
            <a:solidFill>
              <a:schemeClr val="bg2">
                <a:lumMod val="75000"/>
              </a:schemeClr>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60" name="Straight Connector 59"/>
          <p:cNvCxnSpPr/>
          <p:nvPr/>
        </p:nvCxnSpPr>
        <p:spPr>
          <a:xfrm flipH="1">
            <a:off x="3100070" y="6257290"/>
            <a:ext cx="605663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sp>
        <p:nvSpPr>
          <p:cNvPr id="61" name="Text Box 60"/>
          <p:cNvSpPr txBox="1"/>
          <p:nvPr/>
        </p:nvSpPr>
        <p:spPr>
          <a:xfrm>
            <a:off x="8874125" y="590232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sp>
        <p:nvSpPr>
          <p:cNvPr id="63" name="Text Box 62"/>
          <p:cNvSpPr txBox="1"/>
          <p:nvPr/>
        </p:nvSpPr>
        <p:spPr>
          <a:xfrm>
            <a:off x="2386965" y="3265170"/>
            <a:ext cx="64643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1001</a:t>
            </a:r>
            <a:endParaRPr lang="en-US" sz="1400">
              <a:latin typeface="Alibaba PuHuiTi 3.0 55 Regular" panose="00020600040101010101" charset="-122"/>
              <a:ea typeface="Alibaba PuHuiTi 3.0 55 Regular" panose="00020600040101010101" charset="-122"/>
            </a:endParaRPr>
          </a:p>
        </p:txBody>
      </p:sp>
      <p:sp>
        <p:nvSpPr>
          <p:cNvPr id="64" name="Text Box 63"/>
          <p:cNvSpPr txBox="1"/>
          <p:nvPr/>
        </p:nvSpPr>
        <p:spPr>
          <a:xfrm>
            <a:off x="2270760" y="3616960"/>
            <a:ext cx="76263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1000</a:t>
            </a:r>
            <a:endParaRPr lang="en-US" sz="1400">
              <a:latin typeface="Alibaba PuHuiTi 3.0 55 Regular" panose="00020600040101010101" charset="-122"/>
              <a:ea typeface="Alibaba PuHuiTi 3.0 55 Regular" panose="00020600040101010101" charset="-122"/>
            </a:endParaRPr>
          </a:p>
        </p:txBody>
      </p:sp>
      <p:sp>
        <p:nvSpPr>
          <p:cNvPr id="65" name="Text Box 64"/>
          <p:cNvSpPr txBox="1"/>
          <p:nvPr/>
        </p:nvSpPr>
        <p:spPr>
          <a:xfrm>
            <a:off x="2339340" y="3915410"/>
            <a:ext cx="69405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0111</a:t>
            </a:r>
            <a:endParaRPr lang="en-US" sz="1400">
              <a:latin typeface="Alibaba PuHuiTi 3.0 55 Regular" panose="00020600040101010101" charset="-122"/>
              <a:ea typeface="Alibaba PuHuiTi 3.0 55 Regular" panose="00020600040101010101" charset="-122"/>
            </a:endParaRPr>
          </a:p>
        </p:txBody>
      </p:sp>
      <p:sp>
        <p:nvSpPr>
          <p:cNvPr id="67" name="Text Box 66"/>
          <p:cNvSpPr txBox="1"/>
          <p:nvPr/>
        </p:nvSpPr>
        <p:spPr>
          <a:xfrm>
            <a:off x="2386965" y="4229100"/>
            <a:ext cx="64643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0110</a:t>
            </a:r>
            <a:endParaRPr lang="en-US" sz="1400">
              <a:latin typeface="Alibaba PuHuiTi 3.0 55 Regular" panose="00020600040101010101" charset="-122"/>
              <a:ea typeface="Alibaba PuHuiTi 3.0 55 Regular" panose="00020600040101010101" charset="-122"/>
            </a:endParaRPr>
          </a:p>
        </p:txBody>
      </p:sp>
      <p:sp>
        <p:nvSpPr>
          <p:cNvPr id="68" name="Text Box 67"/>
          <p:cNvSpPr txBox="1"/>
          <p:nvPr/>
        </p:nvSpPr>
        <p:spPr>
          <a:xfrm>
            <a:off x="2386965" y="4542790"/>
            <a:ext cx="64643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0101</a:t>
            </a:r>
            <a:endParaRPr lang="en-US" sz="1400">
              <a:latin typeface="Alibaba PuHuiTi 3.0 55 Regular" panose="00020600040101010101" charset="-122"/>
              <a:ea typeface="Alibaba PuHuiTi 3.0 55 Regular" panose="00020600040101010101" charset="-122"/>
            </a:endParaRPr>
          </a:p>
        </p:txBody>
      </p:sp>
      <p:sp>
        <p:nvSpPr>
          <p:cNvPr id="69" name="Text Box 68"/>
          <p:cNvSpPr txBox="1"/>
          <p:nvPr/>
        </p:nvSpPr>
        <p:spPr>
          <a:xfrm>
            <a:off x="2386965" y="4872990"/>
            <a:ext cx="64643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0100</a:t>
            </a:r>
            <a:endParaRPr lang="en-US" sz="1400">
              <a:latin typeface="Alibaba PuHuiTi 3.0 55 Regular" panose="00020600040101010101" charset="-122"/>
              <a:ea typeface="Alibaba PuHuiTi 3.0 55 Regular" panose="00020600040101010101" charset="-122"/>
            </a:endParaRPr>
          </a:p>
        </p:txBody>
      </p:sp>
      <p:sp>
        <p:nvSpPr>
          <p:cNvPr id="70" name="Text Box 69"/>
          <p:cNvSpPr txBox="1"/>
          <p:nvPr/>
        </p:nvSpPr>
        <p:spPr>
          <a:xfrm>
            <a:off x="2386965" y="5171440"/>
            <a:ext cx="64643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0011</a:t>
            </a:r>
            <a:endParaRPr lang="en-US" sz="1400">
              <a:latin typeface="Alibaba PuHuiTi 3.0 55 Regular" panose="00020600040101010101" charset="-122"/>
              <a:ea typeface="Alibaba PuHuiTi 3.0 55 Regular" panose="00020600040101010101" charset="-122"/>
            </a:endParaRPr>
          </a:p>
        </p:txBody>
      </p:sp>
      <p:sp>
        <p:nvSpPr>
          <p:cNvPr id="71" name="Text Box 70"/>
          <p:cNvSpPr txBox="1"/>
          <p:nvPr/>
        </p:nvSpPr>
        <p:spPr>
          <a:xfrm>
            <a:off x="2330450" y="5485130"/>
            <a:ext cx="702945"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0010</a:t>
            </a:r>
            <a:endParaRPr lang="en-US" sz="1400">
              <a:latin typeface="Alibaba PuHuiTi 3.0 55 Regular" panose="00020600040101010101" charset="-122"/>
              <a:ea typeface="Alibaba PuHuiTi 3.0 55 Regular" panose="00020600040101010101" charset="-122"/>
            </a:endParaRPr>
          </a:p>
        </p:txBody>
      </p:sp>
      <p:sp>
        <p:nvSpPr>
          <p:cNvPr id="72" name="Text Box 71"/>
          <p:cNvSpPr txBox="1"/>
          <p:nvPr/>
        </p:nvSpPr>
        <p:spPr>
          <a:xfrm>
            <a:off x="2386965" y="5791200"/>
            <a:ext cx="64643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0001</a:t>
            </a:r>
            <a:endParaRPr lang="en-US" sz="1400">
              <a:latin typeface="Alibaba PuHuiTi 3.0 55 Regular" panose="00020600040101010101" charset="-122"/>
              <a:ea typeface="Alibaba PuHuiTi 3.0 55 Regular" panose="00020600040101010101" charset="-122"/>
            </a:endParaRPr>
          </a:p>
        </p:txBody>
      </p:sp>
      <p:sp>
        <p:nvSpPr>
          <p:cNvPr id="74" name="Text Box 73"/>
          <p:cNvSpPr txBox="1"/>
          <p:nvPr/>
        </p:nvSpPr>
        <p:spPr>
          <a:xfrm>
            <a:off x="608330" y="5997575"/>
            <a:ext cx="1932305" cy="306070"/>
          </a:xfrm>
          <a:prstGeom prst="rect">
            <a:avLst/>
          </a:prstGeom>
          <a:noFill/>
        </p:spPr>
        <p:txBody>
          <a:bodyPr wrap="square" rtlCol="0">
            <a:noAutofit/>
          </a:bodyPr>
          <a:p>
            <a:r>
              <a:rPr lang="zh-CN" altLang="en-US" sz="2200">
                <a:solidFill>
                  <a:srgbClr val="FF0000"/>
                </a:solidFill>
                <a:latin typeface="Alibaba PuHuiTi 3.0 55 Regular" panose="00020600040101010101" charset="-122"/>
                <a:ea typeface="Alibaba PuHuiTi 3.0 55 Regular" panose="00020600040101010101" charset="-122"/>
              </a:rPr>
              <a:t>选定量化</a:t>
            </a:r>
            <a:r>
              <a:rPr lang="zh-CN" altLang="en-US" sz="2200">
                <a:solidFill>
                  <a:srgbClr val="FF0000"/>
                </a:solidFill>
                <a:latin typeface="Alibaba PuHuiTi 3.0 55 Regular" panose="00020600040101010101" charset="-122"/>
                <a:ea typeface="Alibaba PuHuiTi 3.0 55 Regular" panose="00020600040101010101" charset="-122"/>
              </a:rPr>
              <a:t>位数</a:t>
            </a:r>
            <a:endParaRPr lang="zh-CN" altLang="en-US" sz="2200">
              <a:solidFill>
                <a:srgbClr val="FF0000"/>
              </a:solidFill>
              <a:latin typeface="Alibaba PuHuiTi 3.0 55 Regular" panose="00020600040101010101" charset="-122"/>
              <a:ea typeface="Alibaba PuHuiTi 3.0 55 Regular" panose="00020600040101010101" charset="-122"/>
            </a:endParaRPr>
          </a:p>
        </p:txBody>
      </p:sp>
      <p:sp>
        <p:nvSpPr>
          <p:cNvPr id="76" name="Text Box 75"/>
          <p:cNvSpPr txBox="1"/>
          <p:nvPr/>
        </p:nvSpPr>
        <p:spPr>
          <a:xfrm>
            <a:off x="2938780" y="4410075"/>
            <a:ext cx="1221740" cy="306705"/>
          </a:xfrm>
          <a:prstGeom prst="rect">
            <a:avLst/>
          </a:prstGeom>
          <a:noFill/>
        </p:spPr>
        <p:txBody>
          <a:bodyPr wrap="square" rtlCol="0">
            <a:noAutofit/>
          </a:bodyPr>
          <a:p>
            <a:r>
              <a:rPr lang="en-US" sz="1400">
                <a:latin typeface="Alibaba PuHuiTi 3.0 55 Regular" panose="00020600040101010101" charset="-122"/>
                <a:ea typeface="Alibaba PuHuiTi 3.0 55 Regular" panose="00020600040101010101" charset="-122"/>
              </a:rPr>
              <a:t>black14</a:t>
            </a:r>
            <a:endParaRPr lang="en-US" sz="1400">
              <a:latin typeface="Alibaba PuHuiTi 3.0 55 Regular" panose="00020600040101010101" charset="-122"/>
              <a:ea typeface="Alibaba PuHuiTi 3.0 55 Regular" panose="00020600040101010101" charset="-122"/>
            </a:endParaRPr>
          </a:p>
        </p:txBody>
      </p:sp>
    </p:spTree>
    <p:custDataLst>
      <p:tags r:id="rId2"/>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p:bldP spid="71" grpId="0"/>
      <p:bldP spid="63" grpId="0"/>
      <p:bldP spid="64" grpId="0"/>
      <p:bldP spid="65" grpId="0"/>
      <p:bldP spid="67" grpId="0"/>
      <p:bldP spid="68" grpId="0"/>
      <p:bldP spid="69" grpId="0"/>
      <p:bldP spid="70" grpId="0"/>
      <p:bldP spid="13" grpId="0"/>
      <p:bldP spid="74"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p:txBody>
          <a:bodyPr/>
          <a:p>
            <a:r>
              <a:rPr lang="zh-CN" altLang="en-US"/>
              <a:t>模拟信号</a:t>
            </a:r>
            <a:r>
              <a:rPr lang="en-US" altLang="zh-CN"/>
              <a:t> vs. </a:t>
            </a:r>
            <a:r>
              <a:rPr lang="zh-CN" altLang="en-US"/>
              <a:t>数字</a:t>
            </a:r>
            <a:r>
              <a:rPr lang="zh-CN" altLang="en-US"/>
              <a:t>信号</a:t>
            </a:r>
            <a:endParaRPr lang="zh-CN" altLang="en-US"/>
          </a:p>
        </p:txBody>
      </p:sp>
      <p:cxnSp>
        <p:nvCxnSpPr>
          <p:cNvPr id="54" name="Straight Connector 53"/>
          <p:cNvCxnSpPr/>
          <p:nvPr/>
        </p:nvCxnSpPr>
        <p:spPr>
          <a:xfrm flipH="1">
            <a:off x="4700270" y="3830320"/>
            <a:ext cx="274193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7" name="Straight Connector 56"/>
          <p:cNvCxnSpPr/>
          <p:nvPr/>
        </p:nvCxnSpPr>
        <p:spPr>
          <a:xfrm>
            <a:off x="5109210" y="1927225"/>
            <a:ext cx="0" cy="2226945"/>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52" name="Straight Connector 51"/>
          <p:cNvCxnSpPr/>
          <p:nvPr/>
        </p:nvCxnSpPr>
        <p:spPr>
          <a:xfrm>
            <a:off x="5109210" y="3162935"/>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66" name="Text Box 65"/>
          <p:cNvSpPr txBox="1"/>
          <p:nvPr/>
        </p:nvSpPr>
        <p:spPr>
          <a:xfrm>
            <a:off x="7516495" y="367601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cxnSp>
        <p:nvCxnSpPr>
          <p:cNvPr id="11" name="Straight Connector 10"/>
          <p:cNvCxnSpPr/>
          <p:nvPr/>
        </p:nvCxnSpPr>
        <p:spPr>
          <a:xfrm>
            <a:off x="5109210" y="2495550"/>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2" name="Text Box 11"/>
          <p:cNvSpPr txBox="1"/>
          <p:nvPr/>
        </p:nvSpPr>
        <p:spPr>
          <a:xfrm>
            <a:off x="4615815" y="3009265"/>
            <a:ext cx="44577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10</a:t>
            </a:r>
            <a:endParaRPr lang="en-US" sz="1400">
              <a:latin typeface="Alibaba PuHuiTi 3.0 55 Regular" panose="00020600040101010101" charset="-122"/>
              <a:ea typeface="Alibaba PuHuiTi 3.0 55 Regular" panose="00020600040101010101" charset="-122"/>
            </a:endParaRPr>
          </a:p>
        </p:txBody>
      </p:sp>
      <p:sp>
        <p:nvSpPr>
          <p:cNvPr id="13" name="Text Box 12"/>
          <p:cNvSpPr txBox="1"/>
          <p:nvPr/>
        </p:nvSpPr>
        <p:spPr>
          <a:xfrm>
            <a:off x="4615815" y="2343785"/>
            <a:ext cx="44577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20</a:t>
            </a:r>
            <a:endParaRPr lang="en-US" sz="1400">
              <a:latin typeface="Alibaba PuHuiTi 3.0 55 Regular" panose="00020600040101010101" charset="-122"/>
              <a:ea typeface="Alibaba PuHuiTi 3.0 55 Regular" panose="00020600040101010101" charset="-122"/>
            </a:endParaRPr>
          </a:p>
        </p:txBody>
      </p:sp>
      <p:sp>
        <p:nvSpPr>
          <p:cNvPr id="14" name="Text Box 13"/>
          <p:cNvSpPr txBox="1"/>
          <p:nvPr/>
        </p:nvSpPr>
        <p:spPr>
          <a:xfrm>
            <a:off x="4615815" y="1176020"/>
            <a:ext cx="654685" cy="429895"/>
          </a:xfrm>
          <a:prstGeom prst="rect">
            <a:avLst/>
          </a:prstGeom>
          <a:noFill/>
        </p:spPr>
        <p:txBody>
          <a:bodyPr wrap="square" rtlCol="0">
            <a:spAutoFit/>
          </a:bodyPr>
          <a:p>
            <a:r>
              <a:rPr lang="en-US" sz="2200">
                <a:solidFill>
                  <a:srgbClr val="00B0F0"/>
                </a:solidFill>
                <a:latin typeface="Alibaba PuHuiTi 3.0 55 Regular" panose="00020600040101010101" charset="-122"/>
                <a:ea typeface="Alibaba PuHuiTi 3.0 55 Regular" panose="00020600040101010101" charset="-122"/>
              </a:rPr>
              <a:t>12</a:t>
            </a:r>
            <a:endParaRPr lang="en-US" sz="2200">
              <a:solidFill>
                <a:srgbClr val="00B0F0"/>
              </a:solidFill>
              <a:latin typeface="Alibaba PuHuiTi 3.0 55 Regular" panose="00020600040101010101" charset="-122"/>
              <a:ea typeface="Alibaba PuHuiTi 3.0 55 Regular" panose="00020600040101010101" charset="-122"/>
            </a:endParaRPr>
          </a:p>
        </p:txBody>
      </p:sp>
      <p:cxnSp>
        <p:nvCxnSpPr>
          <p:cNvPr id="38" name="Straight Connector 37"/>
          <p:cNvCxnSpPr/>
          <p:nvPr/>
        </p:nvCxnSpPr>
        <p:spPr>
          <a:xfrm>
            <a:off x="5120005" y="2933065"/>
            <a:ext cx="1939925" cy="0"/>
          </a:xfrm>
          <a:prstGeom prst="line">
            <a:avLst/>
          </a:prstGeom>
          <a:ln w="31750" cap="rnd" cmpd="sng">
            <a:solidFill>
              <a:srgbClr val="00B0F0"/>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15" name="Text Box 14"/>
          <p:cNvSpPr txBox="1"/>
          <p:nvPr/>
        </p:nvSpPr>
        <p:spPr>
          <a:xfrm>
            <a:off x="5120005" y="1189355"/>
            <a:ext cx="1339215" cy="429895"/>
          </a:xfrm>
          <a:prstGeom prst="rect">
            <a:avLst/>
          </a:prstGeom>
          <a:noFill/>
        </p:spPr>
        <p:txBody>
          <a:bodyPr wrap="square" rtlCol="0">
            <a:spAutoFit/>
          </a:bodyPr>
          <a:p>
            <a:r>
              <a:rPr lang="en-US" sz="2200">
                <a:latin typeface="Alibaba PuHuiTi 3.0 55 Regular" panose="00020600040101010101" charset="-122"/>
                <a:ea typeface="Alibaba PuHuiTi 3.0 55 Regular" panose="00020600040101010101" charset="-122"/>
              </a:rPr>
              <a:t>= </a:t>
            </a:r>
            <a:r>
              <a:rPr lang="en-US" sz="2200">
                <a:solidFill>
                  <a:srgbClr val="8C64E1"/>
                </a:solidFill>
                <a:latin typeface="Alibaba PuHuiTi 3.0 55 Regular" panose="00020600040101010101" charset="-122"/>
                <a:ea typeface="Alibaba PuHuiTi 3.0 55 Regular" panose="00020600040101010101" charset="-122"/>
              </a:rPr>
              <a:t>1 1 0 0</a:t>
            </a:r>
            <a:endParaRPr lang="en-US" sz="2200">
              <a:solidFill>
                <a:srgbClr val="8C64E1"/>
              </a:solidFill>
              <a:latin typeface="Alibaba PuHuiTi 3.0 55 Regular" panose="00020600040101010101" charset="-122"/>
              <a:ea typeface="Alibaba PuHuiTi 3.0 55 Regular" panose="00020600040101010101" charset="-122"/>
            </a:endParaRPr>
          </a:p>
        </p:txBody>
      </p:sp>
      <p:cxnSp>
        <p:nvCxnSpPr>
          <p:cNvPr id="17" name="Straight Connector 16"/>
          <p:cNvCxnSpPr/>
          <p:nvPr/>
        </p:nvCxnSpPr>
        <p:spPr>
          <a:xfrm flipH="1">
            <a:off x="8950325" y="3830320"/>
            <a:ext cx="2816225" cy="635"/>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18" name="Straight Connector 17"/>
          <p:cNvCxnSpPr/>
          <p:nvPr/>
        </p:nvCxnSpPr>
        <p:spPr>
          <a:xfrm>
            <a:off x="9359265" y="1927225"/>
            <a:ext cx="0" cy="2226945"/>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19" name="Straight Connector 18"/>
          <p:cNvCxnSpPr/>
          <p:nvPr/>
        </p:nvCxnSpPr>
        <p:spPr>
          <a:xfrm>
            <a:off x="9359265" y="3162935"/>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0" name="Text Box 19"/>
          <p:cNvSpPr txBox="1"/>
          <p:nvPr/>
        </p:nvSpPr>
        <p:spPr>
          <a:xfrm>
            <a:off x="11766550" y="367601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cxnSp>
        <p:nvCxnSpPr>
          <p:cNvPr id="21" name="Straight Connector 20"/>
          <p:cNvCxnSpPr/>
          <p:nvPr/>
        </p:nvCxnSpPr>
        <p:spPr>
          <a:xfrm>
            <a:off x="9359265" y="2495550"/>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22" name="Text Box 21"/>
          <p:cNvSpPr txBox="1"/>
          <p:nvPr/>
        </p:nvSpPr>
        <p:spPr>
          <a:xfrm>
            <a:off x="8865870" y="3009265"/>
            <a:ext cx="44577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10</a:t>
            </a:r>
            <a:endParaRPr lang="en-US" sz="1400">
              <a:latin typeface="Alibaba PuHuiTi 3.0 55 Regular" panose="00020600040101010101" charset="-122"/>
              <a:ea typeface="Alibaba PuHuiTi 3.0 55 Regular" panose="00020600040101010101" charset="-122"/>
            </a:endParaRPr>
          </a:p>
        </p:txBody>
      </p:sp>
      <p:sp>
        <p:nvSpPr>
          <p:cNvPr id="23" name="Text Box 22"/>
          <p:cNvSpPr txBox="1"/>
          <p:nvPr/>
        </p:nvSpPr>
        <p:spPr>
          <a:xfrm>
            <a:off x="8865870" y="2343785"/>
            <a:ext cx="44577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20</a:t>
            </a:r>
            <a:endParaRPr lang="en-US" sz="1400">
              <a:latin typeface="Alibaba PuHuiTi 3.0 55 Regular" panose="00020600040101010101" charset="-122"/>
              <a:ea typeface="Alibaba PuHuiTi 3.0 55 Regular" panose="00020600040101010101" charset="-122"/>
            </a:endParaRPr>
          </a:p>
        </p:txBody>
      </p:sp>
      <p:sp>
        <p:nvSpPr>
          <p:cNvPr id="25" name="Freeform 24"/>
          <p:cNvSpPr/>
          <p:nvPr/>
        </p:nvSpPr>
        <p:spPr>
          <a:xfrm>
            <a:off x="9370695" y="2688590"/>
            <a:ext cx="2115185" cy="393065"/>
          </a:xfrm>
          <a:custGeom>
            <a:avLst/>
            <a:gdLst>
              <a:gd name="connisteX0" fmla="*/ 0 w 4077970"/>
              <a:gd name="connsiteY0" fmla="*/ 248367 h 392768"/>
              <a:gd name="connisteX1" fmla="*/ 66675 w 4077970"/>
              <a:gd name="connsiteY1" fmla="*/ 206457 h 392768"/>
              <a:gd name="connisteX2" fmla="*/ 133350 w 4077970"/>
              <a:gd name="connsiteY2" fmla="*/ 206457 h 392768"/>
              <a:gd name="connisteX3" fmla="*/ 200025 w 4077970"/>
              <a:gd name="connsiteY3" fmla="*/ 206457 h 392768"/>
              <a:gd name="connisteX4" fmla="*/ 266700 w 4077970"/>
              <a:gd name="connsiteY4" fmla="*/ 248367 h 392768"/>
              <a:gd name="connisteX5" fmla="*/ 333375 w 4077970"/>
              <a:gd name="connsiteY5" fmla="*/ 248367 h 392768"/>
              <a:gd name="connisteX6" fmla="*/ 383540 w 4077970"/>
              <a:gd name="connsiteY6" fmla="*/ 315042 h 392768"/>
              <a:gd name="connisteX7" fmla="*/ 450215 w 4077970"/>
              <a:gd name="connsiteY7" fmla="*/ 339807 h 392768"/>
              <a:gd name="connisteX8" fmla="*/ 516890 w 4077970"/>
              <a:gd name="connsiteY8" fmla="*/ 281387 h 392768"/>
              <a:gd name="connisteX9" fmla="*/ 558800 w 4077970"/>
              <a:gd name="connsiteY9" fmla="*/ 214712 h 392768"/>
              <a:gd name="connisteX10" fmla="*/ 617220 w 4077970"/>
              <a:gd name="connsiteY10" fmla="*/ 139782 h 392768"/>
              <a:gd name="connisteX11" fmla="*/ 667385 w 4077970"/>
              <a:gd name="connsiteY11" fmla="*/ 73107 h 392768"/>
              <a:gd name="connisteX12" fmla="*/ 708660 w 4077970"/>
              <a:gd name="connsiteY12" fmla="*/ 6432 h 392768"/>
              <a:gd name="connisteX13" fmla="*/ 775335 w 4077970"/>
              <a:gd name="connsiteY13" fmla="*/ 14687 h 392768"/>
              <a:gd name="connisteX14" fmla="*/ 850900 w 4077970"/>
              <a:gd name="connsiteY14" fmla="*/ 81362 h 392768"/>
              <a:gd name="connisteX15" fmla="*/ 908685 w 4077970"/>
              <a:gd name="connsiteY15" fmla="*/ 148037 h 392768"/>
              <a:gd name="connisteX16" fmla="*/ 975995 w 4077970"/>
              <a:gd name="connsiteY16" fmla="*/ 173437 h 392768"/>
              <a:gd name="connisteX17" fmla="*/ 1042670 w 4077970"/>
              <a:gd name="connsiteY17" fmla="*/ 231857 h 392768"/>
              <a:gd name="connisteX18" fmla="*/ 1117600 w 4077970"/>
              <a:gd name="connsiteY18" fmla="*/ 273132 h 392768"/>
              <a:gd name="connisteX19" fmla="*/ 1184275 w 4077970"/>
              <a:gd name="connsiteY19" fmla="*/ 306787 h 392768"/>
              <a:gd name="connisteX20" fmla="*/ 1250950 w 4077970"/>
              <a:gd name="connsiteY20" fmla="*/ 323297 h 392768"/>
              <a:gd name="connisteX21" fmla="*/ 1325880 w 4077970"/>
              <a:gd name="connsiteY21" fmla="*/ 306787 h 392768"/>
              <a:gd name="connisteX22" fmla="*/ 1392555 w 4077970"/>
              <a:gd name="connsiteY22" fmla="*/ 273132 h 392768"/>
              <a:gd name="connisteX23" fmla="*/ 1459230 w 4077970"/>
              <a:gd name="connsiteY23" fmla="*/ 273132 h 392768"/>
              <a:gd name="connisteX24" fmla="*/ 1525905 w 4077970"/>
              <a:gd name="connsiteY24" fmla="*/ 289642 h 392768"/>
              <a:gd name="connisteX25" fmla="*/ 1600835 w 4077970"/>
              <a:gd name="connsiteY25" fmla="*/ 323297 h 392768"/>
              <a:gd name="connisteX26" fmla="*/ 1676400 w 4077970"/>
              <a:gd name="connsiteY26" fmla="*/ 356952 h 392768"/>
              <a:gd name="connisteX27" fmla="*/ 1743075 w 4077970"/>
              <a:gd name="connsiteY27" fmla="*/ 373462 h 392768"/>
              <a:gd name="connisteX28" fmla="*/ 1809750 w 4077970"/>
              <a:gd name="connsiteY28" fmla="*/ 389972 h 392768"/>
              <a:gd name="connisteX29" fmla="*/ 1859915 w 4077970"/>
              <a:gd name="connsiteY29" fmla="*/ 323297 h 392768"/>
              <a:gd name="connisteX30" fmla="*/ 1901190 w 4077970"/>
              <a:gd name="connsiteY30" fmla="*/ 256622 h 392768"/>
              <a:gd name="connisteX31" fmla="*/ 1993265 w 4077970"/>
              <a:gd name="connsiteY31" fmla="*/ 231857 h 392768"/>
              <a:gd name="connisteX32" fmla="*/ 2068195 w 4077970"/>
              <a:gd name="connsiteY32" fmla="*/ 222967 h 392768"/>
              <a:gd name="connisteX33" fmla="*/ 2134870 w 4077970"/>
              <a:gd name="connsiteY33" fmla="*/ 206457 h 392768"/>
              <a:gd name="connisteX34" fmla="*/ 2201545 w 4077970"/>
              <a:gd name="connsiteY34" fmla="*/ 248367 h 392768"/>
              <a:gd name="connisteX35" fmla="*/ 2268220 w 4077970"/>
              <a:gd name="connsiteY35" fmla="*/ 289642 h 392768"/>
              <a:gd name="connisteX36" fmla="*/ 2351405 w 4077970"/>
              <a:gd name="connsiteY36" fmla="*/ 289642 h 392768"/>
              <a:gd name="connisteX37" fmla="*/ 2418080 w 4077970"/>
              <a:gd name="connsiteY37" fmla="*/ 289642 h 392768"/>
              <a:gd name="connisteX38" fmla="*/ 2485390 w 4077970"/>
              <a:gd name="connsiteY38" fmla="*/ 256622 h 392768"/>
              <a:gd name="connisteX39" fmla="*/ 2552065 w 4077970"/>
              <a:gd name="connsiteY39" fmla="*/ 214712 h 392768"/>
              <a:gd name="connisteX40" fmla="*/ 2626995 w 4077970"/>
              <a:gd name="connsiteY40" fmla="*/ 206457 h 392768"/>
              <a:gd name="connisteX41" fmla="*/ 2693670 w 4077970"/>
              <a:gd name="connsiteY41" fmla="*/ 222967 h 392768"/>
              <a:gd name="connisteX42" fmla="*/ 2760345 w 4077970"/>
              <a:gd name="connsiteY42" fmla="*/ 281387 h 392768"/>
              <a:gd name="connisteX43" fmla="*/ 2827020 w 4077970"/>
              <a:gd name="connsiteY43" fmla="*/ 315042 h 392768"/>
              <a:gd name="connisteX44" fmla="*/ 2893695 w 4077970"/>
              <a:gd name="connsiteY44" fmla="*/ 315042 h 392768"/>
              <a:gd name="connisteX45" fmla="*/ 2960370 w 4077970"/>
              <a:gd name="connsiteY45" fmla="*/ 315042 h 392768"/>
              <a:gd name="connisteX46" fmla="*/ 3027045 w 4077970"/>
              <a:gd name="connsiteY46" fmla="*/ 315042 h 392768"/>
              <a:gd name="connisteX47" fmla="*/ 3093720 w 4077970"/>
              <a:gd name="connsiteY47" fmla="*/ 306787 h 392768"/>
              <a:gd name="connisteX48" fmla="*/ 3160395 w 4077970"/>
              <a:gd name="connsiteY48" fmla="*/ 289642 h 392768"/>
              <a:gd name="connisteX49" fmla="*/ 3227070 w 4077970"/>
              <a:gd name="connsiteY49" fmla="*/ 264877 h 392768"/>
              <a:gd name="connisteX50" fmla="*/ 3293745 w 4077970"/>
              <a:gd name="connsiteY50" fmla="*/ 214712 h 392768"/>
              <a:gd name="connisteX51" fmla="*/ 3360420 w 4077970"/>
              <a:gd name="connsiteY51" fmla="*/ 198202 h 392768"/>
              <a:gd name="connisteX52" fmla="*/ 3427730 w 4077970"/>
              <a:gd name="connsiteY52" fmla="*/ 198202 h 392768"/>
              <a:gd name="connisteX53" fmla="*/ 3477260 w 4077970"/>
              <a:gd name="connsiteY53" fmla="*/ 264877 h 392768"/>
              <a:gd name="connisteX54" fmla="*/ 3552825 w 4077970"/>
              <a:gd name="connsiteY54" fmla="*/ 323297 h 392768"/>
              <a:gd name="connisteX55" fmla="*/ 3619500 w 4077970"/>
              <a:gd name="connsiteY55" fmla="*/ 323297 h 392768"/>
              <a:gd name="connisteX56" fmla="*/ 3686175 w 4077970"/>
              <a:gd name="connsiteY56" fmla="*/ 323297 h 392768"/>
              <a:gd name="connisteX57" fmla="*/ 3752850 w 4077970"/>
              <a:gd name="connsiteY57" fmla="*/ 315042 h 392768"/>
              <a:gd name="connisteX58" fmla="*/ 3819525 w 4077970"/>
              <a:gd name="connsiteY58" fmla="*/ 256622 h 392768"/>
              <a:gd name="connisteX59" fmla="*/ 3886200 w 4077970"/>
              <a:gd name="connsiteY59" fmla="*/ 240112 h 392768"/>
              <a:gd name="connisteX60" fmla="*/ 3952875 w 4077970"/>
              <a:gd name="connsiteY60" fmla="*/ 189947 h 392768"/>
              <a:gd name="connisteX61" fmla="*/ 4011295 w 4077970"/>
              <a:gd name="connsiteY61" fmla="*/ 256622 h 392768"/>
              <a:gd name="connisteX62" fmla="*/ 4077970 w 4077970"/>
              <a:gd name="connsiteY62" fmla="*/ 281387 h 392768"/>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 ang="0">
                <a:pos x="connisteX49" y="connsiteY49"/>
              </a:cxn>
              <a:cxn ang="0">
                <a:pos x="connisteX50" y="connsiteY50"/>
              </a:cxn>
              <a:cxn ang="0">
                <a:pos x="connisteX51" y="connsiteY51"/>
              </a:cxn>
              <a:cxn ang="0">
                <a:pos x="connisteX52" y="connsiteY52"/>
              </a:cxn>
              <a:cxn ang="0">
                <a:pos x="connisteX53" y="connsiteY53"/>
              </a:cxn>
              <a:cxn ang="0">
                <a:pos x="connisteX54" y="connsiteY54"/>
              </a:cxn>
              <a:cxn ang="0">
                <a:pos x="connisteX55" y="connsiteY55"/>
              </a:cxn>
              <a:cxn ang="0">
                <a:pos x="connisteX56" y="connsiteY56"/>
              </a:cxn>
              <a:cxn ang="0">
                <a:pos x="connisteX57" y="connsiteY57"/>
              </a:cxn>
              <a:cxn ang="0">
                <a:pos x="connisteX58" y="connsiteY58"/>
              </a:cxn>
              <a:cxn ang="0">
                <a:pos x="connisteX59" y="connsiteY59"/>
              </a:cxn>
              <a:cxn ang="0">
                <a:pos x="connisteX60" y="connsiteY60"/>
              </a:cxn>
              <a:cxn ang="0">
                <a:pos x="connisteX61" y="connsiteY61"/>
              </a:cxn>
              <a:cxn ang="0">
                <a:pos x="connisteX62" y="connsiteY62"/>
              </a:cxn>
            </a:cxnLst>
            <a:rect l="l" t="t" r="r" b="b"/>
            <a:pathLst>
              <a:path w="4077970" h="392769">
                <a:moveTo>
                  <a:pt x="0" y="248367"/>
                </a:moveTo>
                <a:cubicBezTo>
                  <a:pt x="12065" y="240112"/>
                  <a:pt x="40005" y="214712"/>
                  <a:pt x="66675" y="206457"/>
                </a:cubicBezTo>
                <a:cubicBezTo>
                  <a:pt x="93345" y="198202"/>
                  <a:pt x="106680" y="206457"/>
                  <a:pt x="133350" y="206457"/>
                </a:cubicBezTo>
                <a:cubicBezTo>
                  <a:pt x="160020" y="206457"/>
                  <a:pt x="173355" y="198202"/>
                  <a:pt x="200025" y="206457"/>
                </a:cubicBezTo>
                <a:cubicBezTo>
                  <a:pt x="226695" y="214712"/>
                  <a:pt x="240030" y="240112"/>
                  <a:pt x="266700" y="248367"/>
                </a:cubicBezTo>
                <a:cubicBezTo>
                  <a:pt x="293370" y="256622"/>
                  <a:pt x="309880" y="235032"/>
                  <a:pt x="333375" y="248367"/>
                </a:cubicBezTo>
                <a:cubicBezTo>
                  <a:pt x="356870" y="261702"/>
                  <a:pt x="360045" y="296627"/>
                  <a:pt x="383540" y="315042"/>
                </a:cubicBezTo>
                <a:cubicBezTo>
                  <a:pt x="407035" y="333457"/>
                  <a:pt x="423545" y="346792"/>
                  <a:pt x="450215" y="339807"/>
                </a:cubicBezTo>
                <a:cubicBezTo>
                  <a:pt x="476885" y="332822"/>
                  <a:pt x="495300" y="306152"/>
                  <a:pt x="516890" y="281387"/>
                </a:cubicBezTo>
                <a:cubicBezTo>
                  <a:pt x="538480" y="256622"/>
                  <a:pt x="538480" y="243287"/>
                  <a:pt x="558800" y="214712"/>
                </a:cubicBezTo>
                <a:cubicBezTo>
                  <a:pt x="579120" y="186137"/>
                  <a:pt x="595630" y="168357"/>
                  <a:pt x="617220" y="139782"/>
                </a:cubicBezTo>
                <a:cubicBezTo>
                  <a:pt x="638810" y="111207"/>
                  <a:pt x="648970" y="99777"/>
                  <a:pt x="667385" y="73107"/>
                </a:cubicBezTo>
                <a:cubicBezTo>
                  <a:pt x="685800" y="46437"/>
                  <a:pt x="687070" y="17862"/>
                  <a:pt x="708660" y="6432"/>
                </a:cubicBezTo>
                <a:cubicBezTo>
                  <a:pt x="730250" y="-4998"/>
                  <a:pt x="746760" y="-553"/>
                  <a:pt x="775335" y="14687"/>
                </a:cubicBezTo>
                <a:cubicBezTo>
                  <a:pt x="803910" y="29927"/>
                  <a:pt x="824230" y="54692"/>
                  <a:pt x="850900" y="81362"/>
                </a:cubicBezTo>
                <a:cubicBezTo>
                  <a:pt x="877570" y="108032"/>
                  <a:pt x="883920" y="129622"/>
                  <a:pt x="908685" y="148037"/>
                </a:cubicBezTo>
                <a:cubicBezTo>
                  <a:pt x="933450" y="166452"/>
                  <a:pt x="949325" y="156927"/>
                  <a:pt x="975995" y="173437"/>
                </a:cubicBezTo>
                <a:cubicBezTo>
                  <a:pt x="1002665" y="189947"/>
                  <a:pt x="1014095" y="212172"/>
                  <a:pt x="1042670" y="231857"/>
                </a:cubicBezTo>
                <a:cubicBezTo>
                  <a:pt x="1071245" y="251542"/>
                  <a:pt x="1089025" y="257892"/>
                  <a:pt x="1117600" y="273132"/>
                </a:cubicBezTo>
                <a:cubicBezTo>
                  <a:pt x="1146175" y="288372"/>
                  <a:pt x="1157605" y="296627"/>
                  <a:pt x="1184275" y="306787"/>
                </a:cubicBezTo>
                <a:cubicBezTo>
                  <a:pt x="1210945" y="316947"/>
                  <a:pt x="1222375" y="323297"/>
                  <a:pt x="1250950" y="323297"/>
                </a:cubicBezTo>
                <a:cubicBezTo>
                  <a:pt x="1279525" y="323297"/>
                  <a:pt x="1297305" y="316947"/>
                  <a:pt x="1325880" y="306787"/>
                </a:cubicBezTo>
                <a:cubicBezTo>
                  <a:pt x="1354455" y="296627"/>
                  <a:pt x="1365885" y="280117"/>
                  <a:pt x="1392555" y="273132"/>
                </a:cubicBezTo>
                <a:cubicBezTo>
                  <a:pt x="1419225" y="266147"/>
                  <a:pt x="1432560" y="269957"/>
                  <a:pt x="1459230" y="273132"/>
                </a:cubicBezTo>
                <a:cubicBezTo>
                  <a:pt x="1485900" y="276307"/>
                  <a:pt x="1497330" y="279482"/>
                  <a:pt x="1525905" y="289642"/>
                </a:cubicBezTo>
                <a:cubicBezTo>
                  <a:pt x="1554480" y="299802"/>
                  <a:pt x="1570990" y="309962"/>
                  <a:pt x="1600835" y="323297"/>
                </a:cubicBezTo>
                <a:cubicBezTo>
                  <a:pt x="1630680" y="336632"/>
                  <a:pt x="1647825" y="346792"/>
                  <a:pt x="1676400" y="356952"/>
                </a:cubicBezTo>
                <a:cubicBezTo>
                  <a:pt x="1704975" y="367112"/>
                  <a:pt x="1716405" y="367112"/>
                  <a:pt x="1743075" y="373462"/>
                </a:cubicBezTo>
                <a:cubicBezTo>
                  <a:pt x="1769745" y="379812"/>
                  <a:pt x="1786255" y="400132"/>
                  <a:pt x="1809750" y="389972"/>
                </a:cubicBezTo>
                <a:cubicBezTo>
                  <a:pt x="1833245" y="379812"/>
                  <a:pt x="1841500" y="349967"/>
                  <a:pt x="1859915" y="323297"/>
                </a:cubicBezTo>
                <a:cubicBezTo>
                  <a:pt x="1878330" y="296627"/>
                  <a:pt x="1874520" y="275037"/>
                  <a:pt x="1901190" y="256622"/>
                </a:cubicBezTo>
                <a:cubicBezTo>
                  <a:pt x="1927860" y="238207"/>
                  <a:pt x="1959610" y="238842"/>
                  <a:pt x="1993265" y="231857"/>
                </a:cubicBezTo>
                <a:cubicBezTo>
                  <a:pt x="2026920" y="224872"/>
                  <a:pt x="2039620" y="228047"/>
                  <a:pt x="2068195" y="222967"/>
                </a:cubicBezTo>
                <a:cubicBezTo>
                  <a:pt x="2096770" y="217887"/>
                  <a:pt x="2108200" y="201377"/>
                  <a:pt x="2134870" y="206457"/>
                </a:cubicBezTo>
                <a:cubicBezTo>
                  <a:pt x="2161540" y="211537"/>
                  <a:pt x="2174875" y="231857"/>
                  <a:pt x="2201545" y="248367"/>
                </a:cubicBezTo>
                <a:cubicBezTo>
                  <a:pt x="2228215" y="264877"/>
                  <a:pt x="2238375" y="281387"/>
                  <a:pt x="2268220" y="289642"/>
                </a:cubicBezTo>
                <a:cubicBezTo>
                  <a:pt x="2298065" y="297897"/>
                  <a:pt x="2321560" y="289642"/>
                  <a:pt x="2351405" y="289642"/>
                </a:cubicBezTo>
                <a:cubicBezTo>
                  <a:pt x="2381250" y="289642"/>
                  <a:pt x="2391410" y="295992"/>
                  <a:pt x="2418080" y="289642"/>
                </a:cubicBezTo>
                <a:cubicBezTo>
                  <a:pt x="2444750" y="283292"/>
                  <a:pt x="2458720" y="271862"/>
                  <a:pt x="2485390" y="256622"/>
                </a:cubicBezTo>
                <a:cubicBezTo>
                  <a:pt x="2512060" y="241382"/>
                  <a:pt x="2523490" y="224872"/>
                  <a:pt x="2552065" y="214712"/>
                </a:cubicBezTo>
                <a:cubicBezTo>
                  <a:pt x="2580640" y="204552"/>
                  <a:pt x="2598420" y="204552"/>
                  <a:pt x="2626995" y="206457"/>
                </a:cubicBezTo>
                <a:cubicBezTo>
                  <a:pt x="2655570" y="208362"/>
                  <a:pt x="2667000" y="207727"/>
                  <a:pt x="2693670" y="222967"/>
                </a:cubicBezTo>
                <a:cubicBezTo>
                  <a:pt x="2720340" y="238207"/>
                  <a:pt x="2733675" y="262972"/>
                  <a:pt x="2760345" y="281387"/>
                </a:cubicBezTo>
                <a:cubicBezTo>
                  <a:pt x="2787015" y="299802"/>
                  <a:pt x="2800350" y="308057"/>
                  <a:pt x="2827020" y="315042"/>
                </a:cubicBezTo>
                <a:cubicBezTo>
                  <a:pt x="2853690" y="322027"/>
                  <a:pt x="2867025" y="315042"/>
                  <a:pt x="2893695" y="315042"/>
                </a:cubicBezTo>
                <a:cubicBezTo>
                  <a:pt x="2920365" y="315042"/>
                  <a:pt x="2933700" y="315042"/>
                  <a:pt x="2960370" y="315042"/>
                </a:cubicBezTo>
                <a:cubicBezTo>
                  <a:pt x="2987040" y="315042"/>
                  <a:pt x="3000375" y="316947"/>
                  <a:pt x="3027045" y="315042"/>
                </a:cubicBezTo>
                <a:cubicBezTo>
                  <a:pt x="3053715" y="313137"/>
                  <a:pt x="3067050" y="311867"/>
                  <a:pt x="3093720" y="306787"/>
                </a:cubicBezTo>
                <a:cubicBezTo>
                  <a:pt x="3120390" y="301707"/>
                  <a:pt x="3133725" y="297897"/>
                  <a:pt x="3160395" y="289642"/>
                </a:cubicBezTo>
                <a:cubicBezTo>
                  <a:pt x="3187065" y="281387"/>
                  <a:pt x="3200400" y="280117"/>
                  <a:pt x="3227070" y="264877"/>
                </a:cubicBezTo>
                <a:cubicBezTo>
                  <a:pt x="3253740" y="249637"/>
                  <a:pt x="3267075" y="228047"/>
                  <a:pt x="3293745" y="214712"/>
                </a:cubicBezTo>
                <a:cubicBezTo>
                  <a:pt x="3320415" y="201377"/>
                  <a:pt x="3333750" y="201377"/>
                  <a:pt x="3360420" y="198202"/>
                </a:cubicBezTo>
                <a:cubicBezTo>
                  <a:pt x="3387090" y="195027"/>
                  <a:pt x="3404235" y="184867"/>
                  <a:pt x="3427730" y="198202"/>
                </a:cubicBezTo>
                <a:cubicBezTo>
                  <a:pt x="3451225" y="211537"/>
                  <a:pt x="3452495" y="240112"/>
                  <a:pt x="3477260" y="264877"/>
                </a:cubicBezTo>
                <a:cubicBezTo>
                  <a:pt x="3502025" y="289642"/>
                  <a:pt x="3524250" y="311867"/>
                  <a:pt x="3552825" y="323297"/>
                </a:cubicBezTo>
                <a:cubicBezTo>
                  <a:pt x="3581400" y="334727"/>
                  <a:pt x="3592830" y="323297"/>
                  <a:pt x="3619500" y="323297"/>
                </a:cubicBezTo>
                <a:cubicBezTo>
                  <a:pt x="3646170" y="323297"/>
                  <a:pt x="3659505" y="325202"/>
                  <a:pt x="3686175" y="323297"/>
                </a:cubicBezTo>
                <a:cubicBezTo>
                  <a:pt x="3712845" y="321392"/>
                  <a:pt x="3726180" y="328377"/>
                  <a:pt x="3752850" y="315042"/>
                </a:cubicBezTo>
                <a:cubicBezTo>
                  <a:pt x="3779520" y="301707"/>
                  <a:pt x="3792855" y="271862"/>
                  <a:pt x="3819525" y="256622"/>
                </a:cubicBezTo>
                <a:cubicBezTo>
                  <a:pt x="3846195" y="241382"/>
                  <a:pt x="3859530" y="253447"/>
                  <a:pt x="3886200" y="240112"/>
                </a:cubicBezTo>
                <a:cubicBezTo>
                  <a:pt x="3912870" y="226777"/>
                  <a:pt x="3928110" y="186772"/>
                  <a:pt x="3952875" y="189947"/>
                </a:cubicBezTo>
                <a:cubicBezTo>
                  <a:pt x="3977640" y="193122"/>
                  <a:pt x="3986530" y="238207"/>
                  <a:pt x="4011295" y="256622"/>
                </a:cubicBezTo>
                <a:cubicBezTo>
                  <a:pt x="4036060" y="275037"/>
                  <a:pt x="4065905" y="277577"/>
                  <a:pt x="4077970" y="281387"/>
                </a:cubicBezTo>
              </a:path>
            </a:pathLst>
          </a:custGeom>
          <a:noFill/>
          <a:ln w="38100" cap="flat" cmpd="sng">
            <a:solidFill>
              <a:srgbClr val="00B0F0"/>
            </a:solidFill>
            <a:prstDash val="solid"/>
            <a:miter lim="800000"/>
            <a:headEnd type="none"/>
            <a:tailEnd type="none"/>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5" name="Right Arrow 64"/>
          <p:cNvSpPr/>
          <p:nvPr/>
        </p:nvSpPr>
        <p:spPr>
          <a:xfrm>
            <a:off x="7851775" y="2691765"/>
            <a:ext cx="706120" cy="38989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8" name="Text Box 57"/>
          <p:cNvSpPr txBox="1"/>
          <p:nvPr/>
        </p:nvSpPr>
        <p:spPr>
          <a:xfrm>
            <a:off x="7793355" y="2258695"/>
            <a:ext cx="1221740" cy="429895"/>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干扰</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27" name="Text Box 26"/>
          <p:cNvSpPr txBox="1"/>
          <p:nvPr/>
        </p:nvSpPr>
        <p:spPr>
          <a:xfrm>
            <a:off x="5154930" y="1492250"/>
            <a:ext cx="1339215" cy="429895"/>
          </a:xfrm>
          <a:prstGeom prst="rect">
            <a:avLst/>
          </a:prstGeom>
          <a:noFill/>
        </p:spPr>
        <p:txBody>
          <a:bodyPr wrap="square" rtlCol="0">
            <a:spAutoFit/>
          </a:bodyPr>
          <a:p>
            <a:r>
              <a:rPr lang="en-US" sz="2200">
                <a:solidFill>
                  <a:srgbClr val="8C64E1"/>
                </a:solidFill>
                <a:latin typeface="Alibaba PuHuiTi 3.0 55 Regular" panose="00020600040101010101" charset="-122"/>
                <a:ea typeface="Alibaba PuHuiTi 3.0 55 Regular" panose="00020600040101010101" charset="-122"/>
              </a:rPr>
              <a:t>   </a:t>
            </a:r>
            <a:r>
              <a:rPr lang="en-US" sz="2200">
                <a:solidFill>
                  <a:srgbClr val="00B0F0"/>
                </a:solidFill>
                <a:latin typeface="Alibaba PuHuiTi 3.0 55 Regular" panose="00020600040101010101" charset="-122"/>
                <a:ea typeface="Alibaba PuHuiTi 3.0 55 Regular" panose="00020600040101010101" charset="-122"/>
              </a:rPr>
              <a:t>8</a:t>
            </a:r>
            <a:r>
              <a:rPr lang="en-US" sz="2200">
                <a:solidFill>
                  <a:srgbClr val="00B0F0"/>
                </a:solidFill>
                <a:latin typeface="Alibaba PuHuiTi 3.0 55 Regular" panose="00020600040101010101" charset="-122"/>
                <a:ea typeface="Alibaba PuHuiTi 3.0 55 Regular" panose="00020600040101010101" charset="-122"/>
              </a:rPr>
              <a:t> 4 2 1</a:t>
            </a:r>
            <a:endParaRPr lang="en-US" sz="2200">
              <a:solidFill>
                <a:srgbClr val="00B0F0"/>
              </a:solidFill>
              <a:latin typeface="Alibaba PuHuiTi 3.0 55 Regular" panose="00020600040101010101" charset="-122"/>
              <a:ea typeface="Alibaba PuHuiTi 3.0 55 Regular" panose="00020600040101010101" charset="-122"/>
            </a:endParaRPr>
          </a:p>
        </p:txBody>
      </p:sp>
      <p:cxnSp>
        <p:nvCxnSpPr>
          <p:cNvPr id="28" name="Straight Connector 27"/>
          <p:cNvCxnSpPr/>
          <p:nvPr/>
        </p:nvCxnSpPr>
        <p:spPr>
          <a:xfrm flipH="1">
            <a:off x="4700270" y="6383655"/>
            <a:ext cx="281686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29" name="Straight Connector 28"/>
          <p:cNvCxnSpPr/>
          <p:nvPr/>
        </p:nvCxnSpPr>
        <p:spPr>
          <a:xfrm>
            <a:off x="5109210" y="4480560"/>
            <a:ext cx="0" cy="2226945"/>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30" name="Straight Connector 29"/>
          <p:cNvCxnSpPr/>
          <p:nvPr/>
        </p:nvCxnSpPr>
        <p:spPr>
          <a:xfrm>
            <a:off x="5109210" y="5716270"/>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31" name="Text Box 30"/>
          <p:cNvSpPr txBox="1"/>
          <p:nvPr/>
        </p:nvSpPr>
        <p:spPr>
          <a:xfrm>
            <a:off x="7516495" y="6229350"/>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cxnSp>
        <p:nvCxnSpPr>
          <p:cNvPr id="32" name="Straight Connector 31"/>
          <p:cNvCxnSpPr/>
          <p:nvPr/>
        </p:nvCxnSpPr>
        <p:spPr>
          <a:xfrm>
            <a:off x="5109210" y="5048885"/>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34" name="Text Box 33"/>
          <p:cNvSpPr txBox="1"/>
          <p:nvPr/>
        </p:nvSpPr>
        <p:spPr>
          <a:xfrm>
            <a:off x="4615815" y="4897120"/>
            <a:ext cx="44577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1</a:t>
            </a:r>
            <a:endParaRPr lang="en-US" sz="1400">
              <a:latin typeface="Alibaba PuHuiTi 3.0 55 Regular" panose="00020600040101010101" charset="-122"/>
              <a:ea typeface="Alibaba PuHuiTi 3.0 55 Regular" panose="00020600040101010101" charset="-122"/>
            </a:endParaRPr>
          </a:p>
        </p:txBody>
      </p:sp>
      <p:cxnSp>
        <p:nvCxnSpPr>
          <p:cNvPr id="35" name="Straight Connector 34"/>
          <p:cNvCxnSpPr/>
          <p:nvPr/>
        </p:nvCxnSpPr>
        <p:spPr>
          <a:xfrm>
            <a:off x="5121910" y="5048885"/>
            <a:ext cx="993775" cy="0"/>
          </a:xfrm>
          <a:prstGeom prst="line">
            <a:avLst/>
          </a:prstGeom>
          <a:ln w="3175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36" name="Straight Connector 35"/>
          <p:cNvCxnSpPr/>
          <p:nvPr/>
        </p:nvCxnSpPr>
        <p:spPr>
          <a:xfrm>
            <a:off x="5615305" y="6203315"/>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37" name="Straight Connector 36"/>
          <p:cNvCxnSpPr/>
          <p:nvPr/>
        </p:nvCxnSpPr>
        <p:spPr>
          <a:xfrm>
            <a:off x="6121400" y="6203315"/>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39" name="Straight Connector 38"/>
          <p:cNvCxnSpPr/>
          <p:nvPr/>
        </p:nvCxnSpPr>
        <p:spPr>
          <a:xfrm>
            <a:off x="6627495" y="6203315"/>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0" name="Straight Connector 39"/>
          <p:cNvCxnSpPr/>
          <p:nvPr/>
        </p:nvCxnSpPr>
        <p:spPr>
          <a:xfrm>
            <a:off x="7133590" y="6203315"/>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2" name="Straight Connector 41"/>
          <p:cNvCxnSpPr/>
          <p:nvPr/>
        </p:nvCxnSpPr>
        <p:spPr>
          <a:xfrm>
            <a:off x="6122670" y="5074285"/>
            <a:ext cx="0" cy="1312545"/>
          </a:xfrm>
          <a:prstGeom prst="line">
            <a:avLst/>
          </a:prstGeom>
          <a:ln w="3175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3" name="Straight Connector 42"/>
          <p:cNvCxnSpPr/>
          <p:nvPr/>
        </p:nvCxnSpPr>
        <p:spPr>
          <a:xfrm>
            <a:off x="6120130" y="6383655"/>
            <a:ext cx="1022350" cy="0"/>
          </a:xfrm>
          <a:prstGeom prst="line">
            <a:avLst/>
          </a:prstGeom>
          <a:ln w="31750" cap="rnd" cmpd="sng">
            <a:solidFill>
              <a:srgbClr val="8C64E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44" name="Straight Connector 43"/>
          <p:cNvCxnSpPr/>
          <p:nvPr/>
        </p:nvCxnSpPr>
        <p:spPr>
          <a:xfrm flipH="1">
            <a:off x="8950325" y="6380480"/>
            <a:ext cx="2816860" cy="0"/>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45" name="Straight Connector 44"/>
          <p:cNvCxnSpPr/>
          <p:nvPr/>
        </p:nvCxnSpPr>
        <p:spPr>
          <a:xfrm>
            <a:off x="9359265" y="4477385"/>
            <a:ext cx="0" cy="2226945"/>
          </a:xfrm>
          <a:prstGeom prst="line">
            <a:avLst/>
          </a:prstGeom>
          <a:ln w="31750" cap="rnd" cmpd="sng">
            <a:solidFill>
              <a:schemeClr val="tx1"/>
            </a:solidFill>
            <a:prstDash val="solid"/>
            <a:round/>
            <a:headEnd type="triangle" w="lg" len="lg"/>
            <a:tailEnd type="none"/>
          </a:ln>
        </p:spPr>
        <p:style>
          <a:lnRef idx="0">
            <a:srgbClr val="FFFFFF"/>
          </a:lnRef>
          <a:fillRef idx="0">
            <a:srgbClr val="FFFFFF"/>
          </a:fillRef>
          <a:effectRef idx="0">
            <a:srgbClr val="FFFFFF"/>
          </a:effectRef>
          <a:fontRef idx="minor">
            <a:schemeClr val="tx1"/>
          </a:fontRef>
        </p:style>
      </p:cxnSp>
      <p:cxnSp>
        <p:nvCxnSpPr>
          <p:cNvPr id="46" name="Straight Connector 45"/>
          <p:cNvCxnSpPr/>
          <p:nvPr/>
        </p:nvCxnSpPr>
        <p:spPr>
          <a:xfrm>
            <a:off x="9359265" y="5713095"/>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47" name="Text Box 46"/>
          <p:cNvSpPr txBox="1"/>
          <p:nvPr/>
        </p:nvSpPr>
        <p:spPr>
          <a:xfrm>
            <a:off x="11766550" y="6226175"/>
            <a:ext cx="271780" cy="306705"/>
          </a:xfrm>
          <a:prstGeom prst="rect">
            <a:avLst/>
          </a:prstGeom>
          <a:noFill/>
        </p:spPr>
        <p:txBody>
          <a:bodyPr wrap="square" rtlCol="0">
            <a:spAutoFit/>
          </a:bodyPr>
          <a:p>
            <a:r>
              <a:rPr lang="en-US" sz="1400">
                <a:latin typeface="Alibaba PuHuiTi 3.0 55 Regular" panose="00020600040101010101" charset="-122"/>
                <a:ea typeface="Alibaba PuHuiTi 3.0 55 Regular" panose="00020600040101010101" charset="-122"/>
              </a:rPr>
              <a:t>t</a:t>
            </a:r>
            <a:endParaRPr lang="en-US" sz="1400">
              <a:latin typeface="Alibaba PuHuiTi 3.0 55 Regular" panose="00020600040101010101" charset="-122"/>
              <a:ea typeface="Alibaba PuHuiTi 3.0 55 Regular" panose="00020600040101010101" charset="-122"/>
            </a:endParaRPr>
          </a:p>
        </p:txBody>
      </p:sp>
      <p:cxnSp>
        <p:nvCxnSpPr>
          <p:cNvPr id="48" name="Straight Connector 47"/>
          <p:cNvCxnSpPr/>
          <p:nvPr/>
        </p:nvCxnSpPr>
        <p:spPr>
          <a:xfrm>
            <a:off x="9359265" y="5045710"/>
            <a:ext cx="154940" cy="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49" name="Text Box 48"/>
          <p:cNvSpPr txBox="1"/>
          <p:nvPr/>
        </p:nvSpPr>
        <p:spPr>
          <a:xfrm>
            <a:off x="8865870" y="4893945"/>
            <a:ext cx="445770" cy="306705"/>
          </a:xfrm>
          <a:prstGeom prst="rect">
            <a:avLst/>
          </a:prstGeom>
          <a:noFill/>
        </p:spPr>
        <p:txBody>
          <a:bodyPr wrap="square" rtlCol="0">
            <a:spAutoFit/>
          </a:bodyPr>
          <a:p>
            <a:pPr algn="r"/>
            <a:r>
              <a:rPr lang="en-US" sz="1400">
                <a:latin typeface="Alibaba PuHuiTi 3.0 55 Regular" panose="00020600040101010101" charset="-122"/>
                <a:ea typeface="Alibaba PuHuiTi 3.0 55 Regular" panose="00020600040101010101" charset="-122"/>
              </a:rPr>
              <a:t>1</a:t>
            </a:r>
            <a:endParaRPr lang="en-US" sz="1400">
              <a:latin typeface="Alibaba PuHuiTi 3.0 55 Regular" panose="00020600040101010101" charset="-122"/>
              <a:ea typeface="Alibaba PuHuiTi 3.0 55 Regular" panose="00020600040101010101" charset="-122"/>
            </a:endParaRPr>
          </a:p>
        </p:txBody>
      </p:sp>
      <p:cxnSp>
        <p:nvCxnSpPr>
          <p:cNvPr id="51" name="Straight Connector 50"/>
          <p:cNvCxnSpPr/>
          <p:nvPr/>
        </p:nvCxnSpPr>
        <p:spPr>
          <a:xfrm>
            <a:off x="9865360" y="6200140"/>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3" name="Straight Connector 52"/>
          <p:cNvCxnSpPr/>
          <p:nvPr/>
        </p:nvCxnSpPr>
        <p:spPr>
          <a:xfrm>
            <a:off x="10411460" y="6229350"/>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5" name="Straight Connector 54"/>
          <p:cNvCxnSpPr/>
          <p:nvPr/>
        </p:nvCxnSpPr>
        <p:spPr>
          <a:xfrm>
            <a:off x="10877550" y="6200140"/>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cxnSp>
        <p:nvCxnSpPr>
          <p:cNvPr id="56" name="Straight Connector 55"/>
          <p:cNvCxnSpPr/>
          <p:nvPr/>
        </p:nvCxnSpPr>
        <p:spPr>
          <a:xfrm>
            <a:off x="11383645" y="6200140"/>
            <a:ext cx="0" cy="179070"/>
          </a:xfrm>
          <a:prstGeom prst="line">
            <a:avLst/>
          </a:prstGeom>
          <a:ln w="31750" cap="rnd" cmpd="sng">
            <a:solidFill>
              <a:schemeClr val="tx1"/>
            </a:solidFill>
            <a:prstDash val="solid"/>
            <a:round/>
            <a:headEnd type="none"/>
            <a:tailEnd type="none"/>
          </a:ln>
        </p:spPr>
        <p:style>
          <a:lnRef idx="0">
            <a:srgbClr val="FFFFFF"/>
          </a:lnRef>
          <a:fillRef idx="0">
            <a:srgbClr val="FFFFFF"/>
          </a:fillRef>
          <a:effectRef idx="0">
            <a:srgbClr val="FFFFFF"/>
          </a:effectRef>
          <a:fontRef idx="minor">
            <a:schemeClr val="tx1"/>
          </a:fontRef>
        </p:style>
      </p:cxnSp>
      <p:sp>
        <p:nvSpPr>
          <p:cNvPr id="68" name="Freeform 67"/>
          <p:cNvSpPr/>
          <p:nvPr/>
        </p:nvSpPr>
        <p:spPr>
          <a:xfrm>
            <a:off x="9377680" y="4950460"/>
            <a:ext cx="1983105" cy="1510665"/>
          </a:xfrm>
          <a:custGeom>
            <a:avLst/>
            <a:gdLst>
              <a:gd name="connisteX0" fmla="*/ 0 w 1983105"/>
              <a:gd name="connsiteY0" fmla="*/ 109870 h 1510493"/>
              <a:gd name="connisteX1" fmla="*/ 49530 w 1983105"/>
              <a:gd name="connsiteY1" fmla="*/ 41290 h 1510493"/>
              <a:gd name="connisteX2" fmla="*/ 118110 w 1983105"/>
              <a:gd name="connsiteY2" fmla="*/ 16525 h 1510493"/>
              <a:gd name="connisteX3" fmla="*/ 186055 w 1983105"/>
              <a:gd name="connsiteY3" fmla="*/ 66055 h 1510493"/>
              <a:gd name="connisteX4" fmla="*/ 236220 w 1983105"/>
              <a:gd name="connsiteY4" fmla="*/ 134635 h 1510493"/>
              <a:gd name="connisteX5" fmla="*/ 304165 w 1983105"/>
              <a:gd name="connsiteY5" fmla="*/ 165750 h 1510493"/>
              <a:gd name="connisteX6" fmla="*/ 372745 w 1983105"/>
              <a:gd name="connsiteY6" fmla="*/ 140985 h 1510493"/>
              <a:gd name="connisteX7" fmla="*/ 416560 w 1983105"/>
              <a:gd name="connsiteY7" fmla="*/ 72405 h 1510493"/>
              <a:gd name="connisteX8" fmla="*/ 490855 w 1983105"/>
              <a:gd name="connsiteY8" fmla="*/ 34940 h 1510493"/>
              <a:gd name="connisteX9" fmla="*/ 559435 w 1983105"/>
              <a:gd name="connsiteY9" fmla="*/ 28590 h 1510493"/>
              <a:gd name="connisteX10" fmla="*/ 602615 w 1983105"/>
              <a:gd name="connsiteY10" fmla="*/ 97170 h 1510493"/>
              <a:gd name="connisteX11" fmla="*/ 628015 w 1983105"/>
              <a:gd name="connsiteY11" fmla="*/ 165750 h 1510493"/>
              <a:gd name="connisteX12" fmla="*/ 695960 w 1983105"/>
              <a:gd name="connsiteY12" fmla="*/ 202580 h 1510493"/>
              <a:gd name="connisteX13" fmla="*/ 764540 w 1983105"/>
              <a:gd name="connsiteY13" fmla="*/ 159400 h 1510493"/>
              <a:gd name="connisteX14" fmla="*/ 826770 w 1983105"/>
              <a:gd name="connsiteY14" fmla="*/ 90820 h 1510493"/>
              <a:gd name="connisteX15" fmla="*/ 889000 w 1983105"/>
              <a:gd name="connsiteY15" fmla="*/ 22240 h 1510493"/>
              <a:gd name="connisteX16" fmla="*/ 957580 w 1983105"/>
              <a:gd name="connsiteY16" fmla="*/ 3825 h 1510493"/>
              <a:gd name="connisteX17" fmla="*/ 1013460 w 1983105"/>
              <a:gd name="connsiteY17" fmla="*/ 72405 h 1510493"/>
              <a:gd name="connisteX18" fmla="*/ 1000760 w 1983105"/>
              <a:gd name="connsiteY18" fmla="*/ 140985 h 1510493"/>
              <a:gd name="connisteX19" fmla="*/ 988060 w 1983105"/>
              <a:gd name="connsiteY19" fmla="*/ 215280 h 1510493"/>
              <a:gd name="connisteX20" fmla="*/ 988060 w 1983105"/>
              <a:gd name="connsiteY20" fmla="*/ 283860 h 1510493"/>
              <a:gd name="connisteX21" fmla="*/ 988060 w 1983105"/>
              <a:gd name="connsiteY21" fmla="*/ 351805 h 1510493"/>
              <a:gd name="connisteX22" fmla="*/ 988060 w 1983105"/>
              <a:gd name="connsiteY22" fmla="*/ 420385 h 1510493"/>
              <a:gd name="connisteX23" fmla="*/ 994410 w 1983105"/>
              <a:gd name="connsiteY23" fmla="*/ 488965 h 1510493"/>
              <a:gd name="connisteX24" fmla="*/ 1007110 w 1983105"/>
              <a:gd name="connsiteY24" fmla="*/ 557545 h 1510493"/>
              <a:gd name="connisteX25" fmla="*/ 1025525 w 1983105"/>
              <a:gd name="connsiteY25" fmla="*/ 625490 h 1510493"/>
              <a:gd name="connisteX26" fmla="*/ 1025525 w 1983105"/>
              <a:gd name="connsiteY26" fmla="*/ 694070 h 1510493"/>
              <a:gd name="connisteX27" fmla="*/ 1025525 w 1983105"/>
              <a:gd name="connsiteY27" fmla="*/ 762650 h 1510493"/>
              <a:gd name="connisteX28" fmla="*/ 1025525 w 1983105"/>
              <a:gd name="connsiteY28" fmla="*/ 849645 h 1510493"/>
              <a:gd name="connisteX29" fmla="*/ 1025525 w 1983105"/>
              <a:gd name="connsiteY29" fmla="*/ 930290 h 1510493"/>
              <a:gd name="connisteX30" fmla="*/ 1025525 w 1983105"/>
              <a:gd name="connsiteY30" fmla="*/ 998870 h 1510493"/>
              <a:gd name="connisteX31" fmla="*/ 1025525 w 1983105"/>
              <a:gd name="connsiteY31" fmla="*/ 1066815 h 1510493"/>
              <a:gd name="connisteX32" fmla="*/ 1025525 w 1983105"/>
              <a:gd name="connsiteY32" fmla="*/ 1135395 h 1510493"/>
              <a:gd name="connisteX33" fmla="*/ 1025525 w 1983105"/>
              <a:gd name="connsiteY33" fmla="*/ 1203975 h 1510493"/>
              <a:gd name="connisteX34" fmla="*/ 1031875 w 1983105"/>
              <a:gd name="connsiteY34" fmla="*/ 1272555 h 1510493"/>
              <a:gd name="connisteX35" fmla="*/ 1031875 w 1983105"/>
              <a:gd name="connsiteY35" fmla="*/ 1340500 h 1510493"/>
              <a:gd name="connisteX36" fmla="*/ 1031875 w 1983105"/>
              <a:gd name="connsiteY36" fmla="*/ 1409080 h 1510493"/>
              <a:gd name="connisteX37" fmla="*/ 1050290 w 1983105"/>
              <a:gd name="connsiteY37" fmla="*/ 1477660 h 1510493"/>
              <a:gd name="connisteX38" fmla="*/ 1118870 w 1983105"/>
              <a:gd name="connsiteY38" fmla="*/ 1508775 h 1510493"/>
              <a:gd name="connisteX39" fmla="*/ 1181100 w 1983105"/>
              <a:gd name="connsiteY39" fmla="*/ 1440195 h 1510493"/>
              <a:gd name="connisteX40" fmla="*/ 1224915 w 1983105"/>
              <a:gd name="connsiteY40" fmla="*/ 1371615 h 1510493"/>
              <a:gd name="connisteX41" fmla="*/ 1330325 w 1983105"/>
              <a:gd name="connsiteY41" fmla="*/ 1415430 h 1510493"/>
              <a:gd name="connisteX42" fmla="*/ 1398905 w 1983105"/>
              <a:gd name="connsiteY42" fmla="*/ 1477660 h 1510493"/>
              <a:gd name="connisteX43" fmla="*/ 1466850 w 1983105"/>
              <a:gd name="connsiteY43" fmla="*/ 1508775 h 1510493"/>
              <a:gd name="connisteX44" fmla="*/ 1535430 w 1983105"/>
              <a:gd name="connsiteY44" fmla="*/ 1489725 h 1510493"/>
              <a:gd name="connisteX45" fmla="*/ 1604010 w 1983105"/>
              <a:gd name="connsiteY45" fmla="*/ 1433845 h 1510493"/>
              <a:gd name="connisteX46" fmla="*/ 1672590 w 1983105"/>
              <a:gd name="connsiteY46" fmla="*/ 1384315 h 1510493"/>
              <a:gd name="connisteX47" fmla="*/ 1740535 w 1983105"/>
              <a:gd name="connsiteY47" fmla="*/ 1365265 h 1510493"/>
              <a:gd name="connisteX48" fmla="*/ 1983105 w 1983105"/>
              <a:gd name="connsiteY48" fmla="*/ 1409080 h 1510493"/>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 ang="0">
                <a:pos x="connisteX9" y="connsiteY9"/>
              </a:cxn>
              <a:cxn ang="0">
                <a:pos x="connisteX10" y="connsiteY10"/>
              </a:cxn>
              <a:cxn ang="0">
                <a:pos x="connisteX11" y="connsiteY11"/>
              </a:cxn>
              <a:cxn ang="0">
                <a:pos x="connisteX12" y="connsiteY12"/>
              </a:cxn>
              <a:cxn ang="0">
                <a:pos x="connisteX13" y="connsiteY13"/>
              </a:cxn>
              <a:cxn ang="0">
                <a:pos x="connisteX14" y="connsiteY14"/>
              </a:cxn>
              <a:cxn ang="0">
                <a:pos x="connisteX15" y="connsiteY15"/>
              </a:cxn>
              <a:cxn ang="0">
                <a:pos x="connisteX16" y="connsiteY16"/>
              </a:cxn>
              <a:cxn ang="0">
                <a:pos x="connisteX17" y="connsiteY17"/>
              </a:cxn>
              <a:cxn ang="0">
                <a:pos x="connisteX18" y="connsiteY18"/>
              </a:cxn>
              <a:cxn ang="0">
                <a:pos x="connisteX19" y="connsiteY19"/>
              </a:cxn>
              <a:cxn ang="0">
                <a:pos x="connisteX20" y="connsiteY20"/>
              </a:cxn>
              <a:cxn ang="0">
                <a:pos x="connisteX21" y="connsiteY21"/>
              </a:cxn>
              <a:cxn ang="0">
                <a:pos x="connisteX22" y="connsiteY22"/>
              </a:cxn>
              <a:cxn ang="0">
                <a:pos x="connisteX23" y="connsiteY23"/>
              </a:cxn>
              <a:cxn ang="0">
                <a:pos x="connisteX24" y="connsiteY24"/>
              </a:cxn>
              <a:cxn ang="0">
                <a:pos x="connisteX25" y="connsiteY25"/>
              </a:cxn>
              <a:cxn ang="0">
                <a:pos x="connisteX26" y="connsiteY26"/>
              </a:cxn>
              <a:cxn ang="0">
                <a:pos x="connisteX27" y="connsiteY27"/>
              </a:cxn>
              <a:cxn ang="0">
                <a:pos x="connisteX28" y="connsiteY28"/>
              </a:cxn>
              <a:cxn ang="0">
                <a:pos x="connisteX29" y="connsiteY29"/>
              </a:cxn>
              <a:cxn ang="0">
                <a:pos x="connisteX30" y="connsiteY30"/>
              </a:cxn>
              <a:cxn ang="0">
                <a:pos x="connisteX31" y="connsiteY31"/>
              </a:cxn>
              <a:cxn ang="0">
                <a:pos x="connisteX32" y="connsiteY32"/>
              </a:cxn>
              <a:cxn ang="0">
                <a:pos x="connisteX33" y="connsiteY33"/>
              </a:cxn>
              <a:cxn ang="0">
                <a:pos x="connisteX34" y="connsiteY34"/>
              </a:cxn>
              <a:cxn ang="0">
                <a:pos x="connisteX35" y="connsiteY35"/>
              </a:cxn>
              <a:cxn ang="0">
                <a:pos x="connisteX36" y="connsiteY36"/>
              </a:cxn>
              <a:cxn ang="0">
                <a:pos x="connisteX37" y="connsiteY37"/>
              </a:cxn>
              <a:cxn ang="0">
                <a:pos x="connisteX38" y="connsiteY38"/>
              </a:cxn>
              <a:cxn ang="0">
                <a:pos x="connisteX39" y="connsiteY39"/>
              </a:cxn>
              <a:cxn ang="0">
                <a:pos x="connisteX40" y="connsiteY40"/>
              </a:cxn>
              <a:cxn ang="0">
                <a:pos x="connisteX41" y="connsiteY41"/>
              </a:cxn>
              <a:cxn ang="0">
                <a:pos x="connisteX42" y="connsiteY42"/>
              </a:cxn>
              <a:cxn ang="0">
                <a:pos x="connisteX43" y="connsiteY43"/>
              </a:cxn>
              <a:cxn ang="0">
                <a:pos x="connisteX44" y="connsiteY44"/>
              </a:cxn>
              <a:cxn ang="0">
                <a:pos x="connisteX45" y="connsiteY45"/>
              </a:cxn>
              <a:cxn ang="0">
                <a:pos x="connisteX46" y="connsiteY46"/>
              </a:cxn>
              <a:cxn ang="0">
                <a:pos x="connisteX47" y="connsiteY47"/>
              </a:cxn>
              <a:cxn ang="0">
                <a:pos x="connisteX48" y="connsiteY48"/>
              </a:cxn>
            </a:cxnLst>
            <a:rect l="l" t="t" r="r" b="b"/>
            <a:pathLst>
              <a:path w="1983105" h="1510493">
                <a:moveTo>
                  <a:pt x="0" y="109870"/>
                </a:moveTo>
                <a:cubicBezTo>
                  <a:pt x="8255" y="96535"/>
                  <a:pt x="26035" y="59705"/>
                  <a:pt x="49530" y="41290"/>
                </a:cubicBezTo>
                <a:cubicBezTo>
                  <a:pt x="73025" y="22875"/>
                  <a:pt x="90805" y="11445"/>
                  <a:pt x="118110" y="16525"/>
                </a:cubicBezTo>
                <a:cubicBezTo>
                  <a:pt x="145415" y="21605"/>
                  <a:pt x="162560" y="42560"/>
                  <a:pt x="186055" y="66055"/>
                </a:cubicBezTo>
                <a:cubicBezTo>
                  <a:pt x="209550" y="89550"/>
                  <a:pt x="212725" y="114950"/>
                  <a:pt x="236220" y="134635"/>
                </a:cubicBezTo>
                <a:cubicBezTo>
                  <a:pt x="259715" y="154320"/>
                  <a:pt x="276860" y="164480"/>
                  <a:pt x="304165" y="165750"/>
                </a:cubicBezTo>
                <a:cubicBezTo>
                  <a:pt x="331470" y="167020"/>
                  <a:pt x="350520" y="159400"/>
                  <a:pt x="372745" y="140985"/>
                </a:cubicBezTo>
                <a:cubicBezTo>
                  <a:pt x="394970" y="122570"/>
                  <a:pt x="393065" y="93360"/>
                  <a:pt x="416560" y="72405"/>
                </a:cubicBezTo>
                <a:cubicBezTo>
                  <a:pt x="440055" y="51450"/>
                  <a:pt x="462280" y="43830"/>
                  <a:pt x="490855" y="34940"/>
                </a:cubicBezTo>
                <a:cubicBezTo>
                  <a:pt x="519430" y="26050"/>
                  <a:pt x="537210" y="15890"/>
                  <a:pt x="559435" y="28590"/>
                </a:cubicBezTo>
                <a:cubicBezTo>
                  <a:pt x="581660" y="41290"/>
                  <a:pt x="588645" y="69865"/>
                  <a:pt x="602615" y="97170"/>
                </a:cubicBezTo>
                <a:cubicBezTo>
                  <a:pt x="616585" y="124475"/>
                  <a:pt x="609600" y="144795"/>
                  <a:pt x="628015" y="165750"/>
                </a:cubicBezTo>
                <a:cubicBezTo>
                  <a:pt x="646430" y="186705"/>
                  <a:pt x="668655" y="203850"/>
                  <a:pt x="695960" y="202580"/>
                </a:cubicBezTo>
                <a:cubicBezTo>
                  <a:pt x="723265" y="201310"/>
                  <a:pt x="738505" y="181625"/>
                  <a:pt x="764540" y="159400"/>
                </a:cubicBezTo>
                <a:cubicBezTo>
                  <a:pt x="790575" y="137175"/>
                  <a:pt x="802005" y="118125"/>
                  <a:pt x="826770" y="90820"/>
                </a:cubicBezTo>
                <a:cubicBezTo>
                  <a:pt x="851535" y="63515"/>
                  <a:pt x="862965" y="39385"/>
                  <a:pt x="889000" y="22240"/>
                </a:cubicBezTo>
                <a:cubicBezTo>
                  <a:pt x="915035" y="5095"/>
                  <a:pt x="932815" y="-6335"/>
                  <a:pt x="957580" y="3825"/>
                </a:cubicBezTo>
                <a:cubicBezTo>
                  <a:pt x="982345" y="13985"/>
                  <a:pt x="1004570" y="45100"/>
                  <a:pt x="1013460" y="72405"/>
                </a:cubicBezTo>
                <a:cubicBezTo>
                  <a:pt x="1022350" y="99710"/>
                  <a:pt x="1005840" y="112410"/>
                  <a:pt x="1000760" y="140985"/>
                </a:cubicBezTo>
                <a:cubicBezTo>
                  <a:pt x="995680" y="169560"/>
                  <a:pt x="990600" y="186705"/>
                  <a:pt x="988060" y="215280"/>
                </a:cubicBezTo>
                <a:cubicBezTo>
                  <a:pt x="985520" y="243855"/>
                  <a:pt x="988060" y="256555"/>
                  <a:pt x="988060" y="283860"/>
                </a:cubicBezTo>
                <a:cubicBezTo>
                  <a:pt x="988060" y="311165"/>
                  <a:pt x="988060" y="324500"/>
                  <a:pt x="988060" y="351805"/>
                </a:cubicBezTo>
                <a:cubicBezTo>
                  <a:pt x="988060" y="379110"/>
                  <a:pt x="986790" y="393080"/>
                  <a:pt x="988060" y="420385"/>
                </a:cubicBezTo>
                <a:cubicBezTo>
                  <a:pt x="989330" y="447690"/>
                  <a:pt x="990600" y="461660"/>
                  <a:pt x="994410" y="488965"/>
                </a:cubicBezTo>
                <a:cubicBezTo>
                  <a:pt x="998220" y="516270"/>
                  <a:pt x="1000760" y="530240"/>
                  <a:pt x="1007110" y="557545"/>
                </a:cubicBezTo>
                <a:cubicBezTo>
                  <a:pt x="1013460" y="584850"/>
                  <a:pt x="1021715" y="598185"/>
                  <a:pt x="1025525" y="625490"/>
                </a:cubicBezTo>
                <a:cubicBezTo>
                  <a:pt x="1029335" y="652795"/>
                  <a:pt x="1025525" y="666765"/>
                  <a:pt x="1025525" y="694070"/>
                </a:cubicBezTo>
                <a:cubicBezTo>
                  <a:pt x="1025525" y="721375"/>
                  <a:pt x="1025525" y="731535"/>
                  <a:pt x="1025525" y="762650"/>
                </a:cubicBezTo>
                <a:cubicBezTo>
                  <a:pt x="1025525" y="793765"/>
                  <a:pt x="1025525" y="815990"/>
                  <a:pt x="1025525" y="849645"/>
                </a:cubicBezTo>
                <a:cubicBezTo>
                  <a:pt x="1025525" y="883300"/>
                  <a:pt x="1025525" y="900445"/>
                  <a:pt x="1025525" y="930290"/>
                </a:cubicBezTo>
                <a:cubicBezTo>
                  <a:pt x="1025525" y="960135"/>
                  <a:pt x="1025525" y="971565"/>
                  <a:pt x="1025525" y="998870"/>
                </a:cubicBezTo>
                <a:cubicBezTo>
                  <a:pt x="1025525" y="1026175"/>
                  <a:pt x="1025525" y="1039510"/>
                  <a:pt x="1025525" y="1066815"/>
                </a:cubicBezTo>
                <a:cubicBezTo>
                  <a:pt x="1025525" y="1094120"/>
                  <a:pt x="1025525" y="1108090"/>
                  <a:pt x="1025525" y="1135395"/>
                </a:cubicBezTo>
                <a:cubicBezTo>
                  <a:pt x="1025525" y="1162700"/>
                  <a:pt x="1024255" y="1176670"/>
                  <a:pt x="1025525" y="1203975"/>
                </a:cubicBezTo>
                <a:cubicBezTo>
                  <a:pt x="1026795" y="1231280"/>
                  <a:pt x="1030605" y="1245250"/>
                  <a:pt x="1031875" y="1272555"/>
                </a:cubicBezTo>
                <a:cubicBezTo>
                  <a:pt x="1033145" y="1299860"/>
                  <a:pt x="1031875" y="1313195"/>
                  <a:pt x="1031875" y="1340500"/>
                </a:cubicBezTo>
                <a:cubicBezTo>
                  <a:pt x="1031875" y="1367805"/>
                  <a:pt x="1028065" y="1381775"/>
                  <a:pt x="1031875" y="1409080"/>
                </a:cubicBezTo>
                <a:cubicBezTo>
                  <a:pt x="1035685" y="1436385"/>
                  <a:pt x="1033145" y="1457975"/>
                  <a:pt x="1050290" y="1477660"/>
                </a:cubicBezTo>
                <a:cubicBezTo>
                  <a:pt x="1067435" y="1497345"/>
                  <a:pt x="1092835" y="1516395"/>
                  <a:pt x="1118870" y="1508775"/>
                </a:cubicBezTo>
                <a:cubicBezTo>
                  <a:pt x="1144905" y="1501155"/>
                  <a:pt x="1160145" y="1467500"/>
                  <a:pt x="1181100" y="1440195"/>
                </a:cubicBezTo>
                <a:cubicBezTo>
                  <a:pt x="1202055" y="1412890"/>
                  <a:pt x="1195070" y="1376695"/>
                  <a:pt x="1224915" y="1371615"/>
                </a:cubicBezTo>
                <a:cubicBezTo>
                  <a:pt x="1254760" y="1366535"/>
                  <a:pt x="1295400" y="1394475"/>
                  <a:pt x="1330325" y="1415430"/>
                </a:cubicBezTo>
                <a:cubicBezTo>
                  <a:pt x="1365250" y="1436385"/>
                  <a:pt x="1371600" y="1459245"/>
                  <a:pt x="1398905" y="1477660"/>
                </a:cubicBezTo>
                <a:cubicBezTo>
                  <a:pt x="1426210" y="1496075"/>
                  <a:pt x="1439545" y="1506235"/>
                  <a:pt x="1466850" y="1508775"/>
                </a:cubicBezTo>
                <a:cubicBezTo>
                  <a:pt x="1494155" y="1511315"/>
                  <a:pt x="1508125" y="1504965"/>
                  <a:pt x="1535430" y="1489725"/>
                </a:cubicBezTo>
                <a:cubicBezTo>
                  <a:pt x="1562735" y="1474485"/>
                  <a:pt x="1576705" y="1454800"/>
                  <a:pt x="1604010" y="1433845"/>
                </a:cubicBezTo>
                <a:cubicBezTo>
                  <a:pt x="1631315" y="1412890"/>
                  <a:pt x="1645285" y="1398285"/>
                  <a:pt x="1672590" y="1384315"/>
                </a:cubicBezTo>
                <a:cubicBezTo>
                  <a:pt x="1699895" y="1370345"/>
                  <a:pt x="1678305" y="1360185"/>
                  <a:pt x="1740535" y="1365265"/>
                </a:cubicBezTo>
                <a:cubicBezTo>
                  <a:pt x="1802765" y="1370345"/>
                  <a:pt x="1936115" y="1400190"/>
                  <a:pt x="1983105" y="1409080"/>
                </a:cubicBezTo>
              </a:path>
            </a:pathLst>
          </a:custGeom>
          <a:noFill/>
          <a:ln w="38100">
            <a:solidFill>
              <a:srgbClr val="8C64E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9" name="Right Arrow 68"/>
          <p:cNvSpPr/>
          <p:nvPr/>
        </p:nvSpPr>
        <p:spPr>
          <a:xfrm>
            <a:off x="7910195" y="5323205"/>
            <a:ext cx="706120" cy="389890"/>
          </a:xfrm>
          <a:prstGeom prst="rightArrow">
            <a:avLst/>
          </a:prstGeom>
          <a:solidFill>
            <a:schemeClr val="bg2">
              <a:lumMod val="50000"/>
            </a:schemeClr>
          </a:solidFill>
          <a:ln w="12700" cap="flat" cmpd="sng">
            <a:noFill/>
            <a:prstDash val="solid"/>
            <a:miter lim="800000"/>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0" name="Text Box 69"/>
          <p:cNvSpPr txBox="1"/>
          <p:nvPr/>
        </p:nvSpPr>
        <p:spPr>
          <a:xfrm>
            <a:off x="7851775" y="4890135"/>
            <a:ext cx="1221740" cy="429895"/>
          </a:xfrm>
          <a:prstGeom prst="rect">
            <a:avLst/>
          </a:prstGeom>
          <a:noFill/>
        </p:spPr>
        <p:txBody>
          <a:bodyPr wrap="square" rtlCol="0">
            <a:spAutoFit/>
          </a:bodyPr>
          <a:p>
            <a:r>
              <a:rPr lang="zh-CN" altLang="en-US" sz="2200">
                <a:solidFill>
                  <a:schemeClr val="bg2">
                    <a:lumMod val="50000"/>
                  </a:schemeClr>
                </a:solidFill>
                <a:latin typeface="Alibaba PuHuiTi 3.0 55 Regular" panose="00020600040101010101" charset="-122"/>
                <a:ea typeface="Alibaba PuHuiTi 3.0 55 Regular" panose="00020600040101010101" charset="-122"/>
              </a:rPr>
              <a:t>干扰</a:t>
            </a:r>
            <a:endParaRPr lang="zh-CN" altLang="en-US" sz="2200">
              <a:solidFill>
                <a:schemeClr val="bg2">
                  <a:lumMod val="50000"/>
                </a:schemeClr>
              </a:solidFill>
              <a:latin typeface="Alibaba PuHuiTi 3.0 55 Regular" panose="00020600040101010101" charset="-122"/>
              <a:ea typeface="Alibaba PuHuiTi 3.0 55 Regular" panose="00020600040101010101" charset="-122"/>
            </a:endParaRPr>
          </a:p>
        </p:txBody>
      </p:sp>
      <p:sp>
        <p:nvSpPr>
          <p:cNvPr id="71" name="Content Placeholder 70"/>
          <p:cNvSpPr>
            <a:spLocks noGrp="1"/>
          </p:cNvSpPr>
          <p:nvPr>
            <p:ph idx="1"/>
            <p:custDataLst>
              <p:tags r:id="rId2"/>
            </p:custDataLst>
          </p:nvPr>
        </p:nvSpPr>
        <p:spPr>
          <a:xfrm>
            <a:off x="608330" y="1490345"/>
            <a:ext cx="3458210" cy="4759325"/>
          </a:xfrm>
        </p:spPr>
        <p:txBody>
          <a:bodyPr/>
          <a:p>
            <a:r>
              <a:rPr lang="zh-CN" altLang="en-US" b="1">
                <a:latin typeface="Alibaba PuHuiTi 3.0 85 Bold" panose="00020600040101010101" charset="-122"/>
                <a:ea typeface="Alibaba PuHuiTi 3.0 85 Bold" panose="00020600040101010101" charset="-122"/>
              </a:rPr>
              <a:t>信息</a:t>
            </a:r>
            <a:r>
              <a:rPr lang="zh-CN" altLang="en-US"/>
              <a:t>可被表达为</a:t>
            </a:r>
            <a:r>
              <a:rPr lang="zh-CN" altLang="en-US"/>
              <a:t>数字</a:t>
            </a:r>
            <a:endParaRPr lang="zh-CN" altLang="en-US"/>
          </a:p>
          <a:p>
            <a:r>
              <a:rPr lang="zh-CN" altLang="en-US">
                <a:sym typeface="+mn-ea"/>
              </a:rPr>
              <a:t>信号是设备间传递的</a:t>
            </a:r>
            <a:r>
              <a:rPr lang="zh-CN" altLang="en-US" b="1">
                <a:latin typeface="Alibaba PuHuiTi 3.0 85 Bold" panose="00020600040101010101" charset="-122"/>
                <a:ea typeface="Alibaba PuHuiTi 3.0 85 Bold" panose="00020600040101010101" charset="-122"/>
                <a:sym typeface="+mn-ea"/>
              </a:rPr>
              <a:t>信息</a:t>
            </a:r>
            <a:endParaRPr lang="zh-CN" altLang="en-US" b="1">
              <a:latin typeface="Alibaba PuHuiTi 3.0 85 Bold" panose="00020600040101010101" charset="-122"/>
              <a:ea typeface="Alibaba PuHuiTi 3.0 85 Bold" panose="00020600040101010101" charset="-122"/>
              <a:sym typeface="+mn-ea"/>
            </a:endParaRPr>
          </a:p>
          <a:p>
            <a:r>
              <a:rPr lang="zh-CN" altLang="en-US">
                <a:solidFill>
                  <a:srgbClr val="00B0F0"/>
                </a:solidFill>
                <a:sym typeface="+mn-ea"/>
              </a:rPr>
              <a:t>模拟信号</a:t>
            </a:r>
            <a:r>
              <a:rPr lang="zh-CN" altLang="en-US">
                <a:sym typeface="+mn-ea"/>
              </a:rPr>
              <a:t>是连续的</a:t>
            </a:r>
            <a:r>
              <a:rPr lang="en-US" altLang="zh-CN">
                <a:sym typeface="+mn-ea"/>
              </a:rPr>
              <a:t>，</a:t>
            </a:r>
            <a:r>
              <a:rPr lang="zh-CN" altLang="en-US">
                <a:solidFill>
                  <a:srgbClr val="8C64E1"/>
                </a:solidFill>
                <a:sym typeface="+mn-ea"/>
              </a:rPr>
              <a:t>数字信号</a:t>
            </a:r>
            <a:r>
              <a:rPr lang="zh-CN" altLang="en-US">
                <a:sym typeface="+mn-ea"/>
              </a:rPr>
              <a:t>是离散的</a:t>
            </a:r>
            <a:endParaRPr lang="en-US" altLang="zh-CN">
              <a:sym typeface="+mn-ea"/>
            </a:endParaRPr>
          </a:p>
        </p:txBody>
      </p:sp>
    </p:spTree>
    <p:custDataLst>
      <p:tags r:id="rId3"/>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9"/>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2"/>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36"/>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37"/>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69"/>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70"/>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4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4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47"/>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48"/>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49"/>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3"/>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6"/>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12" grpId="0"/>
      <p:bldP spid="13" grpId="0"/>
      <p:bldP spid="20" grpId="0"/>
      <p:bldP spid="22" grpId="0"/>
      <p:bldP spid="23" grpId="0"/>
      <p:bldP spid="14" grpId="0"/>
      <p:bldP spid="25" grpId="0" bldLvl="0" animBg="1"/>
      <p:bldP spid="65" grpId="0" bldLvl="0" animBg="1"/>
      <p:bldP spid="58" grpId="0"/>
      <p:bldP spid="15" grpId="0"/>
      <p:bldP spid="27" grpId="0"/>
      <p:bldP spid="31" grpId="0"/>
      <p:bldP spid="34" grpId="0"/>
      <p:bldP spid="47" grpId="0"/>
      <p:bldP spid="49" grpId="0"/>
      <p:bldP spid="69" grpId="0" bldLvl="0" animBg="1"/>
      <p:bldP spid="70" grpId="0"/>
      <p:bldP spid="68" grpId="0" bldLvl="0" animBg="1"/>
    </p:bldLst>
  </p:timing>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5.xml><?xml version="1.0" encoding="utf-8"?>
<p:tagLst xmlns:p="http://schemas.openxmlformats.org/presentationml/2006/main">
  <p:tag name="KSO_WM_BEAUTIFY_FLAG" val="#wm#"/>
  <p:tag name="KSO_WM_TEMPLATE_CATEGORY" val="custom"/>
  <p:tag name="KSO_WM_TEMPLATE_INDEX" val="20205081"/>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7.xml><?xml version="1.0" encoding="utf-8"?>
<p:tagLst xmlns:p="http://schemas.openxmlformats.org/presentationml/2006/main">
  <p:tag name="KSO_DOCER_RESOURCE_TRACE_INFO" val="{&quot;id&quot;:&quot;4523979&quot;,&quot;origin&quot;:0,&quot;type&quot;:&quot;icons&quot;,&quot;user&quot;:&quot;1238443062&quot;}"/>
</p:tagLst>
</file>

<file path=ppt/tags/tag68.xml><?xml version="1.0" encoding="utf-8"?>
<p:tagLst xmlns:p="http://schemas.openxmlformats.org/presentationml/2006/main">
  <p:tag name="KSO_DOCER_RESOURCE_TRACE_INFO" val="{&quot;id&quot;:&quot;20090516&quot;,&quot;origin&quot;:0,&quot;type&quot;:&quot;icons&quot;,&quot;user&quot;:&quot;1238443062&quot;}"/>
</p:tagLst>
</file>

<file path=ppt/tags/tag69.xml><?xml version="1.0" encoding="utf-8"?>
<p:tagLst xmlns:p="http://schemas.openxmlformats.org/presentationml/2006/main">
  <p:tag name="KSO_DOCER_RESOURCE_TRACE_INFO" val="{&quot;id&quot;:&quot;3649233&quot;,&quot;origin&quot;:0,&quot;type&quot;:&quot;icons&quot;,&quot;user&quot;:&quot;1238443062&quot;}"/>
</p:tagLst>
</file>

<file path=ppt/tags/tag70.xml><?xml version="1.0" encoding="utf-8"?>
<p:tagLst xmlns:p="http://schemas.openxmlformats.org/presentationml/2006/main">
  <p:tag name="KSO_DOCER_RESOURCE_TRACE_INFO" val="{&quot;id&quot;:&quot;3649233&quot;,&quot;origin&quot;:0,&quot;type&quot;:&quot;icons&quot;,&quot;user&quot;:&quot;1238443062&quot;}"/>
</p:tagLst>
</file>

<file path=ppt/tags/tag71.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3.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5.xml><?xml version="1.0" encoding="utf-8"?>
<p:tagLst xmlns:p="http://schemas.openxmlformats.org/presentationml/2006/main">
  <p:tag name="KSO_DOCER_RESOURCE_TRACE_INFO" val="{&quot;id&quot;:&quot;21598234&quot;,&quot;origin&quot;:0,&quot;type&quot;:&quot;icons&quot;,&quot;user&quot;:&quot;1238443062&quot;}"/>
</p:tagLst>
</file>

<file path=ppt/tags/tag76.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21598234],&quot;65&quot;:[20205081]}"/>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8.xml><?xml version="1.0" encoding="utf-8"?>
<p:tagLst xmlns:p="http://schemas.openxmlformats.org/presentationml/2006/main">
  <p:tag name="KSO_DOCER_RESOURCE_TRACE_INFO" val="{&quot;id&quot;:&quot;21598234&quot;,&quot;origin&quot;:0,&quot;type&quot;:&quot;icons&quot;,&quot;user&quot;:&quot;1238443062&quot;}"/>
</p:tagLst>
</file>

<file path=ppt/tags/tag79.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21598234],&quot;65&quot;:[20205081]}"/>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1.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21598234],&quot;65&quot;:[20205081]}"/>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3.xml><?xml version="1.0" encoding="utf-8"?>
<p:tagLst xmlns:p="http://schemas.openxmlformats.org/presentationml/2006/main">
  <p:tag name="KSO_DOCER_RESOURCE_TRACE_INFO" val="{&quot;id&quot;:&quot;50062403&quot;,&quot;origin&quot;:0,&quot;type&quot;:&quot;icons&quot;,&quot;user&quot;:&quot;1238443062&quot;}"/>
</p:tagLst>
</file>

<file path=ppt/tags/tag84.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21598234,50059483,50062403],&quot;65&quot;:[20205081]}"/>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87.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90.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94.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6.xml><?xml version="1.0" encoding="utf-8"?>
<p:tagLst xmlns:p="http://schemas.openxmlformats.org/presentationml/2006/main">
  <p:tag name="KSO_DOCER_RESOURCE_TRACE_INFO" val="{&quot;id&quot;:&quot;21598234&quot;,&quot;origin&quot;:0,&quot;type&quot;:&quot;icons&quot;,&quot;user&quot;:&quot;1238443062&quot;}"/>
</p:tagLst>
</file>

<file path=ppt/tags/tag97.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9.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1.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3.xml><?xml version="1.0" encoding="utf-8"?>
<p:tagLst xmlns:p="http://schemas.openxmlformats.org/presentationml/2006/main">
  <p:tag name="KSO_DOCER_RESOURCE_TRACE_INFO" val="{&quot;id&quot;:&quot;21598234&quot;,&quot;origin&quot;:0,&quot;type&quot;:&quot;icons&quot;,&quot;user&quot;:&quot;1238443062&quot;}"/>
</p:tagLst>
</file>

<file path=ppt/tags/tag104.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6.xml><?xml version="1.0" encoding="utf-8"?>
<p:tagLst xmlns:p="http://schemas.openxmlformats.org/presentationml/2006/main">
  <p:tag name="KSO_DOCER_RESOURCE_TRACE_INFO" val="{&quot;id&quot;:&quot;21598234&quot;,&quot;origin&quot;:0,&quot;type&quot;:&quot;icons&quot;,&quot;user&quot;:&quot;1238443062&quot;}"/>
</p:tagLst>
</file>

<file path=ppt/tags/tag107.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9.xml><?xml version="1.0" encoding="utf-8"?>
<p:tagLst xmlns:p="http://schemas.openxmlformats.org/presentationml/2006/main">
  <p:tag name="KSO_DOCER_RESOURCE_TRACE_INFO" val="{&quot;id&quot;:&quot;21598234&quot;,&quot;origin&quot;:0,&quot;type&quot;:&quot;icons&quot;,&quot;user&quot;:&quot;1238443062&quot;}"/>
</p:tagLst>
</file>

<file path=ppt/tags/tag110.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2.xml><?xml version="1.0" encoding="utf-8"?>
<p:tagLst xmlns:p="http://schemas.openxmlformats.org/presentationml/2006/main">
  <p:tag name="KSO_DOCER_RESOURCE_TRACE_INFO" val="{&quot;id&quot;:&quot;21598234&quot;,&quot;origin&quot;:0,&quot;type&quot;:&quot;icons&quot;,&quot;user&quot;:&quot;1238443062&quot;}"/>
</p:tagLst>
</file>

<file path=ppt/tags/tag113.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5.xml><?xml version="1.0" encoding="utf-8"?>
<p:tagLst xmlns:p="http://schemas.openxmlformats.org/presentationml/2006/main">
  <p:tag name="KSO_DOCER_RESOURCE_TRACE_INFO" val="{&quot;id&quot;:&quot;21598234&quot;,&quot;origin&quot;:0,&quot;type&quot;:&quot;icons&quot;,&quot;user&quot;:&quot;1238443062&quot;}"/>
</p:tagLst>
</file>

<file path=ppt/tags/tag116.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8.xml><?xml version="1.0" encoding="utf-8"?>
<p:tagLst xmlns:p="http://schemas.openxmlformats.org/presentationml/2006/main">
  <p:tag name="KSO_DOCER_RESOURCE_TRACE_INFO" val="{&quot;id&quot;:&quot;21598234&quot;,&quot;origin&quot;:0,&quot;type&quot;:&quot;icons&quot;,&quot;user&quot;:&quot;1238443062&quot;}"/>
</p:tagLst>
</file>

<file path=ppt/tags/tag119.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21.xml><?xml version="1.0" encoding="utf-8"?>
<p:tagLst xmlns:p="http://schemas.openxmlformats.org/presentationml/2006/main">
  <p:tag name="KSO_DOCER_RESOURCE_TRACE_INFO" val="{&quot;id&quot;:&quot;21598234&quot;,&quot;origin&quot;:0,&quot;type&quot;:&quot;icons&quot;,&quot;user&quot;:&quot;1238443062&quot;}"/>
</p:tagLst>
</file>

<file path=ppt/tags/tag122.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24.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quot;65&quot;:[20205081]}"/>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TABLE_ENDDRAG_ORIGIN_RECT" val="208*120"/>
  <p:tag name="TABLE_ENDDRAG_RECT" val="47*117*208*120"/>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 name="TABLE_ENDDRAG_ORIGIN_RECT" val="208*120"/>
  <p:tag name="TABLE_ENDDRAG_RECT" val="47*117*208*120"/>
</p:tagLst>
</file>

<file path=ppt/tags/tag128.xml><?xml version="1.0" encoding="utf-8"?>
<p:tagLst xmlns:p="http://schemas.openxmlformats.org/presentationml/2006/main">
  <p:tag name="KSO_WM_BEAUTIFY_FLAG" val="#wm#"/>
  <p:tag name="KSO_WM_TEMPLATE_CATEGORY" val="custom"/>
  <p:tag name="KSO_WM_TEMPLATE_INDEX" val="20205081"/>
  <p:tag name="resource_record_key" val="{&quot;29&quot;:[50053246],&quot;65&quot;:[20205081]}"/>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TABLE_ENDDRAG_ORIGIN_RECT" val="208*120"/>
  <p:tag name="TABLE_ENDDRAG_RECT" val="47*117*208*120"/>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 name="TABLE_ENDDRAG_ORIGIN_RECT" val="208*120"/>
  <p:tag name="TABLE_ENDDRAG_RECT" val="47*117*208*120"/>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TABLE_ENDDRAG_ORIGIN_RECT" val="208*120"/>
  <p:tag name="TABLE_ENDDRAG_RECT" val="47*117*208*120"/>
</p:tagLst>
</file>

<file path=ppt/tags/tag133.xml><?xml version="1.0" encoding="utf-8"?>
<p:tagLst xmlns:p="http://schemas.openxmlformats.org/presentationml/2006/main">
  <p:tag name="KSO_WM_BEAUTIFY_FLAG" val="#wm#"/>
  <p:tag name="KSO_WM_TEMPLATE_CATEGORY" val="custom"/>
  <p:tag name="KSO_WM_TEMPLATE_INDEX" val="20205081"/>
  <p:tag name="resource_record_key" val="{&quot;29&quot;:[50053246],&quot;65&quot;:[20205081]}"/>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35.xml><?xml version="1.0" encoding="utf-8"?>
<p:tagLst xmlns:p="http://schemas.openxmlformats.org/presentationml/2006/main">
  <p:tag name="KSO_DOCER_RESOURCE_TRACE_INFO" val="{&quot;id&quot;:&quot;4523979&quot;,&quot;origin&quot;:0,&quot;type&quot;:&quot;icons&quot;,&quot;user&quot;:&quot;1238443062&quot;}"/>
</p:tagLst>
</file>

<file path=ppt/tags/tag136.xml><?xml version="1.0" encoding="utf-8"?>
<p:tagLst xmlns:p="http://schemas.openxmlformats.org/presentationml/2006/main">
  <p:tag name="KSO_DOCER_RESOURCE_TRACE_INFO" val="{&quot;id&quot;:&quot;20090516&quot;,&quot;origin&quot;:0,&quot;type&quot;:&quot;icons&quot;,&quot;user&quot;:&quot;1238443062&quot;}"/>
</p:tagLst>
</file>

<file path=ppt/tags/tag137.xml><?xml version="1.0" encoding="utf-8"?>
<p:tagLst xmlns:p="http://schemas.openxmlformats.org/presentationml/2006/main">
  <p:tag name="KSO_DOCER_RESOURCE_TRACE_INFO" val="{&quot;id&quot;:&quot;3649233&quot;,&quot;origin&quot;:0,&quot;type&quot;:&quot;icons&quot;,&quot;user&quot;:&quot;1238443062&quot;}"/>
</p:tagLst>
</file>

<file path=ppt/tags/tag138.xml><?xml version="1.0" encoding="utf-8"?>
<p:tagLst xmlns:p="http://schemas.openxmlformats.org/presentationml/2006/main">
  <p:tag name="KSO_DOCER_RESOURCE_TRACE_INFO" val="{&quot;id&quot;:&quot;3649233&quot;,&quot;origin&quot;:0,&quot;type&quot;:&quot;icons&quot;,&quot;user&quot;:&quot;1238443062&quot;}"/>
</p:tagLst>
</file>

<file path=ppt/tags/tag139.xml><?xml version="1.0" encoding="utf-8"?>
<p:tagLst xmlns:p="http://schemas.openxmlformats.org/presentationml/2006/main">
  <p:tag name="KSO_WM_BEAUTIFY_FLAG" val="#wm#"/>
  <p:tag name="KSO_WM_TEMPLATE_CATEGORY" val="custom"/>
  <p:tag name="KSO_WM_TEMPLATE_INDEX" val="20205081"/>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41.xml><?xml version="1.0" encoding="utf-8"?>
<p:tagLst xmlns:p="http://schemas.openxmlformats.org/presentationml/2006/main">
  <p:tag name="KSO_DOCER_RESOURCE_TRACE_INFO" val="{&quot;id&quot;:&quot;21582390&quot;,&quot;origin&quot;:0,&quot;type&quot;:&quot;icons&quot;,&quot;user&quot;:&quot;1238443062&quot;}"/>
</p:tagLst>
</file>

<file path=ppt/tags/tag142.xml><?xml version="1.0" encoding="utf-8"?>
<p:tagLst xmlns:p="http://schemas.openxmlformats.org/presentationml/2006/main">
  <p:tag name="KSO_DOCER_RESOURCE_TRACE_INFO" val="{&quot;id&quot;:&quot;21597921&quot;,&quot;origin&quot;:0,&quot;type&quot;:&quot;icons&quot;,&quot;user&quot;:&quot;1238443062&quot;}"/>
</p:tagLst>
</file>

<file path=ppt/tags/tag143.xml><?xml version="1.0" encoding="utf-8"?>
<p:tagLst xmlns:p="http://schemas.openxmlformats.org/presentationml/2006/main">
  <p:tag name="KSO_DOCER_RESOURCE_TRACE_INFO" val="{&quot;id&quot;:&quot;50042739&quot;,&quot;origin&quot;:0,&quot;type&quot;:&quot;icons&quot;,&quot;user&quot;:&quot;1238443062&quot;}"/>
</p:tagLst>
</file>

<file path=ppt/tags/tag144.xml><?xml version="1.0" encoding="utf-8"?>
<p:tagLst xmlns:p="http://schemas.openxmlformats.org/presentationml/2006/main">
  <p:tag name="KSO_WM_BEAUTIFY_FLAG" val="#wm#"/>
  <p:tag name="KSO_WM_TEMPLATE_CATEGORY" val="custom"/>
  <p:tag name="KSO_WM_TEMPLATE_INDEX" val="20205081"/>
  <p:tag name="resource_record_key" val="{&quot;10&quot;:[4523979,20090516,3649233,21582390,21597921,50042739],&quot;65&quot;:[20205081]}"/>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46.xml><?xml version="1.0" encoding="utf-8"?>
<p:tagLst xmlns:p="http://schemas.openxmlformats.org/presentationml/2006/main">
  <p:tag name="KSO_DOCER_RESOURCE_TRACE_INFO" val="{&quot;id&quot;:&quot;21568967&quot;,&quot;origin&quot;:0,&quot;type&quot;:&quot;icons&quot;,&quot;user&quot;:&quot;1238443062&quot;}"/>
</p:tagLst>
</file>

<file path=ppt/tags/tag147.xml><?xml version="1.0" encoding="utf-8"?>
<p:tagLst xmlns:p="http://schemas.openxmlformats.org/presentationml/2006/main">
  <p:tag name="KSO_DOCER_RESOURCE_TRACE_INFO" val="{&quot;id&quot;:&quot;3470922&quot;,&quot;origin&quot;:0,&quot;type&quot;:&quot;icons&quot;,&quot;user&quot;:&quot;1238443062&quot;}"/>
</p:tagLst>
</file>

<file path=ppt/tags/tag148.xml><?xml version="1.0" encoding="utf-8"?>
<p:tagLst xmlns:p="http://schemas.openxmlformats.org/presentationml/2006/main">
  <p:tag name="KSO_DOCER_RESOURCE_TRACE_INFO" val="{&quot;id&quot;:&quot;50033751&quot;,&quot;origin&quot;:0,&quot;type&quot;:&quot;icons&quot;,&quot;user&quot;:&quot;1238443062&quot;}"/>
</p:tagLst>
</file>

<file path=ppt/tags/tag149.xml><?xml version="1.0" encoding="utf-8"?>
<p:tagLst xmlns:p="http://schemas.openxmlformats.org/presentationml/2006/main">
  <p:tag name="KSO_DOCER_RESOURCE_TRACE_INFO" val="{&quot;id&quot;:&quot;50012138&quot;,&quot;origin&quot;:0,&quot;type&quot;:&quot;icons&quot;,&quot;user&quot;:&quot;1238443062&quot;}"/>
</p:tagLst>
</file>

<file path=ppt/tags/tag150.xml><?xml version="1.0" encoding="utf-8"?>
<p:tagLst xmlns:p="http://schemas.openxmlformats.org/presentationml/2006/main">
  <p:tag name="KSO_WM_BEAUTIFY_FLAG" val="#wm#"/>
  <p:tag name="KSO_WM_TEMPLATE_CATEGORY" val="custom"/>
  <p:tag name="KSO_WM_TEMPLATE_INDEX" val="20205081"/>
  <p:tag name="resource_record_key" val="{&quot;10&quot;:[21568967,3470922,50033751,50012138],&quot;65&quot;:[20205081]}"/>
</p:tagLst>
</file>

<file path=ppt/tags/tag1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52.xml><?xml version="1.0" encoding="utf-8"?>
<p:tagLst xmlns:p="http://schemas.openxmlformats.org/presentationml/2006/main">
  <p:tag name="KSO_DOCER_RESOURCE_TRACE_INFO" val="{&quot;id&quot;:&quot;21568967&quot;,&quot;origin&quot;:0,&quot;type&quot;:&quot;icons&quot;,&quot;user&quot;:&quot;1238443062&quot;}"/>
</p:tagLst>
</file>

<file path=ppt/tags/tag153.xml><?xml version="1.0" encoding="utf-8"?>
<p:tagLst xmlns:p="http://schemas.openxmlformats.org/presentationml/2006/main">
  <p:tag name="KSO_DOCER_RESOURCE_TRACE_INFO" val="{&quot;id&quot;:&quot;3470922&quot;,&quot;origin&quot;:0,&quot;type&quot;:&quot;icons&quot;,&quot;user&quot;:&quot;1238443062&quot;}"/>
</p:tagLst>
</file>

<file path=ppt/tags/tag154.xml><?xml version="1.0" encoding="utf-8"?>
<p:tagLst xmlns:p="http://schemas.openxmlformats.org/presentationml/2006/main">
  <p:tag name="KSO_DOCER_RESOURCE_TRACE_INFO" val="{&quot;id&quot;:&quot;50033751&quot;,&quot;origin&quot;:0,&quot;type&quot;:&quot;icons&quot;,&quot;user&quot;:&quot;1238443062&quot;}"/>
</p:tagLst>
</file>

<file path=ppt/tags/tag155.xml><?xml version="1.0" encoding="utf-8"?>
<p:tagLst xmlns:p="http://schemas.openxmlformats.org/presentationml/2006/main">
  <p:tag name="KSO_DOCER_RESOURCE_TRACE_INFO" val="{&quot;id&quot;:&quot;50012138&quot;,&quot;origin&quot;:0,&quot;type&quot;:&quot;icons&quot;,&quot;user&quot;:&quot;1238443062&quot;}"/>
</p:tagLst>
</file>

<file path=ppt/tags/tag156.xml><?xml version="1.0" encoding="utf-8"?>
<p:tagLst xmlns:p="http://schemas.openxmlformats.org/presentationml/2006/main">
  <p:tag name="KSO_WM_BEAUTIFY_FLAG" val="#wm#"/>
  <p:tag name="KSO_WM_TEMPLATE_CATEGORY" val="custom"/>
  <p:tag name="KSO_WM_TEMPLATE_INDEX" val="20205081"/>
  <p:tag name="resource_record_key" val="{&quot;10&quot;:[21568967,3470922,50033751,50012138],&quot;65&quot;:[20205081]}"/>
</p:tagLst>
</file>

<file path=ppt/tags/tag1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58.xml><?xml version="1.0" encoding="utf-8"?>
<p:tagLst xmlns:p="http://schemas.openxmlformats.org/presentationml/2006/main">
  <p:tag name="KSO_DOCER_RESOURCE_TRACE_INFO" val="{&quot;id&quot;:&quot;21568967&quot;,&quot;origin&quot;:0,&quot;type&quot;:&quot;icons&quot;,&quot;user&quot;:&quot;1238443062&quot;}"/>
</p:tagLst>
</file>

<file path=ppt/tags/tag159.xml><?xml version="1.0" encoding="utf-8"?>
<p:tagLst xmlns:p="http://schemas.openxmlformats.org/presentationml/2006/main">
  <p:tag name="KSO_DOCER_RESOURCE_TRACE_INFO" val="{&quot;id&quot;:&quot;3470922&quot;,&quot;origin&quot;:0,&quot;type&quot;:&quot;icons&quot;,&quot;user&quot;:&quot;1238443062&quot;}"/>
</p:tagLst>
</file>

<file path=ppt/tags/tag160.xml><?xml version="1.0" encoding="utf-8"?>
<p:tagLst xmlns:p="http://schemas.openxmlformats.org/presentationml/2006/main">
  <p:tag name="KSO_DOCER_RESOURCE_TRACE_INFO" val="{&quot;id&quot;:&quot;50033751&quot;,&quot;origin&quot;:0,&quot;type&quot;:&quot;icons&quot;,&quot;user&quot;:&quot;1238443062&quot;}"/>
</p:tagLst>
</file>

<file path=ppt/tags/tag161.xml><?xml version="1.0" encoding="utf-8"?>
<p:tagLst xmlns:p="http://schemas.openxmlformats.org/presentationml/2006/main">
  <p:tag name="KSO_DOCER_RESOURCE_TRACE_INFO" val="{&quot;id&quot;:&quot;50012138&quot;,&quot;origin&quot;:0,&quot;type&quot;:&quot;icons&quot;,&quot;user&quot;:&quot;1238443062&quot;}"/>
</p:tagLst>
</file>

<file path=ppt/tags/tag162.xml><?xml version="1.0" encoding="utf-8"?>
<p:tagLst xmlns:p="http://schemas.openxmlformats.org/presentationml/2006/main">
  <p:tag name="KSO_WM_BEAUTIFY_FLAG" val="#wm#"/>
  <p:tag name="KSO_WM_TEMPLATE_CATEGORY" val="custom"/>
  <p:tag name="KSO_WM_TEMPLATE_INDEX" val="20205081"/>
  <p:tag name="resource_record_key" val="{&quot;10&quot;:[21568967,3470922,50033751,50012138],&quot;65&quot;:[20205081]}"/>
</p:tagLst>
</file>

<file path=ppt/tags/tag1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69.xml><?xml version="1.0" encoding="utf-8"?>
<p:tagLst xmlns:p="http://schemas.openxmlformats.org/presentationml/2006/main">
  <p:tag name="KSO_WM_BEAUTIFY_FLAG" val="#wm#"/>
  <p:tag name="KSO_WM_TEMPLATE_CATEGORY" val="custom"/>
  <p:tag name="KSO_WM_TEMPLATE_INDEX" val="20205081"/>
</p:tagLst>
</file>

<file path=ppt/tags/tag1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2.xml><?xml version="1.0" encoding="utf-8"?>
<p:tagLst xmlns:p="http://schemas.openxmlformats.org/presentationml/2006/main">
  <p:tag name="KSO_WM_BEAUTIFY_FLAG" val="#wm#"/>
  <p:tag name="KSO_WM_TEMPLATE_CATEGORY" val="custom"/>
  <p:tag name="KSO_WM_TEMPLATE_INDEX" val="20205081"/>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5.xml><?xml version="1.0" encoding="utf-8"?>
<p:tagLst xmlns:p="http://schemas.openxmlformats.org/presentationml/2006/main">
  <p:tag name="KSO_WM_BEAUTIFY_FLAG" val="#wm#"/>
  <p:tag name="KSO_WM_TEMPLATE_CATEGORY" val="custom"/>
  <p:tag name="KSO_WM_TEMPLATE_INDEX" val="20205081"/>
</p:tagLst>
</file>

<file path=ppt/tags/tag1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7.xml><?xml version="1.0" encoding="utf-8"?>
<p:tagLst xmlns:p="http://schemas.openxmlformats.org/presentationml/2006/main">
  <p:tag name="KSO_WM_BEAUTIFY_FLAG" val="#wm#"/>
  <p:tag name="KSO_WM_TEMPLATE_CATEGORY" val="custom"/>
  <p:tag name="KSO_WM_TEMPLATE_INDEX" val="20205081"/>
</p:tagLst>
</file>

<file path=ppt/tags/tag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9.xml><?xml version="1.0" encoding="utf-8"?>
<p:tagLst xmlns:p="http://schemas.openxmlformats.org/presentationml/2006/main">
  <p:tag name="KSO_WM_BEAUTIFY_FLAG" val="#wm#"/>
  <p:tag name="KSO_WM_TEMPLATE_CATEGORY" val="custom"/>
  <p:tag name="KSO_WM_TEMPLATE_INDEX" val="20205081"/>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83.xml><?xml version="1.0" encoding="utf-8"?>
<p:tagLst xmlns:p="http://schemas.openxmlformats.org/presentationml/2006/main">
  <p:tag name="KSO_WM_BEAUTIFY_FLAG" val="#wm#"/>
  <p:tag name="KSO_WM_TEMPLATE_CATEGORY" val="custom"/>
  <p:tag name="KSO_WM_TEMPLATE_INDEX" val="20205081"/>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87.xml><?xml version="1.0" encoding="utf-8"?>
<p:tagLst xmlns:p="http://schemas.openxmlformats.org/presentationml/2006/main">
  <p:tag name="KSO_WM_BEAUTIFY_FLAG" val="#wm#"/>
  <p:tag name="KSO_WM_TEMPLATE_CATEGORY" val="custom"/>
  <p:tag name="KSO_WM_TEMPLATE_INDEX" val="20205081"/>
</p:tagLst>
</file>

<file path=ppt/tags/tag1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Lst>
</file>

<file path=ppt/tags/tag191.xml><?xml version="1.0" encoding="utf-8"?>
<p:tagLst xmlns:p="http://schemas.openxmlformats.org/presentationml/2006/main">
  <p:tag name="KSO_WM_BEAUTIFY_FLAG" val="#wm#"/>
  <p:tag name="KSO_WM_TEMPLATE_CATEGORY" val="custom"/>
  <p:tag name="KSO_WM_TEMPLATE_INDEX" val="20205081"/>
</p:tagLst>
</file>

<file path=ppt/tags/tag1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93.xml><?xml version="1.0" encoding="utf-8"?>
<p:tagLst xmlns:p="http://schemas.openxmlformats.org/presentationml/2006/main">
  <p:tag name="KSO_WM_BEAUTIFY_FLAG" val="#wm#"/>
  <p:tag name="KSO_WM_TEMPLATE_CATEGORY" val="custom"/>
  <p:tag name="KSO_WM_TEMPLATE_INDEX" val="20205081"/>
</p:tagLst>
</file>

<file path=ppt/tags/tag1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96.xml><?xml version="1.0" encoding="utf-8"?>
<p:tagLst xmlns:p="http://schemas.openxmlformats.org/presentationml/2006/main">
  <p:tag name="KSO_WM_BEAUTIFY_FLAG" val="#wm#"/>
  <p:tag name="KSO_WM_TEMPLATE_CATEGORY" val="custom"/>
  <p:tag name="KSO_WM_TEMPLATE_INDEX" val="20205081"/>
</p:tagLst>
</file>

<file path=ppt/tags/tag197.xml><?xml version="1.0" encoding="utf-8"?>
<p:tagLst xmlns:p="http://schemas.openxmlformats.org/presentationml/2006/main">
  <p:tag name="resource_record_key" val="{&quot;10&quot;:[4523979,20090516,3649233,21598234,50059483,50062403,21582390,21597921,50042739,21568967,3470922,50033751,50012138],&quot;29&quot;:[50053246],&quot;65&quot;:[20205081]}"/>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苹方-简"/>
        <a:ea typeface="苹方-简"/>
        <a:cs typeface=""/>
      </a:majorFont>
      <a:minorFont>
        <a:latin typeface="苹方-简"/>
        <a:ea typeface="苹方-简"/>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vert="horz" lIns="90000" tIns="46800" rIns="90000" bIns="46800" rtlCol="0" anchor="ctr" anchorCtr="0">
        <a:noAutofit/>
      </a:bodyPr>
      <a:lstStyle>
        <a:defPPr>
          <a:defRPr lang="zh-CN" altLang="en-US" sz="2445">
            <a:solidFill>
              <a:schemeClr val="tx1"/>
            </a:solidFill>
          </a:defRPr>
        </a:defPPr>
      </a:lst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5428</Words>
  <Application>WPS Presentation</Application>
  <PresentationFormat>宽屏</PresentationFormat>
  <Paragraphs>1690</Paragraphs>
  <Slides>38</Slides>
  <Notes>4</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38</vt:i4>
      </vt:variant>
    </vt:vector>
  </HeadingPairs>
  <TitlesOfParts>
    <vt:vector size="53" baseType="lpstr">
      <vt:lpstr>Arial</vt:lpstr>
      <vt:lpstr>SimSun</vt:lpstr>
      <vt:lpstr>Wingdings</vt:lpstr>
      <vt:lpstr>Alibaba PuHuiTi 3.0 35 Thin</vt:lpstr>
      <vt:lpstr>Alibaba PuHuiTi 3.0 115 Black</vt:lpstr>
      <vt:lpstr>Alibaba PuHuiTi 3.0 55 Regular</vt:lpstr>
      <vt:lpstr>Wingdings</vt:lpstr>
      <vt:lpstr>Alibaba PuHuiTi 3.0 85 Bold</vt:lpstr>
      <vt:lpstr>Microsoft YaHei</vt:lpstr>
      <vt:lpstr>汉仪旗黑</vt:lpstr>
      <vt:lpstr>苹方-简</vt:lpstr>
      <vt:lpstr>汉仪书宋二KW</vt:lpstr>
      <vt:lpstr>Arial Unicode MS</vt:lpstr>
      <vt:lpstr>PingFang SC Semibold</vt:lpstr>
      <vt:lpstr>WPS</vt:lpstr>
      <vt:lpstr>声音的数字化</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怎样才能把声音（模拟信号）是转成数字信号？</vt:lpstr>
      <vt:lpstr>一个关于量化等级的类比：“成绩分等级”</vt:lpstr>
      <vt:lpstr>一个关于量化等级的类比：“成绩分等级”</vt:lpstr>
      <vt:lpstr>量化后的二进制值，怎样存入计算机？</vt:lpstr>
      <vt:lpstr>怎样才能把声音（模拟信号）是转成数字信号？</vt:lpstr>
      <vt:lpstr>常见的音频文件类型有哪些？</vt:lpstr>
      <vt:lpstr>常见的音频文件类型有哪些？</vt:lpstr>
      <vt:lpstr>常见的音频文件类型有哪些？</vt:lpstr>
      <vt:lpstr>声音的数字化</vt:lpstr>
      <vt:lpstr>outline</vt:lpstr>
      <vt:lpstr>另外一页</vt:lpstr>
      <vt:lpstr>如何将模拟信号转换为数字信号？</vt:lpstr>
      <vt:lpstr>如何将模拟信号转换为数字信号？</vt:lpstr>
      <vt:lpstr>如何将模拟信号转换为数字信号？</vt:lpstr>
      <vt:lpstr>如何将模拟信号转换为数字信号？</vt:lpstr>
      <vt:lpstr>如何将模拟信号转换为数字信号？</vt:lpstr>
      <vt:lpstr>如何将模拟信号转换为数字信号？</vt:lpstr>
      <vt:lpstr>模拟信号 vs. 数字信号</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Peter Ran</cp:lastModifiedBy>
  <cp:revision>224</cp:revision>
  <dcterms:created xsi:type="dcterms:W3CDTF">2026-07-24T09:19:18Z</dcterms:created>
  <dcterms:modified xsi:type="dcterms:W3CDTF">2026-07-24T09:19:18Z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1033-12.1.26035.26035</vt:lpwstr>
  </property>
  <property fmtid="{D5CDD505-2E9C-101B-9397-08002B2CF9AE}" pid="3" name="ICV">
    <vt:lpwstr>392A045B8C152A7FAC76D069B6C636C9_41</vt:lpwstr>
  </property>
</Properties>
</file>