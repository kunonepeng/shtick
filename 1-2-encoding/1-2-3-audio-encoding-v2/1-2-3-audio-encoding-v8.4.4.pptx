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  <a:p/>
          <a:p>
            <a: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  <a:p/>
          <a:p>
            <a:r>
              <a:t>[视觉改进提示] 右图的横轴是时间；左图是空间波阵面，不能说声音像绳子一样上下弯曲前进。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  <a:p/>
          <a:p>
            <a:r>
              <a:t>[视觉改进提示] 本页只强调L0～L7共8级，绝不泄露下一页3.71归入哪个区间的答案。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  <a:p/>
          <a:p>
            <a:r>
              <a:t>[视觉改进提示] 从概览图放大到短时窗口。需与Notebook 02关联；示意形状本身不是录音实测。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35056" cy="2898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1600200"/>
            <a:ext cx="50292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空气中传播：波阵面的位置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1384" y="1600200"/>
            <a:ext cx="49377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固定位置：幅度随时间变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同一物理过程，两种描述：空间中的传播 vs 记录点上的时间变化。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29968"/>
            <a:ext cx="10716768" cy="3264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1508760"/>
            <a:ext cx="501091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全局概览：波形整体趋势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508760"/>
            <a:ext cx="4846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局部蓝点才是可逐个读出的数字样本；灰色连线只是阅读辅助。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10442448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62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608576"/>
            <a:ext cx="10332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编号从 0 到 7：0 也是一个等级，所以一共有 8 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先学会数出8个等级。下一页请预测3.71的归属，再揭示区间规则。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混音导出：两个声道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487168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19272" y="2820093"/>
            <a:ext cx="21838" cy="374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41110" y="2783862"/>
            <a:ext cx="21838" cy="362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62948" y="2749941"/>
            <a:ext cx="21838" cy="339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4786" y="2719398"/>
            <a:ext cx="21838" cy="305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06624" y="2693189"/>
            <a:ext cx="21838" cy="26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8462" y="2672138"/>
            <a:ext cx="21838" cy="21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50300" y="2656906"/>
            <a:ext cx="21838" cy="1523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2138" y="2647971"/>
            <a:ext cx="21838" cy="89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93976" y="2645613"/>
            <a:ext cx="21838" cy="23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15814" y="2645613"/>
            <a:ext cx="21838" cy="42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37652" y="2649906"/>
            <a:ext cx="21838" cy="108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59490" y="2660716"/>
            <a:ext cx="21838" cy="169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81328" y="2677703"/>
            <a:ext cx="21838" cy="226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3166" y="2700334"/>
            <a:ext cx="21838" cy="275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5004" y="2727899"/>
            <a:ext cx="21838" cy="316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46842" y="2759532"/>
            <a:ext cx="21838" cy="347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68680" y="2794240"/>
            <a:ext cx="21838" cy="3669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90518" y="2830934"/>
            <a:ext cx="21838" cy="375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356" y="2868462"/>
            <a:ext cx="21838" cy="37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34194" y="2905646"/>
            <a:ext cx="21838" cy="356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56032" y="2941319"/>
            <a:ext cx="21838" cy="33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870" y="2974360"/>
            <a:ext cx="21838" cy="293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9708" y="3003733"/>
            <a:ext cx="21838" cy="247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21546" y="3028515"/>
            <a:ext cx="21838" cy="194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3384" y="3047930"/>
            <a:ext cx="21838" cy="134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65222" y="3061366"/>
            <a:ext cx="21838" cy="7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7060" y="3068403"/>
            <a:ext cx="21838" cy="41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8898" y="3062602"/>
            <a:ext cx="21838" cy="62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30736" y="3049947"/>
            <a:ext cx="21838" cy="126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52574" y="3031250"/>
            <a:ext cx="21838" cy="18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4412" y="3007099"/>
            <a:ext cx="21838" cy="241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96250" y="2978252"/>
            <a:ext cx="21838" cy="28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18088" y="2945615"/>
            <a:ext cx="21838" cy="326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39926" y="2910211"/>
            <a:ext cx="21838" cy="354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61764" y="2873153"/>
            <a:ext cx="21838" cy="370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83602" y="2835604"/>
            <a:ext cx="21838" cy="375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05440" y="2798741"/>
            <a:ext cx="21838" cy="368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27278" y="2763724"/>
            <a:ext cx="21838" cy="350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49116" y="2731650"/>
            <a:ext cx="21838" cy="32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0954" y="2703526"/>
            <a:ext cx="21838" cy="2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92792" y="2680236"/>
            <a:ext cx="21838" cy="232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4630" y="2662510"/>
            <a:ext cx="21838" cy="1772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36468" y="2650906"/>
            <a:ext cx="21839" cy="116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8307" y="2645786"/>
            <a:ext cx="21838" cy="51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80145" y="2645786"/>
            <a:ext cx="21838" cy="15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1983" y="2647313"/>
            <a:ext cx="21838" cy="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3821" y="2655437"/>
            <a:ext cx="21838" cy="144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5659" y="2669904"/>
            <a:ext cx="21838" cy="2035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67497" y="2690260"/>
            <a:ext cx="21838" cy="256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89335" y="2715866"/>
            <a:ext cx="21838" cy="300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1173" y="2745918"/>
            <a:ext cx="21838" cy="335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3011" y="2779473"/>
            <a:ext cx="21838" cy="360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4849" y="2815476"/>
            <a:ext cx="21838" cy="37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6687" y="2852800"/>
            <a:ext cx="21838" cy="374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98525" y="2890270"/>
            <a:ext cx="21838" cy="364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20363" y="2926712"/>
            <a:ext cx="21838" cy="342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42201" y="2960981"/>
            <a:ext cx="21838" cy="310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64039" y="2992002"/>
            <a:ext cx="21838" cy="2679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85877" y="3018801"/>
            <a:ext cx="21838" cy="217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07715" y="3040536"/>
            <a:ext cx="21838" cy="1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29553" y="3056526"/>
            <a:ext cx="21838" cy="97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51391" y="3066267"/>
            <a:ext cx="21838" cy="31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73229" y="3065991"/>
            <a:ext cx="21838" cy="34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95067" y="3055981"/>
            <a:ext cx="21838" cy="100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16905" y="3039741"/>
            <a:ext cx="21838" cy="162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738743" y="3017780"/>
            <a:ext cx="21838" cy="2196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60581" y="2990787"/>
            <a:ext cx="21838" cy="269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2419" y="2959611"/>
            <a:ext cx="21838" cy="311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04257" y="2925229"/>
            <a:ext cx="21838" cy="343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26095" y="2888721"/>
            <a:ext cx="21838" cy="3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47933" y="2851233"/>
            <a:ext cx="21838" cy="374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869771" y="2813942"/>
            <a:ext cx="21838" cy="372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891609" y="2778018"/>
            <a:ext cx="21838" cy="359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913447" y="2744589"/>
            <a:ext cx="21838" cy="3342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935285" y="2714704"/>
            <a:ext cx="21838" cy="298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57123" y="2689302"/>
            <a:ext cx="21838" cy="254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8961" y="2669180"/>
            <a:ext cx="21838" cy="201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00799" y="2654969"/>
            <a:ext cx="21838" cy="142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22637" y="2647116"/>
            <a:ext cx="21838" cy="78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4475" y="2645867"/>
            <a:ext cx="21838" cy="12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66313" y="2645867"/>
            <a:ext cx="21838" cy="53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88151" y="2651262"/>
            <a:ext cx="21838" cy="118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9989" y="2663130"/>
            <a:ext cx="21838" cy="179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31827" y="2681100"/>
            <a:ext cx="21838" cy="235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53665" y="2704607"/>
            <a:ext cx="21839" cy="283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59536" y="3502152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364845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3319272" y="3740210"/>
            <a:ext cx="21838" cy="125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341110" y="3728340"/>
            <a:ext cx="21838" cy="118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62948" y="3717257"/>
            <a:ext cx="21838" cy="11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384786" y="3707022"/>
            <a:ext cx="21838" cy="102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06624" y="3697690"/>
            <a:ext cx="21838" cy="93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428462" y="3689314"/>
            <a:ext cx="21838" cy="83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50300" y="3681937"/>
            <a:ext cx="21838" cy="7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72138" y="3675601"/>
            <a:ext cx="21838" cy="63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93976" y="3670341"/>
            <a:ext cx="21838" cy="52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5814" y="3666185"/>
            <a:ext cx="21838" cy="41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37652" y="3663155"/>
            <a:ext cx="21838" cy="30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559490" y="3661269"/>
            <a:ext cx="21838" cy="18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581328" y="3660536"/>
            <a:ext cx="21838" cy="7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03166" y="3660536"/>
            <a:ext cx="21838" cy="4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25004" y="3660961"/>
            <a:ext cx="21838" cy="15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46842" y="3662541"/>
            <a:ext cx="21838" cy="2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668680" y="3665267"/>
            <a:ext cx="21838" cy="38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690518" y="3669126"/>
            <a:ext cx="21838" cy="4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12356" y="3674095"/>
            <a:ext cx="21838" cy="60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34194" y="3680148"/>
            <a:ext cx="21838" cy="71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56032" y="3687251"/>
            <a:ext cx="21838" cy="8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77870" y="3695365"/>
            <a:ext cx="21838" cy="9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9708" y="3704448"/>
            <a:ext cx="21838" cy="9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21546" y="3714447"/>
            <a:ext cx="21838" cy="10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43384" y="3725310"/>
            <a:ext cx="21838" cy="116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65222" y="3736977"/>
            <a:ext cx="21838" cy="12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87060" y="3749384"/>
            <a:ext cx="21838" cy="130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08898" y="3762463"/>
            <a:ext cx="21838" cy="136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30736" y="3776144"/>
            <a:ext cx="21838" cy="142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52574" y="3790350"/>
            <a:ext cx="21838" cy="146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74412" y="3805005"/>
            <a:ext cx="21838" cy="150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96250" y="3820028"/>
            <a:ext cx="21838" cy="15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18088" y="3835338"/>
            <a:ext cx="21838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039926" y="3850851"/>
            <a:ext cx="21838" cy="156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61764" y="3866482"/>
            <a:ext cx="21838" cy="15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83602" y="3882146"/>
            <a:ext cx="21838" cy="156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105440" y="3897757"/>
            <a:ext cx="21838" cy="154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27278" y="3913230"/>
            <a:ext cx="21838" cy="15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9116" y="3928480"/>
            <a:ext cx="21838" cy="149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170954" y="3943425"/>
            <a:ext cx="21838" cy="1455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92792" y="3957982"/>
            <a:ext cx="21838" cy="140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14630" y="3972072"/>
            <a:ext cx="21838" cy="135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36468" y="3985618"/>
            <a:ext cx="21839" cy="12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258307" y="3998546"/>
            <a:ext cx="21838" cy="12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280145" y="4010786"/>
            <a:ext cx="21838" cy="11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301983" y="4022271"/>
            <a:ext cx="21838" cy="106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323821" y="4032937"/>
            <a:ext cx="21838" cy="97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345659" y="4042727"/>
            <a:ext cx="21838" cy="88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367497" y="4051587"/>
            <a:ext cx="21838" cy="7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389335" y="4059469"/>
            <a:ext cx="21838" cy="6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11173" y="4066330"/>
            <a:ext cx="21838" cy="58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3011" y="4072132"/>
            <a:ext cx="21838" cy="4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54849" y="4076844"/>
            <a:ext cx="21838" cy="3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476687" y="4080439"/>
            <a:ext cx="21838" cy="24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498525" y="4082899"/>
            <a:ext cx="21838" cy="1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520363" y="4084209"/>
            <a:ext cx="21838" cy="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42201" y="4083360"/>
            <a:ext cx="21838" cy="10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564039" y="4081206"/>
            <a:ext cx="21838" cy="2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585877" y="4077911"/>
            <a:ext cx="21838" cy="32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607715" y="4073494"/>
            <a:ext cx="21838" cy="44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629553" y="4067979"/>
            <a:ext cx="21838" cy="5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651391" y="4061397"/>
            <a:ext cx="21838" cy="6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673229" y="4053783"/>
            <a:ext cx="21838" cy="76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695067" y="4045178"/>
            <a:ext cx="21838" cy="86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716905" y="4035631"/>
            <a:ext cx="21838" cy="95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38743" y="4025192"/>
            <a:ext cx="21838" cy="104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760581" y="4013920"/>
            <a:ext cx="21838" cy="112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782419" y="4001875"/>
            <a:ext cx="21838" cy="120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804257" y="3989123"/>
            <a:ext cx="21838" cy="127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26095" y="3975734"/>
            <a:ext cx="21838" cy="133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847933" y="3961781"/>
            <a:ext cx="21838" cy="139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869771" y="3947341"/>
            <a:ext cx="21838" cy="144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91609" y="3932491"/>
            <a:ext cx="21838" cy="148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913447" y="3917314"/>
            <a:ext cx="21838" cy="151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35285" y="3901892"/>
            <a:ext cx="21838" cy="154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57123" y="3886310"/>
            <a:ext cx="21838" cy="15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78961" y="3870652"/>
            <a:ext cx="21838" cy="1565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00799" y="3855004"/>
            <a:ext cx="21838" cy="156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022637" y="3839451"/>
            <a:ext cx="21838" cy="155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044475" y="3824079"/>
            <a:ext cx="21838" cy="15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066313" y="3808971"/>
            <a:ext cx="21838" cy="15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088151" y="3794210"/>
            <a:ext cx="21838" cy="14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109989" y="3779877"/>
            <a:ext cx="21838" cy="143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131827" y="3766049"/>
            <a:ext cx="21838" cy="13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53665" y="3752803"/>
            <a:ext cx="21839" cy="132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504688" y="3218688"/>
            <a:ext cx="9418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532120" y="2761488"/>
            <a:ext cx="8961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38544" y="2487168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0" y="263347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8311896" y="2829380"/>
            <a:ext cx="32488" cy="2812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44384" y="2801758"/>
            <a:ext cx="32488" cy="276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376872" y="2775122"/>
            <a:ext cx="32488" cy="266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409360" y="2749941"/>
            <a:ext cx="32488" cy="25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441848" y="2726662"/>
            <a:ext cx="32488" cy="232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474336" y="2705696"/>
            <a:ext cx="32488" cy="209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506824" y="2687414"/>
            <a:ext cx="32488" cy="18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539312" y="2672138"/>
            <a:ext cx="32488" cy="152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71800" y="2660139"/>
            <a:ext cx="32488" cy="11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604288" y="2651629"/>
            <a:ext cx="32488" cy="85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36776" y="2646758"/>
            <a:ext cx="32489" cy="48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9265" y="2645613"/>
            <a:ext cx="32488" cy="11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701753" y="2645613"/>
            <a:ext cx="32488" cy="26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734241" y="2648213"/>
            <a:ext cx="32488" cy="6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766729" y="2654513"/>
            <a:ext cx="32488" cy="98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799217" y="2664401"/>
            <a:ext cx="32488" cy="133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831705" y="2677703"/>
            <a:ext cx="32488" cy="164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864193" y="2694183"/>
            <a:ext cx="32488" cy="193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896681" y="2713550"/>
            <a:ext cx="32488" cy="21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929169" y="2735462"/>
            <a:ext cx="32488" cy="240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961657" y="2759532"/>
            <a:ext cx="32488" cy="2580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994145" y="2785333"/>
            <a:ext cx="32489" cy="27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026634" y="2812410"/>
            <a:ext cx="32488" cy="278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59122" y="2840284"/>
            <a:ext cx="32488" cy="281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91610" y="2868462"/>
            <a:ext cx="32488" cy="27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24098" y="2896447"/>
            <a:ext cx="32488" cy="272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56586" y="2923743"/>
            <a:ext cx="32488" cy="261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89074" y="2949868"/>
            <a:ext cx="32488" cy="244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21562" y="2974360"/>
            <a:ext cx="32488" cy="22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54050" y="2996786"/>
            <a:ext cx="32488" cy="19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86538" y="3016750"/>
            <a:ext cx="32488" cy="1714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19026" y="3033899"/>
            <a:ext cx="32489" cy="14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51515" y="3047930"/>
            <a:ext cx="32488" cy="10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84003" y="3058594"/>
            <a:ext cx="32488" cy="71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416491" y="3065703"/>
            <a:ext cx="32488" cy="34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448979" y="3068819"/>
            <a:ext cx="32488" cy="3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481467" y="3064771"/>
            <a:ext cx="32488" cy="4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13955" y="3057059"/>
            <a:ext cx="32488" cy="7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46443" y="3045819"/>
            <a:ext cx="32488" cy="11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578931" y="3031250"/>
            <a:ext cx="32488" cy="145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11419" y="3013609"/>
            <a:ext cx="32488" cy="176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43907" y="2993209"/>
            <a:ext cx="32488" cy="20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76395" y="2970410"/>
            <a:ext cx="32489" cy="227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08884" y="2945615"/>
            <a:ext cx="32488" cy="24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41372" y="2919262"/>
            <a:ext cx="32488" cy="26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73860" y="2891817"/>
            <a:ext cx="32488" cy="274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06348" y="2863766"/>
            <a:ext cx="32488" cy="28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38836" y="2835604"/>
            <a:ext cx="32488" cy="281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71324" y="2807828"/>
            <a:ext cx="32488" cy="27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03812" y="2780931"/>
            <a:ext cx="32488" cy="26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36300" y="2755388"/>
            <a:ext cx="32488" cy="25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68788" y="2731650"/>
            <a:ext cx="32488" cy="237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01276" y="2710136"/>
            <a:ext cx="32488" cy="215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33764" y="2691227"/>
            <a:ext cx="32489" cy="189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66253" y="2675258"/>
            <a:ext cx="32488" cy="15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098741" y="2662510"/>
            <a:ext cx="32488" cy="12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229" y="2653210"/>
            <a:ext cx="32488" cy="9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3717" y="2647520"/>
            <a:ext cx="32488" cy="56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96205" y="2645543"/>
            <a:ext cx="32488" cy="19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228693" y="2645543"/>
            <a:ext cx="32488" cy="17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261181" y="2647313"/>
            <a:ext cx="32488" cy="5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93669" y="2652798"/>
            <a:ext cx="32488" cy="91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6157" y="2661902"/>
            <a:ext cx="32488" cy="125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58645" y="2674463"/>
            <a:ext cx="32489" cy="157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391134" y="2690260"/>
            <a:ext cx="32488" cy="187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423622" y="2709014"/>
            <a:ext cx="32488" cy="213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456110" y="2730392"/>
            <a:ext cx="32488" cy="236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488598" y="2754018"/>
            <a:ext cx="32488" cy="254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521086" y="2779473"/>
            <a:ext cx="32488" cy="268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53574" y="2806307"/>
            <a:ext cx="32488" cy="277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586062" y="2834046"/>
            <a:ext cx="32488" cy="28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618550" y="2862199"/>
            <a:ext cx="32488" cy="28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651038" y="2890270"/>
            <a:ext cx="32488" cy="274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83526" y="2917761"/>
            <a:ext cx="32488" cy="26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716014" y="2944187"/>
            <a:ext cx="32489" cy="248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748503" y="2969081"/>
            <a:ext cx="32488" cy="229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780991" y="2992002"/>
            <a:ext cx="32488" cy="20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813479" y="3012545"/>
            <a:ext cx="32488" cy="178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845967" y="3030348"/>
            <a:ext cx="32488" cy="147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878455" y="3045095"/>
            <a:ext cx="32488" cy="114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10943" y="3056526"/>
            <a:ext cx="32488" cy="7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943431" y="3064438"/>
            <a:ext cx="32488" cy="4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975919" y="3068692"/>
            <a:ext cx="32488" cy="5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008407" y="3065991"/>
            <a:ext cx="32488" cy="32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040895" y="3059083"/>
            <a:ext cx="32489" cy="69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6638544" y="3502152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66560" y="364845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8311896" y="3747087"/>
            <a:ext cx="32488" cy="237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8344384" y="3725525"/>
            <a:ext cx="32488" cy="215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8376872" y="3706561"/>
            <a:ext cx="32488" cy="18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8409360" y="3690530"/>
            <a:ext cx="32488" cy="16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8441848" y="3677716"/>
            <a:ext cx="32488" cy="128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8474336" y="3668344"/>
            <a:ext cx="32488" cy="9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506824" y="3662582"/>
            <a:ext cx="32488" cy="57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539312" y="3660530"/>
            <a:ext cx="32488" cy="2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1800" y="3660530"/>
            <a:ext cx="32488" cy="1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604288" y="3662225"/>
            <a:ext cx="32488" cy="5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8636776" y="3667636"/>
            <a:ext cx="32489" cy="90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669265" y="3676669"/>
            <a:ext cx="32488" cy="124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701753" y="3689164"/>
            <a:ext cx="32488" cy="157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734241" y="3704899"/>
            <a:ext cx="32488" cy="186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766729" y="3723597"/>
            <a:ext cx="32488" cy="21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799217" y="3744926"/>
            <a:ext cx="32488" cy="235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31705" y="3768511"/>
            <a:ext cx="32488" cy="254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864193" y="3793934"/>
            <a:ext cx="32488" cy="268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896681" y="3820745"/>
            <a:ext cx="32488" cy="27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929169" y="3848471"/>
            <a:ext cx="32488" cy="28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961657" y="3876621"/>
            <a:ext cx="32488" cy="28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994145" y="3904698"/>
            <a:ext cx="32489" cy="27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026634" y="3932206"/>
            <a:ext cx="32488" cy="264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059122" y="3958658"/>
            <a:ext cx="32488" cy="24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091610" y="3983586"/>
            <a:ext cx="32488" cy="2296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124098" y="4006551"/>
            <a:ext cx="32488" cy="205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156586" y="4027145"/>
            <a:ext cx="32488" cy="17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189074" y="4045006"/>
            <a:ext cx="32488" cy="148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221562" y="4059816"/>
            <a:ext cx="32488" cy="114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254050" y="4071315"/>
            <a:ext cx="32488" cy="79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286538" y="4079299"/>
            <a:ext cx="32488" cy="4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319026" y="4083628"/>
            <a:ext cx="32489" cy="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351515" y="4081076"/>
            <a:ext cx="32488" cy="31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384003" y="4074241"/>
            <a:ext cx="32488" cy="68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416491" y="4063839"/>
            <a:ext cx="32488" cy="104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448979" y="4050055"/>
            <a:ext cx="32488" cy="137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481467" y="4033131"/>
            <a:ext cx="32488" cy="169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513955" y="4013368"/>
            <a:ext cx="32488" cy="197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546443" y="3991115"/>
            <a:ext cx="32488" cy="222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578931" y="3966764"/>
            <a:ext cx="32488" cy="243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611419" y="3940746"/>
            <a:ext cx="32488" cy="26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643907" y="3913522"/>
            <a:ext cx="32488" cy="272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676395" y="3885572"/>
            <a:ext cx="32489" cy="27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708884" y="3857391"/>
            <a:ext cx="32488" cy="28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741372" y="3829477"/>
            <a:ext cx="32488" cy="27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773860" y="3802323"/>
            <a:ext cx="32488" cy="27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9806348" y="3776409"/>
            <a:ext cx="32488" cy="25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838836" y="3752194"/>
            <a:ext cx="32488" cy="242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871324" y="3730105"/>
            <a:ext cx="32488" cy="220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03812" y="3710533"/>
            <a:ext cx="32488" cy="195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36300" y="3693824"/>
            <a:ext cx="32488" cy="16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68788" y="3680273"/>
            <a:ext cx="32488" cy="135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001276" y="3670120"/>
            <a:ext cx="32488" cy="10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033764" y="3663544"/>
            <a:ext cx="32489" cy="65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066253" y="3660662"/>
            <a:ext cx="32488" cy="2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098741" y="3660662"/>
            <a:ext cx="32488" cy="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131229" y="3661525"/>
            <a:ext cx="32488" cy="45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163717" y="3666117"/>
            <a:ext cx="32488" cy="82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196205" y="3674356"/>
            <a:ext cx="32488" cy="117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28693" y="3686099"/>
            <a:ext cx="32488" cy="150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261181" y="3701136"/>
            <a:ext cx="32488" cy="180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293669" y="3719202"/>
            <a:ext cx="32488" cy="20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326157" y="3739978"/>
            <a:ext cx="32488" cy="23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358645" y="3763096"/>
            <a:ext cx="32489" cy="25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391134" y="3788148"/>
            <a:ext cx="32488" cy="26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0423622" y="3814691"/>
            <a:ext cx="32488" cy="275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0456110" y="3842255"/>
            <a:ext cx="32488" cy="280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88598" y="3870354"/>
            <a:ext cx="32488" cy="281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21086" y="3898491"/>
            <a:ext cx="32488" cy="276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53574" y="3926167"/>
            <a:ext cx="32488" cy="267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6062" y="3952895"/>
            <a:ext cx="32488" cy="253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618550" y="3978201"/>
            <a:ext cx="32488" cy="234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0651038" y="4001639"/>
            <a:ext cx="32488" cy="21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0683526" y="4022793"/>
            <a:ext cx="32488" cy="184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0716014" y="4041290"/>
            <a:ext cx="32489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748503" y="4056803"/>
            <a:ext cx="32488" cy="12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0780991" y="4069057"/>
            <a:ext cx="32488" cy="8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0813479" y="4077837"/>
            <a:ext cx="32488" cy="5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845967" y="4082987"/>
            <a:ext cx="32488" cy="14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0878455" y="4082097"/>
            <a:ext cx="32488" cy="23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910943" y="4076073"/>
            <a:ext cx="32488" cy="60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0943431" y="4066450"/>
            <a:ext cx="32488" cy="96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975919" y="4053399"/>
            <a:ext cx="32488" cy="13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008407" y="4037149"/>
            <a:ext cx="32488" cy="16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040895" y="4017988"/>
            <a:ext cx="32489" cy="191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两条编辑音轨可以混合成两路输出；决定PCM数据量的是输出声道数。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视觉迭代v8.3.4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