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2ee92a67544969" /><Relationship Type="http://schemas.openxmlformats.org/officeDocument/2006/relationships/extended-properties" Target="/docProps/app.xml" Id="R5c4cbe82675048e8" /><Relationship Type="http://schemas.openxmlformats.org/officeDocument/2006/relationships/officeDocument" Target="/ppt/presentation.xml" Id="Rf46d8ff82f6a4064"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44fdce538ef04051"/>
  </p:sldMasterIdLst>
  <p:notesMasterIdLst>
    <p:notesMasterId r:id="Ra533a97780704e5b"/>
  </p:notesMasterIdLst>
  <p:sldIdLst>
    <p:sldId id="256" r:id="Rf342b50bfe9742ce"/>
    <p:sldId id="257" r:id="R1c7385a6cfa347be"/>
    <p:sldId id="258" r:id="R3cd109470c514c7f"/>
    <p:sldId id="259" r:id="Rd278241af3084636"/>
    <p:sldId id="260" r:id="R24b7a90f58b84529"/>
    <p:sldId id="261" r:id="Rec14549f68b54ed5"/>
    <p:sldId id="262" r:id="R543d56c66f094346"/>
    <p:sldId id="263" r:id="Rbea790e6a3354c4b"/>
    <p:sldId id="264" r:id="Ree6ad27e442a4143"/>
    <p:sldId id="265" r:id="R8d4385c7f4444037"/>
    <p:sldId id="266" r:id="R6a99b9938dcf4832"/>
    <p:sldId id="267" r:id="R09190f2fdceb45ee"/>
    <p:sldId id="268" r:id="R418331d7b9204538"/>
    <p:sldId id="269" r:id="R5fd191ee77484b27"/>
    <p:sldId id="270" r:id="R68c335c2b3244015"/>
    <p:sldId id="271" r:id="R5e5208134cd5429a"/>
    <p:sldId id="272" r:id="R771aa2ca3177461a"/>
    <p:sldId id="273" r:id="R37bcf3bd9a524455"/>
    <p:sldId id="274" r:id="Ra6c280f9118946c1"/>
    <p:sldId id="275" r:id="R20d7ca36572a4e93"/>
    <p:sldId id="276" r:id="R9520b294b670440d"/>
    <p:sldId id="277" r:id="Raf840c39db8e4ce1"/>
    <p:sldId id="278" r:id="Rc143cc9d8f6e4ee5"/>
    <p:sldId id="279" r:id="R5d175f8a87784573"/>
    <p:sldId id="280" r:id="Rb67ec3b0cdbc4c9d"/>
    <p:sldId id="281" r:id="R41580c727ea54955"/>
    <p:sldId id="282" r:id="R7f90936b5e614bc4"/>
    <p:sldId id="283" r:id="R0fd1322e7f764bcc"/>
    <p:sldId id="284" r:id="R8581fdd880dc44ab"/>
    <p:sldId id="285" r:id="Rdcf9356192b04346"/>
    <p:sldId id="286" r:id="R9a0c5e1ba4054864"/>
    <p:sldId id="287" r:id="Rce234686119248a7"/>
    <p:sldId id="288" r:id="Rfda2319bcc30430b"/>
    <p:sldId id="289" r:id="R98486e06d3c54768"/>
    <p:sldId id="290" r:id="Rc03cf08b0a3a4ce8"/>
    <p:sldId id="291" r:id="R324666d77a7f4237"/>
    <p:sldId id="292" r:id="R8e1df9bfd59b4b77"/>
    <p:sldId id="293" r:id="Rf93218e322a14688"/>
    <p:sldId id="294" r:id="R664812bbf0ef40d9"/>
    <p:sldId id="295" r:id="Rcca47285abfe4931"/>
    <p:sldId id="296" r:id="R9c5d757c6085418f"/>
    <p:sldId id="297" r:id="Rd2f032a6997040e9"/>
    <p:sldId id="298" r:id="Rc7a0378117e54e7d"/>
    <p:sldId id="299" r:id="R255be739db434949"/>
    <p:sldId id="300" r:id="R4db34020756a4587"/>
    <p:sldId id="301" r:id="R0a56017698414b4d"/>
    <p:sldId id="302" r:id="Rebb8ff9ca6d04fc4"/>
    <p:sldId id="303" r:id="R317c278ac4514244"/>
    <p:sldId id="304" r:id="Ra4161b3db7044e29"/>
    <p:sldId id="305" r:id="R86aa56f1d2394b41"/>
    <p:sldId id="306" r:id="Rb9de29cc4a7d49b7"/>
    <p:sldId id="307" r:id="Rbee890ecb28d483b"/>
    <p:sldId id="308" r:id="R111f42700aaa402d"/>
    <p:sldId id="309" r:id="R23db2024d19a4395"/>
    <p:sldId id="310" r:id="R59d1832f49864536"/>
    <p:sldId id="311" r:id="R6b95394112374b62"/>
    <p:sldId id="312" r:id="R5e1f6d58b8a54ecb"/>
    <p:sldId id="313" r:id="Rcebab186862b4669"/>
    <p:sldId id="314" r:id="R08b80c2aac4e4df5"/>
    <p:sldId id="315" r:id="R0d6ad94196e44e4f"/>
    <p:sldId id="316" r:id="Rfe93fba8edce484c"/>
    <p:sldId id="317" r:id="R02888fb302c14a0e"/>
    <p:sldId id="318" r:id="R8e81c053d8f74334"/>
    <p:sldId id="319" r:id="Rd0cef8ce89fd4dbc"/>
    <p:sldId id="320" r:id="Ra93770a131fc496d"/>
    <p:sldId id="321" r:id="R1c4dacfd49b64de8"/>
    <p:sldId id="322" r:id="R7c520519bd1a4ca9"/>
    <p:sldId id="323" r:id="Ra9d97eddda23426a"/>
    <p:sldId id="324" r:id="Rf5be56f0e4fb417a"/>
    <p:sldId id="325" r:id="R4c8dbf81b79944a0"/>
    <p:sldId id="326" r:id="R9423398303cb4fbd"/>
    <p:sldId id="327" r:id="R577b4580cf0e4558"/>
    <p:sldId id="328" r:id="Rc48eec54afc54e64"/>
    <p:sldId id="329" r:id="R8a45630f0d6549b0"/>
    <p:sldId id="330" r:id="Rfc0eb70cb7e2465d"/>
    <p:sldId id="331" r:id="R51daef17c3fe482d"/>
    <p:sldId id="332" r:id="Raee8194334904ed9"/>
    <p:sldId id="333" r:id="R0d231cf335db45b0"/>
    <p:sldId id="334" r:id="R4e44db12821b4ac4"/>
    <p:sldId id="335" r:id="Rb8e2f73da72d4a6d"/>
    <p:sldId id="336" r:id="R9b1523e30ac54a12"/>
    <p:sldId id="337" r:id="Rf89524f27ce849c8"/>
    <p:sldId id="338" r:id="R8c7d8b06c4f3447b"/>
    <p:sldId id="339" r:id="R732605d12a8b4fb7"/>
    <p:sldId id="340" r:id="R86cd2aba0efe4846"/>
    <p:sldId id="341" r:id="R58092082c90a48fe"/>
    <p:sldId id="342" r:id="R8bc1c34b19034db3"/>
    <p:sldId id="343" r:id="R021304527e004d73"/>
  </p:sldIdLst>
  <p:sldSz cx="12191695" cy="6858000"/>
  <p:notesSz cx="6858000" cy="9144000"/>
  <p:defaultTextStyle>
    <a:defPPr>
      <a:buNone/>
    </a:defPPr>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8f12b4c367c4e09" /><Relationship Type="http://schemas.openxmlformats.org/officeDocument/2006/relationships/slideMaster" Target="/ppt/slideMasters/slideMaster1.xml" Id="R44fdce538ef04051" /><Relationship Type="http://schemas.openxmlformats.org/officeDocument/2006/relationships/notesMaster" Target="/ppt/notesMasters/notesMaster1.xml" Id="Ra533a97780704e5b" /><Relationship Type="http://schemas.openxmlformats.org/officeDocument/2006/relationships/presProps" Target="/ppt/presProps.xml" Id="Re988c12a323d487d" /><Relationship Type="http://schemas.openxmlformats.org/officeDocument/2006/relationships/viewProps" Target="/ppt/viewProps.xml" Id="R3211e971f44f46bb" /><Relationship Type="http://schemas.openxmlformats.org/officeDocument/2006/relationships/tableStyles" Target="/ppt/tableStyles.xml" Id="Rad62bdad950a4d87" /><Relationship Type="http://schemas.openxmlformats.org/officeDocument/2006/relationships/slide" Target="/ppt/slides/slide1.xml" Id="Rf342b50bfe9742ce" /><Relationship Type="http://schemas.openxmlformats.org/officeDocument/2006/relationships/slide" Target="/ppt/slides/slide2.xml" Id="R1c7385a6cfa347be" /><Relationship Type="http://schemas.openxmlformats.org/officeDocument/2006/relationships/slide" Target="/ppt/slides/slide3.xml" Id="R3cd109470c514c7f" /><Relationship Type="http://schemas.openxmlformats.org/officeDocument/2006/relationships/slide" Target="/ppt/slides/slide4.xml" Id="Rd278241af3084636" /><Relationship Type="http://schemas.openxmlformats.org/officeDocument/2006/relationships/slide" Target="/ppt/slides/slide5.xml" Id="R24b7a90f58b84529" /><Relationship Type="http://schemas.openxmlformats.org/officeDocument/2006/relationships/slide" Target="/ppt/slides/slide6.xml" Id="Rec14549f68b54ed5" /><Relationship Type="http://schemas.openxmlformats.org/officeDocument/2006/relationships/slide" Target="/ppt/slides/slide7.xml" Id="R543d56c66f094346" /><Relationship Type="http://schemas.openxmlformats.org/officeDocument/2006/relationships/slide" Target="/ppt/slides/slide8.xml" Id="Rbea790e6a3354c4b" /><Relationship Type="http://schemas.openxmlformats.org/officeDocument/2006/relationships/slide" Target="/ppt/slides/slide9.xml" Id="Ree6ad27e442a4143" /><Relationship Type="http://schemas.openxmlformats.org/officeDocument/2006/relationships/slide" Target="/ppt/slides/slide10.xml" Id="R8d4385c7f4444037" /><Relationship Type="http://schemas.openxmlformats.org/officeDocument/2006/relationships/slide" Target="/ppt/slides/slide11.xml" Id="R6a99b9938dcf4832" /><Relationship Type="http://schemas.openxmlformats.org/officeDocument/2006/relationships/slide" Target="/ppt/slides/slide12.xml" Id="R09190f2fdceb45ee" /><Relationship Type="http://schemas.openxmlformats.org/officeDocument/2006/relationships/slide" Target="/ppt/slides/slide13.xml" Id="R418331d7b9204538" /><Relationship Type="http://schemas.openxmlformats.org/officeDocument/2006/relationships/slide" Target="/ppt/slides/slide14.xml" Id="R5fd191ee77484b27" /><Relationship Type="http://schemas.openxmlformats.org/officeDocument/2006/relationships/slide" Target="/ppt/slides/slide15.xml" Id="R68c335c2b3244015" /><Relationship Type="http://schemas.openxmlformats.org/officeDocument/2006/relationships/slide" Target="/ppt/slides/slide16.xml" Id="R5e5208134cd5429a" /><Relationship Type="http://schemas.openxmlformats.org/officeDocument/2006/relationships/slide" Target="/ppt/slides/slide17.xml" Id="R771aa2ca3177461a" /><Relationship Type="http://schemas.openxmlformats.org/officeDocument/2006/relationships/slide" Target="/ppt/slides/slide18.xml" Id="R37bcf3bd9a524455" /><Relationship Type="http://schemas.openxmlformats.org/officeDocument/2006/relationships/slide" Target="/ppt/slides/slide19.xml" Id="Ra6c280f9118946c1" /><Relationship Type="http://schemas.openxmlformats.org/officeDocument/2006/relationships/slide" Target="/ppt/slides/slide20.xml" Id="R20d7ca36572a4e93" /><Relationship Type="http://schemas.openxmlformats.org/officeDocument/2006/relationships/slide" Target="/ppt/slides/slide21.xml" Id="R9520b294b670440d" /><Relationship Type="http://schemas.openxmlformats.org/officeDocument/2006/relationships/slide" Target="/ppt/slides/slide22.xml" Id="Raf840c39db8e4ce1" /><Relationship Type="http://schemas.openxmlformats.org/officeDocument/2006/relationships/slide" Target="/ppt/slides/slide23.xml" Id="Rc143cc9d8f6e4ee5" /><Relationship Type="http://schemas.openxmlformats.org/officeDocument/2006/relationships/slide" Target="/ppt/slides/slide24.xml" Id="R5d175f8a87784573" /><Relationship Type="http://schemas.openxmlformats.org/officeDocument/2006/relationships/slide" Target="/ppt/slides/slide25.xml" Id="Rb67ec3b0cdbc4c9d" /><Relationship Type="http://schemas.openxmlformats.org/officeDocument/2006/relationships/slide" Target="/ppt/slides/slide26.xml" Id="R41580c727ea54955" /><Relationship Type="http://schemas.openxmlformats.org/officeDocument/2006/relationships/slide" Target="/ppt/slides/slide27.xml" Id="R7f90936b5e614bc4" /><Relationship Type="http://schemas.openxmlformats.org/officeDocument/2006/relationships/slide" Target="/ppt/slides/slide28.xml" Id="R0fd1322e7f764bcc" /><Relationship Type="http://schemas.openxmlformats.org/officeDocument/2006/relationships/slide" Target="/ppt/slides/slide29.xml" Id="R8581fdd880dc44ab" /><Relationship Type="http://schemas.openxmlformats.org/officeDocument/2006/relationships/slide" Target="/ppt/slides/slide30.xml" Id="Rdcf9356192b04346" /><Relationship Type="http://schemas.openxmlformats.org/officeDocument/2006/relationships/slide" Target="/ppt/slides/slide31.xml" Id="R9a0c5e1ba4054864" /><Relationship Type="http://schemas.openxmlformats.org/officeDocument/2006/relationships/slide" Target="/ppt/slides/slide32.xml" Id="Rce234686119248a7" /><Relationship Type="http://schemas.openxmlformats.org/officeDocument/2006/relationships/slide" Target="/ppt/slides/slide33.xml" Id="Rfda2319bcc30430b" /><Relationship Type="http://schemas.openxmlformats.org/officeDocument/2006/relationships/slide" Target="/ppt/slides/slide34.xml" Id="R98486e06d3c54768" /><Relationship Type="http://schemas.openxmlformats.org/officeDocument/2006/relationships/slide" Target="/ppt/slides/slide35.xml" Id="Rc03cf08b0a3a4ce8" /><Relationship Type="http://schemas.openxmlformats.org/officeDocument/2006/relationships/slide" Target="/ppt/slides/slide36.xml" Id="R324666d77a7f4237" /><Relationship Type="http://schemas.openxmlformats.org/officeDocument/2006/relationships/slide" Target="/ppt/slides/slide37.xml" Id="R8e1df9bfd59b4b77" /><Relationship Type="http://schemas.openxmlformats.org/officeDocument/2006/relationships/slide" Target="/ppt/slides/slide38.xml" Id="Rf93218e322a14688" /><Relationship Type="http://schemas.openxmlformats.org/officeDocument/2006/relationships/slide" Target="/ppt/slides/slide39.xml" Id="R664812bbf0ef40d9" /><Relationship Type="http://schemas.openxmlformats.org/officeDocument/2006/relationships/slide" Target="/ppt/slides/slide40.xml" Id="Rcca47285abfe4931" /><Relationship Type="http://schemas.openxmlformats.org/officeDocument/2006/relationships/slide" Target="/ppt/slides/slide41.xml" Id="R9c5d757c6085418f" /><Relationship Type="http://schemas.openxmlformats.org/officeDocument/2006/relationships/slide" Target="/ppt/slides/slide42.xml" Id="Rd2f032a6997040e9" /><Relationship Type="http://schemas.openxmlformats.org/officeDocument/2006/relationships/slide" Target="/ppt/slides/slide43.xml" Id="Rc7a0378117e54e7d" /><Relationship Type="http://schemas.openxmlformats.org/officeDocument/2006/relationships/slide" Target="/ppt/slides/slide44.xml" Id="R255be739db434949" /><Relationship Type="http://schemas.openxmlformats.org/officeDocument/2006/relationships/slide" Target="/ppt/slides/slide45.xml" Id="R4db34020756a4587" /><Relationship Type="http://schemas.openxmlformats.org/officeDocument/2006/relationships/slide" Target="/ppt/slides/slide46.xml" Id="R0a56017698414b4d" /><Relationship Type="http://schemas.openxmlformats.org/officeDocument/2006/relationships/slide" Target="/ppt/slides/slide47.xml" Id="Rebb8ff9ca6d04fc4" /><Relationship Type="http://schemas.openxmlformats.org/officeDocument/2006/relationships/slide" Target="/ppt/slides/slide48.xml" Id="R317c278ac4514244" /><Relationship Type="http://schemas.openxmlformats.org/officeDocument/2006/relationships/slide" Target="/ppt/slides/slide49.xml" Id="Ra4161b3db7044e29" /><Relationship Type="http://schemas.openxmlformats.org/officeDocument/2006/relationships/slide" Target="/ppt/slides/slide50.xml" Id="R86aa56f1d2394b41" /><Relationship Type="http://schemas.openxmlformats.org/officeDocument/2006/relationships/slide" Target="/ppt/slides/slide51.xml" Id="Rb9de29cc4a7d49b7" /><Relationship Type="http://schemas.openxmlformats.org/officeDocument/2006/relationships/slide" Target="/ppt/slides/slide52.xml" Id="Rbee890ecb28d483b" /><Relationship Type="http://schemas.openxmlformats.org/officeDocument/2006/relationships/slide" Target="/ppt/slides/slide53.xml" Id="R111f42700aaa402d" /><Relationship Type="http://schemas.openxmlformats.org/officeDocument/2006/relationships/slide" Target="/ppt/slides/slide54.xml" Id="R23db2024d19a4395" /><Relationship Type="http://schemas.openxmlformats.org/officeDocument/2006/relationships/slide" Target="/ppt/slides/slide55.xml" Id="R59d1832f49864536" /><Relationship Type="http://schemas.openxmlformats.org/officeDocument/2006/relationships/slide" Target="/ppt/slides/slide56.xml" Id="R6b95394112374b62" /><Relationship Type="http://schemas.openxmlformats.org/officeDocument/2006/relationships/slide" Target="/ppt/slides/slide57.xml" Id="R5e1f6d58b8a54ecb" /><Relationship Type="http://schemas.openxmlformats.org/officeDocument/2006/relationships/slide" Target="/ppt/slides/slide58.xml" Id="Rcebab186862b4669" /><Relationship Type="http://schemas.openxmlformats.org/officeDocument/2006/relationships/slide" Target="/ppt/slides/slide59.xml" Id="R08b80c2aac4e4df5" /><Relationship Type="http://schemas.openxmlformats.org/officeDocument/2006/relationships/slide" Target="/ppt/slides/slide60.xml" Id="R0d6ad94196e44e4f" /><Relationship Type="http://schemas.openxmlformats.org/officeDocument/2006/relationships/slide" Target="/ppt/slides/slide61.xml" Id="Rfe93fba8edce484c" /><Relationship Type="http://schemas.openxmlformats.org/officeDocument/2006/relationships/slide" Target="/ppt/slides/slide62.xml" Id="R02888fb302c14a0e" /><Relationship Type="http://schemas.openxmlformats.org/officeDocument/2006/relationships/slide" Target="/ppt/slides/slide63.xml" Id="R8e81c053d8f74334" /><Relationship Type="http://schemas.openxmlformats.org/officeDocument/2006/relationships/slide" Target="/ppt/slides/slide64.xml" Id="Rd0cef8ce89fd4dbc" /><Relationship Type="http://schemas.openxmlformats.org/officeDocument/2006/relationships/slide" Target="/ppt/slides/slide65.xml" Id="Ra93770a131fc496d" /><Relationship Type="http://schemas.openxmlformats.org/officeDocument/2006/relationships/slide" Target="/ppt/slides/slide66.xml" Id="R1c4dacfd49b64de8" /><Relationship Type="http://schemas.openxmlformats.org/officeDocument/2006/relationships/slide" Target="/ppt/slides/slide67.xml" Id="R7c520519bd1a4ca9" /><Relationship Type="http://schemas.openxmlformats.org/officeDocument/2006/relationships/slide" Target="/ppt/slides/slide68.xml" Id="Ra9d97eddda23426a" /><Relationship Type="http://schemas.openxmlformats.org/officeDocument/2006/relationships/slide" Target="/ppt/slides/slide69.xml" Id="Rf5be56f0e4fb417a" /><Relationship Type="http://schemas.openxmlformats.org/officeDocument/2006/relationships/slide" Target="/ppt/slides/slide70.xml" Id="R4c8dbf81b79944a0" /><Relationship Type="http://schemas.openxmlformats.org/officeDocument/2006/relationships/slide" Target="/ppt/slides/slide71.xml" Id="R9423398303cb4fbd" /><Relationship Type="http://schemas.openxmlformats.org/officeDocument/2006/relationships/slide" Target="/ppt/slides/slide72.xml" Id="R577b4580cf0e4558" /><Relationship Type="http://schemas.openxmlformats.org/officeDocument/2006/relationships/slide" Target="/ppt/slides/slide73.xml" Id="Rc48eec54afc54e64" /><Relationship Type="http://schemas.openxmlformats.org/officeDocument/2006/relationships/slide" Target="/ppt/slides/slide74.xml" Id="R8a45630f0d6549b0" /><Relationship Type="http://schemas.openxmlformats.org/officeDocument/2006/relationships/slide" Target="/ppt/slides/slide75.xml" Id="Rfc0eb70cb7e2465d" /><Relationship Type="http://schemas.openxmlformats.org/officeDocument/2006/relationships/slide" Target="/ppt/slides/slide76.xml" Id="R51daef17c3fe482d" /><Relationship Type="http://schemas.openxmlformats.org/officeDocument/2006/relationships/slide" Target="/ppt/slides/slide77.xml" Id="Raee8194334904ed9" /><Relationship Type="http://schemas.openxmlformats.org/officeDocument/2006/relationships/slide" Target="/ppt/slides/slide78.xml" Id="R0d231cf335db45b0" /><Relationship Type="http://schemas.openxmlformats.org/officeDocument/2006/relationships/slide" Target="/ppt/slides/slide79.xml" Id="R4e44db12821b4ac4" /><Relationship Type="http://schemas.openxmlformats.org/officeDocument/2006/relationships/slide" Target="/ppt/slides/slide80.xml" Id="Rb8e2f73da72d4a6d" /><Relationship Type="http://schemas.openxmlformats.org/officeDocument/2006/relationships/slide" Target="/ppt/slides/slide81.xml" Id="R9b1523e30ac54a12" /><Relationship Type="http://schemas.openxmlformats.org/officeDocument/2006/relationships/slide" Target="/ppt/slides/slide82.xml" Id="Rf89524f27ce849c8" /><Relationship Type="http://schemas.openxmlformats.org/officeDocument/2006/relationships/slide" Target="/ppt/slides/slide83.xml" Id="R8c7d8b06c4f3447b" /><Relationship Type="http://schemas.openxmlformats.org/officeDocument/2006/relationships/slide" Target="/ppt/slides/slide84.xml" Id="R732605d12a8b4fb7" /><Relationship Type="http://schemas.openxmlformats.org/officeDocument/2006/relationships/slide" Target="/ppt/slides/slide85.xml" Id="R86cd2aba0efe4846" /><Relationship Type="http://schemas.openxmlformats.org/officeDocument/2006/relationships/slide" Target="/ppt/slides/slide86.xml" Id="R58092082c90a48fe" /><Relationship Type="http://schemas.openxmlformats.org/officeDocument/2006/relationships/slide" Target="/ppt/slides/slide87.xml" Id="R8bc1c34b19034db3" /><Relationship Type="http://schemas.openxmlformats.org/officeDocument/2006/relationships/slide" Target="/ppt/slides/slide88.xml" Id="R021304527e004d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e157d1d99d4ee0"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Alibaba PuHuiTi 3.0 55 Regular"/>
        <a:ea typeface="Alibaba PuHuiTi 3.0 55 Regular"/>
        <a:cs typeface="Alibaba PuHuiTi 3.0 55 Regular"/>
      </a:defRPr>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d099ba6cc6421d" /><Relationship Type="http://schemas.openxmlformats.org/officeDocument/2006/relationships/notesMaster" Target="/ppt/notesMasters/notesMaster1.xml" Id="Rf702cbcdc2384e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dbbd9785554233" /><Relationship Type="http://schemas.openxmlformats.org/officeDocument/2006/relationships/notesMaster" Target="/ppt/notesMasters/notesMaster1.xml" Id="Rc08bf7d6ce954f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40d49dddc543b1" /><Relationship Type="http://schemas.openxmlformats.org/officeDocument/2006/relationships/notesMaster" Target="/ppt/notesMasters/notesMaster1.xml" Id="R6bb2936267cb4a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25df5602a54368" /><Relationship Type="http://schemas.openxmlformats.org/officeDocument/2006/relationships/notesMaster" Target="/ppt/notesMasters/notesMaster1.xml" Id="R8cc52bef28f745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147e9f129b44d7" /><Relationship Type="http://schemas.openxmlformats.org/officeDocument/2006/relationships/notesMaster" Target="/ppt/notesMasters/notesMaster1.xml" Id="R05fb081c7a9540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7d16128d1544b0" /><Relationship Type="http://schemas.openxmlformats.org/officeDocument/2006/relationships/notesMaster" Target="/ppt/notesMasters/notesMaster1.xml" Id="R2945f977fc6946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219a6c5a3c4bc6" /><Relationship Type="http://schemas.openxmlformats.org/officeDocument/2006/relationships/notesMaster" Target="/ppt/notesMasters/notesMaster1.xml" Id="Rc8e9b850b38745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dfc5640a8d4318" /><Relationship Type="http://schemas.openxmlformats.org/officeDocument/2006/relationships/notesMaster" Target="/ppt/notesMasters/notesMaster1.xml" Id="Rffd76b55f8d542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0e8cb588354973" /><Relationship Type="http://schemas.openxmlformats.org/officeDocument/2006/relationships/notesMaster" Target="/ppt/notesMasters/notesMaster1.xml" Id="Re341b53760a94b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128727222c4393" /><Relationship Type="http://schemas.openxmlformats.org/officeDocument/2006/relationships/notesMaster" Target="/ppt/notesMasters/notesMaster1.xml" Id="Rb3a78962e42e41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3607eb98fb43fc" /><Relationship Type="http://schemas.openxmlformats.org/officeDocument/2006/relationships/notesMaster" Target="/ppt/notesMasters/notesMaster1.xml" Id="R259de0891d834c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1afd46e9734fc9" /><Relationship Type="http://schemas.openxmlformats.org/officeDocument/2006/relationships/notesMaster" Target="/ppt/notesMasters/notesMaster1.xml" Id="Rb9341bad793a40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d3b536a3ea457b" /><Relationship Type="http://schemas.openxmlformats.org/officeDocument/2006/relationships/notesMaster" Target="/ppt/notesMasters/notesMaster1.xml" Id="Rfa6c5fbd4ba646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7db1684880841a9" /><Relationship Type="http://schemas.openxmlformats.org/officeDocument/2006/relationships/notesMaster" Target="/ppt/notesMasters/notesMaster1.xml" Id="R87dd02cb31044fa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934f1b808847db" /><Relationship Type="http://schemas.openxmlformats.org/officeDocument/2006/relationships/notesMaster" Target="/ppt/notesMasters/notesMaster1.xml" Id="R85578ef3eec1475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595c547b3f452f" /><Relationship Type="http://schemas.openxmlformats.org/officeDocument/2006/relationships/notesMaster" Target="/ppt/notesMasters/notesMaster1.xml" Id="R2a794daa8893411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b31fa475044a08" /><Relationship Type="http://schemas.openxmlformats.org/officeDocument/2006/relationships/notesMaster" Target="/ppt/notesMasters/notesMaster1.xml" Id="R09b1d6363728424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75c0fb48af4e29" /><Relationship Type="http://schemas.openxmlformats.org/officeDocument/2006/relationships/notesMaster" Target="/ppt/notesMasters/notesMaster1.xml" Id="Rd67862f9283241a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527f38eab043bc" /><Relationship Type="http://schemas.openxmlformats.org/officeDocument/2006/relationships/notesMaster" Target="/ppt/notesMasters/notesMaster1.xml" Id="Rfcca8b22b7144cd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8f0145def2f4434" /><Relationship Type="http://schemas.openxmlformats.org/officeDocument/2006/relationships/notesMaster" Target="/ppt/notesMasters/notesMaster1.xml" Id="Rf4d122a363854fa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06ed5ba44954c9a" /><Relationship Type="http://schemas.openxmlformats.org/officeDocument/2006/relationships/notesMaster" Target="/ppt/notesMasters/notesMaster1.xml" Id="R1b96d4af7e5b4d5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767f5429c04fa8" /><Relationship Type="http://schemas.openxmlformats.org/officeDocument/2006/relationships/notesMaster" Target="/ppt/notesMasters/notesMaster1.xml" Id="R90ddebd2e8e84ab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acb5b293d044842" /><Relationship Type="http://schemas.openxmlformats.org/officeDocument/2006/relationships/notesMaster" Target="/ppt/notesMasters/notesMaster1.xml" Id="R02bdd6901834406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53959884a29492d" /><Relationship Type="http://schemas.openxmlformats.org/officeDocument/2006/relationships/notesMaster" Target="/ppt/notesMasters/notesMaster1.xml" Id="R00f9cb4bcd474ab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c2f27408b4b44d1" /><Relationship Type="http://schemas.openxmlformats.org/officeDocument/2006/relationships/notesMaster" Target="/ppt/notesMasters/notesMaster1.xml" Id="R3381a934d6ae42f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c5ca4d9f0074677" /><Relationship Type="http://schemas.openxmlformats.org/officeDocument/2006/relationships/notesMaster" Target="/ppt/notesMasters/notesMaster1.xml" Id="Rd47c6ece0d634ef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a1574caab8543e9" /><Relationship Type="http://schemas.openxmlformats.org/officeDocument/2006/relationships/notesMaster" Target="/ppt/notesMasters/notesMaster1.xml" Id="R0d282aba80b942c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d4df08de07244f9" /><Relationship Type="http://schemas.openxmlformats.org/officeDocument/2006/relationships/notesMaster" Target="/ppt/notesMasters/notesMaster1.xml" Id="Rc4f171a6c7a3442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988899e612f467e" /><Relationship Type="http://schemas.openxmlformats.org/officeDocument/2006/relationships/notesMaster" Target="/ppt/notesMasters/notesMaster1.xml" Id="R56e4dd8c04a347c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3bbb5a04668453b" /><Relationship Type="http://schemas.openxmlformats.org/officeDocument/2006/relationships/notesMaster" Target="/ppt/notesMasters/notesMaster1.xml" Id="R3e6aa69e43774c5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d71329aafbf4bb4" /><Relationship Type="http://schemas.openxmlformats.org/officeDocument/2006/relationships/notesMaster" Target="/ppt/notesMasters/notesMaster1.xml" Id="Rc0b0eb01e819465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f30fa671b314173" /><Relationship Type="http://schemas.openxmlformats.org/officeDocument/2006/relationships/notesMaster" Target="/ppt/notesMasters/notesMaster1.xml" Id="R89d2127df2f94cd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6d5a611126541e3" /><Relationship Type="http://schemas.openxmlformats.org/officeDocument/2006/relationships/notesMaster" Target="/ppt/notesMasters/notesMaster1.xml" Id="R7e8bdd6a0bd9424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080ac0c298f4237" /><Relationship Type="http://schemas.openxmlformats.org/officeDocument/2006/relationships/notesMaster" Target="/ppt/notesMasters/notesMaster1.xml" Id="R5e10bb401871417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4f52f59888947bd" /><Relationship Type="http://schemas.openxmlformats.org/officeDocument/2006/relationships/notesMaster" Target="/ppt/notesMasters/notesMaster1.xml" Id="Rddb1c13480ae438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e0916a794eb4683" /><Relationship Type="http://schemas.openxmlformats.org/officeDocument/2006/relationships/notesMaster" Target="/ppt/notesMasters/notesMaster1.xml" Id="Re6f5371f7dc14e5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4cbe0978fd04037" /><Relationship Type="http://schemas.openxmlformats.org/officeDocument/2006/relationships/notesMaster" Target="/ppt/notesMasters/notesMaster1.xml" Id="R6266ab43d0b9497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33c68ccbf5a4198" /><Relationship Type="http://schemas.openxmlformats.org/officeDocument/2006/relationships/notesMaster" Target="/ppt/notesMasters/notesMaster1.xml" Id="R690d68e6afb6444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72c1169f356444d" /><Relationship Type="http://schemas.openxmlformats.org/officeDocument/2006/relationships/notesMaster" Target="/ppt/notesMasters/notesMaster1.xml" Id="R958247fa99c8436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2865425a9fc4278" /><Relationship Type="http://schemas.openxmlformats.org/officeDocument/2006/relationships/notesMaster" Target="/ppt/notesMasters/notesMaster1.xml" Id="Ra6e641f5dcfe411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72618208b1049aa" /><Relationship Type="http://schemas.openxmlformats.org/officeDocument/2006/relationships/notesMaster" Target="/ppt/notesMasters/notesMaster1.xml" Id="R885b19f3719f4cd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81208439e944330" /><Relationship Type="http://schemas.openxmlformats.org/officeDocument/2006/relationships/notesMaster" Target="/ppt/notesMasters/notesMaster1.xml" Id="Rfa0511bb0618446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63f75b280f94e26" /><Relationship Type="http://schemas.openxmlformats.org/officeDocument/2006/relationships/notesMaster" Target="/ppt/notesMasters/notesMaster1.xml" Id="R4acffa4fcad7493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ba91cff16f14c53" /><Relationship Type="http://schemas.openxmlformats.org/officeDocument/2006/relationships/notesMaster" Target="/ppt/notesMasters/notesMaster1.xml" Id="R56a6ae0a26254b3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dc7ec5923914a7f" /><Relationship Type="http://schemas.openxmlformats.org/officeDocument/2006/relationships/notesMaster" Target="/ppt/notesMasters/notesMaster1.xml" Id="R414943869cdc47d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78110bbc1874b67" /><Relationship Type="http://schemas.openxmlformats.org/officeDocument/2006/relationships/notesMaster" Target="/ppt/notesMasters/notesMaster1.xml" Id="R9358b79f0ced4bc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6e23917256b4082" /><Relationship Type="http://schemas.openxmlformats.org/officeDocument/2006/relationships/notesMaster" Target="/ppt/notesMasters/notesMaster1.xml" Id="R6b2c7fe935a94fb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dde58b759cc4c25" /><Relationship Type="http://schemas.openxmlformats.org/officeDocument/2006/relationships/notesMaster" Target="/ppt/notesMasters/notesMaster1.xml" Id="Rb0043976123f432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d86d474d1224e49" /><Relationship Type="http://schemas.openxmlformats.org/officeDocument/2006/relationships/notesMaster" Target="/ppt/notesMasters/notesMaster1.xml" Id="R57499fd03fca471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8cd088c9e734d1f" /><Relationship Type="http://schemas.openxmlformats.org/officeDocument/2006/relationships/notesMaster" Target="/ppt/notesMasters/notesMaster1.xml" Id="R5d0f5ce939204a7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da04c140a844ec6" /><Relationship Type="http://schemas.openxmlformats.org/officeDocument/2006/relationships/notesMaster" Target="/ppt/notesMasters/notesMaster1.xml" Id="Rf25c60f3730f424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4dde2d25f234894" /><Relationship Type="http://schemas.openxmlformats.org/officeDocument/2006/relationships/notesMaster" Target="/ppt/notesMasters/notesMaster1.xml" Id="R3073f4c4370a4c8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9d7605cb9e44c31" /><Relationship Type="http://schemas.openxmlformats.org/officeDocument/2006/relationships/notesMaster" Target="/ppt/notesMasters/notesMaster1.xml" Id="R6663f1caf71448f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c3b664189fd4b16" /><Relationship Type="http://schemas.openxmlformats.org/officeDocument/2006/relationships/notesMaster" Target="/ppt/notesMasters/notesMaster1.xml" Id="R3b80f99f960a4ff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8295fe2986d48b4" /><Relationship Type="http://schemas.openxmlformats.org/officeDocument/2006/relationships/notesMaster" Target="/ppt/notesMasters/notesMaster1.xml" Id="R2aad568909cc40c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6ab17cb687442e8" /><Relationship Type="http://schemas.openxmlformats.org/officeDocument/2006/relationships/notesMaster" Target="/ppt/notesMasters/notesMaster1.xml" Id="Rc86da730d492443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56856a080424c03" /><Relationship Type="http://schemas.openxmlformats.org/officeDocument/2006/relationships/notesMaster" Target="/ppt/notesMasters/notesMaster1.xml" Id="R83b237eb916e495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9672d35fc1e4df9" /><Relationship Type="http://schemas.openxmlformats.org/officeDocument/2006/relationships/notesMaster" Target="/ppt/notesMasters/notesMaster1.xml" Id="R11376589eb764582"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778f97dfc5f42ae" /><Relationship Type="http://schemas.openxmlformats.org/officeDocument/2006/relationships/notesMaster" Target="/ppt/notesMasters/notesMaster1.xml" Id="R255c583afee44e6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09d9f6b86be44db" /><Relationship Type="http://schemas.openxmlformats.org/officeDocument/2006/relationships/notesMaster" Target="/ppt/notesMasters/notesMaster1.xml" Id="Ra8a2ecc0c64a4a2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2bdd983f8f04abd" /><Relationship Type="http://schemas.openxmlformats.org/officeDocument/2006/relationships/notesMaster" Target="/ppt/notesMasters/notesMaster1.xml" Id="R5b1861f2ed3b489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0885fdf073a47a1" /><Relationship Type="http://schemas.openxmlformats.org/officeDocument/2006/relationships/notesMaster" Target="/ppt/notesMasters/notesMaster1.xml" Id="R6712446d17b3471f"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1be758abf4fe45a5" /><Relationship Type="http://schemas.openxmlformats.org/officeDocument/2006/relationships/notesMaster" Target="/ppt/notesMasters/notesMaster1.xml" Id="R09d2e0cb4582436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c053f07789094b27" /><Relationship Type="http://schemas.openxmlformats.org/officeDocument/2006/relationships/notesMaster" Target="/ppt/notesMasters/notesMaster1.xml" Id="R856dc558f6b74f70"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365743b753984abb" /><Relationship Type="http://schemas.openxmlformats.org/officeDocument/2006/relationships/notesMaster" Target="/ppt/notesMasters/notesMaster1.xml" Id="R47f9076e79564bf5"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8cc713bedae04eb1" /><Relationship Type="http://schemas.openxmlformats.org/officeDocument/2006/relationships/notesMaster" Target="/ppt/notesMasters/notesMaster1.xml" Id="R83286f71865e4bd3"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8fe23c0852b4a8a" /><Relationship Type="http://schemas.openxmlformats.org/officeDocument/2006/relationships/notesMaster" Target="/ppt/notesMasters/notesMaster1.xml" Id="R3cccf29d82f2428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9871ff133cb44861" /><Relationship Type="http://schemas.openxmlformats.org/officeDocument/2006/relationships/notesMaster" Target="/ppt/notesMasters/notesMaster1.xml" Id="R4dae2eb771454174"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2dd2eafd537341af" /><Relationship Type="http://schemas.openxmlformats.org/officeDocument/2006/relationships/notesMaster" Target="/ppt/notesMasters/notesMaster1.xml" Id="R66a9f28a7f534513"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fef31b4ede7541be" /><Relationship Type="http://schemas.openxmlformats.org/officeDocument/2006/relationships/notesMaster" Target="/ppt/notesMasters/notesMaster1.xml" Id="R8687c7039b304326"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b665a284061f4af5" /><Relationship Type="http://schemas.openxmlformats.org/officeDocument/2006/relationships/notesMaster" Target="/ppt/notesMasters/notesMaster1.xml" Id="R34f63822b8a74c39"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73a6e5760d034868" /><Relationship Type="http://schemas.openxmlformats.org/officeDocument/2006/relationships/notesMaster" Target="/ppt/notesMasters/notesMaster1.xml" Id="Rb3d60970d81b45f9"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dd515ec13b6843f8" /><Relationship Type="http://schemas.openxmlformats.org/officeDocument/2006/relationships/notesMaster" Target="/ppt/notesMasters/notesMaster1.xml" Id="R93451ea3ba2441e1"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37084a38add84bdb" /><Relationship Type="http://schemas.openxmlformats.org/officeDocument/2006/relationships/notesMaster" Target="/ppt/notesMasters/notesMaster1.xml" Id="R9309763154a14122"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b6bec9eec817495a" /><Relationship Type="http://schemas.openxmlformats.org/officeDocument/2006/relationships/notesMaster" Target="/ppt/notesMasters/notesMaster1.xml" Id="Rcf6079dc55c446f0"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56df909f7b494c71" /><Relationship Type="http://schemas.openxmlformats.org/officeDocument/2006/relationships/notesMaster" Target="/ppt/notesMasters/notesMaster1.xml" Id="Rc36533d43d5341a5"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9fc65b802c134ad7" /><Relationship Type="http://schemas.openxmlformats.org/officeDocument/2006/relationships/notesMaster" Target="/ppt/notesMasters/notesMaster1.xml" Id="Rbeafd26de4754835"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01fc190b685c48b8" /><Relationship Type="http://schemas.openxmlformats.org/officeDocument/2006/relationships/notesMaster" Target="/ppt/notesMasters/notesMaster1.xml" Id="Ra7c18d32e4624658"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ad5c72b77277475e" /><Relationship Type="http://schemas.openxmlformats.org/officeDocument/2006/relationships/notesMaster" Target="/ppt/notesMasters/notesMaster1.xml" Id="Raf83a78d84ae4d4e"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7a13fd1b7c514954" /><Relationship Type="http://schemas.openxmlformats.org/officeDocument/2006/relationships/notesMaster" Target="/ppt/notesMasters/notesMaster1.xml" Id="Rd4b380749b674fdb"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33caf23da2104811" /><Relationship Type="http://schemas.openxmlformats.org/officeDocument/2006/relationships/notesMaster" Target="/ppt/notesMasters/notesMaster1.xml" Id="Rdb07fae970044f87"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bbc9591009964360" /><Relationship Type="http://schemas.openxmlformats.org/officeDocument/2006/relationships/notesMaster" Target="/ppt/notesMasters/notesMaster1.xml" Id="R267b08e2ec434de2"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c274a85588204fad" /><Relationship Type="http://schemas.openxmlformats.org/officeDocument/2006/relationships/notesMaster" Target="/ppt/notesMasters/notesMaster1.xml" Id="R6737070f59954194"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c99b6eb02e564c30" /><Relationship Type="http://schemas.openxmlformats.org/officeDocument/2006/relationships/notesMaster" Target="/ppt/notesMasters/notesMaster1.xml" Id="Rc9accd03a77a43b1"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9b8d77b56e3c4cf4" /><Relationship Type="http://schemas.openxmlformats.org/officeDocument/2006/relationships/notesMaster" Target="/ppt/notesMasters/notesMaster1.xml" Id="R742267153b9247da"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9aa3b3577d554f41" /><Relationship Type="http://schemas.openxmlformats.org/officeDocument/2006/relationships/notesMaster" Target="/ppt/notesMasters/notesMaster1.xml" Id="R2d0f29de0b104ec2"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0c5807168d0740c8" /><Relationship Type="http://schemas.openxmlformats.org/officeDocument/2006/relationships/notesMaster" Target="/ppt/notesMasters/notesMaster1.xml" Id="R5e3f5def1c224dcd"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e5337626f1eb48e7" /><Relationship Type="http://schemas.openxmlformats.org/officeDocument/2006/relationships/notesMaster" Target="/ppt/notesMasters/notesMaster1.xml" Id="R572f6291791e47de"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声音怎样变成0和1？</a:t>
            </a:r>
          </a:p>
          <a:p>
            <a:r>
              <a:t>[内部编号] V81-01</a:t>
            </a:r>
          </a:p>
          <a:p>
            <a:r>
              <a:t>[阶段] 课时开场</a:t>
            </a:r>
          </a:p>
          <a:p>
            <a:r>
              <a:t>[教师逐字稿]</a:t>
            </a:r>
          </a:p>
          <a:p>
            <a:r>
              <a:t>【教师讲述／组织】开场。问：“上一节课学习了图像编码。那么在手机里录下我们的声音，计算机保存的到底是什么？”不要直接报出采样、量化、编码，先让学生提出问题。</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文字、图像能编码，声音呢？</a:t>
            </a:r>
          </a:p>
          <a:p>
            <a:r>
              <a:t>[内部编号] V81-02</a:t>
            </a:r>
          </a:p>
          <a:p>
            <a:r>
              <a:t>[阶段] 提问／独立作答</a:t>
            </a:r>
          </a:p>
          <a:p>
            <a:r>
              <a:t>[教师逐字稿]</a:t>
            </a:r>
          </a:p>
          <a:p>
            <a:r>
              <a:t>【设计意图】回忆旧知识：字符编码记录符号，图像编码记录像素。请学生预测：自然声音没有像素，计算机怎么办？指向本课总问题，不求答对。</a:t>
            </a:r>
          </a:p>
          <a:p>
            <a:r>
              <a:t>【教师可以这样讲】大家想一想，我们能把一个汉字或一张图片保存进电脑。那么正在说话的声音是不是也能保存？它与图像的最大区别在哪里？</a:t>
            </a:r>
          </a:p>
          <a:p>
            <a:r>
              <a:t>【预判回答与追问】有人会说只要“录下来”就行；追问“录下来”在计算机里究竟记录什么？</a:t>
            </a:r>
          </a:p>
          <a:p>
            <a:r>
              <a:t>【本页收束】收束到核心问题：原来连续的声音如何变成数字。</a:t>
            </a:r>
          </a:p>
          <a:p>
            <a:r>
              <a:t/>
            </a:r>
          </a:p>
          <a:p>
            <a:r>
              <a:t>先请学生复述文字和图片怎样编码，再让学生预测麦克风后是什么、计算机需要什么。教师不预告完整三步。</a:t>
            </a:r>
          </a:p>
          <a:p>
            <a:br/>
            <a:r>
              <a:t>[图片生成提示词]</a:t>
            </a:r>
            <a:br/>
            <a:r>
              <a:t>IMG-01；用途：情境插图，不作为技术或软件事实证据。</a:t>
            </a:r>
            <a:br/>
            <a:r>
              <a:t>Create a classroom teaching illustration for a Chinese senior-high information technology lesson.</a:t>
            </a:r>
            <a:br/>
            <a:r>
              <a:t>Use case: illustration-story.</a:t>
            </a:r>
            <a:br/>
            <a:r>
              <a:t>Teaching purpose: students should wonder how a spoken voice can be saved by a phone, without being shown the technical answer.</a:t>
            </a:r>
            <a:br/>
            <a:r>
              <a:t>Slide role: question and cognitive-conflict context.</a:t>
            </a:r>
            <a:br/>
            <a:r>
              <a:t>Intended placement: right column of a white PowerPoint slide, approximately 536 by 402 pixels; 4:3 aspect ratio.</a:t>
            </a:r>
            <a:br/>
            <a:r>
              <a:t>Subject and scene: one fictional senior-high student, seen in a calm three-quarter view, speaking a short sentence toward a generic smartphone held naturally in one hand near the mouth. The phone is plainly visible and the student's mouth is slightly open in ordinary speech. The smartphone screen is a plain neutral surface, with no interface, text, waveform, record button, icon, or numbers. Show the head, upper torso, hand and phone clearly. No additional devices or people.</a:t>
            </a:r>
            <a:br/>
            <a:r>
              <a:t>Composition: clear large subject in the center of this 4:3 illustration; leave modest white breathing room around the silhouette. Keep face and phone fully within the crop. Do not include slide titles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a:t>
            </a:r>
            <a:br/>
            <a:r>
              <a:t>Important constraints: no explanatory text, no Chinese labels, no binary strings, no byte values, no arrows, no waveforms, no speech bubbles, no diagrams, no conclusion, no brand logo, no watermark, no decorative border, no shadowed card, no gradient background. Do not depict sound as a visible curving path. This is a fictional situation illustration, not technical or software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振动怎样把声音传到麦克风？</a:t>
            </a:r>
          </a:p>
          <a:p>
            <a:r>
              <a:t>[内部编号] p3</a:t>
            </a:r>
          </a:p>
          <a:p>
            <a:r>
              <a:t>[阶段] 解释</a:t>
            </a:r>
          </a:p>
          <a:p>
            <a:r>
              <a:t>[教师逐字稿]</a:t>
            </a:r>
          </a:p>
          <a:p>
            <a:r>
              <a:t>请看音叉和麦克风。音叉振动，使空气中的声压发生变化；变化传播到麦克风的位置。先请学生用手势指出“振动源”和“接收位置”。接下来要解释麦克风怎样把这种变化变成电信号。</a:t>
            </a:r>
          </a:p>
          <a:p>
            <a:r>
              <a:t>[图示边界]</a:t>
            </a:r>
          </a:p>
          <a:p>
            <a:r>
              <a:t>复用v8.4.10的程序示意图，圆弧是传播示意，不是空气质点或声音走过的轨迹。原图等比contain，未改写内容。</a:t>
            </a:r>
          </a:p>
          <a:p>
            <a:r>
              <a:t>[来源]</a:t>
            </a:r>
          </a:p>
          <a:p>
            <a:r>
              <a:t>v8.4.10 ppt/media/image4.png；validation/audio-v84-20261013/build_ten_visual_rounds.py 的artwork_tuning_fork。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声音和电脑里的音频文件，是同一种量吗？</a:t>
            </a:r>
          </a:p>
          <a:p>
            <a:r>
              <a:t>[内部编号] V81-04</a:t>
            </a:r>
          </a:p>
          <a:p>
            <a:r>
              <a:t>[阶段] 证据／解释</a:t>
            </a:r>
          </a:p>
          <a:p>
            <a:r>
              <a:t>[教师逐字稿]</a:t>
            </a:r>
          </a:p>
          <a:p>
            <a:r>
              <a:t>【设计意图】先让学生表态：声波在时间上连续变化；文件保存的是离散数字。问麦克风前后，哪一阶段发生改变？</a:t>
            </a:r>
          </a:p>
          <a:p>
            <a:r>
              <a:t>【教师可以这样讲】请先判断：空气中的声音和电脑里的音频文件，是不是同一种东西？举一个理由。</a:t>
            </a:r>
          </a:p>
          <a:p>
            <a:r>
              <a:t>【预判回答与追问】“电脑播放出来还是声音，所以是模拟量”是可能的误解；分清存储形式和播放后的物理振动。</a:t>
            </a:r>
          </a:p>
          <a:p>
            <a:r>
              <a:t>【本页收束】声音属于物理模拟信号；数字文件以离散的数据保存音频。</a:t>
            </a:r>
          </a:p>
          <a:p>
            <a:r>
              <a:t/>
            </a:r>
          </a:p>
          <a:p>
            <a:r>
              <a:t>对比模拟声波与文件中的数字，问连续变化的声音如何变成离散数据；先让学生说两者有何不同。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麦克风把声波变成什么？</a:t>
            </a:r>
          </a:p>
          <a:p>
            <a:r>
              <a:t>[内部编号] V81-05</a:t>
            </a:r>
          </a:p>
          <a:p>
            <a:r>
              <a:t>[阶段] 证据／解释</a:t>
            </a:r>
          </a:p>
          <a:p>
            <a:r>
              <a:t>[教师逐字稿]</a:t>
            </a:r>
          </a:p>
          <a:p>
            <a:r>
              <a:t>【设计意图】承接实录1：猜需要哪些设备。麦克风将声压变化转为连续电信号；此时仍是模拟信号。不要说麦克风直接保存WAV。</a:t>
            </a:r>
          </a:p>
          <a:p>
            <a:r>
              <a:t>【教师可以这样讲】请观察这条流程。麦克风是不是已经把声波变成0和1了？请指出转换前后各是什么。</a:t>
            </a:r>
          </a:p>
          <a:p>
            <a:r>
              <a:t>【预判回答与追问】学生可能认为麦克风就是“录音机”。追问：麦克风输出的电压能否在每个时刻连续变化？</a:t>
            </a:r>
          </a:p>
          <a:p>
            <a:r>
              <a:t>【本页收束】麦克风把声压变化变成模拟电信号，数字化还没有完成。</a:t>
            </a:r>
          </a:p>
          <a:p>
            <a:r>
              <a:t/>
            </a:r>
          </a:p>
          <a:p>
            <a:r>
              <a:t>麦克风负责把声压变化变成连续电信号；先预测“是数字还是模拟？”学生说出依据。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连续电信号，怎样变成数字？</a:t>
            </a:r>
          </a:p>
          <a:p>
            <a:r>
              <a:t>[内部编号] V81-06</a:t>
            </a:r>
          </a:p>
          <a:p>
            <a:r>
              <a:t>[阶段] 证据／解释</a:t>
            </a:r>
          </a:p>
          <a:p>
            <a:r>
              <a:t>[教师逐字稿]</a:t>
            </a:r>
          </a:p>
          <a:p>
            <a:r>
              <a:t>【设计意图】先问：谁来把模拟电信号转换成0和1？鼓励学生猜CPU、麦克风等。展示声卡音频接口或画流程，以ADC为答案。设备可集成在主板或外置。</a:t>
            </a:r>
          </a:p>
          <a:p>
            <a:r>
              <a:t>【教师可以这样讲】如果麦克风输出还是连续电信号，计算机怎样读懂它？需要什么设备？</a:t>
            </a:r>
          </a:p>
          <a:p>
            <a:r>
              <a:t>【预判回答与追问】学生可能猜CPU，先认可其计算作用，再追问哪个音频部件把模拟信号变成离散样本。</a:t>
            </a:r>
          </a:p>
          <a:p>
            <a:r>
              <a:t>【本页收束】声卡中的ADC完成模数转换。无需记电子线路结构。</a:t>
            </a:r>
          </a:p>
          <a:p>
            <a:r>
              <a:t/>
            </a:r>
          </a:p>
          <a:p>
            <a:r>
              <a:t>声卡ADC把模拟信号变为数字数据；不要求硬件电路细节，用前后变化解释。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录音与播放，各转换了什么？</a:t>
            </a:r>
          </a:p>
          <a:p>
            <a:r>
              <a:t>[内部编号] p7</a:t>
            </a:r>
          </a:p>
          <a:p>
            <a:r>
              <a:t>[阶段] 解释</a:t>
            </a:r>
          </a:p>
          <a:p>
            <a:r>
              <a:t>[教师逐字稿]</a:t>
            </a:r>
          </a:p>
          <a:p>
            <a:r>
              <a:t>先让学生沿上行读录音过程，再沿下行读播放过程。每个箭头都对应一种操作：麦克风转换、ADC、保存；读取文件后取出样本，经DAC和扬声器播放。追问：电脑文件里保存的是空气振动，还是样本的数字表示？</a:t>
            </a:r>
          </a:p>
          <a:p>
            <a:r>
              <a:t>[模型边界]</a:t>
            </a:r>
          </a:p>
          <a:p>
            <a:r>
              <a:t>简化链路省略放大、滤波与功率放大等；文件可能需要解码才能得到PCM样本。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波形图的横轴，表示距离还是时间？</a:t>
            </a:r>
          </a:p>
          <a:p>
            <a:r>
              <a:t>[内部编号] p8</a:t>
            </a:r>
          </a:p>
          <a:p>
            <a:r>
              <a:t>[阶段] 提问</a:t>
            </a:r>
          </a:p>
          <a:p>
            <a:r>
              <a:t>[教师逐字稿]</a:t>
            </a:r>
          </a:p>
          <a:p>
            <a:r>
              <a:t>请看灰色波形，只讨论起伏怎样变化。先判断横轴表示空间距离还是经过的时间，并说明理由。给20秒，随后比较两种图。</a:t>
            </a:r>
          </a:p>
          <a:p>
            <a:r>
              <a:t>[图示边界]</a:t>
            </a:r>
          </a:p>
          <a:p>
            <a:r>
              <a:t>灰色数学示意波形，不标横轴答案。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波形图的横轴，表示距离还是时间？</a:t>
            </a:r>
          </a:p>
          <a:p>
            <a:r>
              <a:t>[内部编号] p8-reveal</a:t>
            </a:r>
          </a:p>
          <a:p>
            <a:r>
              <a:t>[阶段] 证据揭示</a:t>
            </a:r>
          </a:p>
          <a:p>
            <a:r>
              <a:t>[教师逐字稿]</a:t>
            </a:r>
          </a:p>
          <a:p>
            <a:r>
              <a:t>两种图讨论不同问题。左图画空间里的传播，右图在固定位置记录信号随时间的变化。请学生分别指出横轴的含义。</a:t>
            </a:r>
          </a:p>
          <a:p>
            <a:r>
              <a:t/>
            </a:r>
          </a:p>
          <a:p>
            <a:br/>
            <a:r>
              <a:t>[图示边界]</a:t>
            </a:r>
            <a:br/>
            <a:r>
              <a:t>左侧复用程序示意图image5的左半部分，等比裁切，无技术数值。右侧是sin(10πt+0.3)的数学示意信号，不是录音实测。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演示A：红线向右，表示什么？</a:t>
            </a:r>
          </a:p>
          <a:p>
            <a:r>
              <a:t>[内部编号] V81-09</a:t>
            </a:r>
          </a:p>
          <a:p>
            <a:r>
              <a:t>[阶段] 证据／解释</a:t>
            </a:r>
          </a:p>
          <a:p>
            <a:r>
              <a:t>[教师逐字稿]</a:t>
            </a:r>
          </a:p>
          <a:p>
            <a:r>
              <a:t>运行notebooks/01_听见声音_看见波形.ipynb。请教师从Windows浏览器直接点击播放；让学生预测红线表示空间位置还是播放时间，然后暂停再播放。观察教室音箱发声，Mac只是运算和提供数据。约2分钟。网络失败时直接使用本页示意和原第8页。</a:t>
            </a:r>
          </a:p>
          <a:p>
            <a:r>
              <a:t/>
            </a:r>
          </a:p>
          <a:p>
            <a:r>
              <a:t>打开远程JupyterLab Notebook 01，在Windows浏览器播放声音，问红线向右是不是声波向右传播；让学生说横轴是时间。</a:t>
            </a:r>
          </a:p>
          <a:p>
            <a:br/>
            <a:r>
              <a:t>[提问阶段]</a:t>
            </a:r>
            <a:br/>
            <a:r>
              <a:t>先请学生预测红线表示什么，停顿20秒，播放后才比较波形固定与播放位置变化。横轴的解释留到观察之后。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只能留下有限个数字，该在哪些时刻取样？</a:t>
            </a:r>
          </a:p>
          <a:p>
            <a:r>
              <a:t>[内部编号] V81-10</a:t>
            </a:r>
          </a:p>
          <a:p>
            <a:r>
              <a:t>[阶段] 提问／独立作答</a:t>
            </a:r>
          </a:p>
          <a:p>
            <a:r>
              <a:t>[教师逐字稿]</a:t>
            </a:r>
          </a:p>
          <a:p>
            <a:r>
              <a:t>【设计意图】先在波形上让学生指出选取若干时刻的方法，预测“隔一段时间取一个值”；不要急着宣布定义。</a:t>
            </a:r>
          </a:p>
          <a:p>
            <a:r>
              <a:t>【教师可以这样讲】现在只允许保存若干个数字，你会在哪些时刻记录这条曲线？让同桌先各提出一条规则。</a:t>
            </a:r>
          </a:p>
          <a:p>
            <a:r>
              <a:t>【预判回答与追问】有人会只选最高点和最低点。追问：如果换一段波形，这个规则是否容易统一实现？</a:t>
            </a:r>
          </a:p>
          <a:p>
            <a:r>
              <a:t>【本页收束】用固定时间间隔连续记录，形成采样时刻。</a:t>
            </a:r>
          </a:p>
          <a:p>
            <a:r>
              <a:t/>
            </a:r>
          </a:p>
          <a:p>
            <a:r>
              <a:t>请学生先在波形上建议记录时刻，再比较哪种规则稳定；引出等时间间隔采样。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每隔相同时间，取一个幅度值</a:t>
            </a:r>
          </a:p>
          <a:p>
            <a:r>
              <a:t>[内部编号] V81-11</a:t>
            </a:r>
          </a:p>
          <a:p>
            <a:r>
              <a:t>[阶段] 证据／解释</a:t>
            </a:r>
          </a:p>
          <a:p>
            <a:r>
              <a:t>[教师逐字稿]</a:t>
            </a:r>
          </a:p>
          <a:p>
            <a:r>
              <a:t>【设计意图】保留前页坐标与波形，叠加等间隔采样点。追问：采样之后还保留每个时刻的原始值吗？概括“时间上离散”。</a:t>
            </a:r>
          </a:p>
          <a:p>
            <a:r>
              <a:t>【教师可以这样讲】我们按固定时间间隔记录了12个点。灰色曲线不再直接保存，每个点有自己的时间和值。</a:t>
            </a:r>
          </a:p>
          <a:p>
            <a:r>
              <a:t>【预判回答与追问】学生可能把连点线当作新的连续信号。追问：文件实际存的是曲线，还是这些点对应的数字？</a:t>
            </a:r>
          </a:p>
          <a:p>
            <a:r>
              <a:t>【本页收束】采样的结果是时间上离散的一组样本。</a:t>
            </a:r>
          </a:p>
          <a:p>
            <a:r>
              <a:t/>
            </a:r>
          </a:p>
          <a:p>
            <a:r>
              <a:t>【v7 Demo B，约3分钟】运行 notebooks/02_放大波形_看见采样点.ipynb，将观察范围从100毫秒缩至20、4毫秒，直到看见一个个真实样本点。与完整波形极值包络对照，不要把包络竖线叫采样点。先问“看似连续的曲线，计算机究竟保存了什么？”</a:t>
            </a:r>
          </a:p>
          <a:p>
            <a:r>
              <a:t/>
            </a:r>
          </a:p>
          <a:p>
            <a:r>
              <a:t>先观察时间刻度和蓝色点，教师追问记录的是什么量，说明在指定时刻记录幅度。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演示B：放大红框，能看到什么？</a:t>
            </a:r>
          </a:p>
          <a:p>
            <a:r>
              <a:t>[内部编号] p12</a:t>
            </a:r>
          </a:p>
          <a:p>
            <a:r>
              <a:t>[阶段] 提问</a:t>
            </a:r>
          </a:p>
          <a:p>
            <a:r>
              <a:t>[教师逐字稿]</a:t>
            </a:r>
          </a:p>
          <a:p>
            <a:r>
              <a:t>先看左侧全段与红框时刻。请预测放大后会看到什么，停顿20秒。右侧暂不画样本，不提前给出点数。</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演示B：放大红框，能看到什么？</a:t>
            </a:r>
          </a:p>
          <a:p>
            <a:r>
              <a:t>[内部编号] p12-reveal</a:t>
            </a:r>
          </a:p>
          <a:p>
            <a:r>
              <a:t>[阶段] 证据揭示</a:t>
            </a:r>
          </a:p>
          <a:p>
            <a:r>
              <a:t>[教师逐字稿]</a:t>
            </a:r>
          </a:p>
          <a:p>
            <a:r>
              <a:t>请核对右图从0.30到0.50秒，与左图红框相同；纵轴比例相同，只有横轴放大。逐个数点，再解释这是一段数字记录，而不是声音传播的路线。</a:t>
            </a:r>
          </a:p>
          <a:p>
            <a:r>
              <a:t/>
            </a:r>
          </a:p>
          <a:p>
            <a:br/>
            <a:r>
              <a:t>[数学证据]</a:t>
            </a:r>
            <a:br/>
            <a:r>
              <a:t>共享模型0.72sin(10πt+0.3)。采样时刻j/50，j=15..25，共11个观测点，包含窗口两端。全段[0,1)为50样本；不要把封闭观察窗的11个点当作0.2秒新增11样本。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 Hz和2 Hz，一秒内取几个样本？</a:t>
            </a:r>
          </a:p>
          <a:p>
            <a:r>
              <a:t>[内部编号] V81-13</a:t>
            </a:r>
          </a:p>
          <a:p>
            <a:r>
              <a:t>[阶段] 证据／解释</a:t>
            </a:r>
          </a:p>
          <a:p>
            <a:r>
              <a:t>[教师逐字稿]</a:t>
            </a:r>
          </a:p>
          <a:p>
            <a:r>
              <a:t>【设计意图】先让学生预测1 Hz、2 Hz分别表示每秒几个点；同一时间范围，不同点数。讲采样率=单位时间样本数，间隔Δt=1/fs。</a:t>
            </a:r>
          </a:p>
          <a:p>
            <a:r>
              <a:t>【教师可以这样讲】预测：1 Hz每秒几个点？2 Hz每秒几个点？都记录4秒，两个例子的样本数分别是多少？</a:t>
            </a:r>
          </a:p>
          <a:p>
            <a:r>
              <a:t>【预判回答与追问】注意“赫兹”还可表示声音本身频率；本页说的是“采样的次数”。</a:t>
            </a:r>
          </a:p>
          <a:p>
            <a:r>
              <a:t>【本页收束】采样率是每秒采样数；更密意味着相邻采样时刻间隔更短。</a:t>
            </a:r>
          </a:p>
          <a:p>
            <a:r>
              <a:t/>
            </a:r>
          </a:p>
          <a:p>
            <a:r>
              <a:t>【v7回扣】演示切换到本页后，要求学生解释采样率和每秒样本数之间的关系。Notebook中的4毫秒局部窗口只是观察尺度。</a:t>
            </a:r>
          </a:p>
          <a:p>
            <a:r>
              <a:t/>
            </a:r>
          </a:p>
          <a:p>
            <a:r>
              <a:t>1Hz=每秒1个记录点；2Hz=每秒2个。这里用于放大理解，绝非实际音频录制建议。</a:t>
            </a:r>
          </a:p>
          <a:p>
            <a:br/>
            <a:r>
              <a:t>[模型边界]</a:t>
            </a:r>
            <a:br/>
            <a:r>
              <a:t>图为同一数学示意信号，不是实际录音建议；只用来数记录时刻。1Hz取t=0；2Hz取t=0、0.5s；区间[0,1)。示意不证明重建或听感。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提高采样率，时间轴上的什么变了？</a:t>
            </a:r>
          </a:p>
          <a:p>
            <a:r>
              <a:t>[内部编号] p14</a:t>
            </a:r>
          </a:p>
          <a:p>
            <a:r>
              <a:t>[阶段] 比较证据</a:t>
            </a:r>
          </a:p>
          <a:p>
            <a:r>
              <a:t>[教师逐字稿]</a:t>
            </a:r>
          </a:p>
          <a:p>
            <a:r>
              <a:t>先核对两行的信号和一秒区间，再分别数8个与20个点。右端1秒不计入这一秒的样本总数。追问变化发生在横向记录时刻还是纵向代表值？这页只改变采样率，保持幅度模型和存储位宽，因此每秒记录更多数据。</a:t>
            </a:r>
          </a:p>
          <a:p>
            <a:r>
              <a:t>[模型]</a:t>
            </a:r>
          </a:p>
          <a:p>
            <a:r>
              <a:t>共享数学示意0.72sin(4πt+0.1)，0≤t&lt;1。上行j/8，j=0..7；下行j/20，j=0..19；共享横轴宽826、纵轴比例50px/幅度单位。不是现场音频实测。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采样值可能是3.71，怎样记录？</a:t>
            </a:r>
          </a:p>
          <a:p>
            <a:r>
              <a:t>[内部编号] V81-15</a:t>
            </a:r>
          </a:p>
          <a:p>
            <a:r>
              <a:t>[阶段] 提问／独立作答</a:t>
            </a:r>
          </a:p>
          <a:p>
            <a:r>
              <a:t>[教师逐字稿]</a:t>
            </a:r>
          </a:p>
          <a:p>
            <a:r>
              <a:t>【设计意图】实录2第二步：采样点的振幅可在连续范围取值，设备却计划使用有限等级。让学生意识到有第二个问题尚未解决。</a:t>
            </a:r>
          </a:p>
          <a:p>
            <a:r>
              <a:t>【教师可以这样讲】假设某个时刻取得3.71这样的振幅值。如果设备只准记录8个整数等级，会怎么办？</a:t>
            </a:r>
          </a:p>
          <a:p>
            <a:r>
              <a:t>【预判回答与追问】学生可能直接回答“四舍五入”，要追问必须先规定可用的代表值与映射规则。</a:t>
            </a:r>
          </a:p>
          <a:p>
            <a:r>
              <a:t>【本页收束】量化解决幅度的离散化，下一页构建0到7的教学模型。</a:t>
            </a:r>
          </a:p>
          <a:p>
            <a:r>
              <a:t/>
            </a:r>
          </a:p>
          <a:p>
            <a:r>
              <a:t>【v7 Demo C预告】现在只解决了采样时刻；纵向幅度可能是任意连续值，需要量化，稍后用实验台在同一坐标中比较。</a:t>
            </a:r>
          </a:p>
          <a:p>
            <a:r>
              <a:t/>
            </a:r>
          </a:p>
          <a:p>
            <a:r>
              <a:t>讨论3.71这样的幅度怎样用有限个等级近似记录，不让量化等同四舍五入。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等级编号0～7，一共有几档？</a:t>
            </a:r>
          </a:p>
          <a:p>
            <a:r>
              <a:t>[内部编号] p16</a:t>
            </a:r>
          </a:p>
          <a:p>
            <a:r>
              <a:t>[阶段] 提问</a:t>
            </a:r>
          </a:p>
          <a:p>
            <a:r>
              <a:t>[教师逐字稿]</a:t>
            </a:r>
          </a:p>
          <a:p>
            <a:r>
              <a:t>先从0数到7。请每人写出等级总数，给10秒，不提前说答案。</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等级编号0～7，一共有几档？</a:t>
            </a:r>
          </a:p>
          <a:p>
            <a:r>
              <a:t>[内部编号] p16-reveal</a:t>
            </a:r>
          </a:p>
          <a:p>
            <a:r>
              <a:t>[阶段] 证据揭示</a:t>
            </a:r>
          </a:p>
          <a:p>
            <a:r>
              <a:t>[教师逐字稿]</a:t>
            </a:r>
          </a:p>
          <a:p>
            <a:r>
              <a:t>听完学生计数，再显示8个等级。等级编号与等级总数相差1，下一页用区间判断原值属于哪一档。</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 应记为等级3，还是等级4？</a:t>
            </a:r>
          </a:p>
          <a:p>
            <a:r>
              <a:t>[内部编号] p17</a:t>
            </a:r>
          </a:p>
          <a:p>
            <a:r>
              <a:t>[阶段] 提问</a:t>
            </a:r>
          </a:p>
          <a:p>
            <a:r>
              <a:t>[教师逐字稿]</a:t>
            </a:r>
          </a:p>
          <a:p>
            <a:r>
              <a:t>请先用题目给定的左闭右开区间找到3.71，再写等级编号和区间中点。给20秒，收两种解释；此时不要显示红框和答案。</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 应记为等级3，还是等级4？</a:t>
            </a:r>
          </a:p>
          <a:p>
            <a:r>
              <a:t>[内部编号] p18</a:t>
            </a:r>
          </a:p>
          <a:p>
            <a:r>
              <a:t>[阶段] 证据揭示</a:t>
            </a:r>
          </a:p>
          <a:p>
            <a:r>
              <a:t>[教师逐字稿]</a:t>
            </a:r>
          </a:p>
          <a:p>
            <a:r>
              <a:t>沿用题目的区间规则，3.71位于[3,4)，因此等级编号是3，中点3.5才是幅度代表值。请分别指出空心原值、实心代表值与码字011，避免把编号3当幅度3。</a:t>
            </a:r>
          </a:p>
          <a:p>
            <a:r>
              <a:t>[技术边界]</a:t>
            </a:r>
          </a:p>
          <a:p>
            <a:r>
              <a:t>非负幅度教学模型，实际PCM可用有符号幅度。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10个样本，怎样依次编码？</a:t>
            </a:r>
          </a:p>
          <a:p>
            <a:r>
              <a:t>[内部编号] V81-19</a:t>
            </a:r>
          </a:p>
          <a:p>
            <a:r>
              <a:t>[阶段] 证据／解释</a:t>
            </a:r>
          </a:p>
          <a:p>
            <a:r>
              <a:t>[教师逐字稿]</a:t>
            </a:r>
          </a:p>
          <a:p>
            <a:r>
              <a:t>【设计意图】引导从单样本迁移到样本序列：强调时间先后、量化值与3位二进制对应。不要把10个样本误说为10个量化等级。</a:t>
            </a:r>
          </a:p>
          <a:p>
            <a:r>
              <a:t>【教师可以这样讲】请从第3个样本找起：它的量化值是多少？对应的三位码字是什么？再找第7个。</a:t>
            </a:r>
          </a:p>
          <a:p>
            <a:r>
              <a:t>【预判回答与追问】注意区分“样本数量10”和“等级数量8”，不能把十个样本说成十个等级。</a:t>
            </a:r>
          </a:p>
          <a:p>
            <a:r>
              <a:t>【本页收束】编码按时间顺序保存各个样本的定长码字。</a:t>
            </a:r>
          </a:p>
          <a:p>
            <a:r>
              <a:t/>
            </a:r>
          </a:p>
          <a:p>
            <a:r>
              <a:t>三位二进制可以表达8种组合；先问学生最少需要几bit，再揭示全部码字。</a:t>
            </a:r>
          </a:p>
          <a:p>
            <a:br/>
            <a:r>
              <a:t>[观察顺序]</a:t>
            </a:r>
            <a:br/>
            <a:r>
              <a:t>先只看红框内的第一个样本：顺序1，量化等级3，等长码字011。让学生沿列互读，再看其余九列；不是把3bit当作幅度值。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3.71为什么写成011，而不是100？</a:t>
            </a:r>
          </a:p>
          <a:p>
            <a:r>
              <a:t>[内部编号] V81-20</a:t>
            </a:r>
          </a:p>
          <a:p>
            <a:r>
              <a:t>[阶段] 证据／解释</a:t>
            </a:r>
          </a:p>
          <a:p>
            <a:r>
              <a:t>[教师逐字稿]</a:t>
            </a:r>
          </a:p>
          <a:p>
            <a:r>
              <a:t>逐步指着四个框引导：输入原值3.71，属于区间[3,4)，所以等级编号是3；把3写成三位等长码字011。反例4.15属于L4，码字100。本例幅度[0,8)，Demo C用[-1,1]，逻辑完全相同。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一个样本需要几个二进制位？</a:t>
            </a:r>
          </a:p>
          <a:p>
            <a:r>
              <a:t>[内部编号] V81-21</a:t>
            </a:r>
          </a:p>
          <a:p>
            <a:r>
              <a:t>[阶段] 证据／解释</a:t>
            </a:r>
          </a:p>
          <a:p>
            <a:r>
              <a:t>[教师逐字稿]</a:t>
            </a:r>
          </a:p>
          <a:p>
            <a:r>
              <a:t>【设计意图】出选择：8个等级需要2位、3位还是8位？请学生复习2的n次方。按最简单映射列出对应表，避免一次上来10个样本。</a:t>
            </a:r>
          </a:p>
          <a:p>
            <a:r>
              <a:t>【教师可以这样讲】刚才有8级，若只有两个二进制位可以表示多少种不同情况？三个呢？</a:t>
            </a:r>
          </a:p>
          <a:p>
            <a:r>
              <a:t>【预判回答与追问】让学生亲自枚举00、01、10、11，然后观察000到111共有八种。</a:t>
            </a:r>
          </a:p>
          <a:p>
            <a:r>
              <a:t>【本页收束】2^3=8，所以这八个等级可以用3 bit表示。</a:t>
            </a:r>
          </a:p>
          <a:p>
            <a:r>
              <a:t/>
            </a:r>
          </a:p>
          <a:p>
            <a:r>
              <a:t>该比较图与Notebook 03采用不同示例幅度范围，但都是先采样、划区间、记录等级；先建立3bit=8级再操作。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同一个3.71，4bit会怎样近似它？</a:t>
            </a:r>
          </a:p>
          <a:p>
            <a:r>
              <a:t>[内部编号] p22</a:t>
            </a:r>
          </a:p>
          <a:p>
            <a:r>
              <a:t>[阶段] 提问</a:t>
            </a:r>
          </a:p>
          <a:p>
            <a:r>
              <a:t>[教师逐字稿]</a:t>
            </a:r>
          </a:p>
          <a:p>
            <a:r>
              <a:t>沿用上一页的幅度范围和中点规则，只改变每样本位数。先请学生找4bit下对应的区间，不显示答案，停顿20秒。</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同一个3.71，4bit会怎样近似它？</a:t>
            </a:r>
          </a:p>
          <a:p>
            <a:r>
              <a:t>[内部编号] p22-reveal</a:t>
            </a:r>
          </a:p>
          <a:p>
            <a:r>
              <a:t>[阶段] 证据揭示</a:t>
            </a:r>
          </a:p>
          <a:p>
            <a:r>
              <a:t>[教师逐字稿]</a:t>
            </a:r>
          </a:p>
          <a:p>
            <a:r>
              <a:t>先听学生给出的区间，再揭示红框。[3.5,4)的中点是3.75，用它近似3.71。这里的7是等级编号，3.75是幅度代表值。更细分档没有增加记录时刻。</a:t>
            </a:r>
          </a:p>
          <a:p>
            <a:r>
              <a:t/>
            </a:r>
          </a:p>
          <a:p>
            <a:br/>
            <a:r>
              <a:t>[计算]</a:t>
            </a:r>
            <a:br/>
            <a:r>
              <a:t>Δ=8/16=0.5，floor(3.71/0.5)=7，代表值(7+0.5)×0.5=3.75。3bit中点为3.5。仅为非负幅度教学模型，实际PCM通常使用有符号幅度。</a:t>
            </a:r>
          </a:p>
          <a:p>
            <a:br/>
            <a:r>
              <a:t>[读图]</a:t>
            </a:r>
            <a:br/>
            <a:r>
              <a:t>两边空心红点同为3.71；下方实心点分别在3.5与3.75的横向幅度位置。先读区间，再读代表值。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同一个3.71，4bit会怎样近似它？</a:t>
            </a:r>
          </a:p>
          <a:p>
            <a:r>
              <a:t>[内部编号] p22-error</a:t>
            </a:r>
          </a:p>
          <a:p>
            <a:r>
              <a:t>[阶段] 比较与归纳</a:t>
            </a:r>
          </a:p>
          <a:p>
            <a:r>
              <a:t>[教师逐字稿]</a:t>
            </a:r>
          </a:p>
          <a:p>
            <a:r>
              <a:t>沿用刚才已经算出的两个代表值。原值3.71与3.5相差0.21，与3.75相差0.04。两条长度用同一比例，短条表示这一个样本的近似误差较小。请学生说明为何记录时刻没有增加，幅度近似却更细。</a:t>
            </a:r>
          </a:p>
          <a:p>
            <a:r>
              <a:t>[计算与边界]</a:t>
            </a:r>
          </a:p>
          <a:p>
            <a:r>
              <a:t>绝对误差|3.71-3.5|=0.21、|3.71-3.75|=0.04；比例900 px/幅度单位。只说明当前样本，不声称任意输入在每种量化规则下逐点误差必然更小。空心点为原值，实心点为中点。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采样率与量化位数，分别控制什么？</a:t>
            </a:r>
          </a:p>
          <a:p>
            <a:r>
              <a:t>[内部编号] V81-23</a:t>
            </a:r>
          </a:p>
          <a:p>
            <a:r>
              <a:t>[阶段] 证据／解释</a:t>
            </a:r>
          </a:p>
          <a:p>
            <a:r>
              <a:t>[教师逐字稿]</a:t>
            </a:r>
          </a:p>
          <a:p>
            <a:r>
              <a:t>【设计意图】学生两两互问：采样率改变什么方向？量化位数改变什么方向？画时间与幅度两个方向的粗箭头，对照两种概念。</a:t>
            </a:r>
          </a:p>
          <a:p>
            <a:r>
              <a:t>【教师可以这样讲】请指出采样率与量化位数分别控制这张图的哪个方向。</a:t>
            </a:r>
          </a:p>
          <a:p>
            <a:r>
              <a:t>【预判回答与追问】如学生认为量化位数决定点的多少，重新回看每一秒有几个采样时刻。</a:t>
            </a:r>
          </a:p>
          <a:p>
            <a:r>
              <a:t>【本页收束】采样率决定时间方向的密度，量化位数决定幅度方向的精细程度。</a:t>
            </a:r>
          </a:p>
          <a:p>
            <a:r>
              <a:t/>
            </a:r>
          </a:p>
          <a:p>
            <a:r>
              <a:t>【v7 Demo C，约5分钟】运行 notebooks/03_采样_量化_编码实验台.ipynb，按①原波形→②采样→③量化→④编码进行。学生先预测调高采样率会变哪些点，再预测保持采样率改bit数时横向点数会否变化。实验台使用归一化-1到1幅度，量化等级编号仍为0～2^n-1，与本页0～7教学例的单位尺度不同。</a:t>
            </a:r>
          </a:p>
          <a:p>
            <a:r>
              <a:t/>
            </a:r>
          </a:p>
          <a:p>
            <a:r>
              <a:t>对比3bit与4bit的等级数，先让学生预测会不会增加样本点个数；解释是纵向可选值更密。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演示C：3bit变4bit，样本点会变多吗？</a:t>
            </a:r>
          </a:p>
          <a:p>
            <a:r>
              <a:t>[内部编号] p24</a:t>
            </a:r>
          </a:p>
          <a:p>
            <a:r>
              <a:t>[阶段] 提问</a:t>
            </a:r>
          </a:p>
          <a:p>
            <a:r>
              <a:t>[教师逐字稿]</a:t>
            </a:r>
          </a:p>
          <a:p>
            <a:r>
              <a:t>先只读实验条件。请每人预测改变位数会不会增加采样时刻，再写出还会改变什么。没有运行前不要用网格或点数给出答案。</a:t>
            </a:r>
          </a:p>
          <a:p>
            <a:r>
              <a:t/>
            </a:r>
          </a:p>
          <a:p>
            <a:br/>
            <a:r>
              <a:t>[追问]</a:t>
            </a:r>
            <a:br/>
            <a:r>
              <a:t>同时预测代表值和码字长度是否改变。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演示C：3bit变4bit，样本点会变多吗？</a:t>
            </a:r>
          </a:p>
          <a:p>
            <a:r>
              <a:t>[内部编号] p24-reveal</a:t>
            </a:r>
          </a:p>
          <a:p>
            <a:r>
              <a:t>[阶段] 证据揭示</a:t>
            </a:r>
          </a:p>
          <a:p>
            <a:r>
              <a:t>[教师逐字稿]</a:t>
            </a:r>
          </a:p>
          <a:p>
            <a:r>
              <a:t>对齐上下相同的10个时刻，空心点的输入完全相同。比较实心点可取的纵向位置。请学生解释改变的是幅度分档和码字长度，记录时刻没有增加。</a:t>
            </a:r>
          </a:p>
          <a:p>
            <a:r>
              <a:t/>
            </a:r>
          </a:p>
          <a:p>
            <a:br/>
            <a:r>
              <a:t>[数学证据]</a:t>
            </a:r>
            <a:br/>
            <a:r>
              <a:t>同一10个输入：[3.71,5.2,7.1,6.4,4.15,2.3,0.65,1.4,3.2,4.8]，范围[0,8)，3bit/4bit均为中点量化。本页是控制变量模型，不冒充remote-demos-v7的实际波形。</a:t>
            </a:r>
          </a:p>
          <a:p>
            <a:br/>
            <a:r>
              <a:t>[观察顺序]</a:t>
            </a:r>
            <a:br/>
            <a:r>
              <a:t>先按空心、实心形状读图例，再核对同编号0～9的时刻。两行纵轴均为0～8。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采样更多、等级更密，就一定听得更好吗？</a:t>
            </a:r>
          </a:p>
          <a:p>
            <a:r>
              <a:t>[内部编号] V81-25</a:t>
            </a:r>
          </a:p>
          <a:p>
            <a:r>
              <a:t>[阶段] 证据／解释</a:t>
            </a:r>
          </a:p>
          <a:p>
            <a:r>
              <a:t>[教师逐字稿]</a:t>
            </a:r>
          </a:p>
          <a:p>
            <a:r>
              <a:t>【教师讲述／组织】技术纠偏：在其他条件一致且原先不足时通常改善还原保真度；但达到合理条件后并非“数字越大越好”，设备、声源、听觉与滤波都会限制。中学只需掌握趋势和条件。</a:t>
            </a:r>
          </a:p>
          <a:p>
            <a:r>
              <a:t>【反馈】先听学生如何解释，再决定是否揭示结论；注意控制本页停留时间。</a:t>
            </a:r>
          </a:p>
          <a:p>
            <a:r>
              <a:t/>
            </a:r>
          </a:p>
          <a:p>
            <a:r>
              <a:t>【v7实验台回扣】在实验台选择3 bit，点击一个点，要求学生报出等级编号和3 bit码字。注意实验台使用[-1,1]输入范围；本页0～7演示是另一种简化尺度，编码原理相同。</a:t>
            </a:r>
          </a:p>
          <a:p>
            <a:r>
              <a:t/>
            </a:r>
          </a:p>
          <a:p>
            <a:r>
              <a:t>纠正“设置越高听觉效果必然越好”的绝对化说法，讨论保真能力与具体条件。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3bit模型与16bit实际存储</a:t>
            </a:r>
          </a:p>
          <a:p>
            <a:r>
              <a:t>[内部编号] V81-26</a:t>
            </a:r>
          </a:p>
          <a:p>
            <a:r>
              <a:t>[阶段] 证据／解释</a:t>
            </a:r>
          </a:p>
          <a:p>
            <a:r>
              <a:t>[教师逐字稿]</a:t>
            </a:r>
          </a:p>
          <a:p>
            <a:r>
              <a:t>【教师讲述／组织】避免从课堂3位例子跳到真实16位时困惑。说明用3位为了看清规律，不是说实际音乐普遍使用3位。</a:t>
            </a:r>
          </a:p>
          <a:p>
            <a:r>
              <a:t>【反馈】先听学生如何解释，再决定是否揭示结论；注意控制本页停留时间。</a:t>
            </a:r>
          </a:p>
          <a:p>
            <a:r>
              <a:t/>
            </a:r>
          </a:p>
          <a:p>
            <a:r>
              <a:t>【v7学习证据】让学生说出：“采样确定何时记录，量化决定用哪个代表值，编码将编号写成固定长度的二进制码字。”如果答不出，回实验台查看同一个样本，避免只背步骤名称。</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PCM样本和WAV文件，分别指什么？</a:t>
            </a:r>
          </a:p>
          <a:p>
            <a:r>
              <a:t>[内部编号] p27</a:t>
            </a:r>
          </a:p>
          <a:p>
            <a:r>
              <a:t>[阶段] 解释</a:t>
            </a:r>
          </a:p>
          <a:p>
            <a:r>
              <a:t>[教师逐字稿]</a:t>
            </a:r>
          </a:p>
          <a:p>
            <a:r>
              <a:t>先指出大框表示一个完整WAV文件，里面既有说明信息，也有样本数据。请学生找到采样率和声道在哪里描述，再逐个读样本字节。计算题数的是样本数据，文件结构要另外计入。</a:t>
            </a:r>
          </a:p>
          <a:p>
            <a:r>
              <a:t>[技术边界]</a:t>
            </a:r>
          </a:p>
          <a:p>
            <a:r>
              <a:t>WAV是RIFF容器，可装其他编码；这里只画含PCM的情况。结构不固定为44Byte，图框宽度不表示实际比例。</a:t>
            </a:r>
          </a:p>
          <a:p>
            <a:r>
              <a:t>[来源]</a:t>
            </a:r>
          </a:p>
          <a:p>
            <a:r>
              <a:t>Microsoft RIFF overview：https://learn.microsoft.com/en-us/windows/win32/xaudio2/resource-interchange-file-format--riff-</a:t>
            </a:r>
          </a:p>
          <a:p>
            <a:br/>
            <a:r>
              <a:t>[读图]</a:t>
            </a:r>
            <a:br/>
            <a:r>
              <a:t>B0～B5不是字节内容或十六进制数，只表示示意的前6个字节位置。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播放时，数字样本怎样变成声音？</a:t>
            </a:r>
          </a:p>
          <a:p>
            <a:r>
              <a:t>[内部编号] V81-28</a:t>
            </a:r>
          </a:p>
          <a:p>
            <a:r>
              <a:t>[阶段] 证据／解释</a:t>
            </a:r>
          </a:p>
          <a:p>
            <a:r>
              <a:t>[教师逐字稿]</a:t>
            </a:r>
          </a:p>
          <a:p>
            <a:r>
              <a:t>【设计意图】回扣开场录音/播放闭环：读PCM样本→转换为连续电信号→推动扬声器振动；波形经过重建，不是简单用折线连接采样点。</a:t>
            </a:r>
          </a:p>
          <a:p>
            <a:r>
              <a:t>【教师可以这样讲】复盘完整流程：数字文件里的样本为什么还能被扬声器播放成声音？</a:t>
            </a:r>
          </a:p>
          <a:p>
            <a:r>
              <a:t>【预判回答与追问】不要讲成简单把点连成折线。输出经过数模转换及适当的信号处理。</a:t>
            </a:r>
          </a:p>
          <a:p>
            <a:r>
              <a:t>【本页收束】录音是ADC，播放是DAC，音频数字化形成闭环。</a:t>
            </a:r>
          </a:p>
          <a:p>
            <a:r>
              <a:t/>
            </a:r>
          </a:p>
          <a:p>
            <a:r>
              <a:t>沿数字样本→DAC→扬声器→声音完成录放闭环，不在主线要求复述滤波细节。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声音数据量为什么与四个参数有关？</a:t>
            </a:r>
          </a:p>
          <a:p>
            <a:r>
              <a:t>[内部编号] V81-29</a:t>
            </a:r>
          </a:p>
          <a:p>
            <a:r>
              <a:t>[阶段] 证据／解释</a:t>
            </a:r>
          </a:p>
          <a:p>
            <a:r>
              <a:t>[教师逐字稿]</a:t>
            </a:r>
          </a:p>
          <a:p>
            <a:r>
              <a:t>【教师讲述／组织】从实录2由学生提出因素：越长录音越大，每秒越多点越大，每个点越多bit越大，左右两路各记录一次。请先预测四项，不马上展示公式。</a:t>
            </a:r>
          </a:p>
          <a:p>
            <a:r>
              <a:t>【反馈】先听学生如何解释，再决定是否揭示结论；注意控制本页停留时间。</a:t>
            </a:r>
          </a:p>
          <a:p>
            <a:r>
              <a:t/>
            </a:r>
          </a:p>
          <a:p>
            <a:r>
              <a:t>先让学生自己说PCM数据量四个因素，而不是直接背公式。</a:t>
            </a:r>
          </a:p>
          <a:p>
            <a:br/>
            <a:r>
              <a:t>[容量条件]</a:t>
            </a:r>
            <a:br/>
            <a:r>
              <a:t>容量按固定存储位宽的未压缩PCM样本计数；量化模型的有效等级数不一定等于文件的存储位宽。</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先数样本，再数bit，最后换成Byte</a:t>
            </a:r>
          </a:p>
          <a:p>
            <a:r>
              <a:t>[内部编号] V81-30</a:t>
            </a:r>
          </a:p>
          <a:p>
            <a:r>
              <a:t>[阶段] 证据／解释</a:t>
            </a:r>
          </a:p>
          <a:p>
            <a:r>
              <a:t>[教师逐字稿]</a:t>
            </a:r>
          </a:p>
          <a:p>
            <a:r>
              <a:t>【设计意图】用小模型实推：每秒2个样本×4秒×1声道=8个样本，每样本3bit共24bit=3Byte。用8个小方块表示样本，而不是一上来给公式。</a:t>
            </a:r>
          </a:p>
          <a:p>
            <a:r>
              <a:t>【教师可以这样讲】请口算每秒2个样本，录4秒，一路声道，共得到多少个样本？每个3位，要几个bit？</a:t>
            </a:r>
          </a:p>
          <a:p>
            <a:r>
              <a:t>【预判回答与追问】学生可能直接乘完得到24 Byte。请指着八个框数，再从bit换到Byte。</a:t>
            </a:r>
          </a:p>
          <a:p>
            <a:r>
              <a:t>【本页收束】8个样本、每个3bit，共24bit，等于3Byte。</a:t>
            </a:r>
          </a:p>
          <a:p>
            <a:r>
              <a:t/>
            </a:r>
          </a:p>
          <a:p>
            <a:r>
              <a:t>让学生数8个样本，每个3bit共24bit，除8得到3Byte，单位帮助理解公式。</a:t>
            </a:r>
          </a:p>
          <a:p>
            <a:br/>
            <a:r>
              <a:t>[计数边界]</a:t>
            </a:r>
            <a:br/>
            <a:r>
              <a:t>这里8个3bit码字连续打包为24bit，即3Byte，不包含结构或填充。实际PCM容量使用每样本存储位宽；不能把真实16bit PCM文件按有效3bit计算。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这段PCM，共要保存多少Byte？</a:t>
            </a:r>
          </a:p>
          <a:p>
            <a:r>
              <a:t>[内部编号] p31</a:t>
            </a:r>
          </a:p>
          <a:p>
            <a:r>
              <a:t>[阶段] 提问</a:t>
            </a:r>
          </a:p>
          <a:p>
            <a:r>
              <a:t>[教师逐字稿]</a:t>
            </a:r>
          </a:p>
          <a:p>
            <a:r>
              <a:t>先独立画图：2秒内每声道记录几次？16bit对应多少Byte？给30秒，请两位学生展示计数。暂不显示网格和答案。</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这段PCM，共要保存多少Byte？</a:t>
            </a:r>
          </a:p>
          <a:p>
            <a:r>
              <a:t>[内部编号] p31-reveal</a:t>
            </a:r>
          </a:p>
          <a:p>
            <a:r>
              <a:t>[阶段] 证据揭示</a:t>
            </a:r>
          </a:p>
          <a:p>
            <a:r>
              <a:t>[教师逐字稿]</a:t>
            </a:r>
          </a:p>
          <a:p>
            <a:r>
              <a:t>逐列读0、0.5、1、1.5秒，四个时刻。每个时刻同时保存左右两个样本，每样本16bit即2Byte。红框这一列占4Byte，四列共16Byte。然后请学生把计数方法迁移到下一道题。</a:t>
            </a:r>
          </a:p>
          <a:p>
            <a:r>
              <a:t/>
            </a:r>
          </a:p>
          <a:p>
            <a:br/>
            <a:r>
              <a:t>[形成结论]</a:t>
            </a:r>
            <a:br/>
            <a:r>
              <a:t>PCM字节数＝采样率×秒数×声道数×（存储位宽÷8）。左项先数每声道有多少样本；右项再数每时刻所有声道占多少Byte。</a:t>
            </a:r>
            <a:br/>
            <a:r>
              <a:t>[边界]</a:t>
            </a:r>
            <a:br/>
            <a:r>
              <a:t>使用[0,2)计时，2s端点不重复计入。未压缩固定16bit存储，不含文件结构；有效量化位数与实际存储位宽可能不同。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这段PCM，共要保存多少Byte？</a:t>
            </a:r>
          </a:p>
          <a:p>
            <a:r>
              <a:t>[内部编号] p31-formula</a:t>
            </a:r>
          </a:p>
          <a:p>
            <a:r>
              <a:t>[阶段] 抽象与迁移</a:t>
            </a:r>
          </a:p>
          <a:p>
            <a:r>
              <a:t>[教师逐字稿]</a:t>
            </a:r>
          </a:p>
          <a:p>
            <a:r>
              <a:t>先请学生总结网格怎样计数，再显示公式。采样率乘秒数对应列数；声道数乘每样本Byte数对应一列的容量。请分别指出公式中的项来自哪里，然后进入真实采样率的独立练习。</a:t>
            </a:r>
          </a:p>
          <a:p>
            <a:r>
              <a:t>[条件]</a:t>
            </a:r>
          </a:p>
          <a:p>
            <a:r>
              <a:t>未压缩固定存储位宽的PCM样本payload，不含容器结构。本例2×2×2×(16÷8)=16Byte。真实文件使用实际样本帧数与存储宽度，不把有效量化位数当存储宽度。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V81-32</a:t>
            </a:r>
          </a:p>
          <a:p>
            <a:r>
              <a:t>[阶段] 提问／独立作答</a:t>
            </a:r>
          </a:p>
          <a:p>
            <a:r>
              <a:t>[教师逐字稿]</a:t>
            </a:r>
          </a:p>
          <a:p>
            <a:r>
              <a:t>【教师讲述／组织】问题页。给学生独立列式。若学生写16×8×2×5，追问16kHz应等于多少Hz。</a:t>
            </a:r>
          </a:p>
          <a:p>
            <a:r>
              <a:t>【反馈】先听学生如何解释，再决定是否揭示结论；注意控制本页停留时间。</a:t>
            </a:r>
          </a:p>
          <a:p>
            <a:r>
              <a:t/>
            </a:r>
          </a:p>
          <a:p>
            <a:r>
              <a:t>独立列式后再揭示；提问哪一个乘数是双声道、为什么还要除以8。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V81-33</a:t>
            </a:r>
          </a:p>
          <a:p>
            <a:r>
              <a:t>[阶段] 证据／解释</a:t>
            </a:r>
          </a:p>
          <a:p>
            <a:r>
              <a:t>[教师逐字稿]</a:t>
            </a:r>
          </a:p>
          <a:p>
            <a:r>
              <a:t>【教师讲述／组织】答案页。问：如果双声道改成单声道，结果会怎样？</a:t>
            </a:r>
          </a:p>
          <a:p>
            <a:r>
              <a:t>【反馈】先听学生如何解释，再决定是否揭示结论；注意控制本页停留时间。</a:t>
            </a:r>
          </a:p>
          <a:p>
            <a:r>
              <a:t/>
            </a:r>
          </a:p>
          <a:p>
            <a:r>
              <a:t>答案160000 Byte。让学生先说思路，再对照上一页原位置的题干与下方答案。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V81-34</a:t>
            </a:r>
          </a:p>
          <a:p>
            <a:r>
              <a:t>[阶段] 学生总结，知识树未揭示</a:t>
            </a:r>
          </a:p>
          <a:p>
            <a:r>
              <a:t>[教师逐字稿]</a:t>
            </a:r>
          </a:p>
          <a:p>
            <a:r>
              <a:t>请先用自己的话回答这三个问题。每一问都要指出一页图或一个演示作为依据。给30秒整理，同桌互说后请三位同学各说一问。此时不要显示后面的知识树，先记录学生的概括。</a:t>
            </a:r>
          </a:p>
          <a:p>
            <a:r>
              <a:t>[教师参考，留到后页]</a:t>
            </a:r>
          </a:p>
          <a:p>
            <a:r>
              <a:t>录音链是麦克风把声压转为电信号，ADC生成样本；采样定时刻，量化定代表值，编码写码字；固定宽度PCM样本数乘声道数和每样本存储字节数。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TREE-1</a:t>
            </a:r>
          </a:p>
          <a:p>
            <a:r>
              <a:t>[阶段] 学生总结后的知识树更新</a:t>
            </a:r>
          </a:p>
          <a:p>
            <a:r>
              <a:t>[教师逐字稿]</a:t>
            </a:r>
          </a:p>
          <a:p>
            <a:r>
              <a:t>先让学生概括本次新增的这一个关系，并指出依据。听完回答，再切到这页。红框是本次补上的录音与播放，此前已经建立的关系继续保留。请学生沿连接线读：麦克风→ADC→数字样本；数字样本→DAC→扬声器。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TREE-2</a:t>
            </a:r>
          </a:p>
          <a:p>
            <a:r>
              <a:t>[阶段] 学生总结后的知识树更新</a:t>
            </a:r>
          </a:p>
          <a:p>
            <a:r>
              <a:t>[教师逐字稿]</a:t>
            </a:r>
          </a:p>
          <a:p>
            <a:r>
              <a:t>先让学生概括本次新增的这一个关系，并指出依据。听完回答，再切到这页。红框是本次补上的采样、量化、编码，此前已经建立的关系继续保留。请学生沿连接线读：定时刻；定代表值；写码字。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TREE-3</a:t>
            </a:r>
          </a:p>
          <a:p>
            <a:r>
              <a:t>[阶段] 学生总结后的知识树更新</a:t>
            </a:r>
          </a:p>
          <a:p>
            <a:r>
              <a:t>[教师逐字稿]</a:t>
            </a:r>
          </a:p>
          <a:p>
            <a:r>
              <a:t>先让学生概括本次新增的这一个关系，并指出依据。听完回答，再切到这页。红框是本次补上的未压缩PCM，此前已经建立的关系继续保留。请学生沿连接线读：每声道样本数×声道数；×每样本存储字节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为什么文件还需要压缩？</a:t>
            </a:r>
          </a:p>
          <a:p>
            <a:r>
              <a:t>[内部编号] V81-35</a:t>
            </a:r>
          </a:p>
          <a:p>
            <a:r>
              <a:t>[阶段] 课时开场</a:t>
            </a:r>
          </a:p>
          <a:p>
            <a:r>
              <a:t>[教师逐字稿]</a:t>
            </a:r>
          </a:p>
          <a:p>
            <a:r>
              <a:t>【教师讲述／组织】第二课时导入。说明第一节学的是数字化与PCM数据量，第二节学数据量计算、音轨和声道、视频数据量冲突及压缩。</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先回忆：这四个数字，分别是什么意思？</a:t>
            </a:r>
          </a:p>
          <a:p>
            <a:r>
              <a:t>[内部编号] V81-36</a:t>
            </a:r>
          </a:p>
          <a:p>
            <a:r>
              <a:t>[阶段] 证据／解释</a:t>
            </a:r>
          </a:p>
          <a:p>
            <a:r>
              <a:t>[教师逐字稿]</a:t>
            </a:r>
          </a:p>
          <a:p>
            <a:r>
              <a:t>【教师讲述／组织】实录3起手计算前，先让学生能解释参数。分组对答48,000Hz、16bit、2声道、60秒。</a:t>
            </a:r>
          </a:p>
          <a:p>
            <a:r>
              <a:t>【反馈】先听学生如何解释，再决定是否揭示结论；注意控制本页停留时间。</a:t>
            </a:r>
          </a:p>
          <a:p>
            <a:r>
              <a:t/>
            </a:r>
          </a:p>
          <a:p>
            <a:r>
              <a:t>先只看48000、16、2、60，要求学生用自己的话说明每个参数是什么。</a:t>
            </a:r>
          </a:p>
          <a:p>
            <a:br/>
            <a:r>
              <a:t>[单位]</a:t>
            </a:r>
            <a:br/>
            <a:r>
              <a:t>本题使用MiB=1024²Byte。MB=10⁶Byte；保留严格单位写法，不用MB指二进制换算结果。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V81-37</a:t>
            </a:r>
          </a:p>
          <a:p>
            <a:r>
              <a:t>[阶段] 提问／独立作答</a:t>
            </a:r>
          </a:p>
          <a:p>
            <a:r>
              <a:t>[教师逐字稿]</a:t>
            </a:r>
          </a:p>
          <a:p>
            <a:r>
              <a:t>【教师讲述／组织】问题页。复现实录3的DVD参数题，强调对参数意义的解释，而不只是按键计算。</a:t>
            </a:r>
          </a:p>
          <a:p>
            <a:r>
              <a:t>【反馈】先听学生如何解释，再决定是否揭示结论；注意控制本页停留时间。</a:t>
            </a:r>
          </a:p>
          <a:p>
            <a:r>
              <a:t/>
            </a:r>
          </a:p>
          <a:p>
            <a:r>
              <a:t>先从PCM字节数算起，再转换MiB；强调1024²与1000²换算不同。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V81-38</a:t>
            </a:r>
          </a:p>
          <a:p>
            <a:r>
              <a:t>[阶段] 证据／解释</a:t>
            </a:r>
          </a:p>
          <a:p>
            <a:r>
              <a:t>[教师逐字稿]</a:t>
            </a:r>
          </a:p>
          <a:p>
            <a:r>
              <a:t>【教师讲述／组织】答案页。实录转写常写10.98MB，这是截断近似；按四舍五入保留两位应10.99 MiB。</a:t>
            </a:r>
          </a:p>
          <a:p>
            <a:r>
              <a:t>【反馈】先听学生如何解释，再决定是否揭示结论；注意控制本页停留时间。</a:t>
            </a:r>
          </a:p>
          <a:p>
            <a:r>
              <a:t/>
            </a:r>
          </a:p>
          <a:p>
            <a:r>
              <a:t>约10.99 MiB；验证11520000 B/1048576。不把带少量文件头的WAV大小当作PCM样本大小。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V81-39</a:t>
            </a:r>
          </a:p>
          <a:p>
            <a:r>
              <a:t>[阶段] 提问／独立作答</a:t>
            </a:r>
          </a:p>
          <a:p>
            <a:r>
              <a:t>[教师逐字稿]</a:t>
            </a:r>
          </a:p>
          <a:p>
            <a:r>
              <a:t>【设计意图】问题页。先让学生预测。这是实录3较长的认知冲突案例，不要马上公布答案。</a:t>
            </a:r>
          </a:p>
          <a:p>
            <a:r>
              <a:t>【教师可以这样讲】再次提问：多加了一条背景音乐音轨，新的未压缩PCM文件一定比原文件大吗？请先投票并说明依据。</a:t>
            </a:r>
          </a:p>
          <a:p>
            <a:r>
              <a:t>【预判回答与追问】真实课堂里学生曾将音轨误认为声道；暂不判断两种观点谁对。</a:t>
            </a:r>
          </a:p>
          <a:p>
            <a:r>
              <a:t>【本页收束】下一页让两种解释并存，定位分歧。</a:t>
            </a:r>
          </a:p>
          <a:p>
            <a:r>
              <a:t/>
            </a:r>
          </a:p>
          <a:p>
            <a:r>
              <a:t>投票多一条编辑音轨容量是否翻倍；不同学生给出理由，暂不揭示正确答案。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两个看似有道理的答案，你支持哪一个？</a:t>
            </a:r>
          </a:p>
          <a:p>
            <a:r>
              <a:t>[内部编号] V81-40</a:t>
            </a:r>
          </a:p>
          <a:p>
            <a:r>
              <a:t>[阶段] 证据／解释</a:t>
            </a:r>
          </a:p>
          <a:p>
            <a:r>
              <a:t>[教师逐字稿]</a:t>
            </a:r>
          </a:p>
          <a:p>
            <a:r>
              <a:t>【设计意图】把实录中两位学生的理由换一种说法重现。引导学生指出分歧其实在“音轨和声道是不是一回事”。仍不公布答案。</a:t>
            </a:r>
          </a:p>
          <a:p>
            <a:r>
              <a:t>【教师可以这样讲】有人支持不变，有人支持翻倍。注意我们的目标不是投票决定真理，而是检验关键假设。</a:t>
            </a:r>
          </a:p>
          <a:p>
            <a:r>
              <a:t>【预判回答与追问】追问：增加的是“编辑音轨”，还是“导出声道”？哪个出现在容量公式里？</a:t>
            </a:r>
          </a:p>
          <a:p>
            <a:r>
              <a:t>【本页收束】到图示页验证音轨与声道不同。</a:t>
            </a:r>
          </a:p>
          <a:p>
            <a:r>
              <a:t/>
            </a:r>
          </a:p>
          <a:p>
            <a:r>
              <a:t>两种观点的矛盾来自把编辑音轨当作输出声道。追问最后导出文件是几声道。</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编辑音轨与输出声道，有什么不同？</a:t>
            </a:r>
          </a:p>
          <a:p>
            <a:r>
              <a:t>[内部编号] p44</a:t>
            </a:r>
          </a:p>
          <a:p>
            <a:r>
              <a:t>[阶段] 比较</a:t>
            </a:r>
          </a:p>
          <a:p>
            <a:r>
              <a:t>[教师逐字稿]</a:t>
            </a:r>
          </a:p>
          <a:p>
            <a:r>
              <a:t>先看两条输入波形，再沿汇合线到混音导出，最后读L、R两条输出。每个输出都是两条音轨的混合，不能把诗朗诵直接等同左声道、音乐直接等同右声道。保持输出声道数不变时，增加编辑音轨不会直接增加未压缩PCM数据量。</a:t>
            </a:r>
          </a:p>
          <a:p>
            <a:r>
              <a:t>[模型边界]</a:t>
            </a:r>
          </a:p>
          <a:p>
            <a:r>
              <a:t>波形为数学示意，不是诗朗诵/音乐实测。A=0.7sin(2πt)，B=0.4sin(6πt+0.5)。L=0.7A+0.3B，R=0.4A+0.6B。共享t∈[0,1]，四图共享纵轴比例；示意省略采样与文件结构。</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V81-42</a:t>
            </a:r>
          </a:p>
          <a:p>
            <a:r>
              <a:t>[阶段] 证据／解释</a:t>
            </a:r>
          </a:p>
          <a:p>
            <a:r>
              <a:t>[教师逐字稿]</a:t>
            </a:r>
          </a:p>
          <a:p>
            <a:r>
              <a:t>【教师讲述／组织】答案页。让学生回看第一个预测，承认纠正了哪一个概念。提醒不同格式和压缩参数会影响最终文件大小。</a:t>
            </a:r>
          </a:p>
          <a:p>
            <a:r>
              <a:t>【反馈】先听学生如何解释，再决定是否揭示结论；注意控制本页停留时间。</a:t>
            </a:r>
          </a:p>
          <a:p>
            <a:r>
              <a:t/>
            </a:r>
          </a:p>
          <a:p>
            <a:r>
              <a:t>回到初始投票，解释四个PCM参数保持不变，因此样本数据量不变。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迁移：把双声道改成单声道，会怎样？</a:t>
            </a:r>
          </a:p>
          <a:p>
            <a:r>
              <a:t>[内部编号] V81-43</a:t>
            </a:r>
          </a:p>
          <a:p>
            <a:r>
              <a:t>[阶段] 证据／解释</a:t>
            </a:r>
          </a:p>
          <a:p>
            <a:r>
              <a:t>[教师逐字稿]</a:t>
            </a:r>
          </a:p>
          <a:p>
            <a:r>
              <a:t>【教师讲述／组织】让学生应用四因素公式。声道数2→1，其他不变，PCM样本数据量减半。音轨增减并不直接决定总量。</a:t>
            </a:r>
          </a:p>
          <a:p>
            <a:r>
              <a:t>【反馈】先听学生如何解释，再决定是否揭示结论；注意控制本页停留时间。</a:t>
            </a:r>
          </a:p>
          <a:p>
            <a:r>
              <a:t/>
            </a:r>
          </a:p>
          <a:p>
            <a:r>
              <a:t>迁移：把立体声变成单声道，其他参数相同，PCM样本数据量减半。</a:t>
            </a:r>
          </a:p>
          <a:p>
            <a:br/>
            <a:r>
              <a:t>[计数模型]</a:t>
            </a:r>
            <a:br/>
            <a:r>
              <a:t>三个时刻t0/t1/t2，双声道共6个样本，单声道3个。各值是计数示意，不是音轨混音结果，也不规定立体声转单声道的混音算法。</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图像和声音，在哪里取样？</a:t>
            </a:r>
          </a:p>
          <a:p>
            <a:r>
              <a:t>[内部编号] p47</a:t>
            </a:r>
          </a:p>
          <a:p>
            <a:r>
              <a:t>[阶段] 比较</a:t>
            </a:r>
          </a:p>
          <a:p>
            <a:r>
              <a:t>[教师逐字稿]</a:t>
            </a:r>
          </a:p>
          <a:p>
            <a:r>
              <a:t>左图先数列与行，每个格子是一个空间位置的像素；右图逐个数时间点，每个点是一个时刻的幅度记录。两者都先数有多少份，再计算每份大小。请学生说出图像和声音的取样位置有何不同。</a:t>
            </a:r>
          </a:p>
          <a:p>
            <a:r>
              <a:t>[模型边界]</a:t>
            </a:r>
          </a:p>
          <a:p>
            <a:r>
              <a:t>24像素与6样本是计数示意，不是相同信息量或相同采样率的声明。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连续的图片，怎样让我们看到运动？</a:t>
            </a:r>
          </a:p>
          <a:p>
            <a:r>
              <a:t>[内部编号] V81-45</a:t>
            </a:r>
          </a:p>
          <a:p>
            <a:r>
              <a:t>[阶段] 证据／解释</a:t>
            </a:r>
          </a:p>
          <a:p>
            <a:r>
              <a:t>[教师逐字稿]</a:t>
            </a:r>
          </a:p>
          <a:p>
            <a:r>
              <a:t>【设计意图】借鉴实录3翻页小人的经验。每一帧呈现同一圆的位置改变。问学生：视频需保存几个画面？帧率如何描述？不用严格视觉暂留时间阈值。</a:t>
            </a:r>
          </a:p>
          <a:p>
            <a:r>
              <a:t>【教师可以这样讲】五张小图中蓝点位置发生变化，连续播放后我们会感到它在运动。你生活里见过翻页动画吗？</a:t>
            </a:r>
          </a:p>
          <a:p>
            <a:r>
              <a:t>【预判回答与追问】不要把“视觉暂留0.024秒”当成唯一且固定的生理阈值。</a:t>
            </a:r>
          </a:p>
          <a:p>
            <a:r>
              <a:t>【本页收束】视频可以用连续图像帧与帧率的概念来理解。</a:t>
            </a:r>
          </a:p>
          <a:p>
            <a:r>
              <a:t/>
            </a:r>
          </a:p>
          <a:p>
            <a:r>
              <a:t>五帧是同一个运动小球在五个时刻的状态。帧率25fps是每秒25帧，不应解释为人眼严格生理阈值。</a:t>
            </a:r>
          </a:p>
          <a:p>
            <a:r>
              <a:t/>
            </a:r>
          </a:p>
          <a:p>
            <a:r>
              <a:t>球在每一帧的位置不同，同样场景取不同时间画面；fps是每秒帧数。</a:t>
            </a:r>
          </a:p>
          <a:p>
            <a:br/>
            <a:r>
              <a:t>[观察与计数]</a:t>
            </a:r>
            <a:br/>
            <a:r>
              <a:t>25fps时相邻帧间隔1/25s=0.04s，这里画前5帧，时刻0、0.04、0.08、0.12、0.16s。不是1秒只有5帧。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10分钟、25fps，要保存多少帧？</a:t>
            </a:r>
          </a:p>
          <a:p>
            <a:r>
              <a:t>[内部编号] V81-46</a:t>
            </a:r>
          </a:p>
          <a:p>
            <a:r>
              <a:t>[阶段] 证据／解释</a:t>
            </a:r>
          </a:p>
          <a:p>
            <a:r>
              <a:t>[教师逐字稿]</a:t>
            </a:r>
          </a:p>
          <a:p>
            <a:r>
              <a:t>【教师讲述／组织】从学生已经理解的“视频是连续图像”计算总帧数。先让学生口算25×60×10=15000帧。</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V81-47</a:t>
            </a:r>
          </a:p>
          <a:p>
            <a:r>
              <a:t>[阶段] 提问／独立作答</a:t>
            </a:r>
          </a:p>
          <a:p>
            <a:r>
              <a:t>[教师逐字稿]</a:t>
            </a:r>
          </a:p>
          <a:p>
            <a:r>
              <a:t>【设计意图】问题页。来源实录3。不要把帧率误认为采样率，一帧是一张完整图。给3分钟列式，计算可用计算器。</a:t>
            </a:r>
          </a:p>
          <a:p>
            <a:r>
              <a:t>【教师可以这样讲】先算一帧480×320像素，需要多少bit和Byte；再乘上25帧/秒和600秒。</a:t>
            </a:r>
          </a:p>
          <a:p>
            <a:r>
              <a:t>【预判回答与追问】学生可能只乘25或只乘10。追问十分钟共有多少秒、多少帧？</a:t>
            </a:r>
          </a:p>
          <a:p>
            <a:r>
              <a:t>【本页收束】未压缩视频等于单帧数据量乘总帧数。</a:t>
            </a:r>
          </a:p>
          <a:p>
            <a:r>
              <a:t/>
            </a:r>
          </a:p>
          <a:p>
            <a:r>
              <a:t>10分钟无声逐帧未压缩视频，先算单帧字节，再算15000帧，单位换算为GiB。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V81-48</a:t>
            </a:r>
          </a:p>
          <a:p>
            <a:r>
              <a:t>[阶段] 证据／解释</a:t>
            </a:r>
          </a:p>
          <a:p>
            <a:r>
              <a:t>[教师逐字稿]</a:t>
            </a:r>
          </a:p>
          <a:p>
            <a:r>
              <a:t>【教师讲述／组织】答案页。把公式拆成两段并让学生自己解释。按十进制GB约6.912 GB。</a:t>
            </a:r>
          </a:p>
          <a:p>
            <a:r>
              <a:t>【反馈】先听学生如何解释，再决定是否揭示结论；注意控制本页停留时间。</a:t>
            </a:r>
          </a:p>
          <a:p>
            <a:r>
              <a:t/>
            </a:r>
          </a:p>
          <a:p>
            <a:r>
              <a:t>答案约6.44GiB，检验帧数、bit转Byte以及B转GiB三步。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视频文件为什么可能小于6.44 GiB？</a:t>
            </a:r>
          </a:p>
          <a:p>
            <a:r>
              <a:t>[内部编号] p52</a:t>
            </a:r>
          </a:p>
          <a:p>
            <a:r>
              <a:t>[阶段] 提问</a:t>
            </a:r>
          </a:p>
          <a:p>
            <a:r>
              <a:t>[教师逐字稿]</a:t>
            </a:r>
          </a:p>
          <a:p>
            <a:r>
              <a:t>刚才算出了逐帧未压缩的量。先保证屏幕上的题设不变，再请学生解释为什么一个视频文件可能更小。先收预测，不把压缩算法和帧间变化图提前揭示。</a:t>
            </a:r>
          </a:p>
          <a:p>
            <a:r>
              <a:t>[图示边界]</a:t>
            </a:r>
          </a:p>
          <a:p>
            <a:r>
              <a:t>只画5张代表帧，不是全部15000帧，也不按存储比例画框。视频文件大小还受编码和封装等影响。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刚才计算的是逐帧未压缩数据量</a:t>
            </a:r>
          </a:p>
          <a:p>
            <a:r>
              <a:t>[内部编号] V81-50</a:t>
            </a:r>
          </a:p>
          <a:p>
            <a:r>
              <a:t>[阶段] 证据／解释</a:t>
            </a:r>
          </a:p>
          <a:p>
            <a:r>
              <a:t>[教师逐字稿]</a:t>
            </a:r>
          </a:p>
          <a:p>
            <a:r>
              <a:t>【教师讲述／组织】强调不是估计所有真实视频的固定大小。实际视频通常通过压缩编码，如利用相邻帧相似部分与人眼不敏感的某些信息。高中只解释为什么可能缩小。</a:t>
            </a:r>
          </a:p>
          <a:p>
            <a:r>
              <a:t>【反馈】先听学生如何解释，再决定是否揭示结论；注意控制本页停留时间。</a:t>
            </a:r>
          </a:p>
          <a:p>
            <a:r>
              <a:t/>
            </a:r>
          </a:p>
          <a:p>
            <a:r>
              <a:t>实际压缩技术还包括多种预测与表示方式；本课只要求理解重复规律允许节省比特，不学习具体codec算法。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为什么要压缩？先想两种真实需求</a:t>
            </a:r>
          </a:p>
          <a:p>
            <a:r>
              <a:t>[内部编号] V81-51</a:t>
            </a:r>
          </a:p>
          <a:p>
            <a:r>
              <a:t>[阶段] 证据／解释</a:t>
            </a:r>
          </a:p>
          <a:p>
            <a:r>
              <a:t>[教师逐字稿]</a:t>
            </a:r>
          </a:p>
          <a:p>
            <a:r>
              <a:t>【教师讲述／组织】实录3行李箱类比：整理行李节约空间；通过网络分享文件缩短传输时间。学生可以自举例，不要说压缩必然提升感知画质。</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“中国”重复100次，怎样写得更短？</a:t>
            </a:r>
          </a:p>
          <a:p>
            <a:r>
              <a:t>[内部编号] V81-52</a:t>
            </a:r>
          </a:p>
          <a:p>
            <a:r>
              <a:t>[阶段] 证据／解释</a:t>
            </a:r>
          </a:p>
          <a:p>
            <a:r>
              <a:t>[教师逐字稿]</a:t>
            </a:r>
          </a:p>
          <a:p>
            <a:r>
              <a:t>【设计意图】实录3的经典冗余案例。向学生展示短短的“（中国）×100”与重复文字。说明这仅是启发性的编码例子，不代表真实RAR算法。</a:t>
            </a:r>
          </a:p>
          <a:p>
            <a:r>
              <a:t>【教师可以这样讲】两种写法能不能表示相同文字？“中国”重复一百次与“中国×100”，哪种通常更省符号？</a:t>
            </a:r>
          </a:p>
          <a:p>
            <a:r>
              <a:t>【预判回答与追问】提醒这只是解释冗余的教学模型，不是真实RAR编码的说明。</a:t>
            </a:r>
          </a:p>
          <a:p>
            <a:r>
              <a:t>【本页收束】规律、重复让人有机会用更短的规则表达同一内容。</a:t>
            </a:r>
          </a:p>
          <a:p>
            <a:r>
              <a:t/>
            </a:r>
          </a:p>
          <a:p>
            <a:r>
              <a:t>中国重复100次只用“字词×次数”表达是思想模型，不代表RAR或zlib唯一工作机制。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为什么重复内容更容易压缩？</a:t>
            </a:r>
          </a:p>
          <a:p>
            <a:r>
              <a:t>[内部编号] V81-53</a:t>
            </a:r>
          </a:p>
          <a:p>
            <a:r>
              <a:t>[阶段] 证据／解释</a:t>
            </a:r>
          </a:p>
          <a:p>
            <a:r>
              <a:t>[教师逐字稿]</a:t>
            </a:r>
          </a:p>
          <a:p>
            <a:r>
              <a:t>【教师讲述／组织】把“冗余”与重复的内容联系：A有规律，B无规律，但原长度相同。实际压缩算法实现不同，因此“通常更易”而非必然。</a:t>
            </a:r>
          </a:p>
          <a:p>
            <a:r>
              <a:t>【反馈】先听学生如何解释，再决定是否揭示结论；注意控制本页停留时间。</a:t>
            </a:r>
          </a:p>
          <a:p>
            <a:r>
              <a:t/>
            </a:r>
          </a:p>
          <a:p>
            <a:r>
              <a:t>重复多往往可用更短的规则表示，但实际压缩要看数据及算法。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两份都是1000Byte，压缩后谁更小？</a:t>
            </a:r>
          </a:p>
          <a:p>
            <a:r>
              <a:t>[内部编号] V81-54</a:t>
            </a:r>
          </a:p>
          <a:p>
            <a:r>
              <a:t>[阶段] 提问／独立作答</a:t>
            </a:r>
          </a:p>
          <a:p>
            <a:r>
              <a:t>[教师逐字稿]</a:t>
            </a:r>
          </a:p>
          <a:p>
            <a:r>
              <a:t>【设计意图】可以用Python标准库zlib演示，代码放Notes。生成1000个A与1000个伪随机字节（固定seed），比较同一无损压缩方法所得字节数并检验完全还原。先预测再运行。</a:t>
            </a:r>
          </a:p>
          <a:p>
            <a:r>
              <a:t>【教师可以这样讲】两个数据各1000Byte：一个全是A，一个随机变化。请预测谁压缩后更小，以及能否恢复原数据。</a:t>
            </a:r>
          </a:p>
          <a:p>
            <a:r>
              <a:t>【预判回答与追问】学生可能认为所有文件都会变小。下一页结果显示随机数据在容器开销下甚至略微变大。</a:t>
            </a:r>
          </a:p>
          <a:p>
            <a:r>
              <a:t>【本页收束】测试无损压缩的冗余利用，而不是展示具体算法。</a:t>
            </a:r>
          </a:p>
          <a:p>
            <a:r>
              <a:t/>
            </a:r>
          </a:p>
          <a:p>
            <a:r>
              <a:t>【v7 Demo D】先预测两份原始都是1000 Byte的文件哪一个被压得更小，再运行 notebooks/04_压缩前先预测.ipynb。Python zlib在Mac执行，Windows浏览器只展示结果，不依赖音频或py5。</a:t>
            </a:r>
          </a:p>
          <a:p>
            <a:r>
              <a:t/>
            </a:r>
          </a:p>
          <a:p>
            <a:r>
              <a:t>A和B均1000Byte，学生先预测谁更省空间、B是否可能压完更大。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演示D：同样1000Byte，压缩后会相同吗？</a:t>
            </a:r>
          </a:p>
          <a:p>
            <a:r>
              <a:t>[内部编号] V81-55</a:t>
            </a:r>
          </a:p>
          <a:p>
            <a:r>
              <a:t>[阶段] 证据／解释</a:t>
            </a:r>
          </a:p>
          <a:p>
            <a:r>
              <a:t>[教师逐字稿]</a:t>
            </a:r>
          </a:p>
          <a:p>
            <a:r>
              <a:t>运行remote-demos-v7/notebooks/04_压缩前先预测.ipynb（Mac计算zlib，教室Windows浏览器呈现结果）。学生先猜，再运行，再对照下一页17Byte/1011Byte。B可能变大，包含必要编码开销。zlib不是RAR算法本身。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同样原始大小，压缩结果为何不同？</a:t>
            </a:r>
          </a:p>
          <a:p>
            <a:r>
              <a:t>[内部编号] V81-56</a:t>
            </a:r>
          </a:p>
          <a:p>
            <a:r>
              <a:t>[阶段] 证据／解释</a:t>
            </a:r>
          </a:p>
          <a:p>
            <a:r>
              <a:t>[教师逐字稿]</a:t>
            </a:r>
          </a:p>
          <a:p>
            <a:r>
              <a:t>【设计意图】演示代码（Windows课堂pt环境，Python标准库即可）：</a:t>
            </a:r>
          </a:p>
          <a:p>
            <a:r>
              <a:t>import zlib, random</a:t>
            </a:r>
          </a:p>
          <a:p>
            <a:r>
              <a:t>a=b"A"*1000</a:t>
            </a:r>
          </a:p>
          <a:p>
            <a:r>
              <a:t>r=random.Random(2026)</a:t>
            </a:r>
          </a:p>
          <a:p>
            <a:r>
              <a:t>b=bytes(r.randrange(256) for _ in range(1000))</a:t>
            </a:r>
          </a:p>
          <a:p>
            <a:r>
              <a:t>for name,x in [("A",a),("B",b)]:</a:t>
            </a:r>
          </a:p>
          <a:p>
            <a:r>
              <a:t>    packed=zlib.compress(x)</a:t>
            </a:r>
          </a:p>
          <a:p>
            <a:r>
              <a:t>    print(name,len(x),len(packed),zlib.decompress(packed)==x)</a:t>
            </a:r>
          </a:p>
          <a:p>
            <a:r>
              <a:t>本次固定随机种子得到A=17 Byte，B=1011 Byte。学生关注重复和冗余；算法细节不展开。</a:t>
            </a:r>
          </a:p>
          <a:p>
            <a:r>
              <a:t>【教师可以这样讲】运行标准库实验或直接展示结果：重复内容1000Byte压后17Byte，随机内容1000Byte压后1011Byte。为什么会这样？</a:t>
            </a:r>
          </a:p>
          <a:p>
            <a:r>
              <a:t>【预判回答与追问】别把高熵文件变大误判为程序出错：压缩文件自身有格式开销。检查两者解压完全一致。</a:t>
            </a:r>
          </a:p>
          <a:p>
            <a:r>
              <a:t>【本页收束】这是无损压缩，且压缩效果取决于可利用的规律与编码方式。</a:t>
            </a:r>
          </a:p>
          <a:p>
            <a:r>
              <a:t/>
            </a:r>
          </a:p>
          <a:p>
            <a:r>
              <a:t>【v7实际实验】Notebook 04使用确定性随机字节与重复字节，打印压缩前后真实长度。如果随机字节压缩后略大，是格式开销而非代码错误。让学生总结“能够用规律简洁表示的信息通常更容易压缩”。</a:t>
            </a:r>
          </a:p>
          <a:p>
            <a:r>
              <a:t/>
            </a:r>
          </a:p>
          <a:p>
            <a:r>
              <a:t>17Byte与1011Byte是采用Python标准库zlib、固定随机种子的这一次课堂实验结果。数值取决于内容与算法，不是普遍常数；B数据因格式开销而可能变大。</a:t>
            </a:r>
          </a:p>
          <a:p>
            <a:br/>
            <a:r>
              <a:t>[比例尺]</a:t>
            </a:r>
            <a:br/>
            <a:r>
              <a:t>两列原始1000B均为500px；17B为8.5px；1011B为505.5px，多11B为5.5px。数值仅对应本次zlib实验；不是普遍压缩率。</a:t>
            </a:r>
          </a:p>
          <a:p>
            <a:br/>
            <a:r>
              <a:t>[来源] Python3.12 zlib API，检索2026-10-13：https://docs.python.org/3.12/library/zlib.html；本地独立复算：A=b"A"*1000；B=random.Random(2026)逐项randrange(256)共1000Byte，默认zlib.compress，两者逐字节解压恢复。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压缩到底改变了什么？</a:t>
            </a:r>
          </a:p>
          <a:p>
            <a:r>
              <a:t>[内部编号] V81-57</a:t>
            </a:r>
          </a:p>
          <a:p>
            <a:r>
              <a:t>[阶段] 证据／解释</a:t>
            </a:r>
          </a:p>
          <a:p>
            <a:r>
              <a:t>[教师逐字稿]</a:t>
            </a:r>
          </a:p>
          <a:p>
            <a:r>
              <a:t>【教师讲述／组织】实录3解释重新编码：数据压缩主要是改变表示方式，无损靠高效编码，允许有损时还可舍弃部分信息。目的与实质分开讲。</a:t>
            </a:r>
          </a:p>
          <a:p>
            <a:r>
              <a:t>【反馈】先听学生如何解释，再决定是否揭示结论；注意控制本页停留时间。</a:t>
            </a:r>
          </a:p>
          <a:p>
            <a:r>
              <a:t/>
            </a:r>
          </a:p>
          <a:p>
            <a:r>
              <a:t>归纳数据压缩是更高效的表示；要不要完整恢复决定无损与有损路径。</a:t>
            </a:r>
          </a:p>
          <a:p>
            <a:br/>
            <a:r>
              <a:t>[边界]</a:t>
            </a:r>
            <a:br/>
            <a:r>
              <a:t>目标不保证每个输入都变小。刚才B经zlib后多11Byte；数据结构与算法开销也占空间。先比较证据，再作这一概括。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看起来相同，能证明完全恢复吗？</a:t>
            </a:r>
          </a:p>
          <a:p>
            <a:r>
              <a:t>[内部编号] p61</a:t>
            </a:r>
          </a:p>
          <a:p>
            <a:r>
              <a:t>[阶段] 提问</a:t>
            </a:r>
          </a:p>
          <a:p>
            <a:r>
              <a:t>[教师逐字稿]</a:t>
            </a:r>
          </a:p>
          <a:p>
            <a:r>
              <a:t>请先看原始4×4像素，独立提出检验方法。只凭远处“看起来一样”够不够？先收方法，再展示恢复结果。</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看起来相同，能证明完全恢复吗？</a:t>
            </a:r>
          </a:p>
          <a:p>
            <a:r>
              <a:t>[内部编号] p61-reveal</a:t>
            </a:r>
          </a:p>
          <a:p>
            <a:r>
              <a:t>[阶段] 证据揭示</a:t>
            </a:r>
          </a:p>
          <a:p>
            <a:r>
              <a:t>[教师逐字稿]</a:t>
            </a:r>
          </a:p>
          <a:p>
            <a:r>
              <a:t>中间16处都与原值相同；右侧至少有一处不同。请学生逐格核对红框位置。区分无损与有损，要检验能否完整恢复原始数据，而不能只凭肉眼相似。</a:t>
            </a:r>
          </a:p>
          <a:p>
            <a:r>
              <a:t/>
            </a:r>
          </a:p>
          <a:p>
            <a:br/>
            <a:r>
              <a:t>[图示边界]</a:t>
            </a:r>
            <a:br/>
            <a:r>
              <a:t>这是原生可编辑的概念模型，右侧仅交换一个像素值，不冒充JPEG或某个真实算法的实验输出。实际例证接下来使用源文件/JPEG解码后的RGB数据。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ZIP、MP3、WAV、MP4，是同一层吗？</a:t>
            </a:r>
          </a:p>
          <a:p>
            <a:r>
              <a:t>[内部编号] V81-59</a:t>
            </a:r>
          </a:p>
          <a:p>
            <a:r>
              <a:t>[阶段] 证据／解释</a:t>
            </a:r>
          </a:p>
          <a:p>
            <a:r>
              <a:t>[教师逐字稿]</a:t>
            </a:r>
          </a:p>
          <a:p>
            <a:r>
              <a:t>【教师讲述／组织】从实录拓展一点格式分层：ZIP/RAR是典型无损归档，MP3是常见有损音频编码，WAV是音频容器可装PCM，MP4是多媒体容器可含有损或无损编码。不要说全部文件扩展名都代表一种压缩算法。</a:t>
            </a:r>
          </a:p>
          <a:p>
            <a:r>
              <a:t>【反馈】先听学生如何解释，再决定是否揭示结论；注意控制本页停留时间。</a:t>
            </a:r>
          </a:p>
          <a:p>
            <a:r>
              <a:t/>
            </a:r>
          </a:p>
          <a:p>
            <a:r>
              <a:t>ZIP/RAR属于无损归档，MP3是有损音频编码，WAV和MP4属于容器（MP4常装有损编码视频）。文件后缀与编码算法不是完全同一层级。</a:t>
            </a:r>
          </a:p>
          <a:p>
            <a:br/>
            <a:r>
              <a:t>[技术边界]</a:t>
            </a:r>
            <a:br/>
            <a:r>
              <a:t>沿用v8的分类。这里MP3指音频编码；WAV与MP4指封装容器。WAV不一定是PCM，MP4也不固定装某种有损编码，按具体内部编码判定。ZIP/RAR按本课通常的无损归档用途讨论。</a:t>
            </a:r>
          </a:p>
          <a:p>
            <a:br/>
            <a:r>
              <a:t>[来源] MDN Media container formats（MP4/WAV及容器与codec）, 检索2026-10-13：https://developer.mozilla.org/en-US/docs/Web/Media/Guides/Formats/Containers；Microsoft RIFF overview；RFC2361 WAVE registry, 1998：https://www.rfc-editor.org/rfc/rfc2361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相同尺寸的三幅图，谁容易无损压缩？</a:t>
            </a:r>
          </a:p>
          <a:p>
            <a:r>
              <a:t>[内部编号] V81-60</a:t>
            </a:r>
          </a:p>
          <a:p>
            <a:r>
              <a:t>[阶段] 证据／解释</a:t>
            </a:r>
          </a:p>
          <a:p>
            <a:r>
              <a:t>[教师逐字稿]</a:t>
            </a:r>
          </a:p>
          <a:p>
            <a:r>
              <a:t>【设计意图】实录3三种图像案例。画同尺寸位图：纯色、规则色块、较复杂花纹（不是声称真实风景照片）。首先预测排序，再归纳冗余。</a:t>
            </a:r>
          </a:p>
          <a:p>
            <a:r>
              <a:t>【教师可以这样讲】这三幅图显示的是相同大小、相同位深的像素网格，哪张最容易找到重复的规律？</a:t>
            </a:r>
          </a:p>
          <a:p>
            <a:r>
              <a:t>【预判回答与追问】强调“通常”和“对合适的算法而言”，避免将图像颜色多少当作绝对压缩决定因素。</a:t>
            </a:r>
          </a:p>
          <a:p>
            <a:r>
              <a:t>【本页收束】纯色数据具有明显规律，适合无损压缩；比较结论再迁移到实际图像。</a:t>
            </a:r>
          </a:p>
          <a:p>
            <a:r>
              <a:t/>
            </a:r>
          </a:p>
          <a:p>
            <a:r>
              <a:t>三图尺寸和位深一致，让学生预测哪个更规律，判断无损压缩的可能差异。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V81-61</a:t>
            </a:r>
          </a:p>
          <a:p>
            <a:r>
              <a:t>[阶段] 提问／独立作答</a:t>
            </a:r>
          </a:p>
          <a:p>
            <a:r>
              <a:t>[教师逐字稿]</a:t>
            </a:r>
          </a:p>
          <a:p>
            <a:r>
              <a:t>【教师讲述／组织】问题页。此题迁移文字实验到图像。先解释冗余，再揭示。</a:t>
            </a:r>
          </a:p>
          <a:p>
            <a:r>
              <a:t>【反馈】先听学生如何解释，再决定是否揭示结论；注意控制本页停留时间。</a:t>
            </a:r>
          </a:p>
          <a:p>
            <a:r>
              <a:t/>
            </a:r>
          </a:p>
          <a:p>
            <a:r>
              <a:t>练习答案不能只选A，要解释重复和规律性带来更多可利用冗余。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V81-62</a:t>
            </a:r>
          </a:p>
          <a:p>
            <a:r>
              <a:t>[阶段] 证据／解释</a:t>
            </a:r>
          </a:p>
          <a:p>
            <a:r>
              <a:t>[教师逐字稿]</a:t>
            </a:r>
          </a:p>
          <a:p>
            <a:r>
              <a:t>【教师讲述／组织】答案页。强调不是一切文件和算法都绝对如此。</a:t>
            </a:r>
          </a:p>
          <a:p>
            <a:r>
              <a:t>【反馈】先听学生如何解释，再决定是否揭示结论；注意控制本页停留时间。</a:t>
            </a:r>
          </a:p>
          <a:p>
            <a:r>
              <a:t/>
            </a:r>
          </a:p>
          <a:p>
            <a:r>
              <a:t>答案中的“通常”必须保留，不同压缩方案有例外。</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同一张图，JPEG能完全恢复原像素吗？</a:t>
            </a:r>
          </a:p>
          <a:p>
            <a:r>
              <a:t>[内部编号] p66</a:t>
            </a:r>
          </a:p>
          <a:p>
            <a:r>
              <a:t>[阶段] 提问</a:t>
            </a:r>
          </a:p>
          <a:p>
            <a:r>
              <a:t>[教师逐字稿]</a:t>
            </a:r>
          </a:p>
          <a:p>
            <a:r>
              <a:t>先看两幅完整图；它们的尺寸相同。请在红框区域寻找差异，并判断“大小和外观相近”能否证明恢复了所有像素。停顿20秒。</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同一张图，JPEG能完全恢复原像素吗？</a:t>
            </a:r>
          </a:p>
          <a:p>
            <a:r>
              <a:t>[内部编号] p66-reveal</a:t>
            </a:r>
          </a:p>
          <a:p>
            <a:r>
              <a:t>[阶段] 证据揭示</a:t>
            </a:r>
          </a:p>
          <a:p>
            <a:r>
              <a:t>[教师逐字稿]</a:t>
            </a:r>
          </a:p>
          <a:p>
            <a:r>
              <a:t>放大同一坐标区域，比较线条与纹理。两边使用相同裁剪、相同倍率和正确长宽比。低质量JPEG的变化只是这个受控例子，不能由肉眼相似推断逐像素完全相等。</a:t>
            </a:r>
          </a:p>
          <a:p>
            <a:r>
              <a:t/>
            </a:r>
          </a:p>
          <a:p>
            <a:br/>
            <a:r>
              <a:t>[证据与来源]</a:t>
            </a:r>
            <a:br/>
            <a:r>
              <a:t>原图及JPEG解码图直接提取自v8.4.10的ppt/media/image2.png和image3.png。原始RGB为640×350，procedural_picture；JPEG质量3、subsampling=2。ROI=[230,140,440,300)，210×160，PPT原生裁剪至252×192，等比1.2倍。没有生成或伪造压缩痕迹。Pillow JPEG参数文档：https://pillow.readthedocs.io/en/stable/handbook/image-file-formats.html#jpeg，检索2026-10-14。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同一张图，JPEG能完全恢复原像素吗？</a:t>
            </a:r>
          </a:p>
          <a:p>
            <a:r>
              <a:t>[内部编号] p66-pixel</a:t>
            </a:r>
          </a:p>
          <a:p>
            <a:r>
              <a:t>[阶段] 精确证据</a:t>
            </a:r>
          </a:p>
          <a:p>
            <a:r>
              <a:t>[教师逐字稿]</a:t>
            </a:r>
          </a:p>
          <a:p>
            <a:r>
              <a:t>先观察同一红框区域，再核对原始图与JPEG解码图在同一坐标的RGB值。A是79、113、165，B是51、108、153，只要发现这一处不同，就不能称本例完全恢复了原始RGB数据。请学生用自己的检验步骤解释，避免只说“图片糊了”。</a:t>
            </a:r>
          </a:p>
          <a:p>
            <a:r>
              <a:t>[证据]</a:t>
            </a:r>
          </a:p>
          <a:p>
            <a:r>
              <a:t>由提取的640×350原始RGB与JPEG解码RGB，用Pillow读取坐标(230,140)。两图同尺寸、同坐标、同ROI [230,140,440,300)，210×160。实际像素值写入原生PPT文本；没有模拟差异。局部放大相对于上方完整图显示比例为252/(304×210/640)=2.526315789倍。图像实体hash见assets-provenance.json与data-evidence.json。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MP3、JPG再用RAR压缩，会怎样？</a:t>
            </a:r>
          </a:p>
          <a:p>
            <a:r>
              <a:t>[内部编号] V81-64</a:t>
            </a:r>
          </a:p>
          <a:p>
            <a:r>
              <a:t>[阶段] 证据／解释</a:t>
            </a:r>
          </a:p>
          <a:p>
            <a:r>
              <a:t>[教师逐字稿]</a:t>
            </a:r>
          </a:p>
          <a:p>
            <a:r>
              <a:t>【教师讲述／组织】实录3脱水比喻，但不把其当算法。说明高效压缩过的数据通常不容易进一步缩小，可能因为已缺少可利用冗余。再次有损转码可能进一步恶化质量。</a:t>
            </a:r>
          </a:p>
          <a:p>
            <a:r>
              <a:t>【反馈】先听学生如何解释，再决定是否揭示结论；注意控制本页停留时间。</a:t>
            </a:r>
          </a:p>
          <a:p>
            <a:r>
              <a:t/>
            </a:r>
          </a:p>
          <a:p>
            <a:r>
              <a:t>已经是MP3/JPG，用RAR压缩通常收益有限，再次有损编码还可能降低质量。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是不是压得越小就一定越好？</a:t>
            </a:r>
          </a:p>
          <a:p>
            <a:r>
              <a:t>[内部编号] V81-65</a:t>
            </a:r>
          </a:p>
          <a:p>
            <a:r>
              <a:t>[阶段] 证据／解释</a:t>
            </a:r>
          </a:p>
          <a:p>
            <a:r>
              <a:t>[教师逐字稿]</a:t>
            </a:r>
          </a:p>
          <a:p>
            <a:r>
              <a:t>【设计意图】实录3结尾的情境决策：长期备份要完整可还原；实时通话要平衡延迟和质量。用对比培养信息社会责任意识，不只追求压缩比。</a:t>
            </a:r>
          </a:p>
          <a:p>
            <a:r>
              <a:t>【教师可以这样讲】某个班级要长期备份源代码，另一个班级要用手机实时视频通话。两种场景需要的编码选择一样吗？</a:t>
            </a:r>
          </a:p>
          <a:p>
            <a:r>
              <a:t>【预判回答与追问】引导学生考虑完整性、质量、延迟与存储，不要只说压缩得越小越好。</a:t>
            </a:r>
          </a:p>
          <a:p>
            <a:r>
              <a:t>【本页收束】算法与压缩方法要与任务目标匹配。</a:t>
            </a:r>
          </a:p>
          <a:p>
            <a:r>
              <a:t/>
            </a:r>
          </a:p>
          <a:p>
            <a:r>
              <a:t>文档备份要求完整，视频通话权衡时延/带宽/质量，反对越小必然越好。</a:t>
            </a:r>
          </a:p>
          <a:p>
            <a:br/>
            <a:r>
              <a:t>[图片生成提示词]</a:t>
            </a:r>
            <a:br/>
            <a:r>
              <a:t>IMG-02；用途：情境插图，不作为技术或软件事实证据。</a:t>
            </a:r>
            <a:br/>
            <a:r>
              <a:t>Create a classroom teaching illustration for a Chinese senior-high information technology lesson.</a:t>
            </a:r>
            <a:br/>
            <a:r>
              <a:t>Use case: illustration-story.</a:t>
            </a:r>
            <a:br/>
            <a:r>
              <a:t>Teaching purpose: make the situation of preserving important digital documents concrete so students can discuss exact recovery and reliable backup; do not illustrate a compression algorithm or its result.</a:t>
            </a:r>
            <a:br/>
            <a:r>
              <a:t>Slide role: application and comparison context.</a:t>
            </a:r>
            <a:br/>
            <a:r>
              <a:t>Intended placement: left half of a two-column white PowerPoint slide; 4:3 aspect ratio. The final illustration will occupy a roughly 500 by 270 pixel region above native PowerPoint criteria labels.</a:t>
            </a:r>
            <a:br/>
            <a:r>
              <a:t>Subject and scene: a restrained close view of one person's hands working at an unbranded laptop on a clean desk, with a small unbranded external solid-state drive connected by one ordinary cable. This represents preparing a digital document backup. The laptop screen is plain neutral gray, with no interface, icons, file names, document text, graphs or numbers. Focus on the laptop, hands and external drive; do not include physical paper files, locks, archive boxes or floating file symbols.</a:t>
            </a:r>
            <a:br/>
            <a:r>
              <a:t>Composition: all essential objects centered and fully visible, generous white background, clear silhouette, minimal desk edge. The drive should be visible beside the laptop. Do not place technical annotations or conclusions inside the illustration.</a:t>
            </a:r>
            <a:br/>
            <a:r>
              <a:t>Visual style: clean, restrained editorial educational illustration with realistic proportions, subtly rendered materials and quiet thin contours; white or very light neutral background, muted charcoal, light gray and a restrained violet clothing accent. Serious but friendly high-school tone; compatible with a white technical teaching deck. Match the simplicity and palette of a student holding a phone illustration.</a:t>
            </a:r>
            <a:br/>
            <a:r>
              <a:t>Important constraints: no explanatory text, no Chinese labels, no binary strings, no byte values, no arrows, no charts, no fabricated software screenshot, no conclusion, no logos, no watermark, no decorative border, no shadowed card, no gradient background. Do not depict physical objects shrinking. This is a fictional application context, not evidence of successful backup or lossless recovery.</a:t>
            </a:r>
            <a:br/>
            <a:r>
              <a:t>[图片编辑]</a:t>
            </a:r>
            <a:br/>
            <a:r>
              <a:t>使用原图，等比contain，无拉伸、无二次编辑；精确标签为原生PPT对象。</a:t>
            </a:r>
          </a:p>
          <a:p>
            <a:br/>
            <a:r>
              <a:t>[图片生成提示词]</a:t>
            </a:r>
            <a:br/>
            <a:r>
              <a:t>IMG-03；用途：情境插图，不作为技术或软件事实证据。</a:t>
            </a:r>
            <a:br/>
            <a:r>
              <a:t>Create a classroom teaching illustration for a Chinese senior-high information technology lesson.</a:t>
            </a:r>
            <a:br/>
            <a:r>
              <a:t>Use case: illustration-story.</a:t>
            </a:r>
            <a:br/>
            <a:r>
              <a:t>Teaching purpose: make a real-time video conversation concrete so students can discuss delay, bandwidth and acceptable audio/video quality; do not announce which encoding is best.</a:t>
            </a:r>
            <a:br/>
            <a:r>
              <a:t>Slide role: application and comparison context.</a:t>
            </a:r>
            <a:br/>
            <a:r>
              <a:t>Intended placement: right half of a two-column white PowerPoint slide; 4:3 aspect ratio. The final illustration will occupy a roughly 500 by 270 pixel region above native PowerPoint criteria labels.</a:t>
            </a:r>
            <a:br/>
            <a:r>
              <a:t>Subject and scene: a fictional senior-high student sitting at a simple desk, engaged in an ordinary video conversation on an unbranded laptop. See the student's upper torso and a three-quarter view of the laptop screen, which contains only a simple portrait of a fictional friend against a neutral background. The portrait is part of a clearly illustrated fictional scene, not a software screenshot. No interface buttons, text, names, logos, numbers, message bubbles or UI chrome. The two people appear attentive and relaxed, without exaggerated expressions.</a:t>
            </a:r>
            <a:br/>
            <a:r>
              <a:t>Composition: center the student's face and laptop, keep both faces and the device fully within the crop, generous white breathing room and minimal environment. No extra icons, arrows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 Match the simplicity and palette of an unbranded laptop and external drive illustration.</a:t>
            </a:r>
            <a:br/>
            <a:r>
              <a:t>Important constraints: no explanatory text, no Chinese labels, no binary strings, no byte values, no arrows, no charts, no invented performance metrics, no lag icon, no conclusion, no brand logo, no watermark, no decorative border, no shadowed card, no gradient background. This is a fictional video-call situation, not factual software or network-performance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V81-66</a:t>
            </a:r>
          </a:p>
          <a:p>
            <a:r>
              <a:t>[阶段] 提问／独立作答</a:t>
            </a:r>
          </a:p>
          <a:p>
            <a:r>
              <a:t>[教师逐字稿]</a:t>
            </a:r>
          </a:p>
          <a:p>
            <a:r>
              <a:t>【教师讲述／组织】问题页。综合三种理解：音轨声道、原始视频大小、无损还原。</a:t>
            </a:r>
          </a:p>
          <a:p>
            <a:r>
              <a:t>【反馈】先听学生如何解释，再决定是否揭示结论；注意控制本页停留时间。</a:t>
            </a:r>
          </a:p>
          <a:p>
            <a:r>
              <a:t/>
            </a:r>
          </a:p>
          <a:p>
            <a:r>
              <a:t>请学生独立判断三句话，指明每句对应的模型或证据。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V81-67</a:t>
            </a:r>
          </a:p>
          <a:p>
            <a:r>
              <a:t>[阶段] 证据／解释</a:t>
            </a:r>
          </a:p>
          <a:p>
            <a:r>
              <a:t>[教师逐字稿]</a:t>
            </a:r>
          </a:p>
          <a:p>
            <a:r>
              <a:t>【教师讲述／组织】答案页。不接受只给三个对错而不给依据的回答。</a:t>
            </a:r>
          </a:p>
          <a:p>
            <a:r>
              <a:t>【反馈】先听学生如何解释，再决定是否揭示结论；注意控制本页停留时间。</a:t>
            </a:r>
          </a:p>
          <a:p>
            <a:r>
              <a:t/>
            </a:r>
          </a:p>
          <a:p>
            <a:r>
              <a:t>先让学生口头解释，再展示①错②对③对，强化数据量与ZIP的两种知识。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离开课堂前，解释三个为什么</a:t>
            </a:r>
          </a:p>
          <a:p>
            <a:r>
              <a:t>[内部编号] V81-68</a:t>
            </a:r>
          </a:p>
          <a:p>
            <a:r>
              <a:t>[阶段] 提问／独立作答</a:t>
            </a:r>
          </a:p>
          <a:p>
            <a:r>
              <a:t>[教师逐字稿]</a:t>
            </a:r>
          </a:p>
          <a:p>
            <a:r>
              <a:t>【教师讲述／组织】出口评价：任选一个问题让学生用自己的话解释。重点检查概念因果：数字化、视频容量、压缩选择。</a:t>
            </a:r>
          </a:p>
          <a:p>
            <a:r>
              <a:t>【反馈】先听学生如何解释，再决定是否揭示结论；注意控制本页停留时间。</a:t>
            </a:r>
          </a:p>
          <a:p>
            <a:r>
              <a:t/>
            </a:r>
          </a:p>
          <a:p>
            <a:r>
              <a:t>退出条检查解释能力而非术语背诵；答不出则回到图示逐步重建。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TREE-SUMMARY-2</a:t>
            </a:r>
          </a:p>
          <a:p>
            <a:r>
              <a:t>[阶段] 退出条收取后的学生总结</a:t>
            </a:r>
          </a:p>
          <a:p>
            <a:r>
              <a:t>[教师逐字稿]</a:t>
            </a:r>
          </a:p>
          <a:p>
            <a:r>
              <a:t>先收起前一页每个人的独立退出条。现在看已有的三条关系，谁能用15000帧的计算说明视频数据量？谁能用17Byte和1011Byte说明压缩的目标与局限？请先概括，下一页才补新关系。</a:t>
            </a:r>
          </a:p>
          <a:p>
            <a:r>
              <a:t>[节奏]</a:t>
            </a:r>
          </a:p>
          <a:p>
            <a:r>
              <a:t>总结与两次揭示共约90秒；若时间不足，保留独立退出条，第二课时从这棵已有树继续。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TREE-4</a:t>
            </a:r>
          </a:p>
          <a:p>
            <a:r>
              <a:t>[阶段] 学生总结后的知识树更新</a:t>
            </a:r>
          </a:p>
          <a:p>
            <a:r>
              <a:t>[教师逐字稿]</a:t>
            </a:r>
          </a:p>
          <a:p>
            <a:r>
              <a:t>先让学生概括本次新增的这一个关系，并指出依据。听完回答，再切到这页。红框是本次补上的逐帧未压缩视频，此前已经建立的关系继续保留。请学生沿连接线读：单帧字节数×总帧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TREE-5</a:t>
            </a:r>
          </a:p>
          <a:p>
            <a:r>
              <a:t>[阶段] 学生总结后的知识树更新</a:t>
            </a:r>
          </a:p>
          <a:p>
            <a:r>
              <a:t>[教师逐字稿]</a:t>
            </a:r>
          </a:p>
          <a:p>
            <a:r>
              <a:t>先让学生概括本次新增的这一个关系，并指出依据。听完回答，再切到这页。红框是本次补上的压缩与恢复，此前已经建立的关系继续保留。请学生沿连接线读：目标：减少数据量；能否完整恢复，区分无损／有损。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a:t>
            </a:r>
          </a:p>
          <a:p>
            <a:r>
              <a:t>[阶段] 提问</a:t>
            </a:r>
          </a:p>
          <a:p>
            <a:r>
              <a:t>[教师逐字稿]</a:t>
            </a:r>
          </a:p>
          <a:p>
            <a:r>
              <a:t>只给这三个时刻和三个值。两行是同一组记录，先不要补连续曲线。请判断能否唯一确定原波形，停顿20秒，再说明依据；不要先说采样定理或揭示候选曲线。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EXT-SAMPLING-REVEAL</a:t>
            </a:r>
          </a:p>
          <a:p>
            <a:r>
              <a:t>[阶段] 证据揭示</a:t>
            </a:r>
          </a:p>
          <a:p>
            <a:r>
              <a:t>[教师逐字稿]</a:t>
            </a:r>
          </a:p>
          <a:p>
            <a:r>
              <a:t>现在把两条候选曲线补上。请核对：两条曲线都经过同样三个黑点，却在点之间不同。因此只有这些观测值，不能唯一确定连续信号。</a:t>
            </a:r>
          </a:p>
          <a:p>
            <a:r>
              <a:t>[数学证据]</a:t>
            </a:r>
          </a:p>
          <a:p>
            <a:r>
              <a:t>A=cos(2πt)，B=cos(6πt)，在0、0.5、1s都为1、−1、1。此例含区间右端点；是三个观测值，不用来宣称1秒2Hz只有三个新增样本。也不以听感判断。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可选拓展：编码与压缩不同</a:t>
            </a:r>
          </a:p>
          <a:p>
            <a:r>
              <a:t>[内部编号] V81-70</a:t>
            </a:r>
          </a:p>
          <a:p>
            <a:r>
              <a:t>[阶段] 证据／解释</a:t>
            </a:r>
          </a:p>
          <a:p>
            <a:r>
              <a:t>[教师逐字稿]</a:t>
            </a:r>
          </a:p>
          <a:p>
            <a:r>
              <a:t>【教师讲述／组织】这一页可留作下一单元。PCM编码是样本的表示方式；压缩编码改变数据表示量。部分WAV容器可以保存其他编码形式，不能仅凭扩展名断言完全未压缩。</a:t>
            </a:r>
          </a:p>
          <a:p>
            <a:r>
              <a:t>【反馈】先听学生如何解释，再决定是否揭示结论；注意控制本页停留时间。</a:t>
            </a:r>
          </a:p>
          <a:p>
            <a:r>
              <a:t/>
            </a:r>
          </a:p>
          <a:p>
            <a:r>
              <a:t>可选拓展：不是45分钟主线必讲内容，有时间且学生已完成必要理解才展示。</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2261d419a14a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c617eca96044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84f09c33f544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47c121e608437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0cbfd42d1846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f0052503474e1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80e92bb02434a3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6f2a64607d7448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b2ee0e62f3d400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6958f03127e445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03249b9bccb478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BD5117-51D4-4681-ADCE-DF50AC310A1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BDED072-DEC9-4E2B-9FD2-69D70854114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1834239-CD18-4410-A160-589BE1A436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1FD5F1E-53F6-4A17-BE79-6B3B63B0BC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952A777-E27C-49F8-8C09-E61A81ECF3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59249E-02B2-46C1-B6E9-BA7AD1445C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769D111-D627-4E7E-9F8E-69045B12A2E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84DC843-A24D-4BB7-A13C-C674F6E966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30B8B7E-E519-4D33-8B9D-513385DD1C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0FA73D-C244-4AFF-9483-327166514B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1B3EAE-3FB5-4214-A151-EA0703FE6C1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71D73D-377F-43B8-9B0B-5A439268FF1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9B77A82-5DEF-4259-9886-5F36387989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E2D7A1C-2661-43FD-9E71-F5CE6997B4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A003DDC-39D4-47C1-8343-4630C67E82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FE31DC-2EF0-420C-9831-46939366236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91E0AA3-9560-4597-9F95-CF5F2D6F861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F99E0189-BA28-45B5-A641-5C279C170F3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80B1CC2-BDF2-4065-9C6C-32F7E4A242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295B0D4-788D-4EC2-8F94-FCE348FD64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EA751C-DB35-4347-B0BC-7B75CFA730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A8656A-BE3E-456F-99B0-7E4DB5F489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62F175B-4EF7-49D3-B129-046D7060C53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2E582CE-9649-4F64-BC4D-E652DAB51B6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A331D56-B987-4F48-B0FD-71082955933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73E4A8E-9935-425C-B010-C561E705D58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678D77E-A01A-48C0-8C5B-CD9C96B56F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CA45E55-E53B-4D1F-93A5-344A4B5FD4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1509872-C230-4F72-B6F4-679EEACF9E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C1836F-5C8F-4D0D-B784-F6F273EF62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2C8646E-E881-4FD5-9CA4-03C7CA6CA9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85704B4-4779-4DE0-A21D-A41EA43D4C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AF3AB2F-72DC-4C8F-AEEE-95322FCA19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B5AA6A5-2232-4BF0-A85D-FE8180CA78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04E653B-27E9-4F3B-A73F-A28D26CF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519B5CB-C6BE-49E0-B8C3-58740787DD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49A48C-023E-44BF-A37B-A8643AE4A6D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233C552-9197-4018-A465-960F4CEA514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97FEBB7-27AC-4584-B3B4-4959EC0F75E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AA6B109-EEDC-4A54-975B-0F97E5E780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E64034B-986B-419B-BBAB-3DDB3B653B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891B262-5920-4654-903C-A4B2D6DCC4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BCCC08-169A-472D-A41D-73AF791245B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CBE52CA-D146-4379-9384-A9C9BBA206F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18F177C-4A27-4BD4-87BA-295743B711B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5E7986F-F4FF-405F-AA8F-5B41922A96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9E72C89-68B0-4391-8990-6971E44086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51301F4-895D-477C-B4C0-6D8A1063EC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442F64-AB3E-4151-A2A8-09247B9AAC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722FB11-BF84-405A-AFFB-B27DD1ECE64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8B078DF-FDBC-4939-AB78-7434E63D50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7DA031C-A2E5-4852-AE62-0570F89E12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00836AE-14C2-43F4-9E8F-E388F87D14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1FB315B-A7BA-44EF-AF11-FF9E9405B00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58CB541-09C9-4C0A-858A-7992C644550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5495EF-5EED-43FB-8458-8E7E349BD0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A276B21-E35E-4778-BAA7-723ACA6D1B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FDBA387-8012-4CA8-B95E-CB3BD5FAA4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49e06231644439" /><Relationship Type="http://schemas.openxmlformats.org/officeDocument/2006/relationships/slideLayout" Target="/ppt/slideLayouts/slideLayout1.xml" Id="Ra8a8f8f06ad14cab" /><Relationship Type="http://schemas.openxmlformats.org/officeDocument/2006/relationships/slideLayout" Target="/ppt/slideLayouts/slideLayout2.xml" Id="R220ec9d63e9d4c3c" /><Relationship Type="http://schemas.openxmlformats.org/officeDocument/2006/relationships/slideLayout" Target="/ppt/slideLayouts/slideLayout3.xml" Id="R6123be627e8248ef" /><Relationship Type="http://schemas.openxmlformats.org/officeDocument/2006/relationships/slideLayout" Target="/ppt/slideLayouts/slideLayout4.xml" Id="R9a9e9471c2c54264" /><Relationship Type="http://schemas.openxmlformats.org/officeDocument/2006/relationships/slideLayout" Target="/ppt/slideLayouts/slideLayout5.xml" Id="R82f36d9e00a24e90" /><Relationship Type="http://schemas.openxmlformats.org/officeDocument/2006/relationships/slideLayout" Target="/ppt/slideLayouts/slideLayout6.xml" Id="Rb11108a4b5e647fd" /><Relationship Type="http://schemas.openxmlformats.org/officeDocument/2006/relationships/slideLayout" Target="/ppt/slideLayouts/slideLayout7.xml" Id="R1e46fc6aad05445f" /><Relationship Type="http://schemas.openxmlformats.org/officeDocument/2006/relationships/slideLayout" Target="/ppt/slideLayouts/slideLayout8.xml" Id="R5aefe891848d44c5" /><Relationship Type="http://schemas.openxmlformats.org/officeDocument/2006/relationships/slideLayout" Target="/ppt/slideLayouts/slideLayout9.xml" Id="R6f6456b6b3274579" /><Relationship Type="http://schemas.openxmlformats.org/officeDocument/2006/relationships/slideLayout" Target="/ppt/slideLayouts/slideLayout10.xml" Id="R69c5b4d02d904f2c" /><Relationship Type="http://schemas.openxmlformats.org/officeDocument/2006/relationships/slideLayout" Target="/ppt/slideLayouts/slideLayout11.xml" Id="R9e76894031854b4d" /></Relationships>
</file>

<file path=ppt/slideMasters/slideMaster1.xml><?xml version="1.0" encoding="utf-8"?>
<p:sldMaster xmlns:a="http://schemas.openxmlformats.org/drawingml/2006/main" xmlns:ns2="http://schemas.microsoft.com/office/drawing/2014/main" xmlns:p="http://schemas.openxmlformats.org/presentationml/2006/main" xmlns:r="http://schemas.openxmlformats.org/officeDocument/2006/relationships">
  <p:cSld>
    <p:bg>
      <p:bgRef idx="1001">
        <a:schemeClr val="bg1"/>
      </p:bgRef>
    </p:bg>
    <p:spTree>
      <p:nvGrpSpPr>
        <p:cNvPr id="1" name=""/>
        <p:cNvGrpSpPr/>
        <p:nvPr/>
      </p:nvGrpSpPr>
      <p:grpSpPr>
        <a:xfrm/>
      </p:grpSpPr>
      <p:sp>
        <p:nvSpPr>
          <p:cNvPr id="2" name="Title Placeholder 1">
            <a:extLst>
              <a:ext uri="{FF2B5EF4-FFF2-40B4-BE49-F238E27FC236}">
                <ns2:creationId id="{CD7AAD72-C7DB-4DB1-B32D-28BCACD5B363}"/>
              </a:ext>
            </a:extLst>
          </p:cNvPr>
          <p:cNvSpPr>
            <a:spLocks noGrp="1"/>
          </p:cNvSpPr>
          <p:nvPr>
            <p:ph type="title" idx="0"/>
          </p:nvPr>
        </p:nvSpPr>
        <p:spPr>
          <a:xfrm>
            <a:off x="457200" y="274638"/>
            <a:ext cx="8229600" cy="1143000"/>
          </a:xfrm>
          <a:prstGeom prst="rect">
            <a:avLst/>
          </a:prstGeom>
        </p:spPr>
        <p:txBody>
          <a:bodyPr vert="horz" lIns="91440" tIns="45720" rIns="91440" bIns="45720" anchor="ctr">
            <a:normAutofit/>
          </a:bodyPr>
          <a:lstStyle/>
          <a:p>
            <a:r>
              <a:t>Click to edit Master title style</a:t>
            </a:r>
            <a:endParaRPr/>
          </a:p>
        </p:txBody>
      </p:sp>
      <p:sp>
        <p:nvSpPr>
          <p:cNvPr id="3" name="Text Placeholder 2">
            <a:extLst>
              <a:ext uri="{FF2B5EF4-FFF2-40B4-BE49-F238E27FC236}">
                <ns2:creationId id="{396EE06F-C1AC-4CB4-8FDD-DC42CE80E54E}"/>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ns2:creationId id="{87E61B60-6A8F-4AA5-89D6-A801022B315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latin typeface="Alibaba PuHuiTi 3.0 55 Regular"/>
                <a:ea typeface="Alibaba PuHuiTi 3.0 55 Regular"/>
                <a:cs typeface="Alibaba PuHuiTi 3.0 55 Regular"/>
              </a:defRPr>
            </a:lvl1pPr>
          </a:lstStyle>
          <a:p>
            <a:fld id="{5BCAD085-E8A6-8845-BD4E-CB4CCA059FC4}" type="datetimeFigureOut">
              <a:t>1/27/13</a:t>
            </a:fld>
            <a:endParaRPr/>
          </a:p>
        </p:txBody>
      </p:sp>
      <p:sp>
        <p:nvSpPr>
          <p:cNvPr id="5" name="Footer Placeholder 4">
            <a:extLst>
              <a:ext uri="{FF2B5EF4-FFF2-40B4-BE49-F238E27FC236}">
                <ns2:creationId id="{A0A12A25-B136-4382-BED7-5894DC391C1C}"/>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latin typeface="Alibaba PuHuiTi 3.0 55 Regular"/>
                <a:ea typeface="Alibaba PuHuiTi 3.0 55 Regular"/>
                <a:cs typeface="Alibaba PuHuiTi 3.0 55 Regular"/>
              </a:defRPr>
            </a:lvl1pPr>
          </a:lstStyle>
          <a:p>
            <a:endParaRPr/>
          </a:p>
        </p:txBody>
      </p:sp>
      <p:sp>
        <p:nvSpPr>
          <p:cNvPr id="6" name="Slide Number Placeholder 5">
            <a:extLst>
              <a:ext uri="{FF2B5EF4-FFF2-40B4-BE49-F238E27FC236}">
                <ns2:creationId id="{76A7760D-185F-4DB6-871D-4D598F3403EF}"/>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latin typeface="Alibaba PuHuiTi 3.0 55 Regular"/>
                <a:ea typeface="Alibaba PuHuiTi 3.0 55 Regular"/>
                <a:cs typeface="Alibaba PuHuiTi 3.0 55 Regular"/>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a8a8f8f06ad14cab"/>
    <p:sldLayoutId id="2147483650" r:id="R220ec9d63e9d4c3c"/>
    <p:sldLayoutId id="2147483651" r:id="R6123be627e8248ef"/>
    <p:sldLayoutId id="2147483652" r:id="R9a9e9471c2c54264"/>
    <p:sldLayoutId id="2147483653" r:id="R82f36d9e00a24e90"/>
    <p:sldLayoutId id="2147483654" r:id="Rb11108a4b5e647fd"/>
    <p:sldLayoutId id="2147483655" r:id="R1e46fc6aad05445f"/>
    <p:sldLayoutId id="2147483656" r:id="R5aefe891848d44c5"/>
    <p:sldLayoutId id="2147483657" r:id="R6f6456b6b3274579"/>
    <p:sldLayoutId id="2147483658" r:id="R69c5b4d02d904f2c"/>
    <p:sldLayoutId id="2147483659" r:id="R9e76894031854b4d"/>
  </p:sldLayoutIdLst>
  <p:txStyles>
    <p:titleStyle>
      <a:lvl1pPr algn="ctr" defTabSz="457200">
        <a:spcBef>
          <a:spcPct val="0"/>
        </a:spcBef>
        <a:buNone/>
        <a:defRPr sz="4400" kern="1200">
          <a:solidFill>
            <a:schemeClr val="tx1"/>
          </a:solidFill>
          <a:latin typeface="Alibaba PuHuiTi 3.0 55 Regular"/>
          <a:ea typeface="Alibaba PuHuiTi 3.0 55 Regular"/>
          <a:cs typeface="Alibaba PuHuiTi 3.0 55 Regular"/>
        </a:defRPr>
      </a:lvl1pPr>
    </p:titleStyle>
    <p:bodyStyle>
      <a:lvl1pPr marL="342900" indent="-342900" algn="l" defTabSz="457200">
        <a:spcBef>
          <a:spcPct val="20000"/>
        </a:spcBef>
        <a:buFont typeface="Arial"/>
        <a:buChar char="•"/>
        <a:defRPr sz="3200" kern="1200">
          <a:solidFill>
            <a:schemeClr val="tx1"/>
          </a:solidFill>
          <a:latin typeface="Alibaba PuHuiTi 3.0 55 Regular"/>
          <a:ea typeface="Alibaba PuHuiTi 3.0 55 Regular"/>
          <a:cs typeface="Alibaba PuHuiTi 3.0 55 Regular"/>
        </a:defRPr>
      </a:lvl1pPr>
      <a:lvl2pPr marL="742950" indent="-285750" algn="l" defTabSz="457200">
        <a:spcBef>
          <a:spcPct val="20000"/>
        </a:spcBef>
        <a:buFont typeface="Arial"/>
        <a:buChar char="–"/>
        <a:defRPr sz="2800" kern="1200">
          <a:solidFill>
            <a:schemeClr val="tx1"/>
          </a:solidFill>
          <a:latin typeface="Alibaba PuHuiTi 3.0 55 Regular"/>
          <a:ea typeface="Alibaba PuHuiTi 3.0 55 Regular"/>
          <a:cs typeface="Alibaba PuHuiTi 3.0 55 Regular"/>
        </a:defRPr>
      </a:lvl2pPr>
      <a:lvl3pPr marL="1143000" indent="-228600" algn="l" defTabSz="457200">
        <a:spcBef>
          <a:spcPct val="20000"/>
        </a:spcBef>
        <a:buFont typeface="Arial"/>
        <a:buChar char="•"/>
        <a:defRPr sz="2400" kern="1200">
          <a:solidFill>
            <a:schemeClr val="tx1"/>
          </a:solidFill>
          <a:latin typeface="Alibaba PuHuiTi 3.0 55 Regular"/>
          <a:ea typeface="Alibaba PuHuiTi 3.0 55 Regular"/>
          <a:cs typeface="Alibaba PuHuiTi 3.0 55 Regular"/>
        </a:defRPr>
      </a:lvl3pPr>
      <a:lvl4pPr marL="1600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4pPr>
      <a:lvl5pPr marL="20574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5pPr>
      <a:lvl6pPr marL="25146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6pPr>
      <a:lvl7pPr marL="29718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7pPr>
      <a:lvl8pPr marL="34290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8pPr>
      <a:lvl9pPr marL="3886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9pPr>
    </p:bodyStyle>
    <p:otherStyle>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1d0d0db687c4d48" /><Relationship Type="http://schemas.openxmlformats.org/officeDocument/2006/relationships/notesSlide" Target="/ppt/notesSlides/notesSlide1.xml" Id="R3d57ac74c21843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6ac2e258174741e1" /><Relationship Type="http://schemas.openxmlformats.org/officeDocument/2006/relationships/image" Target="/ppt/media/image.png" Id="R8b3c1786b6ed47fd" /><Relationship Type="http://schemas.openxmlformats.org/officeDocument/2006/relationships/notesSlide" Target="/ppt/notesSlides/notesSlide2.xml" Id="Re54e59f4066f40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35adda3985f44724" /><Relationship Type="http://schemas.openxmlformats.org/officeDocument/2006/relationships/image" Target="/ppt/media/image2.png" Id="Rab88a6a3c01c445f" /><Relationship Type="http://schemas.openxmlformats.org/officeDocument/2006/relationships/notesSlide" Target="/ppt/notesSlides/notesSlide3.xml" Id="Re16bf99d257943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06cd5f7761be49a5" /><Relationship Type="http://schemas.openxmlformats.org/officeDocument/2006/relationships/notesSlide" Target="/ppt/notesSlides/notesSlide4.xml" Id="Rf42a640559884c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6fa0abe16845415e" /><Relationship Type="http://schemas.openxmlformats.org/officeDocument/2006/relationships/notesSlide" Target="/ppt/notesSlides/notesSlide5.xml" Id="Rfcf7de08751d48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57f80b48bfb4e7d" /><Relationship Type="http://schemas.openxmlformats.org/officeDocument/2006/relationships/notesSlide" Target="/ppt/notesSlides/notesSlide6.xml" Id="Rfc6d5c45fad14c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9d8a04d180b42a6" /><Relationship Type="http://schemas.openxmlformats.org/officeDocument/2006/relationships/notesSlide" Target="/ppt/notesSlides/notesSlide7.xml" Id="R2fcf0ac687fb4c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09430a55913b4f5e" /><Relationship Type="http://schemas.openxmlformats.org/officeDocument/2006/relationships/notesSlide" Target="/ppt/notesSlides/notesSlide8.xml" Id="R009ca589898149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018cc0f0062847c2" /><Relationship Type="http://schemas.openxmlformats.org/officeDocument/2006/relationships/image" Target="/ppt/media/image3.png" Id="R8f1147f71af04b5c" /><Relationship Type="http://schemas.openxmlformats.org/officeDocument/2006/relationships/notesSlide" Target="/ppt/notesSlides/notesSlide9.xml" Id="Rfd6c6181165f47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aaa3590969504a79" /><Relationship Type="http://schemas.openxmlformats.org/officeDocument/2006/relationships/notesSlide" Target="/ppt/notesSlides/notesSlide10.xml" Id="Rf36e131dbb4c49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c8731cd9f64b46cf" /><Relationship Type="http://schemas.openxmlformats.org/officeDocument/2006/relationships/notesSlide" Target="/ppt/notesSlides/notesSlide11.xml" Id="Rab221391b0da44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ae368b424cce49a0" /><Relationship Type="http://schemas.openxmlformats.org/officeDocument/2006/relationships/notesSlide" Target="/ppt/notesSlides/notesSlide12.xml" Id="Rf93d367f9b6647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04ac2170b5b740cf" /><Relationship Type="http://schemas.openxmlformats.org/officeDocument/2006/relationships/notesSlide" Target="/ppt/notesSlides/notesSlide13.xml" Id="Rdfb101429e3b40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bee714451775437c" /><Relationship Type="http://schemas.openxmlformats.org/officeDocument/2006/relationships/notesSlide" Target="/ppt/notesSlides/notesSlide14.xml" Id="Rab2e0b0bac3741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03088514b2c64b3b" /><Relationship Type="http://schemas.openxmlformats.org/officeDocument/2006/relationships/notesSlide" Target="/ppt/notesSlides/notesSlide15.xml" Id="R64d9fdd815df454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e2b0ac544c9b42e6" /><Relationship Type="http://schemas.openxmlformats.org/officeDocument/2006/relationships/notesSlide" Target="/ppt/notesSlides/notesSlide16.xml" Id="R98d73159a88c4da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075440b2b4e54013" /><Relationship Type="http://schemas.openxmlformats.org/officeDocument/2006/relationships/notesSlide" Target="/ppt/notesSlides/notesSlide17.xml" Id="R230d28d3698c42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c0c597694023412a" /><Relationship Type="http://schemas.openxmlformats.org/officeDocument/2006/relationships/notesSlide" Target="/ppt/notesSlides/notesSlide18.xml" Id="R2b454777412f41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e72f1e0f58874508" /><Relationship Type="http://schemas.openxmlformats.org/officeDocument/2006/relationships/notesSlide" Target="/ppt/notesSlides/notesSlide19.xml" Id="R45407e6bf22441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eb3b2611ea0840c5" /><Relationship Type="http://schemas.openxmlformats.org/officeDocument/2006/relationships/notesSlide" Target="/ppt/notesSlides/notesSlide20.xml" Id="R34f1005952b24a2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8e29fa113c354dfc" /><Relationship Type="http://schemas.openxmlformats.org/officeDocument/2006/relationships/notesSlide" Target="/ppt/notesSlides/notesSlide21.xml" Id="R705a1769b5224fa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ffe9712b8ec14bf2" /><Relationship Type="http://schemas.openxmlformats.org/officeDocument/2006/relationships/notesSlide" Target="/ppt/notesSlides/notesSlide22.xml" Id="Rc7e59d3f540f43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a4153cd5bfa6451f" /><Relationship Type="http://schemas.openxmlformats.org/officeDocument/2006/relationships/notesSlide" Target="/ppt/notesSlides/notesSlide23.xml" Id="Reba2b4a42957470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060adfa1670a4a2e" /><Relationship Type="http://schemas.openxmlformats.org/officeDocument/2006/relationships/notesSlide" Target="/ppt/notesSlides/notesSlide24.xml" Id="Ref284a3f7a08408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c599cca632304c08" /><Relationship Type="http://schemas.openxmlformats.org/officeDocument/2006/relationships/notesSlide" Target="/ppt/notesSlides/notesSlide25.xml" Id="Rf422a1e0556746b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619af55c66354597" /><Relationship Type="http://schemas.openxmlformats.org/officeDocument/2006/relationships/notesSlide" Target="/ppt/notesSlides/notesSlide26.xml" Id="R3d5e5ed3d90f47a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b333d47642924283" /><Relationship Type="http://schemas.openxmlformats.org/officeDocument/2006/relationships/notesSlide" Target="/ppt/notesSlides/notesSlide27.xml" Id="Rd6245ee14fc54e3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289fccc569bb4281" /><Relationship Type="http://schemas.openxmlformats.org/officeDocument/2006/relationships/notesSlide" Target="/ppt/notesSlides/notesSlide28.xml" Id="R9ca2beff75ad478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96b7bc3f0c0e49b1" /><Relationship Type="http://schemas.openxmlformats.org/officeDocument/2006/relationships/notesSlide" Target="/ppt/notesSlides/notesSlide29.xml" Id="Rbbebba2c3a744d5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9e19a695075143ba" /><Relationship Type="http://schemas.openxmlformats.org/officeDocument/2006/relationships/notesSlide" Target="/ppt/notesSlides/notesSlide30.xml" Id="R91eba7cf66d34b3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9377dbae58e34e7b" /><Relationship Type="http://schemas.openxmlformats.org/officeDocument/2006/relationships/notesSlide" Target="/ppt/notesSlides/notesSlide31.xml" Id="R1033e29a52ff43b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e6bb91178035461c" /><Relationship Type="http://schemas.openxmlformats.org/officeDocument/2006/relationships/notesSlide" Target="/ppt/notesSlides/notesSlide32.xml" Id="R6ae2ca5f822b407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e9a488b169574385" /><Relationship Type="http://schemas.openxmlformats.org/officeDocument/2006/relationships/notesSlide" Target="/ppt/notesSlides/notesSlide33.xml" Id="Rb8dd37f868964f4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d42c66a283dd49d3" /><Relationship Type="http://schemas.openxmlformats.org/officeDocument/2006/relationships/notesSlide" Target="/ppt/notesSlides/notesSlide34.xml" Id="Rbbb6fcd6b1524a1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5e5d58f24aea4b83" /><Relationship Type="http://schemas.openxmlformats.org/officeDocument/2006/relationships/notesSlide" Target="/ppt/notesSlides/notesSlide35.xml" Id="R02e0110af25743e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210cb795b1984a0f" /><Relationship Type="http://schemas.openxmlformats.org/officeDocument/2006/relationships/notesSlide" Target="/ppt/notesSlides/notesSlide36.xml" Id="R9ea47587742e48f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7.xml" Id="Rd3253213fd514404" /><Relationship Type="http://schemas.openxmlformats.org/officeDocument/2006/relationships/notesSlide" Target="/ppt/notesSlides/notesSlide37.xml" Id="R8f62ab2b879e4ea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59f41b68915342ba" /><Relationship Type="http://schemas.openxmlformats.org/officeDocument/2006/relationships/notesSlide" Target="/ppt/notesSlides/notesSlide38.xml" Id="Rded3d17f5ad1404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7.xml" Id="Rcb2c99dfd3ef4929" /><Relationship Type="http://schemas.openxmlformats.org/officeDocument/2006/relationships/notesSlide" Target="/ppt/notesSlides/notesSlide39.xml" Id="Rd8f9c25579b64c5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7.xml" Id="R694f456b063d4a86" /><Relationship Type="http://schemas.openxmlformats.org/officeDocument/2006/relationships/notesSlide" Target="/ppt/notesSlides/notesSlide40.xml" Id="R7851110c63d0466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7.xml" Id="R4f3b7c6b447f4846" /><Relationship Type="http://schemas.openxmlformats.org/officeDocument/2006/relationships/notesSlide" Target="/ppt/notesSlides/notesSlide41.xml" Id="Rf5778c007fba4bb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7.xml" Id="Ra4b03a13d95a4c5c" /><Relationship Type="http://schemas.openxmlformats.org/officeDocument/2006/relationships/notesSlide" Target="/ppt/notesSlides/notesSlide42.xml" Id="R017c92cbe13f41c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ff1c5a1900bc4fcd" /><Relationship Type="http://schemas.openxmlformats.org/officeDocument/2006/relationships/notesSlide" Target="/ppt/notesSlides/notesSlide43.xml" Id="R6f16422321694cd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7.xml" Id="R8d5370fce41844f4" /><Relationship Type="http://schemas.openxmlformats.org/officeDocument/2006/relationships/notesSlide" Target="/ppt/notesSlides/notesSlide44.xml" Id="Rb490656893cc41b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7.xml" Id="Rd8a948144d59407a" /><Relationship Type="http://schemas.openxmlformats.org/officeDocument/2006/relationships/notesSlide" Target="/ppt/notesSlides/notesSlide45.xml" Id="R619b0e6e8c5b465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7.xml" Id="R4c6699172d5b4d9b" /><Relationship Type="http://schemas.openxmlformats.org/officeDocument/2006/relationships/notesSlide" Target="/ppt/notesSlides/notesSlide46.xml" Id="R9984631156224b6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7.xml" Id="Rcd0aa165214449b0" /><Relationship Type="http://schemas.openxmlformats.org/officeDocument/2006/relationships/notesSlide" Target="/ppt/notesSlides/notesSlide47.xml" Id="R85092474181f435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7.xml" Id="R9d782acadd124943" /><Relationship Type="http://schemas.openxmlformats.org/officeDocument/2006/relationships/notesSlide" Target="/ppt/notesSlides/notesSlide48.xml" Id="R5383b9c073a047a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7.xml" Id="Rad8855ff46fc4ea7" /><Relationship Type="http://schemas.openxmlformats.org/officeDocument/2006/relationships/notesSlide" Target="/ppt/notesSlides/notesSlide49.xml" Id="R369ecf53782f407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7.xml" Id="Rf1c1cc0a369444fe" /><Relationship Type="http://schemas.openxmlformats.org/officeDocument/2006/relationships/notesSlide" Target="/ppt/notesSlides/notesSlide50.xml" Id="R99beb26e78f64f2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7.xml" Id="Rfec428708d034eea" /><Relationship Type="http://schemas.openxmlformats.org/officeDocument/2006/relationships/notesSlide" Target="/ppt/notesSlides/notesSlide51.xml" Id="Rc06052d6c63f4fc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7.xml" Id="Rd7b95ebb48e1401a" /><Relationship Type="http://schemas.openxmlformats.org/officeDocument/2006/relationships/notesSlide" Target="/ppt/notesSlides/notesSlide52.xml" Id="R18954ec6c4d64db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7.xml" Id="Rf4eac6223e4c447a" /><Relationship Type="http://schemas.openxmlformats.org/officeDocument/2006/relationships/notesSlide" Target="/ppt/notesSlides/notesSlide53.xml" Id="R987634406e184f2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7.xml" Id="Rb87e608015ba46b1" /><Relationship Type="http://schemas.openxmlformats.org/officeDocument/2006/relationships/notesSlide" Target="/ppt/notesSlides/notesSlide54.xml" Id="R4252825de6fe4f6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7.xml" Id="Rf9223d5e37e04d56" /><Relationship Type="http://schemas.openxmlformats.org/officeDocument/2006/relationships/notesSlide" Target="/ppt/notesSlides/notesSlide55.xml" Id="R42bc188035c64ad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7.xml" Id="R0e115b167ccd455d" /><Relationship Type="http://schemas.openxmlformats.org/officeDocument/2006/relationships/notesSlide" Target="/ppt/notesSlides/notesSlide56.xml" Id="R0c6a8de22b2746c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7.xml" Id="R3736eb88907d4e32" /><Relationship Type="http://schemas.openxmlformats.org/officeDocument/2006/relationships/notesSlide" Target="/ppt/notesSlides/notesSlide57.xml" Id="R6cbc688ae18b465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7.xml" Id="R8414f14ac7ba4981" /><Relationship Type="http://schemas.openxmlformats.org/officeDocument/2006/relationships/notesSlide" Target="/ppt/notesSlides/notesSlide58.xml" Id="R3a190c108b7640b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7.xml" Id="R633558f1a19e4456" /><Relationship Type="http://schemas.openxmlformats.org/officeDocument/2006/relationships/notesSlide" Target="/ppt/notesSlides/notesSlide59.xml" Id="R563508d98998497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7.xml" Id="R7331c6f4d1154653" /><Relationship Type="http://schemas.openxmlformats.org/officeDocument/2006/relationships/notesSlide" Target="/ppt/notesSlides/notesSlide60.xml" Id="Rfbefcab3cf324914" /></Relationships>
</file>

<file path=ppt/slides/_rels/slide61.xml.rels>&#65279;<?xml version="1.0" encoding="utf-8"?><Relationships xmlns="http://schemas.openxmlformats.org/package/2006/relationships"><Relationship Type="http://schemas.openxmlformats.org/officeDocument/2006/relationships/slideLayout" Target="/ppt/slideLayouts/slideLayout7.xml" Id="Rab3e7426700243ae" /><Relationship Type="http://schemas.openxmlformats.org/officeDocument/2006/relationships/notesSlide" Target="/ppt/notesSlides/notesSlide61.xml" Id="R3bd782fcf63a43f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7.xml" Id="R468d37438389449d" /><Relationship Type="http://schemas.openxmlformats.org/officeDocument/2006/relationships/notesSlide" Target="/ppt/notesSlides/notesSlide62.xml" Id="R780fc321f9a1454f" /></Relationships>
</file>

<file path=ppt/slides/_rels/slide63.xml.rels>&#65279;<?xml version="1.0" encoding="utf-8"?><Relationships xmlns="http://schemas.openxmlformats.org/package/2006/relationships"><Relationship Type="http://schemas.openxmlformats.org/officeDocument/2006/relationships/slideLayout" Target="/ppt/slideLayouts/slideLayout7.xml" Id="R87897f291bf44c6b" /><Relationship Type="http://schemas.openxmlformats.org/officeDocument/2006/relationships/notesSlide" Target="/ppt/notesSlides/notesSlide63.xml" Id="R273df6fc701948b2" /></Relationships>
</file>

<file path=ppt/slides/_rels/slide64.xml.rels>&#65279;<?xml version="1.0" encoding="utf-8"?><Relationships xmlns="http://schemas.openxmlformats.org/package/2006/relationships"><Relationship Type="http://schemas.openxmlformats.org/officeDocument/2006/relationships/slideLayout" Target="/ppt/slideLayouts/slideLayout7.xml" Id="R5f1881bee7324f4c" /><Relationship Type="http://schemas.openxmlformats.org/officeDocument/2006/relationships/notesSlide" Target="/ppt/notesSlides/notesSlide64.xml" Id="R6d640cf7f5ef477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7.xml" Id="Rfbd308e2bfe64c2d" /><Relationship Type="http://schemas.openxmlformats.org/officeDocument/2006/relationships/notesSlide" Target="/ppt/notesSlides/notesSlide65.xml" Id="R6e4297da04574fb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7.xml" Id="R7ed3a809e4684087" /><Relationship Type="http://schemas.openxmlformats.org/officeDocument/2006/relationships/notesSlide" Target="/ppt/notesSlides/notesSlide66.xml" Id="R5a79cf6081fa4040" /></Relationships>
</file>

<file path=ppt/slides/_rels/slide67.xml.rels>&#65279;<?xml version="1.0" encoding="utf-8"?><Relationships xmlns="http://schemas.openxmlformats.org/package/2006/relationships"><Relationship Type="http://schemas.openxmlformats.org/officeDocument/2006/relationships/slideLayout" Target="/ppt/slideLayouts/slideLayout7.xml" Id="R85df5478bebc4344" /><Relationship Type="http://schemas.openxmlformats.org/officeDocument/2006/relationships/notesSlide" Target="/ppt/notesSlides/notesSlide67.xml" Id="R1fde7788aba74cac" /></Relationships>
</file>

<file path=ppt/slides/_rels/slide68.xml.rels>&#65279;<?xml version="1.0" encoding="utf-8"?><Relationships xmlns="http://schemas.openxmlformats.org/package/2006/relationships"><Relationship Type="http://schemas.openxmlformats.org/officeDocument/2006/relationships/slideLayout" Target="/ppt/slideLayouts/slideLayout7.xml" Id="R7d7c3d46e6ca42f0" /><Relationship Type="http://schemas.openxmlformats.org/officeDocument/2006/relationships/notesSlide" Target="/ppt/notesSlides/notesSlide68.xml" Id="Rf29d207077804760" /></Relationships>
</file>

<file path=ppt/slides/_rels/slide69.xml.rels>&#65279;<?xml version="1.0" encoding="utf-8"?><Relationships xmlns="http://schemas.openxmlformats.org/package/2006/relationships"><Relationship Type="http://schemas.openxmlformats.org/officeDocument/2006/relationships/slideLayout" Target="/ppt/slideLayouts/slideLayout7.xml" Id="Rd1d085d9fdfc4fa3" /><Relationship Type="http://schemas.openxmlformats.org/officeDocument/2006/relationships/notesSlide" Target="/ppt/notesSlides/notesSlide69.xml" Id="Red6aeb763dbc4c53" /></Relationships>
</file>

<file path=ppt/slides/_rels/slide70.xml.rels>&#65279;<?xml version="1.0" encoding="utf-8"?><Relationships xmlns="http://schemas.openxmlformats.org/package/2006/relationships"><Relationship Type="http://schemas.openxmlformats.org/officeDocument/2006/relationships/slideLayout" Target="/ppt/slideLayouts/slideLayout7.xml" Id="R75375824e0a244ae" /><Relationship Type="http://schemas.openxmlformats.org/officeDocument/2006/relationships/notesSlide" Target="/ppt/notesSlides/notesSlide70.xml" Id="Rfbbc3b71927a47de" /></Relationships>
</file>

<file path=ppt/slides/_rels/slide71.xml.rels>&#65279;<?xml version="1.0" encoding="utf-8"?><Relationships xmlns="http://schemas.openxmlformats.org/package/2006/relationships"><Relationship Type="http://schemas.openxmlformats.org/officeDocument/2006/relationships/slideLayout" Target="/ppt/slideLayouts/slideLayout7.xml" Id="R166662a6c43b4235" /><Relationship Type="http://schemas.openxmlformats.org/officeDocument/2006/relationships/notesSlide" Target="/ppt/notesSlides/notesSlide71.xml" Id="R425efcefa82041ec" /></Relationships>
</file>

<file path=ppt/slides/_rels/slide72.xml.rels>&#65279;<?xml version="1.0" encoding="utf-8"?><Relationships xmlns="http://schemas.openxmlformats.org/package/2006/relationships"><Relationship Type="http://schemas.openxmlformats.org/officeDocument/2006/relationships/slideLayout" Target="/ppt/slideLayouts/slideLayout7.xml" Id="Rf10d8b1c499645b9" /><Relationship Type="http://schemas.openxmlformats.org/officeDocument/2006/relationships/notesSlide" Target="/ppt/notesSlides/notesSlide72.xml" Id="Rf39dc8aa8f0b4151" /></Relationships>
</file>

<file path=ppt/slides/_rels/slide73.xml.rels>&#65279;<?xml version="1.0" encoding="utf-8"?><Relationships xmlns="http://schemas.openxmlformats.org/package/2006/relationships"><Relationship Type="http://schemas.openxmlformats.org/officeDocument/2006/relationships/slideLayout" Target="/ppt/slideLayouts/slideLayout7.xml" Id="Ra688a3e475d44dd3" /><Relationship Type="http://schemas.openxmlformats.org/officeDocument/2006/relationships/notesSlide" Target="/ppt/notesSlides/notesSlide73.xml" Id="R9aae94fe0bcb4dd5" /></Relationships>
</file>

<file path=ppt/slides/_rels/slide74.xml.rels>&#65279;<?xml version="1.0" encoding="utf-8"?><Relationships xmlns="http://schemas.openxmlformats.org/package/2006/relationships"><Relationship Type="http://schemas.openxmlformats.org/officeDocument/2006/relationships/slideLayout" Target="/ppt/slideLayouts/slideLayout7.xml" Id="Rc3176a199723474e" /><Relationship Type="http://schemas.openxmlformats.org/officeDocument/2006/relationships/notesSlide" Target="/ppt/notesSlides/notesSlide74.xml" Id="Rfa8c8c5027244d3b" /></Relationships>
</file>

<file path=ppt/slides/_rels/slide75.xml.rels>&#65279;<?xml version="1.0" encoding="utf-8"?><Relationships xmlns="http://schemas.openxmlformats.org/package/2006/relationships"><Relationship Type="http://schemas.openxmlformats.org/officeDocument/2006/relationships/slideLayout" Target="/ppt/slideLayouts/slideLayout7.xml" Id="R9ab52b7bc9ff4556" /><Relationship Type="http://schemas.openxmlformats.org/officeDocument/2006/relationships/image" Target="/ppt/media/image4.png" Id="R81322c0d102148d6" /><Relationship Type="http://schemas.openxmlformats.org/officeDocument/2006/relationships/image" Target="/ppt/media/image5.png" Id="Rac59e1f2450c48f2" /><Relationship Type="http://schemas.openxmlformats.org/officeDocument/2006/relationships/notesSlide" Target="/ppt/notesSlides/notesSlide75.xml" Id="R7374970e01704a13" /></Relationships>
</file>

<file path=ppt/slides/_rels/slide76.xml.rels>&#65279;<?xml version="1.0" encoding="utf-8"?><Relationships xmlns="http://schemas.openxmlformats.org/package/2006/relationships"><Relationship Type="http://schemas.openxmlformats.org/officeDocument/2006/relationships/slideLayout" Target="/ppt/slideLayouts/slideLayout7.xml" Id="R389b5010e58c458e" /><Relationship Type="http://schemas.openxmlformats.org/officeDocument/2006/relationships/image" Target="/ppt/media/image6.png" Id="R5fdf54051cf140b9" /><Relationship Type="http://schemas.openxmlformats.org/officeDocument/2006/relationships/image" Target="/ppt/media/image7.png" Id="R6b12f1c5cf39470f" /><Relationship Type="http://schemas.openxmlformats.org/officeDocument/2006/relationships/image" Target="/ppt/media/image8.png" Id="R861666cd5dc24685" /><Relationship Type="http://schemas.openxmlformats.org/officeDocument/2006/relationships/image" Target="/ppt/media/image9.png" Id="R4932d36caac040e0" /><Relationship Type="http://schemas.openxmlformats.org/officeDocument/2006/relationships/notesSlide" Target="/ppt/notesSlides/notesSlide76.xml" Id="R4334236f2ca14235" /></Relationships>
</file>

<file path=ppt/slides/_rels/slide77.xml.rels>&#65279;<?xml version="1.0" encoding="utf-8"?><Relationships xmlns="http://schemas.openxmlformats.org/package/2006/relationships"><Relationship Type="http://schemas.openxmlformats.org/officeDocument/2006/relationships/slideLayout" Target="/ppt/slideLayouts/slideLayout7.xml" Id="Rdd8bdb6939654247" /><Relationship Type="http://schemas.openxmlformats.org/officeDocument/2006/relationships/image" Target="/ppt/media/image6.png" Id="Re94fb92acd9f469a" /><Relationship Type="http://schemas.openxmlformats.org/officeDocument/2006/relationships/image" Target="/ppt/media/image7.png" Id="Ra722e3f5098549f6" /><Relationship Type="http://schemas.openxmlformats.org/officeDocument/2006/relationships/image" Target="/ppt/media/image8.png" Id="R0052bbb7987a418e" /><Relationship Type="http://schemas.openxmlformats.org/officeDocument/2006/relationships/image" Target="/ppt/media/image9.png" Id="Rad183593b2cc4c72" /><Relationship Type="http://schemas.openxmlformats.org/officeDocument/2006/relationships/notesSlide" Target="/ppt/notesSlides/notesSlide77.xml" Id="R17a4af4eba414298" /></Relationships>
</file>

<file path=ppt/slides/_rels/slide78.xml.rels>&#65279;<?xml version="1.0" encoding="utf-8"?><Relationships xmlns="http://schemas.openxmlformats.org/package/2006/relationships"><Relationship Type="http://schemas.openxmlformats.org/officeDocument/2006/relationships/slideLayout" Target="/ppt/slideLayouts/slideLayout7.xml" Id="R91869a919e954ca2" /><Relationship Type="http://schemas.openxmlformats.org/officeDocument/2006/relationships/notesSlide" Target="/ppt/notesSlides/notesSlide78.xml" Id="Rddcc44c40aff497b" /></Relationships>
</file>

<file path=ppt/slides/_rels/slide79.xml.rels>&#65279;<?xml version="1.0" encoding="utf-8"?><Relationships xmlns="http://schemas.openxmlformats.org/package/2006/relationships"><Relationship Type="http://schemas.openxmlformats.org/officeDocument/2006/relationships/slideLayout" Target="/ppt/slideLayouts/slideLayout7.xml" Id="Rfba9414bd02e4a7c" /><Relationship Type="http://schemas.openxmlformats.org/officeDocument/2006/relationships/image" Target="/ppt/media/image10.png" Id="R23f9a469a8aa4f0e" /><Relationship Type="http://schemas.openxmlformats.org/officeDocument/2006/relationships/image" Target="/ppt/media/image11.png" Id="Rfce78d24e9f74010" /><Relationship Type="http://schemas.openxmlformats.org/officeDocument/2006/relationships/notesSlide" Target="/ppt/notesSlides/notesSlide79.xml" Id="R0ec25076e148452b" /></Relationships>
</file>

<file path=ppt/slides/_rels/slide80.xml.rels>&#65279;<?xml version="1.0" encoding="utf-8"?><Relationships xmlns="http://schemas.openxmlformats.org/package/2006/relationships"><Relationship Type="http://schemas.openxmlformats.org/officeDocument/2006/relationships/slideLayout" Target="/ppt/slideLayouts/slideLayout7.xml" Id="R6a341ac343fa44bf" /><Relationship Type="http://schemas.openxmlformats.org/officeDocument/2006/relationships/notesSlide" Target="/ppt/notesSlides/notesSlide80.xml" Id="R72b95ee560c8456d" /></Relationships>
</file>

<file path=ppt/slides/_rels/slide81.xml.rels>&#65279;<?xml version="1.0" encoding="utf-8"?><Relationships xmlns="http://schemas.openxmlformats.org/package/2006/relationships"><Relationship Type="http://schemas.openxmlformats.org/officeDocument/2006/relationships/slideLayout" Target="/ppt/slideLayouts/slideLayout7.xml" Id="R778147a376ee4a9c" /><Relationship Type="http://schemas.openxmlformats.org/officeDocument/2006/relationships/notesSlide" Target="/ppt/notesSlides/notesSlide81.xml" Id="Ra6fee005b0e14354" /></Relationships>
</file>

<file path=ppt/slides/_rels/slide82.xml.rels>&#65279;<?xml version="1.0" encoding="utf-8"?><Relationships xmlns="http://schemas.openxmlformats.org/package/2006/relationships"><Relationship Type="http://schemas.openxmlformats.org/officeDocument/2006/relationships/slideLayout" Target="/ppt/slideLayouts/slideLayout7.xml" Id="R32b194f25c3c4476" /><Relationship Type="http://schemas.openxmlformats.org/officeDocument/2006/relationships/notesSlide" Target="/ppt/notesSlides/notesSlide82.xml" Id="R141c4ab099314e59" /></Relationships>
</file>

<file path=ppt/slides/_rels/slide83.xml.rels>&#65279;<?xml version="1.0" encoding="utf-8"?><Relationships xmlns="http://schemas.openxmlformats.org/package/2006/relationships"><Relationship Type="http://schemas.openxmlformats.org/officeDocument/2006/relationships/slideLayout" Target="/ppt/slideLayouts/slideLayout7.xml" Id="R8235f9778bfc4726" /><Relationship Type="http://schemas.openxmlformats.org/officeDocument/2006/relationships/notesSlide" Target="/ppt/notesSlides/notesSlide83.xml" Id="R6d1622aafc6d4470" /></Relationships>
</file>

<file path=ppt/slides/_rels/slide84.xml.rels>&#65279;<?xml version="1.0" encoding="utf-8"?><Relationships xmlns="http://schemas.openxmlformats.org/package/2006/relationships"><Relationship Type="http://schemas.openxmlformats.org/officeDocument/2006/relationships/slideLayout" Target="/ppt/slideLayouts/slideLayout7.xml" Id="R9363f61be3564bc7" /><Relationship Type="http://schemas.openxmlformats.org/officeDocument/2006/relationships/notesSlide" Target="/ppt/notesSlides/notesSlide84.xml" Id="R6ca7bc46afa34521" /></Relationships>
</file>

<file path=ppt/slides/_rels/slide85.xml.rels>&#65279;<?xml version="1.0" encoding="utf-8"?><Relationships xmlns="http://schemas.openxmlformats.org/package/2006/relationships"><Relationship Type="http://schemas.openxmlformats.org/officeDocument/2006/relationships/slideLayout" Target="/ppt/slideLayouts/slideLayout7.xml" Id="R971ad8266faf4b4c" /><Relationship Type="http://schemas.openxmlformats.org/officeDocument/2006/relationships/notesSlide" Target="/ppt/notesSlides/notesSlide85.xml" Id="R5d745d24cc4146c3" /></Relationships>
</file>

<file path=ppt/slides/_rels/slide86.xml.rels>&#65279;<?xml version="1.0" encoding="utf-8"?><Relationships xmlns="http://schemas.openxmlformats.org/package/2006/relationships"><Relationship Type="http://schemas.openxmlformats.org/officeDocument/2006/relationships/slideLayout" Target="/ppt/slideLayouts/slideLayout7.xml" Id="R33c17e00451d4cbb" /><Relationship Type="http://schemas.openxmlformats.org/officeDocument/2006/relationships/notesSlide" Target="/ppt/notesSlides/notesSlide86.xml" Id="R2daf093cebf24e2c" /></Relationships>
</file>

<file path=ppt/slides/_rels/slide87.xml.rels>&#65279;<?xml version="1.0" encoding="utf-8"?><Relationships xmlns="http://schemas.openxmlformats.org/package/2006/relationships"><Relationship Type="http://schemas.openxmlformats.org/officeDocument/2006/relationships/slideLayout" Target="/ppt/slideLayouts/slideLayout7.xml" Id="R21d2ec18aeea4e16" /><Relationship Type="http://schemas.openxmlformats.org/officeDocument/2006/relationships/notesSlide" Target="/ppt/notesSlides/notesSlide87.xml" Id="Rf176624eb4f74a43" /></Relationships>
</file>

<file path=ppt/slides/_rels/slide88.xml.rels>&#65279;<?xml version="1.0" encoding="utf-8"?><Relationships xmlns="http://schemas.openxmlformats.org/package/2006/relationships"><Relationship Type="http://schemas.openxmlformats.org/officeDocument/2006/relationships/slideLayout" Target="/ppt/slideLayouts/slideLayout7.xml" Id="R7ace86703d6042ec" /><Relationship Type="http://schemas.openxmlformats.org/officeDocument/2006/relationships/notesSlide" Target="/ppt/notesSlides/notesSlide88.xml" Id="R43657c01ad0349a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F532A61-BE87-4AC7-919F-D18905BE81B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A13DA3-366D-4E5A-9D85-F3AE438165B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9CBAC89-9B51-4AA2-AD00-790193A3991D}"/>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声音怎样变成0和1？</a:t>
            </a:r>
          </a:p>
        </p:txBody>
      </p:sp>
      <p:sp>
        <p:nvSpPr>
          <p:cNvPr id="5" name="TextBox 4">
            <a:extLst xmlns:a="http://schemas.openxmlformats.org/drawingml/2006/main">
              <a:ext uri="{FF2B5EF4-FFF2-40B4-BE49-F238E27FC236}">
                <a16:creationId xmlns:a16="http://schemas.microsoft.com/office/drawing/2014/main" id="{7EF4285C-1D96-4CAA-962A-1B5C493372A4}"/>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第一课时｜从声音到数字音频</a:t>
            </a:r>
          </a:p>
        </p:txBody>
      </p:sp>
    </p:spTree>
    <p:extLst>
      <p:ext uri="{BB962C8B-B14F-4D97-AF65-F5344CB8AC3E}">
        <p14:creationId xmlns:p14="http://schemas.microsoft.com/office/powerpoint/2010/main" val="1311739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6929DE2-02F7-461C-B2EC-FF94F68B16D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A11E05-4770-4C02-9F90-D612B20467E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4AED58-8F25-4E3D-9184-B30A0F8C980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文字、图像能编码，声音呢？</a:t>
            </a:r>
          </a:p>
        </p:txBody>
      </p:sp>
      <p:sp>
        <p:nvSpPr>
          <p:cNvPr id="5" name="known-text">
            <a:extLst xmlns:a="http://schemas.openxmlformats.org/drawingml/2006/main">
              <a:ext uri="{FF2B5EF4-FFF2-40B4-BE49-F238E27FC236}">
                <a16:creationId xmlns:a16="http://schemas.microsoft.com/office/drawing/2014/main" id="{6963490E-E0CC-4809-9DC2-73D38B39C24F}"/>
              </a:ext>
            </a:extLst>
          </p:cNvPr>
          <p:cNvSpPr>
            <a:spLocks xmlns:a="http://schemas.openxmlformats.org/drawingml/2006/main" noGrp="1"/>
          </p:cNvSpPr>
          <p:nvPr/>
        </p:nvSpPr>
        <p:spPr>
          <a:xfrm xmlns:a="http://schemas.openxmlformats.org/drawingml/2006/main">
            <a:off x="609600" y="21431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文字 → 编码</a:t>
            </a:r>
          </a:p>
        </p:txBody>
      </p:sp>
      <p:sp>
        <p:nvSpPr>
          <p:cNvPr id="6" name="known-image">
            <a:extLst xmlns:a="http://schemas.openxmlformats.org/drawingml/2006/main">
              <a:ext uri="{FF2B5EF4-FFF2-40B4-BE49-F238E27FC236}">
                <a16:creationId xmlns:a16="http://schemas.microsoft.com/office/drawing/2014/main" id="{B8892108-A65F-41BE-B1AF-1185CB6824C1}"/>
              </a:ext>
            </a:extLst>
          </p:cNvPr>
          <p:cNvSpPr>
            <a:spLocks xmlns:a="http://schemas.openxmlformats.org/drawingml/2006/main" noGrp="1"/>
          </p:cNvSpPr>
          <p:nvPr/>
        </p:nvSpPr>
        <p:spPr>
          <a:xfrm xmlns:a="http://schemas.openxmlformats.org/drawingml/2006/main">
            <a:off x="609600" y="31908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图像 → 编码</a:t>
            </a:r>
          </a:p>
        </p:txBody>
      </p:sp>
      <p:sp>
        <p:nvSpPr>
          <p:cNvPr id="7" name="current-question">
            <a:extLst xmlns:a="http://schemas.openxmlformats.org/drawingml/2006/main">
              <a:ext uri="{FF2B5EF4-FFF2-40B4-BE49-F238E27FC236}">
                <a16:creationId xmlns:a16="http://schemas.microsoft.com/office/drawing/2014/main" id="{0851E32F-3D03-4F67-876C-B18712B96AE9}"/>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300" b="1">
                <a:solidFill>
                  <a:srgbClr val="262626"/>
                </a:solidFill>
                <a:latin typeface="Alibaba PuHuiTi 3.0 115 Black"/>
                <a:ea typeface="Alibaba PuHuiTi 3.0 115 Black"/>
                <a:cs typeface="Alibaba PuHuiTi 3.0 115 Black"/>
              </a:defRPr>
            </a:pPr>
            <a:r>
              <a:rPr sz="3300" b="1">
                <a:solidFill>
                  <a:srgbClr val="262626"/>
                </a:solidFill>
                <a:latin typeface="Alibaba PuHuiTi 3.0 115 Black"/>
                <a:ea typeface="Alibaba PuHuiTi 3.0 115 Black"/>
                <a:cs typeface="Alibaba PuHuiTi 3.0 115 Black"/>
              </a:rPr>
              <a:t>声音 → ？</a:t>
            </a:r>
          </a:p>
        </p:txBody>
      </p:sp>
      <p:sp>
        <p:nvSpPr>
          <p:cNvPr id="8" name="recording-question">
            <a:extLst xmlns:a="http://schemas.openxmlformats.org/drawingml/2006/main">
              <a:ext uri="{FF2B5EF4-FFF2-40B4-BE49-F238E27FC236}">
                <a16:creationId xmlns:a16="http://schemas.microsoft.com/office/drawing/2014/main" id="{6F8F495E-96A3-4C97-9FB1-2BDA21B4705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手机为什么能把说话声保存成文件？</a:t>
            </a:r>
          </a:p>
        </p:txBody>
      </p:sp>
      <p:pic>
        <p:nvPicPr>
          <p:cNvPr id="9" name="">
            <a:extLst xmlns:a="http://schemas.openxmlformats.org/drawingml/2006/main">
              <a:ext uri="{FF2B5EF4-FFF2-40B4-BE49-F238E27FC236}">
                <a16:creationId xmlns:a16="http://schemas.microsoft.com/office/drawing/2014/main" id="{7BBFE4B8-1426-4617-912E-F23F6D0A9571}"/>
              </a:ext>
            </a:extLst>
          </p:cNvPr>
          <p:cNvPicPr>
            <a:picLocks xmlns:a="http://schemas.openxmlformats.org/drawingml/2006/main" noChangeAspect="1"/>
          </p:cNvPicPr>
          <p:nvPr/>
        </p:nvPicPr>
        <p:blipFill>
          <a:blip xmlns:r="http://schemas.openxmlformats.org/officeDocument/2006/relationships" xmlns:a="http://schemas.openxmlformats.org/drawingml/2006/main" r:embed="R8b3c1786b6ed47fd"/>
          <a:stretch xmlns:a="http://schemas.openxmlformats.org/drawingml/2006/main"/>
        </p:blipFill>
        <p:spPr>
          <a:xfrm xmlns:a="http://schemas.openxmlformats.org/drawingml/2006/main">
            <a:off x="6381750" y="1581150"/>
            <a:ext cx="5105400" cy="3829050"/>
          </a:xfrm>
          <a:prstGeom xmlns:a="http://schemas.openxmlformats.org/drawingml/2006/main" prst="rect">
            <a:avLst/>
          </a:prstGeom>
        </p:spPr>
      </p:pic>
    </p:spTree>
    <p:extLst>
      <p:ext uri="{BB962C8B-B14F-4D97-AF65-F5344CB8AC3E}">
        <p14:creationId xmlns:p14="http://schemas.microsoft.com/office/powerpoint/2010/main" val="12953563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B25DE94-8CCD-4C77-B872-534D9D8DA13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5F86909-7944-4BD6-8935-9A2648CFC3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07CE13E-7669-447B-A2CA-A6DF171FC2B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振动怎样把声音传到麦克风？</a:t>
            </a:r>
          </a:p>
        </p:txBody>
      </p:sp>
      <p:pic>
        <p:nvPicPr>
          <p:cNvPr id="5" name="">
            <a:extLst xmlns:a="http://schemas.openxmlformats.org/drawingml/2006/main">
              <a:ext uri="{FF2B5EF4-FFF2-40B4-BE49-F238E27FC236}">
                <a16:creationId xmlns:a16="http://schemas.microsoft.com/office/drawing/2014/main" id="{73A9973A-9151-42A9-A4FF-B282C857706C}"/>
              </a:ext>
            </a:extLst>
          </p:cNvPr>
          <p:cNvPicPr>
            <a:picLocks xmlns:a="http://schemas.openxmlformats.org/drawingml/2006/main" noChangeAspect="1"/>
          </p:cNvPicPr>
          <p:nvPr/>
        </p:nvPicPr>
        <p:blipFill>
          <a:blip xmlns:r="http://schemas.openxmlformats.org/officeDocument/2006/relationships" xmlns:a="http://schemas.openxmlformats.org/drawingml/2006/main" r:embed="Rab88a6a3c01c445f"/>
          <a:stretch xmlns:a="http://schemas.openxmlformats.org/drawingml/2006/main"/>
        </p:blipFill>
        <p:spPr>
          <a:xfrm xmlns:a="http://schemas.openxmlformats.org/drawingml/2006/main">
            <a:off x="1799167" y="2238375"/>
            <a:ext cx="8593667" cy="3867150"/>
          </a:xfrm>
          <a:prstGeom xmlns:a="http://schemas.openxmlformats.org/drawingml/2006/main" prst="rect">
            <a:avLst/>
          </a:prstGeom>
        </p:spPr>
      </p:pic>
      <p:sp>
        <p:nvSpPr>
          <p:cNvPr id="6" name="fork-label">
            <a:extLst xmlns:a="http://schemas.openxmlformats.org/drawingml/2006/main">
              <a:ext uri="{FF2B5EF4-FFF2-40B4-BE49-F238E27FC236}">
                <a16:creationId xmlns:a16="http://schemas.microsoft.com/office/drawing/2014/main" id="{424C1F5B-42CD-420B-8A7C-F4583A5F546C}"/>
              </a:ext>
            </a:extLst>
          </p:cNvPr>
          <p:cNvSpPr>
            <a:spLocks xmlns:a="http://schemas.openxmlformats.org/drawingml/2006/main" noGrp="1"/>
          </p:cNvSpPr>
          <p:nvPr/>
        </p:nvSpPr>
        <p:spPr>
          <a:xfrm xmlns:a="http://schemas.openxmlformats.org/drawingml/2006/main">
            <a:off x="1219200" y="164782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音叉振动</a:t>
            </a:r>
          </a:p>
        </p:txBody>
      </p:sp>
      <p:sp>
        <p:nvSpPr>
          <p:cNvPr id="7" name="air-label">
            <a:extLst xmlns:a="http://schemas.openxmlformats.org/drawingml/2006/main">
              <a:ext uri="{FF2B5EF4-FFF2-40B4-BE49-F238E27FC236}">
                <a16:creationId xmlns:a16="http://schemas.microsoft.com/office/drawing/2014/main" id="{E7B4CB99-4A1D-4598-B816-88D7D9426923}"/>
              </a:ext>
            </a:extLst>
          </p:cNvPr>
          <p:cNvSpPr>
            <a:spLocks xmlns:a="http://schemas.openxmlformats.org/drawingml/2006/main" noGrp="1"/>
          </p:cNvSpPr>
          <p:nvPr/>
        </p:nvSpPr>
        <p:spPr>
          <a:xfrm xmlns:a="http://schemas.openxmlformats.org/drawingml/2006/main">
            <a:off x="4248150" y="1647825"/>
            <a:ext cx="4219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空气中的声压变化</a:t>
            </a:r>
          </a:p>
        </p:txBody>
      </p:sp>
      <p:sp>
        <p:nvSpPr>
          <p:cNvPr id="8" name="mic-label">
            <a:extLst xmlns:a="http://schemas.openxmlformats.org/drawingml/2006/main">
              <a:ext uri="{FF2B5EF4-FFF2-40B4-BE49-F238E27FC236}">
                <a16:creationId xmlns:a16="http://schemas.microsoft.com/office/drawing/2014/main" id="{9F1F22E8-9195-4767-ABD6-E6331189B648}"/>
              </a:ext>
            </a:extLst>
          </p:cNvPr>
          <p:cNvSpPr>
            <a:spLocks xmlns:a="http://schemas.openxmlformats.org/drawingml/2006/main" noGrp="1"/>
          </p:cNvSpPr>
          <p:nvPr/>
        </p:nvSpPr>
        <p:spPr>
          <a:xfrm xmlns:a="http://schemas.openxmlformats.org/drawingml/2006/main">
            <a:off x="8696325" y="164782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麦克风接收</a:t>
            </a:r>
          </a:p>
        </p:txBody>
      </p:sp>
    </p:spTree>
    <p:extLst>
      <p:ext uri="{BB962C8B-B14F-4D97-AF65-F5344CB8AC3E}">
        <p14:creationId xmlns:p14="http://schemas.microsoft.com/office/powerpoint/2010/main" val="14897756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447FADA-62EF-4FBC-AE52-6C5E1B7F64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0007CBB-4C10-4B5C-A760-BD841609D86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FAEFE55-FBEC-4735-80C3-C399179A863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声音和电脑里的音频文件，是同一种量吗？</a:t>
            </a:r>
          </a:p>
        </p:txBody>
      </p:sp>
      <p:sp>
        <p:nvSpPr>
          <p:cNvPr id="5" name="Connector 4">
            <a:extLst xmlns:a="http://schemas.openxmlformats.org/drawingml/2006/main">
              <a:ext uri="{FF2B5EF4-FFF2-40B4-BE49-F238E27FC236}">
                <a16:creationId xmlns:a16="http://schemas.microsoft.com/office/drawing/2014/main" id="{98D5F168-2926-4682-B4DC-531A961B7DEA}"/>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38F8097-7BAB-4D35-877C-C17414B3971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自然界的声音</a:t>
            </a:r>
          </a:p>
        </p:txBody>
      </p:sp>
      <p:sp>
        <p:nvSpPr>
          <p:cNvPr id="7" name="TextBox 6">
            <a:extLst xmlns:a="http://schemas.openxmlformats.org/drawingml/2006/main">
              <a:ext uri="{FF2B5EF4-FFF2-40B4-BE49-F238E27FC236}">
                <a16:creationId xmlns:a16="http://schemas.microsoft.com/office/drawing/2014/main" id="{BB2381F9-C68C-4E72-AB7B-04DB058C82C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电脑中的音频文件</a:t>
            </a:r>
          </a:p>
        </p:txBody>
      </p:sp>
      <p:sp>
        <p:nvSpPr>
          <p:cNvPr id="8" name="TextBox 7">
            <a:extLst xmlns:a="http://schemas.openxmlformats.org/drawingml/2006/main">
              <a:ext uri="{FF2B5EF4-FFF2-40B4-BE49-F238E27FC236}">
                <a16:creationId xmlns:a16="http://schemas.microsoft.com/office/drawing/2014/main" id="{71795A58-8C22-4A35-AFAC-59F22C21DBFC}"/>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空气中的声压随时间连续变化。</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这是模拟量。</a:t>
            </a:r>
          </a:p>
        </p:txBody>
      </p:sp>
      <p:sp>
        <p:nvSpPr>
          <p:cNvPr id="9" name="TextBox 8">
            <a:extLst xmlns:a="http://schemas.openxmlformats.org/drawingml/2006/main">
              <a:ext uri="{FF2B5EF4-FFF2-40B4-BE49-F238E27FC236}">
                <a16:creationId xmlns:a16="http://schemas.microsoft.com/office/drawing/2014/main" id="{FA88D3A7-4E31-4372-ADF3-51F7ACBFA30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计算机记录一串数值。</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这是数字量。</a:t>
            </a:r>
          </a:p>
        </p:txBody>
      </p:sp>
      <p:sp>
        <p:nvSpPr>
          <p:cNvPr id="10" name="TextBox 9">
            <a:extLst xmlns:a="http://schemas.openxmlformats.org/drawingml/2006/main">
              <a:ext uri="{FF2B5EF4-FFF2-40B4-BE49-F238E27FC236}">
                <a16:creationId xmlns:a16="http://schemas.microsoft.com/office/drawing/2014/main" id="{F373078E-6CEB-44C3-BE7B-C183D31802B1}"/>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我们的任务：让连续的声音变成计算机能够记录的数字。</a:t>
            </a:r>
          </a:p>
        </p:txBody>
      </p:sp>
    </p:spTree>
    <p:extLst>
      <p:ext uri="{BB962C8B-B14F-4D97-AF65-F5344CB8AC3E}">
        <p14:creationId xmlns:p14="http://schemas.microsoft.com/office/powerpoint/2010/main" val="57187774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9ED1A0C-E4E3-4F6E-A78E-CB6B2FF2E5B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CC3E5B-9420-4F26-9537-2C75EC6A3B1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5A28AC2-3489-40B8-B62C-32C36D33C8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麦克风把声波变成什么？</a:t>
            </a:r>
          </a:p>
        </p:txBody>
      </p:sp>
      <p:sp>
        <p:nvSpPr>
          <p:cNvPr id="5" name="Rectangle 4">
            <a:extLst xmlns:a="http://schemas.openxmlformats.org/drawingml/2006/main">
              <a:ext uri="{FF2B5EF4-FFF2-40B4-BE49-F238E27FC236}">
                <a16:creationId xmlns:a16="http://schemas.microsoft.com/office/drawing/2014/main" id="{94BB9978-1AE0-40FC-8435-AFCBA6F93947}"/>
              </a:ext>
            </a:extLst>
          </p:cNvPr>
          <p:cNvSpPr>
            <a:spLocks xmlns:a="http://schemas.openxmlformats.org/drawingml/2006/main" noGrp="1"/>
          </p:cNvSpPr>
          <p:nvPr/>
        </p:nvSpPr>
        <p:spPr>
          <a:xfrm xmlns:a="http://schemas.openxmlformats.org/drawingml/2006/main">
            <a:off x="749808" y="2286000"/>
            <a:ext cx="31089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EC8C73E-BB41-4244-9A13-031C41054A76}"/>
              </a:ext>
            </a:extLst>
          </p:cNvPr>
          <p:cNvSpPr>
            <a:spLocks xmlns:a="http://schemas.openxmlformats.org/drawingml/2006/main" noGrp="1"/>
          </p:cNvSpPr>
          <p:nvPr/>
        </p:nvSpPr>
        <p:spPr>
          <a:xfrm xmlns:a="http://schemas.openxmlformats.org/drawingml/2006/main">
            <a:off x="822959" y="2404872"/>
            <a:ext cx="296265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空气中的声音</a:t>
            </a:r>
          </a:p>
        </p:txBody>
      </p:sp>
      <p:sp>
        <p:nvSpPr>
          <p:cNvPr id="7" name="Connector 6">
            <a:extLst xmlns:a="http://schemas.openxmlformats.org/drawingml/2006/main">
              <a:ext uri="{FF2B5EF4-FFF2-40B4-BE49-F238E27FC236}">
                <a16:creationId xmlns:a16="http://schemas.microsoft.com/office/drawing/2014/main" id="{EA4B3AC9-B45F-40F1-8A91-DB982D1FF57B}"/>
              </a:ext>
            </a:extLst>
          </p:cNvPr>
          <p:cNvSpPr>
            <a:spLocks xmlns:a="http://schemas.openxmlformats.org/drawingml/2006/main" noGrp="1"/>
          </p:cNvSpPr>
          <p:nvPr/>
        </p:nvSpPr>
        <p:spPr>
          <a:xfrm xmlns:a="http://schemas.openxmlformats.org/drawingml/2006/main">
            <a:off x="3986784" y="2624328"/>
            <a:ext cx="76809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8D8A320A-2701-445E-B107-8E514313E65A}"/>
              </a:ext>
            </a:extLst>
          </p:cNvPr>
          <p:cNvSpPr>
            <a:spLocks xmlns:a="http://schemas.openxmlformats.org/drawingml/2006/main" noGrp="1"/>
          </p:cNvSpPr>
          <p:nvPr/>
        </p:nvSpPr>
        <p:spPr>
          <a:xfrm xmlns:a="http://schemas.openxmlformats.org/drawingml/2006/main">
            <a:off x="4800600" y="2286000"/>
            <a:ext cx="233172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586DE6A8-52AA-4657-9227-EF7B7AEF898C}"/>
              </a:ext>
            </a:extLst>
          </p:cNvPr>
          <p:cNvSpPr>
            <a:spLocks xmlns:a="http://schemas.openxmlformats.org/drawingml/2006/main" noGrp="1"/>
          </p:cNvSpPr>
          <p:nvPr/>
        </p:nvSpPr>
        <p:spPr>
          <a:xfrm xmlns:a="http://schemas.openxmlformats.org/drawingml/2006/main">
            <a:off x="4873752" y="2404872"/>
            <a:ext cx="2185415"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BC4922E7-76A1-4C19-9784-E14A9163156D}"/>
              </a:ext>
            </a:extLst>
          </p:cNvPr>
          <p:cNvSpPr>
            <a:spLocks xmlns:a="http://schemas.openxmlformats.org/drawingml/2006/main" noGrp="1"/>
          </p:cNvSpPr>
          <p:nvPr/>
        </p:nvSpPr>
        <p:spPr>
          <a:xfrm xmlns:a="http://schemas.openxmlformats.org/drawingml/2006/main">
            <a:off x="7251192" y="2624328"/>
            <a:ext cx="8138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E1523FD9-0D7B-423F-BF53-59B1B936ED9E}"/>
              </a:ext>
            </a:extLst>
          </p:cNvPr>
          <p:cNvSpPr>
            <a:spLocks xmlns:a="http://schemas.openxmlformats.org/drawingml/2006/main" noGrp="1"/>
          </p:cNvSpPr>
          <p:nvPr/>
        </p:nvSpPr>
        <p:spPr>
          <a:xfrm xmlns:a="http://schemas.openxmlformats.org/drawingml/2006/main">
            <a:off x="8119872"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A4CB9FC-E6BE-4B8C-938D-5DC4CD473039}"/>
              </a:ext>
            </a:extLst>
          </p:cNvPr>
          <p:cNvSpPr>
            <a:spLocks xmlns:a="http://schemas.openxmlformats.org/drawingml/2006/main" noGrp="1"/>
          </p:cNvSpPr>
          <p:nvPr/>
        </p:nvSpPr>
        <p:spPr>
          <a:xfrm xmlns:a="http://schemas.openxmlformats.org/drawingml/2006/main">
            <a:off x="8193024"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TextBox 12">
            <a:extLst xmlns:a="http://schemas.openxmlformats.org/drawingml/2006/main">
              <a:ext uri="{FF2B5EF4-FFF2-40B4-BE49-F238E27FC236}">
                <a16:creationId xmlns:a16="http://schemas.microsoft.com/office/drawing/2014/main" id="{FEB5F5C5-87CD-416F-8505-8861C9B02276}"/>
              </a:ext>
            </a:extLst>
          </p:cNvPr>
          <p:cNvSpPr>
            <a:spLocks xmlns:a="http://schemas.openxmlformats.org/drawingml/2006/main" noGrp="1"/>
          </p:cNvSpPr>
          <p:nvPr/>
        </p:nvSpPr>
        <p:spPr>
          <a:xfrm xmlns:a="http://schemas.openxmlformats.org/drawingml/2006/main">
            <a:off x="777240" y="4919472"/>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麦克风完成了“声波 → 电信号”，但信号仍然连续。</a:t>
            </a:r>
          </a:p>
        </p:txBody>
      </p:sp>
    </p:spTree>
    <p:extLst>
      <p:ext uri="{BB962C8B-B14F-4D97-AF65-F5344CB8AC3E}">
        <p14:creationId xmlns:p14="http://schemas.microsoft.com/office/powerpoint/2010/main" val="10892570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E0D36D5-F715-48FC-AF93-10B5FC740B8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AC35179-0F69-48A1-8A9A-0450FD71FFD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1914D3-6BA1-475D-B625-A775B4716D8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连续电信号，怎样变成数字？</a:t>
            </a:r>
          </a:p>
        </p:txBody>
      </p:sp>
      <p:sp>
        <p:nvSpPr>
          <p:cNvPr id="5" name="Rectangle 4">
            <a:extLst xmlns:a="http://schemas.openxmlformats.org/drawingml/2006/main">
              <a:ext uri="{FF2B5EF4-FFF2-40B4-BE49-F238E27FC236}">
                <a16:creationId xmlns:a16="http://schemas.microsoft.com/office/drawing/2014/main" id="{3B2435E7-022F-4701-B1A1-953FA4E3B789}"/>
              </a:ext>
            </a:extLst>
          </p:cNvPr>
          <p:cNvSpPr>
            <a:spLocks xmlns:a="http://schemas.openxmlformats.org/drawingml/2006/main" noGrp="1"/>
          </p:cNvSpPr>
          <p:nvPr/>
        </p:nvSpPr>
        <p:spPr>
          <a:xfrm xmlns:a="http://schemas.openxmlformats.org/drawingml/2006/main">
            <a:off x="804672" y="2286000"/>
            <a:ext cx="32004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1071FA6-AC6C-4550-9717-313596C95B77}"/>
              </a:ext>
            </a:extLst>
          </p:cNvPr>
          <p:cNvSpPr>
            <a:spLocks xmlns:a="http://schemas.openxmlformats.org/drawingml/2006/main" noGrp="1"/>
          </p:cNvSpPr>
          <p:nvPr/>
        </p:nvSpPr>
        <p:spPr>
          <a:xfrm xmlns:a="http://schemas.openxmlformats.org/drawingml/2006/main">
            <a:off x="877824" y="2404872"/>
            <a:ext cx="30540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模拟电信号</a:t>
            </a:r>
          </a:p>
        </p:txBody>
      </p:sp>
      <p:sp>
        <p:nvSpPr>
          <p:cNvPr id="7" name="Connector 6">
            <a:extLst xmlns:a="http://schemas.openxmlformats.org/drawingml/2006/main">
              <a:ext uri="{FF2B5EF4-FFF2-40B4-BE49-F238E27FC236}">
                <a16:creationId xmlns:a16="http://schemas.microsoft.com/office/drawing/2014/main" id="{F6CA36E3-A70D-42DE-BBD6-A17556875555}"/>
              </a:ext>
            </a:extLst>
          </p:cNvPr>
          <p:cNvSpPr>
            <a:spLocks xmlns:a="http://schemas.openxmlformats.org/drawingml/2006/main" noGrp="1"/>
          </p:cNvSpPr>
          <p:nvPr/>
        </p:nvSpPr>
        <p:spPr>
          <a:xfrm xmlns:a="http://schemas.openxmlformats.org/drawingml/2006/main">
            <a:off x="4133087" y="2624328"/>
            <a:ext cx="60350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9FD02697-9791-442D-BA4E-781BD3902661}"/>
              </a:ext>
            </a:extLst>
          </p:cNvPr>
          <p:cNvSpPr>
            <a:spLocks xmlns:a="http://schemas.openxmlformats.org/drawingml/2006/main" noGrp="1"/>
          </p:cNvSpPr>
          <p:nvPr/>
        </p:nvSpPr>
        <p:spPr>
          <a:xfrm xmlns:a="http://schemas.openxmlformats.org/drawingml/2006/main">
            <a:off x="4828032" y="2286000"/>
            <a:ext cx="27432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3001608-154D-4EE6-8A11-2E6899A46168}"/>
              </a:ext>
            </a:extLst>
          </p:cNvPr>
          <p:cNvSpPr>
            <a:spLocks xmlns:a="http://schemas.openxmlformats.org/drawingml/2006/main" noGrp="1"/>
          </p:cNvSpPr>
          <p:nvPr/>
        </p:nvSpPr>
        <p:spPr>
          <a:xfrm xmlns:a="http://schemas.openxmlformats.org/drawingml/2006/main">
            <a:off x="4901184"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声卡：ADC</a:t>
            </a:r>
          </a:p>
        </p:txBody>
      </p:sp>
      <p:sp>
        <p:nvSpPr>
          <p:cNvPr id="10" name="Connector 9">
            <a:extLst xmlns:a="http://schemas.openxmlformats.org/drawingml/2006/main">
              <a:ext uri="{FF2B5EF4-FFF2-40B4-BE49-F238E27FC236}">
                <a16:creationId xmlns:a16="http://schemas.microsoft.com/office/drawing/2014/main" id="{5EF18314-C563-4A3F-A573-2DEE28285E40}"/>
              </a:ext>
            </a:extLst>
          </p:cNvPr>
          <p:cNvSpPr>
            <a:spLocks xmlns:a="http://schemas.openxmlformats.org/drawingml/2006/main" noGrp="1"/>
          </p:cNvSpPr>
          <p:nvPr/>
        </p:nvSpPr>
        <p:spPr>
          <a:xfrm xmlns:a="http://schemas.openxmlformats.org/drawingml/2006/main">
            <a:off x="7708392" y="2624328"/>
            <a:ext cx="612648"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91290FD8-17D8-4F6F-A7A1-AC6E909AB082}"/>
              </a:ext>
            </a:extLst>
          </p:cNvPr>
          <p:cNvSpPr>
            <a:spLocks xmlns:a="http://schemas.openxmlformats.org/drawingml/2006/main" noGrp="1"/>
          </p:cNvSpPr>
          <p:nvPr/>
        </p:nvSpPr>
        <p:spPr>
          <a:xfrm xmlns:a="http://schemas.openxmlformats.org/drawingml/2006/main">
            <a:off x="8412480" y="2286000"/>
            <a:ext cx="27432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17128C3F-6DFF-4078-A77B-F233FC88DCDA}"/>
              </a:ext>
            </a:extLst>
          </p:cNvPr>
          <p:cNvSpPr>
            <a:spLocks xmlns:a="http://schemas.openxmlformats.org/drawingml/2006/main" noGrp="1"/>
          </p:cNvSpPr>
          <p:nvPr/>
        </p:nvSpPr>
        <p:spPr>
          <a:xfrm xmlns:a="http://schemas.openxmlformats.org/drawingml/2006/main">
            <a:off x="8485632"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数字音频</a:t>
            </a:r>
          </a:p>
        </p:txBody>
      </p:sp>
      <p:sp>
        <p:nvSpPr>
          <p:cNvPr id="13" name="TextBox 12">
            <a:extLst xmlns:a="http://schemas.openxmlformats.org/drawingml/2006/main">
              <a:ext uri="{FF2B5EF4-FFF2-40B4-BE49-F238E27FC236}">
                <a16:creationId xmlns:a16="http://schemas.microsoft.com/office/drawing/2014/main" id="{9497DB24-D047-41F6-8511-E5B6F59D95DE}"/>
              </a:ext>
            </a:extLst>
          </p:cNvPr>
          <p:cNvSpPr>
            <a:spLocks xmlns:a="http://schemas.openxmlformats.org/drawingml/2006/main" noGrp="1"/>
          </p:cNvSpPr>
          <p:nvPr/>
        </p:nvSpPr>
        <p:spPr>
          <a:xfrm xmlns:a="http://schemas.openxmlformats.org/drawingml/2006/main">
            <a:off x="960120" y="4069080"/>
            <a:ext cx="10515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ADC = 模数转换（模拟信号 → 数字信号）</a:t>
            </a:r>
          </a:p>
        </p:txBody>
      </p:sp>
      <p:sp>
        <p:nvSpPr>
          <p:cNvPr id="14" name="TextBox 13">
            <a:extLst xmlns:a="http://schemas.openxmlformats.org/drawingml/2006/main">
              <a:ext uri="{FF2B5EF4-FFF2-40B4-BE49-F238E27FC236}">
                <a16:creationId xmlns:a16="http://schemas.microsoft.com/office/drawing/2014/main" id="{E3B5BCC8-5AFD-4E8B-A422-8438B144ED81}"/>
              </a:ext>
            </a:extLst>
          </p:cNvPr>
          <p:cNvSpPr>
            <a:spLocks xmlns:a="http://schemas.openxmlformats.org/drawingml/2006/main" noGrp="1"/>
          </p:cNvSpPr>
          <p:nvPr/>
        </p:nvSpPr>
        <p:spPr>
          <a:xfrm xmlns:a="http://schemas.openxmlformats.org/drawingml/2006/main">
            <a:off x="777240" y="518464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声卡负责完成这一转换；它不等于“存储音频文件”。</a:t>
            </a:r>
          </a:p>
        </p:txBody>
      </p:sp>
    </p:spTree>
    <p:extLst>
      <p:ext uri="{BB962C8B-B14F-4D97-AF65-F5344CB8AC3E}">
        <p14:creationId xmlns:p14="http://schemas.microsoft.com/office/powerpoint/2010/main" val="21338327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7F74F4E-C6C0-4FAF-B144-C13DBC13B2F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9621FA-1E52-45E5-9EDC-444548792A8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B64C1EC-D2E3-4047-91D8-7F535807C8A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录音与播放，各转换了什么？</a:t>
            </a:r>
          </a:p>
        </p:txBody>
      </p:sp>
      <p:sp>
        <p:nvSpPr>
          <p:cNvPr id="5" name="process-label-0">
            <a:extLst xmlns:a="http://schemas.openxmlformats.org/drawingml/2006/main">
              <a:ext uri="{FF2B5EF4-FFF2-40B4-BE49-F238E27FC236}">
                <a16:creationId xmlns:a16="http://schemas.microsoft.com/office/drawing/2014/main" id="{A888E819-ACC2-435C-95AC-727C2AA172AB}"/>
              </a:ext>
            </a:extLst>
          </p:cNvPr>
          <p:cNvSpPr>
            <a:spLocks xmlns:a="http://schemas.openxmlformats.org/drawingml/2006/main" noGrp="1"/>
          </p:cNvSpPr>
          <p:nvPr/>
        </p:nvSpPr>
        <p:spPr>
          <a:xfrm xmlns:a="http://schemas.openxmlformats.org/drawingml/2006/main">
            <a:off x="609600" y="1971675"/>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录音</a:t>
            </a:r>
          </a:p>
        </p:txBody>
      </p:sp>
      <p:sp>
        <p:nvSpPr>
          <p:cNvPr id="6" name="process-node-0-0">
            <a:extLst xmlns:a="http://schemas.openxmlformats.org/drawingml/2006/main">
              <a:ext uri="{FF2B5EF4-FFF2-40B4-BE49-F238E27FC236}">
                <a16:creationId xmlns:a16="http://schemas.microsoft.com/office/drawing/2014/main" id="{446D666D-8023-40E8-92EA-8BE6D869A911}"/>
              </a:ext>
            </a:extLst>
          </p:cNvPr>
          <p:cNvSpPr>
            <a:spLocks xmlns:a="http://schemas.openxmlformats.org/drawingml/2006/main" noGrp="1"/>
          </p:cNvSpPr>
          <p:nvPr/>
        </p:nvSpPr>
        <p:spPr>
          <a:xfrm xmlns:a="http://schemas.openxmlformats.org/drawingml/2006/main">
            <a:off x="609600" y="2638425"/>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7" name="process-text-0-0">
            <a:extLst xmlns:a="http://schemas.openxmlformats.org/drawingml/2006/main">
              <a:ext uri="{FF2B5EF4-FFF2-40B4-BE49-F238E27FC236}">
                <a16:creationId xmlns:a16="http://schemas.microsoft.com/office/drawing/2014/main" id="{8BCBC69E-66B9-4812-9B22-827D103575E6}"/>
              </a:ext>
            </a:extLst>
          </p:cNvPr>
          <p:cNvSpPr>
            <a:spLocks xmlns:a="http://schemas.openxmlformats.org/drawingml/2006/main" noGrp="1"/>
          </p:cNvSpPr>
          <p:nvPr/>
        </p:nvSpPr>
        <p:spPr>
          <a:xfrm xmlns:a="http://schemas.openxmlformats.org/drawingml/2006/main">
            <a:off x="685800" y="2781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声音</a:t>
            </a:r>
          </a:p>
        </p:txBody>
      </p:sp>
      <p:sp>
        <p:nvSpPr>
          <p:cNvPr id="8" name="process-arrow-0-0">
            <a:extLst xmlns:a="http://schemas.openxmlformats.org/drawingml/2006/main">
              <a:ext uri="{FF2B5EF4-FFF2-40B4-BE49-F238E27FC236}">
                <a16:creationId xmlns:a16="http://schemas.microsoft.com/office/drawing/2014/main" id="{5B02AEB0-E057-4574-AC55-6160A5544565}"/>
              </a:ext>
            </a:extLst>
          </p:cNvPr>
          <p:cNvSpPr>
            <a:spLocks xmlns:a="http://schemas.openxmlformats.org/drawingml/2006/main" noGrp="1"/>
          </p:cNvSpPr>
          <p:nvPr/>
        </p:nvSpPr>
        <p:spPr>
          <a:xfrm xmlns:a="http://schemas.openxmlformats.org/drawingml/2006/main">
            <a:off x="2933700" y="2876550"/>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9" name="converter-0-0">
            <a:extLst xmlns:a="http://schemas.openxmlformats.org/drawingml/2006/main">
              <a:ext uri="{FF2B5EF4-FFF2-40B4-BE49-F238E27FC236}">
                <a16:creationId xmlns:a16="http://schemas.microsoft.com/office/drawing/2014/main" id="{609FCAFF-B6CB-4E68-B093-21697AB2AB7D}"/>
              </a:ext>
            </a:extLst>
          </p:cNvPr>
          <p:cNvSpPr>
            <a:spLocks xmlns:a="http://schemas.openxmlformats.org/drawingml/2006/main" noGrp="1"/>
          </p:cNvSpPr>
          <p:nvPr/>
        </p:nvSpPr>
        <p:spPr>
          <a:xfrm xmlns:a="http://schemas.openxmlformats.org/drawingml/2006/main">
            <a:off x="2333625" y="3495675"/>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麦克风</a:t>
            </a:r>
          </a:p>
        </p:txBody>
      </p:sp>
      <p:sp>
        <p:nvSpPr>
          <p:cNvPr id="10" name="process-node-0-1">
            <a:extLst xmlns:a="http://schemas.openxmlformats.org/drawingml/2006/main">
              <a:ext uri="{FF2B5EF4-FFF2-40B4-BE49-F238E27FC236}">
                <a16:creationId xmlns:a16="http://schemas.microsoft.com/office/drawing/2014/main" id="{3E8195DB-7DBD-49B3-B71B-4999CFBC86BB}"/>
              </a:ext>
            </a:extLst>
          </p:cNvPr>
          <p:cNvSpPr>
            <a:spLocks xmlns:a="http://schemas.openxmlformats.org/drawingml/2006/main" noGrp="1"/>
          </p:cNvSpPr>
          <p:nvPr/>
        </p:nvSpPr>
        <p:spPr>
          <a:xfrm xmlns:a="http://schemas.openxmlformats.org/drawingml/2006/main">
            <a:off x="3524250" y="2638425"/>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1" name="process-text-0-1">
            <a:extLst xmlns:a="http://schemas.openxmlformats.org/drawingml/2006/main">
              <a:ext uri="{FF2B5EF4-FFF2-40B4-BE49-F238E27FC236}">
                <a16:creationId xmlns:a16="http://schemas.microsoft.com/office/drawing/2014/main" id="{7527B9C0-0E60-498C-9F37-63EC8C369B43}"/>
              </a:ext>
            </a:extLst>
          </p:cNvPr>
          <p:cNvSpPr>
            <a:spLocks xmlns:a="http://schemas.openxmlformats.org/drawingml/2006/main" noGrp="1"/>
          </p:cNvSpPr>
          <p:nvPr/>
        </p:nvSpPr>
        <p:spPr>
          <a:xfrm xmlns:a="http://schemas.openxmlformats.org/drawingml/2006/main">
            <a:off x="3600450" y="2781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电信号</a:t>
            </a:r>
          </a:p>
        </p:txBody>
      </p:sp>
      <p:sp>
        <p:nvSpPr>
          <p:cNvPr id="12" name="process-arrow-0-1">
            <a:extLst xmlns:a="http://schemas.openxmlformats.org/drawingml/2006/main">
              <a:ext uri="{FF2B5EF4-FFF2-40B4-BE49-F238E27FC236}">
                <a16:creationId xmlns:a16="http://schemas.microsoft.com/office/drawing/2014/main" id="{92AF10D8-18BD-4AD5-897E-390C7A50FF44}"/>
              </a:ext>
            </a:extLst>
          </p:cNvPr>
          <p:cNvSpPr>
            <a:spLocks xmlns:a="http://schemas.openxmlformats.org/drawingml/2006/main" noGrp="1"/>
          </p:cNvSpPr>
          <p:nvPr/>
        </p:nvSpPr>
        <p:spPr>
          <a:xfrm xmlns:a="http://schemas.openxmlformats.org/drawingml/2006/main">
            <a:off x="5848350" y="2876550"/>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3" name="converter-0-1">
            <a:extLst xmlns:a="http://schemas.openxmlformats.org/drawingml/2006/main">
              <a:ext uri="{FF2B5EF4-FFF2-40B4-BE49-F238E27FC236}">
                <a16:creationId xmlns:a16="http://schemas.microsoft.com/office/drawing/2014/main" id="{CDEF2857-EFAF-4C0B-B5C8-46F2B7482B58}"/>
              </a:ext>
            </a:extLst>
          </p:cNvPr>
          <p:cNvSpPr>
            <a:spLocks xmlns:a="http://schemas.openxmlformats.org/drawingml/2006/main" noGrp="1"/>
          </p:cNvSpPr>
          <p:nvPr/>
        </p:nvSpPr>
        <p:spPr>
          <a:xfrm xmlns:a="http://schemas.openxmlformats.org/drawingml/2006/main">
            <a:off x="5248275" y="3495675"/>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ADC</a:t>
            </a:r>
          </a:p>
        </p:txBody>
      </p:sp>
      <p:sp>
        <p:nvSpPr>
          <p:cNvPr id="14" name="process-node-0-2">
            <a:extLst xmlns:a="http://schemas.openxmlformats.org/drawingml/2006/main">
              <a:ext uri="{FF2B5EF4-FFF2-40B4-BE49-F238E27FC236}">
                <a16:creationId xmlns:a16="http://schemas.microsoft.com/office/drawing/2014/main" id="{B72E66E1-94E4-429D-9144-8209462AD02E}"/>
              </a:ext>
            </a:extLst>
          </p:cNvPr>
          <p:cNvSpPr>
            <a:spLocks xmlns:a="http://schemas.openxmlformats.org/drawingml/2006/main" noGrp="1"/>
          </p:cNvSpPr>
          <p:nvPr/>
        </p:nvSpPr>
        <p:spPr>
          <a:xfrm xmlns:a="http://schemas.openxmlformats.org/drawingml/2006/main">
            <a:off x="6438900" y="2638425"/>
            <a:ext cx="2228850" cy="6667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5" name="process-text-0-2">
            <a:extLst xmlns:a="http://schemas.openxmlformats.org/drawingml/2006/main">
              <a:ext uri="{FF2B5EF4-FFF2-40B4-BE49-F238E27FC236}">
                <a16:creationId xmlns:a16="http://schemas.microsoft.com/office/drawing/2014/main" id="{0D4BB5A0-ED82-4DB1-AAFD-F4D66B7F1550}"/>
              </a:ext>
            </a:extLst>
          </p:cNvPr>
          <p:cNvSpPr>
            <a:spLocks xmlns:a="http://schemas.openxmlformats.org/drawingml/2006/main" noGrp="1"/>
          </p:cNvSpPr>
          <p:nvPr/>
        </p:nvSpPr>
        <p:spPr>
          <a:xfrm xmlns:a="http://schemas.openxmlformats.org/drawingml/2006/main">
            <a:off x="6515100" y="2781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007C9B"/>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007C9B"/>
                </a:solidFill>
                <a:latin typeface="Alibaba PuHuiTi 3.0 55 Regular"/>
                <a:ea typeface="Alibaba PuHuiTi 3.0 55 Regular"/>
                <a:cs typeface="Alibaba PuHuiTi 3.0 55 Regular"/>
              </a:defRPr>
            </a:pPr>
            <a:r>
              <a:rPr sz="2200" b="0">
                <a:solidFill>
                  <a:srgbClr val="007C9B"/>
                </a:solidFill>
                <a:latin typeface="Alibaba PuHuiTi 3.0 55 Regular"/>
                <a:ea typeface="Alibaba PuHuiTi 3.0 55 Regular"/>
                <a:cs typeface="Alibaba PuHuiTi 3.0 55 Regular"/>
              </a:rPr>
              <a:t>数字样本</a:t>
            </a:r>
          </a:p>
        </p:txBody>
      </p:sp>
      <p:sp>
        <p:nvSpPr>
          <p:cNvPr id="16" name="process-arrow-0-2">
            <a:extLst xmlns:a="http://schemas.openxmlformats.org/drawingml/2006/main">
              <a:ext uri="{FF2B5EF4-FFF2-40B4-BE49-F238E27FC236}">
                <a16:creationId xmlns:a16="http://schemas.microsoft.com/office/drawing/2014/main" id="{E1AD9BDC-9FCE-4237-AF7B-DEC756555194}"/>
              </a:ext>
            </a:extLst>
          </p:cNvPr>
          <p:cNvSpPr>
            <a:spLocks xmlns:a="http://schemas.openxmlformats.org/drawingml/2006/main" noGrp="1"/>
          </p:cNvSpPr>
          <p:nvPr/>
        </p:nvSpPr>
        <p:spPr>
          <a:xfrm xmlns:a="http://schemas.openxmlformats.org/drawingml/2006/main">
            <a:off x="8763000" y="2876550"/>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7" name="converter-0-2">
            <a:extLst xmlns:a="http://schemas.openxmlformats.org/drawingml/2006/main">
              <a:ext uri="{FF2B5EF4-FFF2-40B4-BE49-F238E27FC236}">
                <a16:creationId xmlns:a16="http://schemas.microsoft.com/office/drawing/2014/main" id="{38F2B0B6-D509-4012-B1A0-4C581867B956}"/>
              </a:ext>
            </a:extLst>
          </p:cNvPr>
          <p:cNvSpPr>
            <a:spLocks xmlns:a="http://schemas.openxmlformats.org/drawingml/2006/main" noGrp="1"/>
          </p:cNvSpPr>
          <p:nvPr/>
        </p:nvSpPr>
        <p:spPr>
          <a:xfrm xmlns:a="http://schemas.openxmlformats.org/drawingml/2006/main">
            <a:off x="8162925" y="3495675"/>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保存</a:t>
            </a:r>
          </a:p>
        </p:txBody>
      </p:sp>
      <p:sp>
        <p:nvSpPr>
          <p:cNvPr id="18" name="process-node-0-3">
            <a:extLst xmlns:a="http://schemas.openxmlformats.org/drawingml/2006/main">
              <a:ext uri="{FF2B5EF4-FFF2-40B4-BE49-F238E27FC236}">
                <a16:creationId xmlns:a16="http://schemas.microsoft.com/office/drawing/2014/main" id="{F0DCCE6C-CAFE-4A5C-84A3-FE5B486BB9AC}"/>
              </a:ext>
            </a:extLst>
          </p:cNvPr>
          <p:cNvSpPr>
            <a:spLocks xmlns:a="http://schemas.openxmlformats.org/drawingml/2006/main" noGrp="1"/>
          </p:cNvSpPr>
          <p:nvPr/>
        </p:nvSpPr>
        <p:spPr>
          <a:xfrm xmlns:a="http://schemas.openxmlformats.org/drawingml/2006/main">
            <a:off x="9353550" y="2638425"/>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9" name="process-text-0-3">
            <a:extLst xmlns:a="http://schemas.openxmlformats.org/drawingml/2006/main">
              <a:ext uri="{FF2B5EF4-FFF2-40B4-BE49-F238E27FC236}">
                <a16:creationId xmlns:a16="http://schemas.microsoft.com/office/drawing/2014/main" id="{9BBD9C59-9D5A-4C75-9E5B-2D6016FED72A}"/>
              </a:ext>
            </a:extLst>
          </p:cNvPr>
          <p:cNvSpPr>
            <a:spLocks xmlns:a="http://schemas.openxmlformats.org/drawingml/2006/main" noGrp="1"/>
          </p:cNvSpPr>
          <p:nvPr/>
        </p:nvSpPr>
        <p:spPr>
          <a:xfrm xmlns:a="http://schemas.openxmlformats.org/drawingml/2006/main">
            <a:off x="9429750" y="2781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文件</a:t>
            </a:r>
          </a:p>
        </p:txBody>
      </p:sp>
      <p:sp>
        <p:nvSpPr>
          <p:cNvPr id="20" name="process-label-1">
            <a:extLst xmlns:a="http://schemas.openxmlformats.org/drawingml/2006/main">
              <a:ext uri="{FF2B5EF4-FFF2-40B4-BE49-F238E27FC236}">
                <a16:creationId xmlns:a16="http://schemas.microsoft.com/office/drawing/2014/main" id="{CB349D55-9FAA-4E65-9B66-02575D29364D}"/>
              </a:ext>
            </a:extLst>
          </p:cNvPr>
          <p:cNvSpPr>
            <a:spLocks xmlns:a="http://schemas.openxmlformats.org/drawingml/2006/main" noGrp="1"/>
          </p:cNvSpPr>
          <p:nvPr/>
        </p:nvSpPr>
        <p:spPr>
          <a:xfrm xmlns:a="http://schemas.openxmlformats.org/drawingml/2006/main">
            <a:off x="609600" y="4000500"/>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播放</a:t>
            </a:r>
          </a:p>
        </p:txBody>
      </p:sp>
      <p:sp>
        <p:nvSpPr>
          <p:cNvPr id="21" name="process-node-1-0">
            <a:extLst xmlns:a="http://schemas.openxmlformats.org/drawingml/2006/main">
              <a:ext uri="{FF2B5EF4-FFF2-40B4-BE49-F238E27FC236}">
                <a16:creationId xmlns:a16="http://schemas.microsoft.com/office/drawing/2014/main" id="{0D45124D-FF25-4881-8D4D-4A43759245EC}"/>
              </a:ext>
            </a:extLst>
          </p:cNvPr>
          <p:cNvSpPr>
            <a:spLocks xmlns:a="http://schemas.openxmlformats.org/drawingml/2006/main" noGrp="1"/>
          </p:cNvSpPr>
          <p:nvPr/>
        </p:nvSpPr>
        <p:spPr>
          <a:xfrm xmlns:a="http://schemas.openxmlformats.org/drawingml/2006/main">
            <a:off x="609600" y="4667250"/>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22" name="process-text-1-0">
            <a:extLst xmlns:a="http://schemas.openxmlformats.org/drawingml/2006/main">
              <a:ext uri="{FF2B5EF4-FFF2-40B4-BE49-F238E27FC236}">
                <a16:creationId xmlns:a16="http://schemas.microsoft.com/office/drawing/2014/main" id="{ACCF8E93-3915-4351-987C-6D6ED8CA50EE}"/>
              </a:ext>
            </a:extLst>
          </p:cNvPr>
          <p:cNvSpPr>
            <a:spLocks xmlns:a="http://schemas.openxmlformats.org/drawingml/2006/main" noGrp="1"/>
          </p:cNvSpPr>
          <p:nvPr/>
        </p:nvSpPr>
        <p:spPr>
          <a:xfrm xmlns:a="http://schemas.openxmlformats.org/drawingml/2006/main">
            <a:off x="685800" y="4810125"/>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文件</a:t>
            </a:r>
          </a:p>
        </p:txBody>
      </p:sp>
      <p:sp>
        <p:nvSpPr>
          <p:cNvPr id="23" name="process-arrow-1-0">
            <a:extLst xmlns:a="http://schemas.openxmlformats.org/drawingml/2006/main">
              <a:ext uri="{FF2B5EF4-FFF2-40B4-BE49-F238E27FC236}">
                <a16:creationId xmlns:a16="http://schemas.microsoft.com/office/drawing/2014/main" id="{EE2B31FB-5F6F-4F50-B328-0A0AC480FD74}"/>
              </a:ext>
            </a:extLst>
          </p:cNvPr>
          <p:cNvSpPr>
            <a:spLocks xmlns:a="http://schemas.openxmlformats.org/drawingml/2006/main" noGrp="1"/>
          </p:cNvSpPr>
          <p:nvPr/>
        </p:nvSpPr>
        <p:spPr>
          <a:xfrm xmlns:a="http://schemas.openxmlformats.org/drawingml/2006/main">
            <a:off x="2933700" y="4905375"/>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4" name="converter-1-0">
            <a:extLst xmlns:a="http://schemas.openxmlformats.org/drawingml/2006/main">
              <a:ext uri="{FF2B5EF4-FFF2-40B4-BE49-F238E27FC236}">
                <a16:creationId xmlns:a16="http://schemas.microsoft.com/office/drawing/2014/main" id="{327879E4-2FC8-48BB-AAD0-69473548700E}"/>
              </a:ext>
            </a:extLst>
          </p:cNvPr>
          <p:cNvSpPr>
            <a:spLocks xmlns:a="http://schemas.openxmlformats.org/drawingml/2006/main" noGrp="1"/>
          </p:cNvSpPr>
          <p:nvPr/>
        </p:nvSpPr>
        <p:spPr>
          <a:xfrm xmlns:a="http://schemas.openxmlformats.org/drawingml/2006/main">
            <a:off x="2333625" y="5524500"/>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读取／解码</a:t>
            </a:r>
          </a:p>
        </p:txBody>
      </p:sp>
      <p:sp>
        <p:nvSpPr>
          <p:cNvPr id="25" name="process-node-1-1">
            <a:extLst xmlns:a="http://schemas.openxmlformats.org/drawingml/2006/main">
              <a:ext uri="{FF2B5EF4-FFF2-40B4-BE49-F238E27FC236}">
                <a16:creationId xmlns:a16="http://schemas.microsoft.com/office/drawing/2014/main" id="{CA08DF9A-3242-4E5F-8496-DA79ADD875D7}"/>
              </a:ext>
            </a:extLst>
          </p:cNvPr>
          <p:cNvSpPr>
            <a:spLocks xmlns:a="http://schemas.openxmlformats.org/drawingml/2006/main" noGrp="1"/>
          </p:cNvSpPr>
          <p:nvPr/>
        </p:nvSpPr>
        <p:spPr>
          <a:xfrm xmlns:a="http://schemas.openxmlformats.org/drawingml/2006/main">
            <a:off x="3524250" y="4667250"/>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26" name="process-text-1-1">
            <a:extLst xmlns:a="http://schemas.openxmlformats.org/drawingml/2006/main">
              <a:ext uri="{FF2B5EF4-FFF2-40B4-BE49-F238E27FC236}">
                <a16:creationId xmlns:a16="http://schemas.microsoft.com/office/drawing/2014/main" id="{4C9795A3-19DD-41F9-AC70-461C358AD4E4}"/>
              </a:ext>
            </a:extLst>
          </p:cNvPr>
          <p:cNvSpPr>
            <a:spLocks xmlns:a="http://schemas.openxmlformats.org/drawingml/2006/main" noGrp="1"/>
          </p:cNvSpPr>
          <p:nvPr/>
        </p:nvSpPr>
        <p:spPr>
          <a:xfrm xmlns:a="http://schemas.openxmlformats.org/drawingml/2006/main">
            <a:off x="3600450" y="4810125"/>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a:t>
            </a:r>
          </a:p>
        </p:txBody>
      </p:sp>
      <p:sp>
        <p:nvSpPr>
          <p:cNvPr id="27" name="process-arrow-1-1">
            <a:extLst xmlns:a="http://schemas.openxmlformats.org/drawingml/2006/main">
              <a:ext uri="{FF2B5EF4-FFF2-40B4-BE49-F238E27FC236}">
                <a16:creationId xmlns:a16="http://schemas.microsoft.com/office/drawing/2014/main" id="{CEB340F1-A852-4E53-8AE9-416DAAFD58C7}"/>
              </a:ext>
            </a:extLst>
          </p:cNvPr>
          <p:cNvSpPr>
            <a:spLocks xmlns:a="http://schemas.openxmlformats.org/drawingml/2006/main" noGrp="1"/>
          </p:cNvSpPr>
          <p:nvPr/>
        </p:nvSpPr>
        <p:spPr>
          <a:xfrm xmlns:a="http://schemas.openxmlformats.org/drawingml/2006/main">
            <a:off x="5848350" y="4905375"/>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8" name="converter-1-1">
            <a:extLst xmlns:a="http://schemas.openxmlformats.org/drawingml/2006/main">
              <a:ext uri="{FF2B5EF4-FFF2-40B4-BE49-F238E27FC236}">
                <a16:creationId xmlns:a16="http://schemas.microsoft.com/office/drawing/2014/main" id="{89742E9A-D5D7-4D87-AD08-19580A667005}"/>
              </a:ext>
            </a:extLst>
          </p:cNvPr>
          <p:cNvSpPr>
            <a:spLocks xmlns:a="http://schemas.openxmlformats.org/drawingml/2006/main" noGrp="1"/>
          </p:cNvSpPr>
          <p:nvPr/>
        </p:nvSpPr>
        <p:spPr>
          <a:xfrm xmlns:a="http://schemas.openxmlformats.org/drawingml/2006/main">
            <a:off x="5248275" y="5524500"/>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DAC</a:t>
            </a:r>
          </a:p>
        </p:txBody>
      </p:sp>
      <p:sp>
        <p:nvSpPr>
          <p:cNvPr id="29" name="process-node-1-2">
            <a:extLst xmlns:a="http://schemas.openxmlformats.org/drawingml/2006/main">
              <a:ext uri="{FF2B5EF4-FFF2-40B4-BE49-F238E27FC236}">
                <a16:creationId xmlns:a16="http://schemas.microsoft.com/office/drawing/2014/main" id="{B3C768DC-7441-426B-A062-1DD8AE429F9D}"/>
              </a:ext>
            </a:extLst>
          </p:cNvPr>
          <p:cNvSpPr>
            <a:spLocks xmlns:a="http://schemas.openxmlformats.org/drawingml/2006/main" noGrp="1"/>
          </p:cNvSpPr>
          <p:nvPr/>
        </p:nvSpPr>
        <p:spPr>
          <a:xfrm xmlns:a="http://schemas.openxmlformats.org/drawingml/2006/main">
            <a:off x="6438900" y="4667250"/>
            <a:ext cx="2228850" cy="6667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30" name="process-text-1-2">
            <a:extLst xmlns:a="http://schemas.openxmlformats.org/drawingml/2006/main">
              <a:ext uri="{FF2B5EF4-FFF2-40B4-BE49-F238E27FC236}">
                <a16:creationId xmlns:a16="http://schemas.microsoft.com/office/drawing/2014/main" id="{B5805462-7B67-4849-82CE-3C39B32C8B7F}"/>
              </a:ext>
            </a:extLst>
          </p:cNvPr>
          <p:cNvSpPr>
            <a:spLocks xmlns:a="http://schemas.openxmlformats.org/drawingml/2006/main" noGrp="1"/>
          </p:cNvSpPr>
          <p:nvPr/>
        </p:nvSpPr>
        <p:spPr>
          <a:xfrm xmlns:a="http://schemas.openxmlformats.org/drawingml/2006/main">
            <a:off x="6515100" y="4810125"/>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007C9B"/>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007C9B"/>
                </a:solidFill>
                <a:latin typeface="Alibaba PuHuiTi 3.0 55 Regular"/>
                <a:ea typeface="Alibaba PuHuiTi 3.0 55 Regular"/>
                <a:cs typeface="Alibaba PuHuiTi 3.0 55 Regular"/>
              </a:defRPr>
            </a:pPr>
            <a:r>
              <a:rPr sz="2200" b="0">
                <a:solidFill>
                  <a:srgbClr val="007C9B"/>
                </a:solidFill>
                <a:latin typeface="Alibaba PuHuiTi 3.0 55 Regular"/>
                <a:ea typeface="Alibaba PuHuiTi 3.0 55 Regular"/>
                <a:cs typeface="Alibaba PuHuiTi 3.0 55 Regular"/>
              </a:rPr>
              <a:t>电信号</a:t>
            </a:r>
          </a:p>
        </p:txBody>
      </p:sp>
      <p:sp>
        <p:nvSpPr>
          <p:cNvPr id="31" name="process-arrow-1-2">
            <a:extLst xmlns:a="http://schemas.openxmlformats.org/drawingml/2006/main">
              <a:ext uri="{FF2B5EF4-FFF2-40B4-BE49-F238E27FC236}">
                <a16:creationId xmlns:a16="http://schemas.microsoft.com/office/drawing/2014/main" id="{14919E4E-0612-44DD-9CAF-C0C104E78364}"/>
              </a:ext>
            </a:extLst>
          </p:cNvPr>
          <p:cNvSpPr>
            <a:spLocks xmlns:a="http://schemas.openxmlformats.org/drawingml/2006/main" noGrp="1"/>
          </p:cNvSpPr>
          <p:nvPr/>
        </p:nvSpPr>
        <p:spPr>
          <a:xfrm xmlns:a="http://schemas.openxmlformats.org/drawingml/2006/main">
            <a:off x="8763000" y="4905375"/>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32" name="converter-1-2">
            <a:extLst xmlns:a="http://schemas.openxmlformats.org/drawingml/2006/main">
              <a:ext uri="{FF2B5EF4-FFF2-40B4-BE49-F238E27FC236}">
                <a16:creationId xmlns:a16="http://schemas.microsoft.com/office/drawing/2014/main" id="{5877A417-F35D-48A2-8B76-9BBD66909872}"/>
              </a:ext>
            </a:extLst>
          </p:cNvPr>
          <p:cNvSpPr>
            <a:spLocks xmlns:a="http://schemas.openxmlformats.org/drawingml/2006/main" noGrp="1"/>
          </p:cNvSpPr>
          <p:nvPr/>
        </p:nvSpPr>
        <p:spPr>
          <a:xfrm xmlns:a="http://schemas.openxmlformats.org/drawingml/2006/main">
            <a:off x="8162925" y="5524500"/>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扬声器</a:t>
            </a:r>
          </a:p>
        </p:txBody>
      </p:sp>
      <p:sp>
        <p:nvSpPr>
          <p:cNvPr id="33" name="process-node-1-3">
            <a:extLst xmlns:a="http://schemas.openxmlformats.org/drawingml/2006/main">
              <a:ext uri="{FF2B5EF4-FFF2-40B4-BE49-F238E27FC236}">
                <a16:creationId xmlns:a16="http://schemas.microsoft.com/office/drawing/2014/main" id="{ADC321A8-8522-42FF-88F2-97A2A97A571B}"/>
              </a:ext>
            </a:extLst>
          </p:cNvPr>
          <p:cNvSpPr>
            <a:spLocks xmlns:a="http://schemas.openxmlformats.org/drawingml/2006/main" noGrp="1"/>
          </p:cNvSpPr>
          <p:nvPr/>
        </p:nvSpPr>
        <p:spPr>
          <a:xfrm xmlns:a="http://schemas.openxmlformats.org/drawingml/2006/main">
            <a:off x="9353550" y="4667250"/>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34" name="process-text-1-3">
            <a:extLst xmlns:a="http://schemas.openxmlformats.org/drawingml/2006/main">
              <a:ext uri="{FF2B5EF4-FFF2-40B4-BE49-F238E27FC236}">
                <a16:creationId xmlns:a16="http://schemas.microsoft.com/office/drawing/2014/main" id="{A358A383-9E3D-48BD-AB8A-05CECB607873}"/>
              </a:ext>
            </a:extLst>
          </p:cNvPr>
          <p:cNvSpPr>
            <a:spLocks xmlns:a="http://schemas.openxmlformats.org/drawingml/2006/main" noGrp="1"/>
          </p:cNvSpPr>
          <p:nvPr/>
        </p:nvSpPr>
        <p:spPr>
          <a:xfrm xmlns:a="http://schemas.openxmlformats.org/drawingml/2006/main">
            <a:off x="9429750" y="4810125"/>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声音</a:t>
            </a:r>
          </a:p>
        </p:txBody>
      </p:sp>
    </p:spTree>
    <p:extLst>
      <p:ext uri="{BB962C8B-B14F-4D97-AF65-F5344CB8AC3E}">
        <p14:creationId xmlns:p14="http://schemas.microsoft.com/office/powerpoint/2010/main" val="5366648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CBA5104-83EE-4017-A7A7-3684D7984EA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CFF6FD2-3B07-4E04-AE13-34B8A2BC2E1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F665B3-5B35-454F-B262-6F7CB44ED62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波形图的横轴，表示距离还是时间？</a:t>
            </a:r>
          </a:p>
        </p:txBody>
      </p:sp>
      <p:sp>
        <p:nvSpPr>
          <p:cNvPr id="5" name="text">
            <a:extLst xmlns:a="http://schemas.openxmlformats.org/drawingml/2006/main">
              <a:ext uri="{FF2B5EF4-FFF2-40B4-BE49-F238E27FC236}">
                <a16:creationId xmlns:a16="http://schemas.microsoft.com/office/drawing/2014/main" id="{F02BB366-20A8-4E18-BF5D-D6A2B991486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请先判断：波形的起伏描述了什么？</a:t>
            </a:r>
          </a:p>
        </p:txBody>
      </p:sp>
      <p:sp>
        <p:nvSpPr>
          <p:cNvPr id="6" name="fixed-position-signal">
            <a:extLst xmlns:a="http://schemas.openxmlformats.org/drawingml/2006/main">
              <a:ext uri="{FF2B5EF4-FFF2-40B4-BE49-F238E27FC236}">
                <a16:creationId xmlns:a16="http://schemas.microsoft.com/office/drawing/2014/main" id="{3512F95B-0580-43F6-B57C-269E1F332E68}"/>
              </a:ext>
            </a:extLst>
          </p:cNvPr>
          <p:cNvSpPr>
            <a:spLocks xmlns:a="http://schemas.openxmlformats.org/drawingml/2006/main" noGrp="1"/>
          </p:cNvSpPr>
          <p:nvPr/>
        </p:nvSpPr>
        <p:spPr>
          <a:xfrm xmlns:a="http://schemas.openxmlformats.org/drawingml/2006/main">
            <a:off x="6915150" y="3492649"/>
            <a:ext cx="4305300" cy="1301452"/>
          </a:xfrm>
          <a:custGeom xmlns:a="http://schemas.openxmlformats.org/drawingml/2006/main">
            <a:pathLst>
              <a:path w="4305300" h="1301452">
                <a:moveTo>
                  <a:pt x="0" y="458192"/>
                </a:moveTo>
                <a:lnTo>
                  <a:pt x="23918" y="353036"/>
                </a:lnTo>
                <a:lnTo>
                  <a:pt x="47837" y="256926"/>
                </a:lnTo>
                <a:lnTo>
                  <a:pt x="71755" y="172781"/>
                </a:lnTo>
                <a:lnTo>
                  <a:pt x="95673" y="103158"/>
                </a:lnTo>
                <a:lnTo>
                  <a:pt x="119592" y="50173"/>
                </a:lnTo>
                <a:lnTo>
                  <a:pt x="143510" y="15435"/>
                </a:lnTo>
                <a:lnTo>
                  <a:pt x="167428" y="0"/>
                </a:lnTo>
                <a:lnTo>
                  <a:pt x="191347" y="4337"/>
                </a:lnTo>
                <a:lnTo>
                  <a:pt x="215265" y="28315"/>
                </a:lnTo>
                <a:lnTo>
                  <a:pt x="239183" y="71204"/>
                </a:lnTo>
                <a:lnTo>
                  <a:pt x="263102" y="131701"/>
                </a:lnTo>
                <a:lnTo>
                  <a:pt x="287020" y="207969"/>
                </a:lnTo>
                <a:lnTo>
                  <a:pt x="310938" y="297690"/>
                </a:lnTo>
                <a:lnTo>
                  <a:pt x="334857" y="398138"/>
                </a:lnTo>
                <a:lnTo>
                  <a:pt x="358775" y="506260"/>
                </a:lnTo>
                <a:lnTo>
                  <a:pt x="382693" y="618772"/>
                </a:lnTo>
                <a:lnTo>
                  <a:pt x="406612" y="732255"/>
                </a:lnTo>
                <a:lnTo>
                  <a:pt x="430530" y="843260"/>
                </a:lnTo>
                <a:lnTo>
                  <a:pt x="454448" y="948416"/>
                </a:lnTo>
                <a:lnTo>
                  <a:pt x="478367" y="1044526"/>
                </a:lnTo>
                <a:lnTo>
                  <a:pt x="502285" y="1128671"/>
                </a:lnTo>
                <a:lnTo>
                  <a:pt x="526203" y="1198294"/>
                </a:lnTo>
                <a:lnTo>
                  <a:pt x="550122" y="1251279"/>
                </a:lnTo>
                <a:lnTo>
                  <a:pt x="574040" y="1286017"/>
                </a:lnTo>
                <a:lnTo>
                  <a:pt x="597958" y="1301452"/>
                </a:lnTo>
                <a:lnTo>
                  <a:pt x="621877" y="1297115"/>
                </a:lnTo>
                <a:lnTo>
                  <a:pt x="645795" y="1273137"/>
                </a:lnTo>
                <a:lnTo>
                  <a:pt x="669713" y="1230248"/>
                </a:lnTo>
                <a:lnTo>
                  <a:pt x="693632" y="1169751"/>
                </a:lnTo>
                <a:lnTo>
                  <a:pt x="717550" y="1093483"/>
                </a:lnTo>
                <a:lnTo>
                  <a:pt x="741468" y="1003762"/>
                </a:lnTo>
                <a:lnTo>
                  <a:pt x="765387" y="903314"/>
                </a:lnTo>
                <a:lnTo>
                  <a:pt x="789305" y="795192"/>
                </a:lnTo>
                <a:lnTo>
                  <a:pt x="813223" y="682680"/>
                </a:lnTo>
                <a:lnTo>
                  <a:pt x="837142" y="569197"/>
                </a:lnTo>
                <a:lnTo>
                  <a:pt x="861060" y="458192"/>
                </a:lnTo>
                <a:lnTo>
                  <a:pt x="884978" y="353036"/>
                </a:lnTo>
                <a:lnTo>
                  <a:pt x="908897" y="256926"/>
                </a:lnTo>
                <a:lnTo>
                  <a:pt x="932815" y="172781"/>
                </a:lnTo>
                <a:lnTo>
                  <a:pt x="956733" y="103158"/>
                </a:lnTo>
                <a:lnTo>
                  <a:pt x="980652" y="50173"/>
                </a:lnTo>
                <a:lnTo>
                  <a:pt x="1004570" y="15435"/>
                </a:lnTo>
                <a:lnTo>
                  <a:pt x="1028488" y="0"/>
                </a:lnTo>
                <a:lnTo>
                  <a:pt x="1052407" y="4337"/>
                </a:lnTo>
                <a:lnTo>
                  <a:pt x="1076325" y="28315"/>
                </a:lnTo>
                <a:lnTo>
                  <a:pt x="1100243" y="71204"/>
                </a:lnTo>
                <a:lnTo>
                  <a:pt x="1124162" y="131701"/>
                </a:lnTo>
                <a:lnTo>
                  <a:pt x="1148080" y="207969"/>
                </a:lnTo>
                <a:lnTo>
                  <a:pt x="1171998" y="297690"/>
                </a:lnTo>
                <a:lnTo>
                  <a:pt x="1195917" y="398138"/>
                </a:lnTo>
                <a:lnTo>
                  <a:pt x="1219835" y="506260"/>
                </a:lnTo>
                <a:lnTo>
                  <a:pt x="1243753" y="618772"/>
                </a:lnTo>
                <a:lnTo>
                  <a:pt x="1267672" y="732255"/>
                </a:lnTo>
                <a:lnTo>
                  <a:pt x="1291590" y="843260"/>
                </a:lnTo>
                <a:lnTo>
                  <a:pt x="1315508" y="948416"/>
                </a:lnTo>
                <a:lnTo>
                  <a:pt x="1339427" y="1044526"/>
                </a:lnTo>
                <a:lnTo>
                  <a:pt x="1363345" y="1128671"/>
                </a:lnTo>
                <a:lnTo>
                  <a:pt x="1387263" y="1198294"/>
                </a:lnTo>
                <a:lnTo>
                  <a:pt x="1411182" y="1251279"/>
                </a:lnTo>
                <a:lnTo>
                  <a:pt x="1435100" y="1286017"/>
                </a:lnTo>
                <a:lnTo>
                  <a:pt x="1459018" y="1301452"/>
                </a:lnTo>
                <a:lnTo>
                  <a:pt x="1482937" y="1297115"/>
                </a:lnTo>
                <a:lnTo>
                  <a:pt x="1506855" y="1273137"/>
                </a:lnTo>
                <a:lnTo>
                  <a:pt x="1530773" y="1230248"/>
                </a:lnTo>
                <a:lnTo>
                  <a:pt x="1554692" y="1169751"/>
                </a:lnTo>
                <a:lnTo>
                  <a:pt x="1578610" y="1093483"/>
                </a:lnTo>
                <a:lnTo>
                  <a:pt x="1602528" y="1003762"/>
                </a:lnTo>
                <a:lnTo>
                  <a:pt x="1626447" y="903314"/>
                </a:lnTo>
                <a:lnTo>
                  <a:pt x="1650365" y="795192"/>
                </a:lnTo>
                <a:lnTo>
                  <a:pt x="1674283" y="682680"/>
                </a:lnTo>
                <a:lnTo>
                  <a:pt x="1698202" y="569197"/>
                </a:lnTo>
                <a:lnTo>
                  <a:pt x="1722120" y="458192"/>
                </a:lnTo>
                <a:lnTo>
                  <a:pt x="1746038" y="353036"/>
                </a:lnTo>
                <a:lnTo>
                  <a:pt x="1769957" y="256926"/>
                </a:lnTo>
                <a:lnTo>
                  <a:pt x="1793875" y="172781"/>
                </a:lnTo>
                <a:lnTo>
                  <a:pt x="1817793" y="103158"/>
                </a:lnTo>
                <a:lnTo>
                  <a:pt x="1841712" y="50173"/>
                </a:lnTo>
                <a:lnTo>
                  <a:pt x="1865630" y="15435"/>
                </a:lnTo>
                <a:lnTo>
                  <a:pt x="1889548" y="0"/>
                </a:lnTo>
                <a:lnTo>
                  <a:pt x="1913467" y="4337"/>
                </a:lnTo>
                <a:lnTo>
                  <a:pt x="1937385" y="28315"/>
                </a:lnTo>
                <a:lnTo>
                  <a:pt x="1961303" y="71204"/>
                </a:lnTo>
                <a:lnTo>
                  <a:pt x="1985222" y="131701"/>
                </a:lnTo>
                <a:lnTo>
                  <a:pt x="2009140" y="207969"/>
                </a:lnTo>
                <a:lnTo>
                  <a:pt x="2033058" y="297690"/>
                </a:lnTo>
                <a:lnTo>
                  <a:pt x="2056977" y="398138"/>
                </a:lnTo>
                <a:lnTo>
                  <a:pt x="2080895" y="506260"/>
                </a:lnTo>
                <a:lnTo>
                  <a:pt x="2104813" y="618772"/>
                </a:lnTo>
                <a:lnTo>
                  <a:pt x="2128732" y="732255"/>
                </a:lnTo>
                <a:lnTo>
                  <a:pt x="2152650" y="843260"/>
                </a:lnTo>
                <a:lnTo>
                  <a:pt x="2176568" y="948416"/>
                </a:lnTo>
                <a:lnTo>
                  <a:pt x="2200487" y="1044526"/>
                </a:lnTo>
                <a:lnTo>
                  <a:pt x="2224405" y="1128671"/>
                </a:lnTo>
                <a:lnTo>
                  <a:pt x="2248323" y="1198294"/>
                </a:lnTo>
                <a:lnTo>
                  <a:pt x="2272242" y="1251279"/>
                </a:lnTo>
                <a:lnTo>
                  <a:pt x="2296160" y="1286017"/>
                </a:lnTo>
                <a:lnTo>
                  <a:pt x="2320078" y="1301452"/>
                </a:lnTo>
                <a:lnTo>
                  <a:pt x="2343997" y="1297115"/>
                </a:lnTo>
                <a:lnTo>
                  <a:pt x="2367915" y="1273137"/>
                </a:lnTo>
                <a:lnTo>
                  <a:pt x="2391833" y="1230248"/>
                </a:lnTo>
                <a:lnTo>
                  <a:pt x="2415752" y="1169751"/>
                </a:lnTo>
                <a:lnTo>
                  <a:pt x="2439670" y="1093483"/>
                </a:lnTo>
                <a:lnTo>
                  <a:pt x="2463588" y="1003762"/>
                </a:lnTo>
                <a:lnTo>
                  <a:pt x="2487507" y="903314"/>
                </a:lnTo>
                <a:lnTo>
                  <a:pt x="2511425" y="795192"/>
                </a:lnTo>
                <a:lnTo>
                  <a:pt x="2535343" y="682680"/>
                </a:lnTo>
                <a:lnTo>
                  <a:pt x="2559262" y="569197"/>
                </a:lnTo>
                <a:lnTo>
                  <a:pt x="2583180" y="458192"/>
                </a:lnTo>
                <a:lnTo>
                  <a:pt x="2607098" y="353036"/>
                </a:lnTo>
                <a:lnTo>
                  <a:pt x="2631017" y="256926"/>
                </a:lnTo>
                <a:lnTo>
                  <a:pt x="2654935" y="172781"/>
                </a:lnTo>
                <a:lnTo>
                  <a:pt x="2678853" y="103158"/>
                </a:lnTo>
                <a:lnTo>
                  <a:pt x="2702772" y="50173"/>
                </a:lnTo>
                <a:lnTo>
                  <a:pt x="2726690" y="15435"/>
                </a:lnTo>
                <a:lnTo>
                  <a:pt x="2750608" y="0"/>
                </a:lnTo>
                <a:lnTo>
                  <a:pt x="2774527" y="4337"/>
                </a:lnTo>
                <a:lnTo>
                  <a:pt x="2798445" y="28315"/>
                </a:lnTo>
                <a:lnTo>
                  <a:pt x="2822363" y="71204"/>
                </a:lnTo>
                <a:lnTo>
                  <a:pt x="2846282" y="131701"/>
                </a:lnTo>
                <a:lnTo>
                  <a:pt x="2870200" y="207969"/>
                </a:lnTo>
                <a:lnTo>
                  <a:pt x="2894118" y="297690"/>
                </a:lnTo>
                <a:lnTo>
                  <a:pt x="2918037" y="398138"/>
                </a:lnTo>
                <a:lnTo>
                  <a:pt x="2941955" y="506260"/>
                </a:lnTo>
                <a:lnTo>
                  <a:pt x="2965873" y="618772"/>
                </a:lnTo>
                <a:lnTo>
                  <a:pt x="2989792" y="732255"/>
                </a:lnTo>
                <a:lnTo>
                  <a:pt x="3013710" y="843260"/>
                </a:lnTo>
                <a:lnTo>
                  <a:pt x="3037628" y="948416"/>
                </a:lnTo>
                <a:lnTo>
                  <a:pt x="3061547" y="1044526"/>
                </a:lnTo>
                <a:lnTo>
                  <a:pt x="3085465" y="1128671"/>
                </a:lnTo>
                <a:lnTo>
                  <a:pt x="3109383" y="1198294"/>
                </a:lnTo>
                <a:lnTo>
                  <a:pt x="3133302" y="1251279"/>
                </a:lnTo>
                <a:lnTo>
                  <a:pt x="3157220" y="1286017"/>
                </a:lnTo>
                <a:lnTo>
                  <a:pt x="3181138" y="1301452"/>
                </a:lnTo>
                <a:lnTo>
                  <a:pt x="3205057" y="1297115"/>
                </a:lnTo>
                <a:lnTo>
                  <a:pt x="3228975" y="1273137"/>
                </a:lnTo>
                <a:lnTo>
                  <a:pt x="3252893" y="1230248"/>
                </a:lnTo>
                <a:lnTo>
                  <a:pt x="3276812" y="1169751"/>
                </a:lnTo>
                <a:lnTo>
                  <a:pt x="3300730" y="1093483"/>
                </a:lnTo>
                <a:lnTo>
                  <a:pt x="3324648" y="1003762"/>
                </a:lnTo>
                <a:lnTo>
                  <a:pt x="3348567" y="903314"/>
                </a:lnTo>
                <a:lnTo>
                  <a:pt x="3372485" y="795192"/>
                </a:lnTo>
                <a:lnTo>
                  <a:pt x="3396403" y="682680"/>
                </a:lnTo>
                <a:lnTo>
                  <a:pt x="3420322" y="569197"/>
                </a:lnTo>
                <a:lnTo>
                  <a:pt x="3444240" y="458192"/>
                </a:lnTo>
                <a:lnTo>
                  <a:pt x="3468158" y="353036"/>
                </a:lnTo>
                <a:lnTo>
                  <a:pt x="3492077" y="256926"/>
                </a:lnTo>
                <a:lnTo>
                  <a:pt x="3515995" y="172781"/>
                </a:lnTo>
                <a:lnTo>
                  <a:pt x="3539913" y="103158"/>
                </a:lnTo>
                <a:lnTo>
                  <a:pt x="3563832" y="50173"/>
                </a:lnTo>
                <a:lnTo>
                  <a:pt x="3587750" y="15435"/>
                </a:lnTo>
                <a:lnTo>
                  <a:pt x="3611668" y="0"/>
                </a:lnTo>
                <a:lnTo>
                  <a:pt x="3635587" y="4337"/>
                </a:lnTo>
                <a:lnTo>
                  <a:pt x="3659505" y="28315"/>
                </a:lnTo>
                <a:lnTo>
                  <a:pt x="3683423" y="71204"/>
                </a:lnTo>
                <a:lnTo>
                  <a:pt x="3707342" y="131701"/>
                </a:lnTo>
                <a:lnTo>
                  <a:pt x="3731260" y="207969"/>
                </a:lnTo>
                <a:lnTo>
                  <a:pt x="3755178" y="297690"/>
                </a:lnTo>
                <a:lnTo>
                  <a:pt x="3779097" y="398138"/>
                </a:lnTo>
                <a:lnTo>
                  <a:pt x="3803015" y="506260"/>
                </a:lnTo>
                <a:lnTo>
                  <a:pt x="3826933" y="618772"/>
                </a:lnTo>
                <a:lnTo>
                  <a:pt x="3850852" y="732255"/>
                </a:lnTo>
                <a:lnTo>
                  <a:pt x="3874770" y="843260"/>
                </a:lnTo>
                <a:lnTo>
                  <a:pt x="3898688" y="948416"/>
                </a:lnTo>
                <a:lnTo>
                  <a:pt x="3922607" y="1044526"/>
                </a:lnTo>
                <a:lnTo>
                  <a:pt x="3946525" y="1128671"/>
                </a:lnTo>
                <a:lnTo>
                  <a:pt x="3970443" y="1198294"/>
                </a:lnTo>
                <a:lnTo>
                  <a:pt x="3994362" y="1251279"/>
                </a:lnTo>
                <a:lnTo>
                  <a:pt x="4018280" y="1286017"/>
                </a:lnTo>
                <a:lnTo>
                  <a:pt x="4042198" y="1301452"/>
                </a:lnTo>
                <a:lnTo>
                  <a:pt x="4066117" y="1297115"/>
                </a:lnTo>
                <a:lnTo>
                  <a:pt x="4090035" y="1273137"/>
                </a:lnTo>
                <a:lnTo>
                  <a:pt x="4113953" y="1230248"/>
                </a:lnTo>
                <a:lnTo>
                  <a:pt x="4137872" y="1169751"/>
                </a:lnTo>
                <a:lnTo>
                  <a:pt x="4161790" y="1093483"/>
                </a:lnTo>
                <a:lnTo>
                  <a:pt x="4185708" y="1003762"/>
                </a:lnTo>
                <a:lnTo>
                  <a:pt x="4209627" y="903314"/>
                </a:lnTo>
                <a:lnTo>
                  <a:pt x="4233545" y="795192"/>
                </a:lnTo>
                <a:lnTo>
                  <a:pt x="4257463" y="682680"/>
                </a:lnTo>
                <a:lnTo>
                  <a:pt x="4281382" y="569197"/>
                </a:lnTo>
                <a:lnTo>
                  <a:pt x="4305300" y="458192"/>
                </a:lnTo>
              </a:path>
            </a:pathLst>
          </a:custGeom>
          <a:noFill xmlns:a="http://schemas.openxmlformats.org/drawingml/2006/main"/>
          <a:ln xmlns:a="http://schemas.openxmlformats.org/drawingml/2006/main" w="20955">
            <a:solidFill>
              <a:srgbClr val="808080"/>
            </a:solidFill>
          </a:ln>
        </p:spPr>
      </p:sp>
    </p:spTree>
    <p:extLst>
      <p:ext uri="{BB962C8B-B14F-4D97-AF65-F5344CB8AC3E}">
        <p14:creationId xmlns:p14="http://schemas.microsoft.com/office/powerpoint/2010/main" val="8211900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CBA5104-83EE-4017-A7A7-3684D7984EA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CFF6FD2-3B07-4E04-AE13-34B8A2BC2E1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F665B3-5B35-454F-B262-6F7CB44ED62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波形图的横轴，表示距离还是时间？</a:t>
            </a:r>
          </a:p>
        </p:txBody>
      </p:sp>
      <p:sp>
        <p:nvSpPr>
          <p:cNvPr id="6" name="space-heading">
            <a:extLst xmlns:a="http://schemas.openxmlformats.org/drawingml/2006/main">
              <a:ext uri="{FF2B5EF4-FFF2-40B4-BE49-F238E27FC236}">
                <a16:creationId xmlns:a16="http://schemas.microsoft.com/office/drawing/2014/main" id="{AC575F18-BE26-4378-980D-CB179507B034}"/>
              </a:ext>
            </a:extLst>
          </p:cNvPr>
          <p:cNvSpPr>
            <a:spLocks xmlns:a="http://schemas.openxmlformats.org/drawingml/2006/main" noGrp="1"/>
          </p:cNvSpPr>
          <p:nvPr/>
        </p:nvSpPr>
        <p:spPr>
          <a:xfrm xmlns:a="http://schemas.openxmlformats.org/drawingml/2006/main">
            <a:off x="609600" y="2228850"/>
            <a:ext cx="5181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空间里的传播（示意）</a:t>
            </a:r>
          </a:p>
        </p:txBody>
      </p:sp>
      <p:sp>
        <p:nvSpPr>
          <p:cNvPr id="7" name="time-heading">
            <a:extLst xmlns:a="http://schemas.openxmlformats.org/drawingml/2006/main">
              <a:ext uri="{FF2B5EF4-FFF2-40B4-BE49-F238E27FC236}">
                <a16:creationId xmlns:a16="http://schemas.microsoft.com/office/drawing/2014/main" id="{53B788A1-13CF-4053-A563-7DA18C30F215}"/>
              </a:ext>
            </a:extLst>
          </p:cNvPr>
          <p:cNvSpPr>
            <a:spLocks xmlns:a="http://schemas.openxmlformats.org/drawingml/2006/main" noGrp="1"/>
          </p:cNvSpPr>
          <p:nvPr/>
        </p:nvSpPr>
        <p:spPr>
          <a:xfrm xmlns:a="http://schemas.openxmlformats.org/drawingml/2006/main">
            <a:off x="6400800" y="2228850"/>
            <a:ext cx="5181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固定位置的时间记录</a:t>
            </a:r>
          </a:p>
        </p:txBody>
      </p:sp>
      <p:pic>
        <p:nvPicPr>
          <p:cNvPr id="8" name="">
            <a:extLst xmlns:a="http://schemas.openxmlformats.org/drawingml/2006/main">
              <a:ext uri="{FF2B5EF4-FFF2-40B4-BE49-F238E27FC236}">
                <a16:creationId xmlns:a16="http://schemas.microsoft.com/office/drawing/2014/main" id="{E467F0B3-62DB-46CE-BE9F-1CDC73DAAD39}"/>
              </a:ext>
            </a:extLst>
          </p:cNvPr>
          <p:cNvPicPr>
            <a:picLocks xmlns:a="http://schemas.openxmlformats.org/drawingml/2006/main" noChangeAspect="1"/>
          </p:cNvPicPr>
          <p:nvPr/>
        </p:nvPicPr>
        <p:blipFill>
          <a:blip xmlns:r="http://schemas.openxmlformats.org/officeDocument/2006/relationships" xmlns:a="http://schemas.openxmlformats.org/drawingml/2006/main" r:embed="R8f1147f71af04b5c"/>
          <a:srcRect xmlns:a="http://schemas.openxmlformats.org/drawingml/2006/main" l="0" t="0" r="51000" b="0"/>
          <a:stretch xmlns:a="http://schemas.openxmlformats.org/drawingml/2006/main"/>
        </p:blipFill>
        <p:spPr>
          <a:xfrm xmlns:a="http://schemas.openxmlformats.org/drawingml/2006/main">
            <a:off x="723900" y="2800350"/>
            <a:ext cx="4876800" cy="2714625"/>
          </a:xfrm>
          <a:prstGeom xmlns:a="http://schemas.openxmlformats.org/drawingml/2006/main" prst="rect">
            <a:avLst/>
          </a:prstGeom>
        </p:spPr>
      </p:pic>
      <p:sp>
        <p:nvSpPr>
          <p:cNvPr id="9" name="time-axis">
            <a:extLst xmlns:a="http://schemas.openxmlformats.org/drawingml/2006/main">
              <a:ext uri="{FF2B5EF4-FFF2-40B4-BE49-F238E27FC236}">
                <a16:creationId xmlns:a16="http://schemas.microsoft.com/office/drawing/2014/main" id="{EB25DE18-6B37-465E-90C7-21A9673A7417}"/>
              </a:ext>
            </a:extLst>
          </p:cNvPr>
          <p:cNvSpPr>
            <a:spLocks xmlns:a="http://schemas.openxmlformats.org/drawingml/2006/main" noGrp="1"/>
          </p:cNvSpPr>
          <p:nvPr/>
        </p:nvSpPr>
        <p:spPr>
          <a:xfrm xmlns:a="http://schemas.openxmlformats.org/drawingml/2006/main">
            <a:off x="6915150" y="4143375"/>
            <a:ext cx="4305300" cy="9525"/>
          </a:xfrm>
          <a:custGeom xmlns:a="http://schemas.openxmlformats.org/drawingml/2006/main">
            <a:pathLst>
              <a:path w="4305300" h="9525">
                <a:moveTo>
                  <a:pt x="0" y="0"/>
                </a:moveTo>
                <a:lnTo>
                  <a:pt x="4305300" y="0"/>
                </a:lnTo>
              </a:path>
            </a:pathLst>
          </a:custGeom>
          <a:noFill xmlns:a="http://schemas.openxmlformats.org/drawingml/2006/main"/>
          <a:ln xmlns:a="http://schemas.openxmlformats.org/drawingml/2006/main" w="13335">
            <a:solidFill>
              <a:srgbClr val="808080"/>
            </a:solidFill>
          </a:ln>
        </p:spPr>
      </p:sp>
      <p:sp>
        <p:nvSpPr>
          <p:cNvPr id="10" name="amplitude-axis">
            <a:extLst xmlns:a="http://schemas.openxmlformats.org/drawingml/2006/main">
              <a:ext uri="{FF2B5EF4-FFF2-40B4-BE49-F238E27FC236}">
                <a16:creationId xmlns:a16="http://schemas.microsoft.com/office/drawing/2014/main" id="{3B1D945E-0AE6-4430-9781-9F5E73F3AAD6}"/>
              </a:ext>
            </a:extLst>
          </p:cNvPr>
          <p:cNvSpPr>
            <a:spLocks xmlns:a="http://schemas.openxmlformats.org/drawingml/2006/main" noGrp="1"/>
          </p:cNvSpPr>
          <p:nvPr/>
        </p:nvSpPr>
        <p:spPr>
          <a:xfrm xmlns:a="http://schemas.openxmlformats.org/drawingml/2006/main">
            <a:off x="6915150" y="2943225"/>
            <a:ext cx="9525" cy="2428875"/>
          </a:xfrm>
          <a:custGeom xmlns:a="http://schemas.openxmlformats.org/drawingml/2006/main">
            <a:pathLst>
              <a:path w="9525" h="2428875">
                <a:moveTo>
                  <a:pt x="0" y="0"/>
                </a:moveTo>
                <a:lnTo>
                  <a:pt x="0" y="2428875"/>
                </a:lnTo>
              </a:path>
            </a:pathLst>
          </a:custGeom>
          <a:noFill xmlns:a="http://schemas.openxmlformats.org/drawingml/2006/main"/>
          <a:ln xmlns:a="http://schemas.openxmlformats.org/drawingml/2006/main" w="13335">
            <a:solidFill>
              <a:srgbClr val="808080"/>
            </a:solidFill>
          </a:ln>
        </p:spPr>
      </p:sp>
      <p:sp>
        <p:nvSpPr>
          <p:cNvPr id="12" name="amplitude-label">
            <a:extLst xmlns:a="http://schemas.openxmlformats.org/drawingml/2006/main">
              <a:ext uri="{FF2B5EF4-FFF2-40B4-BE49-F238E27FC236}">
                <a16:creationId xmlns:a16="http://schemas.microsoft.com/office/drawing/2014/main" id="{763A194F-7647-417E-91F5-166C4EFAB2FE}"/>
              </a:ext>
            </a:extLst>
          </p:cNvPr>
          <p:cNvSpPr>
            <a:spLocks xmlns:a="http://schemas.openxmlformats.org/drawingml/2006/main" noGrp="1"/>
          </p:cNvSpPr>
          <p:nvPr/>
        </p:nvSpPr>
        <p:spPr>
          <a:xfrm xmlns:a="http://schemas.openxmlformats.org/drawingml/2006/main">
            <a:off x="6400800" y="2752725"/>
            <a:ext cx="80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3" name="time-label">
            <a:extLst xmlns:a="http://schemas.openxmlformats.org/drawingml/2006/main">
              <a:ext uri="{FF2B5EF4-FFF2-40B4-BE49-F238E27FC236}">
                <a16:creationId xmlns:a16="http://schemas.microsoft.com/office/drawing/2014/main" id="{84B91082-3C85-4815-BBE4-073C840585F3}"/>
              </a:ext>
            </a:extLst>
          </p:cNvPr>
          <p:cNvSpPr>
            <a:spLocks xmlns:a="http://schemas.openxmlformats.org/drawingml/2006/main" noGrp="1"/>
          </p:cNvSpPr>
          <p:nvPr/>
        </p:nvSpPr>
        <p:spPr>
          <a:xfrm xmlns:a="http://schemas.openxmlformats.org/drawingml/2006/main">
            <a:off x="10372725" y="54006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4" name="text">
            <a:extLst xmlns:a="http://schemas.openxmlformats.org/drawingml/2006/main">
              <a:ext uri="{FF2B5EF4-FFF2-40B4-BE49-F238E27FC236}">
                <a16:creationId xmlns:a16="http://schemas.microsoft.com/office/drawing/2014/main" id="{A7430DCD-BA0A-4A3D-A7C7-812BCB7E28B2}"/>
              </a:ext>
            </a:extLst>
          </p:cNvPr>
          <p:cNvSpPr>
            <a:spLocks xmlns:a="http://schemas.openxmlformats.org/drawingml/2006/main" noGrp="1"/>
          </p:cNvSpPr>
          <p:nvPr/>
        </p:nvSpPr>
        <p:spPr>
          <a:xfrm xmlns:a="http://schemas.openxmlformats.org/drawingml/2006/main">
            <a:off x="6400800" y="58102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在一个位置测量，横轴是时间。</a:t>
            </a:r>
          </a:p>
        </p:txBody>
      </p:sp>
      <p:sp>
        <p:nvSpPr>
          <p:cNvPr id="15" name="text">
            <a:extLst xmlns:a="http://schemas.openxmlformats.org/drawingml/2006/main">
              <a:ext uri="{FF2B5EF4-FFF2-40B4-BE49-F238E27FC236}">
                <a16:creationId xmlns:a16="http://schemas.microsoft.com/office/drawing/2014/main" id="{15B3D750-6FC5-4AFB-90DA-4C505FD8E9B7}"/>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请先判断：波形的起伏描述了什么？</a:t>
            </a:r>
          </a:p>
        </p:txBody>
      </p:sp>
      <p:sp>
        <p:nvSpPr>
          <p:cNvPr id="16" name="fixed-position-signal">
            <a:extLst xmlns:a="http://schemas.openxmlformats.org/drawingml/2006/main">
              <a:ext uri="{FF2B5EF4-FFF2-40B4-BE49-F238E27FC236}">
                <a16:creationId xmlns:a16="http://schemas.microsoft.com/office/drawing/2014/main" id="{D3702229-7083-4CEB-B0F8-045440A1974E}"/>
              </a:ext>
            </a:extLst>
          </p:cNvPr>
          <p:cNvSpPr>
            <a:spLocks xmlns:a="http://schemas.openxmlformats.org/drawingml/2006/main" noGrp="1"/>
          </p:cNvSpPr>
          <p:nvPr/>
        </p:nvSpPr>
        <p:spPr>
          <a:xfrm xmlns:a="http://schemas.openxmlformats.org/drawingml/2006/main">
            <a:off x="6915150" y="3492649"/>
            <a:ext cx="4305300" cy="1301452"/>
          </a:xfrm>
          <a:custGeom xmlns:a="http://schemas.openxmlformats.org/drawingml/2006/main">
            <a:pathLst>
              <a:path w="4305300" h="1301452">
                <a:moveTo>
                  <a:pt x="0" y="458192"/>
                </a:moveTo>
                <a:lnTo>
                  <a:pt x="23918" y="353036"/>
                </a:lnTo>
                <a:lnTo>
                  <a:pt x="47837" y="256926"/>
                </a:lnTo>
                <a:lnTo>
                  <a:pt x="71755" y="172781"/>
                </a:lnTo>
                <a:lnTo>
                  <a:pt x="95673" y="103158"/>
                </a:lnTo>
                <a:lnTo>
                  <a:pt x="119592" y="50173"/>
                </a:lnTo>
                <a:lnTo>
                  <a:pt x="143510" y="15435"/>
                </a:lnTo>
                <a:lnTo>
                  <a:pt x="167428" y="0"/>
                </a:lnTo>
                <a:lnTo>
                  <a:pt x="191347" y="4337"/>
                </a:lnTo>
                <a:lnTo>
                  <a:pt x="215265" y="28315"/>
                </a:lnTo>
                <a:lnTo>
                  <a:pt x="239183" y="71204"/>
                </a:lnTo>
                <a:lnTo>
                  <a:pt x="263102" y="131701"/>
                </a:lnTo>
                <a:lnTo>
                  <a:pt x="287020" y="207969"/>
                </a:lnTo>
                <a:lnTo>
                  <a:pt x="310938" y="297690"/>
                </a:lnTo>
                <a:lnTo>
                  <a:pt x="334857" y="398138"/>
                </a:lnTo>
                <a:lnTo>
                  <a:pt x="358775" y="506260"/>
                </a:lnTo>
                <a:lnTo>
                  <a:pt x="382693" y="618772"/>
                </a:lnTo>
                <a:lnTo>
                  <a:pt x="406612" y="732255"/>
                </a:lnTo>
                <a:lnTo>
                  <a:pt x="430530" y="843260"/>
                </a:lnTo>
                <a:lnTo>
                  <a:pt x="454448" y="948416"/>
                </a:lnTo>
                <a:lnTo>
                  <a:pt x="478367" y="1044526"/>
                </a:lnTo>
                <a:lnTo>
                  <a:pt x="502285" y="1128671"/>
                </a:lnTo>
                <a:lnTo>
                  <a:pt x="526203" y="1198294"/>
                </a:lnTo>
                <a:lnTo>
                  <a:pt x="550122" y="1251279"/>
                </a:lnTo>
                <a:lnTo>
                  <a:pt x="574040" y="1286017"/>
                </a:lnTo>
                <a:lnTo>
                  <a:pt x="597958" y="1301452"/>
                </a:lnTo>
                <a:lnTo>
                  <a:pt x="621877" y="1297115"/>
                </a:lnTo>
                <a:lnTo>
                  <a:pt x="645795" y="1273137"/>
                </a:lnTo>
                <a:lnTo>
                  <a:pt x="669713" y="1230248"/>
                </a:lnTo>
                <a:lnTo>
                  <a:pt x="693632" y="1169751"/>
                </a:lnTo>
                <a:lnTo>
                  <a:pt x="717550" y="1093483"/>
                </a:lnTo>
                <a:lnTo>
                  <a:pt x="741468" y="1003762"/>
                </a:lnTo>
                <a:lnTo>
                  <a:pt x="765387" y="903314"/>
                </a:lnTo>
                <a:lnTo>
                  <a:pt x="789305" y="795192"/>
                </a:lnTo>
                <a:lnTo>
                  <a:pt x="813223" y="682680"/>
                </a:lnTo>
                <a:lnTo>
                  <a:pt x="837142" y="569197"/>
                </a:lnTo>
                <a:lnTo>
                  <a:pt x="861060" y="458192"/>
                </a:lnTo>
                <a:lnTo>
                  <a:pt x="884978" y="353036"/>
                </a:lnTo>
                <a:lnTo>
                  <a:pt x="908897" y="256926"/>
                </a:lnTo>
                <a:lnTo>
                  <a:pt x="932815" y="172781"/>
                </a:lnTo>
                <a:lnTo>
                  <a:pt x="956733" y="103158"/>
                </a:lnTo>
                <a:lnTo>
                  <a:pt x="980652" y="50173"/>
                </a:lnTo>
                <a:lnTo>
                  <a:pt x="1004570" y="15435"/>
                </a:lnTo>
                <a:lnTo>
                  <a:pt x="1028488" y="0"/>
                </a:lnTo>
                <a:lnTo>
                  <a:pt x="1052407" y="4337"/>
                </a:lnTo>
                <a:lnTo>
                  <a:pt x="1076325" y="28315"/>
                </a:lnTo>
                <a:lnTo>
                  <a:pt x="1100243" y="71204"/>
                </a:lnTo>
                <a:lnTo>
                  <a:pt x="1124162" y="131701"/>
                </a:lnTo>
                <a:lnTo>
                  <a:pt x="1148080" y="207969"/>
                </a:lnTo>
                <a:lnTo>
                  <a:pt x="1171998" y="297690"/>
                </a:lnTo>
                <a:lnTo>
                  <a:pt x="1195917" y="398138"/>
                </a:lnTo>
                <a:lnTo>
                  <a:pt x="1219835" y="506260"/>
                </a:lnTo>
                <a:lnTo>
                  <a:pt x="1243753" y="618772"/>
                </a:lnTo>
                <a:lnTo>
                  <a:pt x="1267672" y="732255"/>
                </a:lnTo>
                <a:lnTo>
                  <a:pt x="1291590" y="843260"/>
                </a:lnTo>
                <a:lnTo>
                  <a:pt x="1315508" y="948416"/>
                </a:lnTo>
                <a:lnTo>
                  <a:pt x="1339427" y="1044526"/>
                </a:lnTo>
                <a:lnTo>
                  <a:pt x="1363345" y="1128671"/>
                </a:lnTo>
                <a:lnTo>
                  <a:pt x="1387263" y="1198294"/>
                </a:lnTo>
                <a:lnTo>
                  <a:pt x="1411182" y="1251279"/>
                </a:lnTo>
                <a:lnTo>
                  <a:pt x="1435100" y="1286017"/>
                </a:lnTo>
                <a:lnTo>
                  <a:pt x="1459018" y="1301452"/>
                </a:lnTo>
                <a:lnTo>
                  <a:pt x="1482937" y="1297115"/>
                </a:lnTo>
                <a:lnTo>
                  <a:pt x="1506855" y="1273137"/>
                </a:lnTo>
                <a:lnTo>
                  <a:pt x="1530773" y="1230248"/>
                </a:lnTo>
                <a:lnTo>
                  <a:pt x="1554692" y="1169751"/>
                </a:lnTo>
                <a:lnTo>
                  <a:pt x="1578610" y="1093483"/>
                </a:lnTo>
                <a:lnTo>
                  <a:pt x="1602528" y="1003762"/>
                </a:lnTo>
                <a:lnTo>
                  <a:pt x="1626447" y="903314"/>
                </a:lnTo>
                <a:lnTo>
                  <a:pt x="1650365" y="795192"/>
                </a:lnTo>
                <a:lnTo>
                  <a:pt x="1674283" y="682680"/>
                </a:lnTo>
                <a:lnTo>
                  <a:pt x="1698202" y="569197"/>
                </a:lnTo>
                <a:lnTo>
                  <a:pt x="1722120" y="458192"/>
                </a:lnTo>
                <a:lnTo>
                  <a:pt x="1746038" y="353036"/>
                </a:lnTo>
                <a:lnTo>
                  <a:pt x="1769957" y="256926"/>
                </a:lnTo>
                <a:lnTo>
                  <a:pt x="1793875" y="172781"/>
                </a:lnTo>
                <a:lnTo>
                  <a:pt x="1817793" y="103158"/>
                </a:lnTo>
                <a:lnTo>
                  <a:pt x="1841712" y="50173"/>
                </a:lnTo>
                <a:lnTo>
                  <a:pt x="1865630" y="15435"/>
                </a:lnTo>
                <a:lnTo>
                  <a:pt x="1889548" y="0"/>
                </a:lnTo>
                <a:lnTo>
                  <a:pt x="1913467" y="4337"/>
                </a:lnTo>
                <a:lnTo>
                  <a:pt x="1937385" y="28315"/>
                </a:lnTo>
                <a:lnTo>
                  <a:pt x="1961303" y="71204"/>
                </a:lnTo>
                <a:lnTo>
                  <a:pt x="1985222" y="131701"/>
                </a:lnTo>
                <a:lnTo>
                  <a:pt x="2009140" y="207969"/>
                </a:lnTo>
                <a:lnTo>
                  <a:pt x="2033058" y="297690"/>
                </a:lnTo>
                <a:lnTo>
                  <a:pt x="2056977" y="398138"/>
                </a:lnTo>
                <a:lnTo>
                  <a:pt x="2080895" y="506260"/>
                </a:lnTo>
                <a:lnTo>
                  <a:pt x="2104813" y="618772"/>
                </a:lnTo>
                <a:lnTo>
                  <a:pt x="2128732" y="732255"/>
                </a:lnTo>
                <a:lnTo>
                  <a:pt x="2152650" y="843260"/>
                </a:lnTo>
                <a:lnTo>
                  <a:pt x="2176568" y="948416"/>
                </a:lnTo>
                <a:lnTo>
                  <a:pt x="2200487" y="1044526"/>
                </a:lnTo>
                <a:lnTo>
                  <a:pt x="2224405" y="1128671"/>
                </a:lnTo>
                <a:lnTo>
                  <a:pt x="2248323" y="1198294"/>
                </a:lnTo>
                <a:lnTo>
                  <a:pt x="2272242" y="1251279"/>
                </a:lnTo>
                <a:lnTo>
                  <a:pt x="2296160" y="1286017"/>
                </a:lnTo>
                <a:lnTo>
                  <a:pt x="2320078" y="1301452"/>
                </a:lnTo>
                <a:lnTo>
                  <a:pt x="2343997" y="1297115"/>
                </a:lnTo>
                <a:lnTo>
                  <a:pt x="2367915" y="1273137"/>
                </a:lnTo>
                <a:lnTo>
                  <a:pt x="2391833" y="1230248"/>
                </a:lnTo>
                <a:lnTo>
                  <a:pt x="2415752" y="1169751"/>
                </a:lnTo>
                <a:lnTo>
                  <a:pt x="2439670" y="1093483"/>
                </a:lnTo>
                <a:lnTo>
                  <a:pt x="2463588" y="1003762"/>
                </a:lnTo>
                <a:lnTo>
                  <a:pt x="2487507" y="903314"/>
                </a:lnTo>
                <a:lnTo>
                  <a:pt x="2511425" y="795192"/>
                </a:lnTo>
                <a:lnTo>
                  <a:pt x="2535343" y="682680"/>
                </a:lnTo>
                <a:lnTo>
                  <a:pt x="2559262" y="569197"/>
                </a:lnTo>
                <a:lnTo>
                  <a:pt x="2583180" y="458192"/>
                </a:lnTo>
                <a:lnTo>
                  <a:pt x="2607098" y="353036"/>
                </a:lnTo>
                <a:lnTo>
                  <a:pt x="2631017" y="256926"/>
                </a:lnTo>
                <a:lnTo>
                  <a:pt x="2654935" y="172781"/>
                </a:lnTo>
                <a:lnTo>
                  <a:pt x="2678853" y="103158"/>
                </a:lnTo>
                <a:lnTo>
                  <a:pt x="2702772" y="50173"/>
                </a:lnTo>
                <a:lnTo>
                  <a:pt x="2726690" y="15435"/>
                </a:lnTo>
                <a:lnTo>
                  <a:pt x="2750608" y="0"/>
                </a:lnTo>
                <a:lnTo>
                  <a:pt x="2774527" y="4337"/>
                </a:lnTo>
                <a:lnTo>
                  <a:pt x="2798445" y="28315"/>
                </a:lnTo>
                <a:lnTo>
                  <a:pt x="2822363" y="71204"/>
                </a:lnTo>
                <a:lnTo>
                  <a:pt x="2846282" y="131701"/>
                </a:lnTo>
                <a:lnTo>
                  <a:pt x="2870200" y="207969"/>
                </a:lnTo>
                <a:lnTo>
                  <a:pt x="2894118" y="297690"/>
                </a:lnTo>
                <a:lnTo>
                  <a:pt x="2918037" y="398138"/>
                </a:lnTo>
                <a:lnTo>
                  <a:pt x="2941955" y="506260"/>
                </a:lnTo>
                <a:lnTo>
                  <a:pt x="2965873" y="618772"/>
                </a:lnTo>
                <a:lnTo>
                  <a:pt x="2989792" y="732255"/>
                </a:lnTo>
                <a:lnTo>
                  <a:pt x="3013710" y="843260"/>
                </a:lnTo>
                <a:lnTo>
                  <a:pt x="3037628" y="948416"/>
                </a:lnTo>
                <a:lnTo>
                  <a:pt x="3061547" y="1044526"/>
                </a:lnTo>
                <a:lnTo>
                  <a:pt x="3085465" y="1128671"/>
                </a:lnTo>
                <a:lnTo>
                  <a:pt x="3109383" y="1198294"/>
                </a:lnTo>
                <a:lnTo>
                  <a:pt x="3133302" y="1251279"/>
                </a:lnTo>
                <a:lnTo>
                  <a:pt x="3157220" y="1286017"/>
                </a:lnTo>
                <a:lnTo>
                  <a:pt x="3181138" y="1301452"/>
                </a:lnTo>
                <a:lnTo>
                  <a:pt x="3205057" y="1297115"/>
                </a:lnTo>
                <a:lnTo>
                  <a:pt x="3228975" y="1273137"/>
                </a:lnTo>
                <a:lnTo>
                  <a:pt x="3252893" y="1230248"/>
                </a:lnTo>
                <a:lnTo>
                  <a:pt x="3276812" y="1169751"/>
                </a:lnTo>
                <a:lnTo>
                  <a:pt x="3300730" y="1093483"/>
                </a:lnTo>
                <a:lnTo>
                  <a:pt x="3324648" y="1003762"/>
                </a:lnTo>
                <a:lnTo>
                  <a:pt x="3348567" y="903314"/>
                </a:lnTo>
                <a:lnTo>
                  <a:pt x="3372485" y="795192"/>
                </a:lnTo>
                <a:lnTo>
                  <a:pt x="3396403" y="682680"/>
                </a:lnTo>
                <a:lnTo>
                  <a:pt x="3420322" y="569197"/>
                </a:lnTo>
                <a:lnTo>
                  <a:pt x="3444240" y="458192"/>
                </a:lnTo>
                <a:lnTo>
                  <a:pt x="3468158" y="353036"/>
                </a:lnTo>
                <a:lnTo>
                  <a:pt x="3492077" y="256926"/>
                </a:lnTo>
                <a:lnTo>
                  <a:pt x="3515995" y="172781"/>
                </a:lnTo>
                <a:lnTo>
                  <a:pt x="3539913" y="103158"/>
                </a:lnTo>
                <a:lnTo>
                  <a:pt x="3563832" y="50173"/>
                </a:lnTo>
                <a:lnTo>
                  <a:pt x="3587750" y="15435"/>
                </a:lnTo>
                <a:lnTo>
                  <a:pt x="3611668" y="0"/>
                </a:lnTo>
                <a:lnTo>
                  <a:pt x="3635587" y="4337"/>
                </a:lnTo>
                <a:lnTo>
                  <a:pt x="3659505" y="28315"/>
                </a:lnTo>
                <a:lnTo>
                  <a:pt x="3683423" y="71204"/>
                </a:lnTo>
                <a:lnTo>
                  <a:pt x="3707342" y="131701"/>
                </a:lnTo>
                <a:lnTo>
                  <a:pt x="3731260" y="207969"/>
                </a:lnTo>
                <a:lnTo>
                  <a:pt x="3755178" y="297690"/>
                </a:lnTo>
                <a:lnTo>
                  <a:pt x="3779097" y="398138"/>
                </a:lnTo>
                <a:lnTo>
                  <a:pt x="3803015" y="506260"/>
                </a:lnTo>
                <a:lnTo>
                  <a:pt x="3826933" y="618772"/>
                </a:lnTo>
                <a:lnTo>
                  <a:pt x="3850852" y="732255"/>
                </a:lnTo>
                <a:lnTo>
                  <a:pt x="3874770" y="843260"/>
                </a:lnTo>
                <a:lnTo>
                  <a:pt x="3898688" y="948416"/>
                </a:lnTo>
                <a:lnTo>
                  <a:pt x="3922607" y="1044526"/>
                </a:lnTo>
                <a:lnTo>
                  <a:pt x="3946525" y="1128671"/>
                </a:lnTo>
                <a:lnTo>
                  <a:pt x="3970443" y="1198294"/>
                </a:lnTo>
                <a:lnTo>
                  <a:pt x="3994362" y="1251279"/>
                </a:lnTo>
                <a:lnTo>
                  <a:pt x="4018280" y="1286017"/>
                </a:lnTo>
                <a:lnTo>
                  <a:pt x="4042198" y="1301452"/>
                </a:lnTo>
                <a:lnTo>
                  <a:pt x="4066117" y="1297115"/>
                </a:lnTo>
                <a:lnTo>
                  <a:pt x="4090035" y="1273137"/>
                </a:lnTo>
                <a:lnTo>
                  <a:pt x="4113953" y="1230248"/>
                </a:lnTo>
                <a:lnTo>
                  <a:pt x="4137872" y="1169751"/>
                </a:lnTo>
                <a:lnTo>
                  <a:pt x="4161790" y="1093483"/>
                </a:lnTo>
                <a:lnTo>
                  <a:pt x="4185708" y="1003762"/>
                </a:lnTo>
                <a:lnTo>
                  <a:pt x="4209627" y="903314"/>
                </a:lnTo>
                <a:lnTo>
                  <a:pt x="4233545" y="795192"/>
                </a:lnTo>
                <a:lnTo>
                  <a:pt x="4257463" y="682680"/>
                </a:lnTo>
                <a:lnTo>
                  <a:pt x="4281382" y="569197"/>
                </a:lnTo>
                <a:lnTo>
                  <a:pt x="4305300" y="458192"/>
                </a:lnTo>
              </a:path>
            </a:pathLst>
          </a:custGeom>
          <a:noFill xmlns:a="http://schemas.openxmlformats.org/drawingml/2006/main"/>
          <a:ln xmlns:a="http://schemas.openxmlformats.org/drawingml/2006/main" w="20955">
            <a:solidFill>
              <a:srgbClr val="808080"/>
            </a:solidFill>
          </a:ln>
        </p:spPr>
      </p:sp>
    </p:spTree>
    <p:extLst>
      <p:ext uri="{BB962C8B-B14F-4D97-AF65-F5344CB8AC3E}">
        <p14:creationId xmlns:p14="http://schemas.microsoft.com/office/powerpoint/2010/main" val="82119004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A9E9E24-A107-4F96-8ADB-E582907A66C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5B7C85-CA0C-4E5F-9C3C-D332D17CB2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29AE40-1D8F-48F5-B70C-61178E58713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演示A：红线向右，表示什么？</a:t>
            </a:r>
          </a:p>
        </p:txBody>
      </p:sp>
      <p:sp>
        <p:nvSpPr>
          <p:cNvPr id="5" name="TextBox 4">
            <a:extLst xmlns:a="http://schemas.openxmlformats.org/drawingml/2006/main">
              <a:ext uri="{FF2B5EF4-FFF2-40B4-BE49-F238E27FC236}">
                <a16:creationId xmlns:a16="http://schemas.microsoft.com/office/drawing/2014/main" id="{B0984BCC-1384-4310-9D9A-FDC3C102BFD1}"/>
              </a:ext>
            </a:extLst>
          </p:cNvPr>
          <p:cNvSpPr>
            <a:spLocks xmlns:a="http://schemas.openxmlformats.org/drawingml/2006/main" noGrp="1"/>
          </p:cNvSpPr>
          <p:nvPr/>
        </p:nvSpPr>
        <p:spPr>
          <a:xfrm xmlns:a="http://schemas.openxmlformats.org/drawingml/2006/main">
            <a:off x="786384" y="1517904"/>
            <a:ext cx="106984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先预测：红线移动时，波形图的横轴表示什么？</a:t>
            </a:r>
          </a:p>
        </p:txBody>
      </p:sp>
      <p:sp>
        <p:nvSpPr>
          <p:cNvPr id="6" name="Connector 5">
            <a:extLst xmlns:a="http://schemas.openxmlformats.org/drawingml/2006/main">
              <a:ext uri="{FF2B5EF4-FFF2-40B4-BE49-F238E27FC236}">
                <a16:creationId xmlns:a16="http://schemas.microsoft.com/office/drawing/2014/main" id="{CA582613-AF4A-48C5-972F-A772CE2505CD}"/>
              </a:ext>
            </a:extLst>
          </p:cNvPr>
          <p:cNvSpPr>
            <a:spLocks xmlns:a="http://schemas.openxmlformats.org/drawingml/2006/main" noGrp="1"/>
          </p:cNvSpPr>
          <p:nvPr/>
        </p:nvSpPr>
        <p:spPr>
          <a:xfrm xmlns:a="http://schemas.openxmlformats.org/drawingml/2006/main">
            <a:off x="941832" y="3712464"/>
            <a:ext cx="10222992"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56BB4197-2B07-4DDA-9BF2-A5819041852A}"/>
              </a:ext>
            </a:extLst>
          </p:cNvPr>
          <p:cNvSpPr>
            <a:spLocks xmlns:a="http://schemas.openxmlformats.org/drawingml/2006/main" noGrp="1"/>
          </p:cNvSpPr>
          <p:nvPr/>
        </p:nvSpPr>
        <p:spPr>
          <a:xfrm xmlns:a="http://schemas.openxmlformats.org/drawingml/2006/main">
            <a:off x="987552" y="2523744"/>
            <a:ext cx="0" cy="2423160"/>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3C9938D1-63DB-4FF6-BE97-674791C05B2A}"/>
              </a:ext>
            </a:extLst>
          </p:cNvPr>
          <p:cNvSpPr>
            <a:spLocks xmlns:a="http://schemas.openxmlformats.org/drawingml/2006/main" noGrp="1"/>
          </p:cNvSpPr>
          <p:nvPr/>
        </p:nvSpPr>
        <p:spPr>
          <a:xfrm xmlns:a="http://schemas.openxmlformats.org/drawingml/2006/main" flipV="1">
            <a:off x="1060704"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CA362E8-F424-4121-9DA9-A0E358D0CA30}"/>
              </a:ext>
            </a:extLst>
          </p:cNvPr>
          <p:cNvSpPr>
            <a:spLocks xmlns:a="http://schemas.openxmlformats.org/drawingml/2006/main" noGrp="1"/>
          </p:cNvSpPr>
          <p:nvPr/>
        </p:nvSpPr>
        <p:spPr>
          <a:xfrm xmlns:a="http://schemas.openxmlformats.org/drawingml/2006/main" flipV="1">
            <a:off x="1159276"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C67CAE1-3A16-4C20-8BA8-2F7FC4B295A2}"/>
              </a:ext>
            </a:extLst>
          </p:cNvPr>
          <p:cNvSpPr>
            <a:spLocks xmlns:a="http://schemas.openxmlformats.org/drawingml/2006/main" noGrp="1"/>
          </p:cNvSpPr>
          <p:nvPr/>
        </p:nvSpPr>
        <p:spPr>
          <a:xfrm xmlns:a="http://schemas.openxmlformats.org/drawingml/2006/main" flipV="1">
            <a:off x="1257848"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38438CD0-6DEA-4461-AED4-B4A692FD17ED}"/>
              </a:ext>
            </a:extLst>
          </p:cNvPr>
          <p:cNvSpPr>
            <a:spLocks xmlns:a="http://schemas.openxmlformats.org/drawingml/2006/main" noGrp="1"/>
          </p:cNvSpPr>
          <p:nvPr/>
        </p:nvSpPr>
        <p:spPr>
          <a:xfrm xmlns:a="http://schemas.openxmlformats.org/drawingml/2006/main" flipV="1">
            <a:off x="1356420"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E54DEDD4-B3C3-4CB1-9726-9A6036028173}"/>
              </a:ext>
            </a:extLst>
          </p:cNvPr>
          <p:cNvSpPr>
            <a:spLocks xmlns:a="http://schemas.openxmlformats.org/drawingml/2006/main" noGrp="1"/>
          </p:cNvSpPr>
          <p:nvPr/>
        </p:nvSpPr>
        <p:spPr>
          <a:xfrm xmlns:a="http://schemas.openxmlformats.org/drawingml/2006/main" flipV="1">
            <a:off x="1454993"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D5FE8A1-5DC2-4155-AF28-93C56C0B1157}"/>
              </a:ext>
            </a:extLst>
          </p:cNvPr>
          <p:cNvSpPr>
            <a:spLocks xmlns:a="http://schemas.openxmlformats.org/drawingml/2006/main" noGrp="1"/>
          </p:cNvSpPr>
          <p:nvPr/>
        </p:nvSpPr>
        <p:spPr>
          <a:xfrm xmlns:a="http://schemas.openxmlformats.org/drawingml/2006/main" flipV="1">
            <a:off x="1553565"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4FD96B1-5614-4916-A57C-1200414BA45A}"/>
              </a:ext>
            </a:extLst>
          </p:cNvPr>
          <p:cNvSpPr>
            <a:spLocks xmlns:a="http://schemas.openxmlformats.org/drawingml/2006/main" noGrp="1"/>
          </p:cNvSpPr>
          <p:nvPr/>
        </p:nvSpPr>
        <p:spPr>
          <a:xfrm xmlns:a="http://schemas.openxmlformats.org/drawingml/2006/main" flipV="1">
            <a:off x="1652137"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C89DCFE-C3D6-4B10-A36C-9F81B066965B}"/>
              </a:ext>
            </a:extLst>
          </p:cNvPr>
          <p:cNvSpPr>
            <a:spLocks xmlns:a="http://schemas.openxmlformats.org/drawingml/2006/main" noGrp="1"/>
          </p:cNvSpPr>
          <p:nvPr/>
        </p:nvSpPr>
        <p:spPr>
          <a:xfrm xmlns:a="http://schemas.openxmlformats.org/drawingml/2006/main" flipV="1">
            <a:off x="1750710"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33F98A36-2780-4AB6-8278-4640250CC24C}"/>
              </a:ext>
            </a:extLst>
          </p:cNvPr>
          <p:cNvSpPr>
            <a:spLocks xmlns:a="http://schemas.openxmlformats.org/drawingml/2006/main" noGrp="1"/>
          </p:cNvSpPr>
          <p:nvPr/>
        </p:nvSpPr>
        <p:spPr>
          <a:xfrm xmlns:a="http://schemas.openxmlformats.org/drawingml/2006/main" flipV="1">
            <a:off x="1849282"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8706398-850F-4A6E-9FA6-058EEB1A110A}"/>
              </a:ext>
            </a:extLst>
          </p:cNvPr>
          <p:cNvSpPr>
            <a:spLocks xmlns:a="http://schemas.openxmlformats.org/drawingml/2006/main" noGrp="1"/>
          </p:cNvSpPr>
          <p:nvPr/>
        </p:nvSpPr>
        <p:spPr>
          <a:xfrm xmlns:a="http://schemas.openxmlformats.org/drawingml/2006/main" flipV="1">
            <a:off x="1947854"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5CFEBE84-814D-4C7F-A834-C59EF33C8C82}"/>
              </a:ext>
            </a:extLst>
          </p:cNvPr>
          <p:cNvSpPr>
            <a:spLocks xmlns:a="http://schemas.openxmlformats.org/drawingml/2006/main" noGrp="1"/>
          </p:cNvSpPr>
          <p:nvPr/>
        </p:nvSpPr>
        <p:spPr>
          <a:xfrm xmlns:a="http://schemas.openxmlformats.org/drawingml/2006/main" flipV="1">
            <a:off x="2046427"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90F8DB9-F15D-44AF-8075-133847599B8E}"/>
              </a:ext>
            </a:extLst>
          </p:cNvPr>
          <p:cNvSpPr>
            <a:spLocks xmlns:a="http://schemas.openxmlformats.org/drawingml/2006/main" noGrp="1"/>
          </p:cNvSpPr>
          <p:nvPr/>
        </p:nvSpPr>
        <p:spPr>
          <a:xfrm xmlns:a="http://schemas.openxmlformats.org/drawingml/2006/main">
            <a:off x="2144999"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3F4AED87-0EC8-4CDE-97C5-201779AC8B0F}"/>
              </a:ext>
            </a:extLst>
          </p:cNvPr>
          <p:cNvSpPr>
            <a:spLocks xmlns:a="http://schemas.openxmlformats.org/drawingml/2006/main" noGrp="1"/>
          </p:cNvSpPr>
          <p:nvPr/>
        </p:nvSpPr>
        <p:spPr>
          <a:xfrm xmlns:a="http://schemas.openxmlformats.org/drawingml/2006/main">
            <a:off x="2243571"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BE05061-A1EA-4F2B-A0B8-BCB1B68E9815}"/>
              </a:ext>
            </a:extLst>
          </p:cNvPr>
          <p:cNvSpPr>
            <a:spLocks xmlns:a="http://schemas.openxmlformats.org/drawingml/2006/main" noGrp="1"/>
          </p:cNvSpPr>
          <p:nvPr/>
        </p:nvSpPr>
        <p:spPr>
          <a:xfrm xmlns:a="http://schemas.openxmlformats.org/drawingml/2006/main">
            <a:off x="2342144"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51967088-355B-488B-B1EB-B18593B5F851}"/>
              </a:ext>
            </a:extLst>
          </p:cNvPr>
          <p:cNvSpPr>
            <a:spLocks xmlns:a="http://schemas.openxmlformats.org/drawingml/2006/main" noGrp="1"/>
          </p:cNvSpPr>
          <p:nvPr/>
        </p:nvSpPr>
        <p:spPr>
          <a:xfrm xmlns:a="http://schemas.openxmlformats.org/drawingml/2006/main">
            <a:off x="2440716"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AFE38DC7-F6F8-4E0B-96E3-E6B54BE4F264}"/>
              </a:ext>
            </a:extLst>
          </p:cNvPr>
          <p:cNvSpPr>
            <a:spLocks xmlns:a="http://schemas.openxmlformats.org/drawingml/2006/main" noGrp="1"/>
          </p:cNvSpPr>
          <p:nvPr/>
        </p:nvSpPr>
        <p:spPr>
          <a:xfrm xmlns:a="http://schemas.openxmlformats.org/drawingml/2006/main">
            <a:off x="2539288"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F3E8C399-C8E9-4641-B6BF-2B83774E3B32}"/>
              </a:ext>
            </a:extLst>
          </p:cNvPr>
          <p:cNvSpPr>
            <a:spLocks xmlns:a="http://schemas.openxmlformats.org/drawingml/2006/main" noGrp="1"/>
          </p:cNvSpPr>
          <p:nvPr/>
        </p:nvSpPr>
        <p:spPr>
          <a:xfrm xmlns:a="http://schemas.openxmlformats.org/drawingml/2006/main">
            <a:off x="2637861"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9886E2B-BC52-495C-B9D9-CF15B91CC4F2}"/>
              </a:ext>
            </a:extLst>
          </p:cNvPr>
          <p:cNvSpPr>
            <a:spLocks xmlns:a="http://schemas.openxmlformats.org/drawingml/2006/main" noGrp="1"/>
          </p:cNvSpPr>
          <p:nvPr/>
        </p:nvSpPr>
        <p:spPr>
          <a:xfrm xmlns:a="http://schemas.openxmlformats.org/drawingml/2006/main">
            <a:off x="2736433"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2EDB85B1-66A4-48D0-BA01-58DF488EDF2E}"/>
              </a:ext>
            </a:extLst>
          </p:cNvPr>
          <p:cNvSpPr>
            <a:spLocks xmlns:a="http://schemas.openxmlformats.org/drawingml/2006/main" noGrp="1"/>
          </p:cNvSpPr>
          <p:nvPr/>
        </p:nvSpPr>
        <p:spPr>
          <a:xfrm xmlns:a="http://schemas.openxmlformats.org/drawingml/2006/main">
            <a:off x="2835005"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EA34C4B8-EEF7-4734-9EB9-EFF7F7BA6FD5}"/>
              </a:ext>
            </a:extLst>
          </p:cNvPr>
          <p:cNvSpPr>
            <a:spLocks xmlns:a="http://schemas.openxmlformats.org/drawingml/2006/main" noGrp="1"/>
          </p:cNvSpPr>
          <p:nvPr/>
        </p:nvSpPr>
        <p:spPr>
          <a:xfrm xmlns:a="http://schemas.openxmlformats.org/drawingml/2006/main">
            <a:off x="2933578"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79AC3EB-94A4-459E-A192-D7C8A8BDDEF4}"/>
              </a:ext>
            </a:extLst>
          </p:cNvPr>
          <p:cNvSpPr>
            <a:spLocks xmlns:a="http://schemas.openxmlformats.org/drawingml/2006/main" noGrp="1"/>
          </p:cNvSpPr>
          <p:nvPr/>
        </p:nvSpPr>
        <p:spPr>
          <a:xfrm xmlns:a="http://schemas.openxmlformats.org/drawingml/2006/main">
            <a:off x="3032150"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1957174-747E-4693-8DA6-4BD2492DCB2A}"/>
              </a:ext>
            </a:extLst>
          </p:cNvPr>
          <p:cNvSpPr>
            <a:spLocks xmlns:a="http://schemas.openxmlformats.org/drawingml/2006/main" noGrp="1"/>
          </p:cNvSpPr>
          <p:nvPr/>
        </p:nvSpPr>
        <p:spPr>
          <a:xfrm xmlns:a="http://schemas.openxmlformats.org/drawingml/2006/main">
            <a:off x="3130722"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40350272-0F90-41E0-9413-F6116903D708}"/>
              </a:ext>
            </a:extLst>
          </p:cNvPr>
          <p:cNvSpPr>
            <a:spLocks xmlns:a="http://schemas.openxmlformats.org/drawingml/2006/main" noGrp="1"/>
          </p:cNvSpPr>
          <p:nvPr/>
        </p:nvSpPr>
        <p:spPr>
          <a:xfrm xmlns:a="http://schemas.openxmlformats.org/drawingml/2006/main">
            <a:off x="3229295"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81C1C21-8EA7-41E9-951A-3207645FC213}"/>
              </a:ext>
            </a:extLst>
          </p:cNvPr>
          <p:cNvSpPr>
            <a:spLocks xmlns:a="http://schemas.openxmlformats.org/drawingml/2006/main" noGrp="1"/>
          </p:cNvSpPr>
          <p:nvPr/>
        </p:nvSpPr>
        <p:spPr>
          <a:xfrm xmlns:a="http://schemas.openxmlformats.org/drawingml/2006/main">
            <a:off x="3327867"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C2DBE798-E59D-4D91-AFB0-B34E3C3F5CE4}"/>
              </a:ext>
            </a:extLst>
          </p:cNvPr>
          <p:cNvSpPr>
            <a:spLocks xmlns:a="http://schemas.openxmlformats.org/drawingml/2006/main" noGrp="1"/>
          </p:cNvSpPr>
          <p:nvPr/>
        </p:nvSpPr>
        <p:spPr>
          <a:xfrm xmlns:a="http://schemas.openxmlformats.org/drawingml/2006/main">
            <a:off x="3426439"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A93B8263-F15F-4E94-AAB6-905796E6D4E5}"/>
              </a:ext>
            </a:extLst>
          </p:cNvPr>
          <p:cNvSpPr>
            <a:spLocks xmlns:a="http://schemas.openxmlformats.org/drawingml/2006/main" noGrp="1"/>
          </p:cNvSpPr>
          <p:nvPr/>
        </p:nvSpPr>
        <p:spPr>
          <a:xfrm xmlns:a="http://schemas.openxmlformats.org/drawingml/2006/main">
            <a:off x="3525012"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A844229-2768-4283-8CFB-136F3740E421}"/>
              </a:ext>
            </a:extLst>
          </p:cNvPr>
          <p:cNvSpPr>
            <a:spLocks xmlns:a="http://schemas.openxmlformats.org/drawingml/2006/main" noGrp="1"/>
          </p:cNvSpPr>
          <p:nvPr/>
        </p:nvSpPr>
        <p:spPr>
          <a:xfrm xmlns:a="http://schemas.openxmlformats.org/drawingml/2006/main">
            <a:off x="3623584"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2CD556F-87F5-4FE5-8096-85D0FD4102A2}"/>
              </a:ext>
            </a:extLst>
          </p:cNvPr>
          <p:cNvSpPr>
            <a:spLocks xmlns:a="http://schemas.openxmlformats.org/drawingml/2006/main" noGrp="1"/>
          </p:cNvSpPr>
          <p:nvPr/>
        </p:nvSpPr>
        <p:spPr>
          <a:xfrm xmlns:a="http://schemas.openxmlformats.org/drawingml/2006/main">
            <a:off x="3722156"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CA72231D-6247-4F3C-996B-73C521D5704F}"/>
              </a:ext>
            </a:extLst>
          </p:cNvPr>
          <p:cNvSpPr>
            <a:spLocks xmlns:a="http://schemas.openxmlformats.org/drawingml/2006/main" noGrp="1"/>
          </p:cNvSpPr>
          <p:nvPr/>
        </p:nvSpPr>
        <p:spPr>
          <a:xfrm xmlns:a="http://schemas.openxmlformats.org/drawingml/2006/main">
            <a:off x="3820728"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ED4C333-A99E-4C93-8DC1-7C48FD944F2F}"/>
              </a:ext>
            </a:extLst>
          </p:cNvPr>
          <p:cNvSpPr>
            <a:spLocks xmlns:a="http://schemas.openxmlformats.org/drawingml/2006/main" noGrp="1"/>
          </p:cNvSpPr>
          <p:nvPr/>
        </p:nvSpPr>
        <p:spPr>
          <a:xfrm xmlns:a="http://schemas.openxmlformats.org/drawingml/2006/main">
            <a:off x="3919301"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B68E35-8DC8-4382-AF08-BA8D28D662D8}"/>
              </a:ext>
            </a:extLst>
          </p:cNvPr>
          <p:cNvSpPr>
            <a:spLocks xmlns:a="http://schemas.openxmlformats.org/drawingml/2006/main" noGrp="1"/>
          </p:cNvSpPr>
          <p:nvPr/>
        </p:nvSpPr>
        <p:spPr>
          <a:xfrm xmlns:a="http://schemas.openxmlformats.org/drawingml/2006/main">
            <a:off x="4017873"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0FEADA84-924D-42A0-9C60-4E4B1E9CFD69}"/>
              </a:ext>
            </a:extLst>
          </p:cNvPr>
          <p:cNvSpPr>
            <a:spLocks xmlns:a="http://schemas.openxmlformats.org/drawingml/2006/main" noGrp="1"/>
          </p:cNvSpPr>
          <p:nvPr/>
        </p:nvSpPr>
        <p:spPr>
          <a:xfrm xmlns:a="http://schemas.openxmlformats.org/drawingml/2006/main">
            <a:off x="4116445"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FF35BBD-9367-4F77-9C5C-88441B9F793F}"/>
              </a:ext>
            </a:extLst>
          </p:cNvPr>
          <p:cNvSpPr>
            <a:spLocks xmlns:a="http://schemas.openxmlformats.org/drawingml/2006/main" noGrp="1"/>
          </p:cNvSpPr>
          <p:nvPr/>
        </p:nvSpPr>
        <p:spPr>
          <a:xfrm xmlns:a="http://schemas.openxmlformats.org/drawingml/2006/main">
            <a:off x="4215018"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87A3B6A5-DBA2-46DB-A116-EE6193FC5B33}"/>
              </a:ext>
            </a:extLst>
          </p:cNvPr>
          <p:cNvSpPr>
            <a:spLocks xmlns:a="http://schemas.openxmlformats.org/drawingml/2006/main" noGrp="1"/>
          </p:cNvSpPr>
          <p:nvPr/>
        </p:nvSpPr>
        <p:spPr>
          <a:xfrm xmlns:a="http://schemas.openxmlformats.org/drawingml/2006/main">
            <a:off x="4313590"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22E8B24F-57F2-49B0-8708-01284BDFC077}"/>
              </a:ext>
            </a:extLst>
          </p:cNvPr>
          <p:cNvSpPr>
            <a:spLocks xmlns:a="http://schemas.openxmlformats.org/drawingml/2006/main" noGrp="1"/>
          </p:cNvSpPr>
          <p:nvPr/>
        </p:nvSpPr>
        <p:spPr>
          <a:xfrm xmlns:a="http://schemas.openxmlformats.org/drawingml/2006/main">
            <a:off x="4412162"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6B1FC55-C248-4E7F-98A4-EFAE1C68E686}"/>
              </a:ext>
            </a:extLst>
          </p:cNvPr>
          <p:cNvSpPr>
            <a:spLocks xmlns:a="http://schemas.openxmlformats.org/drawingml/2006/main" noGrp="1"/>
          </p:cNvSpPr>
          <p:nvPr/>
        </p:nvSpPr>
        <p:spPr>
          <a:xfrm xmlns:a="http://schemas.openxmlformats.org/drawingml/2006/main">
            <a:off x="4510735"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EE1AC7AA-55B6-48B2-B0E2-0A40EEA6D2FA}"/>
              </a:ext>
            </a:extLst>
          </p:cNvPr>
          <p:cNvSpPr>
            <a:spLocks xmlns:a="http://schemas.openxmlformats.org/drawingml/2006/main" noGrp="1"/>
          </p:cNvSpPr>
          <p:nvPr/>
        </p:nvSpPr>
        <p:spPr>
          <a:xfrm xmlns:a="http://schemas.openxmlformats.org/drawingml/2006/main" flipV="1">
            <a:off x="4609307"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553337CC-5EA6-481D-9849-1A07B77D1B17}"/>
              </a:ext>
            </a:extLst>
          </p:cNvPr>
          <p:cNvSpPr>
            <a:spLocks xmlns:a="http://schemas.openxmlformats.org/drawingml/2006/main" noGrp="1"/>
          </p:cNvSpPr>
          <p:nvPr/>
        </p:nvSpPr>
        <p:spPr>
          <a:xfrm xmlns:a="http://schemas.openxmlformats.org/drawingml/2006/main" flipV="1">
            <a:off x="4707879"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74CCB796-369F-4494-A8D5-9617FD09C0C2}"/>
              </a:ext>
            </a:extLst>
          </p:cNvPr>
          <p:cNvSpPr>
            <a:spLocks xmlns:a="http://schemas.openxmlformats.org/drawingml/2006/main" noGrp="1"/>
          </p:cNvSpPr>
          <p:nvPr/>
        </p:nvSpPr>
        <p:spPr>
          <a:xfrm xmlns:a="http://schemas.openxmlformats.org/drawingml/2006/main" flipV="1">
            <a:off x="4806452"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D942DDF3-13A5-4E06-8131-709D7010BEDD}"/>
              </a:ext>
            </a:extLst>
          </p:cNvPr>
          <p:cNvSpPr>
            <a:spLocks xmlns:a="http://schemas.openxmlformats.org/drawingml/2006/main" noGrp="1"/>
          </p:cNvSpPr>
          <p:nvPr/>
        </p:nvSpPr>
        <p:spPr>
          <a:xfrm xmlns:a="http://schemas.openxmlformats.org/drawingml/2006/main" flipV="1">
            <a:off x="4905024"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CBAE74D4-0E40-4114-8C40-90CC0BA0CAF3}"/>
              </a:ext>
            </a:extLst>
          </p:cNvPr>
          <p:cNvSpPr>
            <a:spLocks xmlns:a="http://schemas.openxmlformats.org/drawingml/2006/main" noGrp="1"/>
          </p:cNvSpPr>
          <p:nvPr/>
        </p:nvSpPr>
        <p:spPr>
          <a:xfrm xmlns:a="http://schemas.openxmlformats.org/drawingml/2006/main" flipV="1">
            <a:off x="5003596"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8AC31212-A2CC-430F-B8E5-67A0882B3A9E}"/>
              </a:ext>
            </a:extLst>
          </p:cNvPr>
          <p:cNvSpPr>
            <a:spLocks xmlns:a="http://schemas.openxmlformats.org/drawingml/2006/main" noGrp="1"/>
          </p:cNvSpPr>
          <p:nvPr/>
        </p:nvSpPr>
        <p:spPr>
          <a:xfrm xmlns:a="http://schemas.openxmlformats.org/drawingml/2006/main" flipV="1">
            <a:off x="5102169"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59FFC54E-04C8-49FA-B797-F57C1F25FD8C}"/>
              </a:ext>
            </a:extLst>
          </p:cNvPr>
          <p:cNvSpPr>
            <a:spLocks xmlns:a="http://schemas.openxmlformats.org/drawingml/2006/main" noGrp="1"/>
          </p:cNvSpPr>
          <p:nvPr/>
        </p:nvSpPr>
        <p:spPr>
          <a:xfrm xmlns:a="http://schemas.openxmlformats.org/drawingml/2006/main" flipV="1">
            <a:off x="5200741"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811161A3-354A-4A0B-AF65-57F2FE0F651A}"/>
              </a:ext>
            </a:extLst>
          </p:cNvPr>
          <p:cNvSpPr>
            <a:spLocks xmlns:a="http://schemas.openxmlformats.org/drawingml/2006/main" noGrp="1"/>
          </p:cNvSpPr>
          <p:nvPr/>
        </p:nvSpPr>
        <p:spPr>
          <a:xfrm xmlns:a="http://schemas.openxmlformats.org/drawingml/2006/main" flipV="1">
            <a:off x="5299313"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049501B2-86A7-4365-98F8-B15757AAFAFF}"/>
              </a:ext>
            </a:extLst>
          </p:cNvPr>
          <p:cNvSpPr>
            <a:spLocks xmlns:a="http://schemas.openxmlformats.org/drawingml/2006/main" noGrp="1"/>
          </p:cNvSpPr>
          <p:nvPr/>
        </p:nvSpPr>
        <p:spPr>
          <a:xfrm xmlns:a="http://schemas.openxmlformats.org/drawingml/2006/main" flipV="1">
            <a:off x="5397886"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18441D02-3AFF-4313-9917-7845C55AE72B}"/>
              </a:ext>
            </a:extLst>
          </p:cNvPr>
          <p:cNvSpPr>
            <a:spLocks xmlns:a="http://schemas.openxmlformats.org/drawingml/2006/main" noGrp="1"/>
          </p:cNvSpPr>
          <p:nvPr/>
        </p:nvSpPr>
        <p:spPr>
          <a:xfrm xmlns:a="http://schemas.openxmlformats.org/drawingml/2006/main" flipV="1">
            <a:off x="5496458"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4ECAB28F-21A6-4FCE-AD2D-AD4BDD802F86}"/>
              </a:ext>
            </a:extLst>
          </p:cNvPr>
          <p:cNvSpPr>
            <a:spLocks xmlns:a="http://schemas.openxmlformats.org/drawingml/2006/main" noGrp="1"/>
          </p:cNvSpPr>
          <p:nvPr/>
        </p:nvSpPr>
        <p:spPr>
          <a:xfrm xmlns:a="http://schemas.openxmlformats.org/drawingml/2006/main" flipV="1">
            <a:off x="5595030"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628FE6C7-5A11-4030-BE33-B6C3CFE72C30}"/>
              </a:ext>
            </a:extLst>
          </p:cNvPr>
          <p:cNvSpPr>
            <a:spLocks xmlns:a="http://schemas.openxmlformats.org/drawingml/2006/main" noGrp="1"/>
          </p:cNvSpPr>
          <p:nvPr/>
        </p:nvSpPr>
        <p:spPr>
          <a:xfrm xmlns:a="http://schemas.openxmlformats.org/drawingml/2006/main" flipV="1">
            <a:off x="5693603"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C79072D5-8A6F-4E7D-A6C8-A8289C03EEF3}"/>
              </a:ext>
            </a:extLst>
          </p:cNvPr>
          <p:cNvSpPr>
            <a:spLocks xmlns:a="http://schemas.openxmlformats.org/drawingml/2006/main" noGrp="1"/>
          </p:cNvSpPr>
          <p:nvPr/>
        </p:nvSpPr>
        <p:spPr>
          <a:xfrm xmlns:a="http://schemas.openxmlformats.org/drawingml/2006/main" flipV="1">
            <a:off x="5792175"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1CB1AC9-BF61-45FD-B39C-C1FABEA26C9F}"/>
              </a:ext>
            </a:extLst>
          </p:cNvPr>
          <p:cNvSpPr>
            <a:spLocks xmlns:a="http://schemas.openxmlformats.org/drawingml/2006/main" noGrp="1"/>
          </p:cNvSpPr>
          <p:nvPr/>
        </p:nvSpPr>
        <p:spPr>
          <a:xfrm xmlns:a="http://schemas.openxmlformats.org/drawingml/2006/main" flipV="1">
            <a:off x="5890747"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72E9F673-C504-4E60-9C90-69EA0B2B0C3D}"/>
              </a:ext>
            </a:extLst>
          </p:cNvPr>
          <p:cNvSpPr>
            <a:spLocks xmlns:a="http://schemas.openxmlformats.org/drawingml/2006/main" noGrp="1"/>
          </p:cNvSpPr>
          <p:nvPr/>
        </p:nvSpPr>
        <p:spPr>
          <a:xfrm xmlns:a="http://schemas.openxmlformats.org/drawingml/2006/main" flipV="1">
            <a:off x="5989320"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AF8CC25C-9669-4002-8D26-E2411D9B0E96}"/>
              </a:ext>
            </a:extLst>
          </p:cNvPr>
          <p:cNvSpPr>
            <a:spLocks xmlns:a="http://schemas.openxmlformats.org/drawingml/2006/main" noGrp="1"/>
          </p:cNvSpPr>
          <p:nvPr/>
        </p:nvSpPr>
        <p:spPr>
          <a:xfrm xmlns:a="http://schemas.openxmlformats.org/drawingml/2006/main" flipV="1">
            <a:off x="6087892"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03199B06-8ABA-4F58-9AC2-DCD841A8B387}"/>
              </a:ext>
            </a:extLst>
          </p:cNvPr>
          <p:cNvSpPr>
            <a:spLocks xmlns:a="http://schemas.openxmlformats.org/drawingml/2006/main" noGrp="1"/>
          </p:cNvSpPr>
          <p:nvPr/>
        </p:nvSpPr>
        <p:spPr>
          <a:xfrm xmlns:a="http://schemas.openxmlformats.org/drawingml/2006/main" flipV="1">
            <a:off x="6186464"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DA4507AC-13F5-43FB-B38F-D4EB22A64853}"/>
              </a:ext>
            </a:extLst>
          </p:cNvPr>
          <p:cNvSpPr>
            <a:spLocks xmlns:a="http://schemas.openxmlformats.org/drawingml/2006/main" noGrp="1"/>
          </p:cNvSpPr>
          <p:nvPr/>
        </p:nvSpPr>
        <p:spPr>
          <a:xfrm xmlns:a="http://schemas.openxmlformats.org/drawingml/2006/main" flipV="1">
            <a:off x="6285036"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416475F-5828-4218-877D-864D1035E8B6}"/>
              </a:ext>
            </a:extLst>
          </p:cNvPr>
          <p:cNvSpPr>
            <a:spLocks xmlns:a="http://schemas.openxmlformats.org/drawingml/2006/main" noGrp="1"/>
          </p:cNvSpPr>
          <p:nvPr/>
        </p:nvSpPr>
        <p:spPr>
          <a:xfrm xmlns:a="http://schemas.openxmlformats.org/drawingml/2006/main" flipV="1">
            <a:off x="6383609"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7646E705-360D-42F3-A186-668DBD1B9A88}"/>
              </a:ext>
            </a:extLst>
          </p:cNvPr>
          <p:cNvSpPr>
            <a:spLocks xmlns:a="http://schemas.openxmlformats.org/drawingml/2006/main" noGrp="1"/>
          </p:cNvSpPr>
          <p:nvPr/>
        </p:nvSpPr>
        <p:spPr>
          <a:xfrm xmlns:a="http://schemas.openxmlformats.org/drawingml/2006/main" flipV="1">
            <a:off x="6482181"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7760C994-8305-4C69-AABA-035A5023A6BE}"/>
              </a:ext>
            </a:extLst>
          </p:cNvPr>
          <p:cNvSpPr>
            <a:spLocks xmlns:a="http://schemas.openxmlformats.org/drawingml/2006/main" noGrp="1"/>
          </p:cNvSpPr>
          <p:nvPr/>
        </p:nvSpPr>
        <p:spPr>
          <a:xfrm xmlns:a="http://schemas.openxmlformats.org/drawingml/2006/main" flipV="1">
            <a:off x="6580753"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A877276B-849E-4E1E-9987-2FFC478ACED2}"/>
              </a:ext>
            </a:extLst>
          </p:cNvPr>
          <p:cNvSpPr>
            <a:spLocks xmlns:a="http://schemas.openxmlformats.org/drawingml/2006/main" noGrp="1"/>
          </p:cNvSpPr>
          <p:nvPr/>
        </p:nvSpPr>
        <p:spPr>
          <a:xfrm xmlns:a="http://schemas.openxmlformats.org/drawingml/2006/main" flipV="1">
            <a:off x="6679326"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1BD43234-E68C-4DD6-882B-6991701C8178}"/>
              </a:ext>
            </a:extLst>
          </p:cNvPr>
          <p:cNvSpPr>
            <a:spLocks xmlns:a="http://schemas.openxmlformats.org/drawingml/2006/main" noGrp="1"/>
          </p:cNvSpPr>
          <p:nvPr/>
        </p:nvSpPr>
        <p:spPr>
          <a:xfrm xmlns:a="http://schemas.openxmlformats.org/drawingml/2006/main" flipV="1">
            <a:off x="6777898"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B671476-2467-4B01-BED7-2DDA1FB941F9}"/>
              </a:ext>
            </a:extLst>
          </p:cNvPr>
          <p:cNvSpPr>
            <a:spLocks xmlns:a="http://schemas.openxmlformats.org/drawingml/2006/main" noGrp="1"/>
          </p:cNvSpPr>
          <p:nvPr/>
        </p:nvSpPr>
        <p:spPr>
          <a:xfrm xmlns:a="http://schemas.openxmlformats.org/drawingml/2006/main" flipV="1">
            <a:off x="6876470"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ED6529E-6322-44DB-8229-AFC7EA2B21A1}"/>
              </a:ext>
            </a:extLst>
          </p:cNvPr>
          <p:cNvSpPr>
            <a:spLocks xmlns:a="http://schemas.openxmlformats.org/drawingml/2006/main" noGrp="1"/>
          </p:cNvSpPr>
          <p:nvPr/>
        </p:nvSpPr>
        <p:spPr>
          <a:xfrm xmlns:a="http://schemas.openxmlformats.org/drawingml/2006/main" flipV="1">
            <a:off x="6975043"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CB1C1D7-87CA-42EA-85BB-C74EA488BDE2}"/>
              </a:ext>
            </a:extLst>
          </p:cNvPr>
          <p:cNvSpPr>
            <a:spLocks xmlns:a="http://schemas.openxmlformats.org/drawingml/2006/main" noGrp="1"/>
          </p:cNvSpPr>
          <p:nvPr/>
        </p:nvSpPr>
        <p:spPr>
          <a:xfrm xmlns:a="http://schemas.openxmlformats.org/drawingml/2006/main">
            <a:off x="7073615"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3D29275D-DF24-4E2F-8621-3E932D1C240D}"/>
              </a:ext>
            </a:extLst>
          </p:cNvPr>
          <p:cNvSpPr>
            <a:spLocks xmlns:a="http://schemas.openxmlformats.org/drawingml/2006/main" noGrp="1"/>
          </p:cNvSpPr>
          <p:nvPr/>
        </p:nvSpPr>
        <p:spPr>
          <a:xfrm xmlns:a="http://schemas.openxmlformats.org/drawingml/2006/main">
            <a:off x="7172187"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15F2C63-ACCA-4420-929A-65F13B78933C}"/>
              </a:ext>
            </a:extLst>
          </p:cNvPr>
          <p:cNvSpPr>
            <a:spLocks xmlns:a="http://schemas.openxmlformats.org/drawingml/2006/main" noGrp="1"/>
          </p:cNvSpPr>
          <p:nvPr/>
        </p:nvSpPr>
        <p:spPr>
          <a:xfrm xmlns:a="http://schemas.openxmlformats.org/drawingml/2006/main">
            <a:off x="7270760"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25D26E3-6DAF-4B31-9B25-B62A830C0A2F}"/>
              </a:ext>
            </a:extLst>
          </p:cNvPr>
          <p:cNvSpPr>
            <a:spLocks xmlns:a="http://schemas.openxmlformats.org/drawingml/2006/main" noGrp="1"/>
          </p:cNvSpPr>
          <p:nvPr/>
        </p:nvSpPr>
        <p:spPr>
          <a:xfrm xmlns:a="http://schemas.openxmlformats.org/drawingml/2006/main">
            <a:off x="7369332"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5CEF1BBB-A50C-4149-862D-280939E35B6F}"/>
              </a:ext>
            </a:extLst>
          </p:cNvPr>
          <p:cNvSpPr>
            <a:spLocks xmlns:a="http://schemas.openxmlformats.org/drawingml/2006/main" noGrp="1"/>
          </p:cNvSpPr>
          <p:nvPr/>
        </p:nvSpPr>
        <p:spPr>
          <a:xfrm xmlns:a="http://schemas.openxmlformats.org/drawingml/2006/main">
            <a:off x="7467904"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ADB92A38-D3B1-4923-8590-DE47D4813BD0}"/>
              </a:ext>
            </a:extLst>
          </p:cNvPr>
          <p:cNvSpPr>
            <a:spLocks xmlns:a="http://schemas.openxmlformats.org/drawingml/2006/main" noGrp="1"/>
          </p:cNvSpPr>
          <p:nvPr/>
        </p:nvSpPr>
        <p:spPr>
          <a:xfrm xmlns:a="http://schemas.openxmlformats.org/drawingml/2006/main">
            <a:off x="7566477"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C8927733-C8CB-4A34-8E84-DBB19270A7F8}"/>
              </a:ext>
            </a:extLst>
          </p:cNvPr>
          <p:cNvSpPr>
            <a:spLocks xmlns:a="http://schemas.openxmlformats.org/drawingml/2006/main" noGrp="1"/>
          </p:cNvSpPr>
          <p:nvPr/>
        </p:nvSpPr>
        <p:spPr>
          <a:xfrm xmlns:a="http://schemas.openxmlformats.org/drawingml/2006/main">
            <a:off x="7665049"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2BAC33B-54C2-4B47-93CA-4B8EB4A0866F}"/>
              </a:ext>
            </a:extLst>
          </p:cNvPr>
          <p:cNvSpPr>
            <a:spLocks xmlns:a="http://schemas.openxmlformats.org/drawingml/2006/main" noGrp="1"/>
          </p:cNvSpPr>
          <p:nvPr/>
        </p:nvSpPr>
        <p:spPr>
          <a:xfrm xmlns:a="http://schemas.openxmlformats.org/drawingml/2006/main">
            <a:off x="7763621"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E385079-D0C9-484B-9312-EF6A3CC5B4EE}"/>
              </a:ext>
            </a:extLst>
          </p:cNvPr>
          <p:cNvSpPr>
            <a:spLocks xmlns:a="http://schemas.openxmlformats.org/drawingml/2006/main" noGrp="1"/>
          </p:cNvSpPr>
          <p:nvPr/>
        </p:nvSpPr>
        <p:spPr>
          <a:xfrm xmlns:a="http://schemas.openxmlformats.org/drawingml/2006/main">
            <a:off x="7862194"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8BD48B10-3564-4C56-8D95-15797A98F86F}"/>
              </a:ext>
            </a:extLst>
          </p:cNvPr>
          <p:cNvSpPr>
            <a:spLocks xmlns:a="http://schemas.openxmlformats.org/drawingml/2006/main" noGrp="1"/>
          </p:cNvSpPr>
          <p:nvPr/>
        </p:nvSpPr>
        <p:spPr>
          <a:xfrm xmlns:a="http://schemas.openxmlformats.org/drawingml/2006/main">
            <a:off x="7960766"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817A835F-8929-4450-927C-BCDC48B4609F}"/>
              </a:ext>
            </a:extLst>
          </p:cNvPr>
          <p:cNvSpPr>
            <a:spLocks xmlns:a="http://schemas.openxmlformats.org/drawingml/2006/main" noGrp="1"/>
          </p:cNvSpPr>
          <p:nvPr/>
        </p:nvSpPr>
        <p:spPr>
          <a:xfrm xmlns:a="http://schemas.openxmlformats.org/drawingml/2006/main">
            <a:off x="8059338"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B61A88F4-2A34-49B3-8E06-696632D7B50B}"/>
              </a:ext>
            </a:extLst>
          </p:cNvPr>
          <p:cNvSpPr>
            <a:spLocks xmlns:a="http://schemas.openxmlformats.org/drawingml/2006/main" noGrp="1"/>
          </p:cNvSpPr>
          <p:nvPr/>
        </p:nvSpPr>
        <p:spPr>
          <a:xfrm xmlns:a="http://schemas.openxmlformats.org/drawingml/2006/main">
            <a:off x="8157911"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B616161F-B6A0-473F-81D3-27E3DF374FED}"/>
              </a:ext>
            </a:extLst>
          </p:cNvPr>
          <p:cNvSpPr>
            <a:spLocks xmlns:a="http://schemas.openxmlformats.org/drawingml/2006/main" noGrp="1"/>
          </p:cNvSpPr>
          <p:nvPr/>
        </p:nvSpPr>
        <p:spPr>
          <a:xfrm xmlns:a="http://schemas.openxmlformats.org/drawingml/2006/main">
            <a:off x="8256483"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376F117A-71DF-4918-8492-823C4D0C08E8}"/>
              </a:ext>
            </a:extLst>
          </p:cNvPr>
          <p:cNvSpPr>
            <a:spLocks xmlns:a="http://schemas.openxmlformats.org/drawingml/2006/main" noGrp="1"/>
          </p:cNvSpPr>
          <p:nvPr/>
        </p:nvSpPr>
        <p:spPr>
          <a:xfrm xmlns:a="http://schemas.openxmlformats.org/drawingml/2006/main">
            <a:off x="8355055"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24709EDC-B145-4687-BC56-57960645F637}"/>
              </a:ext>
            </a:extLst>
          </p:cNvPr>
          <p:cNvSpPr>
            <a:spLocks xmlns:a="http://schemas.openxmlformats.org/drawingml/2006/main" noGrp="1"/>
          </p:cNvSpPr>
          <p:nvPr/>
        </p:nvSpPr>
        <p:spPr>
          <a:xfrm xmlns:a="http://schemas.openxmlformats.org/drawingml/2006/main">
            <a:off x="8453628"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604D740-44BB-4B88-AA27-A9A1FCCF9FAC}"/>
              </a:ext>
            </a:extLst>
          </p:cNvPr>
          <p:cNvSpPr>
            <a:spLocks xmlns:a="http://schemas.openxmlformats.org/drawingml/2006/main" noGrp="1"/>
          </p:cNvSpPr>
          <p:nvPr/>
        </p:nvSpPr>
        <p:spPr>
          <a:xfrm xmlns:a="http://schemas.openxmlformats.org/drawingml/2006/main">
            <a:off x="8552200"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10CF6B9-B666-4942-B4F3-7E578D940D75}"/>
              </a:ext>
            </a:extLst>
          </p:cNvPr>
          <p:cNvSpPr>
            <a:spLocks xmlns:a="http://schemas.openxmlformats.org/drawingml/2006/main" noGrp="1"/>
          </p:cNvSpPr>
          <p:nvPr/>
        </p:nvSpPr>
        <p:spPr>
          <a:xfrm xmlns:a="http://schemas.openxmlformats.org/drawingml/2006/main">
            <a:off x="8650772"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2E4C7106-120B-4CAA-B296-517BF3177375}"/>
              </a:ext>
            </a:extLst>
          </p:cNvPr>
          <p:cNvSpPr>
            <a:spLocks xmlns:a="http://schemas.openxmlformats.org/drawingml/2006/main" noGrp="1"/>
          </p:cNvSpPr>
          <p:nvPr/>
        </p:nvSpPr>
        <p:spPr>
          <a:xfrm xmlns:a="http://schemas.openxmlformats.org/drawingml/2006/main">
            <a:off x="8749344"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3FE9CD2-3B95-4F6A-A5C7-C647EABD0F7A}"/>
              </a:ext>
            </a:extLst>
          </p:cNvPr>
          <p:cNvSpPr>
            <a:spLocks xmlns:a="http://schemas.openxmlformats.org/drawingml/2006/main" noGrp="1"/>
          </p:cNvSpPr>
          <p:nvPr/>
        </p:nvSpPr>
        <p:spPr>
          <a:xfrm xmlns:a="http://schemas.openxmlformats.org/drawingml/2006/main">
            <a:off x="8847917"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6C576B5A-9A00-48AD-B5E5-89B0BB826932}"/>
              </a:ext>
            </a:extLst>
          </p:cNvPr>
          <p:cNvSpPr>
            <a:spLocks xmlns:a="http://schemas.openxmlformats.org/drawingml/2006/main" noGrp="1"/>
          </p:cNvSpPr>
          <p:nvPr/>
        </p:nvSpPr>
        <p:spPr>
          <a:xfrm xmlns:a="http://schemas.openxmlformats.org/drawingml/2006/main">
            <a:off x="8946489"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C9404F7-96CF-4211-A48D-C832321A1D2B}"/>
              </a:ext>
            </a:extLst>
          </p:cNvPr>
          <p:cNvSpPr>
            <a:spLocks xmlns:a="http://schemas.openxmlformats.org/drawingml/2006/main" noGrp="1"/>
          </p:cNvSpPr>
          <p:nvPr/>
        </p:nvSpPr>
        <p:spPr>
          <a:xfrm xmlns:a="http://schemas.openxmlformats.org/drawingml/2006/main">
            <a:off x="9045061"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106A5A97-BC83-4CED-8E84-41B6A12D4560}"/>
              </a:ext>
            </a:extLst>
          </p:cNvPr>
          <p:cNvSpPr>
            <a:spLocks xmlns:a="http://schemas.openxmlformats.org/drawingml/2006/main" noGrp="1"/>
          </p:cNvSpPr>
          <p:nvPr/>
        </p:nvSpPr>
        <p:spPr>
          <a:xfrm xmlns:a="http://schemas.openxmlformats.org/drawingml/2006/main">
            <a:off x="9143634"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F5A75400-8D8F-43D7-A511-9EE8D948DD1E}"/>
              </a:ext>
            </a:extLst>
          </p:cNvPr>
          <p:cNvSpPr>
            <a:spLocks xmlns:a="http://schemas.openxmlformats.org/drawingml/2006/main" noGrp="1"/>
          </p:cNvSpPr>
          <p:nvPr/>
        </p:nvSpPr>
        <p:spPr>
          <a:xfrm xmlns:a="http://schemas.openxmlformats.org/drawingml/2006/main">
            <a:off x="9242206"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029113B-B4EE-4FC5-87BE-FB96929105BE}"/>
              </a:ext>
            </a:extLst>
          </p:cNvPr>
          <p:cNvSpPr>
            <a:spLocks xmlns:a="http://schemas.openxmlformats.org/drawingml/2006/main" noGrp="1"/>
          </p:cNvSpPr>
          <p:nvPr/>
        </p:nvSpPr>
        <p:spPr>
          <a:xfrm xmlns:a="http://schemas.openxmlformats.org/drawingml/2006/main">
            <a:off x="9340778"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A13B1C4B-97E4-40E2-A4DE-D710097B7F9E}"/>
              </a:ext>
            </a:extLst>
          </p:cNvPr>
          <p:cNvSpPr>
            <a:spLocks xmlns:a="http://schemas.openxmlformats.org/drawingml/2006/main" noGrp="1"/>
          </p:cNvSpPr>
          <p:nvPr/>
        </p:nvSpPr>
        <p:spPr>
          <a:xfrm xmlns:a="http://schemas.openxmlformats.org/drawingml/2006/main">
            <a:off x="9439351"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1BD442AA-6F39-406C-B84A-E014C12688BE}"/>
              </a:ext>
            </a:extLst>
          </p:cNvPr>
          <p:cNvSpPr>
            <a:spLocks xmlns:a="http://schemas.openxmlformats.org/drawingml/2006/main" noGrp="1"/>
          </p:cNvSpPr>
          <p:nvPr/>
        </p:nvSpPr>
        <p:spPr>
          <a:xfrm xmlns:a="http://schemas.openxmlformats.org/drawingml/2006/main" flipV="1">
            <a:off x="9537923"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334EA92D-87FF-4959-B532-759832533391}"/>
              </a:ext>
            </a:extLst>
          </p:cNvPr>
          <p:cNvSpPr>
            <a:spLocks xmlns:a="http://schemas.openxmlformats.org/drawingml/2006/main" noGrp="1"/>
          </p:cNvSpPr>
          <p:nvPr/>
        </p:nvSpPr>
        <p:spPr>
          <a:xfrm xmlns:a="http://schemas.openxmlformats.org/drawingml/2006/main" flipV="1">
            <a:off x="9636495"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CE8500B7-2A18-4183-974B-5A792A33B8D2}"/>
              </a:ext>
            </a:extLst>
          </p:cNvPr>
          <p:cNvSpPr>
            <a:spLocks xmlns:a="http://schemas.openxmlformats.org/drawingml/2006/main" noGrp="1"/>
          </p:cNvSpPr>
          <p:nvPr/>
        </p:nvSpPr>
        <p:spPr>
          <a:xfrm xmlns:a="http://schemas.openxmlformats.org/drawingml/2006/main" flipV="1">
            <a:off x="9735068"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D936EEC8-DF79-4516-9AD9-593B05F0E544}"/>
              </a:ext>
            </a:extLst>
          </p:cNvPr>
          <p:cNvSpPr>
            <a:spLocks xmlns:a="http://schemas.openxmlformats.org/drawingml/2006/main" noGrp="1"/>
          </p:cNvSpPr>
          <p:nvPr/>
        </p:nvSpPr>
        <p:spPr>
          <a:xfrm xmlns:a="http://schemas.openxmlformats.org/drawingml/2006/main" flipV="1">
            <a:off x="9833640"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72939458-4541-47C9-AC61-32E6C7A63BEB}"/>
              </a:ext>
            </a:extLst>
          </p:cNvPr>
          <p:cNvSpPr>
            <a:spLocks xmlns:a="http://schemas.openxmlformats.org/drawingml/2006/main" noGrp="1"/>
          </p:cNvSpPr>
          <p:nvPr/>
        </p:nvSpPr>
        <p:spPr>
          <a:xfrm xmlns:a="http://schemas.openxmlformats.org/drawingml/2006/main" flipV="1">
            <a:off x="9932212"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BE8DFA60-D42B-430F-9F49-5A4557468250}"/>
              </a:ext>
            </a:extLst>
          </p:cNvPr>
          <p:cNvSpPr>
            <a:spLocks xmlns:a="http://schemas.openxmlformats.org/drawingml/2006/main" noGrp="1"/>
          </p:cNvSpPr>
          <p:nvPr/>
        </p:nvSpPr>
        <p:spPr>
          <a:xfrm xmlns:a="http://schemas.openxmlformats.org/drawingml/2006/main" flipV="1">
            <a:off x="10030785"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49C77810-077D-4184-B3CD-6E7692B34725}"/>
              </a:ext>
            </a:extLst>
          </p:cNvPr>
          <p:cNvSpPr>
            <a:spLocks xmlns:a="http://schemas.openxmlformats.org/drawingml/2006/main" noGrp="1"/>
          </p:cNvSpPr>
          <p:nvPr/>
        </p:nvSpPr>
        <p:spPr>
          <a:xfrm xmlns:a="http://schemas.openxmlformats.org/drawingml/2006/main" flipV="1">
            <a:off x="10129357"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37CE1A9F-ECCC-43A6-8B35-2DA3A536A350}"/>
              </a:ext>
            </a:extLst>
          </p:cNvPr>
          <p:cNvSpPr>
            <a:spLocks xmlns:a="http://schemas.openxmlformats.org/drawingml/2006/main" noGrp="1"/>
          </p:cNvSpPr>
          <p:nvPr/>
        </p:nvSpPr>
        <p:spPr>
          <a:xfrm xmlns:a="http://schemas.openxmlformats.org/drawingml/2006/main" flipV="1">
            <a:off x="10227929"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7CE0F25-5537-4B88-83F0-09A3611241E0}"/>
              </a:ext>
            </a:extLst>
          </p:cNvPr>
          <p:cNvSpPr>
            <a:spLocks xmlns:a="http://schemas.openxmlformats.org/drawingml/2006/main" noGrp="1"/>
          </p:cNvSpPr>
          <p:nvPr/>
        </p:nvSpPr>
        <p:spPr>
          <a:xfrm xmlns:a="http://schemas.openxmlformats.org/drawingml/2006/main" flipV="1">
            <a:off x="10326502"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C3946DB-5605-4DC0-8182-E1BAD4226616}"/>
              </a:ext>
            </a:extLst>
          </p:cNvPr>
          <p:cNvSpPr>
            <a:spLocks xmlns:a="http://schemas.openxmlformats.org/drawingml/2006/main" noGrp="1"/>
          </p:cNvSpPr>
          <p:nvPr/>
        </p:nvSpPr>
        <p:spPr>
          <a:xfrm xmlns:a="http://schemas.openxmlformats.org/drawingml/2006/main" flipV="1">
            <a:off x="10425074"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026A675D-A802-4C8A-BB42-265E87B2C0F6}"/>
              </a:ext>
            </a:extLst>
          </p:cNvPr>
          <p:cNvSpPr>
            <a:spLocks xmlns:a="http://schemas.openxmlformats.org/drawingml/2006/main" noGrp="1"/>
          </p:cNvSpPr>
          <p:nvPr/>
        </p:nvSpPr>
        <p:spPr>
          <a:xfrm xmlns:a="http://schemas.openxmlformats.org/drawingml/2006/main" flipV="1">
            <a:off x="10523646"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95B9E89-455F-48BA-94F4-3C2945A0DFA9}"/>
              </a:ext>
            </a:extLst>
          </p:cNvPr>
          <p:cNvSpPr>
            <a:spLocks xmlns:a="http://schemas.openxmlformats.org/drawingml/2006/main" noGrp="1"/>
          </p:cNvSpPr>
          <p:nvPr/>
        </p:nvSpPr>
        <p:spPr>
          <a:xfrm xmlns:a="http://schemas.openxmlformats.org/drawingml/2006/main" flipV="1">
            <a:off x="10622219"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0F85DCB-48A3-4265-9E3E-A904B02BACE1}"/>
              </a:ext>
            </a:extLst>
          </p:cNvPr>
          <p:cNvSpPr>
            <a:spLocks xmlns:a="http://schemas.openxmlformats.org/drawingml/2006/main" noGrp="1"/>
          </p:cNvSpPr>
          <p:nvPr/>
        </p:nvSpPr>
        <p:spPr>
          <a:xfrm xmlns:a="http://schemas.openxmlformats.org/drawingml/2006/main" flipV="1">
            <a:off x="10720791"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CD2CD8EF-D494-431D-9205-3778E84A00BD}"/>
              </a:ext>
            </a:extLst>
          </p:cNvPr>
          <p:cNvSpPr>
            <a:spLocks xmlns:a="http://schemas.openxmlformats.org/drawingml/2006/main" noGrp="1"/>
          </p:cNvSpPr>
          <p:nvPr/>
        </p:nvSpPr>
        <p:spPr>
          <a:xfrm xmlns:a="http://schemas.openxmlformats.org/drawingml/2006/main" flipV="1">
            <a:off x="10819363"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C001C97E-DE61-4AD0-A64C-4EA89E56230E}"/>
              </a:ext>
            </a:extLst>
          </p:cNvPr>
          <p:cNvSpPr>
            <a:spLocks xmlns:a="http://schemas.openxmlformats.org/drawingml/2006/main" noGrp="1"/>
          </p:cNvSpPr>
          <p:nvPr/>
        </p:nvSpPr>
        <p:spPr>
          <a:xfrm xmlns:a="http://schemas.openxmlformats.org/drawingml/2006/main">
            <a:off x="6638544" y="2587752"/>
            <a:ext cx="0" cy="2286000"/>
          </a:xfrm>
          <a:prstGeom xmlns:a="http://schemas.openxmlformats.org/drawingml/2006/main" prst="line">
            <a:avLst/>
          </a:prstGeom>
          <a:ln xmlns:a="http://schemas.openxmlformats.org/drawingml/2006/main" w="40640">
            <a:solidFill>
              <a:srgbClr val="FF000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TextBox 110">
            <a:extLst xmlns:a="http://schemas.openxmlformats.org/drawingml/2006/main">
              <a:ext uri="{FF2B5EF4-FFF2-40B4-BE49-F238E27FC236}">
                <a16:creationId xmlns:a16="http://schemas.microsoft.com/office/drawing/2014/main" id="{1C36E5B3-4CFB-4BD8-AEE0-BBE53707F0BE}"/>
              </a:ext>
            </a:extLst>
          </p:cNvPr>
          <p:cNvSpPr>
            <a:spLocks xmlns:a="http://schemas.openxmlformats.org/drawingml/2006/main" noGrp="1"/>
          </p:cNvSpPr>
          <p:nvPr/>
        </p:nvSpPr>
        <p:spPr>
          <a:xfrm xmlns:a="http://schemas.openxmlformats.org/drawingml/2006/main">
            <a:off x="914400" y="5330952"/>
            <a:ext cx="57607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262626"/>
                </a:solidFill>
                <a:latin typeface="Alibaba PuHuiTi 3.0 115 Black"/>
                <a:ea typeface="Alibaba PuHuiTi 3.0 115 Black"/>
                <a:cs typeface="Alibaba PuHuiTi 3.0 115 Black"/>
              </a:defRPr>
            </a:pPr>
            <a:r>
              <a:rPr sz="2300" b="1">
                <a:solidFill>
                  <a:srgbClr val="262626"/>
                </a:solidFill>
                <a:latin typeface="Alibaba PuHuiTi 3.0 115 Black"/>
                <a:ea typeface="Alibaba PuHuiTi 3.0 115 Black"/>
                <a:cs typeface="Alibaba PuHuiTi 3.0 115 Black"/>
              </a:rPr>
              <a:t>在教室浏览器播放</a:t>
            </a:r>
          </a:p>
        </p:txBody>
      </p:sp>
      <p:sp>
        <p:nvSpPr>
          <p:cNvPr id="8" name="TextBox 7">
            <a:extLst xmlns:a="http://schemas.openxmlformats.org/drawingml/2006/main">
              <a:ext uri="{FF2B5EF4-FFF2-40B4-BE49-F238E27FC236}">
                <a16:creationId xmlns:a16="http://schemas.microsoft.com/office/drawing/2014/main" id="{9C680741-C0F7-43BC-9FD8-4DAEC3434E02}"/>
              </a:ext>
            </a:extLst>
          </p:cNvPr>
          <p:cNvSpPr>
            <a:spLocks xmlns:a="http://schemas.openxmlformats.org/drawingml/2006/main" noGrp="1"/>
          </p:cNvSpPr>
          <p:nvPr/>
        </p:nvSpPr>
        <p:spPr>
          <a:xfrm xmlns:a="http://schemas.openxmlformats.org/drawingml/2006/main">
            <a:off x="941832" y="2093976"/>
            <a:ext cx="1143000" cy="25908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9" name="TextBox 8">
            <a:extLst xmlns:a="http://schemas.openxmlformats.org/drawingml/2006/main">
              <a:ext uri="{FF2B5EF4-FFF2-40B4-BE49-F238E27FC236}">
                <a16:creationId xmlns:a16="http://schemas.microsoft.com/office/drawing/2014/main" id="{CB9B8B08-ECDD-4CDE-9896-8351D680B2D1}"/>
              </a:ext>
            </a:extLst>
          </p:cNvPr>
          <p:cNvSpPr>
            <a:spLocks xmlns:a="http://schemas.openxmlformats.org/drawingml/2006/main" noGrp="1"/>
          </p:cNvSpPr>
          <p:nvPr/>
        </p:nvSpPr>
        <p:spPr>
          <a:xfrm xmlns:a="http://schemas.openxmlformats.org/drawingml/2006/main">
            <a:off x="10334625" y="498157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9335892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F1158D4-DA83-4C6E-84E8-DDB62C513F9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ED65DF-D8D0-4568-8A7B-D2984991D14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6BC40F0-4746-4AEC-B5FB-A95B217C707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只能留下有限个数字，该在哪些时刻取样？</a:t>
            </a:r>
          </a:p>
        </p:txBody>
      </p:sp>
      <p:sp>
        <p:nvSpPr>
          <p:cNvPr id="5" name="Connector 4">
            <a:extLst xmlns:a="http://schemas.openxmlformats.org/drawingml/2006/main">
              <a:ext uri="{FF2B5EF4-FFF2-40B4-BE49-F238E27FC236}">
                <a16:creationId xmlns:a16="http://schemas.microsoft.com/office/drawing/2014/main" id="{35D914D2-C480-4996-B332-7DEA014B1397}"/>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F16977D2-5D9C-4173-9176-0AC48D7C1330}"/>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6E198C7-DE33-487C-A988-CE636540B3A7}"/>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BB52822A-F415-4A08-93EF-F1D1DEF5F03A}"/>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F7B4082F-87E9-450F-BE0E-838AEFDC5302}"/>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5E1C6C77-FFE4-464C-A291-63CC3C030462}"/>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BBC82A6-87E0-4AE3-925E-1E80D1C9F10D}"/>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176BC19B-ECC1-44DE-893D-F231E6A409AE}"/>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75D0546F-4A07-4A74-A81D-4350E2568969}"/>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616033C2-1138-42DA-8D66-53C7673BF272}"/>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373AECE-A2C0-4602-AB48-6E748D57A1F2}"/>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B09CCD7-C2D1-4213-840B-37FB3C2F0766}"/>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A02C1D48-F6B5-49CE-B0E2-6FD66A33A3E5}"/>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63D8D5CF-4208-4BF2-8D32-ADC261D70A64}"/>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CAA64A62-B3AE-41F0-AD03-26B9ECDA57D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FEB0F76-1FBF-4229-9BDD-B256F58D82D3}"/>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E755BC19-3A8E-4FFA-A9B4-50F95E1CCC71}"/>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73DC7B2F-1A1F-4F6E-8DB8-67C064BF4FE8}"/>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C501925-3568-4F12-BC6A-28F7A528B141}"/>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95BA2B02-CC7D-46B7-AD6D-496748011E9D}"/>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1F183F9-2987-484E-B10A-48D98C5A9DF3}"/>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C50DE05F-DD25-4A57-A0FA-7A7F75CEC200}"/>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E3A13AA4-F803-46F0-8CCC-05674DB87D58}"/>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DD4FAD38-1089-432F-8C0F-05FF8B0B3641}"/>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1A949255-4BC2-42F5-8B9B-6C0A98FB6A6B}"/>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48DBBB23-1A71-4195-907F-7CA5FB4CACE8}"/>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F512CA77-F6F7-4463-8C01-82D1D143322B}"/>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649EA00-4F02-4A74-A50D-CD9F034E1E14}"/>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E38FD3A1-EE26-4029-8FF8-2DF3A3153170}"/>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DD02AC9-A1DB-4208-8629-9423BB4A122C}"/>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74AD8F7A-4AC5-4BF1-A71C-6146F30539E7}"/>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BC6AEDA3-219D-4CE6-9E29-8DA8F7B33504}"/>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D108CDCB-FA26-4ED9-B6B3-CE22CD4FB7B6}"/>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BEF19CD-5E5E-46C6-86C5-2A0244DCCD8B}"/>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D95BA14-5936-4CB9-BB4F-983C67FA3867}"/>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1F7AFD3-E4EC-472D-9B3D-DDFCCAD269A4}"/>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AD9F7C0-54C8-47BF-A6A0-57CEAC45F70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43FD2BC2-9FF2-45C3-B216-B624A066663F}"/>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4CE31BD9-51CA-4F78-9019-3E85D85D2AA7}"/>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C2B060BB-7681-4E43-97AC-D767D238312A}"/>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A498F4E6-F0B5-4091-8118-CDCB405829C5}"/>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BE818C61-D3EF-4CF9-AC13-05190F888CEC}"/>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06E0887B-6451-4E1D-8B3B-621630E00D82}"/>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DB50932-FDD0-4005-9540-F80E2FEDB403}"/>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9BCEE02F-1122-4403-A1AD-B844AD07DB80}"/>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037FA471-1E71-4E62-AA13-5404229C105F}"/>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C861624-CFF5-4E98-A47A-DD754BC65F5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85AAA03-2728-498D-A74A-F55135A55034}"/>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741C63CB-3EED-4D69-8CC3-30C0D70CDF20}"/>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757AED6F-56D0-41F3-88B5-239920E47A3B}"/>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AB4072C-8004-450B-9AD2-7EDCA33C271A}"/>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6EB2482-8FCC-4B10-942F-0B8EA7C8DA02}"/>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A961FED1-D9F9-4A88-97E0-358093789C6A}"/>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D08A537-F83E-4EB9-AD29-D72958CBD30D}"/>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0A1017BC-861F-4E6C-80BA-8486060B7112}"/>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21F9F62F-C97A-4CE8-ACDB-D00F19F0C49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E7BFAFD-4CA0-4928-AD77-A8D925E4C172}"/>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7342961-24F6-4D6A-A9CB-562F846876A8}"/>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10B1D28E-8342-414A-8CB2-B431AFC76E9E}"/>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CD095F79-DD1E-4472-B4AA-D9624F08AF4E}"/>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01C8A243-689C-4AA5-9380-F43525442E60}"/>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01930833-AC55-4FA9-90B5-0347DB668077}"/>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006F6C62-EC57-44E0-8FB0-7BDEE0786632}"/>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4A03FFB5-9EEE-4FA3-BA63-13A039839045}"/>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2C401028-3ECC-4A2F-93B4-E3ADC804E9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AE387218-CC1B-464B-ABF1-C57759C0AC64}"/>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0B3F8DD2-EC7C-4D2F-BD2F-7E7B0A15CA3B}"/>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90B9E7F8-9A7A-4738-97D8-6C835D5FEE90}"/>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4EFF7E65-9DB1-4750-A997-1DFC68DF60D6}"/>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9430D91-0D43-4784-948F-9D399A9D6D84}"/>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C74F91-0557-4027-A700-2C189FAE8D09}"/>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E0D2E23F-5B97-490E-93C1-867E79E802C7}"/>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85B7BCB6-2DE4-4891-B593-66E4159A77BA}"/>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2674A954-9383-40A0-AB66-128F3CE417E0}"/>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931F89D-C53A-4184-B899-894FAD866752}"/>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53CCF68D-C608-4B18-92AD-CED08879DA42}"/>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93713B57-92AB-47FC-8519-EF336A8E576F}"/>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CC4BD8E5-7BF0-44B7-83F2-CF756A5B63A2}"/>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A1BC380-0F62-4B2C-9442-73B9C572E2AC}"/>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28E3C05C-BA52-46BE-991B-0F22D5A86C68}"/>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FCEF39-51FA-4939-8F1C-CBC00842AD07}"/>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3E7A8DC-F6AE-4B62-AB24-7BFB21C1798D}"/>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9F580E-B12F-4890-B3DB-CD3D38BA5C02}"/>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77E58BA-2142-4A76-8446-F75AFE2548E8}"/>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795CEC70-678C-4FDC-97E9-1468928A3819}"/>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54814E2A-DA64-4098-A24F-F0980BD78440}"/>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B221D9D6-8197-4F7A-986B-342C18B37CE8}"/>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3723D6-46B0-4B74-80EE-004806F04B4E}"/>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35C7EDE2-BB4C-42C0-9798-C6B80752E7B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C23BFB5D-C46E-4698-8911-E21272442938}"/>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3EE3AA71-576E-4B7C-A629-20D8C3C7AD58}"/>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2492E6F1-2CC0-4A04-B084-F0CB221C027D}"/>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7E66172-3B32-47D8-AD00-39EC518F5CA5}"/>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603CF8FE-5ECF-451D-8E95-0AAB037EF9D3}"/>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F282F72-8D21-42E0-9CA6-3659465ED8AE}"/>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AD63853-F52A-4967-84A7-6FACC6B61E9E}"/>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E777739-1654-42F4-BBBB-FF099DF4634E}"/>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F9DBB7-06E4-417D-9A6D-5AA390EE8F0D}"/>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53B1E1D3-C451-4BF2-A3D6-00D06E1C0FC6}"/>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F104B7C-EF04-4C1A-B2B4-A5D93EA3AC1B}"/>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18329DFF-4AE8-4B7B-9486-20C480312918}"/>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5780313B-AFEE-49B6-BBB4-B41F55C88EEB}"/>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AD80D719-7271-41D9-A391-50738DA491C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B39DE307-5DAE-4B62-9DA6-18926DC037CA}"/>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TextBox 108">
            <a:extLst xmlns:a="http://schemas.openxmlformats.org/drawingml/2006/main">
              <a:ext uri="{FF2B5EF4-FFF2-40B4-BE49-F238E27FC236}">
                <a16:creationId xmlns:a16="http://schemas.microsoft.com/office/drawing/2014/main" id="{96AF5F13-857F-490A-B88E-76BA476178E7}"/>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请提出一个规则：怎样公平地选出一组采样时刻？</a:t>
            </a:r>
          </a:p>
        </p:txBody>
      </p:sp>
    </p:spTree>
    <p:extLst>
      <p:ext uri="{BB962C8B-B14F-4D97-AF65-F5344CB8AC3E}">
        <p14:creationId xmlns:p14="http://schemas.microsoft.com/office/powerpoint/2010/main" val="6785049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A5BE5A-D3A5-40DE-B698-78978871FF4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F60D04-7B66-46A7-B2B7-990CCD957CB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1EFFB1B-124E-4E04-B768-3957724AB74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每隔相同时间，取一个幅度值</a:t>
            </a:r>
          </a:p>
        </p:txBody>
      </p:sp>
      <p:sp>
        <p:nvSpPr>
          <p:cNvPr id="5" name="Connector 4">
            <a:extLst xmlns:a="http://schemas.openxmlformats.org/drawingml/2006/main">
              <a:ext uri="{FF2B5EF4-FFF2-40B4-BE49-F238E27FC236}">
                <a16:creationId xmlns:a16="http://schemas.microsoft.com/office/drawing/2014/main" id="{99E51E75-D3C7-4789-876C-CABBE58BADA5}"/>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52691582-E6D8-459E-81E1-A2DDCEC3295A}"/>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3CA88E7A-14BC-477D-A637-B6DBC4664841}"/>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57A477B-118C-48E5-ADE8-B82BB835E522}"/>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7F8CF580-2133-49FF-9413-9EFB28E84B24}"/>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1977854-26AE-48FD-B0B1-462E3C7D45DC}"/>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88E8FBD-B192-4394-8247-75B91D66AE29}"/>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F850087-4D92-4F22-8CD3-6D9C106F9FAB}"/>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1F20829-E5EB-4A34-BD40-4B1089E4A022}"/>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88A6A632-8AB0-4567-93D5-A9854F23DE90}"/>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D21E06-066C-467C-8D6C-AE97D050A2A1}"/>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AF605CF9-2763-4EEA-9DDF-7A83FECEE0EA}"/>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772CD8F9-6B2A-4820-A01E-31E2DF24B872}"/>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5E61E849-D853-4099-9B9F-F5A3D6BF8033}"/>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B4D4893A-94A2-462F-BA5D-3AE643FDAE7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C639608-965E-4C14-847B-F7FCCDE18DEA}"/>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7200E2AD-A124-403E-B7BF-63167282491D}"/>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A7EFA-F56A-457D-9A02-2CA136D08EB1}"/>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4015E8A5-4086-4882-8CF2-76B1C6F888B5}"/>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44E910DC-5B91-4657-B672-42ECD9308848}"/>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616DBDC-2B58-4CC8-BF08-CBDCA6CF64A7}"/>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2E55F3CF-120B-4352-B152-096809543DC6}"/>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7332955C-F486-4F34-A267-7009627D8B55}"/>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78700895-DE65-455D-A504-6B7A6D8D5AAE}"/>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C2CC5AF2-3C41-495F-9F83-8203829645A1}"/>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B2BE139-74A8-4AE5-BEDB-B793CA718633}"/>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0BA1412-4E2F-4028-8903-0600EEF9726E}"/>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F6728393-82CE-406B-953A-0D51C2DD4812}"/>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6C42266B-687A-4E3F-AE0E-6C2A197D396C}"/>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AB2A7B43-12DB-4F56-B112-EEA935D278D6}"/>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D6E77577-CCB2-40EE-ADB4-E01636AD4D02}"/>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81AB875-06FD-4D94-9846-0295C033E538}"/>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651E330-5B9F-4CB9-A5BF-D4088A2CFA41}"/>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0387D04F-126A-48D1-8050-25E60BE10340}"/>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A3961B2-85E0-4428-86F5-05DAF4465514}"/>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B33061C-9B35-41E7-A3AB-EA32611F4535}"/>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EC62957-0EF2-45F5-892A-3A11093C31A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4CF74AA-E359-4D54-AB2A-097CAEC200A5}"/>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D25EB30-B8E5-4254-A017-D3D03DA85311}"/>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001123FC-614A-4573-A0CC-76817BF71A50}"/>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C03A9B3-C5D4-4D1D-9364-D2E0DEAC5CDF}"/>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7522A940-12D7-4E60-ACD6-F3498A8FF719}"/>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DDDD8FB2-5085-4A62-9269-2B842879769C}"/>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02A5D64B-D066-4FD7-BA52-1B15E1FF036C}"/>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210F2EC0-332F-464D-828D-C7A5148FB89E}"/>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A6C98150-388E-450B-95A5-326F894AB55D}"/>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AF0A8C55-76B2-4E70-8A58-6D4C4DEAD21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0D22B39D-C326-4B2B-AE10-9AE89C95E9D6}"/>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DF57E3B1-8C36-4C95-B019-641A1ADBD5D6}"/>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56175A01-D5D9-4388-BA10-14B6788C7762}"/>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12E3460-554F-427B-8DF5-C0FA58B36E1F}"/>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3597B4B-09F6-44C7-AAB3-E4780759B1CE}"/>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CD450CF1-8E3C-407A-8F15-57CE7A1883FD}"/>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B7E52724-4ED9-47F2-8D95-966311BA5ECB}"/>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57DDE6D-735D-438D-A188-A8D2B82856E9}"/>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A06128C1-B7DA-4748-8A3F-1B5C25B0FAB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5BD82ED-3FF9-4550-8F23-AAC0F2401071}"/>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54A40599-1C8A-46FB-BC63-9362815DF810}"/>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33549292-9318-4AFC-A1CA-9228FA0F0BED}"/>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FFFF4A4-EC16-4CF0-A2F9-DF1B2CFFB7E8}"/>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EB792B6-55D8-4304-AC55-CB67E3F7DC98}"/>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18EA3F9F-FFDD-4E55-B979-7BAB68E76585}"/>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24EAA99-B43C-4652-9A4A-D0B63958DBFC}"/>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C7B377AE-5224-41EF-93DF-5EEB0DFBB95D}"/>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B91F321-5F4E-4362-B28B-CADC0420D4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E04DA00-E0D3-4C06-B721-4F7747903C26}"/>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4288781A-3AC0-4B4A-9F0F-120A4A452105}"/>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C9D71A47-8D3E-4285-B57E-201A738995B1}"/>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FC7D1668-90CE-4636-9B89-293EE552C0BF}"/>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FB8B972-B8F8-4491-A91A-715C73C36FD3}"/>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74B6B3AA-171B-4A44-8A07-362D811000FB}"/>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D9429AEF-3D21-4562-B6FE-3F7637CB3C56}"/>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5F61EF12-0F1F-48BE-8409-7F4857EF0374}"/>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3470F1A4-2C4F-4A27-9257-5FBBBBD2B41B}"/>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53F8353C-072D-4364-AB31-244BD80CA783}"/>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14AE902D-676C-4702-8AF8-21FBCB9B08A6}"/>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19223A9A-6812-4960-A68F-3CB444A1B960}"/>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00CC0324-D836-425E-973F-2844FBA748AD}"/>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2F4F1D9-A28A-40E2-A268-6F74C849F8F4}"/>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D6A26FD6-1DFA-46F0-A414-B1CC68B87917}"/>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9713FE0F-B23B-416D-AD2B-F4668B998594}"/>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FABB505A-69AB-411B-A68F-C28A2EE4E021}"/>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DA8D3EA-260D-46FB-B098-EADA81256F85}"/>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C036828-76E6-4022-8AE7-03489B958379}"/>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61D82C3D-2BAB-4576-A6CB-1AEE285ECA84}"/>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DC6525B9-8BF3-42C7-8A48-04AABF61A082}"/>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A60BD5D5-54E8-4FC5-BA43-B69FAF894600}"/>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BC7F1389-E1B6-4530-82A3-E8FC7C724566}"/>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0378AC41-8F27-4A2E-94B8-86AE158480E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8A24C044-770B-44C1-9687-003EF4F41F9F}"/>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C32349-AFED-4407-B54D-46A7937A164A}"/>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3CE87D33-E7FF-4315-AAEA-8FD6946F9BF2}"/>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65B9410C-8ACC-4C40-8116-AE8C02209252}"/>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201A309-D782-4560-B66F-A8CADF4F3B50}"/>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29C14A15-21EF-4BF2-8EA9-2B0DDB88E592}"/>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706810A-2289-489F-B84C-9424CEB9943C}"/>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A6FB917-28F3-4312-8A3F-EBA5A1E01F61}"/>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B38DD42F-A9C8-4696-96B5-96E089F50BA6}"/>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FB1FE1E-6D72-4119-AE06-B77C809BB358}"/>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35A0B7AF-19E2-4AB8-A206-DF3CACF6F07E}"/>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B630414A-33AF-40DB-B1C0-337268084801}"/>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F0A545B8-FA76-463A-BE7E-2E50E6324216}"/>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89F6E15-0122-4A57-BB34-04313F1BAE0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E0BF661-A8DA-42EF-B9FB-3BA01F1C2311}"/>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86C33069-DBCD-4F17-A923-F125147507E1}"/>
              </a:ext>
            </a:extLst>
          </p:cNvPr>
          <p:cNvSpPr>
            <a:spLocks xmlns:a="http://schemas.openxmlformats.org/drawingml/2006/main" noGrp="1"/>
          </p:cNvSpPr>
          <p:nvPr/>
        </p:nvSpPr>
        <p:spPr>
          <a:xfrm xmlns:a="http://schemas.openxmlformats.org/drawingml/2006/main">
            <a:off x="106984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0C50F695-A36A-4D3E-AD01-15065B5FE015}"/>
              </a:ext>
            </a:extLst>
          </p:cNvPr>
          <p:cNvSpPr>
            <a:spLocks xmlns:a="http://schemas.openxmlformats.org/drawingml/2006/main" noGrp="1"/>
          </p:cNvSpPr>
          <p:nvPr/>
        </p:nvSpPr>
        <p:spPr>
          <a:xfrm xmlns:a="http://schemas.openxmlformats.org/drawingml/2006/main">
            <a:off x="1008583" y="33448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Connector 110">
            <a:extLst xmlns:a="http://schemas.openxmlformats.org/drawingml/2006/main">
              <a:ext uri="{FF2B5EF4-FFF2-40B4-BE49-F238E27FC236}">
                <a16:creationId xmlns:a16="http://schemas.microsoft.com/office/drawing/2014/main" id="{488B0890-E6AB-4D2B-8802-E4EEAEB44292}"/>
              </a:ext>
            </a:extLst>
          </p:cNvPr>
          <p:cNvSpPr>
            <a:spLocks xmlns:a="http://schemas.openxmlformats.org/drawingml/2006/main" noGrp="1"/>
          </p:cNvSpPr>
          <p:nvPr/>
        </p:nvSpPr>
        <p:spPr>
          <a:xfrm xmlns:a="http://schemas.openxmlformats.org/drawingml/2006/main">
            <a:off x="184937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Oval 111">
            <a:extLst xmlns:a="http://schemas.openxmlformats.org/drawingml/2006/main">
              <a:ext uri="{FF2B5EF4-FFF2-40B4-BE49-F238E27FC236}">
                <a16:creationId xmlns:a16="http://schemas.microsoft.com/office/drawing/2014/main" id="{B7AAB716-91CF-4ADA-A4E4-6DBD1C653390}"/>
              </a:ext>
            </a:extLst>
          </p:cNvPr>
          <p:cNvSpPr>
            <a:spLocks xmlns:a="http://schemas.openxmlformats.org/drawingml/2006/main" noGrp="1"/>
          </p:cNvSpPr>
          <p:nvPr/>
        </p:nvSpPr>
        <p:spPr>
          <a:xfrm xmlns:a="http://schemas.openxmlformats.org/drawingml/2006/main">
            <a:off x="1788109" y="244427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Connector 112">
            <a:extLst xmlns:a="http://schemas.openxmlformats.org/drawingml/2006/main">
              <a:ext uri="{FF2B5EF4-FFF2-40B4-BE49-F238E27FC236}">
                <a16:creationId xmlns:a16="http://schemas.microsoft.com/office/drawing/2014/main" id="{B3CF9AF4-EA0E-4BF6-87D2-70CC4A8E0F99}"/>
              </a:ext>
            </a:extLst>
          </p:cNvPr>
          <p:cNvSpPr>
            <a:spLocks xmlns:a="http://schemas.openxmlformats.org/drawingml/2006/main" noGrp="1"/>
          </p:cNvSpPr>
          <p:nvPr/>
        </p:nvSpPr>
        <p:spPr>
          <a:xfrm xmlns:a="http://schemas.openxmlformats.org/drawingml/2006/main">
            <a:off x="262890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4" name="Oval 113">
            <a:extLst xmlns:a="http://schemas.openxmlformats.org/drawingml/2006/main">
              <a:ext uri="{FF2B5EF4-FFF2-40B4-BE49-F238E27FC236}">
                <a16:creationId xmlns:a16="http://schemas.microsoft.com/office/drawing/2014/main" id="{5E30C716-CF29-4E6C-A564-A2C713EC46A6}"/>
              </a:ext>
            </a:extLst>
          </p:cNvPr>
          <p:cNvSpPr>
            <a:spLocks xmlns:a="http://schemas.openxmlformats.org/drawingml/2006/main" noGrp="1"/>
          </p:cNvSpPr>
          <p:nvPr/>
        </p:nvSpPr>
        <p:spPr>
          <a:xfrm xmlns:a="http://schemas.openxmlformats.org/drawingml/2006/main">
            <a:off x="2567635" y="23246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Connector 114">
            <a:extLst xmlns:a="http://schemas.openxmlformats.org/drawingml/2006/main">
              <a:ext uri="{FF2B5EF4-FFF2-40B4-BE49-F238E27FC236}">
                <a16:creationId xmlns:a16="http://schemas.microsoft.com/office/drawing/2014/main" id="{00D0DA8D-3A3F-42E0-9AB7-9082A254F9B2}"/>
              </a:ext>
            </a:extLst>
          </p:cNvPr>
          <p:cNvSpPr>
            <a:spLocks xmlns:a="http://schemas.openxmlformats.org/drawingml/2006/main" noGrp="1"/>
          </p:cNvSpPr>
          <p:nvPr/>
        </p:nvSpPr>
        <p:spPr>
          <a:xfrm xmlns:a="http://schemas.openxmlformats.org/drawingml/2006/main">
            <a:off x="340842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Oval 115">
            <a:extLst xmlns:a="http://schemas.openxmlformats.org/drawingml/2006/main">
              <a:ext uri="{FF2B5EF4-FFF2-40B4-BE49-F238E27FC236}">
                <a16:creationId xmlns:a16="http://schemas.microsoft.com/office/drawing/2014/main" id="{3ACBD89F-6433-44DC-BA27-FDB912608352}"/>
              </a:ext>
            </a:extLst>
          </p:cNvPr>
          <p:cNvSpPr>
            <a:spLocks xmlns:a="http://schemas.openxmlformats.org/drawingml/2006/main" noGrp="1"/>
          </p:cNvSpPr>
          <p:nvPr/>
        </p:nvSpPr>
        <p:spPr>
          <a:xfrm xmlns:a="http://schemas.openxmlformats.org/drawingml/2006/main">
            <a:off x="3347161" y="308976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Connector 116">
            <a:extLst xmlns:a="http://schemas.openxmlformats.org/drawingml/2006/main">
              <a:ext uri="{FF2B5EF4-FFF2-40B4-BE49-F238E27FC236}">
                <a16:creationId xmlns:a16="http://schemas.microsoft.com/office/drawing/2014/main" id="{FBEF84E7-7E1A-481A-839B-B6D7D720F22C}"/>
              </a:ext>
            </a:extLst>
          </p:cNvPr>
          <p:cNvSpPr>
            <a:spLocks xmlns:a="http://schemas.openxmlformats.org/drawingml/2006/main" noGrp="1"/>
          </p:cNvSpPr>
          <p:nvPr/>
        </p:nvSpPr>
        <p:spPr>
          <a:xfrm xmlns:a="http://schemas.openxmlformats.org/drawingml/2006/main">
            <a:off x="418795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Oval 117">
            <a:extLst xmlns:a="http://schemas.openxmlformats.org/drawingml/2006/main">
              <a:ext uri="{FF2B5EF4-FFF2-40B4-BE49-F238E27FC236}">
                <a16:creationId xmlns:a16="http://schemas.microsoft.com/office/drawing/2014/main" id="{5EBC1DB9-BE1C-4E93-BCED-B1DF68390602}"/>
              </a:ext>
            </a:extLst>
          </p:cNvPr>
          <p:cNvSpPr>
            <a:spLocks xmlns:a="http://schemas.openxmlformats.org/drawingml/2006/main" noGrp="1"/>
          </p:cNvSpPr>
          <p:nvPr/>
        </p:nvSpPr>
        <p:spPr>
          <a:xfrm xmlns:a="http://schemas.openxmlformats.org/drawingml/2006/main">
            <a:off x="4126687" y="407610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Connector 118">
            <a:extLst xmlns:a="http://schemas.openxmlformats.org/drawingml/2006/main">
              <a:ext uri="{FF2B5EF4-FFF2-40B4-BE49-F238E27FC236}">
                <a16:creationId xmlns:a16="http://schemas.microsoft.com/office/drawing/2014/main" id="{190DD52B-9A40-4765-B970-171CBFCA1125}"/>
              </a:ext>
            </a:extLst>
          </p:cNvPr>
          <p:cNvSpPr>
            <a:spLocks xmlns:a="http://schemas.openxmlformats.org/drawingml/2006/main" noGrp="1"/>
          </p:cNvSpPr>
          <p:nvPr/>
        </p:nvSpPr>
        <p:spPr>
          <a:xfrm xmlns:a="http://schemas.openxmlformats.org/drawingml/2006/main">
            <a:off x="496747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Oval 119">
            <a:extLst xmlns:a="http://schemas.openxmlformats.org/drawingml/2006/main">
              <a:ext uri="{FF2B5EF4-FFF2-40B4-BE49-F238E27FC236}">
                <a16:creationId xmlns:a16="http://schemas.microsoft.com/office/drawing/2014/main" id="{7D378103-AC57-4101-A7A8-00AA3902B7BD}"/>
              </a:ext>
            </a:extLst>
          </p:cNvPr>
          <p:cNvSpPr>
            <a:spLocks xmlns:a="http://schemas.openxmlformats.org/drawingml/2006/main" noGrp="1"/>
          </p:cNvSpPr>
          <p:nvPr/>
        </p:nvSpPr>
        <p:spPr>
          <a:xfrm xmlns:a="http://schemas.openxmlformats.org/drawingml/2006/main">
            <a:off x="4906213" y="44283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Connector 120">
            <a:extLst xmlns:a="http://schemas.openxmlformats.org/drawingml/2006/main">
              <a:ext uri="{FF2B5EF4-FFF2-40B4-BE49-F238E27FC236}">
                <a16:creationId xmlns:a16="http://schemas.microsoft.com/office/drawing/2014/main" id="{D1AC30C5-DBD5-45AA-A829-A9EC0768CC65}"/>
              </a:ext>
            </a:extLst>
          </p:cNvPr>
          <p:cNvSpPr>
            <a:spLocks xmlns:a="http://schemas.openxmlformats.org/drawingml/2006/main" noGrp="1"/>
          </p:cNvSpPr>
          <p:nvPr/>
        </p:nvSpPr>
        <p:spPr>
          <a:xfrm xmlns:a="http://schemas.openxmlformats.org/drawingml/2006/main">
            <a:off x="574700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Oval 121">
            <a:extLst xmlns:a="http://schemas.openxmlformats.org/drawingml/2006/main">
              <a:ext uri="{FF2B5EF4-FFF2-40B4-BE49-F238E27FC236}">
                <a16:creationId xmlns:a16="http://schemas.microsoft.com/office/drawing/2014/main" id="{9D57EAE5-226C-4AB1-B69A-6E0049132403}"/>
              </a:ext>
            </a:extLst>
          </p:cNvPr>
          <p:cNvSpPr>
            <a:spLocks xmlns:a="http://schemas.openxmlformats.org/drawingml/2006/main" noGrp="1"/>
          </p:cNvSpPr>
          <p:nvPr/>
        </p:nvSpPr>
        <p:spPr>
          <a:xfrm xmlns:a="http://schemas.openxmlformats.org/drawingml/2006/main">
            <a:off x="5685739" y="38409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Connector 122">
            <a:extLst xmlns:a="http://schemas.openxmlformats.org/drawingml/2006/main">
              <a:ext uri="{FF2B5EF4-FFF2-40B4-BE49-F238E27FC236}">
                <a16:creationId xmlns:a16="http://schemas.microsoft.com/office/drawing/2014/main" id="{1E5803B4-8769-452E-9480-CA84FEC05362}"/>
              </a:ext>
            </a:extLst>
          </p:cNvPr>
          <p:cNvSpPr>
            <a:spLocks xmlns:a="http://schemas.openxmlformats.org/drawingml/2006/main" noGrp="1"/>
          </p:cNvSpPr>
          <p:nvPr/>
        </p:nvSpPr>
        <p:spPr>
          <a:xfrm xmlns:a="http://schemas.openxmlformats.org/drawingml/2006/main">
            <a:off x="652653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Oval 123">
            <a:extLst xmlns:a="http://schemas.openxmlformats.org/drawingml/2006/main">
              <a:ext uri="{FF2B5EF4-FFF2-40B4-BE49-F238E27FC236}">
                <a16:creationId xmlns:a16="http://schemas.microsoft.com/office/drawing/2014/main" id="{8B98AC29-BC64-4517-851A-C208D4BC6354}"/>
              </a:ext>
            </a:extLst>
          </p:cNvPr>
          <p:cNvSpPr>
            <a:spLocks xmlns:a="http://schemas.openxmlformats.org/drawingml/2006/main" noGrp="1"/>
          </p:cNvSpPr>
          <p:nvPr/>
        </p:nvSpPr>
        <p:spPr>
          <a:xfrm xmlns:a="http://schemas.openxmlformats.org/drawingml/2006/main">
            <a:off x="6465265" y="282343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Connector 124">
            <a:extLst xmlns:a="http://schemas.openxmlformats.org/drawingml/2006/main">
              <a:ext uri="{FF2B5EF4-FFF2-40B4-BE49-F238E27FC236}">
                <a16:creationId xmlns:a16="http://schemas.microsoft.com/office/drawing/2014/main" id="{7346AE70-5051-428B-8CF8-4E18DDBA2282}"/>
              </a:ext>
            </a:extLst>
          </p:cNvPr>
          <p:cNvSpPr>
            <a:spLocks xmlns:a="http://schemas.openxmlformats.org/drawingml/2006/main" noGrp="1"/>
          </p:cNvSpPr>
          <p:nvPr/>
        </p:nvSpPr>
        <p:spPr>
          <a:xfrm xmlns:a="http://schemas.openxmlformats.org/drawingml/2006/main">
            <a:off x="730605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Oval 125">
            <a:extLst xmlns:a="http://schemas.openxmlformats.org/drawingml/2006/main">
              <a:ext uri="{FF2B5EF4-FFF2-40B4-BE49-F238E27FC236}">
                <a16:creationId xmlns:a16="http://schemas.microsoft.com/office/drawing/2014/main" id="{3B831310-8861-4C64-B508-92451AF99740}"/>
              </a:ext>
            </a:extLst>
          </p:cNvPr>
          <p:cNvSpPr>
            <a:spLocks xmlns:a="http://schemas.openxmlformats.org/drawingml/2006/main" noGrp="1"/>
          </p:cNvSpPr>
          <p:nvPr/>
        </p:nvSpPr>
        <p:spPr>
          <a:xfrm xmlns:a="http://schemas.openxmlformats.org/drawingml/2006/main">
            <a:off x="7244791" y="225806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Connector 126">
            <a:extLst xmlns:a="http://schemas.openxmlformats.org/drawingml/2006/main">
              <a:ext uri="{FF2B5EF4-FFF2-40B4-BE49-F238E27FC236}">
                <a16:creationId xmlns:a16="http://schemas.microsoft.com/office/drawing/2014/main" id="{9D259140-FDC5-419B-B863-7D48E3C0FBE2}"/>
              </a:ext>
            </a:extLst>
          </p:cNvPr>
          <p:cNvSpPr>
            <a:spLocks xmlns:a="http://schemas.openxmlformats.org/drawingml/2006/main" noGrp="1"/>
          </p:cNvSpPr>
          <p:nvPr/>
        </p:nvSpPr>
        <p:spPr>
          <a:xfrm xmlns:a="http://schemas.openxmlformats.org/drawingml/2006/main">
            <a:off x="808558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Oval 127">
            <a:extLst xmlns:a="http://schemas.openxmlformats.org/drawingml/2006/main">
              <a:ext uri="{FF2B5EF4-FFF2-40B4-BE49-F238E27FC236}">
                <a16:creationId xmlns:a16="http://schemas.microsoft.com/office/drawing/2014/main" id="{31F78A17-C0DC-4508-B4DA-62B4D98A33FB}"/>
              </a:ext>
            </a:extLst>
          </p:cNvPr>
          <p:cNvSpPr>
            <a:spLocks xmlns:a="http://schemas.openxmlformats.org/drawingml/2006/main" noGrp="1"/>
          </p:cNvSpPr>
          <p:nvPr/>
        </p:nvSpPr>
        <p:spPr>
          <a:xfrm xmlns:a="http://schemas.openxmlformats.org/drawingml/2006/main">
            <a:off x="8024317" y="263515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Connector 128">
            <a:extLst xmlns:a="http://schemas.openxmlformats.org/drawingml/2006/main">
              <a:ext uri="{FF2B5EF4-FFF2-40B4-BE49-F238E27FC236}">
                <a16:creationId xmlns:a16="http://schemas.microsoft.com/office/drawing/2014/main" id="{1377F064-DAC0-4C5A-9908-27BCC501C6C2}"/>
              </a:ext>
            </a:extLst>
          </p:cNvPr>
          <p:cNvSpPr>
            <a:spLocks xmlns:a="http://schemas.openxmlformats.org/drawingml/2006/main" noGrp="1"/>
          </p:cNvSpPr>
          <p:nvPr/>
        </p:nvSpPr>
        <p:spPr>
          <a:xfrm xmlns:a="http://schemas.openxmlformats.org/drawingml/2006/main">
            <a:off x="886510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Oval 129">
            <a:extLst xmlns:a="http://schemas.openxmlformats.org/drawingml/2006/main">
              <a:ext uri="{FF2B5EF4-FFF2-40B4-BE49-F238E27FC236}">
                <a16:creationId xmlns:a16="http://schemas.microsoft.com/office/drawing/2014/main" id="{4F73D9D3-397C-483B-9CEB-FBFAFB72132B}"/>
              </a:ext>
            </a:extLst>
          </p:cNvPr>
          <p:cNvSpPr>
            <a:spLocks xmlns:a="http://schemas.openxmlformats.org/drawingml/2006/main" noGrp="1"/>
          </p:cNvSpPr>
          <p:nvPr/>
        </p:nvSpPr>
        <p:spPr>
          <a:xfrm xmlns:a="http://schemas.openxmlformats.org/drawingml/2006/main">
            <a:off x="8803843" y="362771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Connector 130">
            <a:extLst xmlns:a="http://schemas.openxmlformats.org/drawingml/2006/main">
              <a:ext uri="{FF2B5EF4-FFF2-40B4-BE49-F238E27FC236}">
                <a16:creationId xmlns:a16="http://schemas.microsoft.com/office/drawing/2014/main" id="{79DF922B-3114-431E-B596-A44C8A27C0E2}"/>
              </a:ext>
            </a:extLst>
          </p:cNvPr>
          <p:cNvSpPr>
            <a:spLocks xmlns:a="http://schemas.openxmlformats.org/drawingml/2006/main" noGrp="1"/>
          </p:cNvSpPr>
          <p:nvPr/>
        </p:nvSpPr>
        <p:spPr>
          <a:xfrm xmlns:a="http://schemas.openxmlformats.org/drawingml/2006/main">
            <a:off x="964463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Oval 131">
            <a:extLst xmlns:a="http://schemas.openxmlformats.org/drawingml/2006/main">
              <a:ext uri="{FF2B5EF4-FFF2-40B4-BE49-F238E27FC236}">
                <a16:creationId xmlns:a16="http://schemas.microsoft.com/office/drawing/2014/main" id="{6E8E9EDA-930A-4BE3-ABB0-B046FB8A26B5}"/>
              </a:ext>
            </a:extLst>
          </p:cNvPr>
          <p:cNvSpPr>
            <a:spLocks xmlns:a="http://schemas.openxmlformats.org/drawingml/2006/main" noGrp="1"/>
          </p:cNvSpPr>
          <p:nvPr/>
        </p:nvSpPr>
        <p:spPr>
          <a:xfrm xmlns:a="http://schemas.openxmlformats.org/drawingml/2006/main">
            <a:off x="9583369" y="437499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TextBox 132">
            <a:extLst xmlns:a="http://schemas.openxmlformats.org/drawingml/2006/main">
              <a:ext uri="{FF2B5EF4-FFF2-40B4-BE49-F238E27FC236}">
                <a16:creationId xmlns:a16="http://schemas.microsoft.com/office/drawing/2014/main" id="{3E5FEEB1-790A-411A-BB68-A889C3B976F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采样：在固定时刻取样，让时间上的记录变得离散。</a:t>
            </a:r>
          </a:p>
        </p:txBody>
      </p:sp>
    </p:spTree>
    <p:extLst>
      <p:ext uri="{BB962C8B-B14F-4D97-AF65-F5344CB8AC3E}">
        <p14:creationId xmlns:p14="http://schemas.microsoft.com/office/powerpoint/2010/main" val="83392464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F80D8BA-0DD6-42CF-917D-708750A9FA7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BCEF498-6C37-4AEF-A80B-48B277BAB7F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0334E70-4B50-4B47-A422-43D750F8E12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演示B：放大红框，能看到什么？</a:t>
            </a:r>
          </a:p>
        </p:txBody>
      </p:sp>
      <p:sp>
        <p:nvSpPr>
          <p:cNvPr id="5" name="text">
            <a:extLst xmlns:a="http://schemas.openxmlformats.org/drawingml/2006/main">
              <a:ext uri="{FF2B5EF4-FFF2-40B4-BE49-F238E27FC236}">
                <a16:creationId xmlns:a16="http://schemas.microsoft.com/office/drawing/2014/main" id="{3EF413CC-E776-42C1-B183-605925C73459}"/>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同一数学示意信号；只放大 0.30～0.50 s。</a:t>
            </a:r>
          </a:p>
        </p:txBody>
      </p:sp>
      <p:sp>
        <p:nvSpPr>
          <p:cNvPr id="6" name="overview-heading">
            <a:extLst xmlns:a="http://schemas.openxmlformats.org/drawingml/2006/main">
              <a:ext uri="{FF2B5EF4-FFF2-40B4-BE49-F238E27FC236}">
                <a16:creationId xmlns:a16="http://schemas.microsoft.com/office/drawing/2014/main" id="{34888892-B43A-40BB-BBA0-BC7E49791FA3}"/>
              </a:ext>
            </a:extLst>
          </p:cNvPr>
          <p:cNvSpPr>
            <a:spLocks xmlns:a="http://schemas.openxmlformats.org/drawingml/2006/main" noGrp="1"/>
          </p:cNvSpPr>
          <p:nvPr/>
        </p:nvSpPr>
        <p:spPr>
          <a:xfrm xmlns:a="http://schemas.openxmlformats.org/drawingml/2006/main">
            <a:off x="609600" y="2238375"/>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整体：0～1 s</a:t>
            </a:r>
          </a:p>
        </p:txBody>
      </p:sp>
      <p:sp>
        <p:nvSpPr>
          <p:cNvPr id="7" name="zoom-heading">
            <a:extLst xmlns:a="http://schemas.openxmlformats.org/drawingml/2006/main">
              <a:ext uri="{FF2B5EF4-FFF2-40B4-BE49-F238E27FC236}">
                <a16:creationId xmlns:a16="http://schemas.microsoft.com/office/drawing/2014/main" id="{8914A7AC-CD03-4E86-9141-1A7EFE5B4D00}"/>
              </a:ext>
            </a:extLst>
          </p:cNvPr>
          <p:cNvSpPr>
            <a:spLocks xmlns:a="http://schemas.openxmlformats.org/drawingml/2006/main" noGrp="1"/>
          </p:cNvSpPr>
          <p:nvPr/>
        </p:nvSpPr>
        <p:spPr>
          <a:xfrm xmlns:a="http://schemas.openxmlformats.org/drawingml/2006/main">
            <a:off x="6686550" y="2238375"/>
            <a:ext cx="4895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红框区间：0.30～0.50 s</a:t>
            </a:r>
          </a:p>
        </p:txBody>
      </p:sp>
      <p:sp>
        <p:nvSpPr>
          <p:cNvPr id="8" name="overview-axis-0">
            <a:extLst xmlns:a="http://schemas.openxmlformats.org/drawingml/2006/main">
              <a:ext uri="{FF2B5EF4-FFF2-40B4-BE49-F238E27FC236}">
                <a16:creationId xmlns:a16="http://schemas.microsoft.com/office/drawing/2014/main" id="{83694A4F-0CF5-4C50-8164-C2D54E34414D}"/>
              </a:ext>
            </a:extLst>
          </p:cNvPr>
          <p:cNvSpPr>
            <a:spLocks xmlns:a="http://schemas.openxmlformats.org/drawingml/2006/main" noGrp="1"/>
          </p:cNvSpPr>
          <p:nvPr/>
        </p:nvSpPr>
        <p:spPr>
          <a:xfrm xmlns:a="http://schemas.openxmlformats.org/drawingml/2006/main">
            <a:off x="1066800" y="400050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2383">
            <a:solidFill>
              <a:srgbClr val="808080"/>
            </a:solidFill>
          </a:ln>
        </p:spPr>
      </p:sp>
      <p:sp>
        <p:nvSpPr>
          <p:cNvPr id="9" name="amplitude-axis-0">
            <a:extLst xmlns:a="http://schemas.openxmlformats.org/drawingml/2006/main">
              <a:ext uri="{FF2B5EF4-FFF2-40B4-BE49-F238E27FC236}">
                <a16:creationId xmlns:a16="http://schemas.microsoft.com/office/drawing/2014/main" id="{CCE00BA8-9184-4B5F-BB06-1EC44F6D62C6}"/>
              </a:ext>
            </a:extLst>
          </p:cNvPr>
          <p:cNvSpPr>
            <a:spLocks xmlns:a="http://schemas.openxmlformats.org/drawingml/2006/main" noGrp="1"/>
          </p:cNvSpPr>
          <p:nvPr/>
        </p:nvSpPr>
        <p:spPr>
          <a:xfrm xmlns:a="http://schemas.openxmlformats.org/drawingml/2006/main">
            <a:off x="1066800" y="2895600"/>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2383">
            <a:solidFill>
              <a:srgbClr val="808080"/>
            </a:solidFill>
          </a:ln>
        </p:spPr>
      </p:sp>
      <p:sp>
        <p:nvSpPr>
          <p:cNvPr id="10" name="amplitude-label-0">
            <a:extLst xmlns:a="http://schemas.openxmlformats.org/drawingml/2006/main">
              <a:ext uri="{FF2B5EF4-FFF2-40B4-BE49-F238E27FC236}">
                <a16:creationId xmlns:a16="http://schemas.microsoft.com/office/drawing/2014/main" id="{14084F88-E0F6-40AF-9C1F-858811CB844C}"/>
              </a:ext>
            </a:extLst>
          </p:cNvPr>
          <p:cNvSpPr>
            <a:spLocks xmlns:a="http://schemas.openxmlformats.org/drawingml/2006/main" noGrp="1"/>
          </p:cNvSpPr>
          <p:nvPr/>
        </p:nvSpPr>
        <p:spPr>
          <a:xfrm xmlns:a="http://schemas.openxmlformats.org/drawingml/2006/main">
            <a:off x="609600" y="2771775"/>
            <a:ext cx="83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 name="time-label-0">
            <a:extLst xmlns:a="http://schemas.openxmlformats.org/drawingml/2006/main">
              <a:ext uri="{FF2B5EF4-FFF2-40B4-BE49-F238E27FC236}">
                <a16:creationId xmlns:a16="http://schemas.microsoft.com/office/drawing/2014/main" id="{94DE6E4A-249A-4EB0-8600-AB151476425D}"/>
              </a:ext>
            </a:extLst>
          </p:cNvPr>
          <p:cNvSpPr>
            <a:spLocks xmlns:a="http://schemas.openxmlformats.org/drawingml/2006/main" noGrp="1"/>
          </p:cNvSpPr>
          <p:nvPr/>
        </p:nvSpPr>
        <p:spPr>
          <a:xfrm xmlns:a="http://schemas.openxmlformats.org/drawingml/2006/main">
            <a:off x="3857625" y="5343525"/>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2" name="overview-axis-1">
            <a:extLst xmlns:a="http://schemas.openxmlformats.org/drawingml/2006/main">
              <a:ext uri="{FF2B5EF4-FFF2-40B4-BE49-F238E27FC236}">
                <a16:creationId xmlns:a16="http://schemas.microsoft.com/office/drawing/2014/main" id="{E3A422C1-1EED-4099-8A78-2CDAC7A8642C}"/>
              </a:ext>
            </a:extLst>
          </p:cNvPr>
          <p:cNvSpPr>
            <a:spLocks xmlns:a="http://schemas.openxmlformats.org/drawingml/2006/main" noGrp="1"/>
          </p:cNvSpPr>
          <p:nvPr/>
        </p:nvSpPr>
        <p:spPr>
          <a:xfrm xmlns:a="http://schemas.openxmlformats.org/drawingml/2006/main">
            <a:off x="7143750" y="400050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2383">
            <a:solidFill>
              <a:srgbClr val="808080"/>
            </a:solidFill>
          </a:ln>
        </p:spPr>
      </p:sp>
      <p:sp>
        <p:nvSpPr>
          <p:cNvPr id="13" name="amplitude-axis-1">
            <a:extLst xmlns:a="http://schemas.openxmlformats.org/drawingml/2006/main">
              <a:ext uri="{FF2B5EF4-FFF2-40B4-BE49-F238E27FC236}">
                <a16:creationId xmlns:a16="http://schemas.microsoft.com/office/drawing/2014/main" id="{C5EA057E-77B6-4D24-B08C-06992C314071}"/>
              </a:ext>
            </a:extLst>
          </p:cNvPr>
          <p:cNvSpPr>
            <a:spLocks xmlns:a="http://schemas.openxmlformats.org/drawingml/2006/main" noGrp="1"/>
          </p:cNvSpPr>
          <p:nvPr/>
        </p:nvSpPr>
        <p:spPr>
          <a:xfrm xmlns:a="http://schemas.openxmlformats.org/drawingml/2006/main">
            <a:off x="7143750" y="2895600"/>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2383">
            <a:solidFill>
              <a:srgbClr val="808080"/>
            </a:solidFill>
          </a:ln>
        </p:spPr>
      </p:sp>
      <p:sp>
        <p:nvSpPr>
          <p:cNvPr id="14" name="amplitude-label-1">
            <a:extLst xmlns:a="http://schemas.openxmlformats.org/drawingml/2006/main">
              <a:ext uri="{FF2B5EF4-FFF2-40B4-BE49-F238E27FC236}">
                <a16:creationId xmlns:a16="http://schemas.microsoft.com/office/drawing/2014/main" id="{98E3E1F9-78DC-40F2-B346-BB3D9EB912BD}"/>
              </a:ext>
            </a:extLst>
          </p:cNvPr>
          <p:cNvSpPr>
            <a:spLocks xmlns:a="http://schemas.openxmlformats.org/drawingml/2006/main" noGrp="1"/>
          </p:cNvSpPr>
          <p:nvPr/>
        </p:nvSpPr>
        <p:spPr>
          <a:xfrm xmlns:a="http://schemas.openxmlformats.org/drawingml/2006/main">
            <a:off x="6686550" y="2771775"/>
            <a:ext cx="83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5" name="time-label-1">
            <a:extLst xmlns:a="http://schemas.openxmlformats.org/drawingml/2006/main">
              <a:ext uri="{FF2B5EF4-FFF2-40B4-BE49-F238E27FC236}">
                <a16:creationId xmlns:a16="http://schemas.microsoft.com/office/drawing/2014/main" id="{D934BCAC-D9F9-4601-B017-2F28F7A5E63A}"/>
              </a:ext>
            </a:extLst>
          </p:cNvPr>
          <p:cNvSpPr>
            <a:spLocks xmlns:a="http://schemas.openxmlformats.org/drawingml/2006/main" noGrp="1"/>
          </p:cNvSpPr>
          <p:nvPr/>
        </p:nvSpPr>
        <p:spPr>
          <a:xfrm xmlns:a="http://schemas.openxmlformats.org/drawingml/2006/main">
            <a:off x="9934575" y="5343525"/>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6" name="overview-shared-signal">
            <a:extLst xmlns:a="http://schemas.openxmlformats.org/drawingml/2006/main">
              <a:ext uri="{FF2B5EF4-FFF2-40B4-BE49-F238E27FC236}">
                <a16:creationId xmlns:a16="http://schemas.microsoft.com/office/drawing/2014/main" id="{74047597-86E9-41A3-B607-69A93D1F50D7}"/>
              </a:ext>
            </a:extLst>
          </p:cNvPr>
          <p:cNvSpPr>
            <a:spLocks xmlns:a="http://schemas.openxmlformats.org/drawingml/2006/main" noGrp="1"/>
          </p:cNvSpPr>
          <p:nvPr/>
        </p:nvSpPr>
        <p:spPr>
          <a:xfrm xmlns:a="http://schemas.openxmlformats.org/drawingml/2006/main">
            <a:off x="1066800" y="3280482"/>
            <a:ext cx="4095750" cy="1440036"/>
          </a:xfrm>
          <a:custGeom xmlns:a="http://schemas.openxmlformats.org/drawingml/2006/main">
            <a:pathLst>
              <a:path w="4095750" h="1440036">
                <a:moveTo>
                  <a:pt x="0" y="507217"/>
                </a:moveTo>
                <a:lnTo>
                  <a:pt x="13653" y="436474"/>
                </a:lnTo>
                <a:lnTo>
                  <a:pt x="27305" y="368839"/>
                </a:lnTo>
                <a:lnTo>
                  <a:pt x="40957" y="305050"/>
                </a:lnTo>
                <a:lnTo>
                  <a:pt x="54610" y="245809"/>
                </a:lnTo>
                <a:lnTo>
                  <a:pt x="68263" y="191762"/>
                </a:lnTo>
                <a:lnTo>
                  <a:pt x="81915" y="143504"/>
                </a:lnTo>
                <a:lnTo>
                  <a:pt x="95567" y="101562"/>
                </a:lnTo>
                <a:lnTo>
                  <a:pt x="109220" y="66396"/>
                </a:lnTo>
                <a:lnTo>
                  <a:pt x="122873" y="38391"/>
                </a:lnTo>
                <a:lnTo>
                  <a:pt x="136525" y="17854"/>
                </a:lnTo>
                <a:lnTo>
                  <a:pt x="150178" y="5010"/>
                </a:lnTo>
                <a:lnTo>
                  <a:pt x="163830" y="0"/>
                </a:lnTo>
                <a:lnTo>
                  <a:pt x="177482" y="2879"/>
                </a:lnTo>
                <a:lnTo>
                  <a:pt x="191135" y="13614"/>
                </a:lnTo>
                <a:lnTo>
                  <a:pt x="204788" y="32090"/>
                </a:lnTo>
                <a:lnTo>
                  <a:pt x="218440" y="58102"/>
                </a:lnTo>
                <a:lnTo>
                  <a:pt x="232093" y="91366"/>
                </a:lnTo>
                <a:lnTo>
                  <a:pt x="245745" y="131518"/>
                </a:lnTo>
                <a:lnTo>
                  <a:pt x="259398" y="178118"/>
                </a:lnTo>
                <a:lnTo>
                  <a:pt x="273050" y="230655"/>
                </a:lnTo>
                <a:lnTo>
                  <a:pt x="286702" y="288554"/>
                </a:lnTo>
                <a:lnTo>
                  <a:pt x="300355" y="351179"/>
                </a:lnTo>
                <a:lnTo>
                  <a:pt x="314008" y="417846"/>
                </a:lnTo>
                <a:lnTo>
                  <a:pt x="327660" y="487823"/>
                </a:lnTo>
                <a:lnTo>
                  <a:pt x="341313" y="560345"/>
                </a:lnTo>
                <a:lnTo>
                  <a:pt x="354965" y="634616"/>
                </a:lnTo>
                <a:lnTo>
                  <a:pt x="368617" y="709822"/>
                </a:lnTo>
                <a:lnTo>
                  <a:pt x="382270" y="785140"/>
                </a:lnTo>
                <a:lnTo>
                  <a:pt x="395922" y="859745"/>
                </a:lnTo>
                <a:lnTo>
                  <a:pt x="409575" y="932819"/>
                </a:lnTo>
                <a:lnTo>
                  <a:pt x="423228" y="1003561"/>
                </a:lnTo>
                <a:lnTo>
                  <a:pt x="436880" y="1071197"/>
                </a:lnTo>
                <a:lnTo>
                  <a:pt x="450533" y="1134985"/>
                </a:lnTo>
                <a:lnTo>
                  <a:pt x="464185" y="1194227"/>
                </a:lnTo>
                <a:lnTo>
                  <a:pt x="477837" y="1248273"/>
                </a:lnTo>
                <a:lnTo>
                  <a:pt x="491490" y="1296532"/>
                </a:lnTo>
                <a:lnTo>
                  <a:pt x="505143" y="1338474"/>
                </a:lnTo>
                <a:lnTo>
                  <a:pt x="518795" y="1373640"/>
                </a:lnTo>
                <a:lnTo>
                  <a:pt x="532448" y="1401645"/>
                </a:lnTo>
                <a:lnTo>
                  <a:pt x="546100" y="1422182"/>
                </a:lnTo>
                <a:lnTo>
                  <a:pt x="559752" y="1435026"/>
                </a:lnTo>
                <a:lnTo>
                  <a:pt x="573405" y="1440036"/>
                </a:lnTo>
                <a:lnTo>
                  <a:pt x="587057" y="1437157"/>
                </a:lnTo>
                <a:lnTo>
                  <a:pt x="600710" y="1426421"/>
                </a:lnTo>
                <a:lnTo>
                  <a:pt x="614363" y="1407946"/>
                </a:lnTo>
                <a:lnTo>
                  <a:pt x="628015" y="1381934"/>
                </a:lnTo>
                <a:lnTo>
                  <a:pt x="641668" y="1348669"/>
                </a:lnTo>
                <a:lnTo>
                  <a:pt x="655320" y="1308517"/>
                </a:lnTo>
                <a:lnTo>
                  <a:pt x="668973" y="1261918"/>
                </a:lnTo>
                <a:lnTo>
                  <a:pt x="682625" y="1209381"/>
                </a:lnTo>
                <a:lnTo>
                  <a:pt x="696278" y="1151482"/>
                </a:lnTo>
                <a:lnTo>
                  <a:pt x="709930" y="1088856"/>
                </a:lnTo>
                <a:lnTo>
                  <a:pt x="723583" y="1022190"/>
                </a:lnTo>
                <a:lnTo>
                  <a:pt x="737235" y="952212"/>
                </a:lnTo>
                <a:lnTo>
                  <a:pt x="750887" y="879691"/>
                </a:lnTo>
                <a:lnTo>
                  <a:pt x="764540" y="805420"/>
                </a:lnTo>
                <a:lnTo>
                  <a:pt x="778192" y="730213"/>
                </a:lnTo>
                <a:lnTo>
                  <a:pt x="791845" y="654895"/>
                </a:lnTo>
                <a:lnTo>
                  <a:pt x="805498" y="580291"/>
                </a:lnTo>
                <a:lnTo>
                  <a:pt x="819150" y="507217"/>
                </a:lnTo>
                <a:lnTo>
                  <a:pt x="832803" y="436474"/>
                </a:lnTo>
                <a:lnTo>
                  <a:pt x="846455" y="368839"/>
                </a:lnTo>
                <a:lnTo>
                  <a:pt x="860108" y="305050"/>
                </a:lnTo>
                <a:lnTo>
                  <a:pt x="873760" y="245809"/>
                </a:lnTo>
                <a:lnTo>
                  <a:pt x="887413" y="191762"/>
                </a:lnTo>
                <a:lnTo>
                  <a:pt x="901065" y="143504"/>
                </a:lnTo>
                <a:lnTo>
                  <a:pt x="914718" y="101562"/>
                </a:lnTo>
                <a:lnTo>
                  <a:pt x="928370" y="66396"/>
                </a:lnTo>
                <a:lnTo>
                  <a:pt x="942023" y="38391"/>
                </a:lnTo>
                <a:lnTo>
                  <a:pt x="955675" y="17854"/>
                </a:lnTo>
                <a:lnTo>
                  <a:pt x="969327" y="5010"/>
                </a:lnTo>
                <a:lnTo>
                  <a:pt x="982980" y="0"/>
                </a:lnTo>
                <a:lnTo>
                  <a:pt x="996632" y="2879"/>
                </a:lnTo>
                <a:lnTo>
                  <a:pt x="1010285" y="13614"/>
                </a:lnTo>
                <a:lnTo>
                  <a:pt x="1023938" y="32090"/>
                </a:lnTo>
                <a:lnTo>
                  <a:pt x="1037590" y="58102"/>
                </a:lnTo>
                <a:lnTo>
                  <a:pt x="1051243" y="91366"/>
                </a:lnTo>
                <a:lnTo>
                  <a:pt x="1064895" y="131518"/>
                </a:lnTo>
                <a:lnTo>
                  <a:pt x="1078548" y="178118"/>
                </a:lnTo>
                <a:lnTo>
                  <a:pt x="1092200" y="230655"/>
                </a:lnTo>
                <a:lnTo>
                  <a:pt x="1105853" y="288554"/>
                </a:lnTo>
                <a:lnTo>
                  <a:pt x="1119505" y="351179"/>
                </a:lnTo>
                <a:lnTo>
                  <a:pt x="1133158" y="417846"/>
                </a:lnTo>
                <a:lnTo>
                  <a:pt x="1146810" y="487823"/>
                </a:lnTo>
                <a:lnTo>
                  <a:pt x="1160462" y="560345"/>
                </a:lnTo>
                <a:lnTo>
                  <a:pt x="1174115" y="634616"/>
                </a:lnTo>
                <a:lnTo>
                  <a:pt x="1187768" y="709822"/>
                </a:lnTo>
                <a:lnTo>
                  <a:pt x="1201420" y="785140"/>
                </a:lnTo>
                <a:lnTo>
                  <a:pt x="1215073" y="859745"/>
                </a:lnTo>
                <a:lnTo>
                  <a:pt x="1228725" y="932819"/>
                </a:lnTo>
                <a:lnTo>
                  <a:pt x="1242378" y="1003561"/>
                </a:lnTo>
                <a:lnTo>
                  <a:pt x="1256030" y="1071197"/>
                </a:lnTo>
                <a:lnTo>
                  <a:pt x="1269683" y="1134985"/>
                </a:lnTo>
                <a:lnTo>
                  <a:pt x="1283335" y="1194227"/>
                </a:lnTo>
                <a:lnTo>
                  <a:pt x="1296988" y="1248273"/>
                </a:lnTo>
                <a:lnTo>
                  <a:pt x="1310640" y="1296532"/>
                </a:lnTo>
                <a:lnTo>
                  <a:pt x="1324293" y="1338474"/>
                </a:lnTo>
                <a:lnTo>
                  <a:pt x="1337945" y="1373640"/>
                </a:lnTo>
                <a:lnTo>
                  <a:pt x="1351598" y="1401645"/>
                </a:lnTo>
                <a:lnTo>
                  <a:pt x="1365250" y="1422182"/>
                </a:lnTo>
                <a:lnTo>
                  <a:pt x="1378902" y="1435026"/>
                </a:lnTo>
                <a:lnTo>
                  <a:pt x="1392555" y="1440036"/>
                </a:lnTo>
                <a:lnTo>
                  <a:pt x="1406208" y="1437157"/>
                </a:lnTo>
                <a:lnTo>
                  <a:pt x="1419860" y="1426421"/>
                </a:lnTo>
                <a:lnTo>
                  <a:pt x="1433513" y="1407946"/>
                </a:lnTo>
                <a:lnTo>
                  <a:pt x="1447165" y="1381934"/>
                </a:lnTo>
                <a:lnTo>
                  <a:pt x="1460818" y="1348669"/>
                </a:lnTo>
                <a:lnTo>
                  <a:pt x="1474470" y="1308517"/>
                </a:lnTo>
                <a:lnTo>
                  <a:pt x="1488123" y="1261918"/>
                </a:lnTo>
                <a:lnTo>
                  <a:pt x="1501775" y="1209381"/>
                </a:lnTo>
                <a:lnTo>
                  <a:pt x="1515428" y="1151482"/>
                </a:lnTo>
                <a:lnTo>
                  <a:pt x="1529080" y="1088856"/>
                </a:lnTo>
                <a:lnTo>
                  <a:pt x="1542733" y="1022190"/>
                </a:lnTo>
                <a:lnTo>
                  <a:pt x="1556385" y="952212"/>
                </a:lnTo>
                <a:lnTo>
                  <a:pt x="1570038" y="879691"/>
                </a:lnTo>
                <a:lnTo>
                  <a:pt x="1583690" y="805420"/>
                </a:lnTo>
                <a:lnTo>
                  <a:pt x="1597343" y="730213"/>
                </a:lnTo>
                <a:lnTo>
                  <a:pt x="1610995" y="654895"/>
                </a:lnTo>
                <a:lnTo>
                  <a:pt x="1624648" y="580291"/>
                </a:lnTo>
                <a:lnTo>
                  <a:pt x="1638300" y="507217"/>
                </a:lnTo>
                <a:lnTo>
                  <a:pt x="1651953" y="436474"/>
                </a:lnTo>
                <a:lnTo>
                  <a:pt x="1665605" y="368839"/>
                </a:lnTo>
                <a:lnTo>
                  <a:pt x="1679258" y="305050"/>
                </a:lnTo>
                <a:lnTo>
                  <a:pt x="1692910" y="245809"/>
                </a:lnTo>
                <a:lnTo>
                  <a:pt x="1706562" y="191762"/>
                </a:lnTo>
                <a:lnTo>
                  <a:pt x="1720215" y="143504"/>
                </a:lnTo>
                <a:lnTo>
                  <a:pt x="1733867" y="101562"/>
                </a:lnTo>
                <a:lnTo>
                  <a:pt x="1747520" y="66396"/>
                </a:lnTo>
                <a:lnTo>
                  <a:pt x="1761172" y="38391"/>
                </a:lnTo>
                <a:lnTo>
                  <a:pt x="1774825" y="17854"/>
                </a:lnTo>
                <a:lnTo>
                  <a:pt x="1788477" y="5010"/>
                </a:lnTo>
                <a:lnTo>
                  <a:pt x="1802130" y="0"/>
                </a:lnTo>
                <a:lnTo>
                  <a:pt x="1815783" y="2879"/>
                </a:lnTo>
                <a:lnTo>
                  <a:pt x="1829435" y="13614"/>
                </a:lnTo>
                <a:lnTo>
                  <a:pt x="1843088" y="32090"/>
                </a:lnTo>
                <a:lnTo>
                  <a:pt x="1856740" y="58102"/>
                </a:lnTo>
                <a:lnTo>
                  <a:pt x="1870393" y="91366"/>
                </a:lnTo>
                <a:lnTo>
                  <a:pt x="1884045" y="131518"/>
                </a:lnTo>
                <a:lnTo>
                  <a:pt x="1897698" y="178118"/>
                </a:lnTo>
                <a:lnTo>
                  <a:pt x="1911350" y="230655"/>
                </a:lnTo>
                <a:lnTo>
                  <a:pt x="1925003" y="288554"/>
                </a:lnTo>
                <a:lnTo>
                  <a:pt x="1938655" y="351179"/>
                </a:lnTo>
                <a:lnTo>
                  <a:pt x="1952308" y="417846"/>
                </a:lnTo>
                <a:lnTo>
                  <a:pt x="1965960" y="487823"/>
                </a:lnTo>
                <a:lnTo>
                  <a:pt x="1979613" y="560345"/>
                </a:lnTo>
                <a:lnTo>
                  <a:pt x="1993265" y="634616"/>
                </a:lnTo>
                <a:lnTo>
                  <a:pt x="2006918" y="709822"/>
                </a:lnTo>
                <a:lnTo>
                  <a:pt x="2020570" y="785140"/>
                </a:lnTo>
                <a:lnTo>
                  <a:pt x="2034223" y="859745"/>
                </a:lnTo>
                <a:lnTo>
                  <a:pt x="2047875" y="932819"/>
                </a:lnTo>
                <a:lnTo>
                  <a:pt x="2061528" y="1003561"/>
                </a:lnTo>
                <a:lnTo>
                  <a:pt x="2075180" y="1071197"/>
                </a:lnTo>
                <a:lnTo>
                  <a:pt x="2088833" y="1134985"/>
                </a:lnTo>
                <a:lnTo>
                  <a:pt x="2102485" y="1194227"/>
                </a:lnTo>
                <a:lnTo>
                  <a:pt x="2116137" y="1248273"/>
                </a:lnTo>
                <a:lnTo>
                  <a:pt x="2129790" y="1296532"/>
                </a:lnTo>
                <a:lnTo>
                  <a:pt x="2143442" y="1338474"/>
                </a:lnTo>
                <a:lnTo>
                  <a:pt x="2157095" y="1373640"/>
                </a:lnTo>
                <a:lnTo>
                  <a:pt x="2170748" y="1401645"/>
                </a:lnTo>
                <a:lnTo>
                  <a:pt x="2184400" y="1422182"/>
                </a:lnTo>
                <a:lnTo>
                  <a:pt x="2198053" y="1435026"/>
                </a:lnTo>
                <a:lnTo>
                  <a:pt x="2211705" y="1440036"/>
                </a:lnTo>
                <a:lnTo>
                  <a:pt x="2225358" y="1437157"/>
                </a:lnTo>
                <a:lnTo>
                  <a:pt x="2239010" y="1426421"/>
                </a:lnTo>
                <a:lnTo>
                  <a:pt x="2252663" y="1407946"/>
                </a:lnTo>
                <a:lnTo>
                  <a:pt x="2266315" y="1381934"/>
                </a:lnTo>
                <a:lnTo>
                  <a:pt x="2279968" y="1348669"/>
                </a:lnTo>
                <a:lnTo>
                  <a:pt x="2293620" y="1308517"/>
                </a:lnTo>
                <a:lnTo>
                  <a:pt x="2307273" y="1261918"/>
                </a:lnTo>
                <a:lnTo>
                  <a:pt x="2320925" y="1209381"/>
                </a:lnTo>
                <a:lnTo>
                  <a:pt x="2334578" y="1151482"/>
                </a:lnTo>
                <a:lnTo>
                  <a:pt x="2348230" y="1088856"/>
                </a:lnTo>
                <a:lnTo>
                  <a:pt x="2361883" y="1022190"/>
                </a:lnTo>
                <a:lnTo>
                  <a:pt x="2375535" y="952212"/>
                </a:lnTo>
                <a:lnTo>
                  <a:pt x="2389188" y="879691"/>
                </a:lnTo>
                <a:lnTo>
                  <a:pt x="2402840" y="805420"/>
                </a:lnTo>
                <a:lnTo>
                  <a:pt x="2416493" y="730213"/>
                </a:lnTo>
                <a:lnTo>
                  <a:pt x="2430145" y="654895"/>
                </a:lnTo>
                <a:lnTo>
                  <a:pt x="2443798" y="580291"/>
                </a:lnTo>
                <a:lnTo>
                  <a:pt x="2457450" y="507217"/>
                </a:lnTo>
                <a:lnTo>
                  <a:pt x="2471103" y="436474"/>
                </a:lnTo>
                <a:lnTo>
                  <a:pt x="2484755" y="368839"/>
                </a:lnTo>
                <a:lnTo>
                  <a:pt x="2498408" y="305050"/>
                </a:lnTo>
                <a:lnTo>
                  <a:pt x="2512060" y="245809"/>
                </a:lnTo>
                <a:lnTo>
                  <a:pt x="2525713" y="191762"/>
                </a:lnTo>
                <a:lnTo>
                  <a:pt x="2539365" y="143504"/>
                </a:lnTo>
                <a:lnTo>
                  <a:pt x="2553018" y="101562"/>
                </a:lnTo>
                <a:lnTo>
                  <a:pt x="2566670" y="66396"/>
                </a:lnTo>
                <a:lnTo>
                  <a:pt x="2580323" y="38391"/>
                </a:lnTo>
                <a:lnTo>
                  <a:pt x="2593975" y="17854"/>
                </a:lnTo>
                <a:lnTo>
                  <a:pt x="2607628" y="5010"/>
                </a:lnTo>
                <a:lnTo>
                  <a:pt x="2621280" y="0"/>
                </a:lnTo>
                <a:lnTo>
                  <a:pt x="2634933" y="2879"/>
                </a:lnTo>
                <a:lnTo>
                  <a:pt x="2648585" y="13614"/>
                </a:lnTo>
                <a:lnTo>
                  <a:pt x="2662238" y="32090"/>
                </a:lnTo>
                <a:lnTo>
                  <a:pt x="2675890" y="58102"/>
                </a:lnTo>
                <a:lnTo>
                  <a:pt x="2689543" y="91366"/>
                </a:lnTo>
                <a:lnTo>
                  <a:pt x="2703195" y="131518"/>
                </a:lnTo>
                <a:lnTo>
                  <a:pt x="2716848" y="178118"/>
                </a:lnTo>
                <a:lnTo>
                  <a:pt x="2730500" y="230655"/>
                </a:lnTo>
                <a:lnTo>
                  <a:pt x="2744153" y="288554"/>
                </a:lnTo>
                <a:lnTo>
                  <a:pt x="2757805" y="351179"/>
                </a:lnTo>
                <a:lnTo>
                  <a:pt x="2771457" y="417846"/>
                </a:lnTo>
                <a:lnTo>
                  <a:pt x="2785110" y="487823"/>
                </a:lnTo>
                <a:lnTo>
                  <a:pt x="2798763" y="560345"/>
                </a:lnTo>
                <a:lnTo>
                  <a:pt x="2812415" y="634616"/>
                </a:lnTo>
                <a:lnTo>
                  <a:pt x="2826068" y="709822"/>
                </a:lnTo>
                <a:lnTo>
                  <a:pt x="2839720" y="785140"/>
                </a:lnTo>
                <a:lnTo>
                  <a:pt x="2853373" y="859745"/>
                </a:lnTo>
                <a:lnTo>
                  <a:pt x="2867025" y="932819"/>
                </a:lnTo>
                <a:lnTo>
                  <a:pt x="2880678" y="1003561"/>
                </a:lnTo>
                <a:lnTo>
                  <a:pt x="2894330" y="1071197"/>
                </a:lnTo>
                <a:lnTo>
                  <a:pt x="2907983" y="1134985"/>
                </a:lnTo>
                <a:lnTo>
                  <a:pt x="2921635" y="1194227"/>
                </a:lnTo>
                <a:lnTo>
                  <a:pt x="2935288" y="1248273"/>
                </a:lnTo>
                <a:lnTo>
                  <a:pt x="2948940" y="1296532"/>
                </a:lnTo>
                <a:lnTo>
                  <a:pt x="2962593" y="1338474"/>
                </a:lnTo>
                <a:lnTo>
                  <a:pt x="2976245" y="1373640"/>
                </a:lnTo>
                <a:lnTo>
                  <a:pt x="2989898" y="1401645"/>
                </a:lnTo>
                <a:lnTo>
                  <a:pt x="3003550" y="1422182"/>
                </a:lnTo>
                <a:lnTo>
                  <a:pt x="3017203" y="1435026"/>
                </a:lnTo>
                <a:lnTo>
                  <a:pt x="3030855" y="1440036"/>
                </a:lnTo>
                <a:lnTo>
                  <a:pt x="3044508" y="1437157"/>
                </a:lnTo>
                <a:lnTo>
                  <a:pt x="3058160" y="1426421"/>
                </a:lnTo>
                <a:lnTo>
                  <a:pt x="3071813" y="1407946"/>
                </a:lnTo>
                <a:lnTo>
                  <a:pt x="3085465" y="1381934"/>
                </a:lnTo>
                <a:lnTo>
                  <a:pt x="3099118" y="1348669"/>
                </a:lnTo>
                <a:lnTo>
                  <a:pt x="3112770" y="1308517"/>
                </a:lnTo>
                <a:lnTo>
                  <a:pt x="3126423" y="1261918"/>
                </a:lnTo>
                <a:lnTo>
                  <a:pt x="3140075" y="1209381"/>
                </a:lnTo>
                <a:lnTo>
                  <a:pt x="3153728" y="1151482"/>
                </a:lnTo>
                <a:lnTo>
                  <a:pt x="3167380" y="1088856"/>
                </a:lnTo>
                <a:lnTo>
                  <a:pt x="3181032" y="1022190"/>
                </a:lnTo>
                <a:lnTo>
                  <a:pt x="3194685" y="952212"/>
                </a:lnTo>
                <a:lnTo>
                  <a:pt x="3208338" y="879691"/>
                </a:lnTo>
                <a:lnTo>
                  <a:pt x="3221990" y="805420"/>
                </a:lnTo>
                <a:lnTo>
                  <a:pt x="3235643" y="730213"/>
                </a:lnTo>
                <a:lnTo>
                  <a:pt x="3249295" y="654895"/>
                </a:lnTo>
                <a:lnTo>
                  <a:pt x="3262948" y="580291"/>
                </a:lnTo>
                <a:lnTo>
                  <a:pt x="3276600" y="507217"/>
                </a:lnTo>
                <a:lnTo>
                  <a:pt x="3290253" y="436474"/>
                </a:lnTo>
                <a:lnTo>
                  <a:pt x="3303905" y="368839"/>
                </a:lnTo>
                <a:lnTo>
                  <a:pt x="3317558" y="305050"/>
                </a:lnTo>
                <a:lnTo>
                  <a:pt x="3331210" y="245809"/>
                </a:lnTo>
                <a:lnTo>
                  <a:pt x="3344863" y="191762"/>
                </a:lnTo>
                <a:lnTo>
                  <a:pt x="3358515" y="143504"/>
                </a:lnTo>
                <a:lnTo>
                  <a:pt x="3372168" y="101562"/>
                </a:lnTo>
                <a:lnTo>
                  <a:pt x="3385820" y="66396"/>
                </a:lnTo>
                <a:lnTo>
                  <a:pt x="3399473" y="38391"/>
                </a:lnTo>
                <a:lnTo>
                  <a:pt x="3413125" y="17854"/>
                </a:lnTo>
                <a:lnTo>
                  <a:pt x="3426778" y="5010"/>
                </a:lnTo>
                <a:lnTo>
                  <a:pt x="3440430" y="0"/>
                </a:lnTo>
                <a:lnTo>
                  <a:pt x="3454083" y="2879"/>
                </a:lnTo>
                <a:lnTo>
                  <a:pt x="3467735" y="13614"/>
                </a:lnTo>
                <a:lnTo>
                  <a:pt x="3481388" y="32090"/>
                </a:lnTo>
                <a:lnTo>
                  <a:pt x="3495040" y="58102"/>
                </a:lnTo>
                <a:lnTo>
                  <a:pt x="3508693" y="91366"/>
                </a:lnTo>
                <a:lnTo>
                  <a:pt x="3522345" y="131518"/>
                </a:lnTo>
                <a:lnTo>
                  <a:pt x="3535998" y="178118"/>
                </a:lnTo>
                <a:lnTo>
                  <a:pt x="3549650" y="230655"/>
                </a:lnTo>
                <a:lnTo>
                  <a:pt x="3563303" y="288554"/>
                </a:lnTo>
                <a:lnTo>
                  <a:pt x="3576955" y="351179"/>
                </a:lnTo>
                <a:lnTo>
                  <a:pt x="3590607" y="417846"/>
                </a:lnTo>
                <a:lnTo>
                  <a:pt x="3604260" y="487823"/>
                </a:lnTo>
                <a:lnTo>
                  <a:pt x="3617913" y="560345"/>
                </a:lnTo>
                <a:lnTo>
                  <a:pt x="3631565" y="634616"/>
                </a:lnTo>
                <a:lnTo>
                  <a:pt x="3645218" y="709822"/>
                </a:lnTo>
                <a:lnTo>
                  <a:pt x="3658870" y="785140"/>
                </a:lnTo>
                <a:lnTo>
                  <a:pt x="3672523" y="859745"/>
                </a:lnTo>
                <a:lnTo>
                  <a:pt x="3686175" y="932819"/>
                </a:lnTo>
                <a:lnTo>
                  <a:pt x="3699828" y="1003561"/>
                </a:lnTo>
                <a:lnTo>
                  <a:pt x="3713480" y="1071197"/>
                </a:lnTo>
                <a:lnTo>
                  <a:pt x="3727133" y="1134985"/>
                </a:lnTo>
                <a:lnTo>
                  <a:pt x="3740785" y="1194227"/>
                </a:lnTo>
                <a:lnTo>
                  <a:pt x="3754438" y="1248273"/>
                </a:lnTo>
                <a:lnTo>
                  <a:pt x="3768090" y="1296532"/>
                </a:lnTo>
                <a:lnTo>
                  <a:pt x="3781743" y="1338474"/>
                </a:lnTo>
                <a:lnTo>
                  <a:pt x="3795395" y="1373640"/>
                </a:lnTo>
                <a:lnTo>
                  <a:pt x="3809048" y="1401645"/>
                </a:lnTo>
                <a:lnTo>
                  <a:pt x="3822700" y="1422182"/>
                </a:lnTo>
                <a:lnTo>
                  <a:pt x="3836353" y="1435026"/>
                </a:lnTo>
                <a:lnTo>
                  <a:pt x="3850005" y="1440036"/>
                </a:lnTo>
                <a:lnTo>
                  <a:pt x="3863658" y="1437157"/>
                </a:lnTo>
                <a:lnTo>
                  <a:pt x="3877310" y="1426421"/>
                </a:lnTo>
                <a:lnTo>
                  <a:pt x="3890963" y="1407946"/>
                </a:lnTo>
                <a:lnTo>
                  <a:pt x="3904615" y="1381934"/>
                </a:lnTo>
                <a:lnTo>
                  <a:pt x="3918268" y="1348669"/>
                </a:lnTo>
                <a:lnTo>
                  <a:pt x="3931920" y="1308517"/>
                </a:lnTo>
                <a:lnTo>
                  <a:pt x="3945573" y="1261918"/>
                </a:lnTo>
                <a:lnTo>
                  <a:pt x="3959225" y="1209381"/>
                </a:lnTo>
                <a:lnTo>
                  <a:pt x="3972878" y="1151482"/>
                </a:lnTo>
                <a:lnTo>
                  <a:pt x="3986530" y="1088856"/>
                </a:lnTo>
                <a:lnTo>
                  <a:pt x="4000183" y="1022190"/>
                </a:lnTo>
                <a:lnTo>
                  <a:pt x="4013835" y="952212"/>
                </a:lnTo>
                <a:lnTo>
                  <a:pt x="4027487" y="879691"/>
                </a:lnTo>
                <a:lnTo>
                  <a:pt x="4041140" y="805420"/>
                </a:lnTo>
                <a:lnTo>
                  <a:pt x="4054793" y="730213"/>
                </a:lnTo>
                <a:lnTo>
                  <a:pt x="4068445" y="654895"/>
                </a:lnTo>
                <a:lnTo>
                  <a:pt x="4082097" y="580291"/>
                </a:lnTo>
                <a:lnTo>
                  <a:pt x="4095750" y="507217"/>
                </a:lnTo>
              </a:path>
            </a:pathLst>
          </a:custGeom>
          <a:noFill xmlns:a="http://schemas.openxmlformats.org/drawingml/2006/main"/>
          <a:ln xmlns:a="http://schemas.openxmlformats.org/drawingml/2006/main" w="15240">
            <a:solidFill>
              <a:srgbClr val="808080"/>
            </a:solidFill>
          </a:ln>
        </p:spPr>
      </p:sp>
      <p:sp>
        <p:nvSpPr>
          <p:cNvPr id="17" name="selected-window">
            <a:extLst xmlns:a="http://schemas.openxmlformats.org/drawingml/2006/main">
              <a:ext uri="{FF2B5EF4-FFF2-40B4-BE49-F238E27FC236}">
                <a16:creationId xmlns:a16="http://schemas.microsoft.com/office/drawing/2014/main" id="{3BBDD85D-CDF3-4DE3-B58D-F11E8B9B7AC9}"/>
              </a:ext>
            </a:extLst>
          </p:cNvPr>
          <p:cNvSpPr>
            <a:spLocks xmlns:a="http://schemas.openxmlformats.org/drawingml/2006/main" noGrp="1"/>
          </p:cNvSpPr>
          <p:nvPr/>
        </p:nvSpPr>
        <p:spPr>
          <a:xfrm xmlns:a="http://schemas.openxmlformats.org/drawingml/2006/main">
            <a:off x="2295525" y="2924175"/>
            <a:ext cx="819150" cy="21526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8" name="zoom-direction">
            <a:extLst xmlns:a="http://schemas.openxmlformats.org/drawingml/2006/main">
              <a:ext uri="{FF2B5EF4-FFF2-40B4-BE49-F238E27FC236}">
                <a16:creationId xmlns:a16="http://schemas.microsoft.com/office/drawing/2014/main" id="{32587AF3-3E02-4690-A992-8B34DF45DDCF}"/>
              </a:ext>
            </a:extLst>
          </p:cNvPr>
          <p:cNvSpPr>
            <a:spLocks xmlns:a="http://schemas.openxmlformats.org/drawingml/2006/main" noGrp="1"/>
          </p:cNvSpPr>
          <p:nvPr/>
        </p:nvSpPr>
        <p:spPr>
          <a:xfrm xmlns:a="http://schemas.openxmlformats.org/drawingml/2006/main">
            <a:off x="5743575" y="3895725"/>
            <a:ext cx="4572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9" name="window-tick-0-0">
            <a:extLst xmlns:a="http://schemas.openxmlformats.org/drawingml/2006/main">
              <a:ext uri="{FF2B5EF4-FFF2-40B4-BE49-F238E27FC236}">
                <a16:creationId xmlns:a16="http://schemas.microsoft.com/office/drawing/2014/main" id="{19ED3760-90A2-4D11-9011-5BD1BDCFD182}"/>
              </a:ext>
            </a:extLst>
          </p:cNvPr>
          <p:cNvSpPr>
            <a:spLocks xmlns:a="http://schemas.openxmlformats.org/drawingml/2006/main" noGrp="1"/>
          </p:cNvSpPr>
          <p:nvPr/>
        </p:nvSpPr>
        <p:spPr>
          <a:xfrm xmlns:a="http://schemas.openxmlformats.org/drawingml/2006/main">
            <a:off x="78105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0" name="window-tick-0-1">
            <a:extLst xmlns:a="http://schemas.openxmlformats.org/drawingml/2006/main">
              <a:ext uri="{FF2B5EF4-FFF2-40B4-BE49-F238E27FC236}">
                <a16:creationId xmlns:a16="http://schemas.microsoft.com/office/drawing/2014/main" id="{6CE69D32-702C-475C-868B-2FD119DA1769}"/>
              </a:ext>
            </a:extLst>
          </p:cNvPr>
          <p:cNvSpPr>
            <a:spLocks xmlns:a="http://schemas.openxmlformats.org/drawingml/2006/main" noGrp="1"/>
          </p:cNvSpPr>
          <p:nvPr/>
        </p:nvSpPr>
        <p:spPr>
          <a:xfrm xmlns:a="http://schemas.openxmlformats.org/drawingml/2006/main">
            <a:off x="487680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1" name="window-tick-1-0">
            <a:extLst xmlns:a="http://schemas.openxmlformats.org/drawingml/2006/main">
              <a:ext uri="{FF2B5EF4-FFF2-40B4-BE49-F238E27FC236}">
                <a16:creationId xmlns:a16="http://schemas.microsoft.com/office/drawing/2014/main" id="{B7AD5A31-F120-4D44-BF6B-714D4E6719F0}"/>
              </a:ext>
            </a:extLst>
          </p:cNvPr>
          <p:cNvSpPr>
            <a:spLocks xmlns:a="http://schemas.openxmlformats.org/drawingml/2006/main" noGrp="1"/>
          </p:cNvSpPr>
          <p:nvPr/>
        </p:nvSpPr>
        <p:spPr>
          <a:xfrm xmlns:a="http://schemas.openxmlformats.org/drawingml/2006/main">
            <a:off x="685800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0.30</a:t>
            </a:r>
          </a:p>
        </p:txBody>
      </p:sp>
      <p:sp>
        <p:nvSpPr>
          <p:cNvPr id="22" name="window-tick-1-1">
            <a:extLst xmlns:a="http://schemas.openxmlformats.org/drawingml/2006/main">
              <a:ext uri="{FF2B5EF4-FFF2-40B4-BE49-F238E27FC236}">
                <a16:creationId xmlns:a16="http://schemas.microsoft.com/office/drawing/2014/main" id="{C67C2356-DF0A-47EF-AA6E-1676A1A7D484}"/>
              </a:ext>
            </a:extLst>
          </p:cNvPr>
          <p:cNvSpPr>
            <a:spLocks xmlns:a="http://schemas.openxmlformats.org/drawingml/2006/main" noGrp="1"/>
          </p:cNvSpPr>
          <p:nvPr/>
        </p:nvSpPr>
        <p:spPr>
          <a:xfrm xmlns:a="http://schemas.openxmlformats.org/drawingml/2006/main">
            <a:off x="1095375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0.50</a:t>
            </a:r>
          </a:p>
        </p:txBody>
      </p:sp>
    </p:spTree>
    <p:extLst>
      <p:ext uri="{BB962C8B-B14F-4D97-AF65-F5344CB8AC3E}">
        <p14:creationId xmlns:p14="http://schemas.microsoft.com/office/powerpoint/2010/main" val="187545034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F80D8BA-0DD6-42CF-917D-708750A9FA7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BCEF498-6C37-4AEF-A80B-48B277BAB7F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0334E70-4B50-4B47-A422-43D750F8E12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演示B：放大红框，能看到什么？</a:t>
            </a:r>
          </a:p>
        </p:txBody>
      </p:sp>
      <p:sp>
        <p:nvSpPr>
          <p:cNvPr id="5" name="text">
            <a:extLst xmlns:a="http://schemas.openxmlformats.org/drawingml/2006/main">
              <a:ext uri="{FF2B5EF4-FFF2-40B4-BE49-F238E27FC236}">
                <a16:creationId xmlns:a16="http://schemas.microsoft.com/office/drawing/2014/main" id="{3EF413CC-E776-42C1-B183-605925C73459}"/>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同一数学示意信号；只放大 0.30～0.50 s。</a:t>
            </a:r>
          </a:p>
        </p:txBody>
      </p:sp>
      <p:sp>
        <p:nvSpPr>
          <p:cNvPr id="6" name="overview-heading">
            <a:extLst xmlns:a="http://schemas.openxmlformats.org/drawingml/2006/main">
              <a:ext uri="{FF2B5EF4-FFF2-40B4-BE49-F238E27FC236}">
                <a16:creationId xmlns:a16="http://schemas.microsoft.com/office/drawing/2014/main" id="{34888892-B43A-40BB-BBA0-BC7E49791FA3}"/>
              </a:ext>
            </a:extLst>
          </p:cNvPr>
          <p:cNvSpPr>
            <a:spLocks xmlns:a="http://schemas.openxmlformats.org/drawingml/2006/main" noGrp="1"/>
          </p:cNvSpPr>
          <p:nvPr/>
        </p:nvSpPr>
        <p:spPr>
          <a:xfrm xmlns:a="http://schemas.openxmlformats.org/drawingml/2006/main">
            <a:off x="609600" y="2238375"/>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整体：0～1 s</a:t>
            </a:r>
          </a:p>
        </p:txBody>
      </p:sp>
      <p:sp>
        <p:nvSpPr>
          <p:cNvPr id="7" name="zoom-heading">
            <a:extLst xmlns:a="http://schemas.openxmlformats.org/drawingml/2006/main">
              <a:ext uri="{FF2B5EF4-FFF2-40B4-BE49-F238E27FC236}">
                <a16:creationId xmlns:a16="http://schemas.microsoft.com/office/drawing/2014/main" id="{8914A7AC-CD03-4E86-9141-1A7EFE5B4D00}"/>
              </a:ext>
            </a:extLst>
          </p:cNvPr>
          <p:cNvSpPr>
            <a:spLocks xmlns:a="http://schemas.openxmlformats.org/drawingml/2006/main" noGrp="1"/>
          </p:cNvSpPr>
          <p:nvPr/>
        </p:nvSpPr>
        <p:spPr>
          <a:xfrm xmlns:a="http://schemas.openxmlformats.org/drawingml/2006/main">
            <a:off x="6686550" y="2238375"/>
            <a:ext cx="4895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红框区间：0.30～0.50 s</a:t>
            </a:r>
          </a:p>
        </p:txBody>
      </p:sp>
      <p:sp>
        <p:nvSpPr>
          <p:cNvPr id="8" name="overview-axis-0">
            <a:extLst xmlns:a="http://schemas.openxmlformats.org/drawingml/2006/main">
              <a:ext uri="{FF2B5EF4-FFF2-40B4-BE49-F238E27FC236}">
                <a16:creationId xmlns:a16="http://schemas.microsoft.com/office/drawing/2014/main" id="{83694A4F-0CF5-4C50-8164-C2D54E34414D}"/>
              </a:ext>
            </a:extLst>
          </p:cNvPr>
          <p:cNvSpPr>
            <a:spLocks xmlns:a="http://schemas.openxmlformats.org/drawingml/2006/main" noGrp="1"/>
          </p:cNvSpPr>
          <p:nvPr/>
        </p:nvSpPr>
        <p:spPr>
          <a:xfrm xmlns:a="http://schemas.openxmlformats.org/drawingml/2006/main">
            <a:off x="1066800" y="400050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2383">
            <a:solidFill>
              <a:srgbClr val="808080"/>
            </a:solidFill>
          </a:ln>
        </p:spPr>
      </p:sp>
      <p:sp>
        <p:nvSpPr>
          <p:cNvPr id="9" name="amplitude-axis-0">
            <a:extLst xmlns:a="http://schemas.openxmlformats.org/drawingml/2006/main">
              <a:ext uri="{FF2B5EF4-FFF2-40B4-BE49-F238E27FC236}">
                <a16:creationId xmlns:a16="http://schemas.microsoft.com/office/drawing/2014/main" id="{CCE00BA8-9184-4B5F-BB06-1EC44F6D62C6}"/>
              </a:ext>
            </a:extLst>
          </p:cNvPr>
          <p:cNvSpPr>
            <a:spLocks xmlns:a="http://schemas.openxmlformats.org/drawingml/2006/main" noGrp="1"/>
          </p:cNvSpPr>
          <p:nvPr/>
        </p:nvSpPr>
        <p:spPr>
          <a:xfrm xmlns:a="http://schemas.openxmlformats.org/drawingml/2006/main">
            <a:off x="1066800" y="2895600"/>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2383">
            <a:solidFill>
              <a:srgbClr val="808080"/>
            </a:solidFill>
          </a:ln>
        </p:spPr>
      </p:sp>
      <p:sp>
        <p:nvSpPr>
          <p:cNvPr id="10" name="amplitude-label-0">
            <a:extLst xmlns:a="http://schemas.openxmlformats.org/drawingml/2006/main">
              <a:ext uri="{FF2B5EF4-FFF2-40B4-BE49-F238E27FC236}">
                <a16:creationId xmlns:a16="http://schemas.microsoft.com/office/drawing/2014/main" id="{14084F88-E0F6-40AF-9C1F-858811CB844C}"/>
              </a:ext>
            </a:extLst>
          </p:cNvPr>
          <p:cNvSpPr>
            <a:spLocks xmlns:a="http://schemas.openxmlformats.org/drawingml/2006/main" noGrp="1"/>
          </p:cNvSpPr>
          <p:nvPr/>
        </p:nvSpPr>
        <p:spPr>
          <a:xfrm xmlns:a="http://schemas.openxmlformats.org/drawingml/2006/main">
            <a:off x="609600" y="2771775"/>
            <a:ext cx="83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 name="time-label-0">
            <a:extLst xmlns:a="http://schemas.openxmlformats.org/drawingml/2006/main">
              <a:ext uri="{FF2B5EF4-FFF2-40B4-BE49-F238E27FC236}">
                <a16:creationId xmlns:a16="http://schemas.microsoft.com/office/drawing/2014/main" id="{94DE6E4A-249A-4EB0-8600-AB151476425D}"/>
              </a:ext>
            </a:extLst>
          </p:cNvPr>
          <p:cNvSpPr>
            <a:spLocks xmlns:a="http://schemas.openxmlformats.org/drawingml/2006/main" noGrp="1"/>
          </p:cNvSpPr>
          <p:nvPr/>
        </p:nvSpPr>
        <p:spPr>
          <a:xfrm xmlns:a="http://schemas.openxmlformats.org/drawingml/2006/main">
            <a:off x="3857625" y="5343525"/>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2" name="overview-axis-1">
            <a:extLst xmlns:a="http://schemas.openxmlformats.org/drawingml/2006/main">
              <a:ext uri="{FF2B5EF4-FFF2-40B4-BE49-F238E27FC236}">
                <a16:creationId xmlns:a16="http://schemas.microsoft.com/office/drawing/2014/main" id="{E3A422C1-1EED-4099-8A78-2CDAC7A8642C}"/>
              </a:ext>
            </a:extLst>
          </p:cNvPr>
          <p:cNvSpPr>
            <a:spLocks xmlns:a="http://schemas.openxmlformats.org/drawingml/2006/main" noGrp="1"/>
          </p:cNvSpPr>
          <p:nvPr/>
        </p:nvSpPr>
        <p:spPr>
          <a:xfrm xmlns:a="http://schemas.openxmlformats.org/drawingml/2006/main">
            <a:off x="7143750" y="400050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2383">
            <a:solidFill>
              <a:srgbClr val="808080"/>
            </a:solidFill>
          </a:ln>
        </p:spPr>
      </p:sp>
      <p:sp>
        <p:nvSpPr>
          <p:cNvPr id="13" name="amplitude-axis-1">
            <a:extLst xmlns:a="http://schemas.openxmlformats.org/drawingml/2006/main">
              <a:ext uri="{FF2B5EF4-FFF2-40B4-BE49-F238E27FC236}">
                <a16:creationId xmlns:a16="http://schemas.microsoft.com/office/drawing/2014/main" id="{C5EA057E-77B6-4D24-B08C-06992C314071}"/>
              </a:ext>
            </a:extLst>
          </p:cNvPr>
          <p:cNvSpPr>
            <a:spLocks xmlns:a="http://schemas.openxmlformats.org/drawingml/2006/main" noGrp="1"/>
          </p:cNvSpPr>
          <p:nvPr/>
        </p:nvSpPr>
        <p:spPr>
          <a:xfrm xmlns:a="http://schemas.openxmlformats.org/drawingml/2006/main">
            <a:off x="7143750" y="2895600"/>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2383">
            <a:solidFill>
              <a:srgbClr val="808080"/>
            </a:solidFill>
          </a:ln>
        </p:spPr>
      </p:sp>
      <p:sp>
        <p:nvSpPr>
          <p:cNvPr id="14" name="amplitude-label-1">
            <a:extLst xmlns:a="http://schemas.openxmlformats.org/drawingml/2006/main">
              <a:ext uri="{FF2B5EF4-FFF2-40B4-BE49-F238E27FC236}">
                <a16:creationId xmlns:a16="http://schemas.microsoft.com/office/drawing/2014/main" id="{98E3E1F9-78DC-40F2-B346-BB3D9EB912BD}"/>
              </a:ext>
            </a:extLst>
          </p:cNvPr>
          <p:cNvSpPr>
            <a:spLocks xmlns:a="http://schemas.openxmlformats.org/drawingml/2006/main" noGrp="1"/>
          </p:cNvSpPr>
          <p:nvPr/>
        </p:nvSpPr>
        <p:spPr>
          <a:xfrm xmlns:a="http://schemas.openxmlformats.org/drawingml/2006/main">
            <a:off x="6686550" y="2771775"/>
            <a:ext cx="83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5" name="time-label-1">
            <a:extLst xmlns:a="http://schemas.openxmlformats.org/drawingml/2006/main">
              <a:ext uri="{FF2B5EF4-FFF2-40B4-BE49-F238E27FC236}">
                <a16:creationId xmlns:a16="http://schemas.microsoft.com/office/drawing/2014/main" id="{D934BCAC-D9F9-4601-B017-2F28F7A5E63A}"/>
              </a:ext>
            </a:extLst>
          </p:cNvPr>
          <p:cNvSpPr>
            <a:spLocks xmlns:a="http://schemas.openxmlformats.org/drawingml/2006/main" noGrp="1"/>
          </p:cNvSpPr>
          <p:nvPr/>
        </p:nvSpPr>
        <p:spPr>
          <a:xfrm xmlns:a="http://schemas.openxmlformats.org/drawingml/2006/main">
            <a:off x="9934575" y="5343525"/>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6" name="overview-shared-signal">
            <a:extLst xmlns:a="http://schemas.openxmlformats.org/drawingml/2006/main">
              <a:ext uri="{FF2B5EF4-FFF2-40B4-BE49-F238E27FC236}">
                <a16:creationId xmlns:a16="http://schemas.microsoft.com/office/drawing/2014/main" id="{74047597-86E9-41A3-B607-69A93D1F50D7}"/>
              </a:ext>
            </a:extLst>
          </p:cNvPr>
          <p:cNvSpPr>
            <a:spLocks xmlns:a="http://schemas.openxmlformats.org/drawingml/2006/main" noGrp="1"/>
          </p:cNvSpPr>
          <p:nvPr/>
        </p:nvSpPr>
        <p:spPr>
          <a:xfrm xmlns:a="http://schemas.openxmlformats.org/drawingml/2006/main">
            <a:off x="1066800" y="3280482"/>
            <a:ext cx="4095750" cy="1440036"/>
          </a:xfrm>
          <a:custGeom xmlns:a="http://schemas.openxmlformats.org/drawingml/2006/main">
            <a:pathLst>
              <a:path w="4095750" h="1440036">
                <a:moveTo>
                  <a:pt x="0" y="507217"/>
                </a:moveTo>
                <a:lnTo>
                  <a:pt x="13653" y="436474"/>
                </a:lnTo>
                <a:lnTo>
                  <a:pt x="27305" y="368839"/>
                </a:lnTo>
                <a:lnTo>
                  <a:pt x="40957" y="305050"/>
                </a:lnTo>
                <a:lnTo>
                  <a:pt x="54610" y="245809"/>
                </a:lnTo>
                <a:lnTo>
                  <a:pt x="68263" y="191762"/>
                </a:lnTo>
                <a:lnTo>
                  <a:pt x="81915" y="143504"/>
                </a:lnTo>
                <a:lnTo>
                  <a:pt x="95567" y="101562"/>
                </a:lnTo>
                <a:lnTo>
                  <a:pt x="109220" y="66396"/>
                </a:lnTo>
                <a:lnTo>
                  <a:pt x="122873" y="38391"/>
                </a:lnTo>
                <a:lnTo>
                  <a:pt x="136525" y="17854"/>
                </a:lnTo>
                <a:lnTo>
                  <a:pt x="150178" y="5010"/>
                </a:lnTo>
                <a:lnTo>
                  <a:pt x="163830" y="0"/>
                </a:lnTo>
                <a:lnTo>
                  <a:pt x="177482" y="2879"/>
                </a:lnTo>
                <a:lnTo>
                  <a:pt x="191135" y="13614"/>
                </a:lnTo>
                <a:lnTo>
                  <a:pt x="204788" y="32090"/>
                </a:lnTo>
                <a:lnTo>
                  <a:pt x="218440" y="58102"/>
                </a:lnTo>
                <a:lnTo>
                  <a:pt x="232093" y="91366"/>
                </a:lnTo>
                <a:lnTo>
                  <a:pt x="245745" y="131518"/>
                </a:lnTo>
                <a:lnTo>
                  <a:pt x="259398" y="178118"/>
                </a:lnTo>
                <a:lnTo>
                  <a:pt x="273050" y="230655"/>
                </a:lnTo>
                <a:lnTo>
                  <a:pt x="286702" y="288554"/>
                </a:lnTo>
                <a:lnTo>
                  <a:pt x="300355" y="351179"/>
                </a:lnTo>
                <a:lnTo>
                  <a:pt x="314008" y="417846"/>
                </a:lnTo>
                <a:lnTo>
                  <a:pt x="327660" y="487823"/>
                </a:lnTo>
                <a:lnTo>
                  <a:pt x="341313" y="560345"/>
                </a:lnTo>
                <a:lnTo>
                  <a:pt x="354965" y="634616"/>
                </a:lnTo>
                <a:lnTo>
                  <a:pt x="368617" y="709822"/>
                </a:lnTo>
                <a:lnTo>
                  <a:pt x="382270" y="785140"/>
                </a:lnTo>
                <a:lnTo>
                  <a:pt x="395922" y="859745"/>
                </a:lnTo>
                <a:lnTo>
                  <a:pt x="409575" y="932819"/>
                </a:lnTo>
                <a:lnTo>
                  <a:pt x="423228" y="1003561"/>
                </a:lnTo>
                <a:lnTo>
                  <a:pt x="436880" y="1071197"/>
                </a:lnTo>
                <a:lnTo>
                  <a:pt x="450533" y="1134985"/>
                </a:lnTo>
                <a:lnTo>
                  <a:pt x="464185" y="1194227"/>
                </a:lnTo>
                <a:lnTo>
                  <a:pt x="477837" y="1248273"/>
                </a:lnTo>
                <a:lnTo>
                  <a:pt x="491490" y="1296532"/>
                </a:lnTo>
                <a:lnTo>
                  <a:pt x="505143" y="1338474"/>
                </a:lnTo>
                <a:lnTo>
                  <a:pt x="518795" y="1373640"/>
                </a:lnTo>
                <a:lnTo>
                  <a:pt x="532448" y="1401645"/>
                </a:lnTo>
                <a:lnTo>
                  <a:pt x="546100" y="1422182"/>
                </a:lnTo>
                <a:lnTo>
                  <a:pt x="559752" y="1435026"/>
                </a:lnTo>
                <a:lnTo>
                  <a:pt x="573405" y="1440036"/>
                </a:lnTo>
                <a:lnTo>
                  <a:pt x="587057" y="1437157"/>
                </a:lnTo>
                <a:lnTo>
                  <a:pt x="600710" y="1426421"/>
                </a:lnTo>
                <a:lnTo>
                  <a:pt x="614363" y="1407946"/>
                </a:lnTo>
                <a:lnTo>
                  <a:pt x="628015" y="1381934"/>
                </a:lnTo>
                <a:lnTo>
                  <a:pt x="641668" y="1348669"/>
                </a:lnTo>
                <a:lnTo>
                  <a:pt x="655320" y="1308517"/>
                </a:lnTo>
                <a:lnTo>
                  <a:pt x="668973" y="1261918"/>
                </a:lnTo>
                <a:lnTo>
                  <a:pt x="682625" y="1209381"/>
                </a:lnTo>
                <a:lnTo>
                  <a:pt x="696278" y="1151482"/>
                </a:lnTo>
                <a:lnTo>
                  <a:pt x="709930" y="1088856"/>
                </a:lnTo>
                <a:lnTo>
                  <a:pt x="723583" y="1022190"/>
                </a:lnTo>
                <a:lnTo>
                  <a:pt x="737235" y="952212"/>
                </a:lnTo>
                <a:lnTo>
                  <a:pt x="750887" y="879691"/>
                </a:lnTo>
                <a:lnTo>
                  <a:pt x="764540" y="805420"/>
                </a:lnTo>
                <a:lnTo>
                  <a:pt x="778192" y="730213"/>
                </a:lnTo>
                <a:lnTo>
                  <a:pt x="791845" y="654895"/>
                </a:lnTo>
                <a:lnTo>
                  <a:pt x="805498" y="580291"/>
                </a:lnTo>
                <a:lnTo>
                  <a:pt x="819150" y="507217"/>
                </a:lnTo>
                <a:lnTo>
                  <a:pt x="832803" y="436474"/>
                </a:lnTo>
                <a:lnTo>
                  <a:pt x="846455" y="368839"/>
                </a:lnTo>
                <a:lnTo>
                  <a:pt x="860108" y="305050"/>
                </a:lnTo>
                <a:lnTo>
                  <a:pt x="873760" y="245809"/>
                </a:lnTo>
                <a:lnTo>
                  <a:pt x="887413" y="191762"/>
                </a:lnTo>
                <a:lnTo>
                  <a:pt x="901065" y="143504"/>
                </a:lnTo>
                <a:lnTo>
                  <a:pt x="914718" y="101562"/>
                </a:lnTo>
                <a:lnTo>
                  <a:pt x="928370" y="66396"/>
                </a:lnTo>
                <a:lnTo>
                  <a:pt x="942023" y="38391"/>
                </a:lnTo>
                <a:lnTo>
                  <a:pt x="955675" y="17854"/>
                </a:lnTo>
                <a:lnTo>
                  <a:pt x="969327" y="5010"/>
                </a:lnTo>
                <a:lnTo>
                  <a:pt x="982980" y="0"/>
                </a:lnTo>
                <a:lnTo>
                  <a:pt x="996632" y="2879"/>
                </a:lnTo>
                <a:lnTo>
                  <a:pt x="1010285" y="13614"/>
                </a:lnTo>
                <a:lnTo>
                  <a:pt x="1023938" y="32090"/>
                </a:lnTo>
                <a:lnTo>
                  <a:pt x="1037590" y="58102"/>
                </a:lnTo>
                <a:lnTo>
                  <a:pt x="1051243" y="91366"/>
                </a:lnTo>
                <a:lnTo>
                  <a:pt x="1064895" y="131518"/>
                </a:lnTo>
                <a:lnTo>
                  <a:pt x="1078548" y="178118"/>
                </a:lnTo>
                <a:lnTo>
                  <a:pt x="1092200" y="230655"/>
                </a:lnTo>
                <a:lnTo>
                  <a:pt x="1105853" y="288554"/>
                </a:lnTo>
                <a:lnTo>
                  <a:pt x="1119505" y="351179"/>
                </a:lnTo>
                <a:lnTo>
                  <a:pt x="1133158" y="417846"/>
                </a:lnTo>
                <a:lnTo>
                  <a:pt x="1146810" y="487823"/>
                </a:lnTo>
                <a:lnTo>
                  <a:pt x="1160462" y="560345"/>
                </a:lnTo>
                <a:lnTo>
                  <a:pt x="1174115" y="634616"/>
                </a:lnTo>
                <a:lnTo>
                  <a:pt x="1187768" y="709822"/>
                </a:lnTo>
                <a:lnTo>
                  <a:pt x="1201420" y="785140"/>
                </a:lnTo>
                <a:lnTo>
                  <a:pt x="1215073" y="859745"/>
                </a:lnTo>
                <a:lnTo>
                  <a:pt x="1228725" y="932819"/>
                </a:lnTo>
                <a:lnTo>
                  <a:pt x="1242378" y="1003561"/>
                </a:lnTo>
                <a:lnTo>
                  <a:pt x="1256030" y="1071197"/>
                </a:lnTo>
                <a:lnTo>
                  <a:pt x="1269683" y="1134985"/>
                </a:lnTo>
                <a:lnTo>
                  <a:pt x="1283335" y="1194227"/>
                </a:lnTo>
                <a:lnTo>
                  <a:pt x="1296988" y="1248273"/>
                </a:lnTo>
                <a:lnTo>
                  <a:pt x="1310640" y="1296532"/>
                </a:lnTo>
                <a:lnTo>
                  <a:pt x="1324293" y="1338474"/>
                </a:lnTo>
                <a:lnTo>
                  <a:pt x="1337945" y="1373640"/>
                </a:lnTo>
                <a:lnTo>
                  <a:pt x="1351598" y="1401645"/>
                </a:lnTo>
                <a:lnTo>
                  <a:pt x="1365250" y="1422182"/>
                </a:lnTo>
                <a:lnTo>
                  <a:pt x="1378902" y="1435026"/>
                </a:lnTo>
                <a:lnTo>
                  <a:pt x="1392555" y="1440036"/>
                </a:lnTo>
                <a:lnTo>
                  <a:pt x="1406208" y="1437157"/>
                </a:lnTo>
                <a:lnTo>
                  <a:pt x="1419860" y="1426421"/>
                </a:lnTo>
                <a:lnTo>
                  <a:pt x="1433513" y="1407946"/>
                </a:lnTo>
                <a:lnTo>
                  <a:pt x="1447165" y="1381934"/>
                </a:lnTo>
                <a:lnTo>
                  <a:pt x="1460818" y="1348669"/>
                </a:lnTo>
                <a:lnTo>
                  <a:pt x="1474470" y="1308517"/>
                </a:lnTo>
                <a:lnTo>
                  <a:pt x="1488123" y="1261918"/>
                </a:lnTo>
                <a:lnTo>
                  <a:pt x="1501775" y="1209381"/>
                </a:lnTo>
                <a:lnTo>
                  <a:pt x="1515428" y="1151482"/>
                </a:lnTo>
                <a:lnTo>
                  <a:pt x="1529080" y="1088856"/>
                </a:lnTo>
                <a:lnTo>
                  <a:pt x="1542733" y="1022190"/>
                </a:lnTo>
                <a:lnTo>
                  <a:pt x="1556385" y="952212"/>
                </a:lnTo>
                <a:lnTo>
                  <a:pt x="1570038" y="879691"/>
                </a:lnTo>
                <a:lnTo>
                  <a:pt x="1583690" y="805420"/>
                </a:lnTo>
                <a:lnTo>
                  <a:pt x="1597343" y="730213"/>
                </a:lnTo>
                <a:lnTo>
                  <a:pt x="1610995" y="654895"/>
                </a:lnTo>
                <a:lnTo>
                  <a:pt x="1624648" y="580291"/>
                </a:lnTo>
                <a:lnTo>
                  <a:pt x="1638300" y="507217"/>
                </a:lnTo>
                <a:lnTo>
                  <a:pt x="1651953" y="436474"/>
                </a:lnTo>
                <a:lnTo>
                  <a:pt x="1665605" y="368839"/>
                </a:lnTo>
                <a:lnTo>
                  <a:pt x="1679258" y="305050"/>
                </a:lnTo>
                <a:lnTo>
                  <a:pt x="1692910" y="245809"/>
                </a:lnTo>
                <a:lnTo>
                  <a:pt x="1706562" y="191762"/>
                </a:lnTo>
                <a:lnTo>
                  <a:pt x="1720215" y="143504"/>
                </a:lnTo>
                <a:lnTo>
                  <a:pt x="1733867" y="101562"/>
                </a:lnTo>
                <a:lnTo>
                  <a:pt x="1747520" y="66396"/>
                </a:lnTo>
                <a:lnTo>
                  <a:pt x="1761172" y="38391"/>
                </a:lnTo>
                <a:lnTo>
                  <a:pt x="1774825" y="17854"/>
                </a:lnTo>
                <a:lnTo>
                  <a:pt x="1788477" y="5010"/>
                </a:lnTo>
                <a:lnTo>
                  <a:pt x="1802130" y="0"/>
                </a:lnTo>
                <a:lnTo>
                  <a:pt x="1815783" y="2879"/>
                </a:lnTo>
                <a:lnTo>
                  <a:pt x="1829435" y="13614"/>
                </a:lnTo>
                <a:lnTo>
                  <a:pt x="1843088" y="32090"/>
                </a:lnTo>
                <a:lnTo>
                  <a:pt x="1856740" y="58102"/>
                </a:lnTo>
                <a:lnTo>
                  <a:pt x="1870393" y="91366"/>
                </a:lnTo>
                <a:lnTo>
                  <a:pt x="1884045" y="131518"/>
                </a:lnTo>
                <a:lnTo>
                  <a:pt x="1897698" y="178118"/>
                </a:lnTo>
                <a:lnTo>
                  <a:pt x="1911350" y="230655"/>
                </a:lnTo>
                <a:lnTo>
                  <a:pt x="1925003" y="288554"/>
                </a:lnTo>
                <a:lnTo>
                  <a:pt x="1938655" y="351179"/>
                </a:lnTo>
                <a:lnTo>
                  <a:pt x="1952308" y="417846"/>
                </a:lnTo>
                <a:lnTo>
                  <a:pt x="1965960" y="487823"/>
                </a:lnTo>
                <a:lnTo>
                  <a:pt x="1979613" y="560345"/>
                </a:lnTo>
                <a:lnTo>
                  <a:pt x="1993265" y="634616"/>
                </a:lnTo>
                <a:lnTo>
                  <a:pt x="2006918" y="709822"/>
                </a:lnTo>
                <a:lnTo>
                  <a:pt x="2020570" y="785140"/>
                </a:lnTo>
                <a:lnTo>
                  <a:pt x="2034223" y="859745"/>
                </a:lnTo>
                <a:lnTo>
                  <a:pt x="2047875" y="932819"/>
                </a:lnTo>
                <a:lnTo>
                  <a:pt x="2061528" y="1003561"/>
                </a:lnTo>
                <a:lnTo>
                  <a:pt x="2075180" y="1071197"/>
                </a:lnTo>
                <a:lnTo>
                  <a:pt x="2088833" y="1134985"/>
                </a:lnTo>
                <a:lnTo>
                  <a:pt x="2102485" y="1194227"/>
                </a:lnTo>
                <a:lnTo>
                  <a:pt x="2116137" y="1248273"/>
                </a:lnTo>
                <a:lnTo>
                  <a:pt x="2129790" y="1296532"/>
                </a:lnTo>
                <a:lnTo>
                  <a:pt x="2143442" y="1338474"/>
                </a:lnTo>
                <a:lnTo>
                  <a:pt x="2157095" y="1373640"/>
                </a:lnTo>
                <a:lnTo>
                  <a:pt x="2170748" y="1401645"/>
                </a:lnTo>
                <a:lnTo>
                  <a:pt x="2184400" y="1422182"/>
                </a:lnTo>
                <a:lnTo>
                  <a:pt x="2198053" y="1435026"/>
                </a:lnTo>
                <a:lnTo>
                  <a:pt x="2211705" y="1440036"/>
                </a:lnTo>
                <a:lnTo>
                  <a:pt x="2225358" y="1437157"/>
                </a:lnTo>
                <a:lnTo>
                  <a:pt x="2239010" y="1426421"/>
                </a:lnTo>
                <a:lnTo>
                  <a:pt x="2252663" y="1407946"/>
                </a:lnTo>
                <a:lnTo>
                  <a:pt x="2266315" y="1381934"/>
                </a:lnTo>
                <a:lnTo>
                  <a:pt x="2279968" y="1348669"/>
                </a:lnTo>
                <a:lnTo>
                  <a:pt x="2293620" y="1308517"/>
                </a:lnTo>
                <a:lnTo>
                  <a:pt x="2307273" y="1261918"/>
                </a:lnTo>
                <a:lnTo>
                  <a:pt x="2320925" y="1209381"/>
                </a:lnTo>
                <a:lnTo>
                  <a:pt x="2334578" y="1151482"/>
                </a:lnTo>
                <a:lnTo>
                  <a:pt x="2348230" y="1088856"/>
                </a:lnTo>
                <a:lnTo>
                  <a:pt x="2361883" y="1022190"/>
                </a:lnTo>
                <a:lnTo>
                  <a:pt x="2375535" y="952212"/>
                </a:lnTo>
                <a:lnTo>
                  <a:pt x="2389188" y="879691"/>
                </a:lnTo>
                <a:lnTo>
                  <a:pt x="2402840" y="805420"/>
                </a:lnTo>
                <a:lnTo>
                  <a:pt x="2416493" y="730213"/>
                </a:lnTo>
                <a:lnTo>
                  <a:pt x="2430145" y="654895"/>
                </a:lnTo>
                <a:lnTo>
                  <a:pt x="2443798" y="580291"/>
                </a:lnTo>
                <a:lnTo>
                  <a:pt x="2457450" y="507217"/>
                </a:lnTo>
                <a:lnTo>
                  <a:pt x="2471103" y="436474"/>
                </a:lnTo>
                <a:lnTo>
                  <a:pt x="2484755" y="368839"/>
                </a:lnTo>
                <a:lnTo>
                  <a:pt x="2498408" y="305050"/>
                </a:lnTo>
                <a:lnTo>
                  <a:pt x="2512060" y="245809"/>
                </a:lnTo>
                <a:lnTo>
                  <a:pt x="2525713" y="191762"/>
                </a:lnTo>
                <a:lnTo>
                  <a:pt x="2539365" y="143504"/>
                </a:lnTo>
                <a:lnTo>
                  <a:pt x="2553018" y="101562"/>
                </a:lnTo>
                <a:lnTo>
                  <a:pt x="2566670" y="66396"/>
                </a:lnTo>
                <a:lnTo>
                  <a:pt x="2580323" y="38391"/>
                </a:lnTo>
                <a:lnTo>
                  <a:pt x="2593975" y="17854"/>
                </a:lnTo>
                <a:lnTo>
                  <a:pt x="2607628" y="5010"/>
                </a:lnTo>
                <a:lnTo>
                  <a:pt x="2621280" y="0"/>
                </a:lnTo>
                <a:lnTo>
                  <a:pt x="2634933" y="2879"/>
                </a:lnTo>
                <a:lnTo>
                  <a:pt x="2648585" y="13614"/>
                </a:lnTo>
                <a:lnTo>
                  <a:pt x="2662238" y="32090"/>
                </a:lnTo>
                <a:lnTo>
                  <a:pt x="2675890" y="58102"/>
                </a:lnTo>
                <a:lnTo>
                  <a:pt x="2689543" y="91366"/>
                </a:lnTo>
                <a:lnTo>
                  <a:pt x="2703195" y="131518"/>
                </a:lnTo>
                <a:lnTo>
                  <a:pt x="2716848" y="178118"/>
                </a:lnTo>
                <a:lnTo>
                  <a:pt x="2730500" y="230655"/>
                </a:lnTo>
                <a:lnTo>
                  <a:pt x="2744153" y="288554"/>
                </a:lnTo>
                <a:lnTo>
                  <a:pt x="2757805" y="351179"/>
                </a:lnTo>
                <a:lnTo>
                  <a:pt x="2771457" y="417846"/>
                </a:lnTo>
                <a:lnTo>
                  <a:pt x="2785110" y="487823"/>
                </a:lnTo>
                <a:lnTo>
                  <a:pt x="2798763" y="560345"/>
                </a:lnTo>
                <a:lnTo>
                  <a:pt x="2812415" y="634616"/>
                </a:lnTo>
                <a:lnTo>
                  <a:pt x="2826068" y="709822"/>
                </a:lnTo>
                <a:lnTo>
                  <a:pt x="2839720" y="785140"/>
                </a:lnTo>
                <a:lnTo>
                  <a:pt x="2853373" y="859745"/>
                </a:lnTo>
                <a:lnTo>
                  <a:pt x="2867025" y="932819"/>
                </a:lnTo>
                <a:lnTo>
                  <a:pt x="2880678" y="1003561"/>
                </a:lnTo>
                <a:lnTo>
                  <a:pt x="2894330" y="1071197"/>
                </a:lnTo>
                <a:lnTo>
                  <a:pt x="2907983" y="1134985"/>
                </a:lnTo>
                <a:lnTo>
                  <a:pt x="2921635" y="1194227"/>
                </a:lnTo>
                <a:lnTo>
                  <a:pt x="2935288" y="1248273"/>
                </a:lnTo>
                <a:lnTo>
                  <a:pt x="2948940" y="1296532"/>
                </a:lnTo>
                <a:lnTo>
                  <a:pt x="2962593" y="1338474"/>
                </a:lnTo>
                <a:lnTo>
                  <a:pt x="2976245" y="1373640"/>
                </a:lnTo>
                <a:lnTo>
                  <a:pt x="2989898" y="1401645"/>
                </a:lnTo>
                <a:lnTo>
                  <a:pt x="3003550" y="1422182"/>
                </a:lnTo>
                <a:lnTo>
                  <a:pt x="3017203" y="1435026"/>
                </a:lnTo>
                <a:lnTo>
                  <a:pt x="3030855" y="1440036"/>
                </a:lnTo>
                <a:lnTo>
                  <a:pt x="3044508" y="1437157"/>
                </a:lnTo>
                <a:lnTo>
                  <a:pt x="3058160" y="1426421"/>
                </a:lnTo>
                <a:lnTo>
                  <a:pt x="3071813" y="1407946"/>
                </a:lnTo>
                <a:lnTo>
                  <a:pt x="3085465" y="1381934"/>
                </a:lnTo>
                <a:lnTo>
                  <a:pt x="3099118" y="1348669"/>
                </a:lnTo>
                <a:lnTo>
                  <a:pt x="3112770" y="1308517"/>
                </a:lnTo>
                <a:lnTo>
                  <a:pt x="3126423" y="1261918"/>
                </a:lnTo>
                <a:lnTo>
                  <a:pt x="3140075" y="1209381"/>
                </a:lnTo>
                <a:lnTo>
                  <a:pt x="3153728" y="1151482"/>
                </a:lnTo>
                <a:lnTo>
                  <a:pt x="3167380" y="1088856"/>
                </a:lnTo>
                <a:lnTo>
                  <a:pt x="3181032" y="1022190"/>
                </a:lnTo>
                <a:lnTo>
                  <a:pt x="3194685" y="952212"/>
                </a:lnTo>
                <a:lnTo>
                  <a:pt x="3208338" y="879691"/>
                </a:lnTo>
                <a:lnTo>
                  <a:pt x="3221990" y="805420"/>
                </a:lnTo>
                <a:lnTo>
                  <a:pt x="3235643" y="730213"/>
                </a:lnTo>
                <a:lnTo>
                  <a:pt x="3249295" y="654895"/>
                </a:lnTo>
                <a:lnTo>
                  <a:pt x="3262948" y="580291"/>
                </a:lnTo>
                <a:lnTo>
                  <a:pt x="3276600" y="507217"/>
                </a:lnTo>
                <a:lnTo>
                  <a:pt x="3290253" y="436474"/>
                </a:lnTo>
                <a:lnTo>
                  <a:pt x="3303905" y="368839"/>
                </a:lnTo>
                <a:lnTo>
                  <a:pt x="3317558" y="305050"/>
                </a:lnTo>
                <a:lnTo>
                  <a:pt x="3331210" y="245809"/>
                </a:lnTo>
                <a:lnTo>
                  <a:pt x="3344863" y="191762"/>
                </a:lnTo>
                <a:lnTo>
                  <a:pt x="3358515" y="143504"/>
                </a:lnTo>
                <a:lnTo>
                  <a:pt x="3372168" y="101562"/>
                </a:lnTo>
                <a:lnTo>
                  <a:pt x="3385820" y="66396"/>
                </a:lnTo>
                <a:lnTo>
                  <a:pt x="3399473" y="38391"/>
                </a:lnTo>
                <a:lnTo>
                  <a:pt x="3413125" y="17854"/>
                </a:lnTo>
                <a:lnTo>
                  <a:pt x="3426778" y="5010"/>
                </a:lnTo>
                <a:lnTo>
                  <a:pt x="3440430" y="0"/>
                </a:lnTo>
                <a:lnTo>
                  <a:pt x="3454083" y="2879"/>
                </a:lnTo>
                <a:lnTo>
                  <a:pt x="3467735" y="13614"/>
                </a:lnTo>
                <a:lnTo>
                  <a:pt x="3481388" y="32090"/>
                </a:lnTo>
                <a:lnTo>
                  <a:pt x="3495040" y="58102"/>
                </a:lnTo>
                <a:lnTo>
                  <a:pt x="3508693" y="91366"/>
                </a:lnTo>
                <a:lnTo>
                  <a:pt x="3522345" y="131518"/>
                </a:lnTo>
                <a:lnTo>
                  <a:pt x="3535998" y="178118"/>
                </a:lnTo>
                <a:lnTo>
                  <a:pt x="3549650" y="230655"/>
                </a:lnTo>
                <a:lnTo>
                  <a:pt x="3563303" y="288554"/>
                </a:lnTo>
                <a:lnTo>
                  <a:pt x="3576955" y="351179"/>
                </a:lnTo>
                <a:lnTo>
                  <a:pt x="3590607" y="417846"/>
                </a:lnTo>
                <a:lnTo>
                  <a:pt x="3604260" y="487823"/>
                </a:lnTo>
                <a:lnTo>
                  <a:pt x="3617913" y="560345"/>
                </a:lnTo>
                <a:lnTo>
                  <a:pt x="3631565" y="634616"/>
                </a:lnTo>
                <a:lnTo>
                  <a:pt x="3645218" y="709822"/>
                </a:lnTo>
                <a:lnTo>
                  <a:pt x="3658870" y="785140"/>
                </a:lnTo>
                <a:lnTo>
                  <a:pt x="3672523" y="859745"/>
                </a:lnTo>
                <a:lnTo>
                  <a:pt x="3686175" y="932819"/>
                </a:lnTo>
                <a:lnTo>
                  <a:pt x="3699828" y="1003561"/>
                </a:lnTo>
                <a:lnTo>
                  <a:pt x="3713480" y="1071197"/>
                </a:lnTo>
                <a:lnTo>
                  <a:pt x="3727133" y="1134985"/>
                </a:lnTo>
                <a:lnTo>
                  <a:pt x="3740785" y="1194227"/>
                </a:lnTo>
                <a:lnTo>
                  <a:pt x="3754438" y="1248273"/>
                </a:lnTo>
                <a:lnTo>
                  <a:pt x="3768090" y="1296532"/>
                </a:lnTo>
                <a:lnTo>
                  <a:pt x="3781743" y="1338474"/>
                </a:lnTo>
                <a:lnTo>
                  <a:pt x="3795395" y="1373640"/>
                </a:lnTo>
                <a:lnTo>
                  <a:pt x="3809048" y="1401645"/>
                </a:lnTo>
                <a:lnTo>
                  <a:pt x="3822700" y="1422182"/>
                </a:lnTo>
                <a:lnTo>
                  <a:pt x="3836353" y="1435026"/>
                </a:lnTo>
                <a:lnTo>
                  <a:pt x="3850005" y="1440036"/>
                </a:lnTo>
                <a:lnTo>
                  <a:pt x="3863658" y="1437157"/>
                </a:lnTo>
                <a:lnTo>
                  <a:pt x="3877310" y="1426421"/>
                </a:lnTo>
                <a:lnTo>
                  <a:pt x="3890963" y="1407946"/>
                </a:lnTo>
                <a:lnTo>
                  <a:pt x="3904615" y="1381934"/>
                </a:lnTo>
                <a:lnTo>
                  <a:pt x="3918268" y="1348669"/>
                </a:lnTo>
                <a:lnTo>
                  <a:pt x="3931920" y="1308517"/>
                </a:lnTo>
                <a:lnTo>
                  <a:pt x="3945573" y="1261918"/>
                </a:lnTo>
                <a:lnTo>
                  <a:pt x="3959225" y="1209381"/>
                </a:lnTo>
                <a:lnTo>
                  <a:pt x="3972878" y="1151482"/>
                </a:lnTo>
                <a:lnTo>
                  <a:pt x="3986530" y="1088856"/>
                </a:lnTo>
                <a:lnTo>
                  <a:pt x="4000183" y="1022190"/>
                </a:lnTo>
                <a:lnTo>
                  <a:pt x="4013835" y="952212"/>
                </a:lnTo>
                <a:lnTo>
                  <a:pt x="4027487" y="879691"/>
                </a:lnTo>
                <a:lnTo>
                  <a:pt x="4041140" y="805420"/>
                </a:lnTo>
                <a:lnTo>
                  <a:pt x="4054793" y="730213"/>
                </a:lnTo>
                <a:lnTo>
                  <a:pt x="4068445" y="654895"/>
                </a:lnTo>
                <a:lnTo>
                  <a:pt x="4082097" y="580291"/>
                </a:lnTo>
                <a:lnTo>
                  <a:pt x="4095750" y="507217"/>
                </a:lnTo>
              </a:path>
            </a:pathLst>
          </a:custGeom>
          <a:noFill xmlns:a="http://schemas.openxmlformats.org/drawingml/2006/main"/>
          <a:ln xmlns:a="http://schemas.openxmlformats.org/drawingml/2006/main" w="15240">
            <a:solidFill>
              <a:srgbClr val="808080"/>
            </a:solidFill>
          </a:ln>
        </p:spPr>
      </p:sp>
      <p:sp>
        <p:nvSpPr>
          <p:cNvPr id="17" name="selected-window">
            <a:extLst xmlns:a="http://schemas.openxmlformats.org/drawingml/2006/main">
              <a:ext uri="{FF2B5EF4-FFF2-40B4-BE49-F238E27FC236}">
                <a16:creationId xmlns:a16="http://schemas.microsoft.com/office/drawing/2014/main" id="{3BBDD85D-CDF3-4DE3-B58D-F11E8B9B7AC9}"/>
              </a:ext>
            </a:extLst>
          </p:cNvPr>
          <p:cNvSpPr>
            <a:spLocks xmlns:a="http://schemas.openxmlformats.org/drawingml/2006/main" noGrp="1"/>
          </p:cNvSpPr>
          <p:nvPr/>
        </p:nvSpPr>
        <p:spPr>
          <a:xfrm xmlns:a="http://schemas.openxmlformats.org/drawingml/2006/main">
            <a:off x="2295525" y="2924175"/>
            <a:ext cx="819150" cy="21526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8" name="zoom-direction">
            <a:extLst xmlns:a="http://schemas.openxmlformats.org/drawingml/2006/main">
              <a:ext uri="{FF2B5EF4-FFF2-40B4-BE49-F238E27FC236}">
                <a16:creationId xmlns:a16="http://schemas.microsoft.com/office/drawing/2014/main" id="{32587AF3-3E02-4690-A992-8B34DF45DDCF}"/>
              </a:ext>
            </a:extLst>
          </p:cNvPr>
          <p:cNvSpPr>
            <a:spLocks xmlns:a="http://schemas.openxmlformats.org/drawingml/2006/main" noGrp="1"/>
          </p:cNvSpPr>
          <p:nvPr/>
        </p:nvSpPr>
        <p:spPr>
          <a:xfrm xmlns:a="http://schemas.openxmlformats.org/drawingml/2006/main">
            <a:off x="5743575" y="3895725"/>
            <a:ext cx="4572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9" name="window-tick-0-0">
            <a:extLst xmlns:a="http://schemas.openxmlformats.org/drawingml/2006/main">
              <a:ext uri="{FF2B5EF4-FFF2-40B4-BE49-F238E27FC236}">
                <a16:creationId xmlns:a16="http://schemas.microsoft.com/office/drawing/2014/main" id="{19ED3760-90A2-4D11-9011-5BD1BDCFD182}"/>
              </a:ext>
            </a:extLst>
          </p:cNvPr>
          <p:cNvSpPr>
            <a:spLocks xmlns:a="http://schemas.openxmlformats.org/drawingml/2006/main" noGrp="1"/>
          </p:cNvSpPr>
          <p:nvPr/>
        </p:nvSpPr>
        <p:spPr>
          <a:xfrm xmlns:a="http://schemas.openxmlformats.org/drawingml/2006/main">
            <a:off x="78105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0" name="window-tick-0-1">
            <a:extLst xmlns:a="http://schemas.openxmlformats.org/drawingml/2006/main">
              <a:ext uri="{FF2B5EF4-FFF2-40B4-BE49-F238E27FC236}">
                <a16:creationId xmlns:a16="http://schemas.microsoft.com/office/drawing/2014/main" id="{6CE69D32-702C-475C-868B-2FD119DA1769}"/>
              </a:ext>
            </a:extLst>
          </p:cNvPr>
          <p:cNvSpPr>
            <a:spLocks xmlns:a="http://schemas.openxmlformats.org/drawingml/2006/main" noGrp="1"/>
          </p:cNvSpPr>
          <p:nvPr/>
        </p:nvSpPr>
        <p:spPr>
          <a:xfrm xmlns:a="http://schemas.openxmlformats.org/drawingml/2006/main">
            <a:off x="487680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1" name="window-tick-1-0">
            <a:extLst xmlns:a="http://schemas.openxmlformats.org/drawingml/2006/main">
              <a:ext uri="{FF2B5EF4-FFF2-40B4-BE49-F238E27FC236}">
                <a16:creationId xmlns:a16="http://schemas.microsoft.com/office/drawing/2014/main" id="{B7AD5A31-F120-4D44-BF6B-714D4E6719F0}"/>
              </a:ext>
            </a:extLst>
          </p:cNvPr>
          <p:cNvSpPr>
            <a:spLocks xmlns:a="http://schemas.openxmlformats.org/drawingml/2006/main" noGrp="1"/>
          </p:cNvSpPr>
          <p:nvPr/>
        </p:nvSpPr>
        <p:spPr>
          <a:xfrm xmlns:a="http://schemas.openxmlformats.org/drawingml/2006/main">
            <a:off x="685800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0.30</a:t>
            </a:r>
          </a:p>
        </p:txBody>
      </p:sp>
      <p:sp>
        <p:nvSpPr>
          <p:cNvPr id="22" name="window-tick-1-1">
            <a:extLst xmlns:a="http://schemas.openxmlformats.org/drawingml/2006/main">
              <a:ext uri="{FF2B5EF4-FFF2-40B4-BE49-F238E27FC236}">
                <a16:creationId xmlns:a16="http://schemas.microsoft.com/office/drawing/2014/main" id="{C67C2356-DF0A-47EF-AA6E-1676A1A7D484}"/>
              </a:ext>
            </a:extLst>
          </p:cNvPr>
          <p:cNvSpPr>
            <a:spLocks xmlns:a="http://schemas.openxmlformats.org/drawingml/2006/main" noGrp="1"/>
          </p:cNvSpPr>
          <p:nvPr/>
        </p:nvSpPr>
        <p:spPr>
          <a:xfrm xmlns:a="http://schemas.openxmlformats.org/drawingml/2006/main">
            <a:off x="1095375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0.50</a:t>
            </a:r>
          </a:p>
        </p:txBody>
      </p:sp>
      <p:sp>
        <p:nvSpPr>
          <p:cNvPr id="23" name="zoom-shared-signal">
            <a:extLst xmlns:a="http://schemas.openxmlformats.org/drawingml/2006/main">
              <a:ext uri="{FF2B5EF4-FFF2-40B4-BE49-F238E27FC236}">
                <a16:creationId xmlns:a16="http://schemas.microsoft.com/office/drawing/2014/main" id="{26603DEC-475A-4990-AEB2-F518BFAFF2BB}"/>
              </a:ext>
            </a:extLst>
          </p:cNvPr>
          <p:cNvSpPr>
            <a:spLocks xmlns:a="http://schemas.openxmlformats.org/drawingml/2006/main" noGrp="1"/>
          </p:cNvSpPr>
          <p:nvPr/>
        </p:nvSpPr>
        <p:spPr>
          <a:xfrm xmlns:a="http://schemas.openxmlformats.org/drawingml/2006/main">
            <a:off x="7143750" y="3280482"/>
            <a:ext cx="4095750" cy="1440036"/>
          </a:xfrm>
          <a:custGeom xmlns:a="http://schemas.openxmlformats.org/drawingml/2006/main">
            <a:pathLst>
              <a:path w="4095750" h="1440036">
                <a:moveTo>
                  <a:pt x="0" y="932819"/>
                </a:moveTo>
                <a:lnTo>
                  <a:pt x="20479" y="954322"/>
                </a:lnTo>
                <a:lnTo>
                  <a:pt x="40957" y="975594"/>
                </a:lnTo>
                <a:lnTo>
                  <a:pt x="61436" y="996614"/>
                </a:lnTo>
                <a:lnTo>
                  <a:pt x="81915" y="1017361"/>
                </a:lnTo>
                <a:lnTo>
                  <a:pt x="102394" y="1037815"/>
                </a:lnTo>
                <a:lnTo>
                  <a:pt x="122872" y="1057955"/>
                </a:lnTo>
                <a:lnTo>
                  <a:pt x="143351" y="1077761"/>
                </a:lnTo>
                <a:lnTo>
                  <a:pt x="163830" y="1097214"/>
                </a:lnTo>
                <a:lnTo>
                  <a:pt x="184309" y="1116295"/>
                </a:lnTo>
                <a:lnTo>
                  <a:pt x="204788" y="1134985"/>
                </a:lnTo>
                <a:lnTo>
                  <a:pt x="225266" y="1153266"/>
                </a:lnTo>
                <a:lnTo>
                  <a:pt x="245745" y="1171119"/>
                </a:lnTo>
                <a:lnTo>
                  <a:pt x="266224" y="1188526"/>
                </a:lnTo>
                <a:lnTo>
                  <a:pt x="286703" y="1205472"/>
                </a:lnTo>
                <a:lnTo>
                  <a:pt x="307181" y="1221938"/>
                </a:lnTo>
                <a:lnTo>
                  <a:pt x="327660" y="1237909"/>
                </a:lnTo>
                <a:lnTo>
                  <a:pt x="348139" y="1253369"/>
                </a:lnTo>
                <a:lnTo>
                  <a:pt x="368618" y="1268302"/>
                </a:lnTo>
                <a:lnTo>
                  <a:pt x="389096" y="1282695"/>
                </a:lnTo>
                <a:lnTo>
                  <a:pt x="409575" y="1296532"/>
                </a:lnTo>
                <a:lnTo>
                  <a:pt x="430054" y="1309800"/>
                </a:lnTo>
                <a:lnTo>
                  <a:pt x="450532" y="1322486"/>
                </a:lnTo>
                <a:lnTo>
                  <a:pt x="471011" y="1334577"/>
                </a:lnTo>
                <a:lnTo>
                  <a:pt x="491490" y="1346062"/>
                </a:lnTo>
                <a:lnTo>
                  <a:pt x="511969" y="1356930"/>
                </a:lnTo>
                <a:lnTo>
                  <a:pt x="532447" y="1367168"/>
                </a:lnTo>
                <a:lnTo>
                  <a:pt x="552926" y="1376768"/>
                </a:lnTo>
                <a:lnTo>
                  <a:pt x="573405" y="1385720"/>
                </a:lnTo>
                <a:lnTo>
                  <a:pt x="593884" y="1394015"/>
                </a:lnTo>
                <a:lnTo>
                  <a:pt x="614363" y="1401645"/>
                </a:lnTo>
                <a:lnTo>
                  <a:pt x="634841" y="1408602"/>
                </a:lnTo>
                <a:lnTo>
                  <a:pt x="655320" y="1414879"/>
                </a:lnTo>
                <a:lnTo>
                  <a:pt x="675799" y="1420471"/>
                </a:lnTo>
                <a:lnTo>
                  <a:pt x="696278" y="1425372"/>
                </a:lnTo>
                <a:lnTo>
                  <a:pt x="716756" y="1429576"/>
                </a:lnTo>
                <a:lnTo>
                  <a:pt x="737235" y="1433080"/>
                </a:lnTo>
                <a:lnTo>
                  <a:pt x="757714" y="1435881"/>
                </a:lnTo>
                <a:lnTo>
                  <a:pt x="778193" y="1437975"/>
                </a:lnTo>
                <a:lnTo>
                  <a:pt x="798671" y="1439360"/>
                </a:lnTo>
                <a:lnTo>
                  <a:pt x="819150" y="1440036"/>
                </a:lnTo>
                <a:lnTo>
                  <a:pt x="839629" y="1440001"/>
                </a:lnTo>
                <a:lnTo>
                  <a:pt x="860107" y="1439255"/>
                </a:lnTo>
                <a:lnTo>
                  <a:pt x="880586" y="1437800"/>
                </a:lnTo>
                <a:lnTo>
                  <a:pt x="901065" y="1435636"/>
                </a:lnTo>
                <a:lnTo>
                  <a:pt x="921544" y="1432766"/>
                </a:lnTo>
                <a:lnTo>
                  <a:pt x="942022" y="1429193"/>
                </a:lnTo>
                <a:lnTo>
                  <a:pt x="962501" y="1424919"/>
                </a:lnTo>
                <a:lnTo>
                  <a:pt x="982980" y="1419950"/>
                </a:lnTo>
                <a:lnTo>
                  <a:pt x="1003459" y="1414291"/>
                </a:lnTo>
                <a:lnTo>
                  <a:pt x="1023938" y="1407946"/>
                </a:lnTo>
                <a:lnTo>
                  <a:pt x="1044416" y="1400922"/>
                </a:lnTo>
                <a:lnTo>
                  <a:pt x="1064895" y="1393227"/>
                </a:lnTo>
                <a:lnTo>
                  <a:pt x="1085374" y="1384867"/>
                </a:lnTo>
                <a:lnTo>
                  <a:pt x="1105853" y="1375850"/>
                </a:lnTo>
                <a:lnTo>
                  <a:pt x="1126331" y="1366187"/>
                </a:lnTo>
                <a:lnTo>
                  <a:pt x="1146810" y="1355886"/>
                </a:lnTo>
                <a:lnTo>
                  <a:pt x="1167289" y="1344957"/>
                </a:lnTo>
                <a:lnTo>
                  <a:pt x="1187768" y="1333412"/>
                </a:lnTo>
                <a:lnTo>
                  <a:pt x="1208246" y="1321261"/>
                </a:lnTo>
                <a:lnTo>
                  <a:pt x="1228725" y="1308517"/>
                </a:lnTo>
                <a:lnTo>
                  <a:pt x="1249204" y="1295192"/>
                </a:lnTo>
                <a:lnTo>
                  <a:pt x="1269682" y="1281300"/>
                </a:lnTo>
                <a:lnTo>
                  <a:pt x="1290161" y="1266854"/>
                </a:lnTo>
                <a:lnTo>
                  <a:pt x="1310640" y="1251868"/>
                </a:lnTo>
                <a:lnTo>
                  <a:pt x="1331119" y="1236357"/>
                </a:lnTo>
                <a:lnTo>
                  <a:pt x="1351597" y="1220336"/>
                </a:lnTo>
                <a:lnTo>
                  <a:pt x="1372076" y="1203822"/>
                </a:lnTo>
                <a:lnTo>
                  <a:pt x="1392555" y="1186830"/>
                </a:lnTo>
                <a:lnTo>
                  <a:pt x="1413034" y="1169378"/>
                </a:lnTo>
                <a:lnTo>
                  <a:pt x="1433513" y="1151482"/>
                </a:lnTo>
                <a:lnTo>
                  <a:pt x="1453991" y="1133160"/>
                </a:lnTo>
                <a:lnTo>
                  <a:pt x="1474470" y="1114431"/>
                </a:lnTo>
                <a:lnTo>
                  <a:pt x="1494949" y="1095312"/>
                </a:lnTo>
                <a:lnTo>
                  <a:pt x="1515428" y="1075824"/>
                </a:lnTo>
                <a:lnTo>
                  <a:pt x="1535906" y="1055983"/>
                </a:lnTo>
                <a:lnTo>
                  <a:pt x="1556385" y="1035812"/>
                </a:lnTo>
                <a:lnTo>
                  <a:pt x="1576864" y="1015328"/>
                </a:lnTo>
                <a:lnTo>
                  <a:pt x="1597343" y="994554"/>
                </a:lnTo>
                <a:lnTo>
                  <a:pt x="1617821" y="973508"/>
                </a:lnTo>
                <a:lnTo>
                  <a:pt x="1638300" y="952212"/>
                </a:lnTo>
                <a:lnTo>
                  <a:pt x="1658779" y="930687"/>
                </a:lnTo>
                <a:lnTo>
                  <a:pt x="1679257" y="908954"/>
                </a:lnTo>
                <a:lnTo>
                  <a:pt x="1699736" y="887035"/>
                </a:lnTo>
                <a:lnTo>
                  <a:pt x="1720215" y="864951"/>
                </a:lnTo>
                <a:lnTo>
                  <a:pt x="1740694" y="842723"/>
                </a:lnTo>
                <a:lnTo>
                  <a:pt x="1761172" y="820375"/>
                </a:lnTo>
                <a:lnTo>
                  <a:pt x="1781651" y="797928"/>
                </a:lnTo>
                <a:lnTo>
                  <a:pt x="1802130" y="775404"/>
                </a:lnTo>
                <a:lnTo>
                  <a:pt x="1822609" y="752825"/>
                </a:lnTo>
                <a:lnTo>
                  <a:pt x="1843088" y="730213"/>
                </a:lnTo>
                <a:lnTo>
                  <a:pt x="1863566" y="707592"/>
                </a:lnTo>
                <a:lnTo>
                  <a:pt x="1884045" y="684983"/>
                </a:lnTo>
                <a:lnTo>
                  <a:pt x="1904524" y="662409"/>
                </a:lnTo>
                <a:lnTo>
                  <a:pt x="1925003" y="639891"/>
                </a:lnTo>
                <a:lnTo>
                  <a:pt x="1945481" y="617452"/>
                </a:lnTo>
                <a:lnTo>
                  <a:pt x="1965960" y="595115"/>
                </a:lnTo>
                <a:lnTo>
                  <a:pt x="1986439" y="572901"/>
                </a:lnTo>
                <a:lnTo>
                  <a:pt x="2006918" y="550832"/>
                </a:lnTo>
                <a:lnTo>
                  <a:pt x="2027396" y="528930"/>
                </a:lnTo>
                <a:lnTo>
                  <a:pt x="2047875" y="507217"/>
                </a:lnTo>
                <a:lnTo>
                  <a:pt x="2068354" y="485713"/>
                </a:lnTo>
                <a:lnTo>
                  <a:pt x="2088832" y="464441"/>
                </a:lnTo>
                <a:lnTo>
                  <a:pt x="2109311" y="443421"/>
                </a:lnTo>
                <a:lnTo>
                  <a:pt x="2129790" y="422674"/>
                </a:lnTo>
                <a:lnTo>
                  <a:pt x="2150269" y="402221"/>
                </a:lnTo>
                <a:lnTo>
                  <a:pt x="2170748" y="382081"/>
                </a:lnTo>
                <a:lnTo>
                  <a:pt x="2191226" y="362275"/>
                </a:lnTo>
                <a:lnTo>
                  <a:pt x="2211705" y="342821"/>
                </a:lnTo>
                <a:lnTo>
                  <a:pt x="2232184" y="323740"/>
                </a:lnTo>
                <a:lnTo>
                  <a:pt x="2252663" y="305050"/>
                </a:lnTo>
                <a:lnTo>
                  <a:pt x="2273141" y="286770"/>
                </a:lnTo>
                <a:lnTo>
                  <a:pt x="2293620" y="268917"/>
                </a:lnTo>
                <a:lnTo>
                  <a:pt x="2314099" y="251509"/>
                </a:lnTo>
                <a:lnTo>
                  <a:pt x="2334578" y="234564"/>
                </a:lnTo>
                <a:lnTo>
                  <a:pt x="2355056" y="218098"/>
                </a:lnTo>
                <a:lnTo>
                  <a:pt x="2375535" y="202127"/>
                </a:lnTo>
                <a:lnTo>
                  <a:pt x="2396014" y="186667"/>
                </a:lnTo>
                <a:lnTo>
                  <a:pt x="2416493" y="171733"/>
                </a:lnTo>
                <a:lnTo>
                  <a:pt x="2436971" y="157341"/>
                </a:lnTo>
                <a:lnTo>
                  <a:pt x="2457450" y="143504"/>
                </a:lnTo>
                <a:lnTo>
                  <a:pt x="2477929" y="130236"/>
                </a:lnTo>
                <a:lnTo>
                  <a:pt x="2498407" y="117550"/>
                </a:lnTo>
                <a:lnTo>
                  <a:pt x="2518886" y="105458"/>
                </a:lnTo>
                <a:lnTo>
                  <a:pt x="2539365" y="93973"/>
                </a:lnTo>
                <a:lnTo>
                  <a:pt x="2559844" y="83106"/>
                </a:lnTo>
                <a:lnTo>
                  <a:pt x="2580323" y="72867"/>
                </a:lnTo>
                <a:lnTo>
                  <a:pt x="2600801" y="63267"/>
                </a:lnTo>
                <a:lnTo>
                  <a:pt x="2621280" y="54315"/>
                </a:lnTo>
                <a:lnTo>
                  <a:pt x="2641759" y="46021"/>
                </a:lnTo>
                <a:lnTo>
                  <a:pt x="2662238" y="38391"/>
                </a:lnTo>
                <a:lnTo>
                  <a:pt x="2682716" y="31434"/>
                </a:lnTo>
                <a:lnTo>
                  <a:pt x="2703195" y="25156"/>
                </a:lnTo>
                <a:lnTo>
                  <a:pt x="2723674" y="19564"/>
                </a:lnTo>
                <a:lnTo>
                  <a:pt x="2744152" y="14664"/>
                </a:lnTo>
                <a:lnTo>
                  <a:pt x="2764631" y="10460"/>
                </a:lnTo>
                <a:lnTo>
                  <a:pt x="2785110" y="6955"/>
                </a:lnTo>
                <a:lnTo>
                  <a:pt x="2805589" y="4155"/>
                </a:lnTo>
                <a:lnTo>
                  <a:pt x="2826068" y="2061"/>
                </a:lnTo>
                <a:lnTo>
                  <a:pt x="2846546" y="676"/>
                </a:lnTo>
                <a:lnTo>
                  <a:pt x="2867025" y="0"/>
                </a:lnTo>
                <a:lnTo>
                  <a:pt x="2887504" y="35"/>
                </a:lnTo>
                <a:lnTo>
                  <a:pt x="2907982" y="781"/>
                </a:lnTo>
                <a:lnTo>
                  <a:pt x="2928461" y="2236"/>
                </a:lnTo>
                <a:lnTo>
                  <a:pt x="2948940" y="4400"/>
                </a:lnTo>
                <a:lnTo>
                  <a:pt x="2969419" y="7270"/>
                </a:lnTo>
                <a:lnTo>
                  <a:pt x="2989898" y="10843"/>
                </a:lnTo>
                <a:lnTo>
                  <a:pt x="3010376" y="15116"/>
                </a:lnTo>
                <a:lnTo>
                  <a:pt x="3030855" y="20085"/>
                </a:lnTo>
                <a:lnTo>
                  <a:pt x="3051334" y="25745"/>
                </a:lnTo>
                <a:lnTo>
                  <a:pt x="3071813" y="32090"/>
                </a:lnTo>
                <a:lnTo>
                  <a:pt x="3092291" y="39113"/>
                </a:lnTo>
                <a:lnTo>
                  <a:pt x="3112770" y="46809"/>
                </a:lnTo>
                <a:lnTo>
                  <a:pt x="3133249" y="55169"/>
                </a:lnTo>
                <a:lnTo>
                  <a:pt x="3153727" y="64185"/>
                </a:lnTo>
                <a:lnTo>
                  <a:pt x="3174206" y="73849"/>
                </a:lnTo>
                <a:lnTo>
                  <a:pt x="3194685" y="84150"/>
                </a:lnTo>
                <a:lnTo>
                  <a:pt x="3215164" y="95078"/>
                </a:lnTo>
                <a:lnTo>
                  <a:pt x="3235643" y="106624"/>
                </a:lnTo>
                <a:lnTo>
                  <a:pt x="3256121" y="118774"/>
                </a:lnTo>
                <a:lnTo>
                  <a:pt x="3276600" y="131518"/>
                </a:lnTo>
                <a:lnTo>
                  <a:pt x="3297079" y="144843"/>
                </a:lnTo>
                <a:lnTo>
                  <a:pt x="3317557" y="158736"/>
                </a:lnTo>
                <a:lnTo>
                  <a:pt x="3338036" y="173182"/>
                </a:lnTo>
                <a:lnTo>
                  <a:pt x="3358515" y="188168"/>
                </a:lnTo>
                <a:lnTo>
                  <a:pt x="3378994" y="203679"/>
                </a:lnTo>
                <a:lnTo>
                  <a:pt x="3399473" y="219699"/>
                </a:lnTo>
                <a:lnTo>
                  <a:pt x="3419951" y="236214"/>
                </a:lnTo>
                <a:lnTo>
                  <a:pt x="3440430" y="253205"/>
                </a:lnTo>
                <a:lnTo>
                  <a:pt x="3460909" y="270658"/>
                </a:lnTo>
                <a:lnTo>
                  <a:pt x="3481388" y="288554"/>
                </a:lnTo>
                <a:lnTo>
                  <a:pt x="3501866" y="306875"/>
                </a:lnTo>
                <a:lnTo>
                  <a:pt x="3522345" y="325605"/>
                </a:lnTo>
                <a:lnTo>
                  <a:pt x="3542824" y="344723"/>
                </a:lnTo>
                <a:lnTo>
                  <a:pt x="3563302" y="364212"/>
                </a:lnTo>
                <a:lnTo>
                  <a:pt x="3583781" y="384052"/>
                </a:lnTo>
                <a:lnTo>
                  <a:pt x="3604260" y="404224"/>
                </a:lnTo>
                <a:lnTo>
                  <a:pt x="3624739" y="424707"/>
                </a:lnTo>
                <a:lnTo>
                  <a:pt x="3645218" y="445482"/>
                </a:lnTo>
                <a:lnTo>
                  <a:pt x="3665696" y="466528"/>
                </a:lnTo>
                <a:lnTo>
                  <a:pt x="3686175" y="487823"/>
                </a:lnTo>
                <a:lnTo>
                  <a:pt x="3706654" y="509348"/>
                </a:lnTo>
                <a:lnTo>
                  <a:pt x="3727132" y="531081"/>
                </a:lnTo>
                <a:lnTo>
                  <a:pt x="3747611" y="553001"/>
                </a:lnTo>
                <a:lnTo>
                  <a:pt x="3768090" y="575085"/>
                </a:lnTo>
                <a:lnTo>
                  <a:pt x="3788569" y="597312"/>
                </a:lnTo>
                <a:lnTo>
                  <a:pt x="3809048" y="619660"/>
                </a:lnTo>
                <a:lnTo>
                  <a:pt x="3829526" y="642108"/>
                </a:lnTo>
                <a:lnTo>
                  <a:pt x="3850005" y="664632"/>
                </a:lnTo>
                <a:lnTo>
                  <a:pt x="3870484" y="687211"/>
                </a:lnTo>
                <a:lnTo>
                  <a:pt x="3890963" y="709822"/>
                </a:lnTo>
                <a:lnTo>
                  <a:pt x="3911441" y="732444"/>
                </a:lnTo>
                <a:lnTo>
                  <a:pt x="3931920" y="755053"/>
                </a:lnTo>
                <a:lnTo>
                  <a:pt x="3952399" y="777627"/>
                </a:lnTo>
                <a:lnTo>
                  <a:pt x="3972877" y="800145"/>
                </a:lnTo>
                <a:lnTo>
                  <a:pt x="3993356" y="822583"/>
                </a:lnTo>
                <a:lnTo>
                  <a:pt x="4013835" y="844921"/>
                </a:lnTo>
                <a:lnTo>
                  <a:pt x="4034314" y="867135"/>
                </a:lnTo>
                <a:lnTo>
                  <a:pt x="4054793" y="889204"/>
                </a:lnTo>
                <a:lnTo>
                  <a:pt x="4075271" y="911106"/>
                </a:lnTo>
                <a:lnTo>
                  <a:pt x="4095750" y="932819"/>
                </a:lnTo>
              </a:path>
            </a:pathLst>
          </a:custGeom>
          <a:noFill xmlns:a="http://schemas.openxmlformats.org/drawingml/2006/main"/>
          <a:ln xmlns:a="http://schemas.openxmlformats.org/drawingml/2006/main" w="15240">
            <a:solidFill>
              <a:srgbClr val="808080"/>
            </a:solidFill>
          </a:ln>
        </p:spPr>
      </p:sp>
      <p:sp>
        <p:nvSpPr>
          <p:cNvPr id="24" name="zoom-sample-15">
            <a:extLst xmlns:a="http://schemas.openxmlformats.org/drawingml/2006/main">
              <a:ext uri="{FF2B5EF4-FFF2-40B4-BE49-F238E27FC236}">
                <a16:creationId xmlns:a16="http://schemas.microsoft.com/office/drawing/2014/main" id="{D6D200BA-D9AF-41A8-8367-62A081FE0659}"/>
              </a:ext>
            </a:extLst>
          </p:cNvPr>
          <p:cNvSpPr>
            <a:spLocks xmlns:a="http://schemas.openxmlformats.org/drawingml/2006/main" noGrp="1"/>
          </p:cNvSpPr>
          <p:nvPr/>
        </p:nvSpPr>
        <p:spPr>
          <a:xfrm xmlns:a="http://schemas.openxmlformats.org/drawingml/2006/main">
            <a:off x="7086600" y="415615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5" name="zoom-sample-16">
            <a:extLst xmlns:a="http://schemas.openxmlformats.org/drawingml/2006/main">
              <a:ext uri="{FF2B5EF4-FFF2-40B4-BE49-F238E27FC236}">
                <a16:creationId xmlns:a16="http://schemas.microsoft.com/office/drawing/2014/main" id="{248B502A-0174-4912-B191-52962F0C4B53}"/>
              </a:ext>
            </a:extLst>
          </p:cNvPr>
          <p:cNvSpPr>
            <a:spLocks xmlns:a="http://schemas.openxmlformats.org/drawingml/2006/main" noGrp="1"/>
          </p:cNvSpPr>
          <p:nvPr/>
        </p:nvSpPr>
        <p:spPr>
          <a:xfrm xmlns:a="http://schemas.openxmlformats.org/drawingml/2006/main">
            <a:off x="7496175" y="4519864"/>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6" name="zoom-sample-17">
            <a:extLst xmlns:a="http://schemas.openxmlformats.org/drawingml/2006/main">
              <a:ext uri="{FF2B5EF4-FFF2-40B4-BE49-F238E27FC236}">
                <a16:creationId xmlns:a16="http://schemas.microsoft.com/office/drawing/2014/main" id="{9B92662A-85F8-4FC3-A4A5-1C625D9BC5B1}"/>
              </a:ext>
            </a:extLst>
          </p:cNvPr>
          <p:cNvSpPr>
            <a:spLocks xmlns:a="http://schemas.openxmlformats.org/drawingml/2006/main" noGrp="1"/>
          </p:cNvSpPr>
          <p:nvPr/>
        </p:nvSpPr>
        <p:spPr>
          <a:xfrm xmlns:a="http://schemas.openxmlformats.org/drawingml/2006/main">
            <a:off x="7905750" y="4663368"/>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7" name="zoom-sample-18">
            <a:extLst xmlns:a="http://schemas.openxmlformats.org/drawingml/2006/main">
              <a:ext uri="{FF2B5EF4-FFF2-40B4-BE49-F238E27FC236}">
                <a16:creationId xmlns:a16="http://schemas.microsoft.com/office/drawing/2014/main" id="{BB99FF82-9B33-4748-9EC9-F7F906A0A7CB}"/>
              </a:ext>
            </a:extLst>
          </p:cNvPr>
          <p:cNvSpPr>
            <a:spLocks xmlns:a="http://schemas.openxmlformats.org/drawingml/2006/main" noGrp="1"/>
          </p:cNvSpPr>
          <p:nvPr/>
        </p:nvSpPr>
        <p:spPr>
          <a:xfrm xmlns:a="http://schemas.openxmlformats.org/drawingml/2006/main">
            <a:off x="8315325" y="4531849"/>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8" name="zoom-sample-19">
            <a:extLst xmlns:a="http://schemas.openxmlformats.org/drawingml/2006/main">
              <a:ext uri="{FF2B5EF4-FFF2-40B4-BE49-F238E27FC236}">
                <a16:creationId xmlns:a16="http://schemas.microsoft.com/office/drawing/2014/main" id="{12981B3F-795A-42C5-BE05-91A34C7F7012}"/>
              </a:ext>
            </a:extLst>
          </p:cNvPr>
          <p:cNvSpPr>
            <a:spLocks xmlns:a="http://schemas.openxmlformats.org/drawingml/2006/main" noGrp="1"/>
          </p:cNvSpPr>
          <p:nvPr/>
        </p:nvSpPr>
        <p:spPr>
          <a:xfrm xmlns:a="http://schemas.openxmlformats.org/drawingml/2006/main">
            <a:off x="8724900" y="4175544"/>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zoom-sample-20">
            <a:extLst xmlns:a="http://schemas.openxmlformats.org/drawingml/2006/main">
              <a:ext uri="{FF2B5EF4-FFF2-40B4-BE49-F238E27FC236}">
                <a16:creationId xmlns:a16="http://schemas.microsoft.com/office/drawing/2014/main" id="{9A20C38E-7B89-466F-A35E-6097AD3BFEF5}"/>
              </a:ext>
            </a:extLst>
          </p:cNvPr>
          <p:cNvSpPr>
            <a:spLocks xmlns:a="http://schemas.openxmlformats.org/drawingml/2006/main" noGrp="1"/>
          </p:cNvSpPr>
          <p:nvPr/>
        </p:nvSpPr>
        <p:spPr>
          <a:xfrm xmlns:a="http://schemas.openxmlformats.org/drawingml/2006/main">
            <a:off x="9134475" y="3730549"/>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0" name="zoom-sample-21">
            <a:extLst xmlns:a="http://schemas.openxmlformats.org/drawingml/2006/main">
              <a:ext uri="{FF2B5EF4-FFF2-40B4-BE49-F238E27FC236}">
                <a16:creationId xmlns:a16="http://schemas.microsoft.com/office/drawing/2014/main" id="{02C4F4BB-9082-42E2-AC88-F1D1CF2594D1}"/>
              </a:ext>
            </a:extLst>
          </p:cNvPr>
          <p:cNvSpPr>
            <a:spLocks xmlns:a="http://schemas.openxmlformats.org/drawingml/2006/main" noGrp="1"/>
          </p:cNvSpPr>
          <p:nvPr/>
        </p:nvSpPr>
        <p:spPr>
          <a:xfrm xmlns:a="http://schemas.openxmlformats.org/drawingml/2006/main">
            <a:off x="9544050" y="3366836"/>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zoom-sample-22">
            <a:extLst xmlns:a="http://schemas.openxmlformats.org/drawingml/2006/main">
              <a:ext uri="{FF2B5EF4-FFF2-40B4-BE49-F238E27FC236}">
                <a16:creationId xmlns:a16="http://schemas.microsoft.com/office/drawing/2014/main" id="{8844DE00-816A-481C-9F18-CD2EDF7C89D3}"/>
              </a:ext>
            </a:extLst>
          </p:cNvPr>
          <p:cNvSpPr>
            <a:spLocks xmlns:a="http://schemas.openxmlformats.org/drawingml/2006/main" noGrp="1"/>
          </p:cNvSpPr>
          <p:nvPr/>
        </p:nvSpPr>
        <p:spPr>
          <a:xfrm xmlns:a="http://schemas.openxmlformats.org/drawingml/2006/main">
            <a:off x="9953625" y="3223332"/>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2" name="zoom-sample-23">
            <a:extLst xmlns:a="http://schemas.openxmlformats.org/drawingml/2006/main">
              <a:ext uri="{FF2B5EF4-FFF2-40B4-BE49-F238E27FC236}">
                <a16:creationId xmlns:a16="http://schemas.microsoft.com/office/drawing/2014/main" id="{EFBC7327-0C91-41B9-9AD2-A30EE37FC33F}"/>
              </a:ext>
            </a:extLst>
          </p:cNvPr>
          <p:cNvSpPr>
            <a:spLocks xmlns:a="http://schemas.openxmlformats.org/drawingml/2006/main" noGrp="1"/>
          </p:cNvSpPr>
          <p:nvPr/>
        </p:nvSpPr>
        <p:spPr>
          <a:xfrm xmlns:a="http://schemas.openxmlformats.org/drawingml/2006/main">
            <a:off x="10363200" y="335485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3" name="zoom-sample-24">
            <a:extLst xmlns:a="http://schemas.openxmlformats.org/drawingml/2006/main">
              <a:ext uri="{FF2B5EF4-FFF2-40B4-BE49-F238E27FC236}">
                <a16:creationId xmlns:a16="http://schemas.microsoft.com/office/drawing/2014/main" id="{79180E7B-BA64-48C6-BDA1-BD211959B165}"/>
              </a:ext>
            </a:extLst>
          </p:cNvPr>
          <p:cNvSpPr>
            <a:spLocks xmlns:a="http://schemas.openxmlformats.org/drawingml/2006/main" noGrp="1"/>
          </p:cNvSpPr>
          <p:nvPr/>
        </p:nvSpPr>
        <p:spPr>
          <a:xfrm xmlns:a="http://schemas.openxmlformats.org/drawingml/2006/main">
            <a:off x="10772775" y="3711156"/>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4" name="zoom-sample-25">
            <a:extLst xmlns:a="http://schemas.openxmlformats.org/drawingml/2006/main">
              <a:ext uri="{FF2B5EF4-FFF2-40B4-BE49-F238E27FC236}">
                <a16:creationId xmlns:a16="http://schemas.microsoft.com/office/drawing/2014/main" id="{0EC02D2C-0E8A-4716-849D-AA584B81B040}"/>
              </a:ext>
            </a:extLst>
          </p:cNvPr>
          <p:cNvSpPr>
            <a:spLocks xmlns:a="http://schemas.openxmlformats.org/drawingml/2006/main" noGrp="1"/>
          </p:cNvSpPr>
          <p:nvPr/>
        </p:nvSpPr>
        <p:spPr>
          <a:xfrm xmlns:a="http://schemas.openxmlformats.org/drawingml/2006/main">
            <a:off x="11182350" y="415615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5" name="text">
            <a:extLst xmlns:a="http://schemas.openxmlformats.org/drawingml/2006/main">
              <a:ext uri="{FF2B5EF4-FFF2-40B4-BE49-F238E27FC236}">
                <a16:creationId xmlns:a16="http://schemas.microsoft.com/office/drawing/2014/main" id="{709BBBF1-5C63-42A6-B2D0-D3A0B6412148}"/>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同一区间、相同纵轴；放大后可分辨11个记录点。</a:t>
            </a:r>
          </a:p>
        </p:txBody>
      </p:sp>
    </p:spTree>
    <p:extLst>
      <p:ext uri="{BB962C8B-B14F-4D97-AF65-F5344CB8AC3E}">
        <p14:creationId xmlns:p14="http://schemas.microsoft.com/office/powerpoint/2010/main" val="187545034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225F0BC-F0EE-476F-88E5-DBD5AE7358D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AE72ECA5-9D70-4781-9164-F4756FA82D4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7BBC6B2-8660-4C27-9457-D58C25CC1AA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 Hz和2 Hz，一秒内取几个样本？</a:t>
            </a:r>
          </a:p>
        </p:txBody>
      </p:sp>
      <p:sp>
        <p:nvSpPr>
          <p:cNvPr id="5" name="text">
            <a:extLst xmlns:a="http://schemas.openxmlformats.org/drawingml/2006/main">
              <a:ext uri="{FF2B5EF4-FFF2-40B4-BE49-F238E27FC236}">
                <a16:creationId xmlns:a16="http://schemas.microsoft.com/office/drawing/2014/main" id="{536D2628-FD15-4207-86AC-12DBB86EF2ED}"/>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同一段信号；统计区间 [0,1)，不计右端点。</a:t>
            </a:r>
          </a:p>
        </p:txBody>
      </p:sp>
      <p:sp>
        <p:nvSpPr>
          <p:cNvPr id="6" name="rate-1">
            <a:extLst xmlns:a="http://schemas.openxmlformats.org/drawingml/2006/main">
              <a:ext uri="{FF2B5EF4-FFF2-40B4-BE49-F238E27FC236}">
                <a16:creationId xmlns:a16="http://schemas.microsoft.com/office/drawing/2014/main" id="{4C6CF6EF-58B5-4CBD-B856-CE3FAAB2FCB8}"/>
              </a:ext>
            </a:extLst>
          </p:cNvPr>
          <p:cNvSpPr>
            <a:spLocks xmlns:a="http://schemas.openxmlformats.org/drawingml/2006/main" noGrp="1"/>
          </p:cNvSpPr>
          <p:nvPr/>
        </p:nvSpPr>
        <p:spPr>
          <a:xfrm xmlns:a="http://schemas.openxmlformats.org/drawingml/2006/main">
            <a:off x="609600" y="24574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1 Hz</a:t>
            </a:r>
          </a:p>
        </p:txBody>
      </p:sp>
      <p:sp>
        <p:nvSpPr>
          <p:cNvPr id="7" name="time-axis-1">
            <a:extLst xmlns:a="http://schemas.openxmlformats.org/drawingml/2006/main">
              <a:ext uri="{FF2B5EF4-FFF2-40B4-BE49-F238E27FC236}">
                <a16:creationId xmlns:a16="http://schemas.microsoft.com/office/drawing/2014/main" id="{AB75DA9B-F951-436E-99E4-77033A5E495A}"/>
              </a:ext>
            </a:extLst>
          </p:cNvPr>
          <p:cNvSpPr>
            <a:spLocks xmlns:a="http://schemas.openxmlformats.org/drawingml/2006/main" noGrp="1"/>
          </p:cNvSpPr>
          <p:nvPr/>
        </p:nvSpPr>
        <p:spPr>
          <a:xfrm xmlns:a="http://schemas.openxmlformats.org/drawingml/2006/main">
            <a:off x="2238375" y="26431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8" name="same-signal-1">
            <a:extLst xmlns:a="http://schemas.openxmlformats.org/drawingml/2006/main">
              <a:ext uri="{FF2B5EF4-FFF2-40B4-BE49-F238E27FC236}">
                <a16:creationId xmlns:a16="http://schemas.microsoft.com/office/drawing/2014/main" id="{0D8C7F99-B7A9-419B-921F-497B23A28D67}"/>
              </a:ext>
            </a:extLst>
          </p:cNvPr>
          <p:cNvSpPr>
            <a:spLocks xmlns:a="http://schemas.openxmlformats.org/drawingml/2006/main" noGrp="1"/>
          </p:cNvSpPr>
          <p:nvPr/>
        </p:nvSpPr>
        <p:spPr>
          <a:xfrm xmlns:a="http://schemas.openxmlformats.org/drawingml/2006/main">
            <a:off x="2238375" y="23679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9" name="tick-1-0">
            <a:extLst xmlns:a="http://schemas.openxmlformats.org/drawingml/2006/main">
              <a:ext uri="{FF2B5EF4-FFF2-40B4-BE49-F238E27FC236}">
                <a16:creationId xmlns:a16="http://schemas.microsoft.com/office/drawing/2014/main" id="{1C51774D-3CF1-43E6-9E53-6B429CCDEE4F}"/>
              </a:ext>
            </a:extLst>
          </p:cNvPr>
          <p:cNvSpPr>
            <a:spLocks xmlns:a="http://schemas.openxmlformats.org/drawingml/2006/main" noGrp="1"/>
          </p:cNvSpPr>
          <p:nvPr/>
        </p:nvSpPr>
        <p:spPr>
          <a:xfrm xmlns:a="http://schemas.openxmlformats.org/drawingml/2006/main">
            <a:off x="2238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0" name="time-1-0">
            <a:extLst xmlns:a="http://schemas.openxmlformats.org/drawingml/2006/main">
              <a:ext uri="{FF2B5EF4-FFF2-40B4-BE49-F238E27FC236}">
                <a16:creationId xmlns:a16="http://schemas.microsoft.com/office/drawing/2014/main" id="{6ED19411-6ED2-430F-876C-EC210615BBEB}"/>
              </a:ext>
            </a:extLst>
          </p:cNvPr>
          <p:cNvSpPr>
            <a:spLocks xmlns:a="http://schemas.openxmlformats.org/drawingml/2006/main" noGrp="1"/>
          </p:cNvSpPr>
          <p:nvPr/>
        </p:nvSpPr>
        <p:spPr>
          <a:xfrm xmlns:a="http://schemas.openxmlformats.org/drawingml/2006/main">
            <a:off x="1952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tick-1-0.5">
            <a:extLst xmlns:a="http://schemas.openxmlformats.org/drawingml/2006/main">
              <a:ext uri="{FF2B5EF4-FFF2-40B4-BE49-F238E27FC236}">
                <a16:creationId xmlns:a16="http://schemas.microsoft.com/office/drawing/2014/main" id="{B85D8995-EFD2-4C45-BC0B-0675C6C2B949}"/>
              </a:ext>
            </a:extLst>
          </p:cNvPr>
          <p:cNvSpPr>
            <a:spLocks xmlns:a="http://schemas.openxmlformats.org/drawingml/2006/main" noGrp="1"/>
          </p:cNvSpPr>
          <p:nvPr/>
        </p:nvSpPr>
        <p:spPr>
          <a:xfrm xmlns:a="http://schemas.openxmlformats.org/drawingml/2006/main">
            <a:off x="62388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2" name="time-1-0.5">
            <a:extLst xmlns:a="http://schemas.openxmlformats.org/drawingml/2006/main">
              <a:ext uri="{FF2B5EF4-FFF2-40B4-BE49-F238E27FC236}">
                <a16:creationId xmlns:a16="http://schemas.microsoft.com/office/drawing/2014/main" id="{23E8F5FA-4C1F-4689-B456-44E7CA962FF1}"/>
              </a:ext>
            </a:extLst>
          </p:cNvPr>
          <p:cNvSpPr>
            <a:spLocks xmlns:a="http://schemas.openxmlformats.org/drawingml/2006/main" noGrp="1"/>
          </p:cNvSpPr>
          <p:nvPr/>
        </p:nvSpPr>
        <p:spPr>
          <a:xfrm xmlns:a="http://schemas.openxmlformats.org/drawingml/2006/main">
            <a:off x="59531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tick-1-1">
            <a:extLst xmlns:a="http://schemas.openxmlformats.org/drawingml/2006/main">
              <a:ext uri="{FF2B5EF4-FFF2-40B4-BE49-F238E27FC236}">
                <a16:creationId xmlns:a16="http://schemas.microsoft.com/office/drawing/2014/main" id="{A0E752F8-9CC1-4F89-897B-D9A3E404DC7A}"/>
              </a:ext>
            </a:extLst>
          </p:cNvPr>
          <p:cNvSpPr>
            <a:spLocks xmlns:a="http://schemas.openxmlformats.org/drawingml/2006/main" noGrp="1"/>
          </p:cNvSpPr>
          <p:nvPr/>
        </p:nvSpPr>
        <p:spPr>
          <a:xfrm xmlns:a="http://schemas.openxmlformats.org/drawingml/2006/main">
            <a:off x="10239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4" name="time-1-1">
            <a:extLst xmlns:a="http://schemas.openxmlformats.org/drawingml/2006/main">
              <a:ext uri="{FF2B5EF4-FFF2-40B4-BE49-F238E27FC236}">
                <a16:creationId xmlns:a16="http://schemas.microsoft.com/office/drawing/2014/main" id="{8797D475-E45A-4AB0-A853-6C3ED8838746}"/>
              </a:ext>
            </a:extLst>
          </p:cNvPr>
          <p:cNvSpPr>
            <a:spLocks xmlns:a="http://schemas.openxmlformats.org/drawingml/2006/main" noGrp="1"/>
          </p:cNvSpPr>
          <p:nvPr/>
        </p:nvSpPr>
        <p:spPr>
          <a:xfrm xmlns:a="http://schemas.openxmlformats.org/drawingml/2006/main">
            <a:off x="9953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5" name="sample-stem-1-0">
            <a:extLst xmlns:a="http://schemas.openxmlformats.org/drawingml/2006/main">
              <a:ext uri="{FF2B5EF4-FFF2-40B4-BE49-F238E27FC236}">
                <a16:creationId xmlns:a16="http://schemas.microsoft.com/office/drawing/2014/main" id="{4E6C5515-910E-4B7A-8F09-9A91ACCEA36E}"/>
              </a:ext>
            </a:extLst>
          </p:cNvPr>
          <p:cNvSpPr>
            <a:spLocks xmlns:a="http://schemas.openxmlformats.org/drawingml/2006/main" noGrp="1"/>
          </p:cNvSpPr>
          <p:nvPr/>
        </p:nvSpPr>
        <p:spPr>
          <a:xfrm xmlns:a="http://schemas.openxmlformats.org/drawingml/2006/main">
            <a:off x="2238375" y="25359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16" name="sample-1-0">
            <a:extLst xmlns:a="http://schemas.openxmlformats.org/drawingml/2006/main">
              <a:ext uri="{FF2B5EF4-FFF2-40B4-BE49-F238E27FC236}">
                <a16:creationId xmlns:a16="http://schemas.microsoft.com/office/drawing/2014/main" id="{E4EBB32D-59BA-4833-9641-B38F21738497}"/>
              </a:ext>
            </a:extLst>
          </p:cNvPr>
          <p:cNvSpPr>
            <a:spLocks xmlns:a="http://schemas.openxmlformats.org/drawingml/2006/main" noGrp="1"/>
          </p:cNvSpPr>
          <p:nvPr/>
        </p:nvSpPr>
        <p:spPr>
          <a:xfrm xmlns:a="http://schemas.openxmlformats.org/drawingml/2006/main">
            <a:off x="2171700" y="2469316"/>
            <a:ext cx="133350" cy="13335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7" name="time-unit-1">
            <a:extLst xmlns:a="http://schemas.openxmlformats.org/drawingml/2006/main">
              <a:ext uri="{FF2B5EF4-FFF2-40B4-BE49-F238E27FC236}">
                <a16:creationId xmlns:a16="http://schemas.microsoft.com/office/drawing/2014/main" id="{34E93936-A4B8-403C-825E-066344FD70ED}"/>
              </a:ext>
            </a:extLst>
          </p:cNvPr>
          <p:cNvSpPr>
            <a:spLocks xmlns:a="http://schemas.openxmlformats.org/drawingml/2006/main" noGrp="1"/>
          </p:cNvSpPr>
          <p:nvPr/>
        </p:nvSpPr>
        <p:spPr>
          <a:xfrm xmlns:a="http://schemas.openxmlformats.org/drawingml/2006/main">
            <a:off x="10363200" y="29432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8" name="rate-2">
            <a:extLst xmlns:a="http://schemas.openxmlformats.org/drawingml/2006/main">
              <a:ext uri="{FF2B5EF4-FFF2-40B4-BE49-F238E27FC236}">
                <a16:creationId xmlns:a16="http://schemas.microsoft.com/office/drawing/2014/main" id="{C1A0DADE-F426-4D1A-9E6F-37158377BF2C}"/>
              </a:ext>
            </a:extLst>
          </p:cNvPr>
          <p:cNvSpPr>
            <a:spLocks xmlns:a="http://schemas.openxmlformats.org/drawingml/2006/main" noGrp="1"/>
          </p:cNvSpPr>
          <p:nvPr/>
        </p:nvSpPr>
        <p:spPr>
          <a:xfrm xmlns:a="http://schemas.openxmlformats.org/drawingml/2006/main">
            <a:off x="609600" y="41719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2 Hz</a:t>
            </a:r>
          </a:p>
        </p:txBody>
      </p:sp>
      <p:sp>
        <p:nvSpPr>
          <p:cNvPr id="19" name="time-axis-2">
            <a:extLst xmlns:a="http://schemas.openxmlformats.org/drawingml/2006/main">
              <a:ext uri="{FF2B5EF4-FFF2-40B4-BE49-F238E27FC236}">
                <a16:creationId xmlns:a16="http://schemas.microsoft.com/office/drawing/2014/main" id="{CE6F2F3A-5C06-48B6-819E-1EC5177DAD61}"/>
              </a:ext>
            </a:extLst>
          </p:cNvPr>
          <p:cNvSpPr>
            <a:spLocks xmlns:a="http://schemas.openxmlformats.org/drawingml/2006/main" noGrp="1"/>
          </p:cNvSpPr>
          <p:nvPr/>
        </p:nvSpPr>
        <p:spPr>
          <a:xfrm xmlns:a="http://schemas.openxmlformats.org/drawingml/2006/main">
            <a:off x="2238375" y="43576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20" name="same-signal-2">
            <a:extLst xmlns:a="http://schemas.openxmlformats.org/drawingml/2006/main">
              <a:ext uri="{FF2B5EF4-FFF2-40B4-BE49-F238E27FC236}">
                <a16:creationId xmlns:a16="http://schemas.microsoft.com/office/drawing/2014/main" id="{67B2C67A-FCE9-4F69-A199-2F3041A2FEC4}"/>
              </a:ext>
            </a:extLst>
          </p:cNvPr>
          <p:cNvSpPr>
            <a:spLocks xmlns:a="http://schemas.openxmlformats.org/drawingml/2006/main" noGrp="1"/>
          </p:cNvSpPr>
          <p:nvPr/>
        </p:nvSpPr>
        <p:spPr>
          <a:xfrm xmlns:a="http://schemas.openxmlformats.org/drawingml/2006/main">
            <a:off x="2238375" y="40824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21" name="tick-2-0">
            <a:extLst xmlns:a="http://schemas.openxmlformats.org/drawingml/2006/main">
              <a:ext uri="{FF2B5EF4-FFF2-40B4-BE49-F238E27FC236}">
                <a16:creationId xmlns:a16="http://schemas.microsoft.com/office/drawing/2014/main" id="{FE59064E-1CAF-4EDA-9051-5C0FE01B8CFE}"/>
              </a:ext>
            </a:extLst>
          </p:cNvPr>
          <p:cNvSpPr>
            <a:spLocks xmlns:a="http://schemas.openxmlformats.org/drawingml/2006/main" noGrp="1"/>
          </p:cNvSpPr>
          <p:nvPr/>
        </p:nvSpPr>
        <p:spPr>
          <a:xfrm xmlns:a="http://schemas.openxmlformats.org/drawingml/2006/main">
            <a:off x="2238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2" name="time-2-0">
            <a:extLst xmlns:a="http://schemas.openxmlformats.org/drawingml/2006/main">
              <a:ext uri="{FF2B5EF4-FFF2-40B4-BE49-F238E27FC236}">
                <a16:creationId xmlns:a16="http://schemas.microsoft.com/office/drawing/2014/main" id="{ECB94107-7CD2-4582-BC1D-09693C4B0138}"/>
              </a:ext>
            </a:extLst>
          </p:cNvPr>
          <p:cNvSpPr>
            <a:spLocks xmlns:a="http://schemas.openxmlformats.org/drawingml/2006/main" noGrp="1"/>
          </p:cNvSpPr>
          <p:nvPr/>
        </p:nvSpPr>
        <p:spPr>
          <a:xfrm xmlns:a="http://schemas.openxmlformats.org/drawingml/2006/main">
            <a:off x="1952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tick-2-0.5">
            <a:extLst xmlns:a="http://schemas.openxmlformats.org/drawingml/2006/main">
              <a:ext uri="{FF2B5EF4-FFF2-40B4-BE49-F238E27FC236}">
                <a16:creationId xmlns:a16="http://schemas.microsoft.com/office/drawing/2014/main" id="{159938E2-19D9-489F-94BD-67425B9EB25B}"/>
              </a:ext>
            </a:extLst>
          </p:cNvPr>
          <p:cNvSpPr>
            <a:spLocks xmlns:a="http://schemas.openxmlformats.org/drawingml/2006/main" noGrp="1"/>
          </p:cNvSpPr>
          <p:nvPr/>
        </p:nvSpPr>
        <p:spPr>
          <a:xfrm xmlns:a="http://schemas.openxmlformats.org/drawingml/2006/main">
            <a:off x="62388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4" name="time-2-0.5">
            <a:extLst xmlns:a="http://schemas.openxmlformats.org/drawingml/2006/main">
              <a:ext uri="{FF2B5EF4-FFF2-40B4-BE49-F238E27FC236}">
                <a16:creationId xmlns:a16="http://schemas.microsoft.com/office/drawing/2014/main" id="{DCC03D0A-A896-40D8-A585-F46CF2F40F5D}"/>
              </a:ext>
            </a:extLst>
          </p:cNvPr>
          <p:cNvSpPr>
            <a:spLocks xmlns:a="http://schemas.openxmlformats.org/drawingml/2006/main" noGrp="1"/>
          </p:cNvSpPr>
          <p:nvPr/>
        </p:nvSpPr>
        <p:spPr>
          <a:xfrm xmlns:a="http://schemas.openxmlformats.org/drawingml/2006/main">
            <a:off x="59531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5" name="tick-2-1">
            <a:extLst xmlns:a="http://schemas.openxmlformats.org/drawingml/2006/main">
              <a:ext uri="{FF2B5EF4-FFF2-40B4-BE49-F238E27FC236}">
                <a16:creationId xmlns:a16="http://schemas.microsoft.com/office/drawing/2014/main" id="{39676BC0-8406-49EE-B2D0-91BBFE18D43C}"/>
              </a:ext>
            </a:extLst>
          </p:cNvPr>
          <p:cNvSpPr>
            <a:spLocks xmlns:a="http://schemas.openxmlformats.org/drawingml/2006/main" noGrp="1"/>
          </p:cNvSpPr>
          <p:nvPr/>
        </p:nvSpPr>
        <p:spPr>
          <a:xfrm xmlns:a="http://schemas.openxmlformats.org/drawingml/2006/main">
            <a:off x="10239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6" name="time-2-1">
            <a:extLst xmlns:a="http://schemas.openxmlformats.org/drawingml/2006/main">
              <a:ext uri="{FF2B5EF4-FFF2-40B4-BE49-F238E27FC236}">
                <a16:creationId xmlns:a16="http://schemas.microsoft.com/office/drawing/2014/main" id="{EEE68F54-B075-4A5D-A2D0-46BF6C2D8F45}"/>
              </a:ext>
            </a:extLst>
          </p:cNvPr>
          <p:cNvSpPr>
            <a:spLocks xmlns:a="http://schemas.openxmlformats.org/drawingml/2006/main" noGrp="1"/>
          </p:cNvSpPr>
          <p:nvPr/>
        </p:nvSpPr>
        <p:spPr>
          <a:xfrm xmlns:a="http://schemas.openxmlformats.org/drawingml/2006/main">
            <a:off x="9953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7" name="sample-stem-2-0">
            <a:extLst xmlns:a="http://schemas.openxmlformats.org/drawingml/2006/main">
              <a:ext uri="{FF2B5EF4-FFF2-40B4-BE49-F238E27FC236}">
                <a16:creationId xmlns:a16="http://schemas.microsoft.com/office/drawing/2014/main" id="{7E7AD7CA-DF1A-43E9-95C5-3E9F47F574F5}"/>
              </a:ext>
            </a:extLst>
          </p:cNvPr>
          <p:cNvSpPr>
            <a:spLocks xmlns:a="http://schemas.openxmlformats.org/drawingml/2006/main" noGrp="1"/>
          </p:cNvSpPr>
          <p:nvPr/>
        </p:nvSpPr>
        <p:spPr>
          <a:xfrm xmlns:a="http://schemas.openxmlformats.org/drawingml/2006/main">
            <a:off x="2238375" y="42504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28" name="sample-2-0">
            <a:extLst xmlns:a="http://schemas.openxmlformats.org/drawingml/2006/main">
              <a:ext uri="{FF2B5EF4-FFF2-40B4-BE49-F238E27FC236}">
                <a16:creationId xmlns:a16="http://schemas.microsoft.com/office/drawing/2014/main" id="{7D4BB745-BD8B-4511-A0AC-6A74CAD670C2}"/>
              </a:ext>
            </a:extLst>
          </p:cNvPr>
          <p:cNvSpPr>
            <a:spLocks xmlns:a="http://schemas.openxmlformats.org/drawingml/2006/main" noGrp="1"/>
          </p:cNvSpPr>
          <p:nvPr/>
        </p:nvSpPr>
        <p:spPr>
          <a:xfrm xmlns:a="http://schemas.openxmlformats.org/drawingml/2006/main">
            <a:off x="2171700" y="4183816"/>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sample-stem-2-1">
            <a:extLst xmlns:a="http://schemas.openxmlformats.org/drawingml/2006/main">
              <a:ext uri="{FF2B5EF4-FFF2-40B4-BE49-F238E27FC236}">
                <a16:creationId xmlns:a16="http://schemas.microsoft.com/office/drawing/2014/main" id="{BD8DEAC5-A398-427D-8CF9-9210897824C9}"/>
              </a:ext>
            </a:extLst>
          </p:cNvPr>
          <p:cNvSpPr>
            <a:spLocks xmlns:a="http://schemas.openxmlformats.org/drawingml/2006/main" noGrp="1"/>
          </p:cNvSpPr>
          <p:nvPr/>
        </p:nvSpPr>
        <p:spPr>
          <a:xfrm xmlns:a="http://schemas.openxmlformats.org/drawingml/2006/main">
            <a:off x="6238875" y="4357688"/>
            <a:ext cx="9525" cy="107196"/>
          </a:xfrm>
          <a:custGeom xmlns:a="http://schemas.openxmlformats.org/drawingml/2006/main">
            <a:pathLst>
              <a:path w="9525" h="107196">
                <a:moveTo>
                  <a:pt x="0" y="0"/>
                </a:moveTo>
                <a:lnTo>
                  <a:pt x="0" y="107196"/>
                </a:lnTo>
              </a:path>
            </a:pathLst>
          </a:custGeom>
          <a:noFill xmlns:a="http://schemas.openxmlformats.org/drawingml/2006/main"/>
          <a:ln xmlns:a="http://schemas.openxmlformats.org/drawingml/2006/main" w="10478">
            <a:solidFill>
              <a:srgbClr val="D7D7DE"/>
            </a:solidFill>
          </a:ln>
        </p:spPr>
      </p:sp>
      <p:sp>
        <p:nvSpPr>
          <p:cNvPr id="30" name="sample-2-1">
            <a:extLst xmlns:a="http://schemas.openxmlformats.org/drawingml/2006/main">
              <a:ext uri="{FF2B5EF4-FFF2-40B4-BE49-F238E27FC236}">
                <a16:creationId xmlns:a16="http://schemas.microsoft.com/office/drawing/2014/main" id="{FD027F53-9D1B-4583-A144-9DCB6A6B547D}"/>
              </a:ext>
            </a:extLst>
          </p:cNvPr>
          <p:cNvSpPr>
            <a:spLocks xmlns:a="http://schemas.openxmlformats.org/drawingml/2006/main" noGrp="1"/>
          </p:cNvSpPr>
          <p:nvPr/>
        </p:nvSpPr>
        <p:spPr>
          <a:xfrm xmlns:a="http://schemas.openxmlformats.org/drawingml/2006/main">
            <a:off x="6172200" y="4398209"/>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time-unit-2">
            <a:extLst xmlns:a="http://schemas.openxmlformats.org/drawingml/2006/main">
              <a:ext uri="{FF2B5EF4-FFF2-40B4-BE49-F238E27FC236}">
                <a16:creationId xmlns:a16="http://schemas.microsoft.com/office/drawing/2014/main" id="{D7A01BA1-6B17-4F52-BA51-02529B091C09}"/>
              </a:ext>
            </a:extLst>
          </p:cNvPr>
          <p:cNvSpPr>
            <a:spLocks xmlns:a="http://schemas.openxmlformats.org/drawingml/2006/main" noGrp="1"/>
          </p:cNvSpPr>
          <p:nvPr/>
        </p:nvSpPr>
        <p:spPr>
          <a:xfrm xmlns:a="http://schemas.openxmlformats.org/drawingml/2006/main">
            <a:off x="10363200" y="46577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32" name="text">
            <a:extLst xmlns:a="http://schemas.openxmlformats.org/drawingml/2006/main">
              <a:ext uri="{FF2B5EF4-FFF2-40B4-BE49-F238E27FC236}">
                <a16:creationId xmlns:a16="http://schemas.microsoft.com/office/drawing/2014/main" id="{C770F37B-B2D5-4CF9-97B4-19C33B6B1898}"/>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采样率：每秒、每声道采集的样本数。</a:t>
            </a:r>
          </a:p>
        </p:txBody>
      </p:sp>
    </p:spTree>
    <p:extLst>
      <p:ext uri="{BB962C8B-B14F-4D97-AF65-F5344CB8AC3E}">
        <p14:creationId xmlns:p14="http://schemas.microsoft.com/office/powerpoint/2010/main" val="160191488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58250CB-1004-4122-BC2C-0ECD2E446DC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CE6D193-3F9B-491E-9D8E-81955023D09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DE413A3-F364-4A33-9DDF-26057D1CCE8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提高采样率，时间轴上的什么变了？</a:t>
            </a:r>
          </a:p>
        </p:txBody>
      </p:sp>
      <p:sp>
        <p:nvSpPr>
          <p:cNvPr id="5" name="text">
            <a:extLst xmlns:a="http://schemas.openxmlformats.org/drawingml/2006/main">
              <a:ext uri="{FF2B5EF4-FFF2-40B4-BE49-F238E27FC236}">
                <a16:creationId xmlns:a16="http://schemas.microsoft.com/office/drawing/2014/main" id="{B50EF495-982F-450A-A8D8-63E0D24027F5}"/>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同一信号、同一秒 [0,1)，只改变每秒的采样次数。</a:t>
            </a:r>
          </a:p>
        </p:txBody>
      </p:sp>
      <p:sp>
        <p:nvSpPr>
          <p:cNvPr id="6" name="density-heading-8">
            <a:extLst xmlns:a="http://schemas.openxmlformats.org/drawingml/2006/main">
              <a:ext uri="{FF2B5EF4-FFF2-40B4-BE49-F238E27FC236}">
                <a16:creationId xmlns:a16="http://schemas.microsoft.com/office/drawing/2014/main" id="{06F87067-6A9B-4B0E-A353-4951EFEAF444}"/>
              </a:ext>
            </a:extLst>
          </p:cNvPr>
          <p:cNvSpPr>
            <a:spLocks xmlns:a="http://schemas.openxmlformats.org/drawingml/2006/main" noGrp="1"/>
          </p:cNvSpPr>
          <p:nvPr/>
        </p:nvSpPr>
        <p:spPr>
          <a:xfrm xmlns:a="http://schemas.openxmlformats.org/drawingml/2006/main">
            <a:off x="609600" y="2781300"/>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8 Hz：8个样本</a:t>
            </a:r>
          </a:p>
        </p:txBody>
      </p:sp>
      <p:sp>
        <p:nvSpPr>
          <p:cNvPr id="7" name="density-time-axis-8">
            <a:extLst xmlns:a="http://schemas.openxmlformats.org/drawingml/2006/main">
              <a:ext uri="{FF2B5EF4-FFF2-40B4-BE49-F238E27FC236}">
                <a16:creationId xmlns:a16="http://schemas.microsoft.com/office/drawing/2014/main" id="{E0DC8DE3-EBE4-4601-9D4F-367E4A6FE60E}"/>
              </a:ext>
            </a:extLst>
          </p:cNvPr>
          <p:cNvSpPr>
            <a:spLocks xmlns:a="http://schemas.openxmlformats.org/drawingml/2006/main" noGrp="1"/>
          </p:cNvSpPr>
          <p:nvPr/>
        </p:nvSpPr>
        <p:spPr>
          <a:xfrm xmlns:a="http://schemas.openxmlformats.org/drawingml/2006/main">
            <a:off x="3333750" y="3048000"/>
            <a:ext cx="7867650" cy="9525"/>
          </a:xfrm>
          <a:custGeom xmlns:a="http://schemas.openxmlformats.org/drawingml/2006/main">
            <a:pathLst>
              <a:path w="7867650" h="9525">
                <a:moveTo>
                  <a:pt x="0" y="0"/>
                </a:moveTo>
                <a:lnTo>
                  <a:pt x="7867650" y="0"/>
                </a:lnTo>
              </a:path>
            </a:pathLst>
          </a:custGeom>
          <a:noFill xmlns:a="http://schemas.openxmlformats.org/drawingml/2006/main"/>
          <a:ln xmlns:a="http://schemas.openxmlformats.org/drawingml/2006/main" w="11430">
            <a:solidFill>
              <a:srgbClr val="808080"/>
            </a:solidFill>
          </a:ln>
        </p:spPr>
      </p:sp>
      <p:sp>
        <p:nvSpPr>
          <p:cNvPr id="8" name="density-amplitude-axis-8">
            <a:extLst xmlns:a="http://schemas.openxmlformats.org/drawingml/2006/main">
              <a:ext uri="{FF2B5EF4-FFF2-40B4-BE49-F238E27FC236}">
                <a16:creationId xmlns:a16="http://schemas.microsoft.com/office/drawing/2014/main" id="{743434A8-9FEA-4A46-9138-00ECC92EF914}"/>
              </a:ext>
            </a:extLst>
          </p:cNvPr>
          <p:cNvSpPr>
            <a:spLocks xmlns:a="http://schemas.openxmlformats.org/drawingml/2006/main" noGrp="1"/>
          </p:cNvSpPr>
          <p:nvPr/>
        </p:nvSpPr>
        <p:spPr>
          <a:xfrm xmlns:a="http://schemas.openxmlformats.org/drawingml/2006/main">
            <a:off x="3333750" y="2428875"/>
            <a:ext cx="9525" cy="1238250"/>
          </a:xfrm>
          <a:custGeom xmlns:a="http://schemas.openxmlformats.org/drawingml/2006/main">
            <a:pathLst>
              <a:path w="9525" h="1238250">
                <a:moveTo>
                  <a:pt x="0" y="0"/>
                </a:moveTo>
                <a:lnTo>
                  <a:pt x="0" y="1238250"/>
                </a:lnTo>
              </a:path>
            </a:pathLst>
          </a:custGeom>
          <a:noFill xmlns:a="http://schemas.openxmlformats.org/drawingml/2006/main"/>
          <a:ln xmlns:a="http://schemas.openxmlformats.org/drawingml/2006/main" w="11430">
            <a:solidFill>
              <a:srgbClr val="808080"/>
            </a:solidFill>
          </a:ln>
        </p:spPr>
      </p:sp>
      <p:sp>
        <p:nvSpPr>
          <p:cNvPr id="9" name="density-amplitude-label-8">
            <a:extLst xmlns:a="http://schemas.openxmlformats.org/drawingml/2006/main">
              <a:ext uri="{FF2B5EF4-FFF2-40B4-BE49-F238E27FC236}">
                <a16:creationId xmlns:a16="http://schemas.microsoft.com/office/drawing/2014/main" id="{658F2FE9-5AE4-4868-83DB-1762A2763BE3}"/>
              </a:ext>
            </a:extLst>
          </p:cNvPr>
          <p:cNvSpPr>
            <a:spLocks xmlns:a="http://schemas.openxmlformats.org/drawingml/2006/main" noGrp="1"/>
          </p:cNvSpPr>
          <p:nvPr/>
        </p:nvSpPr>
        <p:spPr>
          <a:xfrm xmlns:a="http://schemas.openxmlformats.org/drawingml/2006/main">
            <a:off x="2724150" y="2390775"/>
            <a:ext cx="60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0" name="density-signal-8">
            <a:extLst xmlns:a="http://schemas.openxmlformats.org/drawingml/2006/main">
              <a:ext uri="{FF2B5EF4-FFF2-40B4-BE49-F238E27FC236}">
                <a16:creationId xmlns:a16="http://schemas.microsoft.com/office/drawing/2014/main" id="{86D74849-CE1F-42F9-958F-D074B531ADD1}"/>
              </a:ext>
            </a:extLst>
          </p:cNvPr>
          <p:cNvSpPr>
            <a:spLocks xmlns:a="http://schemas.openxmlformats.org/drawingml/2006/main" noGrp="1"/>
          </p:cNvSpPr>
          <p:nvPr/>
        </p:nvSpPr>
        <p:spPr>
          <a:xfrm xmlns:a="http://schemas.openxmlformats.org/drawingml/2006/main">
            <a:off x="3333750" y="2705104"/>
            <a:ext cx="7867650" cy="685792"/>
          </a:xfrm>
          <a:custGeom xmlns:a="http://schemas.openxmlformats.org/drawingml/2006/main">
            <a:pathLst>
              <a:path w="7867650" h="685792">
                <a:moveTo>
                  <a:pt x="0" y="308663"/>
                </a:moveTo>
                <a:lnTo>
                  <a:pt x="32782" y="290854"/>
                </a:lnTo>
                <a:lnTo>
                  <a:pt x="65564" y="273187"/>
                </a:lnTo>
                <a:lnTo>
                  <a:pt x="98346" y="255711"/>
                </a:lnTo>
                <a:lnTo>
                  <a:pt x="131127" y="238475"/>
                </a:lnTo>
                <a:lnTo>
                  <a:pt x="163909" y="221524"/>
                </a:lnTo>
                <a:lnTo>
                  <a:pt x="196691" y="204906"/>
                </a:lnTo>
                <a:lnTo>
                  <a:pt x="229473" y="188667"/>
                </a:lnTo>
                <a:lnTo>
                  <a:pt x="262255" y="172850"/>
                </a:lnTo>
                <a:lnTo>
                  <a:pt x="295037" y="157499"/>
                </a:lnTo>
                <a:lnTo>
                  <a:pt x="327819" y="142656"/>
                </a:lnTo>
                <a:lnTo>
                  <a:pt x="360601" y="128362"/>
                </a:lnTo>
                <a:lnTo>
                  <a:pt x="393383" y="114657"/>
                </a:lnTo>
                <a:lnTo>
                  <a:pt x="426164" y="101576"/>
                </a:lnTo>
                <a:lnTo>
                  <a:pt x="458946" y="89158"/>
                </a:lnTo>
                <a:lnTo>
                  <a:pt x="491728" y="77434"/>
                </a:lnTo>
                <a:lnTo>
                  <a:pt x="524510" y="66439"/>
                </a:lnTo>
                <a:lnTo>
                  <a:pt x="557292" y="56201"/>
                </a:lnTo>
                <a:lnTo>
                  <a:pt x="590074" y="46749"/>
                </a:lnTo>
                <a:lnTo>
                  <a:pt x="622856" y="38108"/>
                </a:lnTo>
                <a:lnTo>
                  <a:pt x="655637" y="30303"/>
                </a:lnTo>
                <a:lnTo>
                  <a:pt x="688419" y="23355"/>
                </a:lnTo>
                <a:lnTo>
                  <a:pt x="721201" y="17283"/>
                </a:lnTo>
                <a:lnTo>
                  <a:pt x="753983" y="12103"/>
                </a:lnTo>
                <a:lnTo>
                  <a:pt x="786765" y="7830"/>
                </a:lnTo>
                <a:lnTo>
                  <a:pt x="819547" y="4475"/>
                </a:lnTo>
                <a:lnTo>
                  <a:pt x="852329" y="2048"/>
                </a:lnTo>
                <a:lnTo>
                  <a:pt x="885111" y="555"/>
                </a:lnTo>
                <a:lnTo>
                  <a:pt x="917893" y="0"/>
                </a:lnTo>
                <a:lnTo>
                  <a:pt x="950674" y="385"/>
                </a:lnTo>
                <a:lnTo>
                  <a:pt x="983456" y="1709"/>
                </a:lnTo>
                <a:lnTo>
                  <a:pt x="1016238" y="3968"/>
                </a:lnTo>
                <a:lnTo>
                  <a:pt x="1049020" y="7157"/>
                </a:lnTo>
                <a:lnTo>
                  <a:pt x="1081802" y="11265"/>
                </a:lnTo>
                <a:lnTo>
                  <a:pt x="1114584" y="16282"/>
                </a:lnTo>
                <a:lnTo>
                  <a:pt x="1147366" y="22195"/>
                </a:lnTo>
                <a:lnTo>
                  <a:pt x="1180147" y="28987"/>
                </a:lnTo>
                <a:lnTo>
                  <a:pt x="1212929" y="36639"/>
                </a:lnTo>
                <a:lnTo>
                  <a:pt x="1245711" y="45130"/>
                </a:lnTo>
                <a:lnTo>
                  <a:pt x="1278493" y="54438"/>
                </a:lnTo>
                <a:lnTo>
                  <a:pt x="1311275" y="64536"/>
                </a:lnTo>
                <a:lnTo>
                  <a:pt x="1344057" y="75397"/>
                </a:lnTo>
                <a:lnTo>
                  <a:pt x="1376839" y="86992"/>
                </a:lnTo>
                <a:lnTo>
                  <a:pt x="1409621" y="99288"/>
                </a:lnTo>
                <a:lnTo>
                  <a:pt x="1442403" y="112251"/>
                </a:lnTo>
                <a:lnTo>
                  <a:pt x="1475184" y="125847"/>
                </a:lnTo>
                <a:lnTo>
                  <a:pt x="1507966" y="140038"/>
                </a:lnTo>
                <a:lnTo>
                  <a:pt x="1540748" y="154784"/>
                </a:lnTo>
                <a:lnTo>
                  <a:pt x="1573530" y="170047"/>
                </a:lnTo>
                <a:lnTo>
                  <a:pt x="1606312" y="185783"/>
                </a:lnTo>
                <a:lnTo>
                  <a:pt x="1639094" y="201949"/>
                </a:lnTo>
                <a:lnTo>
                  <a:pt x="1671876" y="218502"/>
                </a:lnTo>
                <a:lnTo>
                  <a:pt x="1704658" y="235396"/>
                </a:lnTo>
                <a:lnTo>
                  <a:pt x="1737439" y="252585"/>
                </a:lnTo>
                <a:lnTo>
                  <a:pt x="1770221" y="270021"/>
                </a:lnTo>
                <a:lnTo>
                  <a:pt x="1803003" y="287657"/>
                </a:lnTo>
                <a:lnTo>
                  <a:pt x="1835785" y="305444"/>
                </a:lnTo>
                <a:lnTo>
                  <a:pt x="1868567" y="323334"/>
                </a:lnTo>
                <a:lnTo>
                  <a:pt x="1901349" y="341278"/>
                </a:lnTo>
                <a:lnTo>
                  <a:pt x="1934131" y="359226"/>
                </a:lnTo>
                <a:lnTo>
                  <a:pt x="1966913" y="377129"/>
                </a:lnTo>
                <a:lnTo>
                  <a:pt x="1999694" y="394938"/>
                </a:lnTo>
                <a:lnTo>
                  <a:pt x="2032476" y="412605"/>
                </a:lnTo>
                <a:lnTo>
                  <a:pt x="2065258" y="430081"/>
                </a:lnTo>
                <a:lnTo>
                  <a:pt x="2098040" y="447318"/>
                </a:lnTo>
                <a:lnTo>
                  <a:pt x="2130822" y="464268"/>
                </a:lnTo>
                <a:lnTo>
                  <a:pt x="2163604" y="480886"/>
                </a:lnTo>
                <a:lnTo>
                  <a:pt x="2196386" y="497126"/>
                </a:lnTo>
                <a:lnTo>
                  <a:pt x="2229167" y="512943"/>
                </a:lnTo>
                <a:lnTo>
                  <a:pt x="2261949" y="528294"/>
                </a:lnTo>
                <a:lnTo>
                  <a:pt x="2294731" y="543136"/>
                </a:lnTo>
                <a:lnTo>
                  <a:pt x="2327513" y="557430"/>
                </a:lnTo>
                <a:lnTo>
                  <a:pt x="2360295" y="571136"/>
                </a:lnTo>
                <a:lnTo>
                  <a:pt x="2393077" y="584216"/>
                </a:lnTo>
                <a:lnTo>
                  <a:pt x="2425859" y="596635"/>
                </a:lnTo>
                <a:lnTo>
                  <a:pt x="2458641" y="608358"/>
                </a:lnTo>
                <a:lnTo>
                  <a:pt x="2491422" y="619354"/>
                </a:lnTo>
                <a:lnTo>
                  <a:pt x="2524204" y="629592"/>
                </a:lnTo>
                <a:lnTo>
                  <a:pt x="2556986" y="639044"/>
                </a:lnTo>
                <a:lnTo>
                  <a:pt x="2589768" y="647684"/>
                </a:lnTo>
                <a:lnTo>
                  <a:pt x="2622550" y="655489"/>
                </a:lnTo>
                <a:lnTo>
                  <a:pt x="2655332" y="662437"/>
                </a:lnTo>
                <a:lnTo>
                  <a:pt x="2688114" y="668510"/>
                </a:lnTo>
                <a:lnTo>
                  <a:pt x="2720896" y="673690"/>
                </a:lnTo>
                <a:lnTo>
                  <a:pt x="2753678" y="677963"/>
                </a:lnTo>
                <a:lnTo>
                  <a:pt x="2786459" y="681318"/>
                </a:lnTo>
                <a:lnTo>
                  <a:pt x="2819241" y="683745"/>
                </a:lnTo>
                <a:lnTo>
                  <a:pt x="2852023" y="685238"/>
                </a:lnTo>
                <a:lnTo>
                  <a:pt x="2884805" y="685792"/>
                </a:lnTo>
                <a:lnTo>
                  <a:pt x="2917587" y="685407"/>
                </a:lnTo>
                <a:lnTo>
                  <a:pt x="2950369" y="684083"/>
                </a:lnTo>
                <a:lnTo>
                  <a:pt x="2983151" y="681824"/>
                </a:lnTo>
                <a:lnTo>
                  <a:pt x="3015933" y="678636"/>
                </a:lnTo>
                <a:lnTo>
                  <a:pt x="3048714" y="674527"/>
                </a:lnTo>
                <a:lnTo>
                  <a:pt x="3081496" y="669510"/>
                </a:lnTo>
                <a:lnTo>
                  <a:pt x="3114278" y="663597"/>
                </a:lnTo>
                <a:lnTo>
                  <a:pt x="3147060" y="656806"/>
                </a:lnTo>
                <a:lnTo>
                  <a:pt x="3179842" y="649154"/>
                </a:lnTo>
                <a:lnTo>
                  <a:pt x="3212624" y="640662"/>
                </a:lnTo>
                <a:lnTo>
                  <a:pt x="3245406" y="631355"/>
                </a:lnTo>
                <a:lnTo>
                  <a:pt x="3278188" y="621256"/>
                </a:lnTo>
                <a:lnTo>
                  <a:pt x="3310969" y="610395"/>
                </a:lnTo>
                <a:lnTo>
                  <a:pt x="3343751" y="598801"/>
                </a:lnTo>
                <a:lnTo>
                  <a:pt x="3376533" y="586505"/>
                </a:lnTo>
                <a:lnTo>
                  <a:pt x="3409315" y="573541"/>
                </a:lnTo>
                <a:lnTo>
                  <a:pt x="3442097" y="559945"/>
                </a:lnTo>
                <a:lnTo>
                  <a:pt x="3474879" y="545755"/>
                </a:lnTo>
                <a:lnTo>
                  <a:pt x="3507661" y="531008"/>
                </a:lnTo>
                <a:lnTo>
                  <a:pt x="3540443" y="515746"/>
                </a:lnTo>
                <a:lnTo>
                  <a:pt x="3573224" y="500010"/>
                </a:lnTo>
                <a:lnTo>
                  <a:pt x="3606006" y="483843"/>
                </a:lnTo>
                <a:lnTo>
                  <a:pt x="3638788" y="467290"/>
                </a:lnTo>
                <a:lnTo>
                  <a:pt x="3671570" y="450396"/>
                </a:lnTo>
                <a:lnTo>
                  <a:pt x="3704352" y="433207"/>
                </a:lnTo>
                <a:lnTo>
                  <a:pt x="3737134" y="415771"/>
                </a:lnTo>
                <a:lnTo>
                  <a:pt x="3769916" y="398135"/>
                </a:lnTo>
                <a:lnTo>
                  <a:pt x="3802698" y="380348"/>
                </a:lnTo>
                <a:lnTo>
                  <a:pt x="3835479" y="362458"/>
                </a:lnTo>
                <a:lnTo>
                  <a:pt x="3868261" y="344515"/>
                </a:lnTo>
                <a:lnTo>
                  <a:pt x="3901043" y="326567"/>
                </a:lnTo>
                <a:lnTo>
                  <a:pt x="3933825" y="308663"/>
                </a:lnTo>
                <a:lnTo>
                  <a:pt x="3966607" y="290854"/>
                </a:lnTo>
                <a:lnTo>
                  <a:pt x="3999389" y="273187"/>
                </a:lnTo>
                <a:lnTo>
                  <a:pt x="4032171" y="255711"/>
                </a:lnTo>
                <a:lnTo>
                  <a:pt x="4064953" y="238475"/>
                </a:lnTo>
                <a:lnTo>
                  <a:pt x="4097734" y="221524"/>
                </a:lnTo>
                <a:lnTo>
                  <a:pt x="4130516" y="204906"/>
                </a:lnTo>
                <a:lnTo>
                  <a:pt x="4163298" y="188667"/>
                </a:lnTo>
                <a:lnTo>
                  <a:pt x="4196080" y="172850"/>
                </a:lnTo>
                <a:lnTo>
                  <a:pt x="4228862" y="157499"/>
                </a:lnTo>
                <a:lnTo>
                  <a:pt x="4261644" y="142656"/>
                </a:lnTo>
                <a:lnTo>
                  <a:pt x="4294426" y="128362"/>
                </a:lnTo>
                <a:lnTo>
                  <a:pt x="4327208" y="114657"/>
                </a:lnTo>
                <a:lnTo>
                  <a:pt x="4359989" y="101576"/>
                </a:lnTo>
                <a:lnTo>
                  <a:pt x="4392771" y="89158"/>
                </a:lnTo>
                <a:lnTo>
                  <a:pt x="4425553" y="77434"/>
                </a:lnTo>
                <a:lnTo>
                  <a:pt x="4458335" y="66439"/>
                </a:lnTo>
                <a:lnTo>
                  <a:pt x="4491117" y="56201"/>
                </a:lnTo>
                <a:lnTo>
                  <a:pt x="4523899" y="46749"/>
                </a:lnTo>
                <a:lnTo>
                  <a:pt x="4556681" y="38108"/>
                </a:lnTo>
                <a:lnTo>
                  <a:pt x="4589462" y="30303"/>
                </a:lnTo>
                <a:lnTo>
                  <a:pt x="4622244" y="23355"/>
                </a:lnTo>
                <a:lnTo>
                  <a:pt x="4655026" y="17283"/>
                </a:lnTo>
                <a:lnTo>
                  <a:pt x="4687808" y="12103"/>
                </a:lnTo>
                <a:lnTo>
                  <a:pt x="4720590" y="7830"/>
                </a:lnTo>
                <a:lnTo>
                  <a:pt x="4753372" y="4475"/>
                </a:lnTo>
                <a:lnTo>
                  <a:pt x="4786154" y="2048"/>
                </a:lnTo>
                <a:lnTo>
                  <a:pt x="4818936" y="555"/>
                </a:lnTo>
                <a:lnTo>
                  <a:pt x="4851718" y="0"/>
                </a:lnTo>
                <a:lnTo>
                  <a:pt x="4884499" y="385"/>
                </a:lnTo>
                <a:lnTo>
                  <a:pt x="4917281" y="1709"/>
                </a:lnTo>
                <a:lnTo>
                  <a:pt x="4950063" y="3968"/>
                </a:lnTo>
                <a:lnTo>
                  <a:pt x="4982845" y="7157"/>
                </a:lnTo>
                <a:lnTo>
                  <a:pt x="5015627" y="11265"/>
                </a:lnTo>
                <a:lnTo>
                  <a:pt x="5048409" y="16282"/>
                </a:lnTo>
                <a:lnTo>
                  <a:pt x="5081191" y="22195"/>
                </a:lnTo>
                <a:lnTo>
                  <a:pt x="5113973" y="28987"/>
                </a:lnTo>
                <a:lnTo>
                  <a:pt x="5146754" y="36639"/>
                </a:lnTo>
                <a:lnTo>
                  <a:pt x="5179536" y="45130"/>
                </a:lnTo>
                <a:lnTo>
                  <a:pt x="5212318" y="54438"/>
                </a:lnTo>
                <a:lnTo>
                  <a:pt x="5245100" y="64536"/>
                </a:lnTo>
                <a:lnTo>
                  <a:pt x="5277882" y="75397"/>
                </a:lnTo>
                <a:lnTo>
                  <a:pt x="5310664" y="86992"/>
                </a:lnTo>
                <a:lnTo>
                  <a:pt x="5343446" y="99288"/>
                </a:lnTo>
                <a:lnTo>
                  <a:pt x="5376227" y="112251"/>
                </a:lnTo>
                <a:lnTo>
                  <a:pt x="5409009" y="125847"/>
                </a:lnTo>
                <a:lnTo>
                  <a:pt x="5441791" y="140038"/>
                </a:lnTo>
                <a:lnTo>
                  <a:pt x="5474573" y="154784"/>
                </a:lnTo>
                <a:lnTo>
                  <a:pt x="5507355" y="170047"/>
                </a:lnTo>
                <a:lnTo>
                  <a:pt x="5540137" y="185783"/>
                </a:lnTo>
                <a:lnTo>
                  <a:pt x="5572919" y="201949"/>
                </a:lnTo>
                <a:lnTo>
                  <a:pt x="5605701" y="218502"/>
                </a:lnTo>
                <a:lnTo>
                  <a:pt x="5638483" y="235396"/>
                </a:lnTo>
                <a:lnTo>
                  <a:pt x="5671264" y="252585"/>
                </a:lnTo>
                <a:lnTo>
                  <a:pt x="5704046" y="270021"/>
                </a:lnTo>
                <a:lnTo>
                  <a:pt x="5736828" y="287657"/>
                </a:lnTo>
                <a:lnTo>
                  <a:pt x="5769610" y="305444"/>
                </a:lnTo>
                <a:lnTo>
                  <a:pt x="5802392" y="323334"/>
                </a:lnTo>
                <a:lnTo>
                  <a:pt x="5835174" y="341278"/>
                </a:lnTo>
                <a:lnTo>
                  <a:pt x="5867956" y="359226"/>
                </a:lnTo>
                <a:lnTo>
                  <a:pt x="5900738" y="377129"/>
                </a:lnTo>
                <a:lnTo>
                  <a:pt x="5933519" y="394938"/>
                </a:lnTo>
                <a:lnTo>
                  <a:pt x="5966301" y="412605"/>
                </a:lnTo>
                <a:lnTo>
                  <a:pt x="5999083" y="430081"/>
                </a:lnTo>
                <a:lnTo>
                  <a:pt x="6031865" y="447318"/>
                </a:lnTo>
                <a:lnTo>
                  <a:pt x="6064647" y="464268"/>
                </a:lnTo>
                <a:lnTo>
                  <a:pt x="6097429" y="480886"/>
                </a:lnTo>
                <a:lnTo>
                  <a:pt x="6130211" y="497126"/>
                </a:lnTo>
                <a:lnTo>
                  <a:pt x="6162993" y="512943"/>
                </a:lnTo>
                <a:lnTo>
                  <a:pt x="6195774" y="528294"/>
                </a:lnTo>
                <a:lnTo>
                  <a:pt x="6228556" y="543136"/>
                </a:lnTo>
                <a:lnTo>
                  <a:pt x="6261338" y="557430"/>
                </a:lnTo>
                <a:lnTo>
                  <a:pt x="6294120" y="571136"/>
                </a:lnTo>
                <a:lnTo>
                  <a:pt x="6326902" y="584216"/>
                </a:lnTo>
                <a:lnTo>
                  <a:pt x="6359684" y="596635"/>
                </a:lnTo>
                <a:lnTo>
                  <a:pt x="6392466" y="608358"/>
                </a:lnTo>
                <a:lnTo>
                  <a:pt x="6425247" y="619354"/>
                </a:lnTo>
                <a:lnTo>
                  <a:pt x="6458029" y="629592"/>
                </a:lnTo>
                <a:lnTo>
                  <a:pt x="6490811" y="639044"/>
                </a:lnTo>
                <a:lnTo>
                  <a:pt x="6523593" y="647684"/>
                </a:lnTo>
                <a:lnTo>
                  <a:pt x="6556375" y="655489"/>
                </a:lnTo>
                <a:lnTo>
                  <a:pt x="6589157" y="662437"/>
                </a:lnTo>
                <a:lnTo>
                  <a:pt x="6621939" y="668510"/>
                </a:lnTo>
                <a:lnTo>
                  <a:pt x="6654721" y="673690"/>
                </a:lnTo>
                <a:lnTo>
                  <a:pt x="6687502" y="677963"/>
                </a:lnTo>
                <a:lnTo>
                  <a:pt x="6720284" y="681318"/>
                </a:lnTo>
                <a:lnTo>
                  <a:pt x="6753066" y="683745"/>
                </a:lnTo>
                <a:lnTo>
                  <a:pt x="6785848" y="685238"/>
                </a:lnTo>
                <a:lnTo>
                  <a:pt x="6818630" y="685792"/>
                </a:lnTo>
                <a:lnTo>
                  <a:pt x="6851412" y="685407"/>
                </a:lnTo>
                <a:lnTo>
                  <a:pt x="6884194" y="684083"/>
                </a:lnTo>
                <a:lnTo>
                  <a:pt x="6916976" y="681824"/>
                </a:lnTo>
                <a:lnTo>
                  <a:pt x="6949757" y="678636"/>
                </a:lnTo>
                <a:lnTo>
                  <a:pt x="6982539" y="674527"/>
                </a:lnTo>
                <a:lnTo>
                  <a:pt x="7015321" y="669510"/>
                </a:lnTo>
                <a:lnTo>
                  <a:pt x="7048103" y="663597"/>
                </a:lnTo>
                <a:lnTo>
                  <a:pt x="7080885" y="656806"/>
                </a:lnTo>
                <a:lnTo>
                  <a:pt x="7113667" y="649154"/>
                </a:lnTo>
                <a:lnTo>
                  <a:pt x="7146449" y="640662"/>
                </a:lnTo>
                <a:lnTo>
                  <a:pt x="7179231" y="631355"/>
                </a:lnTo>
                <a:lnTo>
                  <a:pt x="7212012" y="621256"/>
                </a:lnTo>
                <a:lnTo>
                  <a:pt x="7244794" y="610395"/>
                </a:lnTo>
                <a:lnTo>
                  <a:pt x="7277576" y="598801"/>
                </a:lnTo>
                <a:lnTo>
                  <a:pt x="7310358" y="586505"/>
                </a:lnTo>
                <a:lnTo>
                  <a:pt x="7343140" y="573541"/>
                </a:lnTo>
                <a:lnTo>
                  <a:pt x="7375922" y="559945"/>
                </a:lnTo>
                <a:lnTo>
                  <a:pt x="7408704" y="545755"/>
                </a:lnTo>
                <a:lnTo>
                  <a:pt x="7441486" y="531008"/>
                </a:lnTo>
                <a:lnTo>
                  <a:pt x="7474268" y="515746"/>
                </a:lnTo>
                <a:lnTo>
                  <a:pt x="7507049" y="500010"/>
                </a:lnTo>
                <a:lnTo>
                  <a:pt x="7539831" y="483843"/>
                </a:lnTo>
                <a:lnTo>
                  <a:pt x="7572613" y="467290"/>
                </a:lnTo>
                <a:lnTo>
                  <a:pt x="7605395" y="450396"/>
                </a:lnTo>
                <a:lnTo>
                  <a:pt x="7638177" y="433207"/>
                </a:lnTo>
                <a:lnTo>
                  <a:pt x="7670959" y="415771"/>
                </a:lnTo>
                <a:lnTo>
                  <a:pt x="7703741" y="398135"/>
                </a:lnTo>
                <a:lnTo>
                  <a:pt x="7736523" y="380348"/>
                </a:lnTo>
                <a:lnTo>
                  <a:pt x="7769304" y="362458"/>
                </a:lnTo>
                <a:lnTo>
                  <a:pt x="7802086" y="344515"/>
                </a:lnTo>
                <a:lnTo>
                  <a:pt x="7834868" y="326567"/>
                </a:lnTo>
                <a:lnTo>
                  <a:pt x="7867650" y="308663"/>
                </a:lnTo>
              </a:path>
            </a:pathLst>
          </a:custGeom>
          <a:noFill xmlns:a="http://schemas.openxmlformats.org/drawingml/2006/main"/>
          <a:ln xmlns:a="http://schemas.openxmlformats.org/drawingml/2006/main" w="16193">
            <a:solidFill>
              <a:srgbClr val="808080"/>
            </a:solidFill>
          </a:ln>
        </p:spPr>
      </p:sp>
      <p:sp>
        <p:nvSpPr>
          <p:cNvPr id="11" name="density-sample-8-0">
            <a:extLst xmlns:a="http://schemas.openxmlformats.org/drawingml/2006/main">
              <a:ext uri="{FF2B5EF4-FFF2-40B4-BE49-F238E27FC236}">
                <a16:creationId xmlns:a16="http://schemas.microsoft.com/office/drawing/2014/main" id="{915C2E85-46CA-4B37-B43B-E49DE295D288}"/>
              </a:ext>
            </a:extLst>
          </p:cNvPr>
          <p:cNvSpPr>
            <a:spLocks xmlns:a="http://schemas.openxmlformats.org/drawingml/2006/main" noGrp="1"/>
          </p:cNvSpPr>
          <p:nvPr/>
        </p:nvSpPr>
        <p:spPr>
          <a:xfrm xmlns:a="http://schemas.openxmlformats.org/drawingml/2006/main">
            <a:off x="3276600" y="2956617"/>
            <a:ext cx="114300" cy="1143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2" name="density-sample-8-1">
            <a:extLst xmlns:a="http://schemas.openxmlformats.org/drawingml/2006/main">
              <a:ext uri="{FF2B5EF4-FFF2-40B4-BE49-F238E27FC236}">
                <a16:creationId xmlns:a16="http://schemas.microsoft.com/office/drawing/2014/main" id="{B42911B3-F132-4762-BB92-1AE0FBD8C336}"/>
              </a:ext>
            </a:extLst>
          </p:cNvPr>
          <p:cNvSpPr>
            <a:spLocks xmlns:a="http://schemas.openxmlformats.org/drawingml/2006/main" noGrp="1"/>
          </p:cNvSpPr>
          <p:nvPr/>
        </p:nvSpPr>
        <p:spPr>
          <a:xfrm xmlns:a="http://schemas.openxmlformats.org/drawingml/2006/main">
            <a:off x="4260056" y="2649663"/>
            <a:ext cx="114300" cy="1143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3" name="density-sample-8-2">
            <a:extLst xmlns:a="http://schemas.openxmlformats.org/drawingml/2006/main">
              <a:ext uri="{FF2B5EF4-FFF2-40B4-BE49-F238E27FC236}">
                <a16:creationId xmlns:a16="http://schemas.microsoft.com/office/drawing/2014/main" id="{4440B7C1-F888-4678-9EBA-738C1D438D05}"/>
              </a:ext>
            </a:extLst>
          </p:cNvPr>
          <p:cNvSpPr>
            <a:spLocks xmlns:a="http://schemas.openxmlformats.org/drawingml/2006/main" noGrp="1"/>
          </p:cNvSpPr>
          <p:nvPr/>
        </p:nvSpPr>
        <p:spPr>
          <a:xfrm xmlns:a="http://schemas.openxmlformats.org/drawingml/2006/main">
            <a:off x="5243513" y="3025083"/>
            <a:ext cx="114300" cy="1143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4" name="density-sample-8-3">
            <a:extLst xmlns:a="http://schemas.openxmlformats.org/drawingml/2006/main">
              <a:ext uri="{FF2B5EF4-FFF2-40B4-BE49-F238E27FC236}">
                <a16:creationId xmlns:a16="http://schemas.microsoft.com/office/drawing/2014/main" id="{7DB34A66-49C7-45A6-80D3-8C16897387B5}"/>
              </a:ext>
            </a:extLst>
          </p:cNvPr>
          <p:cNvSpPr>
            <a:spLocks xmlns:a="http://schemas.openxmlformats.org/drawingml/2006/main" noGrp="1"/>
          </p:cNvSpPr>
          <p:nvPr/>
        </p:nvSpPr>
        <p:spPr>
          <a:xfrm xmlns:a="http://schemas.openxmlformats.org/drawingml/2006/main">
            <a:off x="6226969" y="3332037"/>
            <a:ext cx="114300" cy="1143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5" name="density-sample-8-4">
            <a:extLst xmlns:a="http://schemas.openxmlformats.org/drawingml/2006/main">
              <a:ext uri="{FF2B5EF4-FFF2-40B4-BE49-F238E27FC236}">
                <a16:creationId xmlns:a16="http://schemas.microsoft.com/office/drawing/2014/main" id="{52CE41A5-7FDE-40A9-90E1-2146401A24C6}"/>
              </a:ext>
            </a:extLst>
          </p:cNvPr>
          <p:cNvSpPr>
            <a:spLocks xmlns:a="http://schemas.openxmlformats.org/drawingml/2006/main" noGrp="1"/>
          </p:cNvSpPr>
          <p:nvPr/>
        </p:nvSpPr>
        <p:spPr>
          <a:xfrm xmlns:a="http://schemas.openxmlformats.org/drawingml/2006/main">
            <a:off x="7210425" y="2956617"/>
            <a:ext cx="114300" cy="1143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6" name="density-sample-8-5">
            <a:extLst xmlns:a="http://schemas.openxmlformats.org/drawingml/2006/main">
              <a:ext uri="{FF2B5EF4-FFF2-40B4-BE49-F238E27FC236}">
                <a16:creationId xmlns:a16="http://schemas.microsoft.com/office/drawing/2014/main" id="{2149EDF1-F7DA-4F79-80E5-953498AE9516}"/>
              </a:ext>
            </a:extLst>
          </p:cNvPr>
          <p:cNvSpPr>
            <a:spLocks xmlns:a="http://schemas.openxmlformats.org/drawingml/2006/main" noGrp="1"/>
          </p:cNvSpPr>
          <p:nvPr/>
        </p:nvSpPr>
        <p:spPr>
          <a:xfrm xmlns:a="http://schemas.openxmlformats.org/drawingml/2006/main">
            <a:off x="8193881" y="2649663"/>
            <a:ext cx="114300" cy="1143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7" name="density-sample-8-6">
            <a:extLst xmlns:a="http://schemas.openxmlformats.org/drawingml/2006/main">
              <a:ext uri="{FF2B5EF4-FFF2-40B4-BE49-F238E27FC236}">
                <a16:creationId xmlns:a16="http://schemas.microsoft.com/office/drawing/2014/main" id="{8A0A095C-2C6C-4F02-A8E6-80069E4002C5}"/>
              </a:ext>
            </a:extLst>
          </p:cNvPr>
          <p:cNvSpPr>
            <a:spLocks xmlns:a="http://schemas.openxmlformats.org/drawingml/2006/main" noGrp="1"/>
          </p:cNvSpPr>
          <p:nvPr/>
        </p:nvSpPr>
        <p:spPr>
          <a:xfrm xmlns:a="http://schemas.openxmlformats.org/drawingml/2006/main">
            <a:off x="9177338" y="3025083"/>
            <a:ext cx="114300" cy="1143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8" name="density-sample-8-7">
            <a:extLst xmlns:a="http://schemas.openxmlformats.org/drawingml/2006/main">
              <a:ext uri="{FF2B5EF4-FFF2-40B4-BE49-F238E27FC236}">
                <a16:creationId xmlns:a16="http://schemas.microsoft.com/office/drawing/2014/main" id="{A03BD43F-8D0E-484F-9F2E-3DB93FD88B01}"/>
              </a:ext>
            </a:extLst>
          </p:cNvPr>
          <p:cNvSpPr>
            <a:spLocks xmlns:a="http://schemas.openxmlformats.org/drawingml/2006/main" noGrp="1"/>
          </p:cNvSpPr>
          <p:nvPr/>
        </p:nvSpPr>
        <p:spPr>
          <a:xfrm xmlns:a="http://schemas.openxmlformats.org/drawingml/2006/main">
            <a:off x="10160794" y="3332037"/>
            <a:ext cx="114300" cy="1143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9" name="density-start-8">
            <a:extLst xmlns:a="http://schemas.openxmlformats.org/drawingml/2006/main">
              <a:ext uri="{FF2B5EF4-FFF2-40B4-BE49-F238E27FC236}">
                <a16:creationId xmlns:a16="http://schemas.microsoft.com/office/drawing/2014/main" id="{94330A81-6126-47D0-8226-65081E561BEE}"/>
              </a:ext>
            </a:extLst>
          </p:cNvPr>
          <p:cNvSpPr>
            <a:spLocks xmlns:a="http://schemas.openxmlformats.org/drawingml/2006/main" noGrp="1"/>
          </p:cNvSpPr>
          <p:nvPr/>
        </p:nvSpPr>
        <p:spPr>
          <a:xfrm xmlns:a="http://schemas.openxmlformats.org/drawingml/2006/main">
            <a:off x="3143250" y="3733800"/>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0" name="density-end-8">
            <a:extLst xmlns:a="http://schemas.openxmlformats.org/drawingml/2006/main">
              <a:ext uri="{FF2B5EF4-FFF2-40B4-BE49-F238E27FC236}">
                <a16:creationId xmlns:a16="http://schemas.microsoft.com/office/drawing/2014/main" id="{FB2C08A3-F2B8-42DB-8FA7-5A25DFF7209E}"/>
              </a:ext>
            </a:extLst>
          </p:cNvPr>
          <p:cNvSpPr>
            <a:spLocks xmlns:a="http://schemas.openxmlformats.org/drawingml/2006/main" noGrp="1"/>
          </p:cNvSpPr>
          <p:nvPr/>
        </p:nvSpPr>
        <p:spPr>
          <a:xfrm xmlns:a="http://schemas.openxmlformats.org/drawingml/2006/main">
            <a:off x="11010900" y="3733800"/>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1" name="density-unit-8">
            <a:extLst xmlns:a="http://schemas.openxmlformats.org/drawingml/2006/main">
              <a:ext uri="{FF2B5EF4-FFF2-40B4-BE49-F238E27FC236}">
                <a16:creationId xmlns:a16="http://schemas.microsoft.com/office/drawing/2014/main" id="{E6BFE18F-B6F0-4435-881E-5686693A2A47}"/>
              </a:ext>
            </a:extLst>
          </p:cNvPr>
          <p:cNvSpPr>
            <a:spLocks xmlns:a="http://schemas.openxmlformats.org/drawingml/2006/main" noGrp="1"/>
          </p:cNvSpPr>
          <p:nvPr/>
        </p:nvSpPr>
        <p:spPr>
          <a:xfrm xmlns:a="http://schemas.openxmlformats.org/drawingml/2006/main">
            <a:off x="8667750" y="37338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22" name="density-heading-20">
            <a:extLst xmlns:a="http://schemas.openxmlformats.org/drawingml/2006/main">
              <a:ext uri="{FF2B5EF4-FFF2-40B4-BE49-F238E27FC236}">
                <a16:creationId xmlns:a16="http://schemas.microsoft.com/office/drawing/2014/main" id="{58836316-F18A-4C3C-BAFA-636468BE6FE6}"/>
              </a:ext>
            </a:extLst>
          </p:cNvPr>
          <p:cNvSpPr>
            <a:spLocks xmlns:a="http://schemas.openxmlformats.org/drawingml/2006/main" noGrp="1"/>
          </p:cNvSpPr>
          <p:nvPr/>
        </p:nvSpPr>
        <p:spPr>
          <a:xfrm xmlns:a="http://schemas.openxmlformats.org/drawingml/2006/main">
            <a:off x="609600" y="4419600"/>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20 Hz：20个样本</a:t>
            </a:r>
          </a:p>
        </p:txBody>
      </p:sp>
      <p:sp>
        <p:nvSpPr>
          <p:cNvPr id="23" name="density-time-axis-20">
            <a:extLst xmlns:a="http://schemas.openxmlformats.org/drawingml/2006/main">
              <a:ext uri="{FF2B5EF4-FFF2-40B4-BE49-F238E27FC236}">
                <a16:creationId xmlns:a16="http://schemas.microsoft.com/office/drawing/2014/main" id="{5A02B2FD-354D-47E9-A92C-AB05671C38AA}"/>
              </a:ext>
            </a:extLst>
          </p:cNvPr>
          <p:cNvSpPr>
            <a:spLocks xmlns:a="http://schemas.openxmlformats.org/drawingml/2006/main" noGrp="1"/>
          </p:cNvSpPr>
          <p:nvPr/>
        </p:nvSpPr>
        <p:spPr>
          <a:xfrm xmlns:a="http://schemas.openxmlformats.org/drawingml/2006/main">
            <a:off x="3333750" y="4686300"/>
            <a:ext cx="7867650" cy="9525"/>
          </a:xfrm>
          <a:custGeom xmlns:a="http://schemas.openxmlformats.org/drawingml/2006/main">
            <a:pathLst>
              <a:path w="7867650" h="9525">
                <a:moveTo>
                  <a:pt x="0" y="0"/>
                </a:moveTo>
                <a:lnTo>
                  <a:pt x="7867650" y="0"/>
                </a:lnTo>
              </a:path>
            </a:pathLst>
          </a:custGeom>
          <a:noFill xmlns:a="http://schemas.openxmlformats.org/drawingml/2006/main"/>
          <a:ln xmlns:a="http://schemas.openxmlformats.org/drawingml/2006/main" w="11430">
            <a:solidFill>
              <a:srgbClr val="808080"/>
            </a:solidFill>
          </a:ln>
        </p:spPr>
      </p:sp>
      <p:sp>
        <p:nvSpPr>
          <p:cNvPr id="24" name="density-amplitude-axis-20">
            <a:extLst xmlns:a="http://schemas.openxmlformats.org/drawingml/2006/main">
              <a:ext uri="{FF2B5EF4-FFF2-40B4-BE49-F238E27FC236}">
                <a16:creationId xmlns:a16="http://schemas.microsoft.com/office/drawing/2014/main" id="{577CBC28-FAC2-4A44-9CD6-C6393314D16A}"/>
              </a:ext>
            </a:extLst>
          </p:cNvPr>
          <p:cNvSpPr>
            <a:spLocks xmlns:a="http://schemas.openxmlformats.org/drawingml/2006/main" noGrp="1"/>
          </p:cNvSpPr>
          <p:nvPr/>
        </p:nvSpPr>
        <p:spPr>
          <a:xfrm xmlns:a="http://schemas.openxmlformats.org/drawingml/2006/main">
            <a:off x="3333750" y="4067175"/>
            <a:ext cx="9525" cy="1238250"/>
          </a:xfrm>
          <a:custGeom xmlns:a="http://schemas.openxmlformats.org/drawingml/2006/main">
            <a:pathLst>
              <a:path w="9525" h="1238250">
                <a:moveTo>
                  <a:pt x="0" y="0"/>
                </a:moveTo>
                <a:lnTo>
                  <a:pt x="0" y="1238250"/>
                </a:lnTo>
              </a:path>
            </a:pathLst>
          </a:custGeom>
          <a:noFill xmlns:a="http://schemas.openxmlformats.org/drawingml/2006/main"/>
          <a:ln xmlns:a="http://schemas.openxmlformats.org/drawingml/2006/main" w="11430">
            <a:solidFill>
              <a:srgbClr val="808080"/>
            </a:solidFill>
          </a:ln>
        </p:spPr>
      </p:sp>
      <p:sp>
        <p:nvSpPr>
          <p:cNvPr id="25" name="density-amplitude-label-20">
            <a:extLst xmlns:a="http://schemas.openxmlformats.org/drawingml/2006/main">
              <a:ext uri="{FF2B5EF4-FFF2-40B4-BE49-F238E27FC236}">
                <a16:creationId xmlns:a16="http://schemas.microsoft.com/office/drawing/2014/main" id="{43972066-7768-4655-910D-7F1B8F7DCEAB}"/>
              </a:ext>
            </a:extLst>
          </p:cNvPr>
          <p:cNvSpPr>
            <a:spLocks xmlns:a="http://schemas.openxmlformats.org/drawingml/2006/main" noGrp="1"/>
          </p:cNvSpPr>
          <p:nvPr/>
        </p:nvSpPr>
        <p:spPr>
          <a:xfrm xmlns:a="http://schemas.openxmlformats.org/drawingml/2006/main">
            <a:off x="2724150" y="4029075"/>
            <a:ext cx="60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26" name="density-signal-20">
            <a:extLst xmlns:a="http://schemas.openxmlformats.org/drawingml/2006/main">
              <a:ext uri="{FF2B5EF4-FFF2-40B4-BE49-F238E27FC236}">
                <a16:creationId xmlns:a16="http://schemas.microsoft.com/office/drawing/2014/main" id="{9D5E3BA8-F34B-4308-8B7F-1E8CD55EA92E}"/>
              </a:ext>
            </a:extLst>
          </p:cNvPr>
          <p:cNvSpPr>
            <a:spLocks xmlns:a="http://schemas.openxmlformats.org/drawingml/2006/main" noGrp="1"/>
          </p:cNvSpPr>
          <p:nvPr/>
        </p:nvSpPr>
        <p:spPr>
          <a:xfrm xmlns:a="http://schemas.openxmlformats.org/drawingml/2006/main">
            <a:off x="3333750" y="4343404"/>
            <a:ext cx="7867650" cy="685792"/>
          </a:xfrm>
          <a:custGeom xmlns:a="http://schemas.openxmlformats.org/drawingml/2006/main">
            <a:pathLst>
              <a:path w="7867650" h="685792">
                <a:moveTo>
                  <a:pt x="0" y="308663"/>
                </a:moveTo>
                <a:lnTo>
                  <a:pt x="32782" y="290854"/>
                </a:lnTo>
                <a:lnTo>
                  <a:pt x="65564" y="273187"/>
                </a:lnTo>
                <a:lnTo>
                  <a:pt x="98346" y="255711"/>
                </a:lnTo>
                <a:lnTo>
                  <a:pt x="131127" y="238475"/>
                </a:lnTo>
                <a:lnTo>
                  <a:pt x="163909" y="221524"/>
                </a:lnTo>
                <a:lnTo>
                  <a:pt x="196691" y="204906"/>
                </a:lnTo>
                <a:lnTo>
                  <a:pt x="229473" y="188667"/>
                </a:lnTo>
                <a:lnTo>
                  <a:pt x="262255" y="172850"/>
                </a:lnTo>
                <a:lnTo>
                  <a:pt x="295037" y="157499"/>
                </a:lnTo>
                <a:lnTo>
                  <a:pt x="327819" y="142656"/>
                </a:lnTo>
                <a:lnTo>
                  <a:pt x="360601" y="128362"/>
                </a:lnTo>
                <a:lnTo>
                  <a:pt x="393383" y="114657"/>
                </a:lnTo>
                <a:lnTo>
                  <a:pt x="426164" y="101576"/>
                </a:lnTo>
                <a:lnTo>
                  <a:pt x="458946" y="89158"/>
                </a:lnTo>
                <a:lnTo>
                  <a:pt x="491728" y="77434"/>
                </a:lnTo>
                <a:lnTo>
                  <a:pt x="524510" y="66439"/>
                </a:lnTo>
                <a:lnTo>
                  <a:pt x="557292" y="56201"/>
                </a:lnTo>
                <a:lnTo>
                  <a:pt x="590074" y="46749"/>
                </a:lnTo>
                <a:lnTo>
                  <a:pt x="622856" y="38108"/>
                </a:lnTo>
                <a:lnTo>
                  <a:pt x="655637" y="30303"/>
                </a:lnTo>
                <a:lnTo>
                  <a:pt x="688419" y="23355"/>
                </a:lnTo>
                <a:lnTo>
                  <a:pt x="721201" y="17283"/>
                </a:lnTo>
                <a:lnTo>
                  <a:pt x="753983" y="12103"/>
                </a:lnTo>
                <a:lnTo>
                  <a:pt x="786765" y="7830"/>
                </a:lnTo>
                <a:lnTo>
                  <a:pt x="819547" y="4475"/>
                </a:lnTo>
                <a:lnTo>
                  <a:pt x="852329" y="2048"/>
                </a:lnTo>
                <a:lnTo>
                  <a:pt x="885111" y="555"/>
                </a:lnTo>
                <a:lnTo>
                  <a:pt x="917893" y="0"/>
                </a:lnTo>
                <a:lnTo>
                  <a:pt x="950674" y="385"/>
                </a:lnTo>
                <a:lnTo>
                  <a:pt x="983456" y="1709"/>
                </a:lnTo>
                <a:lnTo>
                  <a:pt x="1016238" y="3968"/>
                </a:lnTo>
                <a:lnTo>
                  <a:pt x="1049020" y="7157"/>
                </a:lnTo>
                <a:lnTo>
                  <a:pt x="1081802" y="11265"/>
                </a:lnTo>
                <a:lnTo>
                  <a:pt x="1114584" y="16282"/>
                </a:lnTo>
                <a:lnTo>
                  <a:pt x="1147366" y="22195"/>
                </a:lnTo>
                <a:lnTo>
                  <a:pt x="1180147" y="28987"/>
                </a:lnTo>
                <a:lnTo>
                  <a:pt x="1212929" y="36639"/>
                </a:lnTo>
                <a:lnTo>
                  <a:pt x="1245711" y="45130"/>
                </a:lnTo>
                <a:lnTo>
                  <a:pt x="1278493" y="54438"/>
                </a:lnTo>
                <a:lnTo>
                  <a:pt x="1311275" y="64536"/>
                </a:lnTo>
                <a:lnTo>
                  <a:pt x="1344057" y="75397"/>
                </a:lnTo>
                <a:lnTo>
                  <a:pt x="1376839" y="86992"/>
                </a:lnTo>
                <a:lnTo>
                  <a:pt x="1409621" y="99288"/>
                </a:lnTo>
                <a:lnTo>
                  <a:pt x="1442403" y="112251"/>
                </a:lnTo>
                <a:lnTo>
                  <a:pt x="1475184" y="125847"/>
                </a:lnTo>
                <a:lnTo>
                  <a:pt x="1507966" y="140038"/>
                </a:lnTo>
                <a:lnTo>
                  <a:pt x="1540748" y="154784"/>
                </a:lnTo>
                <a:lnTo>
                  <a:pt x="1573530" y="170047"/>
                </a:lnTo>
                <a:lnTo>
                  <a:pt x="1606312" y="185783"/>
                </a:lnTo>
                <a:lnTo>
                  <a:pt x="1639094" y="201949"/>
                </a:lnTo>
                <a:lnTo>
                  <a:pt x="1671876" y="218502"/>
                </a:lnTo>
                <a:lnTo>
                  <a:pt x="1704658" y="235396"/>
                </a:lnTo>
                <a:lnTo>
                  <a:pt x="1737439" y="252585"/>
                </a:lnTo>
                <a:lnTo>
                  <a:pt x="1770221" y="270021"/>
                </a:lnTo>
                <a:lnTo>
                  <a:pt x="1803003" y="287657"/>
                </a:lnTo>
                <a:lnTo>
                  <a:pt x="1835785" y="305444"/>
                </a:lnTo>
                <a:lnTo>
                  <a:pt x="1868567" y="323334"/>
                </a:lnTo>
                <a:lnTo>
                  <a:pt x="1901349" y="341278"/>
                </a:lnTo>
                <a:lnTo>
                  <a:pt x="1934131" y="359226"/>
                </a:lnTo>
                <a:lnTo>
                  <a:pt x="1966913" y="377129"/>
                </a:lnTo>
                <a:lnTo>
                  <a:pt x="1999694" y="394938"/>
                </a:lnTo>
                <a:lnTo>
                  <a:pt x="2032476" y="412605"/>
                </a:lnTo>
                <a:lnTo>
                  <a:pt x="2065258" y="430081"/>
                </a:lnTo>
                <a:lnTo>
                  <a:pt x="2098040" y="447318"/>
                </a:lnTo>
                <a:lnTo>
                  <a:pt x="2130822" y="464268"/>
                </a:lnTo>
                <a:lnTo>
                  <a:pt x="2163604" y="480886"/>
                </a:lnTo>
                <a:lnTo>
                  <a:pt x="2196386" y="497126"/>
                </a:lnTo>
                <a:lnTo>
                  <a:pt x="2229167" y="512943"/>
                </a:lnTo>
                <a:lnTo>
                  <a:pt x="2261949" y="528294"/>
                </a:lnTo>
                <a:lnTo>
                  <a:pt x="2294731" y="543136"/>
                </a:lnTo>
                <a:lnTo>
                  <a:pt x="2327513" y="557430"/>
                </a:lnTo>
                <a:lnTo>
                  <a:pt x="2360295" y="571136"/>
                </a:lnTo>
                <a:lnTo>
                  <a:pt x="2393077" y="584216"/>
                </a:lnTo>
                <a:lnTo>
                  <a:pt x="2425859" y="596635"/>
                </a:lnTo>
                <a:lnTo>
                  <a:pt x="2458641" y="608358"/>
                </a:lnTo>
                <a:lnTo>
                  <a:pt x="2491422" y="619354"/>
                </a:lnTo>
                <a:lnTo>
                  <a:pt x="2524204" y="629592"/>
                </a:lnTo>
                <a:lnTo>
                  <a:pt x="2556986" y="639044"/>
                </a:lnTo>
                <a:lnTo>
                  <a:pt x="2589768" y="647684"/>
                </a:lnTo>
                <a:lnTo>
                  <a:pt x="2622550" y="655489"/>
                </a:lnTo>
                <a:lnTo>
                  <a:pt x="2655332" y="662437"/>
                </a:lnTo>
                <a:lnTo>
                  <a:pt x="2688114" y="668510"/>
                </a:lnTo>
                <a:lnTo>
                  <a:pt x="2720896" y="673690"/>
                </a:lnTo>
                <a:lnTo>
                  <a:pt x="2753678" y="677963"/>
                </a:lnTo>
                <a:lnTo>
                  <a:pt x="2786459" y="681318"/>
                </a:lnTo>
                <a:lnTo>
                  <a:pt x="2819241" y="683745"/>
                </a:lnTo>
                <a:lnTo>
                  <a:pt x="2852023" y="685238"/>
                </a:lnTo>
                <a:lnTo>
                  <a:pt x="2884805" y="685792"/>
                </a:lnTo>
                <a:lnTo>
                  <a:pt x="2917587" y="685407"/>
                </a:lnTo>
                <a:lnTo>
                  <a:pt x="2950369" y="684083"/>
                </a:lnTo>
                <a:lnTo>
                  <a:pt x="2983151" y="681824"/>
                </a:lnTo>
                <a:lnTo>
                  <a:pt x="3015933" y="678636"/>
                </a:lnTo>
                <a:lnTo>
                  <a:pt x="3048714" y="674527"/>
                </a:lnTo>
                <a:lnTo>
                  <a:pt x="3081496" y="669510"/>
                </a:lnTo>
                <a:lnTo>
                  <a:pt x="3114278" y="663597"/>
                </a:lnTo>
                <a:lnTo>
                  <a:pt x="3147060" y="656806"/>
                </a:lnTo>
                <a:lnTo>
                  <a:pt x="3179842" y="649154"/>
                </a:lnTo>
                <a:lnTo>
                  <a:pt x="3212624" y="640662"/>
                </a:lnTo>
                <a:lnTo>
                  <a:pt x="3245406" y="631355"/>
                </a:lnTo>
                <a:lnTo>
                  <a:pt x="3278188" y="621256"/>
                </a:lnTo>
                <a:lnTo>
                  <a:pt x="3310969" y="610395"/>
                </a:lnTo>
                <a:lnTo>
                  <a:pt x="3343751" y="598801"/>
                </a:lnTo>
                <a:lnTo>
                  <a:pt x="3376533" y="586505"/>
                </a:lnTo>
                <a:lnTo>
                  <a:pt x="3409315" y="573541"/>
                </a:lnTo>
                <a:lnTo>
                  <a:pt x="3442097" y="559945"/>
                </a:lnTo>
                <a:lnTo>
                  <a:pt x="3474879" y="545755"/>
                </a:lnTo>
                <a:lnTo>
                  <a:pt x="3507661" y="531008"/>
                </a:lnTo>
                <a:lnTo>
                  <a:pt x="3540443" y="515746"/>
                </a:lnTo>
                <a:lnTo>
                  <a:pt x="3573224" y="500010"/>
                </a:lnTo>
                <a:lnTo>
                  <a:pt x="3606006" y="483843"/>
                </a:lnTo>
                <a:lnTo>
                  <a:pt x="3638788" y="467290"/>
                </a:lnTo>
                <a:lnTo>
                  <a:pt x="3671570" y="450396"/>
                </a:lnTo>
                <a:lnTo>
                  <a:pt x="3704352" y="433207"/>
                </a:lnTo>
                <a:lnTo>
                  <a:pt x="3737134" y="415771"/>
                </a:lnTo>
                <a:lnTo>
                  <a:pt x="3769916" y="398135"/>
                </a:lnTo>
                <a:lnTo>
                  <a:pt x="3802698" y="380348"/>
                </a:lnTo>
                <a:lnTo>
                  <a:pt x="3835479" y="362458"/>
                </a:lnTo>
                <a:lnTo>
                  <a:pt x="3868261" y="344515"/>
                </a:lnTo>
                <a:lnTo>
                  <a:pt x="3901043" y="326567"/>
                </a:lnTo>
                <a:lnTo>
                  <a:pt x="3933825" y="308663"/>
                </a:lnTo>
                <a:lnTo>
                  <a:pt x="3966607" y="290854"/>
                </a:lnTo>
                <a:lnTo>
                  <a:pt x="3999389" y="273187"/>
                </a:lnTo>
                <a:lnTo>
                  <a:pt x="4032171" y="255711"/>
                </a:lnTo>
                <a:lnTo>
                  <a:pt x="4064953" y="238475"/>
                </a:lnTo>
                <a:lnTo>
                  <a:pt x="4097734" y="221524"/>
                </a:lnTo>
                <a:lnTo>
                  <a:pt x="4130516" y="204906"/>
                </a:lnTo>
                <a:lnTo>
                  <a:pt x="4163298" y="188667"/>
                </a:lnTo>
                <a:lnTo>
                  <a:pt x="4196080" y="172850"/>
                </a:lnTo>
                <a:lnTo>
                  <a:pt x="4228862" y="157499"/>
                </a:lnTo>
                <a:lnTo>
                  <a:pt x="4261644" y="142656"/>
                </a:lnTo>
                <a:lnTo>
                  <a:pt x="4294426" y="128362"/>
                </a:lnTo>
                <a:lnTo>
                  <a:pt x="4327208" y="114657"/>
                </a:lnTo>
                <a:lnTo>
                  <a:pt x="4359989" y="101576"/>
                </a:lnTo>
                <a:lnTo>
                  <a:pt x="4392771" y="89158"/>
                </a:lnTo>
                <a:lnTo>
                  <a:pt x="4425553" y="77434"/>
                </a:lnTo>
                <a:lnTo>
                  <a:pt x="4458335" y="66439"/>
                </a:lnTo>
                <a:lnTo>
                  <a:pt x="4491117" y="56201"/>
                </a:lnTo>
                <a:lnTo>
                  <a:pt x="4523899" y="46749"/>
                </a:lnTo>
                <a:lnTo>
                  <a:pt x="4556681" y="38108"/>
                </a:lnTo>
                <a:lnTo>
                  <a:pt x="4589462" y="30303"/>
                </a:lnTo>
                <a:lnTo>
                  <a:pt x="4622244" y="23355"/>
                </a:lnTo>
                <a:lnTo>
                  <a:pt x="4655026" y="17283"/>
                </a:lnTo>
                <a:lnTo>
                  <a:pt x="4687808" y="12103"/>
                </a:lnTo>
                <a:lnTo>
                  <a:pt x="4720590" y="7830"/>
                </a:lnTo>
                <a:lnTo>
                  <a:pt x="4753372" y="4475"/>
                </a:lnTo>
                <a:lnTo>
                  <a:pt x="4786154" y="2048"/>
                </a:lnTo>
                <a:lnTo>
                  <a:pt x="4818936" y="555"/>
                </a:lnTo>
                <a:lnTo>
                  <a:pt x="4851718" y="0"/>
                </a:lnTo>
                <a:lnTo>
                  <a:pt x="4884499" y="385"/>
                </a:lnTo>
                <a:lnTo>
                  <a:pt x="4917281" y="1709"/>
                </a:lnTo>
                <a:lnTo>
                  <a:pt x="4950063" y="3968"/>
                </a:lnTo>
                <a:lnTo>
                  <a:pt x="4982845" y="7157"/>
                </a:lnTo>
                <a:lnTo>
                  <a:pt x="5015627" y="11265"/>
                </a:lnTo>
                <a:lnTo>
                  <a:pt x="5048409" y="16282"/>
                </a:lnTo>
                <a:lnTo>
                  <a:pt x="5081191" y="22195"/>
                </a:lnTo>
                <a:lnTo>
                  <a:pt x="5113973" y="28987"/>
                </a:lnTo>
                <a:lnTo>
                  <a:pt x="5146754" y="36639"/>
                </a:lnTo>
                <a:lnTo>
                  <a:pt x="5179536" y="45130"/>
                </a:lnTo>
                <a:lnTo>
                  <a:pt x="5212318" y="54438"/>
                </a:lnTo>
                <a:lnTo>
                  <a:pt x="5245100" y="64536"/>
                </a:lnTo>
                <a:lnTo>
                  <a:pt x="5277882" y="75397"/>
                </a:lnTo>
                <a:lnTo>
                  <a:pt x="5310664" y="86992"/>
                </a:lnTo>
                <a:lnTo>
                  <a:pt x="5343446" y="99288"/>
                </a:lnTo>
                <a:lnTo>
                  <a:pt x="5376227" y="112251"/>
                </a:lnTo>
                <a:lnTo>
                  <a:pt x="5409009" y="125847"/>
                </a:lnTo>
                <a:lnTo>
                  <a:pt x="5441791" y="140038"/>
                </a:lnTo>
                <a:lnTo>
                  <a:pt x="5474573" y="154784"/>
                </a:lnTo>
                <a:lnTo>
                  <a:pt x="5507355" y="170047"/>
                </a:lnTo>
                <a:lnTo>
                  <a:pt x="5540137" y="185783"/>
                </a:lnTo>
                <a:lnTo>
                  <a:pt x="5572919" y="201949"/>
                </a:lnTo>
                <a:lnTo>
                  <a:pt x="5605701" y="218502"/>
                </a:lnTo>
                <a:lnTo>
                  <a:pt x="5638483" y="235396"/>
                </a:lnTo>
                <a:lnTo>
                  <a:pt x="5671264" y="252585"/>
                </a:lnTo>
                <a:lnTo>
                  <a:pt x="5704046" y="270021"/>
                </a:lnTo>
                <a:lnTo>
                  <a:pt x="5736828" y="287657"/>
                </a:lnTo>
                <a:lnTo>
                  <a:pt x="5769610" y="305444"/>
                </a:lnTo>
                <a:lnTo>
                  <a:pt x="5802392" y="323334"/>
                </a:lnTo>
                <a:lnTo>
                  <a:pt x="5835174" y="341278"/>
                </a:lnTo>
                <a:lnTo>
                  <a:pt x="5867956" y="359226"/>
                </a:lnTo>
                <a:lnTo>
                  <a:pt x="5900738" y="377129"/>
                </a:lnTo>
                <a:lnTo>
                  <a:pt x="5933519" y="394938"/>
                </a:lnTo>
                <a:lnTo>
                  <a:pt x="5966301" y="412605"/>
                </a:lnTo>
                <a:lnTo>
                  <a:pt x="5999083" y="430081"/>
                </a:lnTo>
                <a:lnTo>
                  <a:pt x="6031865" y="447318"/>
                </a:lnTo>
                <a:lnTo>
                  <a:pt x="6064647" y="464268"/>
                </a:lnTo>
                <a:lnTo>
                  <a:pt x="6097429" y="480886"/>
                </a:lnTo>
                <a:lnTo>
                  <a:pt x="6130211" y="497126"/>
                </a:lnTo>
                <a:lnTo>
                  <a:pt x="6162993" y="512943"/>
                </a:lnTo>
                <a:lnTo>
                  <a:pt x="6195774" y="528294"/>
                </a:lnTo>
                <a:lnTo>
                  <a:pt x="6228556" y="543136"/>
                </a:lnTo>
                <a:lnTo>
                  <a:pt x="6261338" y="557430"/>
                </a:lnTo>
                <a:lnTo>
                  <a:pt x="6294120" y="571136"/>
                </a:lnTo>
                <a:lnTo>
                  <a:pt x="6326902" y="584216"/>
                </a:lnTo>
                <a:lnTo>
                  <a:pt x="6359684" y="596635"/>
                </a:lnTo>
                <a:lnTo>
                  <a:pt x="6392466" y="608358"/>
                </a:lnTo>
                <a:lnTo>
                  <a:pt x="6425247" y="619354"/>
                </a:lnTo>
                <a:lnTo>
                  <a:pt x="6458029" y="629592"/>
                </a:lnTo>
                <a:lnTo>
                  <a:pt x="6490811" y="639044"/>
                </a:lnTo>
                <a:lnTo>
                  <a:pt x="6523593" y="647684"/>
                </a:lnTo>
                <a:lnTo>
                  <a:pt x="6556375" y="655489"/>
                </a:lnTo>
                <a:lnTo>
                  <a:pt x="6589157" y="662437"/>
                </a:lnTo>
                <a:lnTo>
                  <a:pt x="6621939" y="668510"/>
                </a:lnTo>
                <a:lnTo>
                  <a:pt x="6654721" y="673690"/>
                </a:lnTo>
                <a:lnTo>
                  <a:pt x="6687502" y="677963"/>
                </a:lnTo>
                <a:lnTo>
                  <a:pt x="6720284" y="681318"/>
                </a:lnTo>
                <a:lnTo>
                  <a:pt x="6753066" y="683745"/>
                </a:lnTo>
                <a:lnTo>
                  <a:pt x="6785848" y="685238"/>
                </a:lnTo>
                <a:lnTo>
                  <a:pt x="6818630" y="685792"/>
                </a:lnTo>
                <a:lnTo>
                  <a:pt x="6851412" y="685407"/>
                </a:lnTo>
                <a:lnTo>
                  <a:pt x="6884194" y="684083"/>
                </a:lnTo>
                <a:lnTo>
                  <a:pt x="6916976" y="681824"/>
                </a:lnTo>
                <a:lnTo>
                  <a:pt x="6949757" y="678636"/>
                </a:lnTo>
                <a:lnTo>
                  <a:pt x="6982539" y="674527"/>
                </a:lnTo>
                <a:lnTo>
                  <a:pt x="7015321" y="669510"/>
                </a:lnTo>
                <a:lnTo>
                  <a:pt x="7048103" y="663597"/>
                </a:lnTo>
                <a:lnTo>
                  <a:pt x="7080885" y="656806"/>
                </a:lnTo>
                <a:lnTo>
                  <a:pt x="7113667" y="649154"/>
                </a:lnTo>
                <a:lnTo>
                  <a:pt x="7146449" y="640662"/>
                </a:lnTo>
                <a:lnTo>
                  <a:pt x="7179231" y="631355"/>
                </a:lnTo>
                <a:lnTo>
                  <a:pt x="7212012" y="621256"/>
                </a:lnTo>
                <a:lnTo>
                  <a:pt x="7244794" y="610395"/>
                </a:lnTo>
                <a:lnTo>
                  <a:pt x="7277576" y="598801"/>
                </a:lnTo>
                <a:lnTo>
                  <a:pt x="7310358" y="586505"/>
                </a:lnTo>
                <a:lnTo>
                  <a:pt x="7343140" y="573541"/>
                </a:lnTo>
                <a:lnTo>
                  <a:pt x="7375922" y="559945"/>
                </a:lnTo>
                <a:lnTo>
                  <a:pt x="7408704" y="545755"/>
                </a:lnTo>
                <a:lnTo>
                  <a:pt x="7441486" y="531008"/>
                </a:lnTo>
                <a:lnTo>
                  <a:pt x="7474268" y="515746"/>
                </a:lnTo>
                <a:lnTo>
                  <a:pt x="7507049" y="500010"/>
                </a:lnTo>
                <a:lnTo>
                  <a:pt x="7539831" y="483843"/>
                </a:lnTo>
                <a:lnTo>
                  <a:pt x="7572613" y="467290"/>
                </a:lnTo>
                <a:lnTo>
                  <a:pt x="7605395" y="450396"/>
                </a:lnTo>
                <a:lnTo>
                  <a:pt x="7638177" y="433207"/>
                </a:lnTo>
                <a:lnTo>
                  <a:pt x="7670959" y="415771"/>
                </a:lnTo>
                <a:lnTo>
                  <a:pt x="7703741" y="398135"/>
                </a:lnTo>
                <a:lnTo>
                  <a:pt x="7736523" y="380348"/>
                </a:lnTo>
                <a:lnTo>
                  <a:pt x="7769304" y="362458"/>
                </a:lnTo>
                <a:lnTo>
                  <a:pt x="7802086" y="344515"/>
                </a:lnTo>
                <a:lnTo>
                  <a:pt x="7834868" y="326567"/>
                </a:lnTo>
                <a:lnTo>
                  <a:pt x="7867650" y="308663"/>
                </a:lnTo>
              </a:path>
            </a:pathLst>
          </a:custGeom>
          <a:noFill xmlns:a="http://schemas.openxmlformats.org/drawingml/2006/main"/>
          <a:ln xmlns:a="http://schemas.openxmlformats.org/drawingml/2006/main" w="16193">
            <a:solidFill>
              <a:srgbClr val="808080"/>
            </a:solidFill>
          </a:ln>
        </p:spPr>
      </p:sp>
      <p:sp>
        <p:nvSpPr>
          <p:cNvPr id="27" name="density-sample-20-0">
            <a:extLst xmlns:a="http://schemas.openxmlformats.org/drawingml/2006/main">
              <a:ext uri="{FF2B5EF4-FFF2-40B4-BE49-F238E27FC236}">
                <a16:creationId xmlns:a16="http://schemas.microsoft.com/office/drawing/2014/main" id="{41D0C754-1D5F-4AFD-B075-6BA9B115E6DC}"/>
              </a:ext>
            </a:extLst>
          </p:cNvPr>
          <p:cNvSpPr>
            <a:spLocks xmlns:a="http://schemas.openxmlformats.org/drawingml/2006/main" noGrp="1"/>
          </p:cNvSpPr>
          <p:nvPr/>
        </p:nvSpPr>
        <p:spPr>
          <a:xfrm xmlns:a="http://schemas.openxmlformats.org/drawingml/2006/main">
            <a:off x="3276600" y="4594917"/>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8" name="density-sample-20-1">
            <a:extLst xmlns:a="http://schemas.openxmlformats.org/drawingml/2006/main">
              <a:ext uri="{FF2B5EF4-FFF2-40B4-BE49-F238E27FC236}">
                <a16:creationId xmlns:a16="http://schemas.microsoft.com/office/drawing/2014/main" id="{6CD9F3C1-564E-42E2-8F02-9020A4EA7E5F}"/>
              </a:ext>
            </a:extLst>
          </p:cNvPr>
          <p:cNvSpPr>
            <a:spLocks xmlns:a="http://schemas.openxmlformats.org/drawingml/2006/main" noGrp="1"/>
          </p:cNvSpPr>
          <p:nvPr/>
        </p:nvSpPr>
        <p:spPr>
          <a:xfrm xmlns:a="http://schemas.openxmlformats.org/drawingml/2006/main">
            <a:off x="3669983" y="440091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density-sample-20-2">
            <a:extLst xmlns:a="http://schemas.openxmlformats.org/drawingml/2006/main">
              <a:ext uri="{FF2B5EF4-FFF2-40B4-BE49-F238E27FC236}">
                <a16:creationId xmlns:a16="http://schemas.microsoft.com/office/drawing/2014/main" id="{000AFC17-14C6-42C9-A63F-DF6474C192DA}"/>
              </a:ext>
            </a:extLst>
          </p:cNvPr>
          <p:cNvSpPr>
            <a:spLocks xmlns:a="http://schemas.openxmlformats.org/drawingml/2006/main" noGrp="1"/>
          </p:cNvSpPr>
          <p:nvPr/>
        </p:nvSpPr>
        <p:spPr>
          <a:xfrm xmlns:a="http://schemas.openxmlformats.org/drawingml/2006/main">
            <a:off x="4063365" y="4294083"/>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0" name="density-sample-20-3">
            <a:extLst xmlns:a="http://schemas.openxmlformats.org/drawingml/2006/main">
              <a:ext uri="{FF2B5EF4-FFF2-40B4-BE49-F238E27FC236}">
                <a16:creationId xmlns:a16="http://schemas.microsoft.com/office/drawing/2014/main" id="{D907F5DB-8C3A-4772-B9B7-483B1969C6F1}"/>
              </a:ext>
            </a:extLst>
          </p:cNvPr>
          <p:cNvSpPr>
            <a:spLocks xmlns:a="http://schemas.openxmlformats.org/drawingml/2006/main" noGrp="1"/>
          </p:cNvSpPr>
          <p:nvPr/>
        </p:nvSpPr>
        <p:spPr>
          <a:xfrm xmlns:a="http://schemas.openxmlformats.org/drawingml/2006/main">
            <a:off x="4456748" y="431524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density-sample-20-4">
            <a:extLst xmlns:a="http://schemas.openxmlformats.org/drawingml/2006/main">
              <a:ext uri="{FF2B5EF4-FFF2-40B4-BE49-F238E27FC236}">
                <a16:creationId xmlns:a16="http://schemas.microsoft.com/office/drawing/2014/main" id="{D904A9A1-D3F9-4186-A5CF-3189E54D750E}"/>
              </a:ext>
            </a:extLst>
          </p:cNvPr>
          <p:cNvSpPr>
            <a:spLocks xmlns:a="http://schemas.openxmlformats.org/drawingml/2006/main" noGrp="1"/>
          </p:cNvSpPr>
          <p:nvPr/>
        </p:nvSpPr>
        <p:spPr>
          <a:xfrm xmlns:a="http://schemas.openxmlformats.org/drawingml/2006/main">
            <a:off x="4850130" y="445630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2" name="density-sample-20-5">
            <a:extLst xmlns:a="http://schemas.openxmlformats.org/drawingml/2006/main">
              <a:ext uri="{FF2B5EF4-FFF2-40B4-BE49-F238E27FC236}">
                <a16:creationId xmlns:a16="http://schemas.microsoft.com/office/drawing/2014/main" id="{C5569CF1-4438-4925-9DB1-11CBABDCCD53}"/>
              </a:ext>
            </a:extLst>
          </p:cNvPr>
          <p:cNvSpPr>
            <a:spLocks xmlns:a="http://schemas.openxmlformats.org/drawingml/2006/main" noGrp="1"/>
          </p:cNvSpPr>
          <p:nvPr/>
        </p:nvSpPr>
        <p:spPr>
          <a:xfrm xmlns:a="http://schemas.openxmlformats.org/drawingml/2006/main">
            <a:off x="5243513" y="4663383"/>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3" name="density-sample-20-6">
            <a:extLst xmlns:a="http://schemas.openxmlformats.org/drawingml/2006/main">
              <a:ext uri="{FF2B5EF4-FFF2-40B4-BE49-F238E27FC236}">
                <a16:creationId xmlns:a16="http://schemas.microsoft.com/office/drawing/2014/main" id="{E7DDC607-FC07-456A-97CD-C1AF13EE2414}"/>
              </a:ext>
            </a:extLst>
          </p:cNvPr>
          <p:cNvSpPr>
            <a:spLocks xmlns:a="http://schemas.openxmlformats.org/drawingml/2006/main" noGrp="1"/>
          </p:cNvSpPr>
          <p:nvPr/>
        </p:nvSpPr>
        <p:spPr>
          <a:xfrm xmlns:a="http://schemas.openxmlformats.org/drawingml/2006/main">
            <a:off x="5636895" y="485739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4" name="density-sample-20-7">
            <a:extLst xmlns:a="http://schemas.openxmlformats.org/drawingml/2006/main">
              <a:ext uri="{FF2B5EF4-FFF2-40B4-BE49-F238E27FC236}">
                <a16:creationId xmlns:a16="http://schemas.microsoft.com/office/drawing/2014/main" id="{3706A2B6-C198-4DB3-908B-D26FF87212D5}"/>
              </a:ext>
            </a:extLst>
          </p:cNvPr>
          <p:cNvSpPr>
            <a:spLocks xmlns:a="http://schemas.openxmlformats.org/drawingml/2006/main" noGrp="1"/>
          </p:cNvSpPr>
          <p:nvPr/>
        </p:nvSpPr>
        <p:spPr>
          <a:xfrm xmlns:a="http://schemas.openxmlformats.org/drawingml/2006/main">
            <a:off x="6030278" y="4964217"/>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5" name="density-sample-20-8">
            <a:extLst xmlns:a="http://schemas.openxmlformats.org/drawingml/2006/main">
              <a:ext uri="{FF2B5EF4-FFF2-40B4-BE49-F238E27FC236}">
                <a16:creationId xmlns:a16="http://schemas.microsoft.com/office/drawing/2014/main" id="{86DFFF4C-BFB7-4F53-97B0-4CBD9693750B}"/>
              </a:ext>
            </a:extLst>
          </p:cNvPr>
          <p:cNvSpPr>
            <a:spLocks xmlns:a="http://schemas.openxmlformats.org/drawingml/2006/main" noGrp="1"/>
          </p:cNvSpPr>
          <p:nvPr/>
        </p:nvSpPr>
        <p:spPr>
          <a:xfrm xmlns:a="http://schemas.openxmlformats.org/drawingml/2006/main">
            <a:off x="6423660" y="494306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6" name="density-sample-20-9">
            <a:extLst xmlns:a="http://schemas.openxmlformats.org/drawingml/2006/main">
              <a:ext uri="{FF2B5EF4-FFF2-40B4-BE49-F238E27FC236}">
                <a16:creationId xmlns:a16="http://schemas.microsoft.com/office/drawing/2014/main" id="{C8A05924-DD89-46F4-91A1-040BB9277E7D}"/>
              </a:ext>
            </a:extLst>
          </p:cNvPr>
          <p:cNvSpPr>
            <a:spLocks xmlns:a="http://schemas.openxmlformats.org/drawingml/2006/main" noGrp="1"/>
          </p:cNvSpPr>
          <p:nvPr/>
        </p:nvSpPr>
        <p:spPr>
          <a:xfrm xmlns:a="http://schemas.openxmlformats.org/drawingml/2006/main">
            <a:off x="6817043" y="480200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7" name="density-sample-20-10">
            <a:extLst xmlns:a="http://schemas.openxmlformats.org/drawingml/2006/main">
              <a:ext uri="{FF2B5EF4-FFF2-40B4-BE49-F238E27FC236}">
                <a16:creationId xmlns:a16="http://schemas.microsoft.com/office/drawing/2014/main" id="{4811DBF9-A780-457D-A735-54330C29931F}"/>
              </a:ext>
            </a:extLst>
          </p:cNvPr>
          <p:cNvSpPr>
            <a:spLocks xmlns:a="http://schemas.openxmlformats.org/drawingml/2006/main" noGrp="1"/>
          </p:cNvSpPr>
          <p:nvPr/>
        </p:nvSpPr>
        <p:spPr>
          <a:xfrm xmlns:a="http://schemas.openxmlformats.org/drawingml/2006/main">
            <a:off x="7210425" y="4594917"/>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8" name="density-sample-20-11">
            <a:extLst xmlns:a="http://schemas.openxmlformats.org/drawingml/2006/main">
              <a:ext uri="{FF2B5EF4-FFF2-40B4-BE49-F238E27FC236}">
                <a16:creationId xmlns:a16="http://schemas.microsoft.com/office/drawing/2014/main" id="{C7D9DD5A-D3C5-4D10-BFD0-80825AACEBF3}"/>
              </a:ext>
            </a:extLst>
          </p:cNvPr>
          <p:cNvSpPr>
            <a:spLocks xmlns:a="http://schemas.openxmlformats.org/drawingml/2006/main" noGrp="1"/>
          </p:cNvSpPr>
          <p:nvPr/>
        </p:nvSpPr>
        <p:spPr>
          <a:xfrm xmlns:a="http://schemas.openxmlformats.org/drawingml/2006/main">
            <a:off x="7603808" y="440091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9" name="density-sample-20-12">
            <a:extLst xmlns:a="http://schemas.openxmlformats.org/drawingml/2006/main">
              <a:ext uri="{FF2B5EF4-FFF2-40B4-BE49-F238E27FC236}">
                <a16:creationId xmlns:a16="http://schemas.microsoft.com/office/drawing/2014/main" id="{48F14FE3-7168-4B9B-876B-3356E1B7D351}"/>
              </a:ext>
            </a:extLst>
          </p:cNvPr>
          <p:cNvSpPr>
            <a:spLocks xmlns:a="http://schemas.openxmlformats.org/drawingml/2006/main" noGrp="1"/>
          </p:cNvSpPr>
          <p:nvPr/>
        </p:nvSpPr>
        <p:spPr>
          <a:xfrm xmlns:a="http://schemas.openxmlformats.org/drawingml/2006/main">
            <a:off x="7997190" y="4294083"/>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0" name="density-sample-20-13">
            <a:extLst xmlns:a="http://schemas.openxmlformats.org/drawingml/2006/main">
              <a:ext uri="{FF2B5EF4-FFF2-40B4-BE49-F238E27FC236}">
                <a16:creationId xmlns:a16="http://schemas.microsoft.com/office/drawing/2014/main" id="{253ED5D0-CA41-4D72-9495-82267548FB53}"/>
              </a:ext>
            </a:extLst>
          </p:cNvPr>
          <p:cNvSpPr>
            <a:spLocks xmlns:a="http://schemas.openxmlformats.org/drawingml/2006/main" noGrp="1"/>
          </p:cNvSpPr>
          <p:nvPr/>
        </p:nvSpPr>
        <p:spPr>
          <a:xfrm xmlns:a="http://schemas.openxmlformats.org/drawingml/2006/main">
            <a:off x="8390573" y="431524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1" name="density-sample-20-14">
            <a:extLst xmlns:a="http://schemas.openxmlformats.org/drawingml/2006/main">
              <a:ext uri="{FF2B5EF4-FFF2-40B4-BE49-F238E27FC236}">
                <a16:creationId xmlns:a16="http://schemas.microsoft.com/office/drawing/2014/main" id="{9E18BE42-3A6E-420F-A53D-A08B367B8B89}"/>
              </a:ext>
            </a:extLst>
          </p:cNvPr>
          <p:cNvSpPr>
            <a:spLocks xmlns:a="http://schemas.openxmlformats.org/drawingml/2006/main" noGrp="1"/>
          </p:cNvSpPr>
          <p:nvPr/>
        </p:nvSpPr>
        <p:spPr>
          <a:xfrm xmlns:a="http://schemas.openxmlformats.org/drawingml/2006/main">
            <a:off x="8783955" y="445630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2" name="density-sample-20-15">
            <a:extLst xmlns:a="http://schemas.openxmlformats.org/drawingml/2006/main">
              <a:ext uri="{FF2B5EF4-FFF2-40B4-BE49-F238E27FC236}">
                <a16:creationId xmlns:a16="http://schemas.microsoft.com/office/drawing/2014/main" id="{083A829D-D690-41E6-9B9A-D291DE867576}"/>
              </a:ext>
            </a:extLst>
          </p:cNvPr>
          <p:cNvSpPr>
            <a:spLocks xmlns:a="http://schemas.openxmlformats.org/drawingml/2006/main" noGrp="1"/>
          </p:cNvSpPr>
          <p:nvPr/>
        </p:nvSpPr>
        <p:spPr>
          <a:xfrm xmlns:a="http://schemas.openxmlformats.org/drawingml/2006/main">
            <a:off x="9177338" y="4663383"/>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3" name="density-sample-20-16">
            <a:extLst xmlns:a="http://schemas.openxmlformats.org/drawingml/2006/main">
              <a:ext uri="{FF2B5EF4-FFF2-40B4-BE49-F238E27FC236}">
                <a16:creationId xmlns:a16="http://schemas.microsoft.com/office/drawing/2014/main" id="{AB9FD8A9-1191-4951-BFE7-792B6D8F65A2}"/>
              </a:ext>
            </a:extLst>
          </p:cNvPr>
          <p:cNvSpPr>
            <a:spLocks xmlns:a="http://schemas.openxmlformats.org/drawingml/2006/main" noGrp="1"/>
          </p:cNvSpPr>
          <p:nvPr/>
        </p:nvSpPr>
        <p:spPr>
          <a:xfrm xmlns:a="http://schemas.openxmlformats.org/drawingml/2006/main">
            <a:off x="9570720" y="485739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4" name="density-sample-20-17">
            <a:extLst xmlns:a="http://schemas.openxmlformats.org/drawingml/2006/main">
              <a:ext uri="{FF2B5EF4-FFF2-40B4-BE49-F238E27FC236}">
                <a16:creationId xmlns:a16="http://schemas.microsoft.com/office/drawing/2014/main" id="{C262C158-4987-45F5-A4EC-48C9939B3D3F}"/>
              </a:ext>
            </a:extLst>
          </p:cNvPr>
          <p:cNvSpPr>
            <a:spLocks xmlns:a="http://schemas.openxmlformats.org/drawingml/2006/main" noGrp="1"/>
          </p:cNvSpPr>
          <p:nvPr/>
        </p:nvSpPr>
        <p:spPr>
          <a:xfrm xmlns:a="http://schemas.openxmlformats.org/drawingml/2006/main">
            <a:off x="9964103" y="4964217"/>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5" name="density-sample-20-18">
            <a:extLst xmlns:a="http://schemas.openxmlformats.org/drawingml/2006/main">
              <a:ext uri="{FF2B5EF4-FFF2-40B4-BE49-F238E27FC236}">
                <a16:creationId xmlns:a16="http://schemas.microsoft.com/office/drawing/2014/main" id="{D4E94591-D149-4D4A-91C8-22383732224F}"/>
              </a:ext>
            </a:extLst>
          </p:cNvPr>
          <p:cNvSpPr>
            <a:spLocks xmlns:a="http://schemas.openxmlformats.org/drawingml/2006/main" noGrp="1"/>
          </p:cNvSpPr>
          <p:nvPr/>
        </p:nvSpPr>
        <p:spPr>
          <a:xfrm xmlns:a="http://schemas.openxmlformats.org/drawingml/2006/main">
            <a:off x="10357485" y="494306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6" name="density-sample-20-19">
            <a:extLst xmlns:a="http://schemas.openxmlformats.org/drawingml/2006/main">
              <a:ext uri="{FF2B5EF4-FFF2-40B4-BE49-F238E27FC236}">
                <a16:creationId xmlns:a16="http://schemas.microsoft.com/office/drawing/2014/main" id="{39BE51C8-BA2F-4225-969F-840E93986337}"/>
              </a:ext>
            </a:extLst>
          </p:cNvPr>
          <p:cNvSpPr>
            <a:spLocks xmlns:a="http://schemas.openxmlformats.org/drawingml/2006/main" noGrp="1"/>
          </p:cNvSpPr>
          <p:nvPr/>
        </p:nvSpPr>
        <p:spPr>
          <a:xfrm xmlns:a="http://schemas.openxmlformats.org/drawingml/2006/main">
            <a:off x="10750868" y="480200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7" name="density-start-20">
            <a:extLst xmlns:a="http://schemas.openxmlformats.org/drawingml/2006/main">
              <a:ext uri="{FF2B5EF4-FFF2-40B4-BE49-F238E27FC236}">
                <a16:creationId xmlns:a16="http://schemas.microsoft.com/office/drawing/2014/main" id="{ECF84B89-3EC0-49E3-BAB4-615DD86527AA}"/>
              </a:ext>
            </a:extLst>
          </p:cNvPr>
          <p:cNvSpPr>
            <a:spLocks xmlns:a="http://schemas.openxmlformats.org/drawingml/2006/main" noGrp="1"/>
          </p:cNvSpPr>
          <p:nvPr/>
        </p:nvSpPr>
        <p:spPr>
          <a:xfrm xmlns:a="http://schemas.openxmlformats.org/drawingml/2006/main">
            <a:off x="3143250" y="5372100"/>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48" name="density-end-20">
            <a:extLst xmlns:a="http://schemas.openxmlformats.org/drawingml/2006/main">
              <a:ext uri="{FF2B5EF4-FFF2-40B4-BE49-F238E27FC236}">
                <a16:creationId xmlns:a16="http://schemas.microsoft.com/office/drawing/2014/main" id="{9ECE3529-4611-4ED6-8662-30265E849CB2}"/>
              </a:ext>
            </a:extLst>
          </p:cNvPr>
          <p:cNvSpPr>
            <a:spLocks xmlns:a="http://schemas.openxmlformats.org/drawingml/2006/main" noGrp="1"/>
          </p:cNvSpPr>
          <p:nvPr/>
        </p:nvSpPr>
        <p:spPr>
          <a:xfrm xmlns:a="http://schemas.openxmlformats.org/drawingml/2006/main">
            <a:off x="11010900" y="5372100"/>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49" name="density-unit-20">
            <a:extLst xmlns:a="http://schemas.openxmlformats.org/drawingml/2006/main">
              <a:ext uri="{FF2B5EF4-FFF2-40B4-BE49-F238E27FC236}">
                <a16:creationId xmlns:a16="http://schemas.microsoft.com/office/drawing/2014/main" id="{9C091D7B-4911-4F4C-B374-41BEBF2662FC}"/>
              </a:ext>
            </a:extLst>
          </p:cNvPr>
          <p:cNvSpPr>
            <a:spLocks xmlns:a="http://schemas.openxmlformats.org/drawingml/2006/main" noGrp="1"/>
          </p:cNvSpPr>
          <p:nvPr/>
        </p:nvSpPr>
        <p:spPr>
          <a:xfrm xmlns:a="http://schemas.openxmlformats.org/drawingml/2006/main">
            <a:off x="8667750" y="537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50" name="text">
            <a:extLst xmlns:a="http://schemas.openxmlformats.org/drawingml/2006/main">
              <a:ext uri="{FF2B5EF4-FFF2-40B4-BE49-F238E27FC236}">
                <a16:creationId xmlns:a16="http://schemas.microsoft.com/office/drawing/2014/main" id="{C8803D87-4E51-4570-8C59-4471A216F94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同一秒里记录的次数变多；每样本存储位宽不变时，数据量增加。</a:t>
            </a:r>
          </a:p>
        </p:txBody>
      </p:sp>
    </p:spTree>
    <p:extLst>
      <p:ext uri="{BB962C8B-B14F-4D97-AF65-F5344CB8AC3E}">
        <p14:creationId xmlns:p14="http://schemas.microsoft.com/office/powerpoint/2010/main" val="18438795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63B3CB-DFFF-4DDF-8228-33888C939C7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250B9D5-9D43-4695-9B56-E9409B720D7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7CB0D36-B455-4655-8169-EB1F0B388D0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采样值可能是3.71，怎样记录？</a:t>
            </a:r>
          </a:p>
        </p:txBody>
      </p:sp>
      <p:sp>
        <p:nvSpPr>
          <p:cNvPr id="5" name="Connector 4">
            <a:extLst xmlns:a="http://schemas.openxmlformats.org/drawingml/2006/main">
              <a:ext uri="{FF2B5EF4-FFF2-40B4-BE49-F238E27FC236}">
                <a16:creationId xmlns:a16="http://schemas.microsoft.com/office/drawing/2014/main" id="{916D2BBF-DFAD-48DE-BB13-363727F95368}"/>
              </a:ext>
            </a:extLst>
          </p:cNvPr>
          <p:cNvSpPr>
            <a:spLocks xmlns:a="http://schemas.openxmlformats.org/drawingml/2006/main" noGrp="1"/>
          </p:cNvSpPr>
          <p:nvPr/>
        </p:nvSpPr>
        <p:spPr>
          <a:xfrm xmlns:a="http://schemas.openxmlformats.org/drawingml/2006/main">
            <a:off x="868680" y="3346704"/>
            <a:ext cx="10149839"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311957CE-D536-4BC8-A530-0BD3F83435D7}"/>
              </a:ext>
            </a:extLst>
          </p:cNvPr>
          <p:cNvSpPr>
            <a:spLocks xmlns:a="http://schemas.openxmlformats.org/drawingml/2006/main" noGrp="1"/>
          </p:cNvSpPr>
          <p:nvPr/>
        </p:nvSpPr>
        <p:spPr>
          <a:xfrm xmlns:a="http://schemas.openxmlformats.org/drawingml/2006/main">
            <a:off x="960120" y="1956816"/>
            <a:ext cx="0" cy="2788920"/>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1D337330-9B47-4DAD-977A-48EF2C82DA9D}"/>
              </a:ext>
            </a:extLst>
          </p:cNvPr>
          <p:cNvSpPr>
            <a:spLocks xmlns:a="http://schemas.openxmlformats.org/drawingml/2006/main" noGrp="1"/>
          </p:cNvSpPr>
          <p:nvPr/>
        </p:nvSpPr>
        <p:spPr>
          <a:xfrm xmlns:a="http://schemas.openxmlformats.org/drawingml/2006/main">
            <a:off x="987552"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55D2DE6A-CA98-4B8A-9A73-BF10E16C2FB8}"/>
              </a:ext>
            </a:extLst>
          </p:cNvPr>
          <p:cNvSpPr>
            <a:spLocks xmlns:a="http://schemas.openxmlformats.org/drawingml/2006/main" noGrp="1"/>
          </p:cNvSpPr>
          <p:nvPr/>
        </p:nvSpPr>
        <p:spPr>
          <a:xfrm xmlns:a="http://schemas.openxmlformats.org/drawingml/2006/main">
            <a:off x="10104119" y="346557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2D19FB13-5991-4647-AFD4-7D597EFDB3B8}"/>
              </a:ext>
            </a:extLst>
          </p:cNvPr>
          <p:cNvSpPr>
            <a:spLocks xmlns:a="http://schemas.openxmlformats.org/drawingml/2006/main" noGrp="1"/>
          </p:cNvSpPr>
          <p:nvPr/>
        </p:nvSpPr>
        <p:spPr>
          <a:xfrm xmlns:a="http://schemas.openxmlformats.org/drawingml/2006/main" flipV="1">
            <a:off x="1005840" y="3235877"/>
            <a:ext cx="93451" cy="9711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B1BC75A-D579-4FC2-9304-9B9C89EFDF3F}"/>
              </a:ext>
            </a:extLst>
          </p:cNvPr>
          <p:cNvSpPr>
            <a:spLocks xmlns:a="http://schemas.openxmlformats.org/drawingml/2006/main" noGrp="1"/>
          </p:cNvSpPr>
          <p:nvPr/>
        </p:nvSpPr>
        <p:spPr>
          <a:xfrm xmlns:a="http://schemas.openxmlformats.org/drawingml/2006/main" flipV="1">
            <a:off x="1099291"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711A6D78-2BEA-45F0-B804-DF7BDE2FF2FB}"/>
              </a:ext>
            </a:extLst>
          </p:cNvPr>
          <p:cNvSpPr>
            <a:spLocks xmlns:a="http://schemas.openxmlformats.org/drawingml/2006/main" noGrp="1"/>
          </p:cNvSpPr>
          <p:nvPr/>
        </p:nvSpPr>
        <p:spPr>
          <a:xfrm xmlns:a="http://schemas.openxmlformats.org/drawingml/2006/main" flipV="1">
            <a:off x="1192743"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E5E96BD-36EB-48E4-BD59-BFCB517C9DC0}"/>
              </a:ext>
            </a:extLst>
          </p:cNvPr>
          <p:cNvSpPr>
            <a:spLocks xmlns:a="http://schemas.openxmlformats.org/drawingml/2006/main" noGrp="1"/>
          </p:cNvSpPr>
          <p:nvPr/>
        </p:nvSpPr>
        <p:spPr>
          <a:xfrm xmlns:a="http://schemas.openxmlformats.org/drawingml/2006/main" flipV="1">
            <a:off x="1286195"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0F38B87-C214-47CE-A3C6-80012D956F59}"/>
              </a:ext>
            </a:extLst>
          </p:cNvPr>
          <p:cNvSpPr>
            <a:spLocks xmlns:a="http://schemas.openxmlformats.org/drawingml/2006/main" noGrp="1"/>
          </p:cNvSpPr>
          <p:nvPr/>
        </p:nvSpPr>
        <p:spPr>
          <a:xfrm xmlns:a="http://schemas.openxmlformats.org/drawingml/2006/main" flipV="1">
            <a:off x="1379646"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76EC08F9-1686-4ECC-A440-4E2502BBD593}"/>
              </a:ext>
            </a:extLst>
          </p:cNvPr>
          <p:cNvSpPr>
            <a:spLocks xmlns:a="http://schemas.openxmlformats.org/drawingml/2006/main" noGrp="1"/>
          </p:cNvSpPr>
          <p:nvPr/>
        </p:nvSpPr>
        <p:spPr>
          <a:xfrm xmlns:a="http://schemas.openxmlformats.org/drawingml/2006/main" flipV="1">
            <a:off x="1473098"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454E6EE6-1447-4BFC-B212-D880E059B8E4}"/>
              </a:ext>
            </a:extLst>
          </p:cNvPr>
          <p:cNvSpPr>
            <a:spLocks xmlns:a="http://schemas.openxmlformats.org/drawingml/2006/main" noGrp="1"/>
          </p:cNvSpPr>
          <p:nvPr/>
        </p:nvSpPr>
        <p:spPr>
          <a:xfrm xmlns:a="http://schemas.openxmlformats.org/drawingml/2006/main" flipV="1">
            <a:off x="1566550"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9C135980-464D-44C4-9B92-B1B942F65488}"/>
              </a:ext>
            </a:extLst>
          </p:cNvPr>
          <p:cNvSpPr>
            <a:spLocks xmlns:a="http://schemas.openxmlformats.org/drawingml/2006/main" noGrp="1"/>
          </p:cNvSpPr>
          <p:nvPr/>
        </p:nvSpPr>
        <p:spPr>
          <a:xfrm xmlns:a="http://schemas.openxmlformats.org/drawingml/2006/main" flipV="1">
            <a:off x="1660001"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3752876A-E36D-4851-AB67-66EFD520DBCB}"/>
              </a:ext>
            </a:extLst>
          </p:cNvPr>
          <p:cNvSpPr>
            <a:spLocks xmlns:a="http://schemas.openxmlformats.org/drawingml/2006/main" noGrp="1"/>
          </p:cNvSpPr>
          <p:nvPr/>
        </p:nvSpPr>
        <p:spPr>
          <a:xfrm xmlns:a="http://schemas.openxmlformats.org/drawingml/2006/main" flipV="1">
            <a:off x="1753453"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4C0104AC-7888-4E47-877F-628EE86AD9FB}"/>
              </a:ext>
            </a:extLst>
          </p:cNvPr>
          <p:cNvSpPr>
            <a:spLocks xmlns:a="http://schemas.openxmlformats.org/drawingml/2006/main" noGrp="1"/>
          </p:cNvSpPr>
          <p:nvPr/>
        </p:nvSpPr>
        <p:spPr>
          <a:xfrm xmlns:a="http://schemas.openxmlformats.org/drawingml/2006/main" flipV="1">
            <a:off x="1846905"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35A74A7-7521-4297-A874-1B5A61F90453}"/>
              </a:ext>
            </a:extLst>
          </p:cNvPr>
          <p:cNvSpPr>
            <a:spLocks xmlns:a="http://schemas.openxmlformats.org/drawingml/2006/main" noGrp="1"/>
          </p:cNvSpPr>
          <p:nvPr/>
        </p:nvSpPr>
        <p:spPr>
          <a:xfrm xmlns:a="http://schemas.openxmlformats.org/drawingml/2006/main" flipV="1">
            <a:off x="1940356"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13883AD0-F3C0-4081-B74C-F9230D756825}"/>
              </a:ext>
            </a:extLst>
          </p:cNvPr>
          <p:cNvSpPr>
            <a:spLocks xmlns:a="http://schemas.openxmlformats.org/drawingml/2006/main" noGrp="1"/>
          </p:cNvSpPr>
          <p:nvPr/>
        </p:nvSpPr>
        <p:spPr>
          <a:xfrm xmlns:a="http://schemas.openxmlformats.org/drawingml/2006/main" flipV="1">
            <a:off x="2033808"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DCF46EC5-A979-459B-A477-6B56626846BF}"/>
              </a:ext>
            </a:extLst>
          </p:cNvPr>
          <p:cNvSpPr>
            <a:spLocks xmlns:a="http://schemas.openxmlformats.org/drawingml/2006/main" noGrp="1"/>
          </p:cNvSpPr>
          <p:nvPr/>
        </p:nvSpPr>
        <p:spPr>
          <a:xfrm xmlns:a="http://schemas.openxmlformats.org/drawingml/2006/main" flipV="1">
            <a:off x="2127260"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23F8C8D-64AA-47E2-A3B1-6FDA3CA68B69}"/>
              </a:ext>
            </a:extLst>
          </p:cNvPr>
          <p:cNvSpPr>
            <a:spLocks xmlns:a="http://schemas.openxmlformats.org/drawingml/2006/main" noGrp="1"/>
          </p:cNvSpPr>
          <p:nvPr/>
        </p:nvSpPr>
        <p:spPr>
          <a:xfrm xmlns:a="http://schemas.openxmlformats.org/drawingml/2006/main" flipV="1">
            <a:off x="2220711"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9834F3A5-5373-47DC-9DB9-7597A84CB30B}"/>
              </a:ext>
            </a:extLst>
          </p:cNvPr>
          <p:cNvSpPr>
            <a:spLocks xmlns:a="http://schemas.openxmlformats.org/drawingml/2006/main" noGrp="1"/>
          </p:cNvSpPr>
          <p:nvPr/>
        </p:nvSpPr>
        <p:spPr>
          <a:xfrm xmlns:a="http://schemas.openxmlformats.org/drawingml/2006/main" flipV="1">
            <a:off x="2314163"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085A0C69-0AE8-4A48-AA08-B09B8850D6AC}"/>
              </a:ext>
            </a:extLst>
          </p:cNvPr>
          <p:cNvSpPr>
            <a:spLocks xmlns:a="http://schemas.openxmlformats.org/drawingml/2006/main" noGrp="1"/>
          </p:cNvSpPr>
          <p:nvPr/>
        </p:nvSpPr>
        <p:spPr>
          <a:xfrm xmlns:a="http://schemas.openxmlformats.org/drawingml/2006/main" flipV="1">
            <a:off x="2407615"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73D8AA9-7E8D-4EE8-9A92-7338F0203277}"/>
              </a:ext>
            </a:extLst>
          </p:cNvPr>
          <p:cNvSpPr>
            <a:spLocks xmlns:a="http://schemas.openxmlformats.org/drawingml/2006/main" noGrp="1"/>
          </p:cNvSpPr>
          <p:nvPr/>
        </p:nvSpPr>
        <p:spPr>
          <a:xfrm xmlns:a="http://schemas.openxmlformats.org/drawingml/2006/main" flipV="1">
            <a:off x="2501066"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01E7B7F6-78AC-4CF9-A854-A93AB7706172}"/>
              </a:ext>
            </a:extLst>
          </p:cNvPr>
          <p:cNvSpPr>
            <a:spLocks xmlns:a="http://schemas.openxmlformats.org/drawingml/2006/main" noGrp="1"/>
          </p:cNvSpPr>
          <p:nvPr/>
        </p:nvSpPr>
        <p:spPr>
          <a:xfrm xmlns:a="http://schemas.openxmlformats.org/drawingml/2006/main">
            <a:off x="2594518"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8806E368-289F-4EB6-B5B2-825AB357369A}"/>
              </a:ext>
            </a:extLst>
          </p:cNvPr>
          <p:cNvSpPr>
            <a:spLocks xmlns:a="http://schemas.openxmlformats.org/drawingml/2006/main" noGrp="1"/>
          </p:cNvSpPr>
          <p:nvPr/>
        </p:nvSpPr>
        <p:spPr>
          <a:xfrm xmlns:a="http://schemas.openxmlformats.org/drawingml/2006/main">
            <a:off x="2687970"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18C88E08-0B45-4515-81BE-996D64004B68}"/>
              </a:ext>
            </a:extLst>
          </p:cNvPr>
          <p:cNvSpPr>
            <a:spLocks xmlns:a="http://schemas.openxmlformats.org/drawingml/2006/main" noGrp="1"/>
          </p:cNvSpPr>
          <p:nvPr/>
        </p:nvSpPr>
        <p:spPr>
          <a:xfrm xmlns:a="http://schemas.openxmlformats.org/drawingml/2006/main">
            <a:off x="2781421"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634DFA69-8A6E-4DF7-B2BE-841DA53CF095}"/>
              </a:ext>
            </a:extLst>
          </p:cNvPr>
          <p:cNvSpPr>
            <a:spLocks xmlns:a="http://schemas.openxmlformats.org/drawingml/2006/main" noGrp="1"/>
          </p:cNvSpPr>
          <p:nvPr/>
        </p:nvSpPr>
        <p:spPr>
          <a:xfrm xmlns:a="http://schemas.openxmlformats.org/drawingml/2006/main">
            <a:off x="2874873"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AF093DC-1EC3-4617-82EE-9C24462C6D27}"/>
              </a:ext>
            </a:extLst>
          </p:cNvPr>
          <p:cNvSpPr>
            <a:spLocks xmlns:a="http://schemas.openxmlformats.org/drawingml/2006/main" noGrp="1"/>
          </p:cNvSpPr>
          <p:nvPr/>
        </p:nvSpPr>
        <p:spPr>
          <a:xfrm xmlns:a="http://schemas.openxmlformats.org/drawingml/2006/main">
            <a:off x="2968325"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9EF7571-047D-4262-AE99-6766056682F6}"/>
              </a:ext>
            </a:extLst>
          </p:cNvPr>
          <p:cNvSpPr>
            <a:spLocks xmlns:a="http://schemas.openxmlformats.org/drawingml/2006/main" noGrp="1"/>
          </p:cNvSpPr>
          <p:nvPr/>
        </p:nvSpPr>
        <p:spPr>
          <a:xfrm xmlns:a="http://schemas.openxmlformats.org/drawingml/2006/main">
            <a:off x="3061776"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73158CB4-02A6-498E-A1BA-7B15EB241C80}"/>
              </a:ext>
            </a:extLst>
          </p:cNvPr>
          <p:cNvSpPr>
            <a:spLocks xmlns:a="http://schemas.openxmlformats.org/drawingml/2006/main" noGrp="1"/>
          </p:cNvSpPr>
          <p:nvPr/>
        </p:nvSpPr>
        <p:spPr>
          <a:xfrm xmlns:a="http://schemas.openxmlformats.org/drawingml/2006/main">
            <a:off x="3155228"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60FFA68-D05F-4DA4-9122-988EEB348AA7}"/>
              </a:ext>
            </a:extLst>
          </p:cNvPr>
          <p:cNvSpPr>
            <a:spLocks xmlns:a="http://schemas.openxmlformats.org/drawingml/2006/main" noGrp="1"/>
          </p:cNvSpPr>
          <p:nvPr/>
        </p:nvSpPr>
        <p:spPr>
          <a:xfrm xmlns:a="http://schemas.openxmlformats.org/drawingml/2006/main">
            <a:off x="3248680" y="2537895"/>
            <a:ext cx="93452"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8C6D75D3-433F-429F-90FB-0E577CB5CFAD}"/>
              </a:ext>
            </a:extLst>
          </p:cNvPr>
          <p:cNvSpPr>
            <a:spLocks xmlns:a="http://schemas.openxmlformats.org/drawingml/2006/main" noGrp="1"/>
          </p:cNvSpPr>
          <p:nvPr/>
        </p:nvSpPr>
        <p:spPr>
          <a:xfrm xmlns:a="http://schemas.openxmlformats.org/drawingml/2006/main">
            <a:off x="3342132" y="2603324"/>
            <a:ext cx="93451"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89E30619-FD20-42F1-B804-467382A2B13D}"/>
              </a:ext>
            </a:extLst>
          </p:cNvPr>
          <p:cNvSpPr>
            <a:spLocks xmlns:a="http://schemas.openxmlformats.org/drawingml/2006/main" noGrp="1"/>
          </p:cNvSpPr>
          <p:nvPr/>
        </p:nvSpPr>
        <p:spPr>
          <a:xfrm xmlns:a="http://schemas.openxmlformats.org/drawingml/2006/main">
            <a:off x="3435583"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CB3F36F-8B70-4E10-B1C1-2054F7EEB919}"/>
              </a:ext>
            </a:extLst>
          </p:cNvPr>
          <p:cNvSpPr>
            <a:spLocks xmlns:a="http://schemas.openxmlformats.org/drawingml/2006/main" noGrp="1"/>
          </p:cNvSpPr>
          <p:nvPr/>
        </p:nvSpPr>
        <p:spPr>
          <a:xfrm xmlns:a="http://schemas.openxmlformats.org/drawingml/2006/main">
            <a:off x="3529035"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DDFDC78-B1F0-42CA-9F11-EFBCE43A109A}"/>
              </a:ext>
            </a:extLst>
          </p:cNvPr>
          <p:cNvSpPr>
            <a:spLocks xmlns:a="http://schemas.openxmlformats.org/drawingml/2006/main" noGrp="1"/>
          </p:cNvSpPr>
          <p:nvPr/>
        </p:nvSpPr>
        <p:spPr>
          <a:xfrm xmlns:a="http://schemas.openxmlformats.org/drawingml/2006/main">
            <a:off x="3622487"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FD34E45-F7AC-409D-8319-329DC984DCAF}"/>
              </a:ext>
            </a:extLst>
          </p:cNvPr>
          <p:cNvSpPr>
            <a:spLocks xmlns:a="http://schemas.openxmlformats.org/drawingml/2006/main" noGrp="1"/>
          </p:cNvSpPr>
          <p:nvPr/>
        </p:nvSpPr>
        <p:spPr>
          <a:xfrm xmlns:a="http://schemas.openxmlformats.org/drawingml/2006/main">
            <a:off x="3715938"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90156CF-E1AE-494E-B14D-6872EF36C60E}"/>
              </a:ext>
            </a:extLst>
          </p:cNvPr>
          <p:cNvSpPr>
            <a:spLocks xmlns:a="http://schemas.openxmlformats.org/drawingml/2006/main" noGrp="1"/>
          </p:cNvSpPr>
          <p:nvPr/>
        </p:nvSpPr>
        <p:spPr>
          <a:xfrm xmlns:a="http://schemas.openxmlformats.org/drawingml/2006/main">
            <a:off x="3809390"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25E06554-CCC8-47C2-A37B-EE76FA9A423A}"/>
              </a:ext>
            </a:extLst>
          </p:cNvPr>
          <p:cNvSpPr>
            <a:spLocks xmlns:a="http://schemas.openxmlformats.org/drawingml/2006/main" noGrp="1"/>
          </p:cNvSpPr>
          <p:nvPr/>
        </p:nvSpPr>
        <p:spPr>
          <a:xfrm xmlns:a="http://schemas.openxmlformats.org/drawingml/2006/main">
            <a:off x="3902842"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7A15D774-F5AD-4EDB-8F90-DC865CE8DB81}"/>
              </a:ext>
            </a:extLst>
          </p:cNvPr>
          <p:cNvSpPr>
            <a:spLocks xmlns:a="http://schemas.openxmlformats.org/drawingml/2006/main" noGrp="1"/>
          </p:cNvSpPr>
          <p:nvPr/>
        </p:nvSpPr>
        <p:spPr>
          <a:xfrm xmlns:a="http://schemas.openxmlformats.org/drawingml/2006/main">
            <a:off x="3996293"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0BF939D-67C6-44CE-A5C5-12BCB4728D89}"/>
              </a:ext>
            </a:extLst>
          </p:cNvPr>
          <p:cNvSpPr>
            <a:spLocks xmlns:a="http://schemas.openxmlformats.org/drawingml/2006/main" noGrp="1"/>
          </p:cNvSpPr>
          <p:nvPr/>
        </p:nvSpPr>
        <p:spPr>
          <a:xfrm xmlns:a="http://schemas.openxmlformats.org/drawingml/2006/main">
            <a:off x="4089745"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88D2224-C98F-46FF-BD7F-0DBEA8B1C07F}"/>
              </a:ext>
            </a:extLst>
          </p:cNvPr>
          <p:cNvSpPr>
            <a:spLocks xmlns:a="http://schemas.openxmlformats.org/drawingml/2006/main" noGrp="1"/>
          </p:cNvSpPr>
          <p:nvPr/>
        </p:nvSpPr>
        <p:spPr>
          <a:xfrm xmlns:a="http://schemas.openxmlformats.org/drawingml/2006/main">
            <a:off x="4183197"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898BBC94-4801-4CE7-85AE-CB864D3A00D6}"/>
              </a:ext>
            </a:extLst>
          </p:cNvPr>
          <p:cNvSpPr>
            <a:spLocks xmlns:a="http://schemas.openxmlformats.org/drawingml/2006/main" noGrp="1"/>
          </p:cNvSpPr>
          <p:nvPr/>
        </p:nvSpPr>
        <p:spPr>
          <a:xfrm xmlns:a="http://schemas.openxmlformats.org/drawingml/2006/main">
            <a:off x="4276648"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549484E4-27E8-4A82-AE19-60BBB8BB074D}"/>
              </a:ext>
            </a:extLst>
          </p:cNvPr>
          <p:cNvSpPr>
            <a:spLocks xmlns:a="http://schemas.openxmlformats.org/drawingml/2006/main" noGrp="1"/>
          </p:cNvSpPr>
          <p:nvPr/>
        </p:nvSpPr>
        <p:spPr>
          <a:xfrm xmlns:a="http://schemas.openxmlformats.org/drawingml/2006/main">
            <a:off x="4370100"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2C55ACA4-5B96-4B08-BFEF-24DA7ACB6E76}"/>
              </a:ext>
            </a:extLst>
          </p:cNvPr>
          <p:cNvSpPr>
            <a:spLocks xmlns:a="http://schemas.openxmlformats.org/drawingml/2006/main" noGrp="1"/>
          </p:cNvSpPr>
          <p:nvPr/>
        </p:nvSpPr>
        <p:spPr>
          <a:xfrm xmlns:a="http://schemas.openxmlformats.org/drawingml/2006/main">
            <a:off x="4463552"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2AFEAAF8-0AB8-4032-AFF6-C8EA57939E36}"/>
              </a:ext>
            </a:extLst>
          </p:cNvPr>
          <p:cNvSpPr>
            <a:spLocks xmlns:a="http://schemas.openxmlformats.org/drawingml/2006/main" noGrp="1"/>
          </p:cNvSpPr>
          <p:nvPr/>
        </p:nvSpPr>
        <p:spPr>
          <a:xfrm xmlns:a="http://schemas.openxmlformats.org/drawingml/2006/main">
            <a:off x="4557003"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6CC1A466-76BF-4D93-8F78-14B9BF477EF4}"/>
              </a:ext>
            </a:extLst>
          </p:cNvPr>
          <p:cNvSpPr>
            <a:spLocks xmlns:a="http://schemas.openxmlformats.org/drawingml/2006/main" noGrp="1"/>
          </p:cNvSpPr>
          <p:nvPr/>
        </p:nvSpPr>
        <p:spPr>
          <a:xfrm xmlns:a="http://schemas.openxmlformats.org/drawingml/2006/main">
            <a:off x="4650455"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84EEDC7D-56E3-48E7-8C02-1DF4B9FC1540}"/>
              </a:ext>
            </a:extLst>
          </p:cNvPr>
          <p:cNvSpPr>
            <a:spLocks xmlns:a="http://schemas.openxmlformats.org/drawingml/2006/main" noGrp="1"/>
          </p:cNvSpPr>
          <p:nvPr/>
        </p:nvSpPr>
        <p:spPr>
          <a:xfrm xmlns:a="http://schemas.openxmlformats.org/drawingml/2006/main">
            <a:off x="4743907"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90BB1D4B-3E22-45EA-8277-79A3095CC16E}"/>
              </a:ext>
            </a:extLst>
          </p:cNvPr>
          <p:cNvSpPr>
            <a:spLocks xmlns:a="http://schemas.openxmlformats.org/drawingml/2006/main" noGrp="1"/>
          </p:cNvSpPr>
          <p:nvPr/>
        </p:nvSpPr>
        <p:spPr>
          <a:xfrm xmlns:a="http://schemas.openxmlformats.org/drawingml/2006/main">
            <a:off x="4837358"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EAC78239-787A-44FB-8B73-438995BC0D3D}"/>
              </a:ext>
            </a:extLst>
          </p:cNvPr>
          <p:cNvSpPr>
            <a:spLocks xmlns:a="http://schemas.openxmlformats.org/drawingml/2006/main" noGrp="1"/>
          </p:cNvSpPr>
          <p:nvPr/>
        </p:nvSpPr>
        <p:spPr>
          <a:xfrm xmlns:a="http://schemas.openxmlformats.org/drawingml/2006/main">
            <a:off x="4930810"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DB8BC81D-44AD-4E81-BA2A-6643BAE8DC4D}"/>
              </a:ext>
            </a:extLst>
          </p:cNvPr>
          <p:cNvSpPr>
            <a:spLocks xmlns:a="http://schemas.openxmlformats.org/drawingml/2006/main" noGrp="1"/>
          </p:cNvSpPr>
          <p:nvPr/>
        </p:nvSpPr>
        <p:spPr>
          <a:xfrm xmlns:a="http://schemas.openxmlformats.org/drawingml/2006/main">
            <a:off x="5024262"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EECFE533-3731-4538-9BB1-A2FFA0B987FE}"/>
              </a:ext>
            </a:extLst>
          </p:cNvPr>
          <p:cNvSpPr>
            <a:spLocks xmlns:a="http://schemas.openxmlformats.org/drawingml/2006/main" noGrp="1"/>
          </p:cNvSpPr>
          <p:nvPr/>
        </p:nvSpPr>
        <p:spPr>
          <a:xfrm xmlns:a="http://schemas.openxmlformats.org/drawingml/2006/main">
            <a:off x="5117713"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FFB7EEE-4A0A-43E5-9BE6-85775E8599D5}"/>
              </a:ext>
            </a:extLst>
          </p:cNvPr>
          <p:cNvSpPr>
            <a:spLocks xmlns:a="http://schemas.openxmlformats.org/drawingml/2006/main" noGrp="1"/>
          </p:cNvSpPr>
          <p:nvPr/>
        </p:nvSpPr>
        <p:spPr>
          <a:xfrm xmlns:a="http://schemas.openxmlformats.org/drawingml/2006/main">
            <a:off x="5211165"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FFFE7BB8-755E-4A9B-88C8-E4F422B1665E}"/>
              </a:ext>
            </a:extLst>
          </p:cNvPr>
          <p:cNvSpPr>
            <a:spLocks xmlns:a="http://schemas.openxmlformats.org/drawingml/2006/main" noGrp="1"/>
          </p:cNvSpPr>
          <p:nvPr/>
        </p:nvSpPr>
        <p:spPr>
          <a:xfrm xmlns:a="http://schemas.openxmlformats.org/drawingml/2006/main">
            <a:off x="5304617"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C8CF62C5-833F-44C4-89CC-5238445C91CB}"/>
              </a:ext>
            </a:extLst>
          </p:cNvPr>
          <p:cNvSpPr>
            <a:spLocks xmlns:a="http://schemas.openxmlformats.org/drawingml/2006/main" noGrp="1"/>
          </p:cNvSpPr>
          <p:nvPr/>
        </p:nvSpPr>
        <p:spPr>
          <a:xfrm xmlns:a="http://schemas.openxmlformats.org/drawingml/2006/main">
            <a:off x="5398068"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4E19778F-C4D2-4B14-819F-03A362E0C4C0}"/>
              </a:ext>
            </a:extLst>
          </p:cNvPr>
          <p:cNvSpPr>
            <a:spLocks xmlns:a="http://schemas.openxmlformats.org/drawingml/2006/main" noGrp="1"/>
          </p:cNvSpPr>
          <p:nvPr/>
        </p:nvSpPr>
        <p:spPr>
          <a:xfrm xmlns:a="http://schemas.openxmlformats.org/drawingml/2006/main">
            <a:off x="5491520"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2698175D-F66E-4923-AE37-D8C1B2CD444F}"/>
              </a:ext>
            </a:extLst>
          </p:cNvPr>
          <p:cNvSpPr>
            <a:spLocks xmlns:a="http://schemas.openxmlformats.org/drawingml/2006/main" noGrp="1"/>
          </p:cNvSpPr>
          <p:nvPr/>
        </p:nvSpPr>
        <p:spPr>
          <a:xfrm xmlns:a="http://schemas.openxmlformats.org/drawingml/2006/main">
            <a:off x="5584972" y="4360308"/>
            <a:ext cx="93452"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518A2122-05E1-459C-B8D9-BCD9ECE380BF}"/>
              </a:ext>
            </a:extLst>
          </p:cNvPr>
          <p:cNvSpPr>
            <a:spLocks xmlns:a="http://schemas.openxmlformats.org/drawingml/2006/main" noGrp="1"/>
          </p:cNvSpPr>
          <p:nvPr/>
        </p:nvSpPr>
        <p:spPr>
          <a:xfrm xmlns:a="http://schemas.openxmlformats.org/drawingml/2006/main" flipV="1">
            <a:off x="5678424" y="4360308"/>
            <a:ext cx="93451"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DF0C072C-893A-4D12-9397-E68013FD9FDD}"/>
              </a:ext>
            </a:extLst>
          </p:cNvPr>
          <p:cNvSpPr>
            <a:spLocks xmlns:a="http://schemas.openxmlformats.org/drawingml/2006/main" noGrp="1"/>
          </p:cNvSpPr>
          <p:nvPr/>
        </p:nvSpPr>
        <p:spPr>
          <a:xfrm xmlns:a="http://schemas.openxmlformats.org/drawingml/2006/main" flipV="1">
            <a:off x="5771875"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EC103A2-111D-466F-8372-2E104A8BCC99}"/>
              </a:ext>
            </a:extLst>
          </p:cNvPr>
          <p:cNvSpPr>
            <a:spLocks xmlns:a="http://schemas.openxmlformats.org/drawingml/2006/main" noGrp="1"/>
          </p:cNvSpPr>
          <p:nvPr/>
        </p:nvSpPr>
        <p:spPr>
          <a:xfrm xmlns:a="http://schemas.openxmlformats.org/drawingml/2006/main" flipV="1">
            <a:off x="5865327"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866F1047-FEE0-40C3-92F0-9DC958E2C1FD}"/>
              </a:ext>
            </a:extLst>
          </p:cNvPr>
          <p:cNvSpPr>
            <a:spLocks xmlns:a="http://schemas.openxmlformats.org/drawingml/2006/main" noGrp="1"/>
          </p:cNvSpPr>
          <p:nvPr/>
        </p:nvSpPr>
        <p:spPr>
          <a:xfrm xmlns:a="http://schemas.openxmlformats.org/drawingml/2006/main" flipV="1">
            <a:off x="5958779"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596438DB-54C3-4CFD-A1E1-C097DE721BDD}"/>
              </a:ext>
            </a:extLst>
          </p:cNvPr>
          <p:cNvSpPr>
            <a:spLocks xmlns:a="http://schemas.openxmlformats.org/drawingml/2006/main" noGrp="1"/>
          </p:cNvSpPr>
          <p:nvPr/>
        </p:nvSpPr>
        <p:spPr>
          <a:xfrm xmlns:a="http://schemas.openxmlformats.org/drawingml/2006/main" flipV="1">
            <a:off x="6052230"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D21E20F-C70B-4783-80C2-2BFB49C0FB1B}"/>
              </a:ext>
            </a:extLst>
          </p:cNvPr>
          <p:cNvSpPr>
            <a:spLocks xmlns:a="http://schemas.openxmlformats.org/drawingml/2006/main" noGrp="1"/>
          </p:cNvSpPr>
          <p:nvPr/>
        </p:nvSpPr>
        <p:spPr>
          <a:xfrm xmlns:a="http://schemas.openxmlformats.org/drawingml/2006/main" flipV="1">
            <a:off x="6145682"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ED83F01F-C7A1-4501-8B8A-D0523484C9BC}"/>
              </a:ext>
            </a:extLst>
          </p:cNvPr>
          <p:cNvSpPr>
            <a:spLocks xmlns:a="http://schemas.openxmlformats.org/drawingml/2006/main" noGrp="1"/>
          </p:cNvSpPr>
          <p:nvPr/>
        </p:nvSpPr>
        <p:spPr>
          <a:xfrm xmlns:a="http://schemas.openxmlformats.org/drawingml/2006/main" flipV="1">
            <a:off x="6239134"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9E7143FF-919E-48BD-9D9E-C9A57BE9B11D}"/>
              </a:ext>
            </a:extLst>
          </p:cNvPr>
          <p:cNvSpPr>
            <a:spLocks xmlns:a="http://schemas.openxmlformats.org/drawingml/2006/main" noGrp="1"/>
          </p:cNvSpPr>
          <p:nvPr/>
        </p:nvSpPr>
        <p:spPr>
          <a:xfrm xmlns:a="http://schemas.openxmlformats.org/drawingml/2006/main" flipV="1">
            <a:off x="6332585"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52569EB2-AA90-4F40-ABF7-8F27527EAB2F}"/>
              </a:ext>
            </a:extLst>
          </p:cNvPr>
          <p:cNvSpPr>
            <a:spLocks xmlns:a="http://schemas.openxmlformats.org/drawingml/2006/main" noGrp="1"/>
          </p:cNvSpPr>
          <p:nvPr/>
        </p:nvSpPr>
        <p:spPr>
          <a:xfrm xmlns:a="http://schemas.openxmlformats.org/drawingml/2006/main" flipV="1">
            <a:off x="6426037"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FC5BA45F-7DE8-47BF-AF54-B9BBA874085F}"/>
              </a:ext>
            </a:extLst>
          </p:cNvPr>
          <p:cNvSpPr>
            <a:spLocks xmlns:a="http://schemas.openxmlformats.org/drawingml/2006/main" noGrp="1"/>
          </p:cNvSpPr>
          <p:nvPr/>
        </p:nvSpPr>
        <p:spPr>
          <a:xfrm xmlns:a="http://schemas.openxmlformats.org/drawingml/2006/main" flipV="1">
            <a:off x="6519489"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5D16AF8-0613-431E-B86F-C8C2286E2878}"/>
              </a:ext>
            </a:extLst>
          </p:cNvPr>
          <p:cNvSpPr>
            <a:spLocks xmlns:a="http://schemas.openxmlformats.org/drawingml/2006/main" noGrp="1"/>
          </p:cNvSpPr>
          <p:nvPr/>
        </p:nvSpPr>
        <p:spPr>
          <a:xfrm xmlns:a="http://schemas.openxmlformats.org/drawingml/2006/main" flipV="1">
            <a:off x="6612940"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B50AC59B-F48E-480D-A64C-2B546844D950}"/>
              </a:ext>
            </a:extLst>
          </p:cNvPr>
          <p:cNvSpPr>
            <a:spLocks xmlns:a="http://schemas.openxmlformats.org/drawingml/2006/main" noGrp="1"/>
          </p:cNvSpPr>
          <p:nvPr/>
        </p:nvSpPr>
        <p:spPr>
          <a:xfrm xmlns:a="http://schemas.openxmlformats.org/drawingml/2006/main" flipV="1">
            <a:off x="6706392"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5CD5E11-9F25-4BCA-91AC-141CB2B5FE11}"/>
              </a:ext>
            </a:extLst>
          </p:cNvPr>
          <p:cNvSpPr>
            <a:spLocks xmlns:a="http://schemas.openxmlformats.org/drawingml/2006/main" noGrp="1"/>
          </p:cNvSpPr>
          <p:nvPr/>
        </p:nvSpPr>
        <p:spPr>
          <a:xfrm xmlns:a="http://schemas.openxmlformats.org/drawingml/2006/main" flipV="1">
            <a:off x="6799844"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664550E4-1A09-46CB-922F-B12D66A4B7C8}"/>
              </a:ext>
            </a:extLst>
          </p:cNvPr>
          <p:cNvSpPr>
            <a:spLocks xmlns:a="http://schemas.openxmlformats.org/drawingml/2006/main" noGrp="1"/>
          </p:cNvSpPr>
          <p:nvPr/>
        </p:nvSpPr>
        <p:spPr>
          <a:xfrm xmlns:a="http://schemas.openxmlformats.org/drawingml/2006/main" flipV="1">
            <a:off x="6893295"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24AB281F-0E9B-43A5-9592-1AD78C9A62CF}"/>
              </a:ext>
            </a:extLst>
          </p:cNvPr>
          <p:cNvSpPr>
            <a:spLocks xmlns:a="http://schemas.openxmlformats.org/drawingml/2006/main" noGrp="1"/>
          </p:cNvSpPr>
          <p:nvPr/>
        </p:nvSpPr>
        <p:spPr>
          <a:xfrm xmlns:a="http://schemas.openxmlformats.org/drawingml/2006/main" flipV="1">
            <a:off x="6986747"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F4F9A19-4220-44BE-B290-9CC63390D4FC}"/>
              </a:ext>
            </a:extLst>
          </p:cNvPr>
          <p:cNvSpPr>
            <a:spLocks xmlns:a="http://schemas.openxmlformats.org/drawingml/2006/main" noGrp="1"/>
          </p:cNvSpPr>
          <p:nvPr/>
        </p:nvSpPr>
        <p:spPr>
          <a:xfrm xmlns:a="http://schemas.openxmlformats.org/drawingml/2006/main" flipV="1">
            <a:off x="7080199"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2DFB97D3-E2F3-4419-9FA1-7C1CC7714297}"/>
              </a:ext>
            </a:extLst>
          </p:cNvPr>
          <p:cNvSpPr>
            <a:spLocks xmlns:a="http://schemas.openxmlformats.org/drawingml/2006/main" noGrp="1"/>
          </p:cNvSpPr>
          <p:nvPr/>
        </p:nvSpPr>
        <p:spPr>
          <a:xfrm xmlns:a="http://schemas.openxmlformats.org/drawingml/2006/main" flipV="1">
            <a:off x="7173650"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0051D925-59F7-47E8-994B-BF4EA382BA19}"/>
              </a:ext>
            </a:extLst>
          </p:cNvPr>
          <p:cNvSpPr>
            <a:spLocks xmlns:a="http://schemas.openxmlformats.org/drawingml/2006/main" noGrp="1"/>
          </p:cNvSpPr>
          <p:nvPr/>
        </p:nvSpPr>
        <p:spPr>
          <a:xfrm xmlns:a="http://schemas.openxmlformats.org/drawingml/2006/main" flipV="1">
            <a:off x="7267102"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3F8C9E73-FA1F-4A7C-BCAF-52D526E40B62}"/>
              </a:ext>
            </a:extLst>
          </p:cNvPr>
          <p:cNvSpPr>
            <a:spLocks xmlns:a="http://schemas.openxmlformats.org/drawingml/2006/main" noGrp="1"/>
          </p:cNvSpPr>
          <p:nvPr/>
        </p:nvSpPr>
        <p:spPr>
          <a:xfrm xmlns:a="http://schemas.openxmlformats.org/drawingml/2006/main" flipV="1">
            <a:off x="7360554"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1C7E8E6C-60C4-44DB-9743-2CD4032FBF12}"/>
              </a:ext>
            </a:extLst>
          </p:cNvPr>
          <p:cNvSpPr>
            <a:spLocks xmlns:a="http://schemas.openxmlformats.org/drawingml/2006/main" noGrp="1"/>
          </p:cNvSpPr>
          <p:nvPr/>
        </p:nvSpPr>
        <p:spPr>
          <a:xfrm xmlns:a="http://schemas.openxmlformats.org/drawingml/2006/main" flipV="1">
            <a:off x="7454005"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6902830-BBCC-441B-B293-69C6A26439DC}"/>
              </a:ext>
            </a:extLst>
          </p:cNvPr>
          <p:cNvSpPr>
            <a:spLocks xmlns:a="http://schemas.openxmlformats.org/drawingml/2006/main" noGrp="1"/>
          </p:cNvSpPr>
          <p:nvPr/>
        </p:nvSpPr>
        <p:spPr>
          <a:xfrm xmlns:a="http://schemas.openxmlformats.org/drawingml/2006/main" flipV="1">
            <a:off x="7547457"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FFE37DC8-A7A3-4B3C-A921-198CEF57CB93}"/>
              </a:ext>
            </a:extLst>
          </p:cNvPr>
          <p:cNvSpPr>
            <a:spLocks xmlns:a="http://schemas.openxmlformats.org/drawingml/2006/main" noGrp="1"/>
          </p:cNvSpPr>
          <p:nvPr/>
        </p:nvSpPr>
        <p:spPr>
          <a:xfrm xmlns:a="http://schemas.openxmlformats.org/drawingml/2006/main" flipV="1">
            <a:off x="7640909"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DC499A5-B037-4E5D-B335-0A77FD14BD01}"/>
              </a:ext>
            </a:extLst>
          </p:cNvPr>
          <p:cNvSpPr>
            <a:spLocks xmlns:a="http://schemas.openxmlformats.org/drawingml/2006/main" noGrp="1"/>
          </p:cNvSpPr>
          <p:nvPr/>
        </p:nvSpPr>
        <p:spPr>
          <a:xfrm xmlns:a="http://schemas.openxmlformats.org/drawingml/2006/main" flipV="1">
            <a:off x="7734360"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925948AA-F0DD-475E-AB7A-EFE409A8B06B}"/>
              </a:ext>
            </a:extLst>
          </p:cNvPr>
          <p:cNvSpPr>
            <a:spLocks xmlns:a="http://schemas.openxmlformats.org/drawingml/2006/main" noGrp="1"/>
          </p:cNvSpPr>
          <p:nvPr/>
        </p:nvSpPr>
        <p:spPr>
          <a:xfrm xmlns:a="http://schemas.openxmlformats.org/drawingml/2006/main" flipV="1">
            <a:off x="7827812"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A93BE39-3BA0-4E74-8FC0-DF9B455DAFB6}"/>
              </a:ext>
            </a:extLst>
          </p:cNvPr>
          <p:cNvSpPr>
            <a:spLocks xmlns:a="http://schemas.openxmlformats.org/drawingml/2006/main" noGrp="1"/>
          </p:cNvSpPr>
          <p:nvPr/>
        </p:nvSpPr>
        <p:spPr>
          <a:xfrm xmlns:a="http://schemas.openxmlformats.org/drawingml/2006/main" flipV="1">
            <a:off x="7921264" y="2603324"/>
            <a:ext cx="93452"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7927B851-086E-41B4-81AA-15214A789173}"/>
              </a:ext>
            </a:extLst>
          </p:cNvPr>
          <p:cNvSpPr>
            <a:spLocks xmlns:a="http://schemas.openxmlformats.org/drawingml/2006/main" noGrp="1"/>
          </p:cNvSpPr>
          <p:nvPr/>
        </p:nvSpPr>
        <p:spPr>
          <a:xfrm xmlns:a="http://schemas.openxmlformats.org/drawingml/2006/main" flipV="1">
            <a:off x="8014716" y="2537895"/>
            <a:ext cx="93451"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412961-44EE-4B1E-BBB0-78AA3241C37A}"/>
              </a:ext>
            </a:extLst>
          </p:cNvPr>
          <p:cNvSpPr>
            <a:spLocks xmlns:a="http://schemas.openxmlformats.org/drawingml/2006/main" noGrp="1"/>
          </p:cNvSpPr>
          <p:nvPr/>
        </p:nvSpPr>
        <p:spPr>
          <a:xfrm xmlns:a="http://schemas.openxmlformats.org/drawingml/2006/main" flipV="1">
            <a:off x="8108167"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7D835CB-9711-4EC7-AD2F-ABA107CF6775}"/>
              </a:ext>
            </a:extLst>
          </p:cNvPr>
          <p:cNvSpPr>
            <a:spLocks xmlns:a="http://schemas.openxmlformats.org/drawingml/2006/main" noGrp="1"/>
          </p:cNvSpPr>
          <p:nvPr/>
        </p:nvSpPr>
        <p:spPr>
          <a:xfrm xmlns:a="http://schemas.openxmlformats.org/drawingml/2006/main" flipV="1">
            <a:off x="8201619"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AFE276A-17CD-4BAE-81E7-326F5671AC8E}"/>
              </a:ext>
            </a:extLst>
          </p:cNvPr>
          <p:cNvSpPr>
            <a:spLocks xmlns:a="http://schemas.openxmlformats.org/drawingml/2006/main" noGrp="1"/>
          </p:cNvSpPr>
          <p:nvPr/>
        </p:nvSpPr>
        <p:spPr>
          <a:xfrm xmlns:a="http://schemas.openxmlformats.org/drawingml/2006/main" flipV="1">
            <a:off x="8295071"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128486F0-B8CA-40D8-B83C-70B5A5D90BE5}"/>
              </a:ext>
            </a:extLst>
          </p:cNvPr>
          <p:cNvSpPr>
            <a:spLocks xmlns:a="http://schemas.openxmlformats.org/drawingml/2006/main" noGrp="1"/>
          </p:cNvSpPr>
          <p:nvPr/>
        </p:nvSpPr>
        <p:spPr>
          <a:xfrm xmlns:a="http://schemas.openxmlformats.org/drawingml/2006/main" flipV="1">
            <a:off x="8388522"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95983E88-234D-4453-83CC-CB65DC12EC2D}"/>
              </a:ext>
            </a:extLst>
          </p:cNvPr>
          <p:cNvSpPr>
            <a:spLocks xmlns:a="http://schemas.openxmlformats.org/drawingml/2006/main" noGrp="1"/>
          </p:cNvSpPr>
          <p:nvPr/>
        </p:nvSpPr>
        <p:spPr>
          <a:xfrm xmlns:a="http://schemas.openxmlformats.org/drawingml/2006/main" flipV="1">
            <a:off x="8481974"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A05D897D-6267-41DC-AE8A-941ACEE7234A}"/>
              </a:ext>
            </a:extLst>
          </p:cNvPr>
          <p:cNvSpPr>
            <a:spLocks xmlns:a="http://schemas.openxmlformats.org/drawingml/2006/main" noGrp="1"/>
          </p:cNvSpPr>
          <p:nvPr/>
        </p:nvSpPr>
        <p:spPr>
          <a:xfrm xmlns:a="http://schemas.openxmlformats.org/drawingml/2006/main" flipV="1">
            <a:off x="8575426"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9C4487E-E17B-4B9C-B998-EBB8DB949B7F}"/>
              </a:ext>
            </a:extLst>
          </p:cNvPr>
          <p:cNvSpPr>
            <a:spLocks xmlns:a="http://schemas.openxmlformats.org/drawingml/2006/main" noGrp="1"/>
          </p:cNvSpPr>
          <p:nvPr/>
        </p:nvSpPr>
        <p:spPr>
          <a:xfrm xmlns:a="http://schemas.openxmlformats.org/drawingml/2006/main" flipV="1">
            <a:off x="8668877"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3F90578-C400-470E-89B7-A23968BB76D0}"/>
              </a:ext>
            </a:extLst>
          </p:cNvPr>
          <p:cNvSpPr>
            <a:spLocks xmlns:a="http://schemas.openxmlformats.org/drawingml/2006/main" noGrp="1"/>
          </p:cNvSpPr>
          <p:nvPr/>
        </p:nvSpPr>
        <p:spPr>
          <a:xfrm xmlns:a="http://schemas.openxmlformats.org/drawingml/2006/main">
            <a:off x="8762329"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6E66116C-9E7B-490A-AEE5-072300F268B5}"/>
              </a:ext>
            </a:extLst>
          </p:cNvPr>
          <p:cNvSpPr>
            <a:spLocks xmlns:a="http://schemas.openxmlformats.org/drawingml/2006/main" noGrp="1"/>
          </p:cNvSpPr>
          <p:nvPr/>
        </p:nvSpPr>
        <p:spPr>
          <a:xfrm xmlns:a="http://schemas.openxmlformats.org/drawingml/2006/main">
            <a:off x="8855781"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845F5FE-FD3D-40C7-B9FD-6EB1DD71E2DA}"/>
              </a:ext>
            </a:extLst>
          </p:cNvPr>
          <p:cNvSpPr>
            <a:spLocks xmlns:a="http://schemas.openxmlformats.org/drawingml/2006/main" noGrp="1"/>
          </p:cNvSpPr>
          <p:nvPr/>
        </p:nvSpPr>
        <p:spPr>
          <a:xfrm xmlns:a="http://schemas.openxmlformats.org/drawingml/2006/main">
            <a:off x="8949232"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5A59398D-E90A-405B-A3A5-EFE0C22B61F4}"/>
              </a:ext>
            </a:extLst>
          </p:cNvPr>
          <p:cNvSpPr>
            <a:spLocks xmlns:a="http://schemas.openxmlformats.org/drawingml/2006/main" noGrp="1"/>
          </p:cNvSpPr>
          <p:nvPr/>
        </p:nvSpPr>
        <p:spPr>
          <a:xfrm xmlns:a="http://schemas.openxmlformats.org/drawingml/2006/main">
            <a:off x="9042684"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4B53C68E-466E-4670-A28D-D4806669674C}"/>
              </a:ext>
            </a:extLst>
          </p:cNvPr>
          <p:cNvSpPr>
            <a:spLocks xmlns:a="http://schemas.openxmlformats.org/drawingml/2006/main" noGrp="1"/>
          </p:cNvSpPr>
          <p:nvPr/>
        </p:nvSpPr>
        <p:spPr>
          <a:xfrm xmlns:a="http://schemas.openxmlformats.org/drawingml/2006/main">
            <a:off x="9136136"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BF1E08F-90F7-47C5-AFF9-8C55BC696EDF}"/>
              </a:ext>
            </a:extLst>
          </p:cNvPr>
          <p:cNvSpPr>
            <a:spLocks xmlns:a="http://schemas.openxmlformats.org/drawingml/2006/main" noGrp="1"/>
          </p:cNvSpPr>
          <p:nvPr/>
        </p:nvSpPr>
        <p:spPr>
          <a:xfrm xmlns:a="http://schemas.openxmlformats.org/drawingml/2006/main">
            <a:off x="9229587"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403E72CE-C590-48A1-BA7F-4ED61EEACB1D}"/>
              </a:ext>
            </a:extLst>
          </p:cNvPr>
          <p:cNvSpPr>
            <a:spLocks xmlns:a="http://schemas.openxmlformats.org/drawingml/2006/main" noGrp="1"/>
          </p:cNvSpPr>
          <p:nvPr/>
        </p:nvSpPr>
        <p:spPr>
          <a:xfrm xmlns:a="http://schemas.openxmlformats.org/drawingml/2006/main">
            <a:off x="9323039"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481F8CB2-D268-424E-9573-26C09EE8C92F}"/>
              </a:ext>
            </a:extLst>
          </p:cNvPr>
          <p:cNvSpPr>
            <a:spLocks xmlns:a="http://schemas.openxmlformats.org/drawingml/2006/main" noGrp="1"/>
          </p:cNvSpPr>
          <p:nvPr/>
        </p:nvSpPr>
        <p:spPr>
          <a:xfrm xmlns:a="http://schemas.openxmlformats.org/drawingml/2006/main">
            <a:off x="9416491"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1563754-2764-46A0-B63B-53240492ED43}"/>
              </a:ext>
            </a:extLst>
          </p:cNvPr>
          <p:cNvSpPr>
            <a:spLocks xmlns:a="http://schemas.openxmlformats.org/drawingml/2006/main" noGrp="1"/>
          </p:cNvSpPr>
          <p:nvPr/>
        </p:nvSpPr>
        <p:spPr>
          <a:xfrm xmlns:a="http://schemas.openxmlformats.org/drawingml/2006/main">
            <a:off x="9509942"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F3FE5542-DE8C-4531-8BED-BBB72193CC18}"/>
              </a:ext>
            </a:extLst>
          </p:cNvPr>
          <p:cNvSpPr>
            <a:spLocks xmlns:a="http://schemas.openxmlformats.org/drawingml/2006/main" noGrp="1"/>
          </p:cNvSpPr>
          <p:nvPr/>
        </p:nvSpPr>
        <p:spPr>
          <a:xfrm xmlns:a="http://schemas.openxmlformats.org/drawingml/2006/main">
            <a:off x="9603394"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47A69E-1AD2-4722-BD0B-F07FAD91FB79}"/>
              </a:ext>
            </a:extLst>
          </p:cNvPr>
          <p:cNvSpPr>
            <a:spLocks xmlns:a="http://schemas.openxmlformats.org/drawingml/2006/main" noGrp="1"/>
          </p:cNvSpPr>
          <p:nvPr/>
        </p:nvSpPr>
        <p:spPr>
          <a:xfrm xmlns:a="http://schemas.openxmlformats.org/drawingml/2006/main">
            <a:off x="9696846"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FE2C3AAD-C64D-49B8-B3C7-07497B94B82E}"/>
              </a:ext>
            </a:extLst>
          </p:cNvPr>
          <p:cNvSpPr>
            <a:spLocks xmlns:a="http://schemas.openxmlformats.org/drawingml/2006/main" noGrp="1"/>
          </p:cNvSpPr>
          <p:nvPr/>
        </p:nvSpPr>
        <p:spPr>
          <a:xfrm xmlns:a="http://schemas.openxmlformats.org/drawingml/2006/main">
            <a:off x="9790297"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2598D05E-CFAD-4793-B48E-C8AB00585067}"/>
              </a:ext>
            </a:extLst>
          </p:cNvPr>
          <p:cNvSpPr>
            <a:spLocks xmlns:a="http://schemas.openxmlformats.org/drawingml/2006/main" noGrp="1"/>
          </p:cNvSpPr>
          <p:nvPr/>
        </p:nvSpPr>
        <p:spPr>
          <a:xfrm xmlns:a="http://schemas.openxmlformats.org/drawingml/2006/main">
            <a:off x="9883749"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06744FBA-5522-47C9-B77C-E5EDD6C26C7F}"/>
              </a:ext>
            </a:extLst>
          </p:cNvPr>
          <p:cNvSpPr>
            <a:spLocks xmlns:a="http://schemas.openxmlformats.org/drawingml/2006/main" noGrp="1"/>
          </p:cNvSpPr>
          <p:nvPr/>
        </p:nvSpPr>
        <p:spPr>
          <a:xfrm xmlns:a="http://schemas.openxmlformats.org/drawingml/2006/main">
            <a:off x="9977201"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5339104-E7F6-4AE3-8915-F99F9BCE8D9D}"/>
              </a:ext>
            </a:extLst>
          </p:cNvPr>
          <p:cNvSpPr>
            <a:spLocks xmlns:a="http://schemas.openxmlformats.org/drawingml/2006/main" noGrp="1"/>
          </p:cNvSpPr>
          <p:nvPr/>
        </p:nvSpPr>
        <p:spPr>
          <a:xfrm xmlns:a="http://schemas.openxmlformats.org/drawingml/2006/main">
            <a:off x="10070652"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B0E329A-DF0A-462A-B03C-F922D7B3CD8C}"/>
              </a:ext>
            </a:extLst>
          </p:cNvPr>
          <p:cNvSpPr>
            <a:spLocks xmlns:a="http://schemas.openxmlformats.org/drawingml/2006/main" noGrp="1"/>
          </p:cNvSpPr>
          <p:nvPr/>
        </p:nvSpPr>
        <p:spPr>
          <a:xfrm xmlns:a="http://schemas.openxmlformats.org/drawingml/2006/main">
            <a:off x="10164104"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CB3533F9-4ECC-4C45-A7C5-DBBCC375B1A9}"/>
              </a:ext>
            </a:extLst>
          </p:cNvPr>
          <p:cNvSpPr>
            <a:spLocks xmlns:a="http://schemas.openxmlformats.org/drawingml/2006/main" noGrp="1"/>
          </p:cNvSpPr>
          <p:nvPr/>
        </p:nvSpPr>
        <p:spPr>
          <a:xfrm xmlns:a="http://schemas.openxmlformats.org/drawingml/2006/main">
            <a:off x="10257556" y="3235877"/>
            <a:ext cx="93452" cy="971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285953E1-C0DC-4359-9161-A9EA6DB8A3A0}"/>
              </a:ext>
            </a:extLst>
          </p:cNvPr>
          <p:cNvSpPr>
            <a:spLocks xmlns:a="http://schemas.openxmlformats.org/drawingml/2006/main" noGrp="1"/>
          </p:cNvSpPr>
          <p:nvPr/>
        </p:nvSpPr>
        <p:spPr>
          <a:xfrm xmlns:a="http://schemas.openxmlformats.org/drawingml/2006/main">
            <a:off x="944575" y="32717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66939170-15D9-4A0D-A73D-03AFF266A90D}"/>
              </a:ext>
            </a:extLst>
          </p:cNvPr>
          <p:cNvSpPr>
            <a:spLocks xmlns:a="http://schemas.openxmlformats.org/drawingml/2006/main" noGrp="1"/>
          </p:cNvSpPr>
          <p:nvPr/>
        </p:nvSpPr>
        <p:spPr>
          <a:xfrm xmlns:a="http://schemas.openxmlformats.org/drawingml/2006/main">
            <a:off x="1879091"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C0AD0A84-9EF9-4C84-AA74-29550FCEF3AB}"/>
              </a:ext>
            </a:extLst>
          </p:cNvPr>
          <p:cNvSpPr>
            <a:spLocks xmlns:a="http://schemas.openxmlformats.org/drawingml/2006/main" noGrp="1"/>
          </p:cNvSpPr>
          <p:nvPr/>
        </p:nvSpPr>
        <p:spPr>
          <a:xfrm xmlns:a="http://schemas.openxmlformats.org/drawingml/2006/main">
            <a:off x="2813608"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A71DAED3-B2CA-4961-A41C-53B4906106D0}"/>
              </a:ext>
            </a:extLst>
          </p:cNvPr>
          <p:cNvSpPr>
            <a:spLocks xmlns:a="http://schemas.openxmlformats.org/drawingml/2006/main" noGrp="1"/>
          </p:cNvSpPr>
          <p:nvPr/>
        </p:nvSpPr>
        <p:spPr>
          <a:xfrm xmlns:a="http://schemas.openxmlformats.org/drawingml/2006/main">
            <a:off x="3748125"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FD1E485-25D3-4761-8419-46E896906AFB}"/>
              </a:ext>
            </a:extLst>
          </p:cNvPr>
          <p:cNvSpPr>
            <a:spLocks xmlns:a="http://schemas.openxmlformats.org/drawingml/2006/main" noGrp="1"/>
          </p:cNvSpPr>
          <p:nvPr/>
        </p:nvSpPr>
        <p:spPr>
          <a:xfrm xmlns:a="http://schemas.openxmlformats.org/drawingml/2006/main">
            <a:off x="4682642"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DCA4BD4B-9895-4650-81B6-76D8104B8A0C}"/>
              </a:ext>
            </a:extLst>
          </p:cNvPr>
          <p:cNvSpPr>
            <a:spLocks xmlns:a="http://schemas.openxmlformats.org/drawingml/2006/main" noGrp="1"/>
          </p:cNvSpPr>
          <p:nvPr/>
        </p:nvSpPr>
        <p:spPr>
          <a:xfrm xmlns:a="http://schemas.openxmlformats.org/drawingml/2006/main">
            <a:off x="5617159" y="43036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199CB5F3-5FA8-469A-B773-B10A540853AA}"/>
              </a:ext>
            </a:extLst>
          </p:cNvPr>
          <p:cNvSpPr>
            <a:spLocks xmlns:a="http://schemas.openxmlformats.org/drawingml/2006/main" noGrp="1"/>
          </p:cNvSpPr>
          <p:nvPr/>
        </p:nvSpPr>
        <p:spPr>
          <a:xfrm xmlns:a="http://schemas.openxmlformats.org/drawingml/2006/main">
            <a:off x="6551676"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6CEFB21-5B97-43BE-B97D-DEA92AF2E45B}"/>
              </a:ext>
            </a:extLst>
          </p:cNvPr>
          <p:cNvSpPr>
            <a:spLocks xmlns:a="http://schemas.openxmlformats.org/drawingml/2006/main" noGrp="1"/>
          </p:cNvSpPr>
          <p:nvPr/>
        </p:nvSpPr>
        <p:spPr>
          <a:xfrm xmlns:a="http://schemas.openxmlformats.org/drawingml/2006/main">
            <a:off x="7486192"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843590FA-FC56-4D94-B7F2-2D1AFD7AB967}"/>
              </a:ext>
            </a:extLst>
          </p:cNvPr>
          <p:cNvSpPr>
            <a:spLocks xmlns:a="http://schemas.openxmlformats.org/drawingml/2006/main" noGrp="1"/>
          </p:cNvSpPr>
          <p:nvPr/>
        </p:nvSpPr>
        <p:spPr>
          <a:xfrm xmlns:a="http://schemas.openxmlformats.org/drawingml/2006/main">
            <a:off x="8420709"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45156F10-B920-414A-93F2-18A9A80EAC0C}"/>
              </a:ext>
            </a:extLst>
          </p:cNvPr>
          <p:cNvSpPr>
            <a:spLocks xmlns:a="http://schemas.openxmlformats.org/drawingml/2006/main" noGrp="1"/>
          </p:cNvSpPr>
          <p:nvPr/>
        </p:nvSpPr>
        <p:spPr>
          <a:xfrm xmlns:a="http://schemas.openxmlformats.org/drawingml/2006/main">
            <a:off x="9355226"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1BC1F96-D87F-411B-92CC-56AEB812316E}"/>
              </a:ext>
            </a:extLst>
          </p:cNvPr>
          <p:cNvSpPr>
            <a:spLocks xmlns:a="http://schemas.openxmlformats.org/drawingml/2006/main" noGrp="1"/>
          </p:cNvSpPr>
          <p:nvPr/>
        </p:nvSpPr>
        <p:spPr>
          <a:xfrm xmlns:a="http://schemas.openxmlformats.org/drawingml/2006/main">
            <a:off x="3690518" y="2895241"/>
            <a:ext cx="237744" cy="237744"/>
          </a:xfrm>
          <a:prstGeom xmlns:a="http://schemas.openxmlformats.org/drawingml/2006/main" prst="ellipse">
            <a:avLst/>
          </a:prstGeom>
          <a:solidFill xmlns:a="http://schemas.openxmlformats.org/drawingml/2006/main">
            <a:srgbClr val="FFFFFF"/>
          </a:solidFill>
          <a:ln xmlns:a="http://schemas.openxmlformats.org/drawingml/2006/main" w="38100">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TextBox 119">
            <a:extLst xmlns:a="http://schemas.openxmlformats.org/drawingml/2006/main">
              <a:ext uri="{FF2B5EF4-FFF2-40B4-BE49-F238E27FC236}">
                <a16:creationId xmlns:a16="http://schemas.microsoft.com/office/drawing/2014/main" id="{E865C035-2452-45CE-B435-F9A198D3D415}"/>
              </a:ext>
            </a:extLst>
          </p:cNvPr>
          <p:cNvSpPr>
            <a:spLocks xmlns:a="http://schemas.openxmlformats.org/drawingml/2006/main" noGrp="1"/>
          </p:cNvSpPr>
          <p:nvPr/>
        </p:nvSpPr>
        <p:spPr>
          <a:xfrm xmlns:a="http://schemas.openxmlformats.org/drawingml/2006/main">
            <a:off x="3973982" y="2611777"/>
            <a:ext cx="28803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某个样本：3.71</a:t>
            </a:r>
          </a:p>
        </p:txBody>
      </p:sp>
      <p:sp>
        <p:nvSpPr>
          <p:cNvPr id="121" name="TextBox 120">
            <a:extLst xmlns:a="http://schemas.openxmlformats.org/drawingml/2006/main">
              <a:ext uri="{FF2B5EF4-FFF2-40B4-BE49-F238E27FC236}">
                <a16:creationId xmlns:a16="http://schemas.microsoft.com/office/drawing/2014/main" id="{D4F43D32-B596-42DC-9C61-E853AD7C3F4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新问题：如果只允许8个振幅等级，怎么记录这些值？</a:t>
            </a:r>
          </a:p>
        </p:txBody>
      </p:sp>
    </p:spTree>
    <p:extLst>
      <p:ext uri="{BB962C8B-B14F-4D97-AF65-F5344CB8AC3E}">
        <p14:creationId xmlns:p14="http://schemas.microsoft.com/office/powerpoint/2010/main" val="187264395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05ED6C-4771-4517-B860-BBABC22E1A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50C718D-9001-4717-9264-8B49D518E03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372F20C-5A41-4EFB-ABBB-21586E4E16E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等级编号0～7，一共有几档？</a:t>
            </a:r>
          </a:p>
        </p:txBody>
      </p:sp>
      <p:sp>
        <p:nvSpPr>
          <p:cNvPr id="5" name="text">
            <a:extLst xmlns:a="http://schemas.openxmlformats.org/drawingml/2006/main">
              <a:ext uri="{FF2B5EF4-FFF2-40B4-BE49-F238E27FC236}">
                <a16:creationId xmlns:a16="http://schemas.microsoft.com/office/drawing/2014/main" id="{B38EBBE7-1871-42AF-B576-8A1109A4DCA3}"/>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0也是一个编号。请从左到右逐档数。</a:t>
            </a:r>
          </a:p>
        </p:txBody>
      </p:sp>
      <p:sp>
        <p:nvSpPr>
          <p:cNvPr id="6" name="bin-8-0">
            <a:extLst xmlns:a="http://schemas.openxmlformats.org/drawingml/2006/main">
              <a:ext uri="{FF2B5EF4-FFF2-40B4-BE49-F238E27FC236}">
                <a16:creationId xmlns:a16="http://schemas.microsoft.com/office/drawing/2014/main" id="{DE23CCB8-B7AA-40AC-8C50-A8AA26329EB2}"/>
              </a:ext>
            </a:extLst>
          </p:cNvPr>
          <p:cNvSpPr>
            <a:spLocks xmlns:a="http://schemas.openxmlformats.org/drawingml/2006/main" noGrp="1"/>
          </p:cNvSpPr>
          <p:nvPr/>
        </p:nvSpPr>
        <p:spPr>
          <a:xfrm xmlns:a="http://schemas.openxmlformats.org/drawingml/2006/main">
            <a:off x="14478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grade-8-0">
            <a:extLst xmlns:a="http://schemas.openxmlformats.org/drawingml/2006/main">
              <a:ext uri="{FF2B5EF4-FFF2-40B4-BE49-F238E27FC236}">
                <a16:creationId xmlns:a16="http://schemas.microsoft.com/office/drawing/2014/main" id="{E2743618-A19D-4C2F-9492-A34F6632C7D1}"/>
              </a:ext>
            </a:extLst>
          </p:cNvPr>
          <p:cNvSpPr>
            <a:spLocks xmlns:a="http://schemas.openxmlformats.org/drawingml/2006/main" noGrp="1"/>
          </p:cNvSpPr>
          <p:nvPr/>
        </p:nvSpPr>
        <p:spPr>
          <a:xfrm xmlns:a="http://schemas.openxmlformats.org/drawingml/2006/main">
            <a:off x="14478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8" name="bin-8-1">
            <a:extLst xmlns:a="http://schemas.openxmlformats.org/drawingml/2006/main">
              <a:ext uri="{FF2B5EF4-FFF2-40B4-BE49-F238E27FC236}">
                <a16:creationId xmlns:a16="http://schemas.microsoft.com/office/drawing/2014/main" id="{937849D9-7E50-4F38-89D4-9424F61FD12E}"/>
              </a:ext>
            </a:extLst>
          </p:cNvPr>
          <p:cNvSpPr>
            <a:spLocks xmlns:a="http://schemas.openxmlformats.org/drawingml/2006/main" noGrp="1"/>
          </p:cNvSpPr>
          <p:nvPr/>
        </p:nvSpPr>
        <p:spPr>
          <a:xfrm xmlns:a="http://schemas.openxmlformats.org/drawingml/2006/main">
            <a:off x="26098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1">
            <a:extLst xmlns:a="http://schemas.openxmlformats.org/drawingml/2006/main">
              <a:ext uri="{FF2B5EF4-FFF2-40B4-BE49-F238E27FC236}">
                <a16:creationId xmlns:a16="http://schemas.microsoft.com/office/drawing/2014/main" id="{0E4F4EE7-546A-4259-9812-195B924A0D7D}"/>
              </a:ext>
            </a:extLst>
          </p:cNvPr>
          <p:cNvSpPr>
            <a:spLocks xmlns:a="http://schemas.openxmlformats.org/drawingml/2006/main" noGrp="1"/>
          </p:cNvSpPr>
          <p:nvPr/>
        </p:nvSpPr>
        <p:spPr>
          <a:xfrm xmlns:a="http://schemas.openxmlformats.org/drawingml/2006/main">
            <a:off x="26098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0" name="bin-8-2">
            <a:extLst xmlns:a="http://schemas.openxmlformats.org/drawingml/2006/main">
              <a:ext uri="{FF2B5EF4-FFF2-40B4-BE49-F238E27FC236}">
                <a16:creationId xmlns:a16="http://schemas.microsoft.com/office/drawing/2014/main" id="{C8706480-7A95-47E1-9A8E-AEBC74B67DA6}"/>
              </a:ext>
            </a:extLst>
          </p:cNvPr>
          <p:cNvSpPr>
            <a:spLocks xmlns:a="http://schemas.openxmlformats.org/drawingml/2006/main" noGrp="1"/>
          </p:cNvSpPr>
          <p:nvPr/>
        </p:nvSpPr>
        <p:spPr>
          <a:xfrm xmlns:a="http://schemas.openxmlformats.org/drawingml/2006/main">
            <a:off x="37719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2">
            <a:extLst xmlns:a="http://schemas.openxmlformats.org/drawingml/2006/main">
              <a:ext uri="{FF2B5EF4-FFF2-40B4-BE49-F238E27FC236}">
                <a16:creationId xmlns:a16="http://schemas.microsoft.com/office/drawing/2014/main" id="{3CB4A5EE-04AD-43F5-BED4-A700D0ECA86B}"/>
              </a:ext>
            </a:extLst>
          </p:cNvPr>
          <p:cNvSpPr>
            <a:spLocks xmlns:a="http://schemas.openxmlformats.org/drawingml/2006/main" noGrp="1"/>
          </p:cNvSpPr>
          <p:nvPr/>
        </p:nvSpPr>
        <p:spPr>
          <a:xfrm xmlns:a="http://schemas.openxmlformats.org/drawingml/2006/main">
            <a:off x="37719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2" name="bin-8-3">
            <a:extLst xmlns:a="http://schemas.openxmlformats.org/drawingml/2006/main">
              <a:ext uri="{FF2B5EF4-FFF2-40B4-BE49-F238E27FC236}">
                <a16:creationId xmlns:a16="http://schemas.microsoft.com/office/drawing/2014/main" id="{59668D70-30BF-45D2-823F-45A813748B09}"/>
              </a:ext>
            </a:extLst>
          </p:cNvPr>
          <p:cNvSpPr>
            <a:spLocks xmlns:a="http://schemas.openxmlformats.org/drawingml/2006/main" noGrp="1"/>
          </p:cNvSpPr>
          <p:nvPr/>
        </p:nvSpPr>
        <p:spPr>
          <a:xfrm xmlns:a="http://schemas.openxmlformats.org/drawingml/2006/main">
            <a:off x="49339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3">
            <a:extLst xmlns:a="http://schemas.openxmlformats.org/drawingml/2006/main">
              <a:ext uri="{FF2B5EF4-FFF2-40B4-BE49-F238E27FC236}">
                <a16:creationId xmlns:a16="http://schemas.microsoft.com/office/drawing/2014/main" id="{C3B73C11-6E3C-4AB6-9494-B011A6E55857}"/>
              </a:ext>
            </a:extLst>
          </p:cNvPr>
          <p:cNvSpPr>
            <a:spLocks xmlns:a="http://schemas.openxmlformats.org/drawingml/2006/main" noGrp="1"/>
          </p:cNvSpPr>
          <p:nvPr/>
        </p:nvSpPr>
        <p:spPr>
          <a:xfrm xmlns:a="http://schemas.openxmlformats.org/drawingml/2006/main">
            <a:off x="49339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4" name="bin-8-4">
            <a:extLst xmlns:a="http://schemas.openxmlformats.org/drawingml/2006/main">
              <a:ext uri="{FF2B5EF4-FFF2-40B4-BE49-F238E27FC236}">
                <a16:creationId xmlns:a16="http://schemas.microsoft.com/office/drawing/2014/main" id="{1C16219A-4C60-42EF-A102-4E89B15FE49B}"/>
              </a:ext>
            </a:extLst>
          </p:cNvPr>
          <p:cNvSpPr>
            <a:spLocks xmlns:a="http://schemas.openxmlformats.org/drawingml/2006/main" noGrp="1"/>
          </p:cNvSpPr>
          <p:nvPr/>
        </p:nvSpPr>
        <p:spPr>
          <a:xfrm xmlns:a="http://schemas.openxmlformats.org/drawingml/2006/main">
            <a:off x="60960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4">
            <a:extLst xmlns:a="http://schemas.openxmlformats.org/drawingml/2006/main">
              <a:ext uri="{FF2B5EF4-FFF2-40B4-BE49-F238E27FC236}">
                <a16:creationId xmlns:a16="http://schemas.microsoft.com/office/drawing/2014/main" id="{ADABE41D-1238-4AC7-8A36-31B812A14096}"/>
              </a:ext>
            </a:extLst>
          </p:cNvPr>
          <p:cNvSpPr>
            <a:spLocks xmlns:a="http://schemas.openxmlformats.org/drawingml/2006/main" noGrp="1"/>
          </p:cNvSpPr>
          <p:nvPr/>
        </p:nvSpPr>
        <p:spPr>
          <a:xfrm xmlns:a="http://schemas.openxmlformats.org/drawingml/2006/main">
            <a:off x="60960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6" name="bin-8-5">
            <a:extLst xmlns:a="http://schemas.openxmlformats.org/drawingml/2006/main">
              <a:ext uri="{FF2B5EF4-FFF2-40B4-BE49-F238E27FC236}">
                <a16:creationId xmlns:a16="http://schemas.microsoft.com/office/drawing/2014/main" id="{1306AB8F-166F-43FE-B675-39390502EE07}"/>
              </a:ext>
            </a:extLst>
          </p:cNvPr>
          <p:cNvSpPr>
            <a:spLocks xmlns:a="http://schemas.openxmlformats.org/drawingml/2006/main" noGrp="1"/>
          </p:cNvSpPr>
          <p:nvPr/>
        </p:nvSpPr>
        <p:spPr>
          <a:xfrm xmlns:a="http://schemas.openxmlformats.org/drawingml/2006/main">
            <a:off x="72580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5">
            <a:extLst xmlns:a="http://schemas.openxmlformats.org/drawingml/2006/main">
              <a:ext uri="{FF2B5EF4-FFF2-40B4-BE49-F238E27FC236}">
                <a16:creationId xmlns:a16="http://schemas.microsoft.com/office/drawing/2014/main" id="{49F5A2DF-4F46-4531-A52C-802614AADB9E}"/>
              </a:ext>
            </a:extLst>
          </p:cNvPr>
          <p:cNvSpPr>
            <a:spLocks xmlns:a="http://schemas.openxmlformats.org/drawingml/2006/main" noGrp="1"/>
          </p:cNvSpPr>
          <p:nvPr/>
        </p:nvSpPr>
        <p:spPr>
          <a:xfrm xmlns:a="http://schemas.openxmlformats.org/drawingml/2006/main">
            <a:off x="72580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18" name="bin-8-6">
            <a:extLst xmlns:a="http://schemas.openxmlformats.org/drawingml/2006/main">
              <a:ext uri="{FF2B5EF4-FFF2-40B4-BE49-F238E27FC236}">
                <a16:creationId xmlns:a16="http://schemas.microsoft.com/office/drawing/2014/main" id="{0F432C73-3789-48BF-BD4D-05B62D9700ED}"/>
              </a:ext>
            </a:extLst>
          </p:cNvPr>
          <p:cNvSpPr>
            <a:spLocks xmlns:a="http://schemas.openxmlformats.org/drawingml/2006/main" noGrp="1"/>
          </p:cNvSpPr>
          <p:nvPr/>
        </p:nvSpPr>
        <p:spPr>
          <a:xfrm xmlns:a="http://schemas.openxmlformats.org/drawingml/2006/main">
            <a:off x="84201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6">
            <a:extLst xmlns:a="http://schemas.openxmlformats.org/drawingml/2006/main">
              <a:ext uri="{FF2B5EF4-FFF2-40B4-BE49-F238E27FC236}">
                <a16:creationId xmlns:a16="http://schemas.microsoft.com/office/drawing/2014/main" id="{9716083E-3A09-4558-8AB6-AB8DCBEC4421}"/>
              </a:ext>
            </a:extLst>
          </p:cNvPr>
          <p:cNvSpPr>
            <a:spLocks xmlns:a="http://schemas.openxmlformats.org/drawingml/2006/main" noGrp="1"/>
          </p:cNvSpPr>
          <p:nvPr/>
        </p:nvSpPr>
        <p:spPr>
          <a:xfrm xmlns:a="http://schemas.openxmlformats.org/drawingml/2006/main">
            <a:off x="84201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0" name="bin-8-7">
            <a:extLst xmlns:a="http://schemas.openxmlformats.org/drawingml/2006/main">
              <a:ext uri="{FF2B5EF4-FFF2-40B4-BE49-F238E27FC236}">
                <a16:creationId xmlns:a16="http://schemas.microsoft.com/office/drawing/2014/main" id="{2E3E6009-52FF-4BA4-A691-848C062EB32E}"/>
              </a:ext>
            </a:extLst>
          </p:cNvPr>
          <p:cNvSpPr>
            <a:spLocks xmlns:a="http://schemas.openxmlformats.org/drawingml/2006/main" noGrp="1"/>
          </p:cNvSpPr>
          <p:nvPr/>
        </p:nvSpPr>
        <p:spPr>
          <a:xfrm xmlns:a="http://schemas.openxmlformats.org/drawingml/2006/main">
            <a:off x="95821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7">
            <a:extLst xmlns:a="http://schemas.openxmlformats.org/drawingml/2006/main">
              <a:ext uri="{FF2B5EF4-FFF2-40B4-BE49-F238E27FC236}">
                <a16:creationId xmlns:a16="http://schemas.microsoft.com/office/drawing/2014/main" id="{34CDD744-9A8C-49C2-8E36-5525DC73C9CD}"/>
              </a:ext>
            </a:extLst>
          </p:cNvPr>
          <p:cNvSpPr>
            <a:spLocks xmlns:a="http://schemas.openxmlformats.org/drawingml/2006/main" noGrp="1"/>
          </p:cNvSpPr>
          <p:nvPr/>
        </p:nvSpPr>
        <p:spPr>
          <a:xfrm xmlns:a="http://schemas.openxmlformats.org/drawingml/2006/main">
            <a:off x="95821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2" name="bound-8-0">
            <a:extLst xmlns:a="http://schemas.openxmlformats.org/drawingml/2006/main">
              <a:ext uri="{FF2B5EF4-FFF2-40B4-BE49-F238E27FC236}">
                <a16:creationId xmlns:a16="http://schemas.microsoft.com/office/drawing/2014/main" id="{02D21BAD-B706-4360-B2F8-431A0D02627E}"/>
              </a:ext>
            </a:extLst>
          </p:cNvPr>
          <p:cNvSpPr>
            <a:spLocks xmlns:a="http://schemas.openxmlformats.org/drawingml/2006/main" noGrp="1"/>
          </p:cNvSpPr>
          <p:nvPr/>
        </p:nvSpPr>
        <p:spPr>
          <a:xfrm xmlns:a="http://schemas.openxmlformats.org/drawingml/2006/main">
            <a:off x="12382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bound-8-1">
            <a:extLst xmlns:a="http://schemas.openxmlformats.org/drawingml/2006/main">
              <a:ext uri="{FF2B5EF4-FFF2-40B4-BE49-F238E27FC236}">
                <a16:creationId xmlns:a16="http://schemas.microsoft.com/office/drawing/2014/main" id="{2A7BE713-7EBF-4330-A17B-BFF36AB10A7A}"/>
              </a:ext>
            </a:extLst>
          </p:cNvPr>
          <p:cNvSpPr>
            <a:spLocks xmlns:a="http://schemas.openxmlformats.org/drawingml/2006/main" noGrp="1"/>
          </p:cNvSpPr>
          <p:nvPr/>
        </p:nvSpPr>
        <p:spPr>
          <a:xfrm xmlns:a="http://schemas.openxmlformats.org/drawingml/2006/main">
            <a:off x="24003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bound-8-2">
            <a:extLst xmlns:a="http://schemas.openxmlformats.org/drawingml/2006/main">
              <a:ext uri="{FF2B5EF4-FFF2-40B4-BE49-F238E27FC236}">
                <a16:creationId xmlns:a16="http://schemas.microsoft.com/office/drawing/2014/main" id="{66349CB8-7531-412A-9551-710564EC4C5C}"/>
              </a:ext>
            </a:extLst>
          </p:cNvPr>
          <p:cNvSpPr>
            <a:spLocks xmlns:a="http://schemas.openxmlformats.org/drawingml/2006/main" noGrp="1"/>
          </p:cNvSpPr>
          <p:nvPr/>
        </p:nvSpPr>
        <p:spPr>
          <a:xfrm xmlns:a="http://schemas.openxmlformats.org/drawingml/2006/main">
            <a:off x="35623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bound-8-3">
            <a:extLst xmlns:a="http://schemas.openxmlformats.org/drawingml/2006/main">
              <a:ext uri="{FF2B5EF4-FFF2-40B4-BE49-F238E27FC236}">
                <a16:creationId xmlns:a16="http://schemas.microsoft.com/office/drawing/2014/main" id="{81285067-75DF-4513-9C68-8DBB2C7A9F6F}"/>
              </a:ext>
            </a:extLst>
          </p:cNvPr>
          <p:cNvSpPr>
            <a:spLocks xmlns:a="http://schemas.openxmlformats.org/drawingml/2006/main" noGrp="1"/>
          </p:cNvSpPr>
          <p:nvPr/>
        </p:nvSpPr>
        <p:spPr>
          <a:xfrm xmlns:a="http://schemas.openxmlformats.org/drawingml/2006/main">
            <a:off x="47244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bound-8-4">
            <a:extLst xmlns:a="http://schemas.openxmlformats.org/drawingml/2006/main">
              <a:ext uri="{FF2B5EF4-FFF2-40B4-BE49-F238E27FC236}">
                <a16:creationId xmlns:a16="http://schemas.microsoft.com/office/drawing/2014/main" id="{28C4CB89-6603-4EDF-BB62-548DD2426B04}"/>
              </a:ext>
            </a:extLst>
          </p:cNvPr>
          <p:cNvSpPr>
            <a:spLocks xmlns:a="http://schemas.openxmlformats.org/drawingml/2006/main" noGrp="1"/>
          </p:cNvSpPr>
          <p:nvPr/>
        </p:nvSpPr>
        <p:spPr>
          <a:xfrm xmlns:a="http://schemas.openxmlformats.org/drawingml/2006/main">
            <a:off x="58864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bound-8-5">
            <a:extLst xmlns:a="http://schemas.openxmlformats.org/drawingml/2006/main">
              <a:ext uri="{FF2B5EF4-FFF2-40B4-BE49-F238E27FC236}">
                <a16:creationId xmlns:a16="http://schemas.microsoft.com/office/drawing/2014/main" id="{3E15F49F-2393-4031-A1E6-DF6C0CEE52B7}"/>
              </a:ext>
            </a:extLst>
          </p:cNvPr>
          <p:cNvSpPr>
            <a:spLocks xmlns:a="http://schemas.openxmlformats.org/drawingml/2006/main" noGrp="1"/>
          </p:cNvSpPr>
          <p:nvPr/>
        </p:nvSpPr>
        <p:spPr>
          <a:xfrm xmlns:a="http://schemas.openxmlformats.org/drawingml/2006/main">
            <a:off x="70485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bound-8-6">
            <a:extLst xmlns:a="http://schemas.openxmlformats.org/drawingml/2006/main">
              <a:ext uri="{FF2B5EF4-FFF2-40B4-BE49-F238E27FC236}">
                <a16:creationId xmlns:a16="http://schemas.microsoft.com/office/drawing/2014/main" id="{664556B7-F025-485F-A15F-2696C05F75DD}"/>
              </a:ext>
            </a:extLst>
          </p:cNvPr>
          <p:cNvSpPr>
            <a:spLocks xmlns:a="http://schemas.openxmlformats.org/drawingml/2006/main" noGrp="1"/>
          </p:cNvSpPr>
          <p:nvPr/>
        </p:nvSpPr>
        <p:spPr>
          <a:xfrm xmlns:a="http://schemas.openxmlformats.org/drawingml/2006/main">
            <a:off x="82105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bound-8-7">
            <a:extLst xmlns:a="http://schemas.openxmlformats.org/drawingml/2006/main">
              <a:ext uri="{FF2B5EF4-FFF2-40B4-BE49-F238E27FC236}">
                <a16:creationId xmlns:a16="http://schemas.microsoft.com/office/drawing/2014/main" id="{120EC544-DCB1-4402-9C55-B2C57112295B}"/>
              </a:ext>
            </a:extLst>
          </p:cNvPr>
          <p:cNvSpPr>
            <a:spLocks xmlns:a="http://schemas.openxmlformats.org/drawingml/2006/main" noGrp="1"/>
          </p:cNvSpPr>
          <p:nvPr/>
        </p:nvSpPr>
        <p:spPr>
          <a:xfrm xmlns:a="http://schemas.openxmlformats.org/drawingml/2006/main">
            <a:off x="93726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bound-8-8">
            <a:extLst xmlns:a="http://schemas.openxmlformats.org/drawingml/2006/main">
              <a:ext uri="{FF2B5EF4-FFF2-40B4-BE49-F238E27FC236}">
                <a16:creationId xmlns:a16="http://schemas.microsoft.com/office/drawing/2014/main" id="{47A7E10C-256A-4D36-ADA6-7636F1F01FA2}"/>
              </a:ext>
            </a:extLst>
          </p:cNvPr>
          <p:cNvSpPr>
            <a:spLocks xmlns:a="http://schemas.openxmlformats.org/drawingml/2006/main" noGrp="1"/>
          </p:cNvSpPr>
          <p:nvPr/>
        </p:nvSpPr>
        <p:spPr>
          <a:xfrm xmlns:a="http://schemas.openxmlformats.org/drawingml/2006/main">
            <a:off x="105346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Tree>
    <p:extLst>
      <p:ext uri="{BB962C8B-B14F-4D97-AF65-F5344CB8AC3E}">
        <p14:creationId xmlns:p14="http://schemas.microsoft.com/office/powerpoint/2010/main" val="83609963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05ED6C-4771-4517-B860-BBABC22E1A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50C718D-9001-4717-9264-8B49D518E03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372F20C-5A41-4EFB-ABBB-21586E4E16E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等级编号0～7，一共有几档？</a:t>
            </a:r>
          </a:p>
        </p:txBody>
      </p:sp>
      <p:sp>
        <p:nvSpPr>
          <p:cNvPr id="5" name="text">
            <a:extLst xmlns:a="http://schemas.openxmlformats.org/drawingml/2006/main">
              <a:ext uri="{FF2B5EF4-FFF2-40B4-BE49-F238E27FC236}">
                <a16:creationId xmlns:a16="http://schemas.microsoft.com/office/drawing/2014/main" id="{B38EBBE7-1871-42AF-B576-8A1109A4DCA3}"/>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0也是一个编号。请从左到右逐档数。</a:t>
            </a:r>
          </a:p>
        </p:txBody>
      </p:sp>
      <p:sp>
        <p:nvSpPr>
          <p:cNvPr id="6" name="bin-8-0">
            <a:extLst xmlns:a="http://schemas.openxmlformats.org/drawingml/2006/main">
              <a:ext uri="{FF2B5EF4-FFF2-40B4-BE49-F238E27FC236}">
                <a16:creationId xmlns:a16="http://schemas.microsoft.com/office/drawing/2014/main" id="{DE23CCB8-B7AA-40AC-8C50-A8AA26329EB2}"/>
              </a:ext>
            </a:extLst>
          </p:cNvPr>
          <p:cNvSpPr>
            <a:spLocks xmlns:a="http://schemas.openxmlformats.org/drawingml/2006/main" noGrp="1"/>
          </p:cNvSpPr>
          <p:nvPr/>
        </p:nvSpPr>
        <p:spPr>
          <a:xfrm xmlns:a="http://schemas.openxmlformats.org/drawingml/2006/main">
            <a:off x="14478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grade-8-0">
            <a:extLst xmlns:a="http://schemas.openxmlformats.org/drawingml/2006/main">
              <a:ext uri="{FF2B5EF4-FFF2-40B4-BE49-F238E27FC236}">
                <a16:creationId xmlns:a16="http://schemas.microsoft.com/office/drawing/2014/main" id="{E2743618-A19D-4C2F-9492-A34F6632C7D1}"/>
              </a:ext>
            </a:extLst>
          </p:cNvPr>
          <p:cNvSpPr>
            <a:spLocks xmlns:a="http://schemas.openxmlformats.org/drawingml/2006/main" noGrp="1"/>
          </p:cNvSpPr>
          <p:nvPr/>
        </p:nvSpPr>
        <p:spPr>
          <a:xfrm xmlns:a="http://schemas.openxmlformats.org/drawingml/2006/main">
            <a:off x="14478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8" name="bin-8-1">
            <a:extLst xmlns:a="http://schemas.openxmlformats.org/drawingml/2006/main">
              <a:ext uri="{FF2B5EF4-FFF2-40B4-BE49-F238E27FC236}">
                <a16:creationId xmlns:a16="http://schemas.microsoft.com/office/drawing/2014/main" id="{937849D9-7E50-4F38-89D4-9424F61FD12E}"/>
              </a:ext>
            </a:extLst>
          </p:cNvPr>
          <p:cNvSpPr>
            <a:spLocks xmlns:a="http://schemas.openxmlformats.org/drawingml/2006/main" noGrp="1"/>
          </p:cNvSpPr>
          <p:nvPr/>
        </p:nvSpPr>
        <p:spPr>
          <a:xfrm xmlns:a="http://schemas.openxmlformats.org/drawingml/2006/main">
            <a:off x="26098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1">
            <a:extLst xmlns:a="http://schemas.openxmlformats.org/drawingml/2006/main">
              <a:ext uri="{FF2B5EF4-FFF2-40B4-BE49-F238E27FC236}">
                <a16:creationId xmlns:a16="http://schemas.microsoft.com/office/drawing/2014/main" id="{0E4F4EE7-546A-4259-9812-195B924A0D7D}"/>
              </a:ext>
            </a:extLst>
          </p:cNvPr>
          <p:cNvSpPr>
            <a:spLocks xmlns:a="http://schemas.openxmlformats.org/drawingml/2006/main" noGrp="1"/>
          </p:cNvSpPr>
          <p:nvPr/>
        </p:nvSpPr>
        <p:spPr>
          <a:xfrm xmlns:a="http://schemas.openxmlformats.org/drawingml/2006/main">
            <a:off x="26098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0" name="bin-8-2">
            <a:extLst xmlns:a="http://schemas.openxmlformats.org/drawingml/2006/main">
              <a:ext uri="{FF2B5EF4-FFF2-40B4-BE49-F238E27FC236}">
                <a16:creationId xmlns:a16="http://schemas.microsoft.com/office/drawing/2014/main" id="{C8706480-7A95-47E1-9A8E-AEBC74B67DA6}"/>
              </a:ext>
            </a:extLst>
          </p:cNvPr>
          <p:cNvSpPr>
            <a:spLocks xmlns:a="http://schemas.openxmlformats.org/drawingml/2006/main" noGrp="1"/>
          </p:cNvSpPr>
          <p:nvPr/>
        </p:nvSpPr>
        <p:spPr>
          <a:xfrm xmlns:a="http://schemas.openxmlformats.org/drawingml/2006/main">
            <a:off x="37719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2">
            <a:extLst xmlns:a="http://schemas.openxmlformats.org/drawingml/2006/main">
              <a:ext uri="{FF2B5EF4-FFF2-40B4-BE49-F238E27FC236}">
                <a16:creationId xmlns:a16="http://schemas.microsoft.com/office/drawing/2014/main" id="{3CB4A5EE-04AD-43F5-BED4-A700D0ECA86B}"/>
              </a:ext>
            </a:extLst>
          </p:cNvPr>
          <p:cNvSpPr>
            <a:spLocks xmlns:a="http://schemas.openxmlformats.org/drawingml/2006/main" noGrp="1"/>
          </p:cNvSpPr>
          <p:nvPr/>
        </p:nvSpPr>
        <p:spPr>
          <a:xfrm xmlns:a="http://schemas.openxmlformats.org/drawingml/2006/main">
            <a:off x="37719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2" name="bin-8-3">
            <a:extLst xmlns:a="http://schemas.openxmlformats.org/drawingml/2006/main">
              <a:ext uri="{FF2B5EF4-FFF2-40B4-BE49-F238E27FC236}">
                <a16:creationId xmlns:a16="http://schemas.microsoft.com/office/drawing/2014/main" id="{59668D70-30BF-45D2-823F-45A813748B09}"/>
              </a:ext>
            </a:extLst>
          </p:cNvPr>
          <p:cNvSpPr>
            <a:spLocks xmlns:a="http://schemas.openxmlformats.org/drawingml/2006/main" noGrp="1"/>
          </p:cNvSpPr>
          <p:nvPr/>
        </p:nvSpPr>
        <p:spPr>
          <a:xfrm xmlns:a="http://schemas.openxmlformats.org/drawingml/2006/main">
            <a:off x="49339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3">
            <a:extLst xmlns:a="http://schemas.openxmlformats.org/drawingml/2006/main">
              <a:ext uri="{FF2B5EF4-FFF2-40B4-BE49-F238E27FC236}">
                <a16:creationId xmlns:a16="http://schemas.microsoft.com/office/drawing/2014/main" id="{C3B73C11-6E3C-4AB6-9494-B011A6E55857}"/>
              </a:ext>
            </a:extLst>
          </p:cNvPr>
          <p:cNvSpPr>
            <a:spLocks xmlns:a="http://schemas.openxmlformats.org/drawingml/2006/main" noGrp="1"/>
          </p:cNvSpPr>
          <p:nvPr/>
        </p:nvSpPr>
        <p:spPr>
          <a:xfrm xmlns:a="http://schemas.openxmlformats.org/drawingml/2006/main">
            <a:off x="49339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4" name="bin-8-4">
            <a:extLst xmlns:a="http://schemas.openxmlformats.org/drawingml/2006/main">
              <a:ext uri="{FF2B5EF4-FFF2-40B4-BE49-F238E27FC236}">
                <a16:creationId xmlns:a16="http://schemas.microsoft.com/office/drawing/2014/main" id="{1C16219A-4C60-42EF-A102-4E89B15FE49B}"/>
              </a:ext>
            </a:extLst>
          </p:cNvPr>
          <p:cNvSpPr>
            <a:spLocks xmlns:a="http://schemas.openxmlformats.org/drawingml/2006/main" noGrp="1"/>
          </p:cNvSpPr>
          <p:nvPr/>
        </p:nvSpPr>
        <p:spPr>
          <a:xfrm xmlns:a="http://schemas.openxmlformats.org/drawingml/2006/main">
            <a:off x="60960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4">
            <a:extLst xmlns:a="http://schemas.openxmlformats.org/drawingml/2006/main">
              <a:ext uri="{FF2B5EF4-FFF2-40B4-BE49-F238E27FC236}">
                <a16:creationId xmlns:a16="http://schemas.microsoft.com/office/drawing/2014/main" id="{ADABE41D-1238-4AC7-8A36-31B812A14096}"/>
              </a:ext>
            </a:extLst>
          </p:cNvPr>
          <p:cNvSpPr>
            <a:spLocks xmlns:a="http://schemas.openxmlformats.org/drawingml/2006/main" noGrp="1"/>
          </p:cNvSpPr>
          <p:nvPr/>
        </p:nvSpPr>
        <p:spPr>
          <a:xfrm xmlns:a="http://schemas.openxmlformats.org/drawingml/2006/main">
            <a:off x="60960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6" name="bin-8-5">
            <a:extLst xmlns:a="http://schemas.openxmlformats.org/drawingml/2006/main">
              <a:ext uri="{FF2B5EF4-FFF2-40B4-BE49-F238E27FC236}">
                <a16:creationId xmlns:a16="http://schemas.microsoft.com/office/drawing/2014/main" id="{1306AB8F-166F-43FE-B675-39390502EE07}"/>
              </a:ext>
            </a:extLst>
          </p:cNvPr>
          <p:cNvSpPr>
            <a:spLocks xmlns:a="http://schemas.openxmlformats.org/drawingml/2006/main" noGrp="1"/>
          </p:cNvSpPr>
          <p:nvPr/>
        </p:nvSpPr>
        <p:spPr>
          <a:xfrm xmlns:a="http://schemas.openxmlformats.org/drawingml/2006/main">
            <a:off x="72580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5">
            <a:extLst xmlns:a="http://schemas.openxmlformats.org/drawingml/2006/main">
              <a:ext uri="{FF2B5EF4-FFF2-40B4-BE49-F238E27FC236}">
                <a16:creationId xmlns:a16="http://schemas.microsoft.com/office/drawing/2014/main" id="{49F5A2DF-4F46-4531-A52C-802614AADB9E}"/>
              </a:ext>
            </a:extLst>
          </p:cNvPr>
          <p:cNvSpPr>
            <a:spLocks xmlns:a="http://schemas.openxmlformats.org/drawingml/2006/main" noGrp="1"/>
          </p:cNvSpPr>
          <p:nvPr/>
        </p:nvSpPr>
        <p:spPr>
          <a:xfrm xmlns:a="http://schemas.openxmlformats.org/drawingml/2006/main">
            <a:off x="72580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18" name="bin-8-6">
            <a:extLst xmlns:a="http://schemas.openxmlformats.org/drawingml/2006/main">
              <a:ext uri="{FF2B5EF4-FFF2-40B4-BE49-F238E27FC236}">
                <a16:creationId xmlns:a16="http://schemas.microsoft.com/office/drawing/2014/main" id="{0F432C73-3789-48BF-BD4D-05B62D9700ED}"/>
              </a:ext>
            </a:extLst>
          </p:cNvPr>
          <p:cNvSpPr>
            <a:spLocks xmlns:a="http://schemas.openxmlformats.org/drawingml/2006/main" noGrp="1"/>
          </p:cNvSpPr>
          <p:nvPr/>
        </p:nvSpPr>
        <p:spPr>
          <a:xfrm xmlns:a="http://schemas.openxmlformats.org/drawingml/2006/main">
            <a:off x="84201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6">
            <a:extLst xmlns:a="http://schemas.openxmlformats.org/drawingml/2006/main">
              <a:ext uri="{FF2B5EF4-FFF2-40B4-BE49-F238E27FC236}">
                <a16:creationId xmlns:a16="http://schemas.microsoft.com/office/drawing/2014/main" id="{9716083E-3A09-4558-8AB6-AB8DCBEC4421}"/>
              </a:ext>
            </a:extLst>
          </p:cNvPr>
          <p:cNvSpPr>
            <a:spLocks xmlns:a="http://schemas.openxmlformats.org/drawingml/2006/main" noGrp="1"/>
          </p:cNvSpPr>
          <p:nvPr/>
        </p:nvSpPr>
        <p:spPr>
          <a:xfrm xmlns:a="http://schemas.openxmlformats.org/drawingml/2006/main">
            <a:off x="84201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0" name="bin-8-7">
            <a:extLst xmlns:a="http://schemas.openxmlformats.org/drawingml/2006/main">
              <a:ext uri="{FF2B5EF4-FFF2-40B4-BE49-F238E27FC236}">
                <a16:creationId xmlns:a16="http://schemas.microsoft.com/office/drawing/2014/main" id="{2E3E6009-52FF-4BA4-A691-848C062EB32E}"/>
              </a:ext>
            </a:extLst>
          </p:cNvPr>
          <p:cNvSpPr>
            <a:spLocks xmlns:a="http://schemas.openxmlformats.org/drawingml/2006/main" noGrp="1"/>
          </p:cNvSpPr>
          <p:nvPr/>
        </p:nvSpPr>
        <p:spPr>
          <a:xfrm xmlns:a="http://schemas.openxmlformats.org/drawingml/2006/main">
            <a:off x="95821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7">
            <a:extLst xmlns:a="http://schemas.openxmlformats.org/drawingml/2006/main">
              <a:ext uri="{FF2B5EF4-FFF2-40B4-BE49-F238E27FC236}">
                <a16:creationId xmlns:a16="http://schemas.microsoft.com/office/drawing/2014/main" id="{34CDD744-9A8C-49C2-8E36-5525DC73C9CD}"/>
              </a:ext>
            </a:extLst>
          </p:cNvPr>
          <p:cNvSpPr>
            <a:spLocks xmlns:a="http://schemas.openxmlformats.org/drawingml/2006/main" noGrp="1"/>
          </p:cNvSpPr>
          <p:nvPr/>
        </p:nvSpPr>
        <p:spPr>
          <a:xfrm xmlns:a="http://schemas.openxmlformats.org/drawingml/2006/main">
            <a:off x="95821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2" name="bound-8-0">
            <a:extLst xmlns:a="http://schemas.openxmlformats.org/drawingml/2006/main">
              <a:ext uri="{FF2B5EF4-FFF2-40B4-BE49-F238E27FC236}">
                <a16:creationId xmlns:a16="http://schemas.microsoft.com/office/drawing/2014/main" id="{02D21BAD-B706-4360-B2F8-431A0D02627E}"/>
              </a:ext>
            </a:extLst>
          </p:cNvPr>
          <p:cNvSpPr>
            <a:spLocks xmlns:a="http://schemas.openxmlformats.org/drawingml/2006/main" noGrp="1"/>
          </p:cNvSpPr>
          <p:nvPr/>
        </p:nvSpPr>
        <p:spPr>
          <a:xfrm xmlns:a="http://schemas.openxmlformats.org/drawingml/2006/main">
            <a:off x="12382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bound-8-1">
            <a:extLst xmlns:a="http://schemas.openxmlformats.org/drawingml/2006/main">
              <a:ext uri="{FF2B5EF4-FFF2-40B4-BE49-F238E27FC236}">
                <a16:creationId xmlns:a16="http://schemas.microsoft.com/office/drawing/2014/main" id="{2A7BE713-7EBF-4330-A17B-BFF36AB10A7A}"/>
              </a:ext>
            </a:extLst>
          </p:cNvPr>
          <p:cNvSpPr>
            <a:spLocks xmlns:a="http://schemas.openxmlformats.org/drawingml/2006/main" noGrp="1"/>
          </p:cNvSpPr>
          <p:nvPr/>
        </p:nvSpPr>
        <p:spPr>
          <a:xfrm xmlns:a="http://schemas.openxmlformats.org/drawingml/2006/main">
            <a:off x="24003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bound-8-2">
            <a:extLst xmlns:a="http://schemas.openxmlformats.org/drawingml/2006/main">
              <a:ext uri="{FF2B5EF4-FFF2-40B4-BE49-F238E27FC236}">
                <a16:creationId xmlns:a16="http://schemas.microsoft.com/office/drawing/2014/main" id="{66349CB8-7531-412A-9551-710564EC4C5C}"/>
              </a:ext>
            </a:extLst>
          </p:cNvPr>
          <p:cNvSpPr>
            <a:spLocks xmlns:a="http://schemas.openxmlformats.org/drawingml/2006/main" noGrp="1"/>
          </p:cNvSpPr>
          <p:nvPr/>
        </p:nvSpPr>
        <p:spPr>
          <a:xfrm xmlns:a="http://schemas.openxmlformats.org/drawingml/2006/main">
            <a:off x="35623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bound-8-3">
            <a:extLst xmlns:a="http://schemas.openxmlformats.org/drawingml/2006/main">
              <a:ext uri="{FF2B5EF4-FFF2-40B4-BE49-F238E27FC236}">
                <a16:creationId xmlns:a16="http://schemas.microsoft.com/office/drawing/2014/main" id="{81285067-75DF-4513-9C68-8DBB2C7A9F6F}"/>
              </a:ext>
            </a:extLst>
          </p:cNvPr>
          <p:cNvSpPr>
            <a:spLocks xmlns:a="http://schemas.openxmlformats.org/drawingml/2006/main" noGrp="1"/>
          </p:cNvSpPr>
          <p:nvPr/>
        </p:nvSpPr>
        <p:spPr>
          <a:xfrm xmlns:a="http://schemas.openxmlformats.org/drawingml/2006/main">
            <a:off x="47244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bound-8-4">
            <a:extLst xmlns:a="http://schemas.openxmlformats.org/drawingml/2006/main">
              <a:ext uri="{FF2B5EF4-FFF2-40B4-BE49-F238E27FC236}">
                <a16:creationId xmlns:a16="http://schemas.microsoft.com/office/drawing/2014/main" id="{28C4CB89-6603-4EDF-BB62-548DD2426B04}"/>
              </a:ext>
            </a:extLst>
          </p:cNvPr>
          <p:cNvSpPr>
            <a:spLocks xmlns:a="http://schemas.openxmlformats.org/drawingml/2006/main" noGrp="1"/>
          </p:cNvSpPr>
          <p:nvPr/>
        </p:nvSpPr>
        <p:spPr>
          <a:xfrm xmlns:a="http://schemas.openxmlformats.org/drawingml/2006/main">
            <a:off x="58864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bound-8-5">
            <a:extLst xmlns:a="http://schemas.openxmlformats.org/drawingml/2006/main">
              <a:ext uri="{FF2B5EF4-FFF2-40B4-BE49-F238E27FC236}">
                <a16:creationId xmlns:a16="http://schemas.microsoft.com/office/drawing/2014/main" id="{3E15F49F-2393-4031-A1E6-DF6C0CEE52B7}"/>
              </a:ext>
            </a:extLst>
          </p:cNvPr>
          <p:cNvSpPr>
            <a:spLocks xmlns:a="http://schemas.openxmlformats.org/drawingml/2006/main" noGrp="1"/>
          </p:cNvSpPr>
          <p:nvPr/>
        </p:nvSpPr>
        <p:spPr>
          <a:xfrm xmlns:a="http://schemas.openxmlformats.org/drawingml/2006/main">
            <a:off x="70485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bound-8-6">
            <a:extLst xmlns:a="http://schemas.openxmlformats.org/drawingml/2006/main">
              <a:ext uri="{FF2B5EF4-FFF2-40B4-BE49-F238E27FC236}">
                <a16:creationId xmlns:a16="http://schemas.microsoft.com/office/drawing/2014/main" id="{664556B7-F025-485F-A15F-2696C05F75DD}"/>
              </a:ext>
            </a:extLst>
          </p:cNvPr>
          <p:cNvSpPr>
            <a:spLocks xmlns:a="http://schemas.openxmlformats.org/drawingml/2006/main" noGrp="1"/>
          </p:cNvSpPr>
          <p:nvPr/>
        </p:nvSpPr>
        <p:spPr>
          <a:xfrm xmlns:a="http://schemas.openxmlformats.org/drawingml/2006/main">
            <a:off x="82105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bound-8-7">
            <a:extLst xmlns:a="http://schemas.openxmlformats.org/drawingml/2006/main">
              <a:ext uri="{FF2B5EF4-FFF2-40B4-BE49-F238E27FC236}">
                <a16:creationId xmlns:a16="http://schemas.microsoft.com/office/drawing/2014/main" id="{120EC544-DCB1-4402-9C55-B2C57112295B}"/>
              </a:ext>
            </a:extLst>
          </p:cNvPr>
          <p:cNvSpPr>
            <a:spLocks xmlns:a="http://schemas.openxmlformats.org/drawingml/2006/main" noGrp="1"/>
          </p:cNvSpPr>
          <p:nvPr/>
        </p:nvSpPr>
        <p:spPr>
          <a:xfrm xmlns:a="http://schemas.openxmlformats.org/drawingml/2006/main">
            <a:off x="93726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bound-8-8">
            <a:extLst xmlns:a="http://schemas.openxmlformats.org/drawingml/2006/main">
              <a:ext uri="{FF2B5EF4-FFF2-40B4-BE49-F238E27FC236}">
                <a16:creationId xmlns:a16="http://schemas.microsoft.com/office/drawing/2014/main" id="{47A7E10C-256A-4D36-ADA6-7636F1F01FA2}"/>
              </a:ext>
            </a:extLst>
          </p:cNvPr>
          <p:cNvSpPr>
            <a:spLocks xmlns:a="http://schemas.openxmlformats.org/drawingml/2006/main" noGrp="1"/>
          </p:cNvSpPr>
          <p:nvPr/>
        </p:nvSpPr>
        <p:spPr>
          <a:xfrm xmlns:a="http://schemas.openxmlformats.org/drawingml/2006/main">
            <a:off x="105346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count-result">
            <a:extLst xmlns:a="http://schemas.openxmlformats.org/drawingml/2006/main">
              <a:ext uri="{FF2B5EF4-FFF2-40B4-BE49-F238E27FC236}">
                <a16:creationId xmlns:a16="http://schemas.microsoft.com/office/drawing/2014/main" id="{22907DC6-8787-4C3D-A84B-D74B67FAFFD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编号0～7，共8个等级。</a:t>
            </a:r>
          </a:p>
        </p:txBody>
      </p:sp>
    </p:spTree>
    <p:extLst>
      <p:ext uri="{BB962C8B-B14F-4D97-AF65-F5344CB8AC3E}">
        <p14:creationId xmlns:p14="http://schemas.microsoft.com/office/powerpoint/2010/main" val="83609963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B0F54F5-B77A-40F7-A237-923EB39E171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BA8FBF-4015-4630-9C2A-914651AF4A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94990D2-496D-4EC4-8B4E-20732949883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 应记为等级3，还是等级4？</a:t>
            </a:r>
          </a:p>
        </p:txBody>
      </p:sp>
      <p:sp>
        <p:nvSpPr>
          <p:cNvPr id="6" name="bin-8-0">
            <a:extLst xmlns:a="http://schemas.openxmlformats.org/drawingml/2006/main">
              <a:ext uri="{FF2B5EF4-FFF2-40B4-BE49-F238E27FC236}">
                <a16:creationId xmlns:a16="http://schemas.microsoft.com/office/drawing/2014/main" id="{E2DFA11F-35D4-4615-927B-5ECD82D34D3E}"/>
              </a:ext>
            </a:extLst>
          </p:cNvPr>
          <p:cNvSpPr>
            <a:spLocks xmlns:a="http://schemas.openxmlformats.org/drawingml/2006/main" noGrp="1"/>
          </p:cNvSpPr>
          <p:nvPr/>
        </p:nvSpPr>
        <p:spPr>
          <a:xfrm xmlns:a="http://schemas.openxmlformats.org/drawingml/2006/main">
            <a:off x="14478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grade-8-0">
            <a:extLst xmlns:a="http://schemas.openxmlformats.org/drawingml/2006/main">
              <a:ext uri="{FF2B5EF4-FFF2-40B4-BE49-F238E27FC236}">
                <a16:creationId xmlns:a16="http://schemas.microsoft.com/office/drawing/2014/main" id="{2F03BACA-367B-49BB-8FBC-044161C5AD23}"/>
              </a:ext>
            </a:extLst>
          </p:cNvPr>
          <p:cNvSpPr>
            <a:spLocks xmlns:a="http://schemas.openxmlformats.org/drawingml/2006/main" noGrp="1"/>
          </p:cNvSpPr>
          <p:nvPr/>
        </p:nvSpPr>
        <p:spPr>
          <a:xfrm xmlns:a="http://schemas.openxmlformats.org/drawingml/2006/main">
            <a:off x="14478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8" name="bin-8-1">
            <a:extLst xmlns:a="http://schemas.openxmlformats.org/drawingml/2006/main">
              <a:ext uri="{FF2B5EF4-FFF2-40B4-BE49-F238E27FC236}">
                <a16:creationId xmlns:a16="http://schemas.microsoft.com/office/drawing/2014/main" id="{8F02735A-76BC-4B30-A2E9-CED2A7184CA8}"/>
              </a:ext>
            </a:extLst>
          </p:cNvPr>
          <p:cNvSpPr>
            <a:spLocks xmlns:a="http://schemas.openxmlformats.org/drawingml/2006/main" noGrp="1"/>
          </p:cNvSpPr>
          <p:nvPr/>
        </p:nvSpPr>
        <p:spPr>
          <a:xfrm xmlns:a="http://schemas.openxmlformats.org/drawingml/2006/main">
            <a:off x="26098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1">
            <a:extLst xmlns:a="http://schemas.openxmlformats.org/drawingml/2006/main">
              <a:ext uri="{FF2B5EF4-FFF2-40B4-BE49-F238E27FC236}">
                <a16:creationId xmlns:a16="http://schemas.microsoft.com/office/drawing/2014/main" id="{35B88A7F-9C41-4CA1-A47E-1F52E8875257}"/>
              </a:ext>
            </a:extLst>
          </p:cNvPr>
          <p:cNvSpPr>
            <a:spLocks xmlns:a="http://schemas.openxmlformats.org/drawingml/2006/main" noGrp="1"/>
          </p:cNvSpPr>
          <p:nvPr/>
        </p:nvSpPr>
        <p:spPr>
          <a:xfrm xmlns:a="http://schemas.openxmlformats.org/drawingml/2006/main">
            <a:off x="26098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0" name="bin-8-2">
            <a:extLst xmlns:a="http://schemas.openxmlformats.org/drawingml/2006/main">
              <a:ext uri="{FF2B5EF4-FFF2-40B4-BE49-F238E27FC236}">
                <a16:creationId xmlns:a16="http://schemas.microsoft.com/office/drawing/2014/main" id="{92E1B917-66C5-4222-A5E8-22A64E172341}"/>
              </a:ext>
            </a:extLst>
          </p:cNvPr>
          <p:cNvSpPr>
            <a:spLocks xmlns:a="http://schemas.openxmlformats.org/drawingml/2006/main" noGrp="1"/>
          </p:cNvSpPr>
          <p:nvPr/>
        </p:nvSpPr>
        <p:spPr>
          <a:xfrm xmlns:a="http://schemas.openxmlformats.org/drawingml/2006/main">
            <a:off x="37719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2">
            <a:extLst xmlns:a="http://schemas.openxmlformats.org/drawingml/2006/main">
              <a:ext uri="{FF2B5EF4-FFF2-40B4-BE49-F238E27FC236}">
                <a16:creationId xmlns:a16="http://schemas.microsoft.com/office/drawing/2014/main" id="{8E893466-85FA-4BD3-9F99-E075684B523D}"/>
              </a:ext>
            </a:extLst>
          </p:cNvPr>
          <p:cNvSpPr>
            <a:spLocks xmlns:a="http://schemas.openxmlformats.org/drawingml/2006/main" noGrp="1"/>
          </p:cNvSpPr>
          <p:nvPr/>
        </p:nvSpPr>
        <p:spPr>
          <a:xfrm xmlns:a="http://schemas.openxmlformats.org/drawingml/2006/main">
            <a:off x="37719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2" name="bin-8-3">
            <a:extLst xmlns:a="http://schemas.openxmlformats.org/drawingml/2006/main">
              <a:ext uri="{FF2B5EF4-FFF2-40B4-BE49-F238E27FC236}">
                <a16:creationId xmlns:a16="http://schemas.microsoft.com/office/drawing/2014/main" id="{8E991072-C0CF-45CA-9FF5-11EBF1CFE45D}"/>
              </a:ext>
            </a:extLst>
          </p:cNvPr>
          <p:cNvSpPr>
            <a:spLocks xmlns:a="http://schemas.openxmlformats.org/drawingml/2006/main" noGrp="1"/>
          </p:cNvSpPr>
          <p:nvPr/>
        </p:nvSpPr>
        <p:spPr>
          <a:xfrm xmlns:a="http://schemas.openxmlformats.org/drawingml/2006/main">
            <a:off x="49339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3">
            <a:extLst xmlns:a="http://schemas.openxmlformats.org/drawingml/2006/main">
              <a:ext uri="{FF2B5EF4-FFF2-40B4-BE49-F238E27FC236}">
                <a16:creationId xmlns:a16="http://schemas.microsoft.com/office/drawing/2014/main" id="{6D3636E3-94FF-4F74-8048-57FFE78BE9C6}"/>
              </a:ext>
            </a:extLst>
          </p:cNvPr>
          <p:cNvSpPr>
            <a:spLocks xmlns:a="http://schemas.openxmlformats.org/drawingml/2006/main" noGrp="1"/>
          </p:cNvSpPr>
          <p:nvPr/>
        </p:nvSpPr>
        <p:spPr>
          <a:xfrm xmlns:a="http://schemas.openxmlformats.org/drawingml/2006/main">
            <a:off x="49339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4" name="bin-8-4">
            <a:extLst xmlns:a="http://schemas.openxmlformats.org/drawingml/2006/main">
              <a:ext uri="{FF2B5EF4-FFF2-40B4-BE49-F238E27FC236}">
                <a16:creationId xmlns:a16="http://schemas.microsoft.com/office/drawing/2014/main" id="{69844187-755B-462F-B93D-96ECD44E1B72}"/>
              </a:ext>
            </a:extLst>
          </p:cNvPr>
          <p:cNvSpPr>
            <a:spLocks xmlns:a="http://schemas.openxmlformats.org/drawingml/2006/main" noGrp="1"/>
          </p:cNvSpPr>
          <p:nvPr/>
        </p:nvSpPr>
        <p:spPr>
          <a:xfrm xmlns:a="http://schemas.openxmlformats.org/drawingml/2006/main">
            <a:off x="60960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4">
            <a:extLst xmlns:a="http://schemas.openxmlformats.org/drawingml/2006/main">
              <a:ext uri="{FF2B5EF4-FFF2-40B4-BE49-F238E27FC236}">
                <a16:creationId xmlns:a16="http://schemas.microsoft.com/office/drawing/2014/main" id="{3C4F3F61-6E97-42BD-B325-AE2C954619A9}"/>
              </a:ext>
            </a:extLst>
          </p:cNvPr>
          <p:cNvSpPr>
            <a:spLocks xmlns:a="http://schemas.openxmlformats.org/drawingml/2006/main" noGrp="1"/>
          </p:cNvSpPr>
          <p:nvPr/>
        </p:nvSpPr>
        <p:spPr>
          <a:xfrm xmlns:a="http://schemas.openxmlformats.org/drawingml/2006/main">
            <a:off x="60960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6" name="bin-8-5">
            <a:extLst xmlns:a="http://schemas.openxmlformats.org/drawingml/2006/main">
              <a:ext uri="{FF2B5EF4-FFF2-40B4-BE49-F238E27FC236}">
                <a16:creationId xmlns:a16="http://schemas.microsoft.com/office/drawing/2014/main" id="{FAF86652-9456-4819-985A-889210DC52F5}"/>
              </a:ext>
            </a:extLst>
          </p:cNvPr>
          <p:cNvSpPr>
            <a:spLocks xmlns:a="http://schemas.openxmlformats.org/drawingml/2006/main" noGrp="1"/>
          </p:cNvSpPr>
          <p:nvPr/>
        </p:nvSpPr>
        <p:spPr>
          <a:xfrm xmlns:a="http://schemas.openxmlformats.org/drawingml/2006/main">
            <a:off x="72580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5">
            <a:extLst xmlns:a="http://schemas.openxmlformats.org/drawingml/2006/main">
              <a:ext uri="{FF2B5EF4-FFF2-40B4-BE49-F238E27FC236}">
                <a16:creationId xmlns:a16="http://schemas.microsoft.com/office/drawing/2014/main" id="{49909AC7-4FC3-47F0-9A60-FBD7D22DBF3E}"/>
              </a:ext>
            </a:extLst>
          </p:cNvPr>
          <p:cNvSpPr>
            <a:spLocks xmlns:a="http://schemas.openxmlformats.org/drawingml/2006/main" noGrp="1"/>
          </p:cNvSpPr>
          <p:nvPr/>
        </p:nvSpPr>
        <p:spPr>
          <a:xfrm xmlns:a="http://schemas.openxmlformats.org/drawingml/2006/main">
            <a:off x="72580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18" name="bin-8-6">
            <a:extLst xmlns:a="http://schemas.openxmlformats.org/drawingml/2006/main">
              <a:ext uri="{FF2B5EF4-FFF2-40B4-BE49-F238E27FC236}">
                <a16:creationId xmlns:a16="http://schemas.microsoft.com/office/drawing/2014/main" id="{301A8204-A930-4B07-A188-FBCB19D76694}"/>
              </a:ext>
            </a:extLst>
          </p:cNvPr>
          <p:cNvSpPr>
            <a:spLocks xmlns:a="http://schemas.openxmlformats.org/drawingml/2006/main" noGrp="1"/>
          </p:cNvSpPr>
          <p:nvPr/>
        </p:nvSpPr>
        <p:spPr>
          <a:xfrm xmlns:a="http://schemas.openxmlformats.org/drawingml/2006/main">
            <a:off x="84201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6">
            <a:extLst xmlns:a="http://schemas.openxmlformats.org/drawingml/2006/main">
              <a:ext uri="{FF2B5EF4-FFF2-40B4-BE49-F238E27FC236}">
                <a16:creationId xmlns:a16="http://schemas.microsoft.com/office/drawing/2014/main" id="{706E33C2-AC53-43A7-9F27-F32AAC1FDECB}"/>
              </a:ext>
            </a:extLst>
          </p:cNvPr>
          <p:cNvSpPr>
            <a:spLocks xmlns:a="http://schemas.openxmlformats.org/drawingml/2006/main" noGrp="1"/>
          </p:cNvSpPr>
          <p:nvPr/>
        </p:nvSpPr>
        <p:spPr>
          <a:xfrm xmlns:a="http://schemas.openxmlformats.org/drawingml/2006/main">
            <a:off x="84201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0" name="bin-8-7">
            <a:extLst xmlns:a="http://schemas.openxmlformats.org/drawingml/2006/main">
              <a:ext uri="{FF2B5EF4-FFF2-40B4-BE49-F238E27FC236}">
                <a16:creationId xmlns:a16="http://schemas.microsoft.com/office/drawing/2014/main" id="{57A7D3F5-08DF-44EE-81D8-F5925D94CE9F}"/>
              </a:ext>
            </a:extLst>
          </p:cNvPr>
          <p:cNvSpPr>
            <a:spLocks xmlns:a="http://schemas.openxmlformats.org/drawingml/2006/main" noGrp="1"/>
          </p:cNvSpPr>
          <p:nvPr/>
        </p:nvSpPr>
        <p:spPr>
          <a:xfrm xmlns:a="http://schemas.openxmlformats.org/drawingml/2006/main">
            <a:off x="95821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7">
            <a:extLst xmlns:a="http://schemas.openxmlformats.org/drawingml/2006/main">
              <a:ext uri="{FF2B5EF4-FFF2-40B4-BE49-F238E27FC236}">
                <a16:creationId xmlns:a16="http://schemas.microsoft.com/office/drawing/2014/main" id="{45FE83BE-4895-4579-929D-58F8561EEF5B}"/>
              </a:ext>
            </a:extLst>
          </p:cNvPr>
          <p:cNvSpPr>
            <a:spLocks xmlns:a="http://schemas.openxmlformats.org/drawingml/2006/main" noGrp="1"/>
          </p:cNvSpPr>
          <p:nvPr/>
        </p:nvSpPr>
        <p:spPr>
          <a:xfrm xmlns:a="http://schemas.openxmlformats.org/drawingml/2006/main">
            <a:off x="95821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2" name="bound-8-0">
            <a:extLst xmlns:a="http://schemas.openxmlformats.org/drawingml/2006/main">
              <a:ext uri="{FF2B5EF4-FFF2-40B4-BE49-F238E27FC236}">
                <a16:creationId xmlns:a16="http://schemas.microsoft.com/office/drawing/2014/main" id="{B5FE6246-AD91-4EA4-A9D6-76F1C94F1FAB}"/>
              </a:ext>
            </a:extLst>
          </p:cNvPr>
          <p:cNvSpPr>
            <a:spLocks xmlns:a="http://schemas.openxmlformats.org/drawingml/2006/main" noGrp="1"/>
          </p:cNvSpPr>
          <p:nvPr/>
        </p:nvSpPr>
        <p:spPr>
          <a:xfrm xmlns:a="http://schemas.openxmlformats.org/drawingml/2006/main">
            <a:off x="12382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bound-8-1">
            <a:extLst xmlns:a="http://schemas.openxmlformats.org/drawingml/2006/main">
              <a:ext uri="{FF2B5EF4-FFF2-40B4-BE49-F238E27FC236}">
                <a16:creationId xmlns:a16="http://schemas.microsoft.com/office/drawing/2014/main" id="{E9DA7FDE-3361-438B-9A3C-264B2B6BFAC9}"/>
              </a:ext>
            </a:extLst>
          </p:cNvPr>
          <p:cNvSpPr>
            <a:spLocks xmlns:a="http://schemas.openxmlformats.org/drawingml/2006/main" noGrp="1"/>
          </p:cNvSpPr>
          <p:nvPr/>
        </p:nvSpPr>
        <p:spPr>
          <a:xfrm xmlns:a="http://schemas.openxmlformats.org/drawingml/2006/main">
            <a:off x="24003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bound-8-2">
            <a:extLst xmlns:a="http://schemas.openxmlformats.org/drawingml/2006/main">
              <a:ext uri="{FF2B5EF4-FFF2-40B4-BE49-F238E27FC236}">
                <a16:creationId xmlns:a16="http://schemas.microsoft.com/office/drawing/2014/main" id="{3F017A55-D81E-40E8-83F3-7D9D6A73CBEE}"/>
              </a:ext>
            </a:extLst>
          </p:cNvPr>
          <p:cNvSpPr>
            <a:spLocks xmlns:a="http://schemas.openxmlformats.org/drawingml/2006/main" noGrp="1"/>
          </p:cNvSpPr>
          <p:nvPr/>
        </p:nvSpPr>
        <p:spPr>
          <a:xfrm xmlns:a="http://schemas.openxmlformats.org/drawingml/2006/main">
            <a:off x="35623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bound-8-3">
            <a:extLst xmlns:a="http://schemas.openxmlformats.org/drawingml/2006/main">
              <a:ext uri="{FF2B5EF4-FFF2-40B4-BE49-F238E27FC236}">
                <a16:creationId xmlns:a16="http://schemas.microsoft.com/office/drawing/2014/main" id="{0D9D8B48-AB47-48C2-9770-48C29D947936}"/>
              </a:ext>
            </a:extLst>
          </p:cNvPr>
          <p:cNvSpPr>
            <a:spLocks xmlns:a="http://schemas.openxmlformats.org/drawingml/2006/main" noGrp="1"/>
          </p:cNvSpPr>
          <p:nvPr/>
        </p:nvSpPr>
        <p:spPr>
          <a:xfrm xmlns:a="http://schemas.openxmlformats.org/drawingml/2006/main">
            <a:off x="47244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bound-8-4">
            <a:extLst xmlns:a="http://schemas.openxmlformats.org/drawingml/2006/main">
              <a:ext uri="{FF2B5EF4-FFF2-40B4-BE49-F238E27FC236}">
                <a16:creationId xmlns:a16="http://schemas.microsoft.com/office/drawing/2014/main" id="{360BF4D1-46B3-4C90-8C02-E3227E497C8A}"/>
              </a:ext>
            </a:extLst>
          </p:cNvPr>
          <p:cNvSpPr>
            <a:spLocks xmlns:a="http://schemas.openxmlformats.org/drawingml/2006/main" noGrp="1"/>
          </p:cNvSpPr>
          <p:nvPr/>
        </p:nvSpPr>
        <p:spPr>
          <a:xfrm xmlns:a="http://schemas.openxmlformats.org/drawingml/2006/main">
            <a:off x="58864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bound-8-5">
            <a:extLst xmlns:a="http://schemas.openxmlformats.org/drawingml/2006/main">
              <a:ext uri="{FF2B5EF4-FFF2-40B4-BE49-F238E27FC236}">
                <a16:creationId xmlns:a16="http://schemas.microsoft.com/office/drawing/2014/main" id="{94737EAE-758B-4682-8E2A-F24E1DFAD3F8}"/>
              </a:ext>
            </a:extLst>
          </p:cNvPr>
          <p:cNvSpPr>
            <a:spLocks xmlns:a="http://schemas.openxmlformats.org/drawingml/2006/main" noGrp="1"/>
          </p:cNvSpPr>
          <p:nvPr/>
        </p:nvSpPr>
        <p:spPr>
          <a:xfrm xmlns:a="http://schemas.openxmlformats.org/drawingml/2006/main">
            <a:off x="70485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bound-8-6">
            <a:extLst xmlns:a="http://schemas.openxmlformats.org/drawingml/2006/main">
              <a:ext uri="{FF2B5EF4-FFF2-40B4-BE49-F238E27FC236}">
                <a16:creationId xmlns:a16="http://schemas.microsoft.com/office/drawing/2014/main" id="{6164CBAF-941B-4D93-B032-87B72CC70755}"/>
              </a:ext>
            </a:extLst>
          </p:cNvPr>
          <p:cNvSpPr>
            <a:spLocks xmlns:a="http://schemas.openxmlformats.org/drawingml/2006/main" noGrp="1"/>
          </p:cNvSpPr>
          <p:nvPr/>
        </p:nvSpPr>
        <p:spPr>
          <a:xfrm xmlns:a="http://schemas.openxmlformats.org/drawingml/2006/main">
            <a:off x="82105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bound-8-7">
            <a:extLst xmlns:a="http://schemas.openxmlformats.org/drawingml/2006/main">
              <a:ext uri="{FF2B5EF4-FFF2-40B4-BE49-F238E27FC236}">
                <a16:creationId xmlns:a16="http://schemas.microsoft.com/office/drawing/2014/main" id="{BF2061C7-E6E7-4D74-8C42-4497D9D469F0}"/>
              </a:ext>
            </a:extLst>
          </p:cNvPr>
          <p:cNvSpPr>
            <a:spLocks xmlns:a="http://schemas.openxmlformats.org/drawingml/2006/main" noGrp="1"/>
          </p:cNvSpPr>
          <p:nvPr/>
        </p:nvSpPr>
        <p:spPr>
          <a:xfrm xmlns:a="http://schemas.openxmlformats.org/drawingml/2006/main">
            <a:off x="93726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bound-8-8">
            <a:extLst xmlns:a="http://schemas.openxmlformats.org/drawingml/2006/main">
              <a:ext uri="{FF2B5EF4-FFF2-40B4-BE49-F238E27FC236}">
                <a16:creationId xmlns:a16="http://schemas.microsoft.com/office/drawing/2014/main" id="{A1B3928E-FBC8-49A1-B0B9-D8D8EE5154F5}"/>
              </a:ext>
            </a:extLst>
          </p:cNvPr>
          <p:cNvSpPr>
            <a:spLocks xmlns:a="http://schemas.openxmlformats.org/drawingml/2006/main" noGrp="1"/>
          </p:cNvSpPr>
          <p:nvPr/>
        </p:nvSpPr>
        <p:spPr>
          <a:xfrm xmlns:a="http://schemas.openxmlformats.org/drawingml/2006/main">
            <a:off x="105346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text">
            <a:extLst xmlns:a="http://schemas.openxmlformats.org/drawingml/2006/main">
              <a:ext uri="{FF2B5EF4-FFF2-40B4-BE49-F238E27FC236}">
                <a16:creationId xmlns:a16="http://schemas.microsoft.com/office/drawing/2014/main" id="{94CE4992-E0EA-48CA-9EC7-CF58B23D5708}"/>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 [0,8)；区间 [n,n+1) 编为Ln，中点作代表值。</a:t>
            </a:r>
          </a:p>
        </p:txBody>
      </p:sp>
      <p:sp>
        <p:nvSpPr>
          <p:cNvPr id="32" name="raw-value">
            <a:extLst xmlns:a="http://schemas.openxmlformats.org/drawingml/2006/main">
              <a:ext uri="{FF2B5EF4-FFF2-40B4-BE49-F238E27FC236}">
                <a16:creationId xmlns:a16="http://schemas.microsoft.com/office/drawing/2014/main" id="{F55D5B3B-4F24-4241-99D7-423078086CBA}"/>
              </a:ext>
            </a:extLst>
          </p:cNvPr>
          <p:cNvSpPr>
            <a:spLocks xmlns:a="http://schemas.openxmlformats.org/drawingml/2006/main" noGrp="1"/>
          </p:cNvSpPr>
          <p:nvPr/>
        </p:nvSpPr>
        <p:spPr>
          <a:xfrm xmlns:a="http://schemas.openxmlformats.org/drawingml/2006/main">
            <a:off x="609600" y="47244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采样原值：3.71</a:t>
            </a:r>
          </a:p>
        </p:txBody>
      </p:sp>
      <p:sp>
        <p:nvSpPr>
          <p:cNvPr id="33" name="text">
            <a:extLst xmlns:a="http://schemas.openxmlformats.org/drawingml/2006/main">
              <a:ext uri="{FF2B5EF4-FFF2-40B4-BE49-F238E27FC236}">
                <a16:creationId xmlns:a16="http://schemas.microsoft.com/office/drawing/2014/main" id="{F50FE4D5-60E3-4A51-83C5-78942F77460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请判断等级编号和代表值，并说明依据。</a:t>
            </a:r>
          </a:p>
        </p:txBody>
      </p:sp>
    </p:spTree>
    <p:extLst>
      <p:ext uri="{BB962C8B-B14F-4D97-AF65-F5344CB8AC3E}">
        <p14:creationId xmlns:p14="http://schemas.microsoft.com/office/powerpoint/2010/main" val="18826109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B0F54F5-B77A-40F7-A237-923EB39E171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BA8FBF-4015-4630-9C2A-914651AF4A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94990D2-496D-4EC4-8B4E-20732949883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 应记为等级3，还是等级4？</a:t>
            </a:r>
          </a:p>
        </p:txBody>
      </p:sp>
      <p:sp>
        <p:nvSpPr>
          <p:cNvPr id="6" name="bin-8-0">
            <a:extLst xmlns:a="http://schemas.openxmlformats.org/drawingml/2006/main">
              <a:ext uri="{FF2B5EF4-FFF2-40B4-BE49-F238E27FC236}">
                <a16:creationId xmlns:a16="http://schemas.microsoft.com/office/drawing/2014/main" id="{E2DFA11F-35D4-4615-927B-5ECD82D34D3E}"/>
              </a:ext>
            </a:extLst>
          </p:cNvPr>
          <p:cNvSpPr>
            <a:spLocks xmlns:a="http://schemas.openxmlformats.org/drawingml/2006/main" noGrp="1"/>
          </p:cNvSpPr>
          <p:nvPr/>
        </p:nvSpPr>
        <p:spPr>
          <a:xfrm xmlns:a="http://schemas.openxmlformats.org/drawingml/2006/main">
            <a:off x="14478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grade-8-0">
            <a:extLst xmlns:a="http://schemas.openxmlformats.org/drawingml/2006/main">
              <a:ext uri="{FF2B5EF4-FFF2-40B4-BE49-F238E27FC236}">
                <a16:creationId xmlns:a16="http://schemas.microsoft.com/office/drawing/2014/main" id="{2F03BACA-367B-49BB-8FBC-044161C5AD23}"/>
              </a:ext>
            </a:extLst>
          </p:cNvPr>
          <p:cNvSpPr>
            <a:spLocks xmlns:a="http://schemas.openxmlformats.org/drawingml/2006/main" noGrp="1"/>
          </p:cNvSpPr>
          <p:nvPr/>
        </p:nvSpPr>
        <p:spPr>
          <a:xfrm xmlns:a="http://schemas.openxmlformats.org/drawingml/2006/main">
            <a:off x="14478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8" name="bin-8-1">
            <a:extLst xmlns:a="http://schemas.openxmlformats.org/drawingml/2006/main">
              <a:ext uri="{FF2B5EF4-FFF2-40B4-BE49-F238E27FC236}">
                <a16:creationId xmlns:a16="http://schemas.microsoft.com/office/drawing/2014/main" id="{8F02735A-76BC-4B30-A2E9-CED2A7184CA8}"/>
              </a:ext>
            </a:extLst>
          </p:cNvPr>
          <p:cNvSpPr>
            <a:spLocks xmlns:a="http://schemas.openxmlformats.org/drawingml/2006/main" noGrp="1"/>
          </p:cNvSpPr>
          <p:nvPr/>
        </p:nvSpPr>
        <p:spPr>
          <a:xfrm xmlns:a="http://schemas.openxmlformats.org/drawingml/2006/main">
            <a:off x="26098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1">
            <a:extLst xmlns:a="http://schemas.openxmlformats.org/drawingml/2006/main">
              <a:ext uri="{FF2B5EF4-FFF2-40B4-BE49-F238E27FC236}">
                <a16:creationId xmlns:a16="http://schemas.microsoft.com/office/drawing/2014/main" id="{35B88A7F-9C41-4CA1-A47E-1F52E8875257}"/>
              </a:ext>
            </a:extLst>
          </p:cNvPr>
          <p:cNvSpPr>
            <a:spLocks xmlns:a="http://schemas.openxmlformats.org/drawingml/2006/main" noGrp="1"/>
          </p:cNvSpPr>
          <p:nvPr/>
        </p:nvSpPr>
        <p:spPr>
          <a:xfrm xmlns:a="http://schemas.openxmlformats.org/drawingml/2006/main">
            <a:off x="26098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0" name="bin-8-2">
            <a:extLst xmlns:a="http://schemas.openxmlformats.org/drawingml/2006/main">
              <a:ext uri="{FF2B5EF4-FFF2-40B4-BE49-F238E27FC236}">
                <a16:creationId xmlns:a16="http://schemas.microsoft.com/office/drawing/2014/main" id="{92E1B917-66C5-4222-A5E8-22A64E172341}"/>
              </a:ext>
            </a:extLst>
          </p:cNvPr>
          <p:cNvSpPr>
            <a:spLocks xmlns:a="http://schemas.openxmlformats.org/drawingml/2006/main" noGrp="1"/>
          </p:cNvSpPr>
          <p:nvPr/>
        </p:nvSpPr>
        <p:spPr>
          <a:xfrm xmlns:a="http://schemas.openxmlformats.org/drawingml/2006/main">
            <a:off x="37719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2">
            <a:extLst xmlns:a="http://schemas.openxmlformats.org/drawingml/2006/main">
              <a:ext uri="{FF2B5EF4-FFF2-40B4-BE49-F238E27FC236}">
                <a16:creationId xmlns:a16="http://schemas.microsoft.com/office/drawing/2014/main" id="{8E893466-85FA-4BD3-9F99-E075684B523D}"/>
              </a:ext>
            </a:extLst>
          </p:cNvPr>
          <p:cNvSpPr>
            <a:spLocks xmlns:a="http://schemas.openxmlformats.org/drawingml/2006/main" noGrp="1"/>
          </p:cNvSpPr>
          <p:nvPr/>
        </p:nvSpPr>
        <p:spPr>
          <a:xfrm xmlns:a="http://schemas.openxmlformats.org/drawingml/2006/main">
            <a:off x="37719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2" name="bin-8-3">
            <a:extLst xmlns:a="http://schemas.openxmlformats.org/drawingml/2006/main">
              <a:ext uri="{FF2B5EF4-FFF2-40B4-BE49-F238E27FC236}">
                <a16:creationId xmlns:a16="http://schemas.microsoft.com/office/drawing/2014/main" id="{8E991072-C0CF-45CA-9FF5-11EBF1CFE45D}"/>
              </a:ext>
            </a:extLst>
          </p:cNvPr>
          <p:cNvSpPr>
            <a:spLocks xmlns:a="http://schemas.openxmlformats.org/drawingml/2006/main" noGrp="1"/>
          </p:cNvSpPr>
          <p:nvPr/>
        </p:nvSpPr>
        <p:spPr>
          <a:xfrm xmlns:a="http://schemas.openxmlformats.org/drawingml/2006/main">
            <a:off x="49339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3">
            <a:extLst xmlns:a="http://schemas.openxmlformats.org/drawingml/2006/main">
              <a:ext uri="{FF2B5EF4-FFF2-40B4-BE49-F238E27FC236}">
                <a16:creationId xmlns:a16="http://schemas.microsoft.com/office/drawing/2014/main" id="{6D3636E3-94FF-4F74-8048-57FFE78BE9C6}"/>
              </a:ext>
            </a:extLst>
          </p:cNvPr>
          <p:cNvSpPr>
            <a:spLocks xmlns:a="http://schemas.openxmlformats.org/drawingml/2006/main" noGrp="1"/>
          </p:cNvSpPr>
          <p:nvPr/>
        </p:nvSpPr>
        <p:spPr>
          <a:xfrm xmlns:a="http://schemas.openxmlformats.org/drawingml/2006/main">
            <a:off x="49339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4" name="bin-8-4">
            <a:extLst xmlns:a="http://schemas.openxmlformats.org/drawingml/2006/main">
              <a:ext uri="{FF2B5EF4-FFF2-40B4-BE49-F238E27FC236}">
                <a16:creationId xmlns:a16="http://schemas.microsoft.com/office/drawing/2014/main" id="{69844187-755B-462F-B93D-96ECD44E1B72}"/>
              </a:ext>
            </a:extLst>
          </p:cNvPr>
          <p:cNvSpPr>
            <a:spLocks xmlns:a="http://schemas.openxmlformats.org/drawingml/2006/main" noGrp="1"/>
          </p:cNvSpPr>
          <p:nvPr/>
        </p:nvSpPr>
        <p:spPr>
          <a:xfrm xmlns:a="http://schemas.openxmlformats.org/drawingml/2006/main">
            <a:off x="60960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4">
            <a:extLst xmlns:a="http://schemas.openxmlformats.org/drawingml/2006/main">
              <a:ext uri="{FF2B5EF4-FFF2-40B4-BE49-F238E27FC236}">
                <a16:creationId xmlns:a16="http://schemas.microsoft.com/office/drawing/2014/main" id="{3C4F3F61-6E97-42BD-B325-AE2C954619A9}"/>
              </a:ext>
            </a:extLst>
          </p:cNvPr>
          <p:cNvSpPr>
            <a:spLocks xmlns:a="http://schemas.openxmlformats.org/drawingml/2006/main" noGrp="1"/>
          </p:cNvSpPr>
          <p:nvPr/>
        </p:nvSpPr>
        <p:spPr>
          <a:xfrm xmlns:a="http://schemas.openxmlformats.org/drawingml/2006/main">
            <a:off x="60960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6" name="bin-8-5">
            <a:extLst xmlns:a="http://schemas.openxmlformats.org/drawingml/2006/main">
              <a:ext uri="{FF2B5EF4-FFF2-40B4-BE49-F238E27FC236}">
                <a16:creationId xmlns:a16="http://schemas.microsoft.com/office/drawing/2014/main" id="{FAF86652-9456-4819-985A-889210DC52F5}"/>
              </a:ext>
            </a:extLst>
          </p:cNvPr>
          <p:cNvSpPr>
            <a:spLocks xmlns:a="http://schemas.openxmlformats.org/drawingml/2006/main" noGrp="1"/>
          </p:cNvSpPr>
          <p:nvPr/>
        </p:nvSpPr>
        <p:spPr>
          <a:xfrm xmlns:a="http://schemas.openxmlformats.org/drawingml/2006/main">
            <a:off x="72580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5">
            <a:extLst xmlns:a="http://schemas.openxmlformats.org/drawingml/2006/main">
              <a:ext uri="{FF2B5EF4-FFF2-40B4-BE49-F238E27FC236}">
                <a16:creationId xmlns:a16="http://schemas.microsoft.com/office/drawing/2014/main" id="{49909AC7-4FC3-47F0-9A60-FBD7D22DBF3E}"/>
              </a:ext>
            </a:extLst>
          </p:cNvPr>
          <p:cNvSpPr>
            <a:spLocks xmlns:a="http://schemas.openxmlformats.org/drawingml/2006/main" noGrp="1"/>
          </p:cNvSpPr>
          <p:nvPr/>
        </p:nvSpPr>
        <p:spPr>
          <a:xfrm xmlns:a="http://schemas.openxmlformats.org/drawingml/2006/main">
            <a:off x="72580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18" name="bin-8-6">
            <a:extLst xmlns:a="http://schemas.openxmlformats.org/drawingml/2006/main">
              <a:ext uri="{FF2B5EF4-FFF2-40B4-BE49-F238E27FC236}">
                <a16:creationId xmlns:a16="http://schemas.microsoft.com/office/drawing/2014/main" id="{301A8204-A930-4B07-A188-FBCB19D76694}"/>
              </a:ext>
            </a:extLst>
          </p:cNvPr>
          <p:cNvSpPr>
            <a:spLocks xmlns:a="http://schemas.openxmlformats.org/drawingml/2006/main" noGrp="1"/>
          </p:cNvSpPr>
          <p:nvPr/>
        </p:nvSpPr>
        <p:spPr>
          <a:xfrm xmlns:a="http://schemas.openxmlformats.org/drawingml/2006/main">
            <a:off x="84201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6">
            <a:extLst xmlns:a="http://schemas.openxmlformats.org/drawingml/2006/main">
              <a:ext uri="{FF2B5EF4-FFF2-40B4-BE49-F238E27FC236}">
                <a16:creationId xmlns:a16="http://schemas.microsoft.com/office/drawing/2014/main" id="{706E33C2-AC53-43A7-9F27-F32AAC1FDECB}"/>
              </a:ext>
            </a:extLst>
          </p:cNvPr>
          <p:cNvSpPr>
            <a:spLocks xmlns:a="http://schemas.openxmlformats.org/drawingml/2006/main" noGrp="1"/>
          </p:cNvSpPr>
          <p:nvPr/>
        </p:nvSpPr>
        <p:spPr>
          <a:xfrm xmlns:a="http://schemas.openxmlformats.org/drawingml/2006/main">
            <a:off x="84201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0" name="bin-8-7">
            <a:extLst xmlns:a="http://schemas.openxmlformats.org/drawingml/2006/main">
              <a:ext uri="{FF2B5EF4-FFF2-40B4-BE49-F238E27FC236}">
                <a16:creationId xmlns:a16="http://schemas.microsoft.com/office/drawing/2014/main" id="{57A7D3F5-08DF-44EE-81D8-F5925D94CE9F}"/>
              </a:ext>
            </a:extLst>
          </p:cNvPr>
          <p:cNvSpPr>
            <a:spLocks xmlns:a="http://schemas.openxmlformats.org/drawingml/2006/main" noGrp="1"/>
          </p:cNvSpPr>
          <p:nvPr/>
        </p:nvSpPr>
        <p:spPr>
          <a:xfrm xmlns:a="http://schemas.openxmlformats.org/drawingml/2006/main">
            <a:off x="95821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7">
            <a:extLst xmlns:a="http://schemas.openxmlformats.org/drawingml/2006/main">
              <a:ext uri="{FF2B5EF4-FFF2-40B4-BE49-F238E27FC236}">
                <a16:creationId xmlns:a16="http://schemas.microsoft.com/office/drawing/2014/main" id="{45FE83BE-4895-4579-929D-58F8561EEF5B}"/>
              </a:ext>
            </a:extLst>
          </p:cNvPr>
          <p:cNvSpPr>
            <a:spLocks xmlns:a="http://schemas.openxmlformats.org/drawingml/2006/main" noGrp="1"/>
          </p:cNvSpPr>
          <p:nvPr/>
        </p:nvSpPr>
        <p:spPr>
          <a:xfrm xmlns:a="http://schemas.openxmlformats.org/drawingml/2006/main">
            <a:off x="95821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2" name="bound-8-0">
            <a:extLst xmlns:a="http://schemas.openxmlformats.org/drawingml/2006/main">
              <a:ext uri="{FF2B5EF4-FFF2-40B4-BE49-F238E27FC236}">
                <a16:creationId xmlns:a16="http://schemas.microsoft.com/office/drawing/2014/main" id="{B5FE6246-AD91-4EA4-A9D6-76F1C94F1FAB}"/>
              </a:ext>
            </a:extLst>
          </p:cNvPr>
          <p:cNvSpPr>
            <a:spLocks xmlns:a="http://schemas.openxmlformats.org/drawingml/2006/main" noGrp="1"/>
          </p:cNvSpPr>
          <p:nvPr/>
        </p:nvSpPr>
        <p:spPr>
          <a:xfrm xmlns:a="http://schemas.openxmlformats.org/drawingml/2006/main">
            <a:off x="12382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bound-8-1">
            <a:extLst xmlns:a="http://schemas.openxmlformats.org/drawingml/2006/main">
              <a:ext uri="{FF2B5EF4-FFF2-40B4-BE49-F238E27FC236}">
                <a16:creationId xmlns:a16="http://schemas.microsoft.com/office/drawing/2014/main" id="{E9DA7FDE-3361-438B-9A3C-264B2B6BFAC9}"/>
              </a:ext>
            </a:extLst>
          </p:cNvPr>
          <p:cNvSpPr>
            <a:spLocks xmlns:a="http://schemas.openxmlformats.org/drawingml/2006/main" noGrp="1"/>
          </p:cNvSpPr>
          <p:nvPr/>
        </p:nvSpPr>
        <p:spPr>
          <a:xfrm xmlns:a="http://schemas.openxmlformats.org/drawingml/2006/main">
            <a:off x="24003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bound-8-2">
            <a:extLst xmlns:a="http://schemas.openxmlformats.org/drawingml/2006/main">
              <a:ext uri="{FF2B5EF4-FFF2-40B4-BE49-F238E27FC236}">
                <a16:creationId xmlns:a16="http://schemas.microsoft.com/office/drawing/2014/main" id="{3F017A55-D81E-40E8-83F3-7D9D6A73CBEE}"/>
              </a:ext>
            </a:extLst>
          </p:cNvPr>
          <p:cNvSpPr>
            <a:spLocks xmlns:a="http://schemas.openxmlformats.org/drawingml/2006/main" noGrp="1"/>
          </p:cNvSpPr>
          <p:nvPr/>
        </p:nvSpPr>
        <p:spPr>
          <a:xfrm xmlns:a="http://schemas.openxmlformats.org/drawingml/2006/main">
            <a:off x="35623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bound-8-3">
            <a:extLst xmlns:a="http://schemas.openxmlformats.org/drawingml/2006/main">
              <a:ext uri="{FF2B5EF4-FFF2-40B4-BE49-F238E27FC236}">
                <a16:creationId xmlns:a16="http://schemas.microsoft.com/office/drawing/2014/main" id="{0D9D8B48-AB47-48C2-9770-48C29D947936}"/>
              </a:ext>
            </a:extLst>
          </p:cNvPr>
          <p:cNvSpPr>
            <a:spLocks xmlns:a="http://schemas.openxmlformats.org/drawingml/2006/main" noGrp="1"/>
          </p:cNvSpPr>
          <p:nvPr/>
        </p:nvSpPr>
        <p:spPr>
          <a:xfrm xmlns:a="http://schemas.openxmlformats.org/drawingml/2006/main">
            <a:off x="47244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bound-8-4">
            <a:extLst xmlns:a="http://schemas.openxmlformats.org/drawingml/2006/main">
              <a:ext uri="{FF2B5EF4-FFF2-40B4-BE49-F238E27FC236}">
                <a16:creationId xmlns:a16="http://schemas.microsoft.com/office/drawing/2014/main" id="{360BF4D1-46B3-4C90-8C02-E3227E497C8A}"/>
              </a:ext>
            </a:extLst>
          </p:cNvPr>
          <p:cNvSpPr>
            <a:spLocks xmlns:a="http://schemas.openxmlformats.org/drawingml/2006/main" noGrp="1"/>
          </p:cNvSpPr>
          <p:nvPr/>
        </p:nvSpPr>
        <p:spPr>
          <a:xfrm xmlns:a="http://schemas.openxmlformats.org/drawingml/2006/main">
            <a:off x="58864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bound-8-5">
            <a:extLst xmlns:a="http://schemas.openxmlformats.org/drawingml/2006/main">
              <a:ext uri="{FF2B5EF4-FFF2-40B4-BE49-F238E27FC236}">
                <a16:creationId xmlns:a16="http://schemas.microsoft.com/office/drawing/2014/main" id="{94737EAE-758B-4682-8E2A-F24E1DFAD3F8}"/>
              </a:ext>
            </a:extLst>
          </p:cNvPr>
          <p:cNvSpPr>
            <a:spLocks xmlns:a="http://schemas.openxmlformats.org/drawingml/2006/main" noGrp="1"/>
          </p:cNvSpPr>
          <p:nvPr/>
        </p:nvSpPr>
        <p:spPr>
          <a:xfrm xmlns:a="http://schemas.openxmlformats.org/drawingml/2006/main">
            <a:off x="70485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bound-8-6">
            <a:extLst xmlns:a="http://schemas.openxmlformats.org/drawingml/2006/main">
              <a:ext uri="{FF2B5EF4-FFF2-40B4-BE49-F238E27FC236}">
                <a16:creationId xmlns:a16="http://schemas.microsoft.com/office/drawing/2014/main" id="{6164CBAF-941B-4D93-B032-87B72CC70755}"/>
              </a:ext>
            </a:extLst>
          </p:cNvPr>
          <p:cNvSpPr>
            <a:spLocks xmlns:a="http://schemas.openxmlformats.org/drawingml/2006/main" noGrp="1"/>
          </p:cNvSpPr>
          <p:nvPr/>
        </p:nvSpPr>
        <p:spPr>
          <a:xfrm xmlns:a="http://schemas.openxmlformats.org/drawingml/2006/main">
            <a:off x="82105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bound-8-7">
            <a:extLst xmlns:a="http://schemas.openxmlformats.org/drawingml/2006/main">
              <a:ext uri="{FF2B5EF4-FFF2-40B4-BE49-F238E27FC236}">
                <a16:creationId xmlns:a16="http://schemas.microsoft.com/office/drawing/2014/main" id="{BF2061C7-E6E7-4D74-8C42-4497D9D469F0}"/>
              </a:ext>
            </a:extLst>
          </p:cNvPr>
          <p:cNvSpPr>
            <a:spLocks xmlns:a="http://schemas.openxmlformats.org/drawingml/2006/main" noGrp="1"/>
          </p:cNvSpPr>
          <p:nvPr/>
        </p:nvSpPr>
        <p:spPr>
          <a:xfrm xmlns:a="http://schemas.openxmlformats.org/drawingml/2006/main">
            <a:off x="93726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bound-8-8">
            <a:extLst xmlns:a="http://schemas.openxmlformats.org/drawingml/2006/main">
              <a:ext uri="{FF2B5EF4-FFF2-40B4-BE49-F238E27FC236}">
                <a16:creationId xmlns:a16="http://schemas.microsoft.com/office/drawing/2014/main" id="{A1B3928E-FBC8-49A1-B0B9-D8D8EE5154F5}"/>
              </a:ext>
            </a:extLst>
          </p:cNvPr>
          <p:cNvSpPr>
            <a:spLocks xmlns:a="http://schemas.openxmlformats.org/drawingml/2006/main" noGrp="1"/>
          </p:cNvSpPr>
          <p:nvPr/>
        </p:nvSpPr>
        <p:spPr>
          <a:xfrm xmlns:a="http://schemas.openxmlformats.org/drawingml/2006/main">
            <a:off x="105346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text">
            <a:extLst xmlns:a="http://schemas.openxmlformats.org/drawingml/2006/main">
              <a:ext uri="{FF2B5EF4-FFF2-40B4-BE49-F238E27FC236}">
                <a16:creationId xmlns:a16="http://schemas.microsoft.com/office/drawing/2014/main" id="{94CE4992-E0EA-48CA-9EC7-CF58B23D5708}"/>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 [0,8)；区间 [n,n+1) 编为Ln，中点作代表值。</a:t>
            </a:r>
          </a:p>
        </p:txBody>
      </p:sp>
      <p:sp>
        <p:nvSpPr>
          <p:cNvPr id="32" name="raw-value">
            <a:extLst xmlns:a="http://schemas.openxmlformats.org/drawingml/2006/main">
              <a:ext uri="{FF2B5EF4-FFF2-40B4-BE49-F238E27FC236}">
                <a16:creationId xmlns:a16="http://schemas.microsoft.com/office/drawing/2014/main" id="{F55D5B3B-4F24-4241-99D7-423078086CBA}"/>
              </a:ext>
            </a:extLst>
          </p:cNvPr>
          <p:cNvSpPr>
            <a:spLocks xmlns:a="http://schemas.openxmlformats.org/drawingml/2006/main" noGrp="1"/>
          </p:cNvSpPr>
          <p:nvPr/>
        </p:nvSpPr>
        <p:spPr>
          <a:xfrm xmlns:a="http://schemas.openxmlformats.org/drawingml/2006/main">
            <a:off x="609600" y="47244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采样原值：3.71</a:t>
            </a:r>
          </a:p>
        </p:txBody>
      </p:sp>
      <p:sp>
        <p:nvSpPr>
          <p:cNvPr id="33" name="text">
            <a:extLst xmlns:a="http://schemas.openxmlformats.org/drawingml/2006/main">
              <a:ext uri="{FF2B5EF4-FFF2-40B4-BE49-F238E27FC236}">
                <a16:creationId xmlns:a16="http://schemas.microsoft.com/office/drawing/2014/main" id="{F50FE4D5-60E3-4A51-83C5-78942F77460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请判断等级编号和代表值，并说明依据。</a:t>
            </a:r>
          </a:p>
        </p:txBody>
      </p:sp>
      <p:sp>
        <p:nvSpPr>
          <p:cNvPr id="34" name="selected-L3">
            <a:extLst xmlns:a="http://schemas.openxmlformats.org/drawingml/2006/main">
              <a:ext uri="{FF2B5EF4-FFF2-40B4-BE49-F238E27FC236}">
                <a16:creationId xmlns:a16="http://schemas.microsoft.com/office/drawing/2014/main" id="{5C494361-7DC9-4D20-81F0-867D1DF1A8B1}"/>
              </a:ext>
            </a:extLst>
          </p:cNvPr>
          <p:cNvSpPr>
            <a:spLocks xmlns:a="http://schemas.openxmlformats.org/drawingml/2006/main" noGrp="1"/>
          </p:cNvSpPr>
          <p:nvPr/>
        </p:nvSpPr>
        <p:spPr>
          <a:xfrm xmlns:a="http://schemas.openxmlformats.org/drawingml/2006/main">
            <a:off x="4933950" y="3209925"/>
            <a:ext cx="1162050" cy="106680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5" name="raw-3.71">
            <a:extLst xmlns:a="http://schemas.openxmlformats.org/drawingml/2006/main">
              <a:ext uri="{FF2B5EF4-FFF2-40B4-BE49-F238E27FC236}">
                <a16:creationId xmlns:a16="http://schemas.microsoft.com/office/drawing/2014/main" id="{09B63897-AF52-4A91-9C10-4AEBFB117C71}"/>
              </a:ext>
            </a:extLst>
          </p:cNvPr>
          <p:cNvSpPr>
            <a:spLocks xmlns:a="http://schemas.openxmlformats.org/drawingml/2006/main" noGrp="1"/>
          </p:cNvSpPr>
          <p:nvPr/>
        </p:nvSpPr>
        <p:spPr>
          <a:xfrm xmlns:a="http://schemas.openxmlformats.org/drawingml/2006/main">
            <a:off x="5701856" y="3419475"/>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36" name="representative-3.5">
            <a:extLst xmlns:a="http://schemas.openxmlformats.org/drawingml/2006/main">
              <a:ext uri="{FF2B5EF4-FFF2-40B4-BE49-F238E27FC236}">
                <a16:creationId xmlns:a16="http://schemas.microsoft.com/office/drawing/2014/main" id="{CA371527-387A-469E-B13D-7ECD7C61D70B}"/>
              </a:ext>
            </a:extLst>
          </p:cNvPr>
          <p:cNvSpPr>
            <a:spLocks xmlns:a="http://schemas.openxmlformats.org/drawingml/2006/main" noGrp="1"/>
          </p:cNvSpPr>
          <p:nvPr/>
        </p:nvSpPr>
        <p:spPr>
          <a:xfrm xmlns:a="http://schemas.openxmlformats.org/drawingml/2006/main">
            <a:off x="5457825" y="3895725"/>
            <a:ext cx="114300" cy="1143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37" name="midpoint-result">
            <a:extLst xmlns:a="http://schemas.openxmlformats.org/drawingml/2006/main">
              <a:ext uri="{FF2B5EF4-FFF2-40B4-BE49-F238E27FC236}">
                <a16:creationId xmlns:a16="http://schemas.microsoft.com/office/drawing/2014/main" id="{EC2DC456-8141-43E8-9BDD-F9EE6586EFE4}"/>
              </a:ext>
            </a:extLst>
          </p:cNvPr>
          <p:cNvSpPr>
            <a:spLocks xmlns:a="http://schemas.openxmlformats.org/drawingml/2006/main" noGrp="1"/>
          </p:cNvSpPr>
          <p:nvPr/>
        </p:nvSpPr>
        <p:spPr>
          <a:xfrm xmlns:a="http://schemas.openxmlformats.org/drawingml/2006/main">
            <a:off x="609600" y="5372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3.71 ∈ [3,4)：等级L3，代表值3.5，码字011。</a:t>
            </a:r>
          </a:p>
        </p:txBody>
      </p:sp>
    </p:spTree>
    <p:extLst>
      <p:ext uri="{BB962C8B-B14F-4D97-AF65-F5344CB8AC3E}">
        <p14:creationId xmlns:p14="http://schemas.microsoft.com/office/powerpoint/2010/main" val="18826109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7A01A3-57AB-4816-BA2B-32FE40C4387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2E266EA-2CA2-48D1-9610-F186BC0BD26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75A5FED-D748-47FA-A181-3FD65115534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10个样本，怎样依次编码？</a:t>
            </a:r>
          </a:p>
        </p:txBody>
      </p:sp>
      <p:sp>
        <p:nvSpPr>
          <p:cNvPr id="5" name="TextBox 4">
            <a:extLst xmlns:a="http://schemas.openxmlformats.org/drawingml/2006/main">
              <a:ext uri="{FF2B5EF4-FFF2-40B4-BE49-F238E27FC236}">
                <a16:creationId xmlns:a16="http://schemas.microsoft.com/office/drawing/2014/main" id="{7A2ECE19-69DE-41D5-9FD4-B2A3E70BAAE2}"/>
              </a:ext>
            </a:extLst>
          </p:cNvPr>
          <p:cNvSpPr>
            <a:spLocks xmlns:a="http://schemas.openxmlformats.org/drawingml/2006/main" noGrp="1"/>
          </p:cNvSpPr>
          <p:nvPr/>
        </p:nvSpPr>
        <p:spPr>
          <a:xfrm xmlns:a="http://schemas.openxmlformats.org/drawingml/2006/main">
            <a:off x="713232" y="1847088"/>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采样顺序</a:t>
            </a:r>
          </a:p>
        </p:txBody>
      </p:sp>
      <p:sp>
        <p:nvSpPr>
          <p:cNvPr id="6" name="TextBox 5">
            <a:extLst xmlns:a="http://schemas.openxmlformats.org/drawingml/2006/main">
              <a:ext uri="{FF2B5EF4-FFF2-40B4-BE49-F238E27FC236}">
                <a16:creationId xmlns:a16="http://schemas.microsoft.com/office/drawing/2014/main" id="{966EB03F-1582-4F47-9FC0-F22B5A05AD53}"/>
              </a:ext>
            </a:extLst>
          </p:cNvPr>
          <p:cNvSpPr>
            <a:spLocks xmlns:a="http://schemas.openxmlformats.org/drawingml/2006/main" noGrp="1"/>
          </p:cNvSpPr>
          <p:nvPr/>
        </p:nvSpPr>
        <p:spPr>
          <a:xfrm xmlns:a="http://schemas.openxmlformats.org/drawingml/2006/main">
            <a:off x="713232" y="281635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量化等级</a:t>
            </a:r>
          </a:p>
        </p:txBody>
      </p:sp>
      <p:sp>
        <p:nvSpPr>
          <p:cNvPr id="7" name="TextBox 6">
            <a:extLst xmlns:a="http://schemas.openxmlformats.org/drawingml/2006/main">
              <a:ext uri="{FF2B5EF4-FFF2-40B4-BE49-F238E27FC236}">
                <a16:creationId xmlns:a16="http://schemas.microsoft.com/office/drawing/2014/main" id="{0441492D-BA89-4AC0-B631-61C9F0354A57}"/>
              </a:ext>
            </a:extLst>
          </p:cNvPr>
          <p:cNvSpPr>
            <a:spLocks xmlns:a="http://schemas.openxmlformats.org/drawingml/2006/main" noGrp="1"/>
          </p:cNvSpPr>
          <p:nvPr/>
        </p:nvSpPr>
        <p:spPr>
          <a:xfrm xmlns:a="http://schemas.openxmlformats.org/drawingml/2006/main">
            <a:off x="713232" y="377647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bit码字</a:t>
            </a:r>
          </a:p>
        </p:txBody>
      </p:sp>
      <p:sp>
        <p:nvSpPr>
          <p:cNvPr id="8" name="TextBox 7">
            <a:extLst xmlns:a="http://schemas.openxmlformats.org/drawingml/2006/main">
              <a:ext uri="{FF2B5EF4-FFF2-40B4-BE49-F238E27FC236}">
                <a16:creationId xmlns:a16="http://schemas.microsoft.com/office/drawing/2014/main" id="{8AD01868-7CD8-41E2-A49F-E22BFE5306AD}"/>
              </a:ext>
            </a:extLst>
          </p:cNvPr>
          <p:cNvSpPr>
            <a:spLocks xmlns:a="http://schemas.openxmlformats.org/drawingml/2006/main" noGrp="1"/>
          </p:cNvSpPr>
          <p:nvPr/>
        </p:nvSpPr>
        <p:spPr>
          <a:xfrm xmlns:a="http://schemas.openxmlformats.org/drawingml/2006/main">
            <a:off x="2688336"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9" name="TextBox 8">
            <a:extLst xmlns:a="http://schemas.openxmlformats.org/drawingml/2006/main">
              <a:ext uri="{FF2B5EF4-FFF2-40B4-BE49-F238E27FC236}">
                <a16:creationId xmlns:a16="http://schemas.microsoft.com/office/drawing/2014/main" id="{39F9D479-BD82-4403-87C9-96564BF706F7}"/>
              </a:ext>
            </a:extLst>
          </p:cNvPr>
          <p:cNvSpPr>
            <a:spLocks xmlns:a="http://schemas.openxmlformats.org/drawingml/2006/main" noGrp="1"/>
          </p:cNvSpPr>
          <p:nvPr/>
        </p:nvSpPr>
        <p:spPr>
          <a:xfrm xmlns:a="http://schemas.openxmlformats.org/drawingml/2006/main">
            <a:off x="2688336"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10" name="TextBox 9">
            <a:extLst xmlns:a="http://schemas.openxmlformats.org/drawingml/2006/main">
              <a:ext uri="{FF2B5EF4-FFF2-40B4-BE49-F238E27FC236}">
                <a16:creationId xmlns:a16="http://schemas.microsoft.com/office/drawing/2014/main" id="{7177F453-711E-4E55-8515-2AEB0DC80051}"/>
              </a:ext>
            </a:extLst>
          </p:cNvPr>
          <p:cNvSpPr>
            <a:spLocks xmlns:a="http://schemas.openxmlformats.org/drawingml/2006/main" noGrp="1"/>
          </p:cNvSpPr>
          <p:nvPr/>
        </p:nvSpPr>
        <p:spPr>
          <a:xfrm xmlns:a="http://schemas.openxmlformats.org/drawingml/2006/main">
            <a:off x="2688336"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11" name="Connector 10">
            <a:extLst xmlns:a="http://schemas.openxmlformats.org/drawingml/2006/main">
              <a:ext uri="{FF2B5EF4-FFF2-40B4-BE49-F238E27FC236}">
                <a16:creationId xmlns:a16="http://schemas.microsoft.com/office/drawing/2014/main" id="{F06CF8EC-559F-44CE-A742-E902BD8639A9}"/>
              </a:ext>
            </a:extLst>
          </p:cNvPr>
          <p:cNvSpPr>
            <a:spLocks xmlns:a="http://schemas.openxmlformats.org/drawingml/2006/main" noGrp="1"/>
          </p:cNvSpPr>
          <p:nvPr/>
        </p:nvSpPr>
        <p:spPr>
          <a:xfrm xmlns:a="http://schemas.openxmlformats.org/drawingml/2006/main">
            <a:off x="3044952"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C5DFDE1-85E6-4206-A41A-1DA64EAD7015}"/>
              </a:ext>
            </a:extLst>
          </p:cNvPr>
          <p:cNvSpPr>
            <a:spLocks xmlns:a="http://schemas.openxmlformats.org/drawingml/2006/main" noGrp="1"/>
          </p:cNvSpPr>
          <p:nvPr/>
        </p:nvSpPr>
        <p:spPr>
          <a:xfrm xmlns:a="http://schemas.openxmlformats.org/drawingml/2006/main">
            <a:off x="3044952"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7A050BF2-FD55-4683-8F07-1DC9A4B51A73}"/>
              </a:ext>
            </a:extLst>
          </p:cNvPr>
          <p:cNvSpPr>
            <a:spLocks xmlns:a="http://schemas.openxmlformats.org/drawingml/2006/main" noGrp="1"/>
          </p:cNvSpPr>
          <p:nvPr/>
        </p:nvSpPr>
        <p:spPr>
          <a:xfrm xmlns:a="http://schemas.openxmlformats.org/drawingml/2006/main">
            <a:off x="354787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14" name="TextBox 13">
            <a:extLst xmlns:a="http://schemas.openxmlformats.org/drawingml/2006/main">
              <a:ext uri="{FF2B5EF4-FFF2-40B4-BE49-F238E27FC236}">
                <a16:creationId xmlns:a16="http://schemas.microsoft.com/office/drawing/2014/main" id="{17C3EA80-3BAF-43D4-A383-612B00F6AFAE}"/>
              </a:ext>
            </a:extLst>
          </p:cNvPr>
          <p:cNvSpPr>
            <a:spLocks xmlns:a="http://schemas.openxmlformats.org/drawingml/2006/main" noGrp="1"/>
          </p:cNvSpPr>
          <p:nvPr/>
        </p:nvSpPr>
        <p:spPr>
          <a:xfrm xmlns:a="http://schemas.openxmlformats.org/drawingml/2006/main">
            <a:off x="354787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5</a:t>
            </a:r>
          </a:p>
        </p:txBody>
      </p:sp>
      <p:sp>
        <p:nvSpPr>
          <p:cNvPr id="15" name="TextBox 14">
            <a:extLst xmlns:a="http://schemas.openxmlformats.org/drawingml/2006/main">
              <a:ext uri="{FF2B5EF4-FFF2-40B4-BE49-F238E27FC236}">
                <a16:creationId xmlns:a16="http://schemas.microsoft.com/office/drawing/2014/main" id="{4FC0545E-FD5A-498C-AB87-3DF4015BAA6F}"/>
              </a:ext>
            </a:extLst>
          </p:cNvPr>
          <p:cNvSpPr>
            <a:spLocks xmlns:a="http://schemas.openxmlformats.org/drawingml/2006/main" noGrp="1"/>
          </p:cNvSpPr>
          <p:nvPr/>
        </p:nvSpPr>
        <p:spPr>
          <a:xfrm xmlns:a="http://schemas.openxmlformats.org/drawingml/2006/main">
            <a:off x="354787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101</a:t>
            </a:r>
          </a:p>
        </p:txBody>
      </p:sp>
      <p:sp>
        <p:nvSpPr>
          <p:cNvPr id="16" name="Connector 15">
            <a:extLst xmlns:a="http://schemas.openxmlformats.org/drawingml/2006/main">
              <a:ext uri="{FF2B5EF4-FFF2-40B4-BE49-F238E27FC236}">
                <a16:creationId xmlns:a16="http://schemas.microsoft.com/office/drawing/2014/main" id="{3F845908-817D-4FEF-939D-FEAC204421D6}"/>
              </a:ext>
            </a:extLst>
          </p:cNvPr>
          <p:cNvSpPr>
            <a:spLocks xmlns:a="http://schemas.openxmlformats.org/drawingml/2006/main" noGrp="1"/>
          </p:cNvSpPr>
          <p:nvPr/>
        </p:nvSpPr>
        <p:spPr>
          <a:xfrm xmlns:a="http://schemas.openxmlformats.org/drawingml/2006/main">
            <a:off x="3904487"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56AC343-FF70-4CA0-96DA-71622ED41742}"/>
              </a:ext>
            </a:extLst>
          </p:cNvPr>
          <p:cNvSpPr>
            <a:spLocks xmlns:a="http://schemas.openxmlformats.org/drawingml/2006/main" noGrp="1"/>
          </p:cNvSpPr>
          <p:nvPr/>
        </p:nvSpPr>
        <p:spPr>
          <a:xfrm xmlns:a="http://schemas.openxmlformats.org/drawingml/2006/main">
            <a:off x="3904487"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792CCD3F-98D9-439C-A7E8-CFCE29FA23C8}"/>
              </a:ext>
            </a:extLst>
          </p:cNvPr>
          <p:cNvSpPr>
            <a:spLocks xmlns:a="http://schemas.openxmlformats.org/drawingml/2006/main" noGrp="1"/>
          </p:cNvSpPr>
          <p:nvPr/>
        </p:nvSpPr>
        <p:spPr>
          <a:xfrm xmlns:a="http://schemas.openxmlformats.org/drawingml/2006/main">
            <a:off x="440740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19" name="TextBox 18">
            <a:extLst xmlns:a="http://schemas.openxmlformats.org/drawingml/2006/main">
              <a:ext uri="{FF2B5EF4-FFF2-40B4-BE49-F238E27FC236}">
                <a16:creationId xmlns:a16="http://schemas.microsoft.com/office/drawing/2014/main" id="{A9D3C3F7-30A8-4F96-8ACF-98582007FEC7}"/>
              </a:ext>
            </a:extLst>
          </p:cNvPr>
          <p:cNvSpPr>
            <a:spLocks xmlns:a="http://schemas.openxmlformats.org/drawingml/2006/main" noGrp="1"/>
          </p:cNvSpPr>
          <p:nvPr/>
        </p:nvSpPr>
        <p:spPr>
          <a:xfrm xmlns:a="http://schemas.openxmlformats.org/drawingml/2006/main">
            <a:off x="440740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7</a:t>
            </a:r>
          </a:p>
        </p:txBody>
      </p:sp>
      <p:sp>
        <p:nvSpPr>
          <p:cNvPr id="20" name="TextBox 19">
            <a:extLst xmlns:a="http://schemas.openxmlformats.org/drawingml/2006/main">
              <a:ext uri="{FF2B5EF4-FFF2-40B4-BE49-F238E27FC236}">
                <a16:creationId xmlns:a16="http://schemas.microsoft.com/office/drawing/2014/main" id="{CA309B0D-6045-46B1-81F0-D5A87ABA5F18}"/>
              </a:ext>
            </a:extLst>
          </p:cNvPr>
          <p:cNvSpPr>
            <a:spLocks xmlns:a="http://schemas.openxmlformats.org/drawingml/2006/main" noGrp="1"/>
          </p:cNvSpPr>
          <p:nvPr/>
        </p:nvSpPr>
        <p:spPr>
          <a:xfrm xmlns:a="http://schemas.openxmlformats.org/drawingml/2006/main">
            <a:off x="440740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111</a:t>
            </a:r>
          </a:p>
        </p:txBody>
      </p:sp>
      <p:sp>
        <p:nvSpPr>
          <p:cNvPr id="21" name="Connector 20">
            <a:extLst xmlns:a="http://schemas.openxmlformats.org/drawingml/2006/main">
              <a:ext uri="{FF2B5EF4-FFF2-40B4-BE49-F238E27FC236}">
                <a16:creationId xmlns:a16="http://schemas.microsoft.com/office/drawing/2014/main" id="{1F86F0B0-4E98-438D-8B70-43875728D7AA}"/>
              </a:ext>
            </a:extLst>
          </p:cNvPr>
          <p:cNvSpPr>
            <a:spLocks xmlns:a="http://schemas.openxmlformats.org/drawingml/2006/main" noGrp="1"/>
          </p:cNvSpPr>
          <p:nvPr/>
        </p:nvSpPr>
        <p:spPr>
          <a:xfrm xmlns:a="http://schemas.openxmlformats.org/drawingml/2006/main">
            <a:off x="476402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4B8A0-0E40-4EE4-ADC1-C8B6B8EBA3B0}"/>
              </a:ext>
            </a:extLst>
          </p:cNvPr>
          <p:cNvSpPr>
            <a:spLocks xmlns:a="http://schemas.openxmlformats.org/drawingml/2006/main" noGrp="1"/>
          </p:cNvSpPr>
          <p:nvPr/>
        </p:nvSpPr>
        <p:spPr>
          <a:xfrm xmlns:a="http://schemas.openxmlformats.org/drawingml/2006/main">
            <a:off x="476402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TextBox 22">
            <a:extLst xmlns:a="http://schemas.openxmlformats.org/drawingml/2006/main">
              <a:ext uri="{FF2B5EF4-FFF2-40B4-BE49-F238E27FC236}">
                <a16:creationId xmlns:a16="http://schemas.microsoft.com/office/drawing/2014/main" id="{4A742956-08C3-4EE1-98B8-D925E8AB8B3B}"/>
              </a:ext>
            </a:extLst>
          </p:cNvPr>
          <p:cNvSpPr>
            <a:spLocks xmlns:a="http://schemas.openxmlformats.org/drawingml/2006/main" noGrp="1"/>
          </p:cNvSpPr>
          <p:nvPr/>
        </p:nvSpPr>
        <p:spPr>
          <a:xfrm xmlns:a="http://schemas.openxmlformats.org/drawingml/2006/main">
            <a:off x="526694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4" name="TextBox 23">
            <a:extLst xmlns:a="http://schemas.openxmlformats.org/drawingml/2006/main">
              <a:ext uri="{FF2B5EF4-FFF2-40B4-BE49-F238E27FC236}">
                <a16:creationId xmlns:a16="http://schemas.microsoft.com/office/drawing/2014/main" id="{3486A997-184F-46A3-950F-4AF911F85CA7}"/>
              </a:ext>
            </a:extLst>
          </p:cNvPr>
          <p:cNvSpPr>
            <a:spLocks xmlns:a="http://schemas.openxmlformats.org/drawingml/2006/main" noGrp="1"/>
          </p:cNvSpPr>
          <p:nvPr/>
        </p:nvSpPr>
        <p:spPr>
          <a:xfrm xmlns:a="http://schemas.openxmlformats.org/drawingml/2006/main">
            <a:off x="526694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6</a:t>
            </a:r>
          </a:p>
        </p:txBody>
      </p:sp>
      <p:sp>
        <p:nvSpPr>
          <p:cNvPr id="25" name="TextBox 24">
            <a:extLst xmlns:a="http://schemas.openxmlformats.org/drawingml/2006/main">
              <a:ext uri="{FF2B5EF4-FFF2-40B4-BE49-F238E27FC236}">
                <a16:creationId xmlns:a16="http://schemas.microsoft.com/office/drawing/2014/main" id="{8F5EDC05-A739-4509-8CD9-A1710D3CC965}"/>
              </a:ext>
            </a:extLst>
          </p:cNvPr>
          <p:cNvSpPr>
            <a:spLocks xmlns:a="http://schemas.openxmlformats.org/drawingml/2006/main" noGrp="1"/>
          </p:cNvSpPr>
          <p:nvPr/>
        </p:nvSpPr>
        <p:spPr>
          <a:xfrm xmlns:a="http://schemas.openxmlformats.org/drawingml/2006/main">
            <a:off x="526694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110</a:t>
            </a:r>
          </a:p>
        </p:txBody>
      </p:sp>
      <p:sp>
        <p:nvSpPr>
          <p:cNvPr id="26" name="Connector 25">
            <a:extLst xmlns:a="http://schemas.openxmlformats.org/drawingml/2006/main">
              <a:ext uri="{FF2B5EF4-FFF2-40B4-BE49-F238E27FC236}">
                <a16:creationId xmlns:a16="http://schemas.microsoft.com/office/drawing/2014/main" id="{45DBD30E-730D-402B-9674-75E1B8679AB5}"/>
              </a:ext>
            </a:extLst>
          </p:cNvPr>
          <p:cNvSpPr>
            <a:spLocks xmlns:a="http://schemas.openxmlformats.org/drawingml/2006/main" noGrp="1"/>
          </p:cNvSpPr>
          <p:nvPr/>
        </p:nvSpPr>
        <p:spPr>
          <a:xfrm xmlns:a="http://schemas.openxmlformats.org/drawingml/2006/main">
            <a:off x="5623559"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87B655B-B01C-4AC4-B592-B19A255420CB}"/>
              </a:ext>
            </a:extLst>
          </p:cNvPr>
          <p:cNvSpPr>
            <a:spLocks xmlns:a="http://schemas.openxmlformats.org/drawingml/2006/main" noGrp="1"/>
          </p:cNvSpPr>
          <p:nvPr/>
        </p:nvSpPr>
        <p:spPr>
          <a:xfrm xmlns:a="http://schemas.openxmlformats.org/drawingml/2006/main">
            <a:off x="5623559"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TextBox 27">
            <a:extLst xmlns:a="http://schemas.openxmlformats.org/drawingml/2006/main">
              <a:ext uri="{FF2B5EF4-FFF2-40B4-BE49-F238E27FC236}">
                <a16:creationId xmlns:a16="http://schemas.microsoft.com/office/drawing/2014/main" id="{8CD72118-B58A-4F89-87D0-16F2B071081E}"/>
              </a:ext>
            </a:extLst>
          </p:cNvPr>
          <p:cNvSpPr>
            <a:spLocks xmlns:a="http://schemas.openxmlformats.org/drawingml/2006/main" noGrp="1"/>
          </p:cNvSpPr>
          <p:nvPr/>
        </p:nvSpPr>
        <p:spPr>
          <a:xfrm xmlns:a="http://schemas.openxmlformats.org/drawingml/2006/main">
            <a:off x="612647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9" name="TextBox 28">
            <a:extLst xmlns:a="http://schemas.openxmlformats.org/drawingml/2006/main">
              <a:ext uri="{FF2B5EF4-FFF2-40B4-BE49-F238E27FC236}">
                <a16:creationId xmlns:a16="http://schemas.microsoft.com/office/drawing/2014/main" id="{214C56D7-0767-49BE-B400-80B20EEBC753}"/>
              </a:ext>
            </a:extLst>
          </p:cNvPr>
          <p:cNvSpPr>
            <a:spLocks xmlns:a="http://schemas.openxmlformats.org/drawingml/2006/main" noGrp="1"/>
          </p:cNvSpPr>
          <p:nvPr/>
        </p:nvSpPr>
        <p:spPr>
          <a:xfrm xmlns:a="http://schemas.openxmlformats.org/drawingml/2006/main">
            <a:off x="612647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30" name="TextBox 29">
            <a:extLst xmlns:a="http://schemas.openxmlformats.org/drawingml/2006/main">
              <a:ext uri="{FF2B5EF4-FFF2-40B4-BE49-F238E27FC236}">
                <a16:creationId xmlns:a16="http://schemas.microsoft.com/office/drawing/2014/main" id="{69F4FC64-CAA3-4755-8671-CBE748E84876}"/>
              </a:ext>
            </a:extLst>
          </p:cNvPr>
          <p:cNvSpPr>
            <a:spLocks xmlns:a="http://schemas.openxmlformats.org/drawingml/2006/main" noGrp="1"/>
          </p:cNvSpPr>
          <p:nvPr/>
        </p:nvSpPr>
        <p:spPr>
          <a:xfrm xmlns:a="http://schemas.openxmlformats.org/drawingml/2006/main">
            <a:off x="612647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31" name="Connector 30">
            <a:extLst xmlns:a="http://schemas.openxmlformats.org/drawingml/2006/main">
              <a:ext uri="{FF2B5EF4-FFF2-40B4-BE49-F238E27FC236}">
                <a16:creationId xmlns:a16="http://schemas.microsoft.com/office/drawing/2014/main" id="{0AD72C24-197F-4B6A-86F1-76F6356D3CC2}"/>
              </a:ext>
            </a:extLst>
          </p:cNvPr>
          <p:cNvSpPr>
            <a:spLocks xmlns:a="http://schemas.openxmlformats.org/drawingml/2006/main" noGrp="1"/>
          </p:cNvSpPr>
          <p:nvPr/>
        </p:nvSpPr>
        <p:spPr>
          <a:xfrm xmlns:a="http://schemas.openxmlformats.org/drawingml/2006/main">
            <a:off x="6483095"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7ACF2C4-ED96-4D10-A0CB-9A83F89607C2}"/>
              </a:ext>
            </a:extLst>
          </p:cNvPr>
          <p:cNvSpPr>
            <a:spLocks xmlns:a="http://schemas.openxmlformats.org/drawingml/2006/main" noGrp="1"/>
          </p:cNvSpPr>
          <p:nvPr/>
        </p:nvSpPr>
        <p:spPr>
          <a:xfrm xmlns:a="http://schemas.openxmlformats.org/drawingml/2006/main">
            <a:off x="6483095"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4D2A3BAD-E4FC-4C66-B4A6-11F48F414C68}"/>
              </a:ext>
            </a:extLst>
          </p:cNvPr>
          <p:cNvSpPr>
            <a:spLocks xmlns:a="http://schemas.openxmlformats.org/drawingml/2006/main" noGrp="1"/>
          </p:cNvSpPr>
          <p:nvPr/>
        </p:nvSpPr>
        <p:spPr>
          <a:xfrm xmlns:a="http://schemas.openxmlformats.org/drawingml/2006/main">
            <a:off x="6986015"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4" name="TextBox 33">
            <a:extLst xmlns:a="http://schemas.openxmlformats.org/drawingml/2006/main">
              <a:ext uri="{FF2B5EF4-FFF2-40B4-BE49-F238E27FC236}">
                <a16:creationId xmlns:a16="http://schemas.microsoft.com/office/drawing/2014/main" id="{D5DE91B9-4228-4624-BC77-80B5B1741036}"/>
              </a:ext>
            </a:extLst>
          </p:cNvPr>
          <p:cNvSpPr>
            <a:spLocks xmlns:a="http://schemas.openxmlformats.org/drawingml/2006/main" noGrp="1"/>
          </p:cNvSpPr>
          <p:nvPr/>
        </p:nvSpPr>
        <p:spPr>
          <a:xfrm xmlns:a="http://schemas.openxmlformats.org/drawingml/2006/main">
            <a:off x="6986015"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a:t>
            </a:r>
          </a:p>
        </p:txBody>
      </p:sp>
      <p:sp>
        <p:nvSpPr>
          <p:cNvPr id="35" name="TextBox 34">
            <a:extLst xmlns:a="http://schemas.openxmlformats.org/drawingml/2006/main">
              <a:ext uri="{FF2B5EF4-FFF2-40B4-BE49-F238E27FC236}">
                <a16:creationId xmlns:a16="http://schemas.microsoft.com/office/drawing/2014/main" id="{29F8D345-ECA6-40F4-8A00-DF0CF6826476}"/>
              </a:ext>
            </a:extLst>
          </p:cNvPr>
          <p:cNvSpPr>
            <a:spLocks xmlns:a="http://schemas.openxmlformats.org/drawingml/2006/main" noGrp="1"/>
          </p:cNvSpPr>
          <p:nvPr/>
        </p:nvSpPr>
        <p:spPr>
          <a:xfrm xmlns:a="http://schemas.openxmlformats.org/drawingml/2006/main">
            <a:off x="6986015"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010</a:t>
            </a:r>
          </a:p>
        </p:txBody>
      </p:sp>
      <p:sp>
        <p:nvSpPr>
          <p:cNvPr id="36" name="Connector 35">
            <a:extLst xmlns:a="http://schemas.openxmlformats.org/drawingml/2006/main">
              <a:ext uri="{FF2B5EF4-FFF2-40B4-BE49-F238E27FC236}">
                <a16:creationId xmlns:a16="http://schemas.microsoft.com/office/drawing/2014/main" id="{36B147D0-AEB5-4FCF-8136-AB5A33F805E4}"/>
              </a:ext>
            </a:extLst>
          </p:cNvPr>
          <p:cNvSpPr>
            <a:spLocks xmlns:a="http://schemas.openxmlformats.org/drawingml/2006/main" noGrp="1"/>
          </p:cNvSpPr>
          <p:nvPr/>
        </p:nvSpPr>
        <p:spPr>
          <a:xfrm xmlns:a="http://schemas.openxmlformats.org/drawingml/2006/main">
            <a:off x="7342631"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042E456-B295-41FD-B430-A68E149B438A}"/>
              </a:ext>
            </a:extLst>
          </p:cNvPr>
          <p:cNvSpPr>
            <a:spLocks xmlns:a="http://schemas.openxmlformats.org/drawingml/2006/main" noGrp="1"/>
          </p:cNvSpPr>
          <p:nvPr/>
        </p:nvSpPr>
        <p:spPr>
          <a:xfrm xmlns:a="http://schemas.openxmlformats.org/drawingml/2006/main">
            <a:off x="7342631"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TextBox 37">
            <a:extLst xmlns:a="http://schemas.openxmlformats.org/drawingml/2006/main">
              <a:ext uri="{FF2B5EF4-FFF2-40B4-BE49-F238E27FC236}">
                <a16:creationId xmlns:a16="http://schemas.microsoft.com/office/drawing/2014/main" id="{0367D094-5EDA-42EB-9586-6D89730ED745}"/>
              </a:ext>
            </a:extLst>
          </p:cNvPr>
          <p:cNvSpPr>
            <a:spLocks xmlns:a="http://schemas.openxmlformats.org/drawingml/2006/main" noGrp="1"/>
          </p:cNvSpPr>
          <p:nvPr/>
        </p:nvSpPr>
        <p:spPr>
          <a:xfrm xmlns:a="http://schemas.openxmlformats.org/drawingml/2006/main">
            <a:off x="784555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9" name="TextBox 38">
            <a:extLst xmlns:a="http://schemas.openxmlformats.org/drawingml/2006/main">
              <a:ext uri="{FF2B5EF4-FFF2-40B4-BE49-F238E27FC236}">
                <a16:creationId xmlns:a16="http://schemas.microsoft.com/office/drawing/2014/main" id="{06B0E22A-7508-4F9F-9FBF-5BAF33765637}"/>
              </a:ext>
            </a:extLst>
          </p:cNvPr>
          <p:cNvSpPr>
            <a:spLocks xmlns:a="http://schemas.openxmlformats.org/drawingml/2006/main" noGrp="1"/>
          </p:cNvSpPr>
          <p:nvPr/>
        </p:nvSpPr>
        <p:spPr>
          <a:xfrm xmlns:a="http://schemas.openxmlformats.org/drawingml/2006/main">
            <a:off x="784555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a:t>
            </a:r>
          </a:p>
        </p:txBody>
      </p:sp>
      <p:sp>
        <p:nvSpPr>
          <p:cNvPr id="40" name="TextBox 39">
            <a:extLst xmlns:a="http://schemas.openxmlformats.org/drawingml/2006/main">
              <a:ext uri="{FF2B5EF4-FFF2-40B4-BE49-F238E27FC236}">
                <a16:creationId xmlns:a16="http://schemas.microsoft.com/office/drawing/2014/main" id="{A2B7266F-2924-4B5C-9BCC-D13778AB73A1}"/>
              </a:ext>
            </a:extLst>
          </p:cNvPr>
          <p:cNvSpPr>
            <a:spLocks xmlns:a="http://schemas.openxmlformats.org/drawingml/2006/main" noGrp="1"/>
          </p:cNvSpPr>
          <p:nvPr/>
        </p:nvSpPr>
        <p:spPr>
          <a:xfrm xmlns:a="http://schemas.openxmlformats.org/drawingml/2006/main">
            <a:off x="784555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000</a:t>
            </a:r>
          </a:p>
        </p:txBody>
      </p:sp>
      <p:sp>
        <p:nvSpPr>
          <p:cNvPr id="41" name="Connector 40">
            <a:extLst xmlns:a="http://schemas.openxmlformats.org/drawingml/2006/main">
              <a:ext uri="{FF2B5EF4-FFF2-40B4-BE49-F238E27FC236}">
                <a16:creationId xmlns:a16="http://schemas.microsoft.com/office/drawing/2014/main" id="{0DF08073-27B8-4205-9DB7-706BC78E998B}"/>
              </a:ext>
            </a:extLst>
          </p:cNvPr>
          <p:cNvSpPr>
            <a:spLocks xmlns:a="http://schemas.openxmlformats.org/drawingml/2006/main" noGrp="1"/>
          </p:cNvSpPr>
          <p:nvPr/>
        </p:nvSpPr>
        <p:spPr>
          <a:xfrm xmlns:a="http://schemas.openxmlformats.org/drawingml/2006/main">
            <a:off x="8202168"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A3A3905-E9D2-4C9D-A573-A404D38B72FF}"/>
              </a:ext>
            </a:extLst>
          </p:cNvPr>
          <p:cNvSpPr>
            <a:spLocks xmlns:a="http://schemas.openxmlformats.org/drawingml/2006/main" noGrp="1"/>
          </p:cNvSpPr>
          <p:nvPr/>
        </p:nvSpPr>
        <p:spPr>
          <a:xfrm xmlns:a="http://schemas.openxmlformats.org/drawingml/2006/main">
            <a:off x="8202168"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TextBox 42">
            <a:extLst xmlns:a="http://schemas.openxmlformats.org/drawingml/2006/main">
              <a:ext uri="{FF2B5EF4-FFF2-40B4-BE49-F238E27FC236}">
                <a16:creationId xmlns:a16="http://schemas.microsoft.com/office/drawing/2014/main" id="{E4CD5710-596C-45FE-B39F-5E22F5EDADAF}"/>
              </a:ext>
            </a:extLst>
          </p:cNvPr>
          <p:cNvSpPr>
            <a:spLocks xmlns:a="http://schemas.openxmlformats.org/drawingml/2006/main" noGrp="1"/>
          </p:cNvSpPr>
          <p:nvPr/>
        </p:nvSpPr>
        <p:spPr>
          <a:xfrm xmlns:a="http://schemas.openxmlformats.org/drawingml/2006/main">
            <a:off x="870508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44" name="TextBox 43">
            <a:extLst xmlns:a="http://schemas.openxmlformats.org/drawingml/2006/main">
              <a:ext uri="{FF2B5EF4-FFF2-40B4-BE49-F238E27FC236}">
                <a16:creationId xmlns:a16="http://schemas.microsoft.com/office/drawing/2014/main" id="{FE9823A9-693D-4EA8-90ED-B84A8B3A1D73}"/>
              </a:ext>
            </a:extLst>
          </p:cNvPr>
          <p:cNvSpPr>
            <a:spLocks xmlns:a="http://schemas.openxmlformats.org/drawingml/2006/main" noGrp="1"/>
          </p:cNvSpPr>
          <p:nvPr/>
        </p:nvSpPr>
        <p:spPr>
          <a:xfrm xmlns:a="http://schemas.openxmlformats.org/drawingml/2006/main">
            <a:off x="870508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a:t>
            </a:r>
          </a:p>
        </p:txBody>
      </p:sp>
      <p:sp>
        <p:nvSpPr>
          <p:cNvPr id="45" name="TextBox 44">
            <a:extLst xmlns:a="http://schemas.openxmlformats.org/drawingml/2006/main">
              <a:ext uri="{FF2B5EF4-FFF2-40B4-BE49-F238E27FC236}">
                <a16:creationId xmlns:a16="http://schemas.microsoft.com/office/drawing/2014/main" id="{B06699E4-0254-4D9F-8FC8-F2A4EC3EA618}"/>
              </a:ext>
            </a:extLst>
          </p:cNvPr>
          <p:cNvSpPr>
            <a:spLocks xmlns:a="http://schemas.openxmlformats.org/drawingml/2006/main" noGrp="1"/>
          </p:cNvSpPr>
          <p:nvPr/>
        </p:nvSpPr>
        <p:spPr>
          <a:xfrm xmlns:a="http://schemas.openxmlformats.org/drawingml/2006/main">
            <a:off x="870508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001</a:t>
            </a:r>
          </a:p>
        </p:txBody>
      </p:sp>
      <p:sp>
        <p:nvSpPr>
          <p:cNvPr id="46" name="Connector 45">
            <a:extLst xmlns:a="http://schemas.openxmlformats.org/drawingml/2006/main">
              <a:ext uri="{FF2B5EF4-FFF2-40B4-BE49-F238E27FC236}">
                <a16:creationId xmlns:a16="http://schemas.microsoft.com/office/drawing/2014/main" id="{76586CE8-0527-4C87-9C1F-9129FDDC48A8}"/>
              </a:ext>
            </a:extLst>
          </p:cNvPr>
          <p:cNvSpPr>
            <a:spLocks xmlns:a="http://schemas.openxmlformats.org/drawingml/2006/main" noGrp="1"/>
          </p:cNvSpPr>
          <p:nvPr/>
        </p:nvSpPr>
        <p:spPr>
          <a:xfrm xmlns:a="http://schemas.openxmlformats.org/drawingml/2006/main">
            <a:off x="906170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8953ECD3-D7CB-469E-A74F-9DB67284976F}"/>
              </a:ext>
            </a:extLst>
          </p:cNvPr>
          <p:cNvSpPr>
            <a:spLocks xmlns:a="http://schemas.openxmlformats.org/drawingml/2006/main" noGrp="1"/>
          </p:cNvSpPr>
          <p:nvPr/>
        </p:nvSpPr>
        <p:spPr>
          <a:xfrm xmlns:a="http://schemas.openxmlformats.org/drawingml/2006/main">
            <a:off x="906170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TextBox 47">
            <a:extLst xmlns:a="http://schemas.openxmlformats.org/drawingml/2006/main">
              <a:ext uri="{FF2B5EF4-FFF2-40B4-BE49-F238E27FC236}">
                <a16:creationId xmlns:a16="http://schemas.microsoft.com/office/drawing/2014/main" id="{9FF66FCE-4F38-407A-B23E-499B5CE6DA81}"/>
              </a:ext>
            </a:extLst>
          </p:cNvPr>
          <p:cNvSpPr>
            <a:spLocks xmlns:a="http://schemas.openxmlformats.org/drawingml/2006/main" noGrp="1"/>
          </p:cNvSpPr>
          <p:nvPr/>
        </p:nvSpPr>
        <p:spPr>
          <a:xfrm xmlns:a="http://schemas.openxmlformats.org/drawingml/2006/main">
            <a:off x="956462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
        <p:nvSpPr>
          <p:cNvPr id="49" name="TextBox 48">
            <a:extLst xmlns:a="http://schemas.openxmlformats.org/drawingml/2006/main">
              <a:ext uri="{FF2B5EF4-FFF2-40B4-BE49-F238E27FC236}">
                <a16:creationId xmlns:a16="http://schemas.microsoft.com/office/drawing/2014/main" id="{E59B8CE9-D129-4643-B482-64FE08894880}"/>
              </a:ext>
            </a:extLst>
          </p:cNvPr>
          <p:cNvSpPr>
            <a:spLocks xmlns:a="http://schemas.openxmlformats.org/drawingml/2006/main" noGrp="1"/>
          </p:cNvSpPr>
          <p:nvPr/>
        </p:nvSpPr>
        <p:spPr>
          <a:xfrm xmlns:a="http://schemas.openxmlformats.org/drawingml/2006/main">
            <a:off x="956462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50" name="TextBox 49">
            <a:extLst xmlns:a="http://schemas.openxmlformats.org/drawingml/2006/main">
              <a:ext uri="{FF2B5EF4-FFF2-40B4-BE49-F238E27FC236}">
                <a16:creationId xmlns:a16="http://schemas.microsoft.com/office/drawing/2014/main" id="{37BC56E6-7085-4DE7-A01A-50AD1A552F9F}"/>
              </a:ext>
            </a:extLst>
          </p:cNvPr>
          <p:cNvSpPr>
            <a:spLocks xmlns:a="http://schemas.openxmlformats.org/drawingml/2006/main" noGrp="1"/>
          </p:cNvSpPr>
          <p:nvPr/>
        </p:nvSpPr>
        <p:spPr>
          <a:xfrm xmlns:a="http://schemas.openxmlformats.org/drawingml/2006/main">
            <a:off x="956462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51" name="Connector 50">
            <a:extLst xmlns:a="http://schemas.openxmlformats.org/drawingml/2006/main">
              <a:ext uri="{FF2B5EF4-FFF2-40B4-BE49-F238E27FC236}">
                <a16:creationId xmlns:a16="http://schemas.microsoft.com/office/drawing/2014/main" id="{B625FF5F-DF8C-4912-92CF-4F7687AF1311}"/>
              </a:ext>
            </a:extLst>
          </p:cNvPr>
          <p:cNvSpPr>
            <a:spLocks xmlns:a="http://schemas.openxmlformats.org/drawingml/2006/main" noGrp="1"/>
          </p:cNvSpPr>
          <p:nvPr/>
        </p:nvSpPr>
        <p:spPr>
          <a:xfrm xmlns:a="http://schemas.openxmlformats.org/drawingml/2006/main">
            <a:off x="9921240"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11BA316-78BC-469F-959D-A0958BDFFB72}"/>
              </a:ext>
            </a:extLst>
          </p:cNvPr>
          <p:cNvSpPr>
            <a:spLocks xmlns:a="http://schemas.openxmlformats.org/drawingml/2006/main" noGrp="1"/>
          </p:cNvSpPr>
          <p:nvPr/>
        </p:nvSpPr>
        <p:spPr>
          <a:xfrm xmlns:a="http://schemas.openxmlformats.org/drawingml/2006/main">
            <a:off x="9921240"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A1C45407-0B92-4238-BA02-788036F0AA5D}"/>
              </a:ext>
            </a:extLst>
          </p:cNvPr>
          <p:cNvSpPr>
            <a:spLocks xmlns:a="http://schemas.openxmlformats.org/drawingml/2006/main" noGrp="1"/>
          </p:cNvSpPr>
          <p:nvPr/>
        </p:nvSpPr>
        <p:spPr>
          <a:xfrm xmlns:a="http://schemas.openxmlformats.org/drawingml/2006/main">
            <a:off x="1042415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10</a:t>
            </a:r>
          </a:p>
        </p:txBody>
      </p:sp>
      <p:sp>
        <p:nvSpPr>
          <p:cNvPr id="54" name="TextBox 53">
            <a:extLst xmlns:a="http://schemas.openxmlformats.org/drawingml/2006/main">
              <a:ext uri="{FF2B5EF4-FFF2-40B4-BE49-F238E27FC236}">
                <a16:creationId xmlns:a16="http://schemas.microsoft.com/office/drawing/2014/main" id="{1B51B2EB-FC86-43F0-99A3-2CBC5C7561D4}"/>
              </a:ext>
            </a:extLst>
          </p:cNvPr>
          <p:cNvSpPr>
            <a:spLocks xmlns:a="http://schemas.openxmlformats.org/drawingml/2006/main" noGrp="1"/>
          </p:cNvSpPr>
          <p:nvPr/>
        </p:nvSpPr>
        <p:spPr>
          <a:xfrm xmlns:a="http://schemas.openxmlformats.org/drawingml/2006/main">
            <a:off x="1042415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55" name="TextBox 54">
            <a:extLst xmlns:a="http://schemas.openxmlformats.org/drawingml/2006/main">
              <a:ext uri="{FF2B5EF4-FFF2-40B4-BE49-F238E27FC236}">
                <a16:creationId xmlns:a16="http://schemas.microsoft.com/office/drawing/2014/main" id="{6819845B-BF00-4BD5-A4DF-773CACC530C4}"/>
              </a:ext>
            </a:extLst>
          </p:cNvPr>
          <p:cNvSpPr>
            <a:spLocks xmlns:a="http://schemas.openxmlformats.org/drawingml/2006/main" noGrp="1"/>
          </p:cNvSpPr>
          <p:nvPr/>
        </p:nvSpPr>
        <p:spPr>
          <a:xfrm xmlns:a="http://schemas.openxmlformats.org/drawingml/2006/main">
            <a:off x="1042415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56" name="Connector 55">
            <a:extLst xmlns:a="http://schemas.openxmlformats.org/drawingml/2006/main">
              <a:ext uri="{FF2B5EF4-FFF2-40B4-BE49-F238E27FC236}">
                <a16:creationId xmlns:a16="http://schemas.microsoft.com/office/drawing/2014/main" id="{25616811-D924-41A6-AD2A-8B07272D9816}"/>
              </a:ext>
            </a:extLst>
          </p:cNvPr>
          <p:cNvSpPr>
            <a:spLocks xmlns:a="http://schemas.openxmlformats.org/drawingml/2006/main" noGrp="1"/>
          </p:cNvSpPr>
          <p:nvPr/>
        </p:nvSpPr>
        <p:spPr>
          <a:xfrm xmlns:a="http://schemas.openxmlformats.org/drawingml/2006/main">
            <a:off x="10780776"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3A19C82D-4FF0-4C13-A976-D643544485BD}"/>
              </a:ext>
            </a:extLst>
          </p:cNvPr>
          <p:cNvSpPr>
            <a:spLocks xmlns:a="http://schemas.openxmlformats.org/drawingml/2006/main" noGrp="1"/>
          </p:cNvSpPr>
          <p:nvPr/>
        </p:nvSpPr>
        <p:spPr>
          <a:xfrm xmlns:a="http://schemas.openxmlformats.org/drawingml/2006/main">
            <a:off x="10780776"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TextBox 57">
            <a:extLst xmlns:a="http://schemas.openxmlformats.org/drawingml/2006/main">
              <a:ext uri="{FF2B5EF4-FFF2-40B4-BE49-F238E27FC236}">
                <a16:creationId xmlns:a16="http://schemas.microsoft.com/office/drawing/2014/main" id="{57ED53B8-6B7C-4075-AC55-4CBC84F6858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采样决定“什么时候记录”，量化决定“记录哪个等级”，编码决定“用哪些bit表示”。</a:t>
            </a:r>
          </a:p>
        </p:txBody>
      </p:sp>
      <p:sp>
        <p:nvSpPr>
          <p:cNvPr id="59" name="first-sample-focus">
            <a:extLst xmlns:a="http://schemas.openxmlformats.org/drawingml/2006/main">
              <a:ext uri="{FF2B5EF4-FFF2-40B4-BE49-F238E27FC236}">
                <a16:creationId xmlns:a16="http://schemas.microsoft.com/office/drawing/2014/main" id="{2F266E06-E5F4-49C0-84D0-99AEFF3C5E5E}"/>
              </a:ext>
            </a:extLst>
          </p:cNvPr>
          <p:cNvSpPr>
            <a:spLocks xmlns:a="http://schemas.openxmlformats.org/drawingml/2006/main" noGrp="1"/>
          </p:cNvSpPr>
          <p:nvPr/>
        </p:nvSpPr>
        <p:spPr>
          <a:xfrm xmlns:a="http://schemas.openxmlformats.org/drawingml/2006/main">
            <a:off x="2771775" y="1704975"/>
            <a:ext cx="638175" cy="2466975"/>
          </a:xfrm>
          <a:prstGeom xmlns:a="http://schemas.openxmlformats.org/drawingml/2006/main" prst="rect">
            <a:avLst/>
          </a:prstGeom>
          <a:noFill xmlns:a="http://schemas.openxmlformats.org/drawingml/2006/main"/>
          <a:ln xmlns:a="http://schemas.openxmlformats.org/drawingml/2006/main" w="28575">
            <a:solidFill>
              <a:srgbClr val="FF0000"/>
            </a:solidFill>
          </a:ln>
        </p:spPr>
      </p:sp>
    </p:spTree>
    <p:extLst>
      <p:ext uri="{BB962C8B-B14F-4D97-AF65-F5344CB8AC3E}">
        <p14:creationId xmlns:p14="http://schemas.microsoft.com/office/powerpoint/2010/main" val="192480093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76AC8C6-B56A-411D-9B8C-EC74722C34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20E940-3310-472D-9571-C1BE42AC19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467F605-D83E-4B4D-9C2F-57EDB8A253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3.71为什么写成011，而不是100？</a:t>
            </a:r>
          </a:p>
        </p:txBody>
      </p:sp>
      <p:sp>
        <p:nvSpPr>
          <p:cNvPr id="5" name="Rectangle 4">
            <a:extLst xmlns:a="http://schemas.openxmlformats.org/drawingml/2006/main">
              <a:ext uri="{FF2B5EF4-FFF2-40B4-BE49-F238E27FC236}">
                <a16:creationId xmlns:a16="http://schemas.microsoft.com/office/drawing/2014/main" id="{AAC37992-27C5-45DE-820C-FE96C30F480E}"/>
              </a:ext>
            </a:extLst>
          </p:cNvPr>
          <p:cNvSpPr>
            <a:spLocks xmlns:a="http://schemas.openxmlformats.org/drawingml/2006/main" noGrp="1"/>
          </p:cNvSpPr>
          <p:nvPr/>
        </p:nvSpPr>
        <p:spPr>
          <a:xfrm xmlns:a="http://schemas.openxmlformats.org/drawingml/2006/main">
            <a:off x="74980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75D73B1-BD74-4B1D-81E7-06300866F86A}"/>
              </a:ext>
            </a:extLst>
          </p:cNvPr>
          <p:cNvSpPr>
            <a:spLocks xmlns:a="http://schemas.openxmlformats.org/drawingml/2006/main" noGrp="1"/>
          </p:cNvSpPr>
          <p:nvPr/>
        </p:nvSpPr>
        <p:spPr>
          <a:xfrm xmlns:a="http://schemas.openxmlformats.org/drawingml/2006/main">
            <a:off x="84124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采样原值</a:t>
            </a:r>
          </a:p>
        </p:txBody>
      </p:sp>
      <p:sp>
        <p:nvSpPr>
          <p:cNvPr id="7" name="TextBox 6">
            <a:extLst xmlns:a="http://schemas.openxmlformats.org/drawingml/2006/main">
              <a:ext uri="{FF2B5EF4-FFF2-40B4-BE49-F238E27FC236}">
                <a16:creationId xmlns:a16="http://schemas.microsoft.com/office/drawing/2014/main" id="{BB368C24-2D23-4F5B-BA58-7541C001CD2A}"/>
              </a:ext>
            </a:extLst>
          </p:cNvPr>
          <p:cNvSpPr>
            <a:spLocks xmlns:a="http://schemas.openxmlformats.org/drawingml/2006/main" noGrp="1"/>
          </p:cNvSpPr>
          <p:nvPr/>
        </p:nvSpPr>
        <p:spPr>
          <a:xfrm xmlns:a="http://schemas.openxmlformats.org/drawingml/2006/main">
            <a:off x="84124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3.71</a:t>
            </a:r>
          </a:p>
        </p:txBody>
      </p:sp>
      <p:sp>
        <p:nvSpPr>
          <p:cNvPr id="8" name="Connector 7">
            <a:extLst xmlns:a="http://schemas.openxmlformats.org/drawingml/2006/main">
              <a:ext uri="{FF2B5EF4-FFF2-40B4-BE49-F238E27FC236}">
                <a16:creationId xmlns:a16="http://schemas.microsoft.com/office/drawing/2014/main" id="{2FBDFA76-F47A-41CA-BB6C-E4DD862F6848}"/>
              </a:ext>
            </a:extLst>
          </p:cNvPr>
          <p:cNvSpPr>
            <a:spLocks xmlns:a="http://schemas.openxmlformats.org/drawingml/2006/main" noGrp="1"/>
          </p:cNvSpPr>
          <p:nvPr/>
        </p:nvSpPr>
        <p:spPr>
          <a:xfrm xmlns:a="http://schemas.openxmlformats.org/drawingml/2006/main">
            <a:off x="323697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BE6293D4-6330-42F7-9CC9-352D81E52BDC}"/>
              </a:ext>
            </a:extLst>
          </p:cNvPr>
          <p:cNvSpPr>
            <a:spLocks xmlns:a="http://schemas.openxmlformats.org/drawingml/2006/main" noGrp="1"/>
          </p:cNvSpPr>
          <p:nvPr/>
        </p:nvSpPr>
        <p:spPr>
          <a:xfrm xmlns:a="http://schemas.openxmlformats.org/drawingml/2006/main">
            <a:off x="363016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F7A3DA80-5B97-414C-AC6C-5FDD8EF68A0B}"/>
              </a:ext>
            </a:extLst>
          </p:cNvPr>
          <p:cNvSpPr>
            <a:spLocks xmlns:a="http://schemas.openxmlformats.org/drawingml/2006/main" noGrp="1"/>
          </p:cNvSpPr>
          <p:nvPr/>
        </p:nvSpPr>
        <p:spPr>
          <a:xfrm xmlns:a="http://schemas.openxmlformats.org/drawingml/2006/main">
            <a:off x="372160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输入范围</a:t>
            </a:r>
          </a:p>
        </p:txBody>
      </p:sp>
      <p:sp>
        <p:nvSpPr>
          <p:cNvPr id="11" name="TextBox 10">
            <a:extLst xmlns:a="http://schemas.openxmlformats.org/drawingml/2006/main">
              <a:ext uri="{FF2B5EF4-FFF2-40B4-BE49-F238E27FC236}">
                <a16:creationId xmlns:a16="http://schemas.microsoft.com/office/drawing/2014/main" id="{1BAA9A86-1693-471B-B541-5E8724A0F816}"/>
              </a:ext>
            </a:extLst>
          </p:cNvPr>
          <p:cNvSpPr>
            <a:spLocks xmlns:a="http://schemas.openxmlformats.org/drawingml/2006/main" noGrp="1"/>
          </p:cNvSpPr>
          <p:nvPr/>
        </p:nvSpPr>
        <p:spPr>
          <a:xfrm xmlns:a="http://schemas.openxmlformats.org/drawingml/2006/main">
            <a:off x="372160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[3,4)</a:t>
            </a:r>
          </a:p>
        </p:txBody>
      </p:sp>
      <p:sp>
        <p:nvSpPr>
          <p:cNvPr id="12" name="Connector 11">
            <a:extLst xmlns:a="http://schemas.openxmlformats.org/drawingml/2006/main">
              <a:ext uri="{FF2B5EF4-FFF2-40B4-BE49-F238E27FC236}">
                <a16:creationId xmlns:a16="http://schemas.microsoft.com/office/drawing/2014/main" id="{152364CA-0353-4ED6-A71F-1B89222D86C5}"/>
              </a:ext>
            </a:extLst>
          </p:cNvPr>
          <p:cNvSpPr>
            <a:spLocks xmlns:a="http://schemas.openxmlformats.org/drawingml/2006/main" noGrp="1"/>
          </p:cNvSpPr>
          <p:nvPr/>
        </p:nvSpPr>
        <p:spPr>
          <a:xfrm xmlns:a="http://schemas.openxmlformats.org/drawingml/2006/main">
            <a:off x="611733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39CF90E8-B8C6-4185-917F-5A1FB331FE3D}"/>
              </a:ext>
            </a:extLst>
          </p:cNvPr>
          <p:cNvSpPr>
            <a:spLocks xmlns:a="http://schemas.openxmlformats.org/drawingml/2006/main" noGrp="1"/>
          </p:cNvSpPr>
          <p:nvPr/>
        </p:nvSpPr>
        <p:spPr>
          <a:xfrm xmlns:a="http://schemas.openxmlformats.org/drawingml/2006/main">
            <a:off x="651052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A2CF55E-ACC0-4C8A-BEF0-49EDF760E073}"/>
              </a:ext>
            </a:extLst>
          </p:cNvPr>
          <p:cNvSpPr>
            <a:spLocks xmlns:a="http://schemas.openxmlformats.org/drawingml/2006/main" noGrp="1"/>
          </p:cNvSpPr>
          <p:nvPr/>
        </p:nvSpPr>
        <p:spPr>
          <a:xfrm xmlns:a="http://schemas.openxmlformats.org/drawingml/2006/main">
            <a:off x="660196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量化等级</a:t>
            </a:r>
          </a:p>
        </p:txBody>
      </p:sp>
      <p:sp>
        <p:nvSpPr>
          <p:cNvPr id="15" name="TextBox 14">
            <a:extLst xmlns:a="http://schemas.openxmlformats.org/drawingml/2006/main">
              <a:ext uri="{FF2B5EF4-FFF2-40B4-BE49-F238E27FC236}">
                <a16:creationId xmlns:a16="http://schemas.microsoft.com/office/drawing/2014/main" id="{6228F3CA-EBA4-44E3-821A-D95F9520751E}"/>
              </a:ext>
            </a:extLst>
          </p:cNvPr>
          <p:cNvSpPr>
            <a:spLocks xmlns:a="http://schemas.openxmlformats.org/drawingml/2006/main" noGrp="1"/>
          </p:cNvSpPr>
          <p:nvPr/>
        </p:nvSpPr>
        <p:spPr>
          <a:xfrm xmlns:a="http://schemas.openxmlformats.org/drawingml/2006/main">
            <a:off x="660196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L3</a:t>
            </a:r>
          </a:p>
        </p:txBody>
      </p:sp>
      <p:sp>
        <p:nvSpPr>
          <p:cNvPr id="16" name="Connector 15">
            <a:extLst xmlns:a="http://schemas.openxmlformats.org/drawingml/2006/main">
              <a:ext uri="{FF2B5EF4-FFF2-40B4-BE49-F238E27FC236}">
                <a16:creationId xmlns:a16="http://schemas.microsoft.com/office/drawing/2014/main" id="{A8E1AF68-25DB-4076-8DC7-AC2015817778}"/>
              </a:ext>
            </a:extLst>
          </p:cNvPr>
          <p:cNvSpPr>
            <a:spLocks xmlns:a="http://schemas.openxmlformats.org/drawingml/2006/main" noGrp="1"/>
          </p:cNvSpPr>
          <p:nvPr/>
        </p:nvSpPr>
        <p:spPr>
          <a:xfrm xmlns:a="http://schemas.openxmlformats.org/drawingml/2006/main">
            <a:off x="899769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Rectangle 16">
            <a:extLst xmlns:a="http://schemas.openxmlformats.org/drawingml/2006/main">
              <a:ext uri="{FF2B5EF4-FFF2-40B4-BE49-F238E27FC236}">
                <a16:creationId xmlns:a16="http://schemas.microsoft.com/office/drawing/2014/main" id="{ADDE7A65-0D92-4107-A808-765A1F9BD514}"/>
              </a:ext>
            </a:extLst>
          </p:cNvPr>
          <p:cNvSpPr>
            <a:spLocks xmlns:a="http://schemas.openxmlformats.org/drawingml/2006/main" noGrp="1"/>
          </p:cNvSpPr>
          <p:nvPr/>
        </p:nvSpPr>
        <p:spPr>
          <a:xfrm xmlns:a="http://schemas.openxmlformats.org/drawingml/2006/main">
            <a:off x="9390888" y="2249424"/>
            <a:ext cx="2432304" cy="1636776"/>
          </a:xfrm>
          <a:prstGeom xmlns:a="http://schemas.openxmlformats.org/drawingml/2006/main" prst="rect">
            <a:avLst/>
          </a:prstGeom>
          <a:solidFill xmlns:a="http://schemas.openxmlformats.org/drawingml/2006/main">
            <a:srgbClr val="F3E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8A87FCE-E5EB-49C5-ABE7-10A5712FDC79}"/>
              </a:ext>
            </a:extLst>
          </p:cNvPr>
          <p:cNvSpPr>
            <a:spLocks xmlns:a="http://schemas.openxmlformats.org/drawingml/2006/main" noGrp="1"/>
          </p:cNvSpPr>
          <p:nvPr/>
        </p:nvSpPr>
        <p:spPr>
          <a:xfrm xmlns:a="http://schemas.openxmlformats.org/drawingml/2006/main">
            <a:off x="948232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3 bit码字</a:t>
            </a:r>
          </a:p>
        </p:txBody>
      </p:sp>
      <p:sp>
        <p:nvSpPr>
          <p:cNvPr id="19" name="TextBox 18">
            <a:extLst xmlns:a="http://schemas.openxmlformats.org/drawingml/2006/main">
              <a:ext uri="{FF2B5EF4-FFF2-40B4-BE49-F238E27FC236}">
                <a16:creationId xmlns:a16="http://schemas.microsoft.com/office/drawing/2014/main" id="{246C493F-3696-4E0F-AE5D-14AF942D4C7E}"/>
              </a:ext>
            </a:extLst>
          </p:cNvPr>
          <p:cNvSpPr>
            <a:spLocks xmlns:a="http://schemas.openxmlformats.org/drawingml/2006/main" noGrp="1"/>
          </p:cNvSpPr>
          <p:nvPr/>
        </p:nvSpPr>
        <p:spPr>
          <a:xfrm xmlns:a="http://schemas.openxmlformats.org/drawingml/2006/main">
            <a:off x="948232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011</a:t>
            </a:r>
          </a:p>
        </p:txBody>
      </p:sp>
      <p:sp>
        <p:nvSpPr>
          <p:cNvPr id="20" name="TextBox 19">
            <a:extLst xmlns:a="http://schemas.openxmlformats.org/drawingml/2006/main">
              <a:ext uri="{FF2B5EF4-FFF2-40B4-BE49-F238E27FC236}">
                <a16:creationId xmlns:a16="http://schemas.microsoft.com/office/drawing/2014/main" id="{0B096DE4-28B1-42A7-9B5B-3D88CE1065CA}"/>
              </a:ext>
            </a:extLst>
          </p:cNvPr>
          <p:cNvSpPr>
            <a:spLocks xmlns:a="http://schemas.openxmlformats.org/drawingml/2006/main" noGrp="1"/>
          </p:cNvSpPr>
          <p:nvPr/>
        </p:nvSpPr>
        <p:spPr>
          <a:xfrm xmlns:a="http://schemas.openxmlformats.org/drawingml/2006/main">
            <a:off x="786384" y="4663440"/>
            <a:ext cx="10652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规则：按输入范围确定等级，再用固定长度的0和1记录等级编号。</a:t>
            </a:r>
          </a:p>
        </p:txBody>
      </p:sp>
      <p:sp>
        <p:nvSpPr>
          <p:cNvPr id="21" name="TextBox 20">
            <a:extLst xmlns:a="http://schemas.openxmlformats.org/drawingml/2006/main">
              <a:ext uri="{FF2B5EF4-FFF2-40B4-BE49-F238E27FC236}">
                <a16:creationId xmlns:a16="http://schemas.microsoft.com/office/drawing/2014/main" id="{C47AD78E-A6A7-4F08-8C9A-7FF5E48559E2}"/>
              </a:ext>
            </a:extLst>
          </p:cNvPr>
          <p:cNvSpPr>
            <a:spLocks xmlns:a="http://schemas.openxmlformats.org/drawingml/2006/main" noGrp="1"/>
          </p:cNvSpPr>
          <p:nvPr/>
        </p:nvSpPr>
        <p:spPr>
          <a:xfrm xmlns:a="http://schemas.openxmlformats.org/drawingml/2006/main">
            <a:off x="795528" y="5824728"/>
            <a:ext cx="103327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验证：输入值4.15对应的码字是什么？</a:t>
            </a:r>
          </a:p>
        </p:txBody>
      </p:sp>
    </p:spTree>
    <p:extLst>
      <p:ext uri="{BB962C8B-B14F-4D97-AF65-F5344CB8AC3E}">
        <p14:creationId xmlns:p14="http://schemas.microsoft.com/office/powerpoint/2010/main" val="977636810"/>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03668E-86F4-4E4D-82DA-44CB5466363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5E9EDC2-64D0-436A-B69E-595600EFA76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A075A64-B3D6-484E-AE65-47FFBE727CC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一个样本需要几个二进制位？</a:t>
            </a:r>
          </a:p>
        </p:txBody>
      </p:sp>
      <p:sp>
        <p:nvSpPr>
          <p:cNvPr id="5" name="TextBox 4">
            <a:extLst xmlns:a="http://schemas.openxmlformats.org/drawingml/2006/main">
              <a:ext uri="{FF2B5EF4-FFF2-40B4-BE49-F238E27FC236}">
                <a16:creationId xmlns:a16="http://schemas.microsoft.com/office/drawing/2014/main" id="{088FADF3-25EB-431B-84EA-154558DA7225}"/>
              </a:ext>
            </a:extLst>
          </p:cNvPr>
          <p:cNvSpPr>
            <a:spLocks xmlns:a="http://schemas.openxmlformats.org/drawingml/2006/main" noGrp="1"/>
          </p:cNvSpPr>
          <p:nvPr/>
        </p:nvSpPr>
        <p:spPr>
          <a:xfrm xmlns:a="http://schemas.openxmlformats.org/drawingml/2006/main">
            <a:off x="832104" y="1682496"/>
            <a:ext cx="6583680"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1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8个等级 = 2³</a:t>
            </a:r>
          </a:p>
        </p:txBody>
      </p:sp>
      <p:sp>
        <p:nvSpPr>
          <p:cNvPr id="6" name="Rectangle 5">
            <a:extLst xmlns:a="http://schemas.openxmlformats.org/drawingml/2006/main">
              <a:ext uri="{FF2B5EF4-FFF2-40B4-BE49-F238E27FC236}">
                <a16:creationId xmlns:a16="http://schemas.microsoft.com/office/drawing/2014/main" id="{FD8ABF68-0173-4037-A346-DD6C985D919F}"/>
              </a:ext>
            </a:extLst>
          </p:cNvPr>
          <p:cNvSpPr>
            <a:spLocks xmlns:a="http://schemas.openxmlformats.org/drawingml/2006/main" noGrp="1"/>
          </p:cNvSpPr>
          <p:nvPr/>
        </p:nvSpPr>
        <p:spPr>
          <a:xfrm xmlns:a="http://schemas.openxmlformats.org/drawingml/2006/main">
            <a:off x="91440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9E6486A-C0F9-40E6-BE5A-917443550F49}"/>
              </a:ext>
            </a:extLst>
          </p:cNvPr>
          <p:cNvSpPr>
            <a:spLocks xmlns:a="http://schemas.openxmlformats.org/drawingml/2006/main" noGrp="1"/>
          </p:cNvSpPr>
          <p:nvPr/>
        </p:nvSpPr>
        <p:spPr>
          <a:xfrm xmlns:a="http://schemas.openxmlformats.org/drawingml/2006/main">
            <a:off x="98755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 → 000</a:t>
            </a:r>
          </a:p>
        </p:txBody>
      </p:sp>
      <p:sp>
        <p:nvSpPr>
          <p:cNvPr id="8" name="Rectangle 7">
            <a:extLst xmlns:a="http://schemas.openxmlformats.org/drawingml/2006/main">
              <a:ext uri="{FF2B5EF4-FFF2-40B4-BE49-F238E27FC236}">
                <a16:creationId xmlns:a16="http://schemas.microsoft.com/office/drawing/2014/main" id="{39CA3101-39FF-4823-946E-1B84940B6341}"/>
              </a:ext>
            </a:extLst>
          </p:cNvPr>
          <p:cNvSpPr>
            <a:spLocks xmlns:a="http://schemas.openxmlformats.org/drawingml/2006/main" noGrp="1"/>
          </p:cNvSpPr>
          <p:nvPr/>
        </p:nvSpPr>
        <p:spPr>
          <a:xfrm xmlns:a="http://schemas.openxmlformats.org/drawingml/2006/main">
            <a:off x="370332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90CB6CD-A1D7-4CA3-AB8D-8C2B1D738E00}"/>
              </a:ext>
            </a:extLst>
          </p:cNvPr>
          <p:cNvSpPr>
            <a:spLocks xmlns:a="http://schemas.openxmlformats.org/drawingml/2006/main" noGrp="1"/>
          </p:cNvSpPr>
          <p:nvPr/>
        </p:nvSpPr>
        <p:spPr>
          <a:xfrm xmlns:a="http://schemas.openxmlformats.org/drawingml/2006/main">
            <a:off x="377647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 → 001</a:t>
            </a:r>
          </a:p>
        </p:txBody>
      </p:sp>
      <p:sp>
        <p:nvSpPr>
          <p:cNvPr id="10" name="Rectangle 9">
            <a:extLst xmlns:a="http://schemas.openxmlformats.org/drawingml/2006/main">
              <a:ext uri="{FF2B5EF4-FFF2-40B4-BE49-F238E27FC236}">
                <a16:creationId xmlns:a16="http://schemas.microsoft.com/office/drawing/2014/main" id="{E649D66F-C561-4FA0-94E0-32B30688C397}"/>
              </a:ext>
            </a:extLst>
          </p:cNvPr>
          <p:cNvSpPr>
            <a:spLocks xmlns:a="http://schemas.openxmlformats.org/drawingml/2006/main" noGrp="1"/>
          </p:cNvSpPr>
          <p:nvPr/>
        </p:nvSpPr>
        <p:spPr>
          <a:xfrm xmlns:a="http://schemas.openxmlformats.org/drawingml/2006/main">
            <a:off x="649224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C7E7ACC-EBED-452E-94B1-D2A8793FB9A0}"/>
              </a:ext>
            </a:extLst>
          </p:cNvPr>
          <p:cNvSpPr>
            <a:spLocks xmlns:a="http://schemas.openxmlformats.org/drawingml/2006/main" noGrp="1"/>
          </p:cNvSpPr>
          <p:nvPr/>
        </p:nvSpPr>
        <p:spPr>
          <a:xfrm xmlns:a="http://schemas.openxmlformats.org/drawingml/2006/main">
            <a:off x="656539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 → 010</a:t>
            </a:r>
          </a:p>
        </p:txBody>
      </p:sp>
      <p:sp>
        <p:nvSpPr>
          <p:cNvPr id="12" name="Rectangle 11">
            <a:extLst xmlns:a="http://schemas.openxmlformats.org/drawingml/2006/main">
              <a:ext uri="{FF2B5EF4-FFF2-40B4-BE49-F238E27FC236}">
                <a16:creationId xmlns:a16="http://schemas.microsoft.com/office/drawing/2014/main" id="{2214256D-57F4-49AF-811D-7E264FDD928E}"/>
              </a:ext>
            </a:extLst>
          </p:cNvPr>
          <p:cNvSpPr>
            <a:spLocks xmlns:a="http://schemas.openxmlformats.org/drawingml/2006/main" noGrp="1"/>
          </p:cNvSpPr>
          <p:nvPr/>
        </p:nvSpPr>
        <p:spPr>
          <a:xfrm xmlns:a="http://schemas.openxmlformats.org/drawingml/2006/main">
            <a:off x="9281159"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D303CCC-5EB6-424A-A79D-0C3214F02948}"/>
              </a:ext>
            </a:extLst>
          </p:cNvPr>
          <p:cNvSpPr>
            <a:spLocks xmlns:a="http://schemas.openxmlformats.org/drawingml/2006/main" noGrp="1"/>
          </p:cNvSpPr>
          <p:nvPr/>
        </p:nvSpPr>
        <p:spPr>
          <a:xfrm xmlns:a="http://schemas.openxmlformats.org/drawingml/2006/main">
            <a:off x="9354311"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 → 011</a:t>
            </a:r>
          </a:p>
        </p:txBody>
      </p:sp>
      <p:sp>
        <p:nvSpPr>
          <p:cNvPr id="14" name="Rectangle 13">
            <a:extLst xmlns:a="http://schemas.openxmlformats.org/drawingml/2006/main">
              <a:ext uri="{FF2B5EF4-FFF2-40B4-BE49-F238E27FC236}">
                <a16:creationId xmlns:a16="http://schemas.microsoft.com/office/drawing/2014/main" id="{48F1B847-12BE-4FC0-9695-D4A5CF57D8B7}"/>
              </a:ext>
            </a:extLst>
          </p:cNvPr>
          <p:cNvSpPr>
            <a:spLocks xmlns:a="http://schemas.openxmlformats.org/drawingml/2006/main" noGrp="1"/>
          </p:cNvSpPr>
          <p:nvPr/>
        </p:nvSpPr>
        <p:spPr>
          <a:xfrm xmlns:a="http://schemas.openxmlformats.org/drawingml/2006/main">
            <a:off x="91440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084A61C-1548-48E7-8711-D966C1E87DB4}"/>
              </a:ext>
            </a:extLst>
          </p:cNvPr>
          <p:cNvSpPr>
            <a:spLocks xmlns:a="http://schemas.openxmlformats.org/drawingml/2006/main" noGrp="1"/>
          </p:cNvSpPr>
          <p:nvPr/>
        </p:nvSpPr>
        <p:spPr>
          <a:xfrm xmlns:a="http://schemas.openxmlformats.org/drawingml/2006/main">
            <a:off x="98755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4 → 100</a:t>
            </a:r>
          </a:p>
        </p:txBody>
      </p:sp>
      <p:sp>
        <p:nvSpPr>
          <p:cNvPr id="16" name="Rectangle 15">
            <a:extLst xmlns:a="http://schemas.openxmlformats.org/drawingml/2006/main">
              <a:ext uri="{FF2B5EF4-FFF2-40B4-BE49-F238E27FC236}">
                <a16:creationId xmlns:a16="http://schemas.microsoft.com/office/drawing/2014/main" id="{1ED943F2-653C-415F-A395-06F338309A66}"/>
              </a:ext>
            </a:extLst>
          </p:cNvPr>
          <p:cNvSpPr>
            <a:spLocks xmlns:a="http://schemas.openxmlformats.org/drawingml/2006/main" noGrp="1"/>
          </p:cNvSpPr>
          <p:nvPr/>
        </p:nvSpPr>
        <p:spPr>
          <a:xfrm xmlns:a="http://schemas.openxmlformats.org/drawingml/2006/main">
            <a:off x="370332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48B420D4-B363-4972-9DF8-DB83B919CA26}"/>
              </a:ext>
            </a:extLst>
          </p:cNvPr>
          <p:cNvSpPr>
            <a:spLocks xmlns:a="http://schemas.openxmlformats.org/drawingml/2006/main" noGrp="1"/>
          </p:cNvSpPr>
          <p:nvPr/>
        </p:nvSpPr>
        <p:spPr>
          <a:xfrm xmlns:a="http://schemas.openxmlformats.org/drawingml/2006/main">
            <a:off x="377647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5 → 101</a:t>
            </a:r>
          </a:p>
        </p:txBody>
      </p:sp>
      <p:sp>
        <p:nvSpPr>
          <p:cNvPr id="18" name="Rectangle 17">
            <a:extLst xmlns:a="http://schemas.openxmlformats.org/drawingml/2006/main">
              <a:ext uri="{FF2B5EF4-FFF2-40B4-BE49-F238E27FC236}">
                <a16:creationId xmlns:a16="http://schemas.microsoft.com/office/drawing/2014/main" id="{0513207F-2687-4482-829D-4A3E58828032}"/>
              </a:ext>
            </a:extLst>
          </p:cNvPr>
          <p:cNvSpPr>
            <a:spLocks xmlns:a="http://schemas.openxmlformats.org/drawingml/2006/main" noGrp="1"/>
          </p:cNvSpPr>
          <p:nvPr/>
        </p:nvSpPr>
        <p:spPr>
          <a:xfrm xmlns:a="http://schemas.openxmlformats.org/drawingml/2006/main">
            <a:off x="649224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309550D-2EF6-43B7-8A27-9C06396313E4}"/>
              </a:ext>
            </a:extLst>
          </p:cNvPr>
          <p:cNvSpPr>
            <a:spLocks xmlns:a="http://schemas.openxmlformats.org/drawingml/2006/main" noGrp="1"/>
          </p:cNvSpPr>
          <p:nvPr/>
        </p:nvSpPr>
        <p:spPr>
          <a:xfrm xmlns:a="http://schemas.openxmlformats.org/drawingml/2006/main">
            <a:off x="656539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6 → 110</a:t>
            </a:r>
          </a:p>
        </p:txBody>
      </p:sp>
      <p:sp>
        <p:nvSpPr>
          <p:cNvPr id="20" name="Rectangle 19">
            <a:extLst xmlns:a="http://schemas.openxmlformats.org/drawingml/2006/main">
              <a:ext uri="{FF2B5EF4-FFF2-40B4-BE49-F238E27FC236}">
                <a16:creationId xmlns:a16="http://schemas.microsoft.com/office/drawing/2014/main" id="{DF6F0226-35C8-4779-BE79-46446B00FC22}"/>
              </a:ext>
            </a:extLst>
          </p:cNvPr>
          <p:cNvSpPr>
            <a:spLocks xmlns:a="http://schemas.openxmlformats.org/drawingml/2006/main" noGrp="1"/>
          </p:cNvSpPr>
          <p:nvPr/>
        </p:nvSpPr>
        <p:spPr>
          <a:xfrm xmlns:a="http://schemas.openxmlformats.org/drawingml/2006/main">
            <a:off x="9281159"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EE7D6977-CC25-49AB-A97C-53D5B927E7C8}"/>
              </a:ext>
            </a:extLst>
          </p:cNvPr>
          <p:cNvSpPr>
            <a:spLocks xmlns:a="http://schemas.openxmlformats.org/drawingml/2006/main" noGrp="1"/>
          </p:cNvSpPr>
          <p:nvPr/>
        </p:nvSpPr>
        <p:spPr>
          <a:xfrm xmlns:a="http://schemas.openxmlformats.org/drawingml/2006/main">
            <a:off x="9354311"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7 → 111</a:t>
            </a:r>
          </a:p>
        </p:txBody>
      </p:sp>
      <p:sp>
        <p:nvSpPr>
          <p:cNvPr id="22" name="TextBox 21">
            <a:extLst xmlns:a="http://schemas.openxmlformats.org/drawingml/2006/main">
              <a:ext uri="{FF2B5EF4-FFF2-40B4-BE49-F238E27FC236}">
                <a16:creationId xmlns:a16="http://schemas.microsoft.com/office/drawing/2014/main" id="{0BF4ACA3-3599-4AE2-8109-5C1E8A049D06}"/>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 bit可以写出8种不同的编码：000～111。</a:t>
            </a:r>
          </a:p>
        </p:txBody>
      </p:sp>
    </p:spTree>
    <p:extLst>
      <p:ext uri="{BB962C8B-B14F-4D97-AF65-F5344CB8AC3E}">
        <p14:creationId xmlns:p14="http://schemas.microsoft.com/office/powerpoint/2010/main" val="39739769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同一个3.71，4bit会怎样近似它？</a:t>
            </a:r>
          </a:p>
        </p:txBody>
      </p:sp>
      <p:sp>
        <p:nvSpPr>
          <p:cNvPr id="5" name="text">
            <a:extLst xmlns:a="http://schemas.openxmlformats.org/drawingml/2006/main">
              <a:ext uri="{FF2B5EF4-FFF2-40B4-BE49-F238E27FC236}">
                <a16:creationId xmlns:a16="http://schemas.microsoft.com/office/drawing/2014/main" id="{22DBAD40-10DF-4CC9-8289-AD5F8FC3208B}"/>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范围仍为 [0,8)；各档中点作代表值。</a:t>
            </a:r>
          </a:p>
        </p:txBody>
      </p:sp>
      <p:sp>
        <p:nvSpPr>
          <p:cNvPr id="6" name="q3-heading">
            <a:extLst xmlns:a="http://schemas.openxmlformats.org/drawingml/2006/main">
              <a:ext uri="{FF2B5EF4-FFF2-40B4-BE49-F238E27FC236}">
                <a16:creationId xmlns:a16="http://schemas.microsoft.com/office/drawing/2014/main" id="{1B1FBB31-5F81-421C-8FFA-2245E88254AD}"/>
              </a:ext>
            </a:extLst>
          </p:cNvPr>
          <p:cNvSpPr>
            <a:spLocks xmlns:a="http://schemas.openxmlformats.org/drawingml/2006/main" noGrp="1"/>
          </p:cNvSpPr>
          <p:nvPr/>
        </p:nvSpPr>
        <p:spPr>
          <a:xfrm xmlns:a="http://schemas.openxmlformats.org/drawingml/2006/main">
            <a:off x="609600" y="20955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3bit：8档</a:t>
            </a:r>
          </a:p>
        </p:txBody>
      </p:sp>
      <p:sp>
        <p:nvSpPr>
          <p:cNvPr id="7" name="q4-heading">
            <a:extLst xmlns:a="http://schemas.openxmlformats.org/drawingml/2006/main">
              <a:ext uri="{FF2B5EF4-FFF2-40B4-BE49-F238E27FC236}">
                <a16:creationId xmlns:a16="http://schemas.microsoft.com/office/drawing/2014/main" id="{FFCBDD78-1A8C-41AB-86AA-0FE7471BB2A4}"/>
              </a:ext>
            </a:extLst>
          </p:cNvPr>
          <p:cNvSpPr>
            <a:spLocks xmlns:a="http://schemas.openxmlformats.org/drawingml/2006/main" noGrp="1"/>
          </p:cNvSpPr>
          <p:nvPr/>
        </p:nvSpPr>
        <p:spPr>
          <a:xfrm xmlns:a="http://schemas.openxmlformats.org/drawingml/2006/main">
            <a:off x="6400800" y="20955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4bit：16档</a:t>
            </a:r>
          </a:p>
        </p:txBody>
      </p:sp>
      <p:sp>
        <p:nvSpPr>
          <p:cNvPr id="8" name="bin-8-0">
            <a:extLst xmlns:a="http://schemas.openxmlformats.org/drawingml/2006/main">
              <a:ext uri="{FF2B5EF4-FFF2-40B4-BE49-F238E27FC236}">
                <a16:creationId xmlns:a16="http://schemas.microsoft.com/office/drawing/2014/main" id="{AC111489-3A5B-4BD7-A4B6-5775041CB3CE}"/>
              </a:ext>
            </a:extLst>
          </p:cNvPr>
          <p:cNvSpPr>
            <a:spLocks xmlns:a="http://schemas.openxmlformats.org/drawingml/2006/main" noGrp="1"/>
          </p:cNvSpPr>
          <p:nvPr/>
        </p:nvSpPr>
        <p:spPr>
          <a:xfrm xmlns:a="http://schemas.openxmlformats.org/drawingml/2006/main">
            <a:off x="914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0">
            <a:extLst xmlns:a="http://schemas.openxmlformats.org/drawingml/2006/main">
              <a:ext uri="{FF2B5EF4-FFF2-40B4-BE49-F238E27FC236}">
                <a16:creationId xmlns:a16="http://schemas.microsoft.com/office/drawing/2014/main" id="{A1401CF1-E322-4B48-91E0-EA0F0034C7B6}"/>
              </a:ext>
            </a:extLst>
          </p:cNvPr>
          <p:cNvSpPr>
            <a:spLocks xmlns:a="http://schemas.openxmlformats.org/drawingml/2006/main" noGrp="1"/>
          </p:cNvSpPr>
          <p:nvPr/>
        </p:nvSpPr>
        <p:spPr>
          <a:xfrm xmlns:a="http://schemas.openxmlformats.org/drawingml/2006/main">
            <a:off x="914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10" name="bin-8-1">
            <a:extLst xmlns:a="http://schemas.openxmlformats.org/drawingml/2006/main">
              <a:ext uri="{FF2B5EF4-FFF2-40B4-BE49-F238E27FC236}">
                <a16:creationId xmlns:a16="http://schemas.microsoft.com/office/drawing/2014/main" id="{42A7F2B7-85EA-434A-B65F-B0305E71333B}"/>
              </a:ext>
            </a:extLst>
          </p:cNvPr>
          <p:cNvSpPr>
            <a:spLocks xmlns:a="http://schemas.openxmlformats.org/drawingml/2006/main" noGrp="1"/>
          </p:cNvSpPr>
          <p:nvPr/>
        </p:nvSpPr>
        <p:spPr>
          <a:xfrm xmlns:a="http://schemas.openxmlformats.org/drawingml/2006/main">
            <a:off x="1485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1">
            <a:extLst xmlns:a="http://schemas.openxmlformats.org/drawingml/2006/main">
              <a:ext uri="{FF2B5EF4-FFF2-40B4-BE49-F238E27FC236}">
                <a16:creationId xmlns:a16="http://schemas.microsoft.com/office/drawing/2014/main" id="{682A9644-3A08-4753-9326-9EC1747DC9FB}"/>
              </a:ext>
            </a:extLst>
          </p:cNvPr>
          <p:cNvSpPr>
            <a:spLocks xmlns:a="http://schemas.openxmlformats.org/drawingml/2006/main" noGrp="1"/>
          </p:cNvSpPr>
          <p:nvPr/>
        </p:nvSpPr>
        <p:spPr>
          <a:xfrm xmlns:a="http://schemas.openxmlformats.org/drawingml/2006/main">
            <a:off x="1485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2" name="bin-8-2">
            <a:extLst xmlns:a="http://schemas.openxmlformats.org/drawingml/2006/main">
              <a:ext uri="{FF2B5EF4-FFF2-40B4-BE49-F238E27FC236}">
                <a16:creationId xmlns:a16="http://schemas.microsoft.com/office/drawing/2014/main" id="{466D597C-79DB-46C9-97FE-D14335F21182}"/>
              </a:ext>
            </a:extLst>
          </p:cNvPr>
          <p:cNvSpPr>
            <a:spLocks xmlns:a="http://schemas.openxmlformats.org/drawingml/2006/main" noGrp="1"/>
          </p:cNvSpPr>
          <p:nvPr/>
        </p:nvSpPr>
        <p:spPr>
          <a:xfrm xmlns:a="http://schemas.openxmlformats.org/drawingml/2006/main">
            <a:off x="2057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2">
            <a:extLst xmlns:a="http://schemas.openxmlformats.org/drawingml/2006/main">
              <a:ext uri="{FF2B5EF4-FFF2-40B4-BE49-F238E27FC236}">
                <a16:creationId xmlns:a16="http://schemas.microsoft.com/office/drawing/2014/main" id="{8EE221AC-C734-47B9-B8FF-3F7C9830CCAC}"/>
              </a:ext>
            </a:extLst>
          </p:cNvPr>
          <p:cNvSpPr>
            <a:spLocks xmlns:a="http://schemas.openxmlformats.org/drawingml/2006/main" noGrp="1"/>
          </p:cNvSpPr>
          <p:nvPr/>
        </p:nvSpPr>
        <p:spPr>
          <a:xfrm xmlns:a="http://schemas.openxmlformats.org/drawingml/2006/main">
            <a:off x="2057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4" name="bin-8-3">
            <a:extLst xmlns:a="http://schemas.openxmlformats.org/drawingml/2006/main">
              <a:ext uri="{FF2B5EF4-FFF2-40B4-BE49-F238E27FC236}">
                <a16:creationId xmlns:a16="http://schemas.microsoft.com/office/drawing/2014/main" id="{B160B480-C46D-41FA-BAFF-8151AA8D2530}"/>
              </a:ext>
            </a:extLst>
          </p:cNvPr>
          <p:cNvSpPr>
            <a:spLocks xmlns:a="http://schemas.openxmlformats.org/drawingml/2006/main" noGrp="1"/>
          </p:cNvSpPr>
          <p:nvPr/>
        </p:nvSpPr>
        <p:spPr>
          <a:xfrm xmlns:a="http://schemas.openxmlformats.org/drawingml/2006/main">
            <a:off x="2628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3">
            <a:extLst xmlns:a="http://schemas.openxmlformats.org/drawingml/2006/main">
              <a:ext uri="{FF2B5EF4-FFF2-40B4-BE49-F238E27FC236}">
                <a16:creationId xmlns:a16="http://schemas.microsoft.com/office/drawing/2014/main" id="{35F50560-96BB-44D8-862C-D6E8C00954D5}"/>
              </a:ext>
            </a:extLst>
          </p:cNvPr>
          <p:cNvSpPr>
            <a:spLocks xmlns:a="http://schemas.openxmlformats.org/drawingml/2006/main" noGrp="1"/>
          </p:cNvSpPr>
          <p:nvPr/>
        </p:nvSpPr>
        <p:spPr>
          <a:xfrm xmlns:a="http://schemas.openxmlformats.org/drawingml/2006/main">
            <a:off x="2628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6" name="bin-8-4">
            <a:extLst xmlns:a="http://schemas.openxmlformats.org/drawingml/2006/main">
              <a:ext uri="{FF2B5EF4-FFF2-40B4-BE49-F238E27FC236}">
                <a16:creationId xmlns:a16="http://schemas.microsoft.com/office/drawing/2014/main" id="{985EB109-F9A2-4F60-846F-02D4D59735A4}"/>
              </a:ext>
            </a:extLst>
          </p:cNvPr>
          <p:cNvSpPr>
            <a:spLocks xmlns:a="http://schemas.openxmlformats.org/drawingml/2006/main" noGrp="1"/>
          </p:cNvSpPr>
          <p:nvPr/>
        </p:nvSpPr>
        <p:spPr>
          <a:xfrm xmlns:a="http://schemas.openxmlformats.org/drawingml/2006/main">
            <a:off x="3200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4">
            <a:extLst xmlns:a="http://schemas.openxmlformats.org/drawingml/2006/main">
              <a:ext uri="{FF2B5EF4-FFF2-40B4-BE49-F238E27FC236}">
                <a16:creationId xmlns:a16="http://schemas.microsoft.com/office/drawing/2014/main" id="{86F64786-FA65-4F04-AE14-7D39328D81A4}"/>
              </a:ext>
            </a:extLst>
          </p:cNvPr>
          <p:cNvSpPr>
            <a:spLocks xmlns:a="http://schemas.openxmlformats.org/drawingml/2006/main" noGrp="1"/>
          </p:cNvSpPr>
          <p:nvPr/>
        </p:nvSpPr>
        <p:spPr>
          <a:xfrm xmlns:a="http://schemas.openxmlformats.org/drawingml/2006/main">
            <a:off x="3200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8" name="bin-8-5">
            <a:extLst xmlns:a="http://schemas.openxmlformats.org/drawingml/2006/main">
              <a:ext uri="{FF2B5EF4-FFF2-40B4-BE49-F238E27FC236}">
                <a16:creationId xmlns:a16="http://schemas.microsoft.com/office/drawing/2014/main" id="{56F3095C-E845-4907-A2BB-1C866567FD74}"/>
              </a:ext>
            </a:extLst>
          </p:cNvPr>
          <p:cNvSpPr>
            <a:spLocks xmlns:a="http://schemas.openxmlformats.org/drawingml/2006/main" noGrp="1"/>
          </p:cNvSpPr>
          <p:nvPr/>
        </p:nvSpPr>
        <p:spPr>
          <a:xfrm xmlns:a="http://schemas.openxmlformats.org/drawingml/2006/main">
            <a:off x="3771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5">
            <a:extLst xmlns:a="http://schemas.openxmlformats.org/drawingml/2006/main">
              <a:ext uri="{FF2B5EF4-FFF2-40B4-BE49-F238E27FC236}">
                <a16:creationId xmlns:a16="http://schemas.microsoft.com/office/drawing/2014/main" id="{7BCDFCF0-9828-4E61-A577-90CA038E4AF3}"/>
              </a:ext>
            </a:extLst>
          </p:cNvPr>
          <p:cNvSpPr>
            <a:spLocks xmlns:a="http://schemas.openxmlformats.org/drawingml/2006/main" noGrp="1"/>
          </p:cNvSpPr>
          <p:nvPr/>
        </p:nvSpPr>
        <p:spPr>
          <a:xfrm xmlns:a="http://schemas.openxmlformats.org/drawingml/2006/main">
            <a:off x="3771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20" name="bin-8-6">
            <a:extLst xmlns:a="http://schemas.openxmlformats.org/drawingml/2006/main">
              <a:ext uri="{FF2B5EF4-FFF2-40B4-BE49-F238E27FC236}">
                <a16:creationId xmlns:a16="http://schemas.microsoft.com/office/drawing/2014/main" id="{B78C45BC-51E4-4A08-8A94-016359B9EAD0}"/>
              </a:ext>
            </a:extLst>
          </p:cNvPr>
          <p:cNvSpPr>
            <a:spLocks xmlns:a="http://schemas.openxmlformats.org/drawingml/2006/main" noGrp="1"/>
          </p:cNvSpPr>
          <p:nvPr/>
        </p:nvSpPr>
        <p:spPr>
          <a:xfrm xmlns:a="http://schemas.openxmlformats.org/drawingml/2006/main">
            <a:off x="4343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6">
            <a:extLst xmlns:a="http://schemas.openxmlformats.org/drawingml/2006/main">
              <a:ext uri="{FF2B5EF4-FFF2-40B4-BE49-F238E27FC236}">
                <a16:creationId xmlns:a16="http://schemas.microsoft.com/office/drawing/2014/main" id="{71CDC4D8-4FA3-45C9-86A2-FCA974B3F349}"/>
              </a:ext>
            </a:extLst>
          </p:cNvPr>
          <p:cNvSpPr>
            <a:spLocks xmlns:a="http://schemas.openxmlformats.org/drawingml/2006/main" noGrp="1"/>
          </p:cNvSpPr>
          <p:nvPr/>
        </p:nvSpPr>
        <p:spPr>
          <a:xfrm xmlns:a="http://schemas.openxmlformats.org/drawingml/2006/main">
            <a:off x="4343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2" name="bin-8-7">
            <a:extLst xmlns:a="http://schemas.openxmlformats.org/drawingml/2006/main">
              <a:ext uri="{FF2B5EF4-FFF2-40B4-BE49-F238E27FC236}">
                <a16:creationId xmlns:a16="http://schemas.microsoft.com/office/drawing/2014/main" id="{445E3568-7B03-4079-B855-F924A06E25F8}"/>
              </a:ext>
            </a:extLst>
          </p:cNvPr>
          <p:cNvSpPr>
            <a:spLocks xmlns:a="http://schemas.openxmlformats.org/drawingml/2006/main" noGrp="1"/>
          </p:cNvSpPr>
          <p:nvPr/>
        </p:nvSpPr>
        <p:spPr>
          <a:xfrm xmlns:a="http://schemas.openxmlformats.org/drawingml/2006/main">
            <a:off x="4914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3" name="grade-8-7">
            <a:extLst xmlns:a="http://schemas.openxmlformats.org/drawingml/2006/main">
              <a:ext uri="{FF2B5EF4-FFF2-40B4-BE49-F238E27FC236}">
                <a16:creationId xmlns:a16="http://schemas.microsoft.com/office/drawing/2014/main" id="{AE5E680B-8321-4115-9801-AB7C93A03E7C}"/>
              </a:ext>
            </a:extLst>
          </p:cNvPr>
          <p:cNvSpPr>
            <a:spLocks xmlns:a="http://schemas.openxmlformats.org/drawingml/2006/main" noGrp="1"/>
          </p:cNvSpPr>
          <p:nvPr/>
        </p:nvSpPr>
        <p:spPr>
          <a:xfrm xmlns:a="http://schemas.openxmlformats.org/drawingml/2006/main">
            <a:off x="4914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4" name="bound-8-0">
            <a:extLst xmlns:a="http://schemas.openxmlformats.org/drawingml/2006/main">
              <a:ext uri="{FF2B5EF4-FFF2-40B4-BE49-F238E27FC236}">
                <a16:creationId xmlns:a16="http://schemas.microsoft.com/office/drawing/2014/main" id="{522EA6DE-0EDC-49B3-B198-8237FEC04F10}"/>
              </a:ext>
            </a:extLst>
          </p:cNvPr>
          <p:cNvSpPr>
            <a:spLocks xmlns:a="http://schemas.openxmlformats.org/drawingml/2006/main" noGrp="1"/>
          </p:cNvSpPr>
          <p:nvPr/>
        </p:nvSpPr>
        <p:spPr>
          <a:xfrm xmlns:a="http://schemas.openxmlformats.org/drawingml/2006/main">
            <a:off x="704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5" name="bound-8-1">
            <a:extLst xmlns:a="http://schemas.openxmlformats.org/drawingml/2006/main">
              <a:ext uri="{FF2B5EF4-FFF2-40B4-BE49-F238E27FC236}">
                <a16:creationId xmlns:a16="http://schemas.microsoft.com/office/drawing/2014/main" id="{E64AFD6B-EB49-4FCE-B339-59777E051D96}"/>
              </a:ext>
            </a:extLst>
          </p:cNvPr>
          <p:cNvSpPr>
            <a:spLocks xmlns:a="http://schemas.openxmlformats.org/drawingml/2006/main" noGrp="1"/>
          </p:cNvSpPr>
          <p:nvPr/>
        </p:nvSpPr>
        <p:spPr>
          <a:xfrm xmlns:a="http://schemas.openxmlformats.org/drawingml/2006/main">
            <a:off x="1276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6" name="bound-8-2">
            <a:extLst xmlns:a="http://schemas.openxmlformats.org/drawingml/2006/main">
              <a:ext uri="{FF2B5EF4-FFF2-40B4-BE49-F238E27FC236}">
                <a16:creationId xmlns:a16="http://schemas.microsoft.com/office/drawing/2014/main" id="{3489D01A-1830-446D-B8E3-3623BB4F4D68}"/>
              </a:ext>
            </a:extLst>
          </p:cNvPr>
          <p:cNvSpPr>
            <a:spLocks xmlns:a="http://schemas.openxmlformats.org/drawingml/2006/main" noGrp="1"/>
          </p:cNvSpPr>
          <p:nvPr/>
        </p:nvSpPr>
        <p:spPr>
          <a:xfrm xmlns:a="http://schemas.openxmlformats.org/drawingml/2006/main">
            <a:off x="1847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7" name="bound-8-3">
            <a:extLst xmlns:a="http://schemas.openxmlformats.org/drawingml/2006/main">
              <a:ext uri="{FF2B5EF4-FFF2-40B4-BE49-F238E27FC236}">
                <a16:creationId xmlns:a16="http://schemas.microsoft.com/office/drawing/2014/main" id="{097BCFD9-EB4F-492F-A06B-80A4782882AF}"/>
              </a:ext>
            </a:extLst>
          </p:cNvPr>
          <p:cNvSpPr>
            <a:spLocks xmlns:a="http://schemas.openxmlformats.org/drawingml/2006/main" noGrp="1"/>
          </p:cNvSpPr>
          <p:nvPr/>
        </p:nvSpPr>
        <p:spPr>
          <a:xfrm xmlns:a="http://schemas.openxmlformats.org/drawingml/2006/main">
            <a:off x="2419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8" name="bound-8-4">
            <a:extLst xmlns:a="http://schemas.openxmlformats.org/drawingml/2006/main">
              <a:ext uri="{FF2B5EF4-FFF2-40B4-BE49-F238E27FC236}">
                <a16:creationId xmlns:a16="http://schemas.microsoft.com/office/drawing/2014/main" id="{E64BC99F-B578-45F6-91DF-CD0778E7E1C4}"/>
              </a:ext>
            </a:extLst>
          </p:cNvPr>
          <p:cNvSpPr>
            <a:spLocks xmlns:a="http://schemas.openxmlformats.org/drawingml/2006/main" noGrp="1"/>
          </p:cNvSpPr>
          <p:nvPr/>
        </p:nvSpPr>
        <p:spPr>
          <a:xfrm xmlns:a="http://schemas.openxmlformats.org/drawingml/2006/main">
            <a:off x="2990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9" name="bound-8-5">
            <a:extLst xmlns:a="http://schemas.openxmlformats.org/drawingml/2006/main">
              <a:ext uri="{FF2B5EF4-FFF2-40B4-BE49-F238E27FC236}">
                <a16:creationId xmlns:a16="http://schemas.microsoft.com/office/drawing/2014/main" id="{EF085328-0884-47B4-837C-65BFDDC2CF08}"/>
              </a:ext>
            </a:extLst>
          </p:cNvPr>
          <p:cNvSpPr>
            <a:spLocks xmlns:a="http://schemas.openxmlformats.org/drawingml/2006/main" noGrp="1"/>
          </p:cNvSpPr>
          <p:nvPr/>
        </p:nvSpPr>
        <p:spPr>
          <a:xfrm xmlns:a="http://schemas.openxmlformats.org/drawingml/2006/main">
            <a:off x="3562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30" name="bound-8-6">
            <a:extLst xmlns:a="http://schemas.openxmlformats.org/drawingml/2006/main">
              <a:ext uri="{FF2B5EF4-FFF2-40B4-BE49-F238E27FC236}">
                <a16:creationId xmlns:a16="http://schemas.microsoft.com/office/drawing/2014/main" id="{87FB782E-B091-4CEA-9FDE-4B62F3ED5D21}"/>
              </a:ext>
            </a:extLst>
          </p:cNvPr>
          <p:cNvSpPr>
            <a:spLocks xmlns:a="http://schemas.openxmlformats.org/drawingml/2006/main" noGrp="1"/>
          </p:cNvSpPr>
          <p:nvPr/>
        </p:nvSpPr>
        <p:spPr>
          <a:xfrm xmlns:a="http://schemas.openxmlformats.org/drawingml/2006/main">
            <a:off x="4133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1" name="bound-8-7">
            <a:extLst xmlns:a="http://schemas.openxmlformats.org/drawingml/2006/main">
              <a:ext uri="{FF2B5EF4-FFF2-40B4-BE49-F238E27FC236}">
                <a16:creationId xmlns:a16="http://schemas.microsoft.com/office/drawing/2014/main" id="{9B484393-D80B-4744-A1CD-EFE54A056B49}"/>
              </a:ext>
            </a:extLst>
          </p:cNvPr>
          <p:cNvSpPr>
            <a:spLocks xmlns:a="http://schemas.openxmlformats.org/drawingml/2006/main" noGrp="1"/>
          </p:cNvSpPr>
          <p:nvPr/>
        </p:nvSpPr>
        <p:spPr>
          <a:xfrm xmlns:a="http://schemas.openxmlformats.org/drawingml/2006/main">
            <a:off x="4705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2" name="bound-8-8">
            <a:extLst xmlns:a="http://schemas.openxmlformats.org/drawingml/2006/main">
              <a:ext uri="{FF2B5EF4-FFF2-40B4-BE49-F238E27FC236}">
                <a16:creationId xmlns:a16="http://schemas.microsoft.com/office/drawing/2014/main" id="{D25D82C1-699B-474B-9834-EF90368E0437}"/>
              </a:ext>
            </a:extLst>
          </p:cNvPr>
          <p:cNvSpPr>
            <a:spLocks xmlns:a="http://schemas.openxmlformats.org/drawingml/2006/main" noGrp="1"/>
          </p:cNvSpPr>
          <p:nvPr/>
        </p:nvSpPr>
        <p:spPr>
          <a:xfrm xmlns:a="http://schemas.openxmlformats.org/drawingml/2006/main">
            <a:off x="5276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3" name="bin-16-0">
            <a:extLst xmlns:a="http://schemas.openxmlformats.org/drawingml/2006/main">
              <a:ext uri="{FF2B5EF4-FFF2-40B4-BE49-F238E27FC236}">
                <a16:creationId xmlns:a16="http://schemas.microsoft.com/office/drawing/2014/main" id="{F2FBC633-12C1-48F8-9FB2-7B5DF5908726}"/>
              </a:ext>
            </a:extLst>
          </p:cNvPr>
          <p:cNvSpPr>
            <a:spLocks xmlns:a="http://schemas.openxmlformats.org/drawingml/2006/main" noGrp="1"/>
          </p:cNvSpPr>
          <p:nvPr/>
        </p:nvSpPr>
        <p:spPr>
          <a:xfrm xmlns:a="http://schemas.openxmlformats.org/drawingml/2006/main">
            <a:off x="6705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4" name="bin-16-1">
            <a:extLst xmlns:a="http://schemas.openxmlformats.org/drawingml/2006/main">
              <a:ext uri="{FF2B5EF4-FFF2-40B4-BE49-F238E27FC236}">
                <a16:creationId xmlns:a16="http://schemas.microsoft.com/office/drawing/2014/main" id="{885AC2AA-7002-40CB-BEA1-25A5B16981BC}"/>
              </a:ext>
            </a:extLst>
          </p:cNvPr>
          <p:cNvSpPr>
            <a:spLocks xmlns:a="http://schemas.openxmlformats.org/drawingml/2006/main" noGrp="1"/>
          </p:cNvSpPr>
          <p:nvPr/>
        </p:nvSpPr>
        <p:spPr>
          <a:xfrm xmlns:a="http://schemas.openxmlformats.org/drawingml/2006/main">
            <a:off x="6991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5" name="bin-16-2">
            <a:extLst xmlns:a="http://schemas.openxmlformats.org/drawingml/2006/main">
              <a:ext uri="{FF2B5EF4-FFF2-40B4-BE49-F238E27FC236}">
                <a16:creationId xmlns:a16="http://schemas.microsoft.com/office/drawing/2014/main" id="{A192A382-9127-4D12-B5C8-FFE0FC883CB2}"/>
              </a:ext>
            </a:extLst>
          </p:cNvPr>
          <p:cNvSpPr>
            <a:spLocks xmlns:a="http://schemas.openxmlformats.org/drawingml/2006/main" noGrp="1"/>
          </p:cNvSpPr>
          <p:nvPr/>
        </p:nvSpPr>
        <p:spPr>
          <a:xfrm xmlns:a="http://schemas.openxmlformats.org/drawingml/2006/main">
            <a:off x="7277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6" name="bin-16-3">
            <a:extLst xmlns:a="http://schemas.openxmlformats.org/drawingml/2006/main">
              <a:ext uri="{FF2B5EF4-FFF2-40B4-BE49-F238E27FC236}">
                <a16:creationId xmlns:a16="http://schemas.microsoft.com/office/drawing/2014/main" id="{3F6A56D8-B572-4358-9643-A4EE915E9FB5}"/>
              </a:ext>
            </a:extLst>
          </p:cNvPr>
          <p:cNvSpPr>
            <a:spLocks xmlns:a="http://schemas.openxmlformats.org/drawingml/2006/main" noGrp="1"/>
          </p:cNvSpPr>
          <p:nvPr/>
        </p:nvSpPr>
        <p:spPr>
          <a:xfrm xmlns:a="http://schemas.openxmlformats.org/drawingml/2006/main">
            <a:off x="7562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7" name="bin-16-4">
            <a:extLst xmlns:a="http://schemas.openxmlformats.org/drawingml/2006/main">
              <a:ext uri="{FF2B5EF4-FFF2-40B4-BE49-F238E27FC236}">
                <a16:creationId xmlns:a16="http://schemas.microsoft.com/office/drawing/2014/main" id="{42584635-5597-46F4-A01A-93318CBF9B5C}"/>
              </a:ext>
            </a:extLst>
          </p:cNvPr>
          <p:cNvSpPr>
            <a:spLocks xmlns:a="http://schemas.openxmlformats.org/drawingml/2006/main" noGrp="1"/>
          </p:cNvSpPr>
          <p:nvPr/>
        </p:nvSpPr>
        <p:spPr>
          <a:xfrm xmlns:a="http://schemas.openxmlformats.org/drawingml/2006/main">
            <a:off x="7848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8" name="bin-16-5">
            <a:extLst xmlns:a="http://schemas.openxmlformats.org/drawingml/2006/main">
              <a:ext uri="{FF2B5EF4-FFF2-40B4-BE49-F238E27FC236}">
                <a16:creationId xmlns:a16="http://schemas.microsoft.com/office/drawing/2014/main" id="{8B746842-D265-4F46-B1AF-E7581D1806A8}"/>
              </a:ext>
            </a:extLst>
          </p:cNvPr>
          <p:cNvSpPr>
            <a:spLocks xmlns:a="http://schemas.openxmlformats.org/drawingml/2006/main" noGrp="1"/>
          </p:cNvSpPr>
          <p:nvPr/>
        </p:nvSpPr>
        <p:spPr>
          <a:xfrm xmlns:a="http://schemas.openxmlformats.org/drawingml/2006/main">
            <a:off x="8134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9" name="bin-16-6">
            <a:extLst xmlns:a="http://schemas.openxmlformats.org/drawingml/2006/main">
              <a:ext uri="{FF2B5EF4-FFF2-40B4-BE49-F238E27FC236}">
                <a16:creationId xmlns:a16="http://schemas.microsoft.com/office/drawing/2014/main" id="{F7B37ACE-655F-40DD-B897-381FCF588CD8}"/>
              </a:ext>
            </a:extLst>
          </p:cNvPr>
          <p:cNvSpPr>
            <a:spLocks xmlns:a="http://schemas.openxmlformats.org/drawingml/2006/main" noGrp="1"/>
          </p:cNvSpPr>
          <p:nvPr/>
        </p:nvSpPr>
        <p:spPr>
          <a:xfrm xmlns:a="http://schemas.openxmlformats.org/drawingml/2006/main">
            <a:off x="8420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0" name="bin-16-7">
            <a:extLst xmlns:a="http://schemas.openxmlformats.org/drawingml/2006/main">
              <a:ext uri="{FF2B5EF4-FFF2-40B4-BE49-F238E27FC236}">
                <a16:creationId xmlns:a16="http://schemas.microsoft.com/office/drawing/2014/main" id="{A5979174-F498-4276-AE7D-A71ABC2D6104}"/>
              </a:ext>
            </a:extLst>
          </p:cNvPr>
          <p:cNvSpPr>
            <a:spLocks xmlns:a="http://schemas.openxmlformats.org/drawingml/2006/main" noGrp="1"/>
          </p:cNvSpPr>
          <p:nvPr/>
        </p:nvSpPr>
        <p:spPr>
          <a:xfrm xmlns:a="http://schemas.openxmlformats.org/drawingml/2006/main">
            <a:off x="8705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1" name="bin-16-8">
            <a:extLst xmlns:a="http://schemas.openxmlformats.org/drawingml/2006/main">
              <a:ext uri="{FF2B5EF4-FFF2-40B4-BE49-F238E27FC236}">
                <a16:creationId xmlns:a16="http://schemas.microsoft.com/office/drawing/2014/main" id="{7207FF1F-CF3C-4B2D-83AF-18C30FFFC3F2}"/>
              </a:ext>
            </a:extLst>
          </p:cNvPr>
          <p:cNvSpPr>
            <a:spLocks xmlns:a="http://schemas.openxmlformats.org/drawingml/2006/main" noGrp="1"/>
          </p:cNvSpPr>
          <p:nvPr/>
        </p:nvSpPr>
        <p:spPr>
          <a:xfrm xmlns:a="http://schemas.openxmlformats.org/drawingml/2006/main">
            <a:off x="8991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2" name="bin-16-9">
            <a:extLst xmlns:a="http://schemas.openxmlformats.org/drawingml/2006/main">
              <a:ext uri="{FF2B5EF4-FFF2-40B4-BE49-F238E27FC236}">
                <a16:creationId xmlns:a16="http://schemas.microsoft.com/office/drawing/2014/main" id="{7D392429-6BB3-40F2-BA8D-9A246F39A486}"/>
              </a:ext>
            </a:extLst>
          </p:cNvPr>
          <p:cNvSpPr>
            <a:spLocks xmlns:a="http://schemas.openxmlformats.org/drawingml/2006/main" noGrp="1"/>
          </p:cNvSpPr>
          <p:nvPr/>
        </p:nvSpPr>
        <p:spPr>
          <a:xfrm xmlns:a="http://schemas.openxmlformats.org/drawingml/2006/main">
            <a:off x="9277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3" name="bin-16-10">
            <a:extLst xmlns:a="http://schemas.openxmlformats.org/drawingml/2006/main">
              <a:ext uri="{FF2B5EF4-FFF2-40B4-BE49-F238E27FC236}">
                <a16:creationId xmlns:a16="http://schemas.microsoft.com/office/drawing/2014/main" id="{905E51DD-52C0-4451-B1EF-27FF9170228B}"/>
              </a:ext>
            </a:extLst>
          </p:cNvPr>
          <p:cNvSpPr>
            <a:spLocks xmlns:a="http://schemas.openxmlformats.org/drawingml/2006/main" noGrp="1"/>
          </p:cNvSpPr>
          <p:nvPr/>
        </p:nvSpPr>
        <p:spPr>
          <a:xfrm xmlns:a="http://schemas.openxmlformats.org/drawingml/2006/main">
            <a:off x="9563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4" name="bin-16-11">
            <a:extLst xmlns:a="http://schemas.openxmlformats.org/drawingml/2006/main">
              <a:ext uri="{FF2B5EF4-FFF2-40B4-BE49-F238E27FC236}">
                <a16:creationId xmlns:a16="http://schemas.microsoft.com/office/drawing/2014/main" id="{8F94524C-7502-4071-96B1-887A0270A2B6}"/>
              </a:ext>
            </a:extLst>
          </p:cNvPr>
          <p:cNvSpPr>
            <a:spLocks xmlns:a="http://schemas.openxmlformats.org/drawingml/2006/main" noGrp="1"/>
          </p:cNvSpPr>
          <p:nvPr/>
        </p:nvSpPr>
        <p:spPr>
          <a:xfrm xmlns:a="http://schemas.openxmlformats.org/drawingml/2006/main">
            <a:off x="9848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5" name="bin-16-12">
            <a:extLst xmlns:a="http://schemas.openxmlformats.org/drawingml/2006/main">
              <a:ext uri="{FF2B5EF4-FFF2-40B4-BE49-F238E27FC236}">
                <a16:creationId xmlns:a16="http://schemas.microsoft.com/office/drawing/2014/main" id="{16461074-3DDC-4163-AEA4-508B055FDB43}"/>
              </a:ext>
            </a:extLst>
          </p:cNvPr>
          <p:cNvSpPr>
            <a:spLocks xmlns:a="http://schemas.openxmlformats.org/drawingml/2006/main" noGrp="1"/>
          </p:cNvSpPr>
          <p:nvPr/>
        </p:nvSpPr>
        <p:spPr>
          <a:xfrm xmlns:a="http://schemas.openxmlformats.org/drawingml/2006/main">
            <a:off x="10134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6" name="bin-16-13">
            <a:extLst xmlns:a="http://schemas.openxmlformats.org/drawingml/2006/main">
              <a:ext uri="{FF2B5EF4-FFF2-40B4-BE49-F238E27FC236}">
                <a16:creationId xmlns:a16="http://schemas.microsoft.com/office/drawing/2014/main" id="{4E0D92FD-DAD3-4469-A75C-FCF678EF41E2}"/>
              </a:ext>
            </a:extLst>
          </p:cNvPr>
          <p:cNvSpPr>
            <a:spLocks xmlns:a="http://schemas.openxmlformats.org/drawingml/2006/main" noGrp="1"/>
          </p:cNvSpPr>
          <p:nvPr/>
        </p:nvSpPr>
        <p:spPr>
          <a:xfrm xmlns:a="http://schemas.openxmlformats.org/drawingml/2006/main">
            <a:off x="10420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7" name="bin-16-14">
            <a:extLst xmlns:a="http://schemas.openxmlformats.org/drawingml/2006/main">
              <a:ext uri="{FF2B5EF4-FFF2-40B4-BE49-F238E27FC236}">
                <a16:creationId xmlns:a16="http://schemas.microsoft.com/office/drawing/2014/main" id="{5BEC0196-DA64-46A8-A116-5C442615CB2C}"/>
              </a:ext>
            </a:extLst>
          </p:cNvPr>
          <p:cNvSpPr>
            <a:spLocks xmlns:a="http://schemas.openxmlformats.org/drawingml/2006/main" noGrp="1"/>
          </p:cNvSpPr>
          <p:nvPr/>
        </p:nvSpPr>
        <p:spPr>
          <a:xfrm xmlns:a="http://schemas.openxmlformats.org/drawingml/2006/main">
            <a:off x="10706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8" name="bin-16-15">
            <a:extLst xmlns:a="http://schemas.openxmlformats.org/drawingml/2006/main">
              <a:ext uri="{FF2B5EF4-FFF2-40B4-BE49-F238E27FC236}">
                <a16:creationId xmlns:a16="http://schemas.microsoft.com/office/drawing/2014/main" id="{2D929A57-94F3-4C58-AF84-7BEBFFE15D57}"/>
              </a:ext>
            </a:extLst>
          </p:cNvPr>
          <p:cNvSpPr>
            <a:spLocks xmlns:a="http://schemas.openxmlformats.org/drawingml/2006/main" noGrp="1"/>
          </p:cNvSpPr>
          <p:nvPr/>
        </p:nvSpPr>
        <p:spPr>
          <a:xfrm xmlns:a="http://schemas.openxmlformats.org/drawingml/2006/main">
            <a:off x="10991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9" name="bound-16-0">
            <a:extLst xmlns:a="http://schemas.openxmlformats.org/drawingml/2006/main">
              <a:ext uri="{FF2B5EF4-FFF2-40B4-BE49-F238E27FC236}">
                <a16:creationId xmlns:a16="http://schemas.microsoft.com/office/drawing/2014/main" id="{5751C032-B612-49E5-8DDE-58DF5591C6CB}"/>
              </a:ext>
            </a:extLst>
          </p:cNvPr>
          <p:cNvSpPr>
            <a:spLocks xmlns:a="http://schemas.openxmlformats.org/drawingml/2006/main" noGrp="1"/>
          </p:cNvSpPr>
          <p:nvPr/>
        </p:nvSpPr>
        <p:spPr>
          <a:xfrm xmlns:a="http://schemas.openxmlformats.org/drawingml/2006/main">
            <a:off x="6496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50" name="bound-16-2">
            <a:extLst xmlns:a="http://schemas.openxmlformats.org/drawingml/2006/main">
              <a:ext uri="{FF2B5EF4-FFF2-40B4-BE49-F238E27FC236}">
                <a16:creationId xmlns:a16="http://schemas.microsoft.com/office/drawing/2014/main" id="{9A773742-EE2D-4AE7-B2F2-C58447E96B6B}"/>
              </a:ext>
            </a:extLst>
          </p:cNvPr>
          <p:cNvSpPr>
            <a:spLocks xmlns:a="http://schemas.openxmlformats.org/drawingml/2006/main" noGrp="1"/>
          </p:cNvSpPr>
          <p:nvPr/>
        </p:nvSpPr>
        <p:spPr>
          <a:xfrm xmlns:a="http://schemas.openxmlformats.org/drawingml/2006/main">
            <a:off x="7067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51" name="bound-16-4">
            <a:extLst xmlns:a="http://schemas.openxmlformats.org/drawingml/2006/main">
              <a:ext uri="{FF2B5EF4-FFF2-40B4-BE49-F238E27FC236}">
                <a16:creationId xmlns:a16="http://schemas.microsoft.com/office/drawing/2014/main" id="{1CDB975C-F9D5-47CC-957C-1C95DFFC5012}"/>
              </a:ext>
            </a:extLst>
          </p:cNvPr>
          <p:cNvSpPr>
            <a:spLocks xmlns:a="http://schemas.openxmlformats.org/drawingml/2006/main" noGrp="1"/>
          </p:cNvSpPr>
          <p:nvPr/>
        </p:nvSpPr>
        <p:spPr>
          <a:xfrm xmlns:a="http://schemas.openxmlformats.org/drawingml/2006/main">
            <a:off x="7639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52" name="bound-16-6">
            <a:extLst xmlns:a="http://schemas.openxmlformats.org/drawingml/2006/main">
              <a:ext uri="{FF2B5EF4-FFF2-40B4-BE49-F238E27FC236}">
                <a16:creationId xmlns:a16="http://schemas.microsoft.com/office/drawing/2014/main" id="{7F320E69-3823-4F2A-B94E-5DA861990D1C}"/>
              </a:ext>
            </a:extLst>
          </p:cNvPr>
          <p:cNvSpPr>
            <a:spLocks xmlns:a="http://schemas.openxmlformats.org/drawingml/2006/main" noGrp="1"/>
          </p:cNvSpPr>
          <p:nvPr/>
        </p:nvSpPr>
        <p:spPr>
          <a:xfrm xmlns:a="http://schemas.openxmlformats.org/drawingml/2006/main">
            <a:off x="8210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53" name="bound-16-8">
            <a:extLst xmlns:a="http://schemas.openxmlformats.org/drawingml/2006/main">
              <a:ext uri="{FF2B5EF4-FFF2-40B4-BE49-F238E27FC236}">
                <a16:creationId xmlns:a16="http://schemas.microsoft.com/office/drawing/2014/main" id="{13AD8099-FCCE-46A8-82ED-CFBAB69BF710}"/>
              </a:ext>
            </a:extLst>
          </p:cNvPr>
          <p:cNvSpPr>
            <a:spLocks xmlns:a="http://schemas.openxmlformats.org/drawingml/2006/main" noGrp="1"/>
          </p:cNvSpPr>
          <p:nvPr/>
        </p:nvSpPr>
        <p:spPr>
          <a:xfrm xmlns:a="http://schemas.openxmlformats.org/drawingml/2006/main">
            <a:off x="8782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54" name="bound-16-10">
            <a:extLst xmlns:a="http://schemas.openxmlformats.org/drawingml/2006/main">
              <a:ext uri="{FF2B5EF4-FFF2-40B4-BE49-F238E27FC236}">
                <a16:creationId xmlns:a16="http://schemas.microsoft.com/office/drawing/2014/main" id="{2D0042EF-ACA4-4502-8F48-BD946DC996EF}"/>
              </a:ext>
            </a:extLst>
          </p:cNvPr>
          <p:cNvSpPr>
            <a:spLocks xmlns:a="http://schemas.openxmlformats.org/drawingml/2006/main" noGrp="1"/>
          </p:cNvSpPr>
          <p:nvPr/>
        </p:nvSpPr>
        <p:spPr>
          <a:xfrm xmlns:a="http://schemas.openxmlformats.org/drawingml/2006/main">
            <a:off x="9353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55" name="bound-16-12">
            <a:extLst xmlns:a="http://schemas.openxmlformats.org/drawingml/2006/main">
              <a:ext uri="{FF2B5EF4-FFF2-40B4-BE49-F238E27FC236}">
                <a16:creationId xmlns:a16="http://schemas.microsoft.com/office/drawing/2014/main" id="{3E5B4FF3-F7F9-4384-888A-112D4918731E}"/>
              </a:ext>
            </a:extLst>
          </p:cNvPr>
          <p:cNvSpPr>
            <a:spLocks xmlns:a="http://schemas.openxmlformats.org/drawingml/2006/main" noGrp="1"/>
          </p:cNvSpPr>
          <p:nvPr/>
        </p:nvSpPr>
        <p:spPr>
          <a:xfrm xmlns:a="http://schemas.openxmlformats.org/drawingml/2006/main">
            <a:off x="9925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56" name="bound-16-14">
            <a:extLst xmlns:a="http://schemas.openxmlformats.org/drawingml/2006/main">
              <a:ext uri="{FF2B5EF4-FFF2-40B4-BE49-F238E27FC236}">
                <a16:creationId xmlns:a16="http://schemas.microsoft.com/office/drawing/2014/main" id="{F08BA2B6-EA05-40E5-9750-26A8D176DC71}"/>
              </a:ext>
            </a:extLst>
          </p:cNvPr>
          <p:cNvSpPr>
            <a:spLocks xmlns:a="http://schemas.openxmlformats.org/drawingml/2006/main" noGrp="1"/>
          </p:cNvSpPr>
          <p:nvPr/>
        </p:nvSpPr>
        <p:spPr>
          <a:xfrm xmlns:a="http://schemas.openxmlformats.org/drawingml/2006/main">
            <a:off x="10496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57" name="bound-16-16">
            <a:extLst xmlns:a="http://schemas.openxmlformats.org/drawingml/2006/main">
              <a:ext uri="{FF2B5EF4-FFF2-40B4-BE49-F238E27FC236}">
                <a16:creationId xmlns:a16="http://schemas.microsoft.com/office/drawing/2014/main" id="{62636856-DBDB-4ED2-AA45-05DE852D1D96}"/>
              </a:ext>
            </a:extLst>
          </p:cNvPr>
          <p:cNvSpPr>
            <a:spLocks xmlns:a="http://schemas.openxmlformats.org/drawingml/2006/main" noGrp="1"/>
          </p:cNvSpPr>
          <p:nvPr/>
        </p:nvSpPr>
        <p:spPr>
          <a:xfrm xmlns:a="http://schemas.openxmlformats.org/drawingml/2006/main">
            <a:off x="11068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58" name="given-q3">
            <a:extLst xmlns:a="http://schemas.openxmlformats.org/drawingml/2006/main">
              <a:ext uri="{FF2B5EF4-FFF2-40B4-BE49-F238E27FC236}">
                <a16:creationId xmlns:a16="http://schemas.microsoft.com/office/drawing/2014/main" id="{E89F7246-ED20-45F1-9D04-410D8BBF4C2D}"/>
              </a:ext>
            </a:extLst>
          </p:cNvPr>
          <p:cNvSpPr>
            <a:spLocks xmlns:a="http://schemas.openxmlformats.org/drawingml/2006/main" noGrp="1"/>
          </p:cNvSpPr>
          <p:nvPr/>
        </p:nvSpPr>
        <p:spPr>
          <a:xfrm xmlns:a="http://schemas.openxmlformats.org/drawingml/2006/main">
            <a:off x="6096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已知：3bit把3.71近似为3.5。</a:t>
            </a:r>
          </a:p>
        </p:txBody>
      </p:sp>
      <p:sp>
        <p:nvSpPr>
          <p:cNvPr id="59" name="text">
            <a:extLst xmlns:a="http://schemas.openxmlformats.org/drawingml/2006/main">
              <a:ext uri="{FF2B5EF4-FFF2-40B4-BE49-F238E27FC236}">
                <a16:creationId xmlns:a16="http://schemas.microsoft.com/office/drawing/2014/main" id="{D4303052-50DF-43EB-90D4-9083E845041E}"/>
              </a:ext>
            </a:extLst>
          </p:cNvPr>
          <p:cNvSpPr>
            <a:spLocks xmlns:a="http://schemas.openxmlformats.org/drawingml/2006/main" noGrp="1"/>
          </p:cNvSpPr>
          <p:nvPr/>
        </p:nvSpPr>
        <p:spPr>
          <a:xfrm xmlns:a="http://schemas.openxmlformats.org/drawingml/2006/main">
            <a:off x="64008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4bit对应哪一段？代表值是多少？</a:t>
            </a:r>
          </a:p>
        </p:txBody>
      </p:sp>
    </p:spTree>
    <p:extLst>
      <p:ext uri="{BB962C8B-B14F-4D97-AF65-F5344CB8AC3E}">
        <p14:creationId xmlns:p14="http://schemas.microsoft.com/office/powerpoint/2010/main" val="66867253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同一个3.71，4bit会怎样近似它？</a:t>
            </a:r>
          </a:p>
        </p:txBody>
      </p:sp>
      <p:sp>
        <p:nvSpPr>
          <p:cNvPr id="5" name="text">
            <a:extLst xmlns:a="http://schemas.openxmlformats.org/drawingml/2006/main">
              <a:ext uri="{FF2B5EF4-FFF2-40B4-BE49-F238E27FC236}">
                <a16:creationId xmlns:a16="http://schemas.microsoft.com/office/drawing/2014/main" id="{22DBAD40-10DF-4CC9-8289-AD5F8FC3208B}"/>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范围仍为 [0,8)；各档中点作代表值。</a:t>
            </a:r>
          </a:p>
        </p:txBody>
      </p:sp>
      <p:sp>
        <p:nvSpPr>
          <p:cNvPr id="6" name="q3-heading">
            <a:extLst xmlns:a="http://schemas.openxmlformats.org/drawingml/2006/main">
              <a:ext uri="{FF2B5EF4-FFF2-40B4-BE49-F238E27FC236}">
                <a16:creationId xmlns:a16="http://schemas.microsoft.com/office/drawing/2014/main" id="{1B1FBB31-5F81-421C-8FFA-2245E88254AD}"/>
              </a:ext>
            </a:extLst>
          </p:cNvPr>
          <p:cNvSpPr>
            <a:spLocks xmlns:a="http://schemas.openxmlformats.org/drawingml/2006/main" noGrp="1"/>
          </p:cNvSpPr>
          <p:nvPr/>
        </p:nvSpPr>
        <p:spPr>
          <a:xfrm xmlns:a="http://schemas.openxmlformats.org/drawingml/2006/main">
            <a:off x="609600" y="20955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3bit：8档</a:t>
            </a:r>
          </a:p>
        </p:txBody>
      </p:sp>
      <p:sp>
        <p:nvSpPr>
          <p:cNvPr id="7" name="q4-heading">
            <a:extLst xmlns:a="http://schemas.openxmlformats.org/drawingml/2006/main">
              <a:ext uri="{FF2B5EF4-FFF2-40B4-BE49-F238E27FC236}">
                <a16:creationId xmlns:a16="http://schemas.microsoft.com/office/drawing/2014/main" id="{FFCBDD78-1A8C-41AB-86AA-0FE7471BB2A4}"/>
              </a:ext>
            </a:extLst>
          </p:cNvPr>
          <p:cNvSpPr>
            <a:spLocks xmlns:a="http://schemas.openxmlformats.org/drawingml/2006/main" noGrp="1"/>
          </p:cNvSpPr>
          <p:nvPr/>
        </p:nvSpPr>
        <p:spPr>
          <a:xfrm xmlns:a="http://schemas.openxmlformats.org/drawingml/2006/main">
            <a:off x="6400800" y="20955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4bit：16档</a:t>
            </a:r>
          </a:p>
        </p:txBody>
      </p:sp>
      <p:sp>
        <p:nvSpPr>
          <p:cNvPr id="8" name="bin-8-0">
            <a:extLst xmlns:a="http://schemas.openxmlformats.org/drawingml/2006/main">
              <a:ext uri="{FF2B5EF4-FFF2-40B4-BE49-F238E27FC236}">
                <a16:creationId xmlns:a16="http://schemas.microsoft.com/office/drawing/2014/main" id="{AC111489-3A5B-4BD7-A4B6-5775041CB3CE}"/>
              </a:ext>
            </a:extLst>
          </p:cNvPr>
          <p:cNvSpPr>
            <a:spLocks xmlns:a="http://schemas.openxmlformats.org/drawingml/2006/main" noGrp="1"/>
          </p:cNvSpPr>
          <p:nvPr/>
        </p:nvSpPr>
        <p:spPr>
          <a:xfrm xmlns:a="http://schemas.openxmlformats.org/drawingml/2006/main">
            <a:off x="914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0">
            <a:extLst xmlns:a="http://schemas.openxmlformats.org/drawingml/2006/main">
              <a:ext uri="{FF2B5EF4-FFF2-40B4-BE49-F238E27FC236}">
                <a16:creationId xmlns:a16="http://schemas.microsoft.com/office/drawing/2014/main" id="{A1401CF1-E322-4B48-91E0-EA0F0034C7B6}"/>
              </a:ext>
            </a:extLst>
          </p:cNvPr>
          <p:cNvSpPr>
            <a:spLocks xmlns:a="http://schemas.openxmlformats.org/drawingml/2006/main" noGrp="1"/>
          </p:cNvSpPr>
          <p:nvPr/>
        </p:nvSpPr>
        <p:spPr>
          <a:xfrm xmlns:a="http://schemas.openxmlformats.org/drawingml/2006/main">
            <a:off x="914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10" name="bin-8-1">
            <a:extLst xmlns:a="http://schemas.openxmlformats.org/drawingml/2006/main">
              <a:ext uri="{FF2B5EF4-FFF2-40B4-BE49-F238E27FC236}">
                <a16:creationId xmlns:a16="http://schemas.microsoft.com/office/drawing/2014/main" id="{42A7F2B7-85EA-434A-B65F-B0305E71333B}"/>
              </a:ext>
            </a:extLst>
          </p:cNvPr>
          <p:cNvSpPr>
            <a:spLocks xmlns:a="http://schemas.openxmlformats.org/drawingml/2006/main" noGrp="1"/>
          </p:cNvSpPr>
          <p:nvPr/>
        </p:nvSpPr>
        <p:spPr>
          <a:xfrm xmlns:a="http://schemas.openxmlformats.org/drawingml/2006/main">
            <a:off x="1485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1">
            <a:extLst xmlns:a="http://schemas.openxmlformats.org/drawingml/2006/main">
              <a:ext uri="{FF2B5EF4-FFF2-40B4-BE49-F238E27FC236}">
                <a16:creationId xmlns:a16="http://schemas.microsoft.com/office/drawing/2014/main" id="{682A9644-3A08-4753-9326-9EC1747DC9FB}"/>
              </a:ext>
            </a:extLst>
          </p:cNvPr>
          <p:cNvSpPr>
            <a:spLocks xmlns:a="http://schemas.openxmlformats.org/drawingml/2006/main" noGrp="1"/>
          </p:cNvSpPr>
          <p:nvPr/>
        </p:nvSpPr>
        <p:spPr>
          <a:xfrm xmlns:a="http://schemas.openxmlformats.org/drawingml/2006/main">
            <a:off x="1485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2" name="bin-8-2">
            <a:extLst xmlns:a="http://schemas.openxmlformats.org/drawingml/2006/main">
              <a:ext uri="{FF2B5EF4-FFF2-40B4-BE49-F238E27FC236}">
                <a16:creationId xmlns:a16="http://schemas.microsoft.com/office/drawing/2014/main" id="{466D597C-79DB-46C9-97FE-D14335F21182}"/>
              </a:ext>
            </a:extLst>
          </p:cNvPr>
          <p:cNvSpPr>
            <a:spLocks xmlns:a="http://schemas.openxmlformats.org/drawingml/2006/main" noGrp="1"/>
          </p:cNvSpPr>
          <p:nvPr/>
        </p:nvSpPr>
        <p:spPr>
          <a:xfrm xmlns:a="http://schemas.openxmlformats.org/drawingml/2006/main">
            <a:off x="2057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2">
            <a:extLst xmlns:a="http://schemas.openxmlformats.org/drawingml/2006/main">
              <a:ext uri="{FF2B5EF4-FFF2-40B4-BE49-F238E27FC236}">
                <a16:creationId xmlns:a16="http://schemas.microsoft.com/office/drawing/2014/main" id="{8EE221AC-C734-47B9-B8FF-3F7C9830CCAC}"/>
              </a:ext>
            </a:extLst>
          </p:cNvPr>
          <p:cNvSpPr>
            <a:spLocks xmlns:a="http://schemas.openxmlformats.org/drawingml/2006/main" noGrp="1"/>
          </p:cNvSpPr>
          <p:nvPr/>
        </p:nvSpPr>
        <p:spPr>
          <a:xfrm xmlns:a="http://schemas.openxmlformats.org/drawingml/2006/main">
            <a:off x="2057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4" name="bin-8-3">
            <a:extLst xmlns:a="http://schemas.openxmlformats.org/drawingml/2006/main">
              <a:ext uri="{FF2B5EF4-FFF2-40B4-BE49-F238E27FC236}">
                <a16:creationId xmlns:a16="http://schemas.microsoft.com/office/drawing/2014/main" id="{B160B480-C46D-41FA-BAFF-8151AA8D2530}"/>
              </a:ext>
            </a:extLst>
          </p:cNvPr>
          <p:cNvSpPr>
            <a:spLocks xmlns:a="http://schemas.openxmlformats.org/drawingml/2006/main" noGrp="1"/>
          </p:cNvSpPr>
          <p:nvPr/>
        </p:nvSpPr>
        <p:spPr>
          <a:xfrm xmlns:a="http://schemas.openxmlformats.org/drawingml/2006/main">
            <a:off x="2628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3">
            <a:extLst xmlns:a="http://schemas.openxmlformats.org/drawingml/2006/main">
              <a:ext uri="{FF2B5EF4-FFF2-40B4-BE49-F238E27FC236}">
                <a16:creationId xmlns:a16="http://schemas.microsoft.com/office/drawing/2014/main" id="{35F50560-96BB-44D8-862C-D6E8C00954D5}"/>
              </a:ext>
            </a:extLst>
          </p:cNvPr>
          <p:cNvSpPr>
            <a:spLocks xmlns:a="http://schemas.openxmlformats.org/drawingml/2006/main" noGrp="1"/>
          </p:cNvSpPr>
          <p:nvPr/>
        </p:nvSpPr>
        <p:spPr>
          <a:xfrm xmlns:a="http://schemas.openxmlformats.org/drawingml/2006/main">
            <a:off x="2628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6" name="bin-8-4">
            <a:extLst xmlns:a="http://schemas.openxmlformats.org/drawingml/2006/main">
              <a:ext uri="{FF2B5EF4-FFF2-40B4-BE49-F238E27FC236}">
                <a16:creationId xmlns:a16="http://schemas.microsoft.com/office/drawing/2014/main" id="{985EB109-F9A2-4F60-846F-02D4D59735A4}"/>
              </a:ext>
            </a:extLst>
          </p:cNvPr>
          <p:cNvSpPr>
            <a:spLocks xmlns:a="http://schemas.openxmlformats.org/drawingml/2006/main" noGrp="1"/>
          </p:cNvSpPr>
          <p:nvPr/>
        </p:nvSpPr>
        <p:spPr>
          <a:xfrm xmlns:a="http://schemas.openxmlformats.org/drawingml/2006/main">
            <a:off x="3200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4">
            <a:extLst xmlns:a="http://schemas.openxmlformats.org/drawingml/2006/main">
              <a:ext uri="{FF2B5EF4-FFF2-40B4-BE49-F238E27FC236}">
                <a16:creationId xmlns:a16="http://schemas.microsoft.com/office/drawing/2014/main" id="{86F64786-FA65-4F04-AE14-7D39328D81A4}"/>
              </a:ext>
            </a:extLst>
          </p:cNvPr>
          <p:cNvSpPr>
            <a:spLocks xmlns:a="http://schemas.openxmlformats.org/drawingml/2006/main" noGrp="1"/>
          </p:cNvSpPr>
          <p:nvPr/>
        </p:nvSpPr>
        <p:spPr>
          <a:xfrm xmlns:a="http://schemas.openxmlformats.org/drawingml/2006/main">
            <a:off x="3200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8" name="bin-8-5">
            <a:extLst xmlns:a="http://schemas.openxmlformats.org/drawingml/2006/main">
              <a:ext uri="{FF2B5EF4-FFF2-40B4-BE49-F238E27FC236}">
                <a16:creationId xmlns:a16="http://schemas.microsoft.com/office/drawing/2014/main" id="{56F3095C-E845-4907-A2BB-1C866567FD74}"/>
              </a:ext>
            </a:extLst>
          </p:cNvPr>
          <p:cNvSpPr>
            <a:spLocks xmlns:a="http://schemas.openxmlformats.org/drawingml/2006/main" noGrp="1"/>
          </p:cNvSpPr>
          <p:nvPr/>
        </p:nvSpPr>
        <p:spPr>
          <a:xfrm xmlns:a="http://schemas.openxmlformats.org/drawingml/2006/main">
            <a:off x="3771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5">
            <a:extLst xmlns:a="http://schemas.openxmlformats.org/drawingml/2006/main">
              <a:ext uri="{FF2B5EF4-FFF2-40B4-BE49-F238E27FC236}">
                <a16:creationId xmlns:a16="http://schemas.microsoft.com/office/drawing/2014/main" id="{7BCDFCF0-9828-4E61-A577-90CA038E4AF3}"/>
              </a:ext>
            </a:extLst>
          </p:cNvPr>
          <p:cNvSpPr>
            <a:spLocks xmlns:a="http://schemas.openxmlformats.org/drawingml/2006/main" noGrp="1"/>
          </p:cNvSpPr>
          <p:nvPr/>
        </p:nvSpPr>
        <p:spPr>
          <a:xfrm xmlns:a="http://schemas.openxmlformats.org/drawingml/2006/main">
            <a:off x="3771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20" name="bin-8-6">
            <a:extLst xmlns:a="http://schemas.openxmlformats.org/drawingml/2006/main">
              <a:ext uri="{FF2B5EF4-FFF2-40B4-BE49-F238E27FC236}">
                <a16:creationId xmlns:a16="http://schemas.microsoft.com/office/drawing/2014/main" id="{B78C45BC-51E4-4A08-8A94-016359B9EAD0}"/>
              </a:ext>
            </a:extLst>
          </p:cNvPr>
          <p:cNvSpPr>
            <a:spLocks xmlns:a="http://schemas.openxmlformats.org/drawingml/2006/main" noGrp="1"/>
          </p:cNvSpPr>
          <p:nvPr/>
        </p:nvSpPr>
        <p:spPr>
          <a:xfrm xmlns:a="http://schemas.openxmlformats.org/drawingml/2006/main">
            <a:off x="4343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6">
            <a:extLst xmlns:a="http://schemas.openxmlformats.org/drawingml/2006/main">
              <a:ext uri="{FF2B5EF4-FFF2-40B4-BE49-F238E27FC236}">
                <a16:creationId xmlns:a16="http://schemas.microsoft.com/office/drawing/2014/main" id="{71CDC4D8-4FA3-45C9-86A2-FCA974B3F349}"/>
              </a:ext>
            </a:extLst>
          </p:cNvPr>
          <p:cNvSpPr>
            <a:spLocks xmlns:a="http://schemas.openxmlformats.org/drawingml/2006/main" noGrp="1"/>
          </p:cNvSpPr>
          <p:nvPr/>
        </p:nvSpPr>
        <p:spPr>
          <a:xfrm xmlns:a="http://schemas.openxmlformats.org/drawingml/2006/main">
            <a:off x="4343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2" name="bin-8-7">
            <a:extLst xmlns:a="http://schemas.openxmlformats.org/drawingml/2006/main">
              <a:ext uri="{FF2B5EF4-FFF2-40B4-BE49-F238E27FC236}">
                <a16:creationId xmlns:a16="http://schemas.microsoft.com/office/drawing/2014/main" id="{445E3568-7B03-4079-B855-F924A06E25F8}"/>
              </a:ext>
            </a:extLst>
          </p:cNvPr>
          <p:cNvSpPr>
            <a:spLocks xmlns:a="http://schemas.openxmlformats.org/drawingml/2006/main" noGrp="1"/>
          </p:cNvSpPr>
          <p:nvPr/>
        </p:nvSpPr>
        <p:spPr>
          <a:xfrm xmlns:a="http://schemas.openxmlformats.org/drawingml/2006/main">
            <a:off x="4914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3" name="grade-8-7">
            <a:extLst xmlns:a="http://schemas.openxmlformats.org/drawingml/2006/main">
              <a:ext uri="{FF2B5EF4-FFF2-40B4-BE49-F238E27FC236}">
                <a16:creationId xmlns:a16="http://schemas.microsoft.com/office/drawing/2014/main" id="{AE5E680B-8321-4115-9801-AB7C93A03E7C}"/>
              </a:ext>
            </a:extLst>
          </p:cNvPr>
          <p:cNvSpPr>
            <a:spLocks xmlns:a="http://schemas.openxmlformats.org/drawingml/2006/main" noGrp="1"/>
          </p:cNvSpPr>
          <p:nvPr/>
        </p:nvSpPr>
        <p:spPr>
          <a:xfrm xmlns:a="http://schemas.openxmlformats.org/drawingml/2006/main">
            <a:off x="4914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4" name="bound-8-0">
            <a:extLst xmlns:a="http://schemas.openxmlformats.org/drawingml/2006/main">
              <a:ext uri="{FF2B5EF4-FFF2-40B4-BE49-F238E27FC236}">
                <a16:creationId xmlns:a16="http://schemas.microsoft.com/office/drawing/2014/main" id="{522EA6DE-0EDC-49B3-B198-8237FEC04F10}"/>
              </a:ext>
            </a:extLst>
          </p:cNvPr>
          <p:cNvSpPr>
            <a:spLocks xmlns:a="http://schemas.openxmlformats.org/drawingml/2006/main" noGrp="1"/>
          </p:cNvSpPr>
          <p:nvPr/>
        </p:nvSpPr>
        <p:spPr>
          <a:xfrm xmlns:a="http://schemas.openxmlformats.org/drawingml/2006/main">
            <a:off x="704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5" name="bound-8-1">
            <a:extLst xmlns:a="http://schemas.openxmlformats.org/drawingml/2006/main">
              <a:ext uri="{FF2B5EF4-FFF2-40B4-BE49-F238E27FC236}">
                <a16:creationId xmlns:a16="http://schemas.microsoft.com/office/drawing/2014/main" id="{E64AFD6B-EB49-4FCE-B339-59777E051D96}"/>
              </a:ext>
            </a:extLst>
          </p:cNvPr>
          <p:cNvSpPr>
            <a:spLocks xmlns:a="http://schemas.openxmlformats.org/drawingml/2006/main" noGrp="1"/>
          </p:cNvSpPr>
          <p:nvPr/>
        </p:nvSpPr>
        <p:spPr>
          <a:xfrm xmlns:a="http://schemas.openxmlformats.org/drawingml/2006/main">
            <a:off x="1276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6" name="bound-8-2">
            <a:extLst xmlns:a="http://schemas.openxmlformats.org/drawingml/2006/main">
              <a:ext uri="{FF2B5EF4-FFF2-40B4-BE49-F238E27FC236}">
                <a16:creationId xmlns:a16="http://schemas.microsoft.com/office/drawing/2014/main" id="{3489D01A-1830-446D-B8E3-3623BB4F4D68}"/>
              </a:ext>
            </a:extLst>
          </p:cNvPr>
          <p:cNvSpPr>
            <a:spLocks xmlns:a="http://schemas.openxmlformats.org/drawingml/2006/main" noGrp="1"/>
          </p:cNvSpPr>
          <p:nvPr/>
        </p:nvSpPr>
        <p:spPr>
          <a:xfrm xmlns:a="http://schemas.openxmlformats.org/drawingml/2006/main">
            <a:off x="1847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7" name="bound-8-3">
            <a:extLst xmlns:a="http://schemas.openxmlformats.org/drawingml/2006/main">
              <a:ext uri="{FF2B5EF4-FFF2-40B4-BE49-F238E27FC236}">
                <a16:creationId xmlns:a16="http://schemas.microsoft.com/office/drawing/2014/main" id="{097BCFD9-EB4F-492F-A06B-80A4782882AF}"/>
              </a:ext>
            </a:extLst>
          </p:cNvPr>
          <p:cNvSpPr>
            <a:spLocks xmlns:a="http://schemas.openxmlformats.org/drawingml/2006/main" noGrp="1"/>
          </p:cNvSpPr>
          <p:nvPr/>
        </p:nvSpPr>
        <p:spPr>
          <a:xfrm xmlns:a="http://schemas.openxmlformats.org/drawingml/2006/main">
            <a:off x="2419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8" name="bound-8-4">
            <a:extLst xmlns:a="http://schemas.openxmlformats.org/drawingml/2006/main">
              <a:ext uri="{FF2B5EF4-FFF2-40B4-BE49-F238E27FC236}">
                <a16:creationId xmlns:a16="http://schemas.microsoft.com/office/drawing/2014/main" id="{E64BC99F-B578-45F6-91DF-CD0778E7E1C4}"/>
              </a:ext>
            </a:extLst>
          </p:cNvPr>
          <p:cNvSpPr>
            <a:spLocks xmlns:a="http://schemas.openxmlformats.org/drawingml/2006/main" noGrp="1"/>
          </p:cNvSpPr>
          <p:nvPr/>
        </p:nvSpPr>
        <p:spPr>
          <a:xfrm xmlns:a="http://schemas.openxmlformats.org/drawingml/2006/main">
            <a:off x="2990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9" name="bound-8-5">
            <a:extLst xmlns:a="http://schemas.openxmlformats.org/drawingml/2006/main">
              <a:ext uri="{FF2B5EF4-FFF2-40B4-BE49-F238E27FC236}">
                <a16:creationId xmlns:a16="http://schemas.microsoft.com/office/drawing/2014/main" id="{EF085328-0884-47B4-837C-65BFDDC2CF08}"/>
              </a:ext>
            </a:extLst>
          </p:cNvPr>
          <p:cNvSpPr>
            <a:spLocks xmlns:a="http://schemas.openxmlformats.org/drawingml/2006/main" noGrp="1"/>
          </p:cNvSpPr>
          <p:nvPr/>
        </p:nvSpPr>
        <p:spPr>
          <a:xfrm xmlns:a="http://schemas.openxmlformats.org/drawingml/2006/main">
            <a:off x="3562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30" name="bound-8-6">
            <a:extLst xmlns:a="http://schemas.openxmlformats.org/drawingml/2006/main">
              <a:ext uri="{FF2B5EF4-FFF2-40B4-BE49-F238E27FC236}">
                <a16:creationId xmlns:a16="http://schemas.microsoft.com/office/drawing/2014/main" id="{87FB782E-B091-4CEA-9FDE-4B62F3ED5D21}"/>
              </a:ext>
            </a:extLst>
          </p:cNvPr>
          <p:cNvSpPr>
            <a:spLocks xmlns:a="http://schemas.openxmlformats.org/drawingml/2006/main" noGrp="1"/>
          </p:cNvSpPr>
          <p:nvPr/>
        </p:nvSpPr>
        <p:spPr>
          <a:xfrm xmlns:a="http://schemas.openxmlformats.org/drawingml/2006/main">
            <a:off x="4133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1" name="bound-8-7">
            <a:extLst xmlns:a="http://schemas.openxmlformats.org/drawingml/2006/main">
              <a:ext uri="{FF2B5EF4-FFF2-40B4-BE49-F238E27FC236}">
                <a16:creationId xmlns:a16="http://schemas.microsoft.com/office/drawing/2014/main" id="{9B484393-D80B-4744-A1CD-EFE54A056B49}"/>
              </a:ext>
            </a:extLst>
          </p:cNvPr>
          <p:cNvSpPr>
            <a:spLocks xmlns:a="http://schemas.openxmlformats.org/drawingml/2006/main" noGrp="1"/>
          </p:cNvSpPr>
          <p:nvPr/>
        </p:nvSpPr>
        <p:spPr>
          <a:xfrm xmlns:a="http://schemas.openxmlformats.org/drawingml/2006/main">
            <a:off x="4705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2" name="bound-8-8">
            <a:extLst xmlns:a="http://schemas.openxmlformats.org/drawingml/2006/main">
              <a:ext uri="{FF2B5EF4-FFF2-40B4-BE49-F238E27FC236}">
                <a16:creationId xmlns:a16="http://schemas.microsoft.com/office/drawing/2014/main" id="{D25D82C1-699B-474B-9834-EF90368E0437}"/>
              </a:ext>
            </a:extLst>
          </p:cNvPr>
          <p:cNvSpPr>
            <a:spLocks xmlns:a="http://schemas.openxmlformats.org/drawingml/2006/main" noGrp="1"/>
          </p:cNvSpPr>
          <p:nvPr/>
        </p:nvSpPr>
        <p:spPr>
          <a:xfrm xmlns:a="http://schemas.openxmlformats.org/drawingml/2006/main">
            <a:off x="5276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3" name="bin-16-0">
            <a:extLst xmlns:a="http://schemas.openxmlformats.org/drawingml/2006/main">
              <a:ext uri="{FF2B5EF4-FFF2-40B4-BE49-F238E27FC236}">
                <a16:creationId xmlns:a16="http://schemas.microsoft.com/office/drawing/2014/main" id="{F2FBC633-12C1-48F8-9FB2-7B5DF5908726}"/>
              </a:ext>
            </a:extLst>
          </p:cNvPr>
          <p:cNvSpPr>
            <a:spLocks xmlns:a="http://schemas.openxmlformats.org/drawingml/2006/main" noGrp="1"/>
          </p:cNvSpPr>
          <p:nvPr/>
        </p:nvSpPr>
        <p:spPr>
          <a:xfrm xmlns:a="http://schemas.openxmlformats.org/drawingml/2006/main">
            <a:off x="6705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4" name="bin-16-1">
            <a:extLst xmlns:a="http://schemas.openxmlformats.org/drawingml/2006/main">
              <a:ext uri="{FF2B5EF4-FFF2-40B4-BE49-F238E27FC236}">
                <a16:creationId xmlns:a16="http://schemas.microsoft.com/office/drawing/2014/main" id="{885AC2AA-7002-40CB-BEA1-25A5B16981BC}"/>
              </a:ext>
            </a:extLst>
          </p:cNvPr>
          <p:cNvSpPr>
            <a:spLocks xmlns:a="http://schemas.openxmlformats.org/drawingml/2006/main" noGrp="1"/>
          </p:cNvSpPr>
          <p:nvPr/>
        </p:nvSpPr>
        <p:spPr>
          <a:xfrm xmlns:a="http://schemas.openxmlformats.org/drawingml/2006/main">
            <a:off x="6991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5" name="bin-16-2">
            <a:extLst xmlns:a="http://schemas.openxmlformats.org/drawingml/2006/main">
              <a:ext uri="{FF2B5EF4-FFF2-40B4-BE49-F238E27FC236}">
                <a16:creationId xmlns:a16="http://schemas.microsoft.com/office/drawing/2014/main" id="{A192A382-9127-4D12-B5C8-FFE0FC883CB2}"/>
              </a:ext>
            </a:extLst>
          </p:cNvPr>
          <p:cNvSpPr>
            <a:spLocks xmlns:a="http://schemas.openxmlformats.org/drawingml/2006/main" noGrp="1"/>
          </p:cNvSpPr>
          <p:nvPr/>
        </p:nvSpPr>
        <p:spPr>
          <a:xfrm xmlns:a="http://schemas.openxmlformats.org/drawingml/2006/main">
            <a:off x="7277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6" name="bin-16-3">
            <a:extLst xmlns:a="http://schemas.openxmlformats.org/drawingml/2006/main">
              <a:ext uri="{FF2B5EF4-FFF2-40B4-BE49-F238E27FC236}">
                <a16:creationId xmlns:a16="http://schemas.microsoft.com/office/drawing/2014/main" id="{3F6A56D8-B572-4358-9643-A4EE915E9FB5}"/>
              </a:ext>
            </a:extLst>
          </p:cNvPr>
          <p:cNvSpPr>
            <a:spLocks xmlns:a="http://schemas.openxmlformats.org/drawingml/2006/main" noGrp="1"/>
          </p:cNvSpPr>
          <p:nvPr/>
        </p:nvSpPr>
        <p:spPr>
          <a:xfrm xmlns:a="http://schemas.openxmlformats.org/drawingml/2006/main">
            <a:off x="7562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7" name="bin-16-4">
            <a:extLst xmlns:a="http://schemas.openxmlformats.org/drawingml/2006/main">
              <a:ext uri="{FF2B5EF4-FFF2-40B4-BE49-F238E27FC236}">
                <a16:creationId xmlns:a16="http://schemas.microsoft.com/office/drawing/2014/main" id="{42584635-5597-46F4-A01A-93318CBF9B5C}"/>
              </a:ext>
            </a:extLst>
          </p:cNvPr>
          <p:cNvSpPr>
            <a:spLocks xmlns:a="http://schemas.openxmlformats.org/drawingml/2006/main" noGrp="1"/>
          </p:cNvSpPr>
          <p:nvPr/>
        </p:nvSpPr>
        <p:spPr>
          <a:xfrm xmlns:a="http://schemas.openxmlformats.org/drawingml/2006/main">
            <a:off x="7848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8" name="bin-16-5">
            <a:extLst xmlns:a="http://schemas.openxmlformats.org/drawingml/2006/main">
              <a:ext uri="{FF2B5EF4-FFF2-40B4-BE49-F238E27FC236}">
                <a16:creationId xmlns:a16="http://schemas.microsoft.com/office/drawing/2014/main" id="{8B746842-D265-4F46-B1AF-E7581D1806A8}"/>
              </a:ext>
            </a:extLst>
          </p:cNvPr>
          <p:cNvSpPr>
            <a:spLocks xmlns:a="http://schemas.openxmlformats.org/drawingml/2006/main" noGrp="1"/>
          </p:cNvSpPr>
          <p:nvPr/>
        </p:nvSpPr>
        <p:spPr>
          <a:xfrm xmlns:a="http://schemas.openxmlformats.org/drawingml/2006/main">
            <a:off x="8134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9" name="bin-16-6">
            <a:extLst xmlns:a="http://schemas.openxmlformats.org/drawingml/2006/main">
              <a:ext uri="{FF2B5EF4-FFF2-40B4-BE49-F238E27FC236}">
                <a16:creationId xmlns:a16="http://schemas.microsoft.com/office/drawing/2014/main" id="{F7B37ACE-655F-40DD-B897-381FCF588CD8}"/>
              </a:ext>
            </a:extLst>
          </p:cNvPr>
          <p:cNvSpPr>
            <a:spLocks xmlns:a="http://schemas.openxmlformats.org/drawingml/2006/main" noGrp="1"/>
          </p:cNvSpPr>
          <p:nvPr/>
        </p:nvSpPr>
        <p:spPr>
          <a:xfrm xmlns:a="http://schemas.openxmlformats.org/drawingml/2006/main">
            <a:off x="8420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0" name="bin-16-7">
            <a:extLst xmlns:a="http://schemas.openxmlformats.org/drawingml/2006/main">
              <a:ext uri="{FF2B5EF4-FFF2-40B4-BE49-F238E27FC236}">
                <a16:creationId xmlns:a16="http://schemas.microsoft.com/office/drawing/2014/main" id="{A5979174-F498-4276-AE7D-A71ABC2D6104}"/>
              </a:ext>
            </a:extLst>
          </p:cNvPr>
          <p:cNvSpPr>
            <a:spLocks xmlns:a="http://schemas.openxmlformats.org/drawingml/2006/main" noGrp="1"/>
          </p:cNvSpPr>
          <p:nvPr/>
        </p:nvSpPr>
        <p:spPr>
          <a:xfrm xmlns:a="http://schemas.openxmlformats.org/drawingml/2006/main">
            <a:off x="8705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1" name="bin-16-8">
            <a:extLst xmlns:a="http://schemas.openxmlformats.org/drawingml/2006/main">
              <a:ext uri="{FF2B5EF4-FFF2-40B4-BE49-F238E27FC236}">
                <a16:creationId xmlns:a16="http://schemas.microsoft.com/office/drawing/2014/main" id="{7207FF1F-CF3C-4B2D-83AF-18C30FFFC3F2}"/>
              </a:ext>
            </a:extLst>
          </p:cNvPr>
          <p:cNvSpPr>
            <a:spLocks xmlns:a="http://schemas.openxmlformats.org/drawingml/2006/main" noGrp="1"/>
          </p:cNvSpPr>
          <p:nvPr/>
        </p:nvSpPr>
        <p:spPr>
          <a:xfrm xmlns:a="http://schemas.openxmlformats.org/drawingml/2006/main">
            <a:off x="8991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2" name="bin-16-9">
            <a:extLst xmlns:a="http://schemas.openxmlformats.org/drawingml/2006/main">
              <a:ext uri="{FF2B5EF4-FFF2-40B4-BE49-F238E27FC236}">
                <a16:creationId xmlns:a16="http://schemas.microsoft.com/office/drawing/2014/main" id="{7D392429-6BB3-40F2-BA8D-9A246F39A486}"/>
              </a:ext>
            </a:extLst>
          </p:cNvPr>
          <p:cNvSpPr>
            <a:spLocks xmlns:a="http://schemas.openxmlformats.org/drawingml/2006/main" noGrp="1"/>
          </p:cNvSpPr>
          <p:nvPr/>
        </p:nvSpPr>
        <p:spPr>
          <a:xfrm xmlns:a="http://schemas.openxmlformats.org/drawingml/2006/main">
            <a:off x="9277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3" name="bin-16-10">
            <a:extLst xmlns:a="http://schemas.openxmlformats.org/drawingml/2006/main">
              <a:ext uri="{FF2B5EF4-FFF2-40B4-BE49-F238E27FC236}">
                <a16:creationId xmlns:a16="http://schemas.microsoft.com/office/drawing/2014/main" id="{905E51DD-52C0-4451-B1EF-27FF9170228B}"/>
              </a:ext>
            </a:extLst>
          </p:cNvPr>
          <p:cNvSpPr>
            <a:spLocks xmlns:a="http://schemas.openxmlformats.org/drawingml/2006/main" noGrp="1"/>
          </p:cNvSpPr>
          <p:nvPr/>
        </p:nvSpPr>
        <p:spPr>
          <a:xfrm xmlns:a="http://schemas.openxmlformats.org/drawingml/2006/main">
            <a:off x="9563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4" name="bin-16-11">
            <a:extLst xmlns:a="http://schemas.openxmlformats.org/drawingml/2006/main">
              <a:ext uri="{FF2B5EF4-FFF2-40B4-BE49-F238E27FC236}">
                <a16:creationId xmlns:a16="http://schemas.microsoft.com/office/drawing/2014/main" id="{8F94524C-7502-4071-96B1-887A0270A2B6}"/>
              </a:ext>
            </a:extLst>
          </p:cNvPr>
          <p:cNvSpPr>
            <a:spLocks xmlns:a="http://schemas.openxmlformats.org/drawingml/2006/main" noGrp="1"/>
          </p:cNvSpPr>
          <p:nvPr/>
        </p:nvSpPr>
        <p:spPr>
          <a:xfrm xmlns:a="http://schemas.openxmlformats.org/drawingml/2006/main">
            <a:off x="9848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5" name="bin-16-12">
            <a:extLst xmlns:a="http://schemas.openxmlformats.org/drawingml/2006/main">
              <a:ext uri="{FF2B5EF4-FFF2-40B4-BE49-F238E27FC236}">
                <a16:creationId xmlns:a16="http://schemas.microsoft.com/office/drawing/2014/main" id="{16461074-3DDC-4163-AEA4-508B055FDB43}"/>
              </a:ext>
            </a:extLst>
          </p:cNvPr>
          <p:cNvSpPr>
            <a:spLocks xmlns:a="http://schemas.openxmlformats.org/drawingml/2006/main" noGrp="1"/>
          </p:cNvSpPr>
          <p:nvPr/>
        </p:nvSpPr>
        <p:spPr>
          <a:xfrm xmlns:a="http://schemas.openxmlformats.org/drawingml/2006/main">
            <a:off x="10134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6" name="bin-16-13">
            <a:extLst xmlns:a="http://schemas.openxmlformats.org/drawingml/2006/main">
              <a:ext uri="{FF2B5EF4-FFF2-40B4-BE49-F238E27FC236}">
                <a16:creationId xmlns:a16="http://schemas.microsoft.com/office/drawing/2014/main" id="{4E0D92FD-DAD3-4469-A75C-FCF678EF41E2}"/>
              </a:ext>
            </a:extLst>
          </p:cNvPr>
          <p:cNvSpPr>
            <a:spLocks xmlns:a="http://schemas.openxmlformats.org/drawingml/2006/main" noGrp="1"/>
          </p:cNvSpPr>
          <p:nvPr/>
        </p:nvSpPr>
        <p:spPr>
          <a:xfrm xmlns:a="http://schemas.openxmlformats.org/drawingml/2006/main">
            <a:off x="10420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7" name="bin-16-14">
            <a:extLst xmlns:a="http://schemas.openxmlformats.org/drawingml/2006/main">
              <a:ext uri="{FF2B5EF4-FFF2-40B4-BE49-F238E27FC236}">
                <a16:creationId xmlns:a16="http://schemas.microsoft.com/office/drawing/2014/main" id="{5BEC0196-DA64-46A8-A116-5C442615CB2C}"/>
              </a:ext>
            </a:extLst>
          </p:cNvPr>
          <p:cNvSpPr>
            <a:spLocks xmlns:a="http://schemas.openxmlformats.org/drawingml/2006/main" noGrp="1"/>
          </p:cNvSpPr>
          <p:nvPr/>
        </p:nvSpPr>
        <p:spPr>
          <a:xfrm xmlns:a="http://schemas.openxmlformats.org/drawingml/2006/main">
            <a:off x="10706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8" name="bin-16-15">
            <a:extLst xmlns:a="http://schemas.openxmlformats.org/drawingml/2006/main">
              <a:ext uri="{FF2B5EF4-FFF2-40B4-BE49-F238E27FC236}">
                <a16:creationId xmlns:a16="http://schemas.microsoft.com/office/drawing/2014/main" id="{2D929A57-94F3-4C58-AF84-7BEBFFE15D57}"/>
              </a:ext>
            </a:extLst>
          </p:cNvPr>
          <p:cNvSpPr>
            <a:spLocks xmlns:a="http://schemas.openxmlformats.org/drawingml/2006/main" noGrp="1"/>
          </p:cNvSpPr>
          <p:nvPr/>
        </p:nvSpPr>
        <p:spPr>
          <a:xfrm xmlns:a="http://schemas.openxmlformats.org/drawingml/2006/main">
            <a:off x="10991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9" name="bound-16-0">
            <a:extLst xmlns:a="http://schemas.openxmlformats.org/drawingml/2006/main">
              <a:ext uri="{FF2B5EF4-FFF2-40B4-BE49-F238E27FC236}">
                <a16:creationId xmlns:a16="http://schemas.microsoft.com/office/drawing/2014/main" id="{5751C032-B612-49E5-8DDE-58DF5591C6CB}"/>
              </a:ext>
            </a:extLst>
          </p:cNvPr>
          <p:cNvSpPr>
            <a:spLocks xmlns:a="http://schemas.openxmlformats.org/drawingml/2006/main" noGrp="1"/>
          </p:cNvSpPr>
          <p:nvPr/>
        </p:nvSpPr>
        <p:spPr>
          <a:xfrm xmlns:a="http://schemas.openxmlformats.org/drawingml/2006/main">
            <a:off x="6496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50" name="bound-16-2">
            <a:extLst xmlns:a="http://schemas.openxmlformats.org/drawingml/2006/main">
              <a:ext uri="{FF2B5EF4-FFF2-40B4-BE49-F238E27FC236}">
                <a16:creationId xmlns:a16="http://schemas.microsoft.com/office/drawing/2014/main" id="{9A773742-EE2D-4AE7-B2F2-C58447E96B6B}"/>
              </a:ext>
            </a:extLst>
          </p:cNvPr>
          <p:cNvSpPr>
            <a:spLocks xmlns:a="http://schemas.openxmlformats.org/drawingml/2006/main" noGrp="1"/>
          </p:cNvSpPr>
          <p:nvPr/>
        </p:nvSpPr>
        <p:spPr>
          <a:xfrm xmlns:a="http://schemas.openxmlformats.org/drawingml/2006/main">
            <a:off x="7067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51" name="bound-16-4">
            <a:extLst xmlns:a="http://schemas.openxmlformats.org/drawingml/2006/main">
              <a:ext uri="{FF2B5EF4-FFF2-40B4-BE49-F238E27FC236}">
                <a16:creationId xmlns:a16="http://schemas.microsoft.com/office/drawing/2014/main" id="{1CDB975C-F9D5-47CC-957C-1C95DFFC5012}"/>
              </a:ext>
            </a:extLst>
          </p:cNvPr>
          <p:cNvSpPr>
            <a:spLocks xmlns:a="http://schemas.openxmlformats.org/drawingml/2006/main" noGrp="1"/>
          </p:cNvSpPr>
          <p:nvPr/>
        </p:nvSpPr>
        <p:spPr>
          <a:xfrm xmlns:a="http://schemas.openxmlformats.org/drawingml/2006/main">
            <a:off x="7639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52" name="bound-16-6">
            <a:extLst xmlns:a="http://schemas.openxmlformats.org/drawingml/2006/main">
              <a:ext uri="{FF2B5EF4-FFF2-40B4-BE49-F238E27FC236}">
                <a16:creationId xmlns:a16="http://schemas.microsoft.com/office/drawing/2014/main" id="{7F320E69-3823-4F2A-B94E-5DA861990D1C}"/>
              </a:ext>
            </a:extLst>
          </p:cNvPr>
          <p:cNvSpPr>
            <a:spLocks xmlns:a="http://schemas.openxmlformats.org/drawingml/2006/main" noGrp="1"/>
          </p:cNvSpPr>
          <p:nvPr/>
        </p:nvSpPr>
        <p:spPr>
          <a:xfrm xmlns:a="http://schemas.openxmlformats.org/drawingml/2006/main">
            <a:off x="8210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53" name="bound-16-8">
            <a:extLst xmlns:a="http://schemas.openxmlformats.org/drawingml/2006/main">
              <a:ext uri="{FF2B5EF4-FFF2-40B4-BE49-F238E27FC236}">
                <a16:creationId xmlns:a16="http://schemas.microsoft.com/office/drawing/2014/main" id="{13AD8099-FCCE-46A8-82ED-CFBAB69BF710}"/>
              </a:ext>
            </a:extLst>
          </p:cNvPr>
          <p:cNvSpPr>
            <a:spLocks xmlns:a="http://schemas.openxmlformats.org/drawingml/2006/main" noGrp="1"/>
          </p:cNvSpPr>
          <p:nvPr/>
        </p:nvSpPr>
        <p:spPr>
          <a:xfrm xmlns:a="http://schemas.openxmlformats.org/drawingml/2006/main">
            <a:off x="8782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54" name="bound-16-10">
            <a:extLst xmlns:a="http://schemas.openxmlformats.org/drawingml/2006/main">
              <a:ext uri="{FF2B5EF4-FFF2-40B4-BE49-F238E27FC236}">
                <a16:creationId xmlns:a16="http://schemas.microsoft.com/office/drawing/2014/main" id="{2D0042EF-ACA4-4502-8F48-BD946DC996EF}"/>
              </a:ext>
            </a:extLst>
          </p:cNvPr>
          <p:cNvSpPr>
            <a:spLocks xmlns:a="http://schemas.openxmlformats.org/drawingml/2006/main" noGrp="1"/>
          </p:cNvSpPr>
          <p:nvPr/>
        </p:nvSpPr>
        <p:spPr>
          <a:xfrm xmlns:a="http://schemas.openxmlformats.org/drawingml/2006/main">
            <a:off x="9353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55" name="bound-16-12">
            <a:extLst xmlns:a="http://schemas.openxmlformats.org/drawingml/2006/main">
              <a:ext uri="{FF2B5EF4-FFF2-40B4-BE49-F238E27FC236}">
                <a16:creationId xmlns:a16="http://schemas.microsoft.com/office/drawing/2014/main" id="{3E5B4FF3-F7F9-4384-888A-112D4918731E}"/>
              </a:ext>
            </a:extLst>
          </p:cNvPr>
          <p:cNvSpPr>
            <a:spLocks xmlns:a="http://schemas.openxmlformats.org/drawingml/2006/main" noGrp="1"/>
          </p:cNvSpPr>
          <p:nvPr/>
        </p:nvSpPr>
        <p:spPr>
          <a:xfrm xmlns:a="http://schemas.openxmlformats.org/drawingml/2006/main">
            <a:off x="9925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56" name="bound-16-14">
            <a:extLst xmlns:a="http://schemas.openxmlformats.org/drawingml/2006/main">
              <a:ext uri="{FF2B5EF4-FFF2-40B4-BE49-F238E27FC236}">
                <a16:creationId xmlns:a16="http://schemas.microsoft.com/office/drawing/2014/main" id="{F08BA2B6-EA05-40E5-9750-26A8D176DC71}"/>
              </a:ext>
            </a:extLst>
          </p:cNvPr>
          <p:cNvSpPr>
            <a:spLocks xmlns:a="http://schemas.openxmlformats.org/drawingml/2006/main" noGrp="1"/>
          </p:cNvSpPr>
          <p:nvPr/>
        </p:nvSpPr>
        <p:spPr>
          <a:xfrm xmlns:a="http://schemas.openxmlformats.org/drawingml/2006/main">
            <a:off x="10496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57" name="bound-16-16">
            <a:extLst xmlns:a="http://schemas.openxmlformats.org/drawingml/2006/main">
              <a:ext uri="{FF2B5EF4-FFF2-40B4-BE49-F238E27FC236}">
                <a16:creationId xmlns:a16="http://schemas.microsoft.com/office/drawing/2014/main" id="{62636856-DBDB-4ED2-AA45-05DE852D1D96}"/>
              </a:ext>
            </a:extLst>
          </p:cNvPr>
          <p:cNvSpPr>
            <a:spLocks xmlns:a="http://schemas.openxmlformats.org/drawingml/2006/main" noGrp="1"/>
          </p:cNvSpPr>
          <p:nvPr/>
        </p:nvSpPr>
        <p:spPr>
          <a:xfrm xmlns:a="http://schemas.openxmlformats.org/drawingml/2006/main">
            <a:off x="11068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58" name="given-q3">
            <a:extLst xmlns:a="http://schemas.openxmlformats.org/drawingml/2006/main">
              <a:ext uri="{FF2B5EF4-FFF2-40B4-BE49-F238E27FC236}">
                <a16:creationId xmlns:a16="http://schemas.microsoft.com/office/drawing/2014/main" id="{E89F7246-ED20-45F1-9D04-410D8BBF4C2D}"/>
              </a:ext>
            </a:extLst>
          </p:cNvPr>
          <p:cNvSpPr>
            <a:spLocks xmlns:a="http://schemas.openxmlformats.org/drawingml/2006/main" noGrp="1"/>
          </p:cNvSpPr>
          <p:nvPr/>
        </p:nvSpPr>
        <p:spPr>
          <a:xfrm xmlns:a="http://schemas.openxmlformats.org/drawingml/2006/main">
            <a:off x="6096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已知：3bit把3.71近似为3.5。</a:t>
            </a:r>
          </a:p>
        </p:txBody>
      </p:sp>
      <p:sp>
        <p:nvSpPr>
          <p:cNvPr id="59" name="text">
            <a:extLst xmlns:a="http://schemas.openxmlformats.org/drawingml/2006/main">
              <a:ext uri="{FF2B5EF4-FFF2-40B4-BE49-F238E27FC236}">
                <a16:creationId xmlns:a16="http://schemas.microsoft.com/office/drawing/2014/main" id="{D4303052-50DF-43EB-90D4-9083E845041E}"/>
              </a:ext>
            </a:extLst>
          </p:cNvPr>
          <p:cNvSpPr>
            <a:spLocks xmlns:a="http://schemas.openxmlformats.org/drawingml/2006/main" noGrp="1"/>
          </p:cNvSpPr>
          <p:nvPr/>
        </p:nvSpPr>
        <p:spPr>
          <a:xfrm xmlns:a="http://schemas.openxmlformats.org/drawingml/2006/main">
            <a:off x="64008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4bit对应哪一段？代表值是多少？</a:t>
            </a:r>
          </a:p>
        </p:txBody>
      </p:sp>
      <p:sp>
        <p:nvSpPr>
          <p:cNvPr id="60" name="same-raw-3.71">
            <a:extLst xmlns:a="http://schemas.openxmlformats.org/drawingml/2006/main">
              <a:ext uri="{FF2B5EF4-FFF2-40B4-BE49-F238E27FC236}">
                <a16:creationId xmlns:a16="http://schemas.microsoft.com/office/drawing/2014/main" id="{0EFD79F0-F4F3-45C2-B615-FC47F21F3AEE}"/>
              </a:ext>
            </a:extLst>
          </p:cNvPr>
          <p:cNvSpPr>
            <a:spLocks xmlns:a="http://schemas.openxmlformats.org/drawingml/2006/main" noGrp="1"/>
          </p:cNvSpPr>
          <p:nvPr/>
        </p:nvSpPr>
        <p:spPr>
          <a:xfrm xmlns:a="http://schemas.openxmlformats.org/drawingml/2006/main">
            <a:off x="8768715" y="379095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61" name="q4-selected-bin">
            <a:extLst xmlns:a="http://schemas.openxmlformats.org/drawingml/2006/main">
              <a:ext uri="{FF2B5EF4-FFF2-40B4-BE49-F238E27FC236}">
                <a16:creationId xmlns:a16="http://schemas.microsoft.com/office/drawing/2014/main" id="{0F4869D7-99C0-4DD6-8610-A8F65B6C5928}"/>
              </a:ext>
            </a:extLst>
          </p:cNvPr>
          <p:cNvSpPr>
            <a:spLocks xmlns:a="http://schemas.openxmlformats.org/drawingml/2006/main" noGrp="1"/>
          </p:cNvSpPr>
          <p:nvPr/>
        </p:nvSpPr>
        <p:spPr>
          <a:xfrm xmlns:a="http://schemas.openxmlformats.org/drawingml/2006/main">
            <a:off x="8705850" y="3543300"/>
            <a:ext cx="285750" cy="106680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62" name="q4-representative">
            <a:extLst xmlns:a="http://schemas.openxmlformats.org/drawingml/2006/main">
              <a:ext uri="{FF2B5EF4-FFF2-40B4-BE49-F238E27FC236}">
                <a16:creationId xmlns:a16="http://schemas.microsoft.com/office/drawing/2014/main" id="{5D571E2F-7809-4943-8764-A4AC8B6C5F67}"/>
              </a:ext>
            </a:extLst>
          </p:cNvPr>
          <p:cNvSpPr>
            <a:spLocks xmlns:a="http://schemas.openxmlformats.org/drawingml/2006/main" noGrp="1"/>
          </p:cNvSpPr>
          <p:nvPr/>
        </p:nvSpPr>
        <p:spPr>
          <a:xfrm xmlns:a="http://schemas.openxmlformats.org/drawingml/2006/main">
            <a:off x="6400800" y="58102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[3.5,4) 的中点：3.75</a:t>
            </a:r>
          </a:p>
        </p:txBody>
      </p:sp>
      <p:sp>
        <p:nvSpPr>
          <p:cNvPr id="63" name="q3-same-raw">
            <a:extLst xmlns:a="http://schemas.openxmlformats.org/drawingml/2006/main">
              <a:ext uri="{FF2B5EF4-FFF2-40B4-BE49-F238E27FC236}">
                <a16:creationId xmlns:a16="http://schemas.microsoft.com/office/drawing/2014/main" id="{6BEC5CDE-AEFA-418F-B9EB-5B02C22003D7}"/>
              </a:ext>
            </a:extLst>
          </p:cNvPr>
          <p:cNvSpPr>
            <a:spLocks xmlns:a="http://schemas.openxmlformats.org/drawingml/2006/main" noGrp="1"/>
          </p:cNvSpPr>
          <p:nvPr/>
        </p:nvSpPr>
        <p:spPr>
          <a:xfrm xmlns:a="http://schemas.openxmlformats.org/drawingml/2006/main">
            <a:off x="2977515" y="379095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64" name="q3-midpoint">
            <a:extLst xmlns:a="http://schemas.openxmlformats.org/drawingml/2006/main">
              <a:ext uri="{FF2B5EF4-FFF2-40B4-BE49-F238E27FC236}">
                <a16:creationId xmlns:a16="http://schemas.microsoft.com/office/drawing/2014/main" id="{90505D30-5855-4E09-9E64-78F4EA72CE33}"/>
              </a:ext>
            </a:extLst>
          </p:cNvPr>
          <p:cNvSpPr>
            <a:spLocks xmlns:a="http://schemas.openxmlformats.org/drawingml/2006/main" noGrp="1"/>
          </p:cNvSpPr>
          <p:nvPr/>
        </p:nvSpPr>
        <p:spPr>
          <a:xfrm xmlns:a="http://schemas.openxmlformats.org/drawingml/2006/main">
            <a:off x="2857500" y="4248150"/>
            <a:ext cx="114300" cy="1143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65" name="q4-midpoint">
            <a:extLst xmlns:a="http://schemas.openxmlformats.org/drawingml/2006/main">
              <a:ext uri="{FF2B5EF4-FFF2-40B4-BE49-F238E27FC236}">
                <a16:creationId xmlns:a16="http://schemas.microsoft.com/office/drawing/2014/main" id="{77C8D938-7802-4406-B566-A83410E97B90}"/>
              </a:ext>
            </a:extLst>
          </p:cNvPr>
          <p:cNvSpPr>
            <a:spLocks xmlns:a="http://schemas.openxmlformats.org/drawingml/2006/main" noGrp="1"/>
          </p:cNvSpPr>
          <p:nvPr/>
        </p:nvSpPr>
        <p:spPr>
          <a:xfrm xmlns:a="http://schemas.openxmlformats.org/drawingml/2006/main">
            <a:off x="8791575" y="424815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Tree>
    <p:extLst>
      <p:ext uri="{BB962C8B-B14F-4D97-AF65-F5344CB8AC3E}">
        <p14:creationId xmlns:p14="http://schemas.microsoft.com/office/powerpoint/2010/main" val="66867253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同一个3.71，4bit会怎样近似它？</a:t>
            </a:r>
          </a:p>
        </p:txBody>
      </p:sp>
      <p:sp>
        <p:nvSpPr>
          <p:cNvPr id="5" name="text">
            <a:extLst xmlns:a="http://schemas.openxmlformats.org/drawingml/2006/main">
              <a:ext uri="{FF2B5EF4-FFF2-40B4-BE49-F238E27FC236}">
                <a16:creationId xmlns:a16="http://schemas.microsoft.com/office/drawing/2014/main" id="{22DBAD40-10DF-4CC9-8289-AD5F8FC3208B}"/>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范围仍为 [0,8)；各档中点作代表值。</a:t>
            </a:r>
          </a:p>
        </p:txBody>
      </p:sp>
      <p:sp>
        <p:nvSpPr>
          <p:cNvPr id="6" name="q3-heading">
            <a:extLst xmlns:a="http://schemas.openxmlformats.org/drawingml/2006/main">
              <a:ext uri="{FF2B5EF4-FFF2-40B4-BE49-F238E27FC236}">
                <a16:creationId xmlns:a16="http://schemas.microsoft.com/office/drawing/2014/main" id="{1B1FBB31-5F81-421C-8FFA-2245E88254AD}"/>
              </a:ext>
            </a:extLst>
          </p:cNvPr>
          <p:cNvSpPr>
            <a:spLocks xmlns:a="http://schemas.openxmlformats.org/drawingml/2006/main" noGrp="1"/>
          </p:cNvSpPr>
          <p:nvPr/>
        </p:nvSpPr>
        <p:spPr>
          <a:xfrm xmlns:a="http://schemas.openxmlformats.org/drawingml/2006/main">
            <a:off x="609600" y="20955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3bit：8档</a:t>
            </a:r>
          </a:p>
        </p:txBody>
      </p:sp>
      <p:sp>
        <p:nvSpPr>
          <p:cNvPr id="7" name="q4-heading">
            <a:extLst xmlns:a="http://schemas.openxmlformats.org/drawingml/2006/main">
              <a:ext uri="{FF2B5EF4-FFF2-40B4-BE49-F238E27FC236}">
                <a16:creationId xmlns:a16="http://schemas.microsoft.com/office/drawing/2014/main" id="{FFCBDD78-1A8C-41AB-86AA-0FE7471BB2A4}"/>
              </a:ext>
            </a:extLst>
          </p:cNvPr>
          <p:cNvSpPr>
            <a:spLocks xmlns:a="http://schemas.openxmlformats.org/drawingml/2006/main" noGrp="1"/>
          </p:cNvSpPr>
          <p:nvPr/>
        </p:nvSpPr>
        <p:spPr>
          <a:xfrm xmlns:a="http://schemas.openxmlformats.org/drawingml/2006/main">
            <a:off x="6400800" y="20955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4bit：16档</a:t>
            </a:r>
          </a:p>
        </p:txBody>
      </p:sp>
      <p:sp>
        <p:nvSpPr>
          <p:cNvPr id="8" name="bin-8-0">
            <a:extLst xmlns:a="http://schemas.openxmlformats.org/drawingml/2006/main">
              <a:ext uri="{FF2B5EF4-FFF2-40B4-BE49-F238E27FC236}">
                <a16:creationId xmlns:a16="http://schemas.microsoft.com/office/drawing/2014/main" id="{AC111489-3A5B-4BD7-A4B6-5775041CB3CE}"/>
              </a:ext>
            </a:extLst>
          </p:cNvPr>
          <p:cNvSpPr>
            <a:spLocks xmlns:a="http://schemas.openxmlformats.org/drawingml/2006/main" noGrp="1"/>
          </p:cNvSpPr>
          <p:nvPr/>
        </p:nvSpPr>
        <p:spPr>
          <a:xfrm xmlns:a="http://schemas.openxmlformats.org/drawingml/2006/main">
            <a:off x="914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0">
            <a:extLst xmlns:a="http://schemas.openxmlformats.org/drawingml/2006/main">
              <a:ext uri="{FF2B5EF4-FFF2-40B4-BE49-F238E27FC236}">
                <a16:creationId xmlns:a16="http://schemas.microsoft.com/office/drawing/2014/main" id="{A1401CF1-E322-4B48-91E0-EA0F0034C7B6}"/>
              </a:ext>
            </a:extLst>
          </p:cNvPr>
          <p:cNvSpPr>
            <a:spLocks xmlns:a="http://schemas.openxmlformats.org/drawingml/2006/main" noGrp="1"/>
          </p:cNvSpPr>
          <p:nvPr/>
        </p:nvSpPr>
        <p:spPr>
          <a:xfrm xmlns:a="http://schemas.openxmlformats.org/drawingml/2006/main">
            <a:off x="914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10" name="bin-8-1">
            <a:extLst xmlns:a="http://schemas.openxmlformats.org/drawingml/2006/main">
              <a:ext uri="{FF2B5EF4-FFF2-40B4-BE49-F238E27FC236}">
                <a16:creationId xmlns:a16="http://schemas.microsoft.com/office/drawing/2014/main" id="{42A7F2B7-85EA-434A-B65F-B0305E71333B}"/>
              </a:ext>
            </a:extLst>
          </p:cNvPr>
          <p:cNvSpPr>
            <a:spLocks xmlns:a="http://schemas.openxmlformats.org/drawingml/2006/main" noGrp="1"/>
          </p:cNvSpPr>
          <p:nvPr/>
        </p:nvSpPr>
        <p:spPr>
          <a:xfrm xmlns:a="http://schemas.openxmlformats.org/drawingml/2006/main">
            <a:off x="1485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1">
            <a:extLst xmlns:a="http://schemas.openxmlformats.org/drawingml/2006/main">
              <a:ext uri="{FF2B5EF4-FFF2-40B4-BE49-F238E27FC236}">
                <a16:creationId xmlns:a16="http://schemas.microsoft.com/office/drawing/2014/main" id="{682A9644-3A08-4753-9326-9EC1747DC9FB}"/>
              </a:ext>
            </a:extLst>
          </p:cNvPr>
          <p:cNvSpPr>
            <a:spLocks xmlns:a="http://schemas.openxmlformats.org/drawingml/2006/main" noGrp="1"/>
          </p:cNvSpPr>
          <p:nvPr/>
        </p:nvSpPr>
        <p:spPr>
          <a:xfrm xmlns:a="http://schemas.openxmlformats.org/drawingml/2006/main">
            <a:off x="1485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2" name="bin-8-2">
            <a:extLst xmlns:a="http://schemas.openxmlformats.org/drawingml/2006/main">
              <a:ext uri="{FF2B5EF4-FFF2-40B4-BE49-F238E27FC236}">
                <a16:creationId xmlns:a16="http://schemas.microsoft.com/office/drawing/2014/main" id="{466D597C-79DB-46C9-97FE-D14335F21182}"/>
              </a:ext>
            </a:extLst>
          </p:cNvPr>
          <p:cNvSpPr>
            <a:spLocks xmlns:a="http://schemas.openxmlformats.org/drawingml/2006/main" noGrp="1"/>
          </p:cNvSpPr>
          <p:nvPr/>
        </p:nvSpPr>
        <p:spPr>
          <a:xfrm xmlns:a="http://schemas.openxmlformats.org/drawingml/2006/main">
            <a:off x="2057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2">
            <a:extLst xmlns:a="http://schemas.openxmlformats.org/drawingml/2006/main">
              <a:ext uri="{FF2B5EF4-FFF2-40B4-BE49-F238E27FC236}">
                <a16:creationId xmlns:a16="http://schemas.microsoft.com/office/drawing/2014/main" id="{8EE221AC-C734-47B9-B8FF-3F7C9830CCAC}"/>
              </a:ext>
            </a:extLst>
          </p:cNvPr>
          <p:cNvSpPr>
            <a:spLocks xmlns:a="http://schemas.openxmlformats.org/drawingml/2006/main" noGrp="1"/>
          </p:cNvSpPr>
          <p:nvPr/>
        </p:nvSpPr>
        <p:spPr>
          <a:xfrm xmlns:a="http://schemas.openxmlformats.org/drawingml/2006/main">
            <a:off x="2057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4" name="bin-8-3">
            <a:extLst xmlns:a="http://schemas.openxmlformats.org/drawingml/2006/main">
              <a:ext uri="{FF2B5EF4-FFF2-40B4-BE49-F238E27FC236}">
                <a16:creationId xmlns:a16="http://schemas.microsoft.com/office/drawing/2014/main" id="{B160B480-C46D-41FA-BAFF-8151AA8D2530}"/>
              </a:ext>
            </a:extLst>
          </p:cNvPr>
          <p:cNvSpPr>
            <a:spLocks xmlns:a="http://schemas.openxmlformats.org/drawingml/2006/main" noGrp="1"/>
          </p:cNvSpPr>
          <p:nvPr/>
        </p:nvSpPr>
        <p:spPr>
          <a:xfrm xmlns:a="http://schemas.openxmlformats.org/drawingml/2006/main">
            <a:off x="2628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3">
            <a:extLst xmlns:a="http://schemas.openxmlformats.org/drawingml/2006/main">
              <a:ext uri="{FF2B5EF4-FFF2-40B4-BE49-F238E27FC236}">
                <a16:creationId xmlns:a16="http://schemas.microsoft.com/office/drawing/2014/main" id="{35F50560-96BB-44D8-862C-D6E8C00954D5}"/>
              </a:ext>
            </a:extLst>
          </p:cNvPr>
          <p:cNvSpPr>
            <a:spLocks xmlns:a="http://schemas.openxmlformats.org/drawingml/2006/main" noGrp="1"/>
          </p:cNvSpPr>
          <p:nvPr/>
        </p:nvSpPr>
        <p:spPr>
          <a:xfrm xmlns:a="http://schemas.openxmlformats.org/drawingml/2006/main">
            <a:off x="2628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6" name="bin-8-4">
            <a:extLst xmlns:a="http://schemas.openxmlformats.org/drawingml/2006/main">
              <a:ext uri="{FF2B5EF4-FFF2-40B4-BE49-F238E27FC236}">
                <a16:creationId xmlns:a16="http://schemas.microsoft.com/office/drawing/2014/main" id="{985EB109-F9A2-4F60-846F-02D4D59735A4}"/>
              </a:ext>
            </a:extLst>
          </p:cNvPr>
          <p:cNvSpPr>
            <a:spLocks xmlns:a="http://schemas.openxmlformats.org/drawingml/2006/main" noGrp="1"/>
          </p:cNvSpPr>
          <p:nvPr/>
        </p:nvSpPr>
        <p:spPr>
          <a:xfrm xmlns:a="http://schemas.openxmlformats.org/drawingml/2006/main">
            <a:off x="3200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4">
            <a:extLst xmlns:a="http://schemas.openxmlformats.org/drawingml/2006/main">
              <a:ext uri="{FF2B5EF4-FFF2-40B4-BE49-F238E27FC236}">
                <a16:creationId xmlns:a16="http://schemas.microsoft.com/office/drawing/2014/main" id="{86F64786-FA65-4F04-AE14-7D39328D81A4}"/>
              </a:ext>
            </a:extLst>
          </p:cNvPr>
          <p:cNvSpPr>
            <a:spLocks xmlns:a="http://schemas.openxmlformats.org/drawingml/2006/main" noGrp="1"/>
          </p:cNvSpPr>
          <p:nvPr/>
        </p:nvSpPr>
        <p:spPr>
          <a:xfrm xmlns:a="http://schemas.openxmlformats.org/drawingml/2006/main">
            <a:off x="3200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8" name="bin-8-5">
            <a:extLst xmlns:a="http://schemas.openxmlformats.org/drawingml/2006/main">
              <a:ext uri="{FF2B5EF4-FFF2-40B4-BE49-F238E27FC236}">
                <a16:creationId xmlns:a16="http://schemas.microsoft.com/office/drawing/2014/main" id="{56F3095C-E845-4907-A2BB-1C866567FD74}"/>
              </a:ext>
            </a:extLst>
          </p:cNvPr>
          <p:cNvSpPr>
            <a:spLocks xmlns:a="http://schemas.openxmlformats.org/drawingml/2006/main" noGrp="1"/>
          </p:cNvSpPr>
          <p:nvPr/>
        </p:nvSpPr>
        <p:spPr>
          <a:xfrm xmlns:a="http://schemas.openxmlformats.org/drawingml/2006/main">
            <a:off x="3771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5">
            <a:extLst xmlns:a="http://schemas.openxmlformats.org/drawingml/2006/main">
              <a:ext uri="{FF2B5EF4-FFF2-40B4-BE49-F238E27FC236}">
                <a16:creationId xmlns:a16="http://schemas.microsoft.com/office/drawing/2014/main" id="{7BCDFCF0-9828-4E61-A577-90CA038E4AF3}"/>
              </a:ext>
            </a:extLst>
          </p:cNvPr>
          <p:cNvSpPr>
            <a:spLocks xmlns:a="http://schemas.openxmlformats.org/drawingml/2006/main" noGrp="1"/>
          </p:cNvSpPr>
          <p:nvPr/>
        </p:nvSpPr>
        <p:spPr>
          <a:xfrm xmlns:a="http://schemas.openxmlformats.org/drawingml/2006/main">
            <a:off x="3771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20" name="bin-8-6">
            <a:extLst xmlns:a="http://schemas.openxmlformats.org/drawingml/2006/main">
              <a:ext uri="{FF2B5EF4-FFF2-40B4-BE49-F238E27FC236}">
                <a16:creationId xmlns:a16="http://schemas.microsoft.com/office/drawing/2014/main" id="{B78C45BC-51E4-4A08-8A94-016359B9EAD0}"/>
              </a:ext>
            </a:extLst>
          </p:cNvPr>
          <p:cNvSpPr>
            <a:spLocks xmlns:a="http://schemas.openxmlformats.org/drawingml/2006/main" noGrp="1"/>
          </p:cNvSpPr>
          <p:nvPr/>
        </p:nvSpPr>
        <p:spPr>
          <a:xfrm xmlns:a="http://schemas.openxmlformats.org/drawingml/2006/main">
            <a:off x="4343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6">
            <a:extLst xmlns:a="http://schemas.openxmlformats.org/drawingml/2006/main">
              <a:ext uri="{FF2B5EF4-FFF2-40B4-BE49-F238E27FC236}">
                <a16:creationId xmlns:a16="http://schemas.microsoft.com/office/drawing/2014/main" id="{71CDC4D8-4FA3-45C9-86A2-FCA974B3F349}"/>
              </a:ext>
            </a:extLst>
          </p:cNvPr>
          <p:cNvSpPr>
            <a:spLocks xmlns:a="http://schemas.openxmlformats.org/drawingml/2006/main" noGrp="1"/>
          </p:cNvSpPr>
          <p:nvPr/>
        </p:nvSpPr>
        <p:spPr>
          <a:xfrm xmlns:a="http://schemas.openxmlformats.org/drawingml/2006/main">
            <a:off x="4343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2" name="bin-8-7">
            <a:extLst xmlns:a="http://schemas.openxmlformats.org/drawingml/2006/main">
              <a:ext uri="{FF2B5EF4-FFF2-40B4-BE49-F238E27FC236}">
                <a16:creationId xmlns:a16="http://schemas.microsoft.com/office/drawing/2014/main" id="{445E3568-7B03-4079-B855-F924A06E25F8}"/>
              </a:ext>
            </a:extLst>
          </p:cNvPr>
          <p:cNvSpPr>
            <a:spLocks xmlns:a="http://schemas.openxmlformats.org/drawingml/2006/main" noGrp="1"/>
          </p:cNvSpPr>
          <p:nvPr/>
        </p:nvSpPr>
        <p:spPr>
          <a:xfrm xmlns:a="http://schemas.openxmlformats.org/drawingml/2006/main">
            <a:off x="4914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3" name="grade-8-7">
            <a:extLst xmlns:a="http://schemas.openxmlformats.org/drawingml/2006/main">
              <a:ext uri="{FF2B5EF4-FFF2-40B4-BE49-F238E27FC236}">
                <a16:creationId xmlns:a16="http://schemas.microsoft.com/office/drawing/2014/main" id="{AE5E680B-8321-4115-9801-AB7C93A03E7C}"/>
              </a:ext>
            </a:extLst>
          </p:cNvPr>
          <p:cNvSpPr>
            <a:spLocks xmlns:a="http://schemas.openxmlformats.org/drawingml/2006/main" noGrp="1"/>
          </p:cNvSpPr>
          <p:nvPr/>
        </p:nvSpPr>
        <p:spPr>
          <a:xfrm xmlns:a="http://schemas.openxmlformats.org/drawingml/2006/main">
            <a:off x="4914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4" name="bound-8-0">
            <a:extLst xmlns:a="http://schemas.openxmlformats.org/drawingml/2006/main">
              <a:ext uri="{FF2B5EF4-FFF2-40B4-BE49-F238E27FC236}">
                <a16:creationId xmlns:a16="http://schemas.microsoft.com/office/drawing/2014/main" id="{522EA6DE-0EDC-49B3-B198-8237FEC04F10}"/>
              </a:ext>
            </a:extLst>
          </p:cNvPr>
          <p:cNvSpPr>
            <a:spLocks xmlns:a="http://schemas.openxmlformats.org/drawingml/2006/main" noGrp="1"/>
          </p:cNvSpPr>
          <p:nvPr/>
        </p:nvSpPr>
        <p:spPr>
          <a:xfrm xmlns:a="http://schemas.openxmlformats.org/drawingml/2006/main">
            <a:off x="704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5" name="bound-8-1">
            <a:extLst xmlns:a="http://schemas.openxmlformats.org/drawingml/2006/main">
              <a:ext uri="{FF2B5EF4-FFF2-40B4-BE49-F238E27FC236}">
                <a16:creationId xmlns:a16="http://schemas.microsoft.com/office/drawing/2014/main" id="{E64AFD6B-EB49-4FCE-B339-59777E051D96}"/>
              </a:ext>
            </a:extLst>
          </p:cNvPr>
          <p:cNvSpPr>
            <a:spLocks xmlns:a="http://schemas.openxmlformats.org/drawingml/2006/main" noGrp="1"/>
          </p:cNvSpPr>
          <p:nvPr/>
        </p:nvSpPr>
        <p:spPr>
          <a:xfrm xmlns:a="http://schemas.openxmlformats.org/drawingml/2006/main">
            <a:off x="1276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6" name="bound-8-2">
            <a:extLst xmlns:a="http://schemas.openxmlformats.org/drawingml/2006/main">
              <a:ext uri="{FF2B5EF4-FFF2-40B4-BE49-F238E27FC236}">
                <a16:creationId xmlns:a16="http://schemas.microsoft.com/office/drawing/2014/main" id="{3489D01A-1830-446D-B8E3-3623BB4F4D68}"/>
              </a:ext>
            </a:extLst>
          </p:cNvPr>
          <p:cNvSpPr>
            <a:spLocks xmlns:a="http://schemas.openxmlformats.org/drawingml/2006/main" noGrp="1"/>
          </p:cNvSpPr>
          <p:nvPr/>
        </p:nvSpPr>
        <p:spPr>
          <a:xfrm xmlns:a="http://schemas.openxmlformats.org/drawingml/2006/main">
            <a:off x="1847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7" name="bound-8-3">
            <a:extLst xmlns:a="http://schemas.openxmlformats.org/drawingml/2006/main">
              <a:ext uri="{FF2B5EF4-FFF2-40B4-BE49-F238E27FC236}">
                <a16:creationId xmlns:a16="http://schemas.microsoft.com/office/drawing/2014/main" id="{097BCFD9-EB4F-492F-A06B-80A4782882AF}"/>
              </a:ext>
            </a:extLst>
          </p:cNvPr>
          <p:cNvSpPr>
            <a:spLocks xmlns:a="http://schemas.openxmlformats.org/drawingml/2006/main" noGrp="1"/>
          </p:cNvSpPr>
          <p:nvPr/>
        </p:nvSpPr>
        <p:spPr>
          <a:xfrm xmlns:a="http://schemas.openxmlformats.org/drawingml/2006/main">
            <a:off x="2419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8" name="bound-8-4">
            <a:extLst xmlns:a="http://schemas.openxmlformats.org/drawingml/2006/main">
              <a:ext uri="{FF2B5EF4-FFF2-40B4-BE49-F238E27FC236}">
                <a16:creationId xmlns:a16="http://schemas.microsoft.com/office/drawing/2014/main" id="{E64BC99F-B578-45F6-91DF-CD0778E7E1C4}"/>
              </a:ext>
            </a:extLst>
          </p:cNvPr>
          <p:cNvSpPr>
            <a:spLocks xmlns:a="http://schemas.openxmlformats.org/drawingml/2006/main" noGrp="1"/>
          </p:cNvSpPr>
          <p:nvPr/>
        </p:nvSpPr>
        <p:spPr>
          <a:xfrm xmlns:a="http://schemas.openxmlformats.org/drawingml/2006/main">
            <a:off x="2990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9" name="bound-8-5">
            <a:extLst xmlns:a="http://schemas.openxmlformats.org/drawingml/2006/main">
              <a:ext uri="{FF2B5EF4-FFF2-40B4-BE49-F238E27FC236}">
                <a16:creationId xmlns:a16="http://schemas.microsoft.com/office/drawing/2014/main" id="{EF085328-0884-47B4-837C-65BFDDC2CF08}"/>
              </a:ext>
            </a:extLst>
          </p:cNvPr>
          <p:cNvSpPr>
            <a:spLocks xmlns:a="http://schemas.openxmlformats.org/drawingml/2006/main" noGrp="1"/>
          </p:cNvSpPr>
          <p:nvPr/>
        </p:nvSpPr>
        <p:spPr>
          <a:xfrm xmlns:a="http://schemas.openxmlformats.org/drawingml/2006/main">
            <a:off x="3562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30" name="bound-8-6">
            <a:extLst xmlns:a="http://schemas.openxmlformats.org/drawingml/2006/main">
              <a:ext uri="{FF2B5EF4-FFF2-40B4-BE49-F238E27FC236}">
                <a16:creationId xmlns:a16="http://schemas.microsoft.com/office/drawing/2014/main" id="{87FB782E-B091-4CEA-9FDE-4B62F3ED5D21}"/>
              </a:ext>
            </a:extLst>
          </p:cNvPr>
          <p:cNvSpPr>
            <a:spLocks xmlns:a="http://schemas.openxmlformats.org/drawingml/2006/main" noGrp="1"/>
          </p:cNvSpPr>
          <p:nvPr/>
        </p:nvSpPr>
        <p:spPr>
          <a:xfrm xmlns:a="http://schemas.openxmlformats.org/drawingml/2006/main">
            <a:off x="4133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1" name="bound-8-7">
            <a:extLst xmlns:a="http://schemas.openxmlformats.org/drawingml/2006/main">
              <a:ext uri="{FF2B5EF4-FFF2-40B4-BE49-F238E27FC236}">
                <a16:creationId xmlns:a16="http://schemas.microsoft.com/office/drawing/2014/main" id="{9B484393-D80B-4744-A1CD-EFE54A056B49}"/>
              </a:ext>
            </a:extLst>
          </p:cNvPr>
          <p:cNvSpPr>
            <a:spLocks xmlns:a="http://schemas.openxmlformats.org/drawingml/2006/main" noGrp="1"/>
          </p:cNvSpPr>
          <p:nvPr/>
        </p:nvSpPr>
        <p:spPr>
          <a:xfrm xmlns:a="http://schemas.openxmlformats.org/drawingml/2006/main">
            <a:off x="4705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2" name="bound-8-8">
            <a:extLst xmlns:a="http://schemas.openxmlformats.org/drawingml/2006/main">
              <a:ext uri="{FF2B5EF4-FFF2-40B4-BE49-F238E27FC236}">
                <a16:creationId xmlns:a16="http://schemas.microsoft.com/office/drawing/2014/main" id="{D25D82C1-699B-474B-9834-EF90368E0437}"/>
              </a:ext>
            </a:extLst>
          </p:cNvPr>
          <p:cNvSpPr>
            <a:spLocks xmlns:a="http://schemas.openxmlformats.org/drawingml/2006/main" noGrp="1"/>
          </p:cNvSpPr>
          <p:nvPr/>
        </p:nvSpPr>
        <p:spPr>
          <a:xfrm xmlns:a="http://schemas.openxmlformats.org/drawingml/2006/main">
            <a:off x="5276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3" name="bin-16-0">
            <a:extLst xmlns:a="http://schemas.openxmlformats.org/drawingml/2006/main">
              <a:ext uri="{FF2B5EF4-FFF2-40B4-BE49-F238E27FC236}">
                <a16:creationId xmlns:a16="http://schemas.microsoft.com/office/drawing/2014/main" id="{F2FBC633-12C1-48F8-9FB2-7B5DF5908726}"/>
              </a:ext>
            </a:extLst>
          </p:cNvPr>
          <p:cNvSpPr>
            <a:spLocks xmlns:a="http://schemas.openxmlformats.org/drawingml/2006/main" noGrp="1"/>
          </p:cNvSpPr>
          <p:nvPr/>
        </p:nvSpPr>
        <p:spPr>
          <a:xfrm xmlns:a="http://schemas.openxmlformats.org/drawingml/2006/main">
            <a:off x="6705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4" name="bin-16-1">
            <a:extLst xmlns:a="http://schemas.openxmlformats.org/drawingml/2006/main">
              <a:ext uri="{FF2B5EF4-FFF2-40B4-BE49-F238E27FC236}">
                <a16:creationId xmlns:a16="http://schemas.microsoft.com/office/drawing/2014/main" id="{885AC2AA-7002-40CB-BEA1-25A5B16981BC}"/>
              </a:ext>
            </a:extLst>
          </p:cNvPr>
          <p:cNvSpPr>
            <a:spLocks xmlns:a="http://schemas.openxmlformats.org/drawingml/2006/main" noGrp="1"/>
          </p:cNvSpPr>
          <p:nvPr/>
        </p:nvSpPr>
        <p:spPr>
          <a:xfrm xmlns:a="http://schemas.openxmlformats.org/drawingml/2006/main">
            <a:off x="6991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5" name="bin-16-2">
            <a:extLst xmlns:a="http://schemas.openxmlformats.org/drawingml/2006/main">
              <a:ext uri="{FF2B5EF4-FFF2-40B4-BE49-F238E27FC236}">
                <a16:creationId xmlns:a16="http://schemas.microsoft.com/office/drawing/2014/main" id="{A192A382-9127-4D12-B5C8-FFE0FC883CB2}"/>
              </a:ext>
            </a:extLst>
          </p:cNvPr>
          <p:cNvSpPr>
            <a:spLocks xmlns:a="http://schemas.openxmlformats.org/drawingml/2006/main" noGrp="1"/>
          </p:cNvSpPr>
          <p:nvPr/>
        </p:nvSpPr>
        <p:spPr>
          <a:xfrm xmlns:a="http://schemas.openxmlformats.org/drawingml/2006/main">
            <a:off x="7277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6" name="bin-16-3">
            <a:extLst xmlns:a="http://schemas.openxmlformats.org/drawingml/2006/main">
              <a:ext uri="{FF2B5EF4-FFF2-40B4-BE49-F238E27FC236}">
                <a16:creationId xmlns:a16="http://schemas.microsoft.com/office/drawing/2014/main" id="{3F6A56D8-B572-4358-9643-A4EE915E9FB5}"/>
              </a:ext>
            </a:extLst>
          </p:cNvPr>
          <p:cNvSpPr>
            <a:spLocks xmlns:a="http://schemas.openxmlformats.org/drawingml/2006/main" noGrp="1"/>
          </p:cNvSpPr>
          <p:nvPr/>
        </p:nvSpPr>
        <p:spPr>
          <a:xfrm xmlns:a="http://schemas.openxmlformats.org/drawingml/2006/main">
            <a:off x="7562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7" name="bin-16-4">
            <a:extLst xmlns:a="http://schemas.openxmlformats.org/drawingml/2006/main">
              <a:ext uri="{FF2B5EF4-FFF2-40B4-BE49-F238E27FC236}">
                <a16:creationId xmlns:a16="http://schemas.microsoft.com/office/drawing/2014/main" id="{42584635-5597-46F4-A01A-93318CBF9B5C}"/>
              </a:ext>
            </a:extLst>
          </p:cNvPr>
          <p:cNvSpPr>
            <a:spLocks xmlns:a="http://schemas.openxmlformats.org/drawingml/2006/main" noGrp="1"/>
          </p:cNvSpPr>
          <p:nvPr/>
        </p:nvSpPr>
        <p:spPr>
          <a:xfrm xmlns:a="http://schemas.openxmlformats.org/drawingml/2006/main">
            <a:off x="7848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8" name="bin-16-5">
            <a:extLst xmlns:a="http://schemas.openxmlformats.org/drawingml/2006/main">
              <a:ext uri="{FF2B5EF4-FFF2-40B4-BE49-F238E27FC236}">
                <a16:creationId xmlns:a16="http://schemas.microsoft.com/office/drawing/2014/main" id="{8B746842-D265-4F46-B1AF-E7581D1806A8}"/>
              </a:ext>
            </a:extLst>
          </p:cNvPr>
          <p:cNvSpPr>
            <a:spLocks xmlns:a="http://schemas.openxmlformats.org/drawingml/2006/main" noGrp="1"/>
          </p:cNvSpPr>
          <p:nvPr/>
        </p:nvSpPr>
        <p:spPr>
          <a:xfrm xmlns:a="http://schemas.openxmlformats.org/drawingml/2006/main">
            <a:off x="8134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9" name="bin-16-6">
            <a:extLst xmlns:a="http://schemas.openxmlformats.org/drawingml/2006/main">
              <a:ext uri="{FF2B5EF4-FFF2-40B4-BE49-F238E27FC236}">
                <a16:creationId xmlns:a16="http://schemas.microsoft.com/office/drawing/2014/main" id="{F7B37ACE-655F-40DD-B897-381FCF588CD8}"/>
              </a:ext>
            </a:extLst>
          </p:cNvPr>
          <p:cNvSpPr>
            <a:spLocks xmlns:a="http://schemas.openxmlformats.org/drawingml/2006/main" noGrp="1"/>
          </p:cNvSpPr>
          <p:nvPr/>
        </p:nvSpPr>
        <p:spPr>
          <a:xfrm xmlns:a="http://schemas.openxmlformats.org/drawingml/2006/main">
            <a:off x="8420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0" name="bin-16-7">
            <a:extLst xmlns:a="http://schemas.openxmlformats.org/drawingml/2006/main">
              <a:ext uri="{FF2B5EF4-FFF2-40B4-BE49-F238E27FC236}">
                <a16:creationId xmlns:a16="http://schemas.microsoft.com/office/drawing/2014/main" id="{A5979174-F498-4276-AE7D-A71ABC2D6104}"/>
              </a:ext>
            </a:extLst>
          </p:cNvPr>
          <p:cNvSpPr>
            <a:spLocks xmlns:a="http://schemas.openxmlformats.org/drawingml/2006/main" noGrp="1"/>
          </p:cNvSpPr>
          <p:nvPr/>
        </p:nvSpPr>
        <p:spPr>
          <a:xfrm xmlns:a="http://schemas.openxmlformats.org/drawingml/2006/main">
            <a:off x="8705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1" name="bin-16-8">
            <a:extLst xmlns:a="http://schemas.openxmlformats.org/drawingml/2006/main">
              <a:ext uri="{FF2B5EF4-FFF2-40B4-BE49-F238E27FC236}">
                <a16:creationId xmlns:a16="http://schemas.microsoft.com/office/drawing/2014/main" id="{7207FF1F-CF3C-4B2D-83AF-18C30FFFC3F2}"/>
              </a:ext>
            </a:extLst>
          </p:cNvPr>
          <p:cNvSpPr>
            <a:spLocks xmlns:a="http://schemas.openxmlformats.org/drawingml/2006/main" noGrp="1"/>
          </p:cNvSpPr>
          <p:nvPr/>
        </p:nvSpPr>
        <p:spPr>
          <a:xfrm xmlns:a="http://schemas.openxmlformats.org/drawingml/2006/main">
            <a:off x="8991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2" name="bin-16-9">
            <a:extLst xmlns:a="http://schemas.openxmlformats.org/drawingml/2006/main">
              <a:ext uri="{FF2B5EF4-FFF2-40B4-BE49-F238E27FC236}">
                <a16:creationId xmlns:a16="http://schemas.microsoft.com/office/drawing/2014/main" id="{7D392429-6BB3-40F2-BA8D-9A246F39A486}"/>
              </a:ext>
            </a:extLst>
          </p:cNvPr>
          <p:cNvSpPr>
            <a:spLocks xmlns:a="http://schemas.openxmlformats.org/drawingml/2006/main" noGrp="1"/>
          </p:cNvSpPr>
          <p:nvPr/>
        </p:nvSpPr>
        <p:spPr>
          <a:xfrm xmlns:a="http://schemas.openxmlformats.org/drawingml/2006/main">
            <a:off x="9277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3" name="bin-16-10">
            <a:extLst xmlns:a="http://schemas.openxmlformats.org/drawingml/2006/main">
              <a:ext uri="{FF2B5EF4-FFF2-40B4-BE49-F238E27FC236}">
                <a16:creationId xmlns:a16="http://schemas.microsoft.com/office/drawing/2014/main" id="{905E51DD-52C0-4451-B1EF-27FF9170228B}"/>
              </a:ext>
            </a:extLst>
          </p:cNvPr>
          <p:cNvSpPr>
            <a:spLocks xmlns:a="http://schemas.openxmlformats.org/drawingml/2006/main" noGrp="1"/>
          </p:cNvSpPr>
          <p:nvPr/>
        </p:nvSpPr>
        <p:spPr>
          <a:xfrm xmlns:a="http://schemas.openxmlformats.org/drawingml/2006/main">
            <a:off x="9563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4" name="bin-16-11">
            <a:extLst xmlns:a="http://schemas.openxmlformats.org/drawingml/2006/main">
              <a:ext uri="{FF2B5EF4-FFF2-40B4-BE49-F238E27FC236}">
                <a16:creationId xmlns:a16="http://schemas.microsoft.com/office/drawing/2014/main" id="{8F94524C-7502-4071-96B1-887A0270A2B6}"/>
              </a:ext>
            </a:extLst>
          </p:cNvPr>
          <p:cNvSpPr>
            <a:spLocks xmlns:a="http://schemas.openxmlformats.org/drawingml/2006/main" noGrp="1"/>
          </p:cNvSpPr>
          <p:nvPr/>
        </p:nvSpPr>
        <p:spPr>
          <a:xfrm xmlns:a="http://schemas.openxmlformats.org/drawingml/2006/main">
            <a:off x="9848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5" name="bin-16-12">
            <a:extLst xmlns:a="http://schemas.openxmlformats.org/drawingml/2006/main">
              <a:ext uri="{FF2B5EF4-FFF2-40B4-BE49-F238E27FC236}">
                <a16:creationId xmlns:a16="http://schemas.microsoft.com/office/drawing/2014/main" id="{16461074-3DDC-4163-AEA4-508B055FDB43}"/>
              </a:ext>
            </a:extLst>
          </p:cNvPr>
          <p:cNvSpPr>
            <a:spLocks xmlns:a="http://schemas.openxmlformats.org/drawingml/2006/main" noGrp="1"/>
          </p:cNvSpPr>
          <p:nvPr/>
        </p:nvSpPr>
        <p:spPr>
          <a:xfrm xmlns:a="http://schemas.openxmlformats.org/drawingml/2006/main">
            <a:off x="10134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6" name="bin-16-13">
            <a:extLst xmlns:a="http://schemas.openxmlformats.org/drawingml/2006/main">
              <a:ext uri="{FF2B5EF4-FFF2-40B4-BE49-F238E27FC236}">
                <a16:creationId xmlns:a16="http://schemas.microsoft.com/office/drawing/2014/main" id="{4E0D92FD-DAD3-4469-A75C-FCF678EF41E2}"/>
              </a:ext>
            </a:extLst>
          </p:cNvPr>
          <p:cNvSpPr>
            <a:spLocks xmlns:a="http://schemas.openxmlformats.org/drawingml/2006/main" noGrp="1"/>
          </p:cNvSpPr>
          <p:nvPr/>
        </p:nvSpPr>
        <p:spPr>
          <a:xfrm xmlns:a="http://schemas.openxmlformats.org/drawingml/2006/main">
            <a:off x="10420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7" name="bin-16-14">
            <a:extLst xmlns:a="http://schemas.openxmlformats.org/drawingml/2006/main">
              <a:ext uri="{FF2B5EF4-FFF2-40B4-BE49-F238E27FC236}">
                <a16:creationId xmlns:a16="http://schemas.microsoft.com/office/drawing/2014/main" id="{5BEC0196-DA64-46A8-A116-5C442615CB2C}"/>
              </a:ext>
            </a:extLst>
          </p:cNvPr>
          <p:cNvSpPr>
            <a:spLocks xmlns:a="http://schemas.openxmlformats.org/drawingml/2006/main" noGrp="1"/>
          </p:cNvSpPr>
          <p:nvPr/>
        </p:nvSpPr>
        <p:spPr>
          <a:xfrm xmlns:a="http://schemas.openxmlformats.org/drawingml/2006/main">
            <a:off x="10706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8" name="bin-16-15">
            <a:extLst xmlns:a="http://schemas.openxmlformats.org/drawingml/2006/main">
              <a:ext uri="{FF2B5EF4-FFF2-40B4-BE49-F238E27FC236}">
                <a16:creationId xmlns:a16="http://schemas.microsoft.com/office/drawing/2014/main" id="{2D929A57-94F3-4C58-AF84-7BEBFFE15D57}"/>
              </a:ext>
            </a:extLst>
          </p:cNvPr>
          <p:cNvSpPr>
            <a:spLocks xmlns:a="http://schemas.openxmlformats.org/drawingml/2006/main" noGrp="1"/>
          </p:cNvSpPr>
          <p:nvPr/>
        </p:nvSpPr>
        <p:spPr>
          <a:xfrm xmlns:a="http://schemas.openxmlformats.org/drawingml/2006/main">
            <a:off x="10991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9" name="bound-16-0">
            <a:extLst xmlns:a="http://schemas.openxmlformats.org/drawingml/2006/main">
              <a:ext uri="{FF2B5EF4-FFF2-40B4-BE49-F238E27FC236}">
                <a16:creationId xmlns:a16="http://schemas.microsoft.com/office/drawing/2014/main" id="{5751C032-B612-49E5-8DDE-58DF5591C6CB}"/>
              </a:ext>
            </a:extLst>
          </p:cNvPr>
          <p:cNvSpPr>
            <a:spLocks xmlns:a="http://schemas.openxmlformats.org/drawingml/2006/main" noGrp="1"/>
          </p:cNvSpPr>
          <p:nvPr/>
        </p:nvSpPr>
        <p:spPr>
          <a:xfrm xmlns:a="http://schemas.openxmlformats.org/drawingml/2006/main">
            <a:off x="6496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50" name="bound-16-2">
            <a:extLst xmlns:a="http://schemas.openxmlformats.org/drawingml/2006/main">
              <a:ext uri="{FF2B5EF4-FFF2-40B4-BE49-F238E27FC236}">
                <a16:creationId xmlns:a16="http://schemas.microsoft.com/office/drawing/2014/main" id="{9A773742-EE2D-4AE7-B2F2-C58447E96B6B}"/>
              </a:ext>
            </a:extLst>
          </p:cNvPr>
          <p:cNvSpPr>
            <a:spLocks xmlns:a="http://schemas.openxmlformats.org/drawingml/2006/main" noGrp="1"/>
          </p:cNvSpPr>
          <p:nvPr/>
        </p:nvSpPr>
        <p:spPr>
          <a:xfrm xmlns:a="http://schemas.openxmlformats.org/drawingml/2006/main">
            <a:off x="7067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51" name="bound-16-4">
            <a:extLst xmlns:a="http://schemas.openxmlformats.org/drawingml/2006/main">
              <a:ext uri="{FF2B5EF4-FFF2-40B4-BE49-F238E27FC236}">
                <a16:creationId xmlns:a16="http://schemas.microsoft.com/office/drawing/2014/main" id="{1CDB975C-F9D5-47CC-957C-1C95DFFC5012}"/>
              </a:ext>
            </a:extLst>
          </p:cNvPr>
          <p:cNvSpPr>
            <a:spLocks xmlns:a="http://schemas.openxmlformats.org/drawingml/2006/main" noGrp="1"/>
          </p:cNvSpPr>
          <p:nvPr/>
        </p:nvSpPr>
        <p:spPr>
          <a:xfrm xmlns:a="http://schemas.openxmlformats.org/drawingml/2006/main">
            <a:off x="7639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52" name="bound-16-6">
            <a:extLst xmlns:a="http://schemas.openxmlformats.org/drawingml/2006/main">
              <a:ext uri="{FF2B5EF4-FFF2-40B4-BE49-F238E27FC236}">
                <a16:creationId xmlns:a16="http://schemas.microsoft.com/office/drawing/2014/main" id="{7F320E69-3823-4F2A-B94E-5DA861990D1C}"/>
              </a:ext>
            </a:extLst>
          </p:cNvPr>
          <p:cNvSpPr>
            <a:spLocks xmlns:a="http://schemas.openxmlformats.org/drawingml/2006/main" noGrp="1"/>
          </p:cNvSpPr>
          <p:nvPr/>
        </p:nvSpPr>
        <p:spPr>
          <a:xfrm xmlns:a="http://schemas.openxmlformats.org/drawingml/2006/main">
            <a:off x="8210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53" name="bound-16-8">
            <a:extLst xmlns:a="http://schemas.openxmlformats.org/drawingml/2006/main">
              <a:ext uri="{FF2B5EF4-FFF2-40B4-BE49-F238E27FC236}">
                <a16:creationId xmlns:a16="http://schemas.microsoft.com/office/drawing/2014/main" id="{13AD8099-FCCE-46A8-82ED-CFBAB69BF710}"/>
              </a:ext>
            </a:extLst>
          </p:cNvPr>
          <p:cNvSpPr>
            <a:spLocks xmlns:a="http://schemas.openxmlformats.org/drawingml/2006/main" noGrp="1"/>
          </p:cNvSpPr>
          <p:nvPr/>
        </p:nvSpPr>
        <p:spPr>
          <a:xfrm xmlns:a="http://schemas.openxmlformats.org/drawingml/2006/main">
            <a:off x="8782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54" name="bound-16-10">
            <a:extLst xmlns:a="http://schemas.openxmlformats.org/drawingml/2006/main">
              <a:ext uri="{FF2B5EF4-FFF2-40B4-BE49-F238E27FC236}">
                <a16:creationId xmlns:a16="http://schemas.microsoft.com/office/drawing/2014/main" id="{2D0042EF-ACA4-4502-8F48-BD946DC996EF}"/>
              </a:ext>
            </a:extLst>
          </p:cNvPr>
          <p:cNvSpPr>
            <a:spLocks xmlns:a="http://schemas.openxmlformats.org/drawingml/2006/main" noGrp="1"/>
          </p:cNvSpPr>
          <p:nvPr/>
        </p:nvSpPr>
        <p:spPr>
          <a:xfrm xmlns:a="http://schemas.openxmlformats.org/drawingml/2006/main">
            <a:off x="9353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55" name="bound-16-12">
            <a:extLst xmlns:a="http://schemas.openxmlformats.org/drawingml/2006/main">
              <a:ext uri="{FF2B5EF4-FFF2-40B4-BE49-F238E27FC236}">
                <a16:creationId xmlns:a16="http://schemas.microsoft.com/office/drawing/2014/main" id="{3E5B4FF3-F7F9-4384-888A-112D4918731E}"/>
              </a:ext>
            </a:extLst>
          </p:cNvPr>
          <p:cNvSpPr>
            <a:spLocks xmlns:a="http://schemas.openxmlformats.org/drawingml/2006/main" noGrp="1"/>
          </p:cNvSpPr>
          <p:nvPr/>
        </p:nvSpPr>
        <p:spPr>
          <a:xfrm xmlns:a="http://schemas.openxmlformats.org/drawingml/2006/main">
            <a:off x="9925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56" name="bound-16-14">
            <a:extLst xmlns:a="http://schemas.openxmlformats.org/drawingml/2006/main">
              <a:ext uri="{FF2B5EF4-FFF2-40B4-BE49-F238E27FC236}">
                <a16:creationId xmlns:a16="http://schemas.microsoft.com/office/drawing/2014/main" id="{F08BA2B6-EA05-40E5-9750-26A8D176DC71}"/>
              </a:ext>
            </a:extLst>
          </p:cNvPr>
          <p:cNvSpPr>
            <a:spLocks xmlns:a="http://schemas.openxmlformats.org/drawingml/2006/main" noGrp="1"/>
          </p:cNvSpPr>
          <p:nvPr/>
        </p:nvSpPr>
        <p:spPr>
          <a:xfrm xmlns:a="http://schemas.openxmlformats.org/drawingml/2006/main">
            <a:off x="10496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57" name="bound-16-16">
            <a:extLst xmlns:a="http://schemas.openxmlformats.org/drawingml/2006/main">
              <a:ext uri="{FF2B5EF4-FFF2-40B4-BE49-F238E27FC236}">
                <a16:creationId xmlns:a16="http://schemas.microsoft.com/office/drawing/2014/main" id="{62636856-DBDB-4ED2-AA45-05DE852D1D96}"/>
              </a:ext>
            </a:extLst>
          </p:cNvPr>
          <p:cNvSpPr>
            <a:spLocks xmlns:a="http://schemas.openxmlformats.org/drawingml/2006/main" noGrp="1"/>
          </p:cNvSpPr>
          <p:nvPr/>
        </p:nvSpPr>
        <p:spPr>
          <a:xfrm xmlns:a="http://schemas.openxmlformats.org/drawingml/2006/main">
            <a:off x="11068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58" name="given-q3">
            <a:extLst xmlns:a="http://schemas.openxmlformats.org/drawingml/2006/main">
              <a:ext uri="{FF2B5EF4-FFF2-40B4-BE49-F238E27FC236}">
                <a16:creationId xmlns:a16="http://schemas.microsoft.com/office/drawing/2014/main" id="{E89F7246-ED20-45F1-9D04-410D8BBF4C2D}"/>
              </a:ext>
            </a:extLst>
          </p:cNvPr>
          <p:cNvSpPr>
            <a:spLocks xmlns:a="http://schemas.openxmlformats.org/drawingml/2006/main" noGrp="1"/>
          </p:cNvSpPr>
          <p:nvPr/>
        </p:nvSpPr>
        <p:spPr>
          <a:xfrm xmlns:a="http://schemas.openxmlformats.org/drawingml/2006/main">
            <a:off x="6096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已知：3bit把3.71近似为3.5。</a:t>
            </a:r>
          </a:p>
        </p:txBody>
      </p:sp>
      <p:sp>
        <p:nvSpPr>
          <p:cNvPr id="59" name="text">
            <a:extLst xmlns:a="http://schemas.openxmlformats.org/drawingml/2006/main">
              <a:ext uri="{FF2B5EF4-FFF2-40B4-BE49-F238E27FC236}">
                <a16:creationId xmlns:a16="http://schemas.microsoft.com/office/drawing/2014/main" id="{D4303052-50DF-43EB-90D4-9083E845041E}"/>
              </a:ext>
            </a:extLst>
          </p:cNvPr>
          <p:cNvSpPr>
            <a:spLocks xmlns:a="http://schemas.openxmlformats.org/drawingml/2006/main" noGrp="1"/>
          </p:cNvSpPr>
          <p:nvPr/>
        </p:nvSpPr>
        <p:spPr>
          <a:xfrm xmlns:a="http://schemas.openxmlformats.org/drawingml/2006/main">
            <a:off x="64008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4bit对应哪一段？代表值是多少？</a:t>
            </a:r>
          </a:p>
        </p:txBody>
      </p:sp>
      <p:sp>
        <p:nvSpPr>
          <p:cNvPr id="60" name="same-raw-3.71">
            <a:extLst xmlns:a="http://schemas.openxmlformats.org/drawingml/2006/main">
              <a:ext uri="{FF2B5EF4-FFF2-40B4-BE49-F238E27FC236}">
                <a16:creationId xmlns:a16="http://schemas.microsoft.com/office/drawing/2014/main" id="{0EFD79F0-F4F3-45C2-B615-FC47F21F3AEE}"/>
              </a:ext>
            </a:extLst>
          </p:cNvPr>
          <p:cNvSpPr>
            <a:spLocks xmlns:a="http://schemas.openxmlformats.org/drawingml/2006/main" noGrp="1"/>
          </p:cNvSpPr>
          <p:nvPr/>
        </p:nvSpPr>
        <p:spPr>
          <a:xfrm xmlns:a="http://schemas.openxmlformats.org/drawingml/2006/main">
            <a:off x="8768715" y="379095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61" name="q4-selected-bin">
            <a:extLst xmlns:a="http://schemas.openxmlformats.org/drawingml/2006/main">
              <a:ext uri="{FF2B5EF4-FFF2-40B4-BE49-F238E27FC236}">
                <a16:creationId xmlns:a16="http://schemas.microsoft.com/office/drawing/2014/main" id="{0F4869D7-99C0-4DD6-8610-A8F65B6C5928}"/>
              </a:ext>
            </a:extLst>
          </p:cNvPr>
          <p:cNvSpPr>
            <a:spLocks xmlns:a="http://schemas.openxmlformats.org/drawingml/2006/main" noGrp="1"/>
          </p:cNvSpPr>
          <p:nvPr/>
        </p:nvSpPr>
        <p:spPr>
          <a:xfrm xmlns:a="http://schemas.openxmlformats.org/drawingml/2006/main">
            <a:off x="8705850" y="3543300"/>
            <a:ext cx="285750" cy="106680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62" name="q4-representative">
            <a:extLst xmlns:a="http://schemas.openxmlformats.org/drawingml/2006/main">
              <a:ext uri="{FF2B5EF4-FFF2-40B4-BE49-F238E27FC236}">
                <a16:creationId xmlns:a16="http://schemas.microsoft.com/office/drawing/2014/main" id="{5D571E2F-7809-4943-8764-A4AC8B6C5F67}"/>
              </a:ext>
            </a:extLst>
          </p:cNvPr>
          <p:cNvSpPr>
            <a:spLocks xmlns:a="http://schemas.openxmlformats.org/drawingml/2006/main" noGrp="1"/>
          </p:cNvSpPr>
          <p:nvPr/>
        </p:nvSpPr>
        <p:spPr>
          <a:xfrm xmlns:a="http://schemas.openxmlformats.org/drawingml/2006/main">
            <a:off x="6400800" y="58102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[3.5,4) 的中点：3.75</a:t>
            </a:r>
          </a:p>
        </p:txBody>
      </p:sp>
      <p:sp>
        <p:nvSpPr>
          <p:cNvPr id="63" name="q3-same-raw">
            <a:extLst xmlns:a="http://schemas.openxmlformats.org/drawingml/2006/main">
              <a:ext uri="{FF2B5EF4-FFF2-40B4-BE49-F238E27FC236}">
                <a16:creationId xmlns:a16="http://schemas.microsoft.com/office/drawing/2014/main" id="{6BEC5CDE-AEFA-418F-B9EB-5B02C22003D7}"/>
              </a:ext>
            </a:extLst>
          </p:cNvPr>
          <p:cNvSpPr>
            <a:spLocks xmlns:a="http://schemas.openxmlformats.org/drawingml/2006/main" noGrp="1"/>
          </p:cNvSpPr>
          <p:nvPr/>
        </p:nvSpPr>
        <p:spPr>
          <a:xfrm xmlns:a="http://schemas.openxmlformats.org/drawingml/2006/main">
            <a:off x="2977515" y="379095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64" name="q3-midpoint">
            <a:extLst xmlns:a="http://schemas.openxmlformats.org/drawingml/2006/main">
              <a:ext uri="{FF2B5EF4-FFF2-40B4-BE49-F238E27FC236}">
                <a16:creationId xmlns:a16="http://schemas.microsoft.com/office/drawing/2014/main" id="{90505D30-5855-4E09-9E64-78F4EA72CE33}"/>
              </a:ext>
            </a:extLst>
          </p:cNvPr>
          <p:cNvSpPr>
            <a:spLocks xmlns:a="http://schemas.openxmlformats.org/drawingml/2006/main" noGrp="1"/>
          </p:cNvSpPr>
          <p:nvPr/>
        </p:nvSpPr>
        <p:spPr>
          <a:xfrm xmlns:a="http://schemas.openxmlformats.org/drawingml/2006/main">
            <a:off x="2857500" y="4248150"/>
            <a:ext cx="114300" cy="1143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65" name="q4-midpoint">
            <a:extLst xmlns:a="http://schemas.openxmlformats.org/drawingml/2006/main">
              <a:ext uri="{FF2B5EF4-FFF2-40B4-BE49-F238E27FC236}">
                <a16:creationId xmlns:a16="http://schemas.microsoft.com/office/drawing/2014/main" id="{77C8D938-7802-4406-B566-A83410E97B90}"/>
              </a:ext>
            </a:extLst>
          </p:cNvPr>
          <p:cNvSpPr>
            <a:spLocks xmlns:a="http://schemas.openxmlformats.org/drawingml/2006/main" noGrp="1"/>
          </p:cNvSpPr>
          <p:nvPr/>
        </p:nvSpPr>
        <p:spPr>
          <a:xfrm xmlns:a="http://schemas.openxmlformats.org/drawingml/2006/main">
            <a:off x="8791575" y="424815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66" name="error-heading">
            <a:extLst xmlns:a="http://schemas.openxmlformats.org/drawingml/2006/main">
              <a:ext uri="{FF2B5EF4-FFF2-40B4-BE49-F238E27FC236}">
                <a16:creationId xmlns:a16="http://schemas.microsoft.com/office/drawing/2014/main" id="{E345687A-7E33-4066-9155-A46FFBB5D9FA}"/>
              </a:ext>
            </a:extLst>
          </p:cNvPr>
          <p:cNvSpPr>
            <a:spLocks xmlns:a="http://schemas.openxmlformats.org/drawingml/2006/main" noGrp="1"/>
          </p:cNvSpPr>
          <p:nvPr/>
        </p:nvSpPr>
        <p:spPr>
          <a:xfrm xmlns:a="http://schemas.openxmlformats.org/drawingml/2006/main">
            <a:off x="609600" y="26860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近似误差的大小</a:t>
            </a:r>
          </a:p>
        </p:txBody>
      </p:sp>
      <p:sp>
        <p:nvSpPr>
          <p:cNvPr id="67" name="error-bar-3bit">
            <a:extLst xmlns:a="http://schemas.openxmlformats.org/drawingml/2006/main">
              <a:ext uri="{FF2B5EF4-FFF2-40B4-BE49-F238E27FC236}">
                <a16:creationId xmlns:a16="http://schemas.microsoft.com/office/drawing/2014/main" id="{AEA9CFF9-37C4-41F0-A481-3192DB90FC3D}"/>
              </a:ext>
            </a:extLst>
          </p:cNvPr>
          <p:cNvSpPr>
            <a:spLocks xmlns:a="http://schemas.openxmlformats.org/drawingml/2006/main" noGrp="1"/>
          </p:cNvSpPr>
          <p:nvPr/>
        </p:nvSpPr>
        <p:spPr>
          <a:xfrm xmlns:a="http://schemas.openxmlformats.org/drawingml/2006/main">
            <a:off x="4857750" y="2647950"/>
            <a:ext cx="1800225" cy="123825"/>
          </a:xfrm>
          <a:prstGeom xmlns:a="http://schemas.openxmlformats.org/drawingml/2006/main" prst="rect">
            <a:avLst/>
          </a:prstGeom>
          <a:solidFill xmlns:a="http://schemas.openxmlformats.org/drawingml/2006/main">
            <a:srgbClr val="8C64E1"/>
          </a:solidFill>
          <a:ln xmlns:a="http://schemas.openxmlformats.org/drawingml/2006/main" w="0">
            <a:solidFill>
              <a:srgbClr val="8C64E1"/>
            </a:solidFill>
          </a:ln>
        </p:spPr>
      </p:sp>
      <p:sp>
        <p:nvSpPr>
          <p:cNvPr id="68" name="error-value-3bit">
            <a:extLst xmlns:a="http://schemas.openxmlformats.org/drawingml/2006/main">
              <a:ext uri="{FF2B5EF4-FFF2-40B4-BE49-F238E27FC236}">
                <a16:creationId xmlns:a16="http://schemas.microsoft.com/office/drawing/2014/main" id="{2BE642B5-0011-4E35-B2E8-3DAA589B1565}"/>
              </a:ext>
            </a:extLst>
          </p:cNvPr>
          <p:cNvSpPr>
            <a:spLocks xmlns:a="http://schemas.openxmlformats.org/drawingml/2006/main" noGrp="1"/>
          </p:cNvSpPr>
          <p:nvPr/>
        </p:nvSpPr>
        <p:spPr>
          <a:xfrm xmlns:a="http://schemas.openxmlformats.org/drawingml/2006/main">
            <a:off x="7105650" y="25717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C64E1"/>
                </a:solidFill>
                <a:latin typeface="Alibaba PuHuiTi 3.0 55 Regular"/>
                <a:ea typeface="Alibaba PuHuiTi 3.0 55 Regular"/>
                <a:cs typeface="Alibaba PuHuiTi 3.0 55 Regular"/>
              </a:defRPr>
            </a:defPPr>
          </a:lstStyle>
          <a:p xmlns:a="http://schemas.openxmlformats.org/drawingml/2006/main">
            <a:pPr algn="l">
              <a:defRPr sz="1800" b="0">
                <a:solidFill>
                  <a:srgbClr val="8C64E1"/>
                </a:solidFill>
                <a:latin typeface="Alibaba PuHuiTi 3.0 55 Regular"/>
                <a:ea typeface="Alibaba PuHuiTi 3.0 55 Regular"/>
                <a:cs typeface="Alibaba PuHuiTi 3.0 55 Regular"/>
              </a:defRPr>
            </a:pPr>
            <a:r>
              <a:rPr sz="1800" b="0">
                <a:solidFill>
                  <a:srgbClr val="8C64E1"/>
                </a:solidFill>
                <a:latin typeface="Alibaba PuHuiTi 3.0 55 Regular"/>
                <a:ea typeface="Alibaba PuHuiTi 3.0 55 Regular"/>
                <a:cs typeface="Alibaba PuHuiTi 3.0 55 Regular"/>
              </a:rPr>
              <a:t>3bit：0.21</a:t>
            </a:r>
          </a:p>
        </p:txBody>
      </p:sp>
      <p:sp>
        <p:nvSpPr>
          <p:cNvPr id="69" name="error-bar-4bit">
            <a:extLst xmlns:a="http://schemas.openxmlformats.org/drawingml/2006/main">
              <a:ext uri="{FF2B5EF4-FFF2-40B4-BE49-F238E27FC236}">
                <a16:creationId xmlns:a16="http://schemas.microsoft.com/office/drawing/2014/main" id="{F8E12902-9B4B-4333-9E4D-8DCC1137CEEE}"/>
              </a:ext>
            </a:extLst>
          </p:cNvPr>
          <p:cNvSpPr>
            <a:spLocks xmlns:a="http://schemas.openxmlformats.org/drawingml/2006/main" noGrp="1"/>
          </p:cNvSpPr>
          <p:nvPr/>
        </p:nvSpPr>
        <p:spPr>
          <a:xfrm xmlns:a="http://schemas.openxmlformats.org/drawingml/2006/main">
            <a:off x="4857750" y="2962275"/>
            <a:ext cx="342900" cy="123825"/>
          </a:xfrm>
          <a:prstGeom xmlns:a="http://schemas.openxmlformats.org/drawingml/2006/main" prst="rect">
            <a:avLst/>
          </a:prstGeom>
          <a:solidFill xmlns:a="http://schemas.openxmlformats.org/drawingml/2006/main">
            <a:srgbClr val="00B0F0"/>
          </a:solidFill>
          <a:ln xmlns:a="http://schemas.openxmlformats.org/drawingml/2006/main" w="0">
            <a:solidFill>
              <a:srgbClr val="00B0F0"/>
            </a:solidFill>
          </a:ln>
        </p:spPr>
      </p:sp>
      <p:sp>
        <p:nvSpPr>
          <p:cNvPr id="70" name="error-value-4bit">
            <a:extLst xmlns:a="http://schemas.openxmlformats.org/drawingml/2006/main">
              <a:ext uri="{FF2B5EF4-FFF2-40B4-BE49-F238E27FC236}">
                <a16:creationId xmlns:a16="http://schemas.microsoft.com/office/drawing/2014/main" id="{16E12023-B8D9-4AD8-9195-99CD5D64BE5F}"/>
              </a:ext>
            </a:extLst>
          </p:cNvPr>
          <p:cNvSpPr>
            <a:spLocks xmlns:a="http://schemas.openxmlformats.org/drawingml/2006/main" noGrp="1"/>
          </p:cNvSpPr>
          <p:nvPr/>
        </p:nvSpPr>
        <p:spPr>
          <a:xfrm xmlns:a="http://schemas.openxmlformats.org/drawingml/2006/main">
            <a:off x="7105650" y="28860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007C9B"/>
                </a:solidFill>
                <a:latin typeface="Alibaba PuHuiTi 3.0 55 Regular"/>
                <a:ea typeface="Alibaba PuHuiTi 3.0 55 Regular"/>
                <a:cs typeface="Alibaba PuHuiTi 3.0 55 Regular"/>
              </a:defRPr>
            </a:defPPr>
          </a:lstStyle>
          <a:p xmlns:a="http://schemas.openxmlformats.org/drawingml/2006/main">
            <a:pPr algn="l">
              <a:defRPr sz="1800" b="0">
                <a:solidFill>
                  <a:srgbClr val="007C9B"/>
                </a:solidFill>
                <a:latin typeface="Alibaba PuHuiTi 3.0 55 Regular"/>
                <a:ea typeface="Alibaba PuHuiTi 3.0 55 Regular"/>
                <a:cs typeface="Alibaba PuHuiTi 3.0 55 Regular"/>
              </a:defRPr>
            </a:pPr>
            <a:r>
              <a:rPr sz="1800" b="0">
                <a:solidFill>
                  <a:srgbClr val="007C9B"/>
                </a:solidFill>
                <a:latin typeface="Alibaba PuHuiTi 3.0 55 Regular"/>
                <a:ea typeface="Alibaba PuHuiTi 3.0 55 Regular"/>
                <a:cs typeface="Alibaba PuHuiTi 3.0 55 Regular"/>
              </a:rPr>
              <a:t>4bit：0.04</a:t>
            </a:r>
          </a:p>
        </p:txBody>
      </p:sp>
    </p:spTree>
    <p:extLst>
      <p:ext uri="{BB962C8B-B14F-4D97-AF65-F5344CB8AC3E}">
        <p14:creationId xmlns:p14="http://schemas.microsoft.com/office/powerpoint/2010/main" val="66867253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FD492E0-1614-4C88-A479-CD0F1ABAF27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888EC00-0445-4E3A-AA06-1167CDDECD5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548184F-EF6C-49F6-8564-F5EDA12E90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采样率与量化位数，分别控制什么？</a:t>
            </a:r>
          </a:p>
        </p:txBody>
      </p:sp>
      <p:sp>
        <p:nvSpPr>
          <p:cNvPr id="5" name="Connector 4">
            <a:extLst xmlns:a="http://schemas.openxmlformats.org/drawingml/2006/main">
              <a:ext uri="{FF2B5EF4-FFF2-40B4-BE49-F238E27FC236}">
                <a16:creationId xmlns:a16="http://schemas.microsoft.com/office/drawing/2014/main" id="{6CBC8CD5-0F58-48F7-B5CF-6761C12D6309}"/>
              </a:ext>
            </a:extLst>
          </p:cNvPr>
          <p:cNvSpPr>
            <a:spLocks xmlns:a="http://schemas.openxmlformats.org/drawingml/2006/main" noGrp="1"/>
          </p:cNvSpPr>
          <p:nvPr/>
        </p:nvSpPr>
        <p:spPr>
          <a:xfrm xmlns:a="http://schemas.openxmlformats.org/drawingml/2006/main">
            <a:off x="969264" y="3291840"/>
            <a:ext cx="978408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6D94508E-B1F0-44CA-AEB6-39331850C165}"/>
              </a:ext>
            </a:extLst>
          </p:cNvPr>
          <p:cNvSpPr>
            <a:spLocks xmlns:a="http://schemas.openxmlformats.org/drawingml/2006/main" noGrp="1"/>
          </p:cNvSpPr>
          <p:nvPr/>
        </p:nvSpPr>
        <p:spPr>
          <a:xfrm xmlns:a="http://schemas.openxmlformats.org/drawingml/2006/main">
            <a:off x="1060704" y="1956816"/>
            <a:ext cx="0" cy="2679191"/>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D1D9D89B-05B7-4877-9F55-77FF82FDDE8F}"/>
              </a:ext>
            </a:extLst>
          </p:cNvPr>
          <p:cNvSpPr>
            <a:spLocks xmlns:a="http://schemas.openxmlformats.org/drawingml/2006/main" noGrp="1"/>
          </p:cNvSpPr>
          <p:nvPr/>
        </p:nvSpPr>
        <p:spPr>
          <a:xfrm xmlns:a="http://schemas.openxmlformats.org/drawingml/2006/main" flipV="1">
            <a:off x="1106424" y="3153678"/>
            <a:ext cx="91440" cy="1107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CF32E1E-9D58-48DA-BB3B-2A4DA3A569D6}"/>
              </a:ext>
            </a:extLst>
          </p:cNvPr>
          <p:cNvSpPr>
            <a:spLocks xmlns:a="http://schemas.openxmlformats.org/drawingml/2006/main" noGrp="1"/>
          </p:cNvSpPr>
          <p:nvPr/>
        </p:nvSpPr>
        <p:spPr>
          <a:xfrm xmlns:a="http://schemas.openxmlformats.org/drawingml/2006/main" flipV="1">
            <a:off x="1197864" y="3044364"/>
            <a:ext cx="91440" cy="1093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12881943-FF7C-4314-A884-789F9267C2C3}"/>
              </a:ext>
            </a:extLst>
          </p:cNvPr>
          <p:cNvSpPr>
            <a:spLocks xmlns:a="http://schemas.openxmlformats.org/drawingml/2006/main" noGrp="1"/>
          </p:cNvSpPr>
          <p:nvPr/>
        </p:nvSpPr>
        <p:spPr>
          <a:xfrm xmlns:a="http://schemas.openxmlformats.org/drawingml/2006/main" flipV="1">
            <a:off x="1289304" y="2937861"/>
            <a:ext cx="91440" cy="10650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710B3E5-A11D-4103-ACBF-E8B01960DBE9}"/>
              </a:ext>
            </a:extLst>
          </p:cNvPr>
          <p:cNvSpPr>
            <a:spLocks xmlns:a="http://schemas.openxmlformats.org/drawingml/2006/main" noGrp="1"/>
          </p:cNvSpPr>
          <p:nvPr/>
        </p:nvSpPr>
        <p:spPr>
          <a:xfrm xmlns:a="http://schemas.openxmlformats.org/drawingml/2006/main" flipV="1">
            <a:off x="1380744" y="2835531"/>
            <a:ext cx="91440" cy="1023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EB7DA19-1B3C-474A-933B-E46E9FF2F656}"/>
              </a:ext>
            </a:extLst>
          </p:cNvPr>
          <p:cNvSpPr>
            <a:spLocks xmlns:a="http://schemas.openxmlformats.org/drawingml/2006/main" noGrp="1"/>
          </p:cNvSpPr>
          <p:nvPr/>
        </p:nvSpPr>
        <p:spPr>
          <a:xfrm xmlns:a="http://schemas.openxmlformats.org/drawingml/2006/main" flipV="1">
            <a:off x="1472184" y="2738680"/>
            <a:ext cx="91440" cy="96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671A508-EB2D-44C4-B1BA-9CE31DDB0621}"/>
              </a:ext>
            </a:extLst>
          </p:cNvPr>
          <p:cNvSpPr>
            <a:spLocks xmlns:a="http://schemas.openxmlformats.org/drawingml/2006/main" noGrp="1"/>
          </p:cNvSpPr>
          <p:nvPr/>
        </p:nvSpPr>
        <p:spPr>
          <a:xfrm xmlns:a="http://schemas.openxmlformats.org/drawingml/2006/main" flipV="1">
            <a:off x="1563624" y="2648547"/>
            <a:ext cx="91440" cy="901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B426F7D2-2154-4938-98D7-E7AD8B0B5750}"/>
              </a:ext>
            </a:extLst>
          </p:cNvPr>
          <p:cNvSpPr>
            <a:spLocks xmlns:a="http://schemas.openxmlformats.org/drawingml/2006/main" noGrp="1"/>
          </p:cNvSpPr>
          <p:nvPr/>
        </p:nvSpPr>
        <p:spPr>
          <a:xfrm xmlns:a="http://schemas.openxmlformats.org/drawingml/2006/main" flipV="1">
            <a:off x="1655064" y="2566283"/>
            <a:ext cx="91440" cy="8226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C076E0EA-A2B1-49B9-885A-E5F40C89A304}"/>
              </a:ext>
            </a:extLst>
          </p:cNvPr>
          <p:cNvSpPr>
            <a:spLocks xmlns:a="http://schemas.openxmlformats.org/drawingml/2006/main" noGrp="1"/>
          </p:cNvSpPr>
          <p:nvPr/>
        </p:nvSpPr>
        <p:spPr>
          <a:xfrm xmlns:a="http://schemas.openxmlformats.org/drawingml/2006/main" flipV="1">
            <a:off x="1746504" y="2492940"/>
            <a:ext cx="91439" cy="733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0269687-2784-4876-A4C9-D6B4B458199E}"/>
              </a:ext>
            </a:extLst>
          </p:cNvPr>
          <p:cNvSpPr>
            <a:spLocks xmlns:a="http://schemas.openxmlformats.org/drawingml/2006/main" noGrp="1"/>
          </p:cNvSpPr>
          <p:nvPr/>
        </p:nvSpPr>
        <p:spPr>
          <a:xfrm xmlns:a="http://schemas.openxmlformats.org/drawingml/2006/main" flipV="1">
            <a:off x="1837943" y="2429453"/>
            <a:ext cx="91441" cy="6348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02730AB0-4091-4107-A7A6-5C9E2F722361}"/>
              </a:ext>
            </a:extLst>
          </p:cNvPr>
          <p:cNvSpPr>
            <a:spLocks xmlns:a="http://schemas.openxmlformats.org/drawingml/2006/main" noGrp="1"/>
          </p:cNvSpPr>
          <p:nvPr/>
        </p:nvSpPr>
        <p:spPr>
          <a:xfrm xmlns:a="http://schemas.openxmlformats.org/drawingml/2006/main" flipV="1">
            <a:off x="1929384" y="2376635"/>
            <a:ext cx="91440" cy="52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E9E2065-252C-45CF-8DBB-D1C10C72E990}"/>
              </a:ext>
            </a:extLst>
          </p:cNvPr>
          <p:cNvSpPr>
            <a:spLocks xmlns:a="http://schemas.openxmlformats.org/drawingml/2006/main" noGrp="1"/>
          </p:cNvSpPr>
          <p:nvPr/>
        </p:nvSpPr>
        <p:spPr>
          <a:xfrm xmlns:a="http://schemas.openxmlformats.org/drawingml/2006/main" flipV="1">
            <a:off x="2020824" y="2335161"/>
            <a:ext cx="91440" cy="414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2AA36A3-28AE-453C-8790-39DD92809844}"/>
              </a:ext>
            </a:extLst>
          </p:cNvPr>
          <p:cNvSpPr>
            <a:spLocks xmlns:a="http://schemas.openxmlformats.org/drawingml/2006/main" noGrp="1"/>
          </p:cNvSpPr>
          <p:nvPr/>
        </p:nvSpPr>
        <p:spPr>
          <a:xfrm xmlns:a="http://schemas.openxmlformats.org/drawingml/2006/main" flipV="1">
            <a:off x="2112264" y="2305560"/>
            <a:ext cx="91440" cy="296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41476DC9-524A-4B9D-BF8C-4FD50537DFBE}"/>
              </a:ext>
            </a:extLst>
          </p:cNvPr>
          <p:cNvSpPr>
            <a:spLocks xmlns:a="http://schemas.openxmlformats.org/drawingml/2006/main" noGrp="1"/>
          </p:cNvSpPr>
          <p:nvPr/>
        </p:nvSpPr>
        <p:spPr>
          <a:xfrm xmlns:a="http://schemas.openxmlformats.org/drawingml/2006/main" flipV="1">
            <a:off x="2203704" y="2288210"/>
            <a:ext cx="91440" cy="17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E582C9E-5DDF-41E2-9016-858AD4141FBD}"/>
              </a:ext>
            </a:extLst>
          </p:cNvPr>
          <p:cNvSpPr>
            <a:spLocks xmlns:a="http://schemas.openxmlformats.org/drawingml/2006/main" noGrp="1"/>
          </p:cNvSpPr>
          <p:nvPr/>
        </p:nvSpPr>
        <p:spPr>
          <a:xfrm xmlns:a="http://schemas.openxmlformats.org/drawingml/2006/main" flipV="1">
            <a:off x="2295144" y="2283334"/>
            <a:ext cx="91440" cy="48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6073F06-5BB5-4232-98AA-AF442F543D7D}"/>
              </a:ext>
            </a:extLst>
          </p:cNvPr>
          <p:cNvSpPr>
            <a:spLocks xmlns:a="http://schemas.openxmlformats.org/drawingml/2006/main" noGrp="1"/>
          </p:cNvSpPr>
          <p:nvPr/>
        </p:nvSpPr>
        <p:spPr>
          <a:xfrm xmlns:a="http://schemas.openxmlformats.org/drawingml/2006/main">
            <a:off x="2386584" y="2283334"/>
            <a:ext cx="91440" cy="76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4320AC9-9E98-415F-B51C-E5964E8B8B78}"/>
              </a:ext>
            </a:extLst>
          </p:cNvPr>
          <p:cNvSpPr>
            <a:spLocks xmlns:a="http://schemas.openxmlformats.org/drawingml/2006/main" noGrp="1"/>
          </p:cNvSpPr>
          <p:nvPr/>
        </p:nvSpPr>
        <p:spPr>
          <a:xfrm xmlns:a="http://schemas.openxmlformats.org/drawingml/2006/main">
            <a:off x="2478024" y="2290993"/>
            <a:ext cx="91440" cy="200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2EEBC0E-02BB-4236-BDCF-3E73FD0D5423}"/>
              </a:ext>
            </a:extLst>
          </p:cNvPr>
          <p:cNvSpPr>
            <a:spLocks xmlns:a="http://schemas.openxmlformats.org/drawingml/2006/main" noGrp="1"/>
          </p:cNvSpPr>
          <p:nvPr/>
        </p:nvSpPr>
        <p:spPr>
          <a:xfrm xmlns:a="http://schemas.openxmlformats.org/drawingml/2006/main">
            <a:off x="2569464" y="2311090"/>
            <a:ext cx="91440" cy="32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44E670CA-55CF-4A85-9D47-87D06C9E87CE}"/>
              </a:ext>
            </a:extLst>
          </p:cNvPr>
          <p:cNvSpPr>
            <a:spLocks xmlns:a="http://schemas.openxmlformats.org/drawingml/2006/main" noGrp="1"/>
          </p:cNvSpPr>
          <p:nvPr/>
        </p:nvSpPr>
        <p:spPr>
          <a:xfrm xmlns:a="http://schemas.openxmlformats.org/drawingml/2006/main">
            <a:off x="2660904" y="2343368"/>
            <a:ext cx="91440" cy="440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16F73232-10E1-4398-BE17-A53274080168}"/>
              </a:ext>
            </a:extLst>
          </p:cNvPr>
          <p:cNvSpPr>
            <a:spLocks xmlns:a="http://schemas.openxmlformats.org/drawingml/2006/main" noGrp="1"/>
          </p:cNvSpPr>
          <p:nvPr/>
        </p:nvSpPr>
        <p:spPr>
          <a:xfrm xmlns:a="http://schemas.openxmlformats.org/drawingml/2006/main">
            <a:off x="2752344" y="2387414"/>
            <a:ext cx="91440" cy="552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0C6F4AED-2389-431E-8CA0-33F03BF09272}"/>
              </a:ext>
            </a:extLst>
          </p:cNvPr>
          <p:cNvSpPr>
            <a:spLocks xmlns:a="http://schemas.openxmlformats.org/drawingml/2006/main" noGrp="1"/>
          </p:cNvSpPr>
          <p:nvPr/>
        </p:nvSpPr>
        <p:spPr>
          <a:xfrm xmlns:a="http://schemas.openxmlformats.org/drawingml/2006/main">
            <a:off x="2843784" y="2442666"/>
            <a:ext cx="91440" cy="657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DA2BBCFF-700B-4D53-948A-CCD56A72D3CA}"/>
              </a:ext>
            </a:extLst>
          </p:cNvPr>
          <p:cNvSpPr>
            <a:spLocks xmlns:a="http://schemas.openxmlformats.org/drawingml/2006/main" noGrp="1"/>
          </p:cNvSpPr>
          <p:nvPr/>
        </p:nvSpPr>
        <p:spPr>
          <a:xfrm xmlns:a="http://schemas.openxmlformats.org/drawingml/2006/main">
            <a:off x="2935224" y="2508418"/>
            <a:ext cx="91440" cy="7541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05D58F2-E923-4C07-9251-CCDA0E06D3F8}"/>
              </a:ext>
            </a:extLst>
          </p:cNvPr>
          <p:cNvSpPr>
            <a:spLocks xmlns:a="http://schemas.openxmlformats.org/drawingml/2006/main" noGrp="1"/>
          </p:cNvSpPr>
          <p:nvPr/>
        </p:nvSpPr>
        <p:spPr>
          <a:xfrm xmlns:a="http://schemas.openxmlformats.org/drawingml/2006/main">
            <a:off x="3026664" y="2583829"/>
            <a:ext cx="91440" cy="8410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AA1952D8-9305-465F-8094-0CAF66E6531C}"/>
              </a:ext>
            </a:extLst>
          </p:cNvPr>
          <p:cNvSpPr>
            <a:spLocks xmlns:a="http://schemas.openxmlformats.org/drawingml/2006/main" noGrp="1"/>
          </p:cNvSpPr>
          <p:nvPr/>
        </p:nvSpPr>
        <p:spPr>
          <a:xfrm xmlns:a="http://schemas.openxmlformats.org/drawingml/2006/main">
            <a:off x="3118104" y="2667936"/>
            <a:ext cx="91440" cy="9172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DED3B25D-559B-48B6-9765-F2A103B4428F}"/>
              </a:ext>
            </a:extLst>
          </p:cNvPr>
          <p:cNvSpPr>
            <a:spLocks xmlns:a="http://schemas.openxmlformats.org/drawingml/2006/main" noGrp="1"/>
          </p:cNvSpPr>
          <p:nvPr/>
        </p:nvSpPr>
        <p:spPr>
          <a:xfrm xmlns:a="http://schemas.openxmlformats.org/drawingml/2006/main">
            <a:off x="3209544" y="2759665"/>
            <a:ext cx="91440" cy="981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A43B3112-782B-4720-97AE-8F7DD72D73B8}"/>
              </a:ext>
            </a:extLst>
          </p:cNvPr>
          <p:cNvSpPr>
            <a:spLocks xmlns:a="http://schemas.openxmlformats.org/drawingml/2006/main" noGrp="1"/>
          </p:cNvSpPr>
          <p:nvPr/>
        </p:nvSpPr>
        <p:spPr>
          <a:xfrm xmlns:a="http://schemas.openxmlformats.org/drawingml/2006/main">
            <a:off x="3300984" y="2857842"/>
            <a:ext cx="91440" cy="1033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B278BBE-F1CC-4DDD-8881-BC8B9BFE5A95}"/>
              </a:ext>
            </a:extLst>
          </p:cNvPr>
          <p:cNvSpPr>
            <a:spLocks xmlns:a="http://schemas.openxmlformats.org/drawingml/2006/main" noGrp="1"/>
          </p:cNvSpPr>
          <p:nvPr/>
        </p:nvSpPr>
        <p:spPr>
          <a:xfrm xmlns:a="http://schemas.openxmlformats.org/drawingml/2006/main">
            <a:off x="3392424" y="2961215"/>
            <a:ext cx="91440" cy="10724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21A29A8E-6482-4708-9A9F-374B36F1729A}"/>
              </a:ext>
            </a:extLst>
          </p:cNvPr>
          <p:cNvSpPr>
            <a:spLocks xmlns:a="http://schemas.openxmlformats.org/drawingml/2006/main" noGrp="1"/>
          </p:cNvSpPr>
          <p:nvPr/>
        </p:nvSpPr>
        <p:spPr>
          <a:xfrm xmlns:a="http://schemas.openxmlformats.org/drawingml/2006/main">
            <a:off x="3483864" y="3068462"/>
            <a:ext cx="91440" cy="1097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453F613-E6CB-4F77-A964-E4391AE778B6}"/>
              </a:ext>
            </a:extLst>
          </p:cNvPr>
          <p:cNvSpPr>
            <a:spLocks xmlns:a="http://schemas.openxmlformats.org/drawingml/2006/main" noGrp="1"/>
          </p:cNvSpPr>
          <p:nvPr/>
        </p:nvSpPr>
        <p:spPr>
          <a:xfrm xmlns:a="http://schemas.openxmlformats.org/drawingml/2006/main">
            <a:off x="3575304" y="3178212"/>
            <a:ext cx="91440" cy="1108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2BD2320-BF50-4F93-B6DB-DF55C599A9F4}"/>
              </a:ext>
            </a:extLst>
          </p:cNvPr>
          <p:cNvSpPr>
            <a:spLocks xmlns:a="http://schemas.openxmlformats.org/drawingml/2006/main" noGrp="1"/>
          </p:cNvSpPr>
          <p:nvPr/>
        </p:nvSpPr>
        <p:spPr>
          <a:xfrm xmlns:a="http://schemas.openxmlformats.org/drawingml/2006/main">
            <a:off x="3666744" y="3289064"/>
            <a:ext cx="91439" cy="1105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C38154-4ECB-405C-B0F6-2EBF5D50D2A6}"/>
              </a:ext>
            </a:extLst>
          </p:cNvPr>
          <p:cNvSpPr>
            <a:spLocks xmlns:a="http://schemas.openxmlformats.org/drawingml/2006/main" noGrp="1"/>
          </p:cNvSpPr>
          <p:nvPr/>
        </p:nvSpPr>
        <p:spPr>
          <a:xfrm xmlns:a="http://schemas.openxmlformats.org/drawingml/2006/main">
            <a:off x="3758183" y="3399601"/>
            <a:ext cx="91441" cy="1088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6E9F01E2-CB81-4B98-84FB-8602EAF3A792}"/>
              </a:ext>
            </a:extLst>
          </p:cNvPr>
          <p:cNvSpPr>
            <a:spLocks xmlns:a="http://schemas.openxmlformats.org/drawingml/2006/main" noGrp="1"/>
          </p:cNvSpPr>
          <p:nvPr/>
        </p:nvSpPr>
        <p:spPr>
          <a:xfrm xmlns:a="http://schemas.openxmlformats.org/drawingml/2006/main">
            <a:off x="3849624" y="3508410"/>
            <a:ext cx="91440" cy="105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0182E8BD-F3B3-40FE-844D-67839BEFD4B3}"/>
              </a:ext>
            </a:extLst>
          </p:cNvPr>
          <p:cNvSpPr>
            <a:spLocks xmlns:a="http://schemas.openxmlformats.org/drawingml/2006/main" noGrp="1"/>
          </p:cNvSpPr>
          <p:nvPr/>
        </p:nvSpPr>
        <p:spPr>
          <a:xfrm xmlns:a="http://schemas.openxmlformats.org/drawingml/2006/main">
            <a:off x="3941064" y="3614101"/>
            <a:ext cx="91440" cy="10122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ED1BCBF5-B8D4-4CDF-9FA1-ABC2CA5AE1DB}"/>
              </a:ext>
            </a:extLst>
          </p:cNvPr>
          <p:cNvSpPr>
            <a:spLocks xmlns:a="http://schemas.openxmlformats.org/drawingml/2006/main" noGrp="1"/>
          </p:cNvSpPr>
          <p:nvPr/>
        </p:nvSpPr>
        <p:spPr>
          <a:xfrm xmlns:a="http://schemas.openxmlformats.org/drawingml/2006/main">
            <a:off x="4032504" y="3715325"/>
            <a:ext cx="91440" cy="9546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87B50FB-AA5E-4E1A-BD78-37A000F1C58C}"/>
              </a:ext>
            </a:extLst>
          </p:cNvPr>
          <p:cNvSpPr>
            <a:spLocks xmlns:a="http://schemas.openxmlformats.org/drawingml/2006/main" noGrp="1"/>
          </p:cNvSpPr>
          <p:nvPr/>
        </p:nvSpPr>
        <p:spPr>
          <a:xfrm xmlns:a="http://schemas.openxmlformats.org/drawingml/2006/main">
            <a:off x="4123944" y="3810787"/>
            <a:ext cx="91440" cy="8848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EEBCD018-D166-41CA-BC70-3B5F67AF09BE}"/>
              </a:ext>
            </a:extLst>
          </p:cNvPr>
          <p:cNvSpPr>
            <a:spLocks xmlns:a="http://schemas.openxmlformats.org/drawingml/2006/main" noGrp="1"/>
          </p:cNvSpPr>
          <p:nvPr/>
        </p:nvSpPr>
        <p:spPr>
          <a:xfrm xmlns:a="http://schemas.openxmlformats.org/drawingml/2006/main">
            <a:off x="4215384" y="3899267"/>
            <a:ext cx="91440" cy="803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3757F5B-35BE-496E-844E-4F640E5D6300}"/>
              </a:ext>
            </a:extLst>
          </p:cNvPr>
          <p:cNvSpPr>
            <a:spLocks xmlns:a="http://schemas.openxmlformats.org/drawingml/2006/main" noGrp="1"/>
          </p:cNvSpPr>
          <p:nvPr/>
        </p:nvSpPr>
        <p:spPr>
          <a:xfrm xmlns:a="http://schemas.openxmlformats.org/drawingml/2006/main">
            <a:off x="4306824" y="3979636"/>
            <a:ext cx="91440" cy="712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492134D0-61BA-4FA3-A6D5-385D9AF20010}"/>
              </a:ext>
            </a:extLst>
          </p:cNvPr>
          <p:cNvSpPr>
            <a:spLocks xmlns:a="http://schemas.openxmlformats.org/drawingml/2006/main" noGrp="1"/>
          </p:cNvSpPr>
          <p:nvPr/>
        </p:nvSpPr>
        <p:spPr>
          <a:xfrm xmlns:a="http://schemas.openxmlformats.org/drawingml/2006/main">
            <a:off x="4398264" y="4050866"/>
            <a:ext cx="91440" cy="6118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C4E89ADB-3E8A-4372-848B-38C53944F358}"/>
              </a:ext>
            </a:extLst>
          </p:cNvPr>
          <p:cNvSpPr>
            <a:spLocks xmlns:a="http://schemas.openxmlformats.org/drawingml/2006/main" noGrp="1"/>
          </p:cNvSpPr>
          <p:nvPr/>
        </p:nvSpPr>
        <p:spPr>
          <a:xfrm xmlns:a="http://schemas.openxmlformats.org/drawingml/2006/main">
            <a:off x="4489704" y="4112047"/>
            <a:ext cx="91440" cy="50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19880D37-36A3-4497-821A-B0D2DDE741C3}"/>
              </a:ext>
            </a:extLst>
          </p:cNvPr>
          <p:cNvSpPr>
            <a:spLocks xmlns:a="http://schemas.openxmlformats.org/drawingml/2006/main" noGrp="1"/>
          </p:cNvSpPr>
          <p:nvPr/>
        </p:nvSpPr>
        <p:spPr>
          <a:xfrm xmlns:a="http://schemas.openxmlformats.org/drawingml/2006/main">
            <a:off x="4581144" y="4162397"/>
            <a:ext cx="91440" cy="388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5FECE86F-7AED-4CCC-817F-5F1369D40398}"/>
              </a:ext>
            </a:extLst>
          </p:cNvPr>
          <p:cNvSpPr>
            <a:spLocks xmlns:a="http://schemas.openxmlformats.org/drawingml/2006/main" noGrp="1"/>
          </p:cNvSpPr>
          <p:nvPr/>
        </p:nvSpPr>
        <p:spPr>
          <a:xfrm xmlns:a="http://schemas.openxmlformats.org/drawingml/2006/main">
            <a:off x="4672584" y="4201274"/>
            <a:ext cx="91440" cy="2690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CC25ED13-0234-4C81-BF86-B7EDD2B96A1F}"/>
              </a:ext>
            </a:extLst>
          </p:cNvPr>
          <p:cNvSpPr>
            <a:spLocks xmlns:a="http://schemas.openxmlformats.org/drawingml/2006/main" noGrp="1"/>
          </p:cNvSpPr>
          <p:nvPr/>
        </p:nvSpPr>
        <p:spPr>
          <a:xfrm xmlns:a="http://schemas.openxmlformats.org/drawingml/2006/main">
            <a:off x="4764024" y="4228180"/>
            <a:ext cx="91440" cy="145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4193997-0B22-4F53-B134-772A1C9ECEAB}"/>
              </a:ext>
            </a:extLst>
          </p:cNvPr>
          <p:cNvSpPr>
            <a:spLocks xmlns:a="http://schemas.openxmlformats.org/drawingml/2006/main" noGrp="1"/>
          </p:cNvSpPr>
          <p:nvPr/>
        </p:nvSpPr>
        <p:spPr>
          <a:xfrm xmlns:a="http://schemas.openxmlformats.org/drawingml/2006/main">
            <a:off x="4855464" y="4242771"/>
            <a:ext cx="91440" cy="20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2514074A-AC50-4B7D-9506-18F8D497EB4D}"/>
              </a:ext>
            </a:extLst>
          </p:cNvPr>
          <p:cNvSpPr>
            <a:spLocks xmlns:a="http://schemas.openxmlformats.org/drawingml/2006/main" noGrp="1"/>
          </p:cNvSpPr>
          <p:nvPr/>
        </p:nvSpPr>
        <p:spPr>
          <a:xfrm xmlns:a="http://schemas.openxmlformats.org/drawingml/2006/main" flipV="1">
            <a:off x="4946904" y="4234424"/>
            <a:ext cx="91440" cy="1043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96601F15-E7BE-4F14-88BA-474D85412847}"/>
              </a:ext>
            </a:extLst>
          </p:cNvPr>
          <p:cNvSpPr>
            <a:spLocks xmlns:a="http://schemas.openxmlformats.org/drawingml/2006/main" noGrp="1"/>
          </p:cNvSpPr>
          <p:nvPr/>
        </p:nvSpPr>
        <p:spPr>
          <a:xfrm xmlns:a="http://schemas.openxmlformats.org/drawingml/2006/main" flipV="1">
            <a:off x="5038344" y="4211593"/>
            <a:ext cx="91440" cy="22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1B55D072-845B-4999-A3AA-51F4C2C9814C}"/>
              </a:ext>
            </a:extLst>
          </p:cNvPr>
          <p:cNvSpPr>
            <a:spLocks xmlns:a="http://schemas.openxmlformats.org/drawingml/2006/main" noGrp="1"/>
          </p:cNvSpPr>
          <p:nvPr/>
        </p:nvSpPr>
        <p:spPr>
          <a:xfrm xmlns:a="http://schemas.openxmlformats.org/drawingml/2006/main" flipV="1">
            <a:off x="5129784" y="4176659"/>
            <a:ext cx="91440" cy="349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3F56C43A-4917-41F4-A85B-B745876B2923}"/>
              </a:ext>
            </a:extLst>
          </p:cNvPr>
          <p:cNvSpPr>
            <a:spLocks xmlns:a="http://schemas.openxmlformats.org/drawingml/2006/main" noGrp="1"/>
          </p:cNvSpPr>
          <p:nvPr/>
        </p:nvSpPr>
        <p:spPr>
          <a:xfrm xmlns:a="http://schemas.openxmlformats.org/drawingml/2006/main" flipV="1">
            <a:off x="5221224" y="4130069"/>
            <a:ext cx="91440" cy="46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CA8657A-C13A-4E34-924D-93A28BB9521E}"/>
              </a:ext>
            </a:extLst>
          </p:cNvPr>
          <p:cNvSpPr>
            <a:spLocks xmlns:a="http://schemas.openxmlformats.org/drawingml/2006/main" noGrp="1"/>
          </p:cNvSpPr>
          <p:nvPr/>
        </p:nvSpPr>
        <p:spPr>
          <a:xfrm xmlns:a="http://schemas.openxmlformats.org/drawingml/2006/main" flipV="1">
            <a:off x="5312664" y="4072417"/>
            <a:ext cx="91439" cy="576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9D054910-1F14-4329-8CB1-F47DA0BD1687}"/>
              </a:ext>
            </a:extLst>
          </p:cNvPr>
          <p:cNvSpPr>
            <a:spLocks xmlns:a="http://schemas.openxmlformats.org/drawingml/2006/main" noGrp="1"/>
          </p:cNvSpPr>
          <p:nvPr/>
        </p:nvSpPr>
        <p:spPr>
          <a:xfrm xmlns:a="http://schemas.openxmlformats.org/drawingml/2006/main" flipV="1">
            <a:off x="5404103" y="4004442"/>
            <a:ext cx="91441" cy="6797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056BE2DB-5A24-48F3-A4D0-06FD3AF61D95}"/>
              </a:ext>
            </a:extLst>
          </p:cNvPr>
          <p:cNvSpPr>
            <a:spLocks xmlns:a="http://schemas.openxmlformats.org/drawingml/2006/main" noGrp="1"/>
          </p:cNvSpPr>
          <p:nvPr/>
        </p:nvSpPr>
        <p:spPr>
          <a:xfrm xmlns:a="http://schemas.openxmlformats.org/drawingml/2006/main" flipV="1">
            <a:off x="5495544" y="3927011"/>
            <a:ext cx="91440" cy="774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74738767-A53A-4729-8D41-05F2406DE247}"/>
              </a:ext>
            </a:extLst>
          </p:cNvPr>
          <p:cNvSpPr>
            <a:spLocks xmlns:a="http://schemas.openxmlformats.org/drawingml/2006/main" noGrp="1"/>
          </p:cNvSpPr>
          <p:nvPr/>
        </p:nvSpPr>
        <p:spPr>
          <a:xfrm xmlns:a="http://schemas.openxmlformats.org/drawingml/2006/main" flipV="1">
            <a:off x="5586984" y="3841114"/>
            <a:ext cx="91440" cy="858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BBACACEC-21CE-41A9-805B-B73EF9D16C3E}"/>
              </a:ext>
            </a:extLst>
          </p:cNvPr>
          <p:cNvSpPr>
            <a:spLocks xmlns:a="http://schemas.openxmlformats.org/drawingml/2006/main" noGrp="1"/>
          </p:cNvSpPr>
          <p:nvPr/>
        </p:nvSpPr>
        <p:spPr>
          <a:xfrm xmlns:a="http://schemas.openxmlformats.org/drawingml/2006/main" flipV="1">
            <a:off x="5678424" y="3747848"/>
            <a:ext cx="91440" cy="932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F46AA1AD-B7C8-43C2-AC83-A9EC0DA98F6C}"/>
              </a:ext>
            </a:extLst>
          </p:cNvPr>
          <p:cNvSpPr>
            <a:spLocks xmlns:a="http://schemas.openxmlformats.org/drawingml/2006/main" noGrp="1"/>
          </p:cNvSpPr>
          <p:nvPr/>
        </p:nvSpPr>
        <p:spPr>
          <a:xfrm xmlns:a="http://schemas.openxmlformats.org/drawingml/2006/main" flipV="1">
            <a:off x="5769864" y="3648404"/>
            <a:ext cx="91440" cy="9944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863B3F0-A3DB-44F1-A6D0-7F3FD68A4888}"/>
              </a:ext>
            </a:extLst>
          </p:cNvPr>
          <p:cNvSpPr>
            <a:spLocks xmlns:a="http://schemas.openxmlformats.org/drawingml/2006/main" noGrp="1"/>
          </p:cNvSpPr>
          <p:nvPr/>
        </p:nvSpPr>
        <p:spPr>
          <a:xfrm xmlns:a="http://schemas.openxmlformats.org/drawingml/2006/main" flipV="1">
            <a:off x="5861304" y="3544054"/>
            <a:ext cx="91440" cy="104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B6D9D22F-E629-419D-92B3-F22AC8DD1707}"/>
              </a:ext>
            </a:extLst>
          </p:cNvPr>
          <p:cNvSpPr>
            <a:spLocks xmlns:a="http://schemas.openxmlformats.org/drawingml/2006/main" noGrp="1"/>
          </p:cNvSpPr>
          <p:nvPr/>
        </p:nvSpPr>
        <p:spPr>
          <a:xfrm xmlns:a="http://schemas.openxmlformats.org/drawingml/2006/main" flipV="1">
            <a:off x="5952744" y="3436132"/>
            <a:ext cx="91440" cy="107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8813B5D-333D-423C-81E1-4B99763F4F54}"/>
              </a:ext>
            </a:extLst>
          </p:cNvPr>
          <p:cNvSpPr>
            <a:spLocks xmlns:a="http://schemas.openxmlformats.org/drawingml/2006/main" noGrp="1"/>
          </p:cNvSpPr>
          <p:nvPr/>
        </p:nvSpPr>
        <p:spPr>
          <a:xfrm xmlns:a="http://schemas.openxmlformats.org/drawingml/2006/main" flipV="1">
            <a:off x="6044184" y="3326014"/>
            <a:ext cx="91440" cy="1101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118E7580-6F77-4935-A2C7-A86835991425}"/>
              </a:ext>
            </a:extLst>
          </p:cNvPr>
          <p:cNvSpPr>
            <a:spLocks xmlns:a="http://schemas.openxmlformats.org/drawingml/2006/main" noGrp="1"/>
          </p:cNvSpPr>
          <p:nvPr/>
        </p:nvSpPr>
        <p:spPr>
          <a:xfrm xmlns:a="http://schemas.openxmlformats.org/drawingml/2006/main" flipV="1">
            <a:off x="6135624" y="3215110"/>
            <a:ext cx="91440" cy="1109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585FA919-90B2-426D-9969-3D13B478D2AF}"/>
              </a:ext>
            </a:extLst>
          </p:cNvPr>
          <p:cNvSpPr>
            <a:spLocks xmlns:a="http://schemas.openxmlformats.org/drawingml/2006/main" noGrp="1"/>
          </p:cNvSpPr>
          <p:nvPr/>
        </p:nvSpPr>
        <p:spPr>
          <a:xfrm xmlns:a="http://schemas.openxmlformats.org/drawingml/2006/main" flipV="1">
            <a:off x="6227064" y="3104836"/>
            <a:ext cx="91439" cy="110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D1AF7895-5828-4C4F-B664-4EE707845013}"/>
              </a:ext>
            </a:extLst>
          </p:cNvPr>
          <p:cNvSpPr>
            <a:spLocks xmlns:a="http://schemas.openxmlformats.org/drawingml/2006/main" noGrp="1"/>
          </p:cNvSpPr>
          <p:nvPr/>
        </p:nvSpPr>
        <p:spPr>
          <a:xfrm xmlns:a="http://schemas.openxmlformats.org/drawingml/2006/main" flipV="1">
            <a:off x="6318503" y="2996600"/>
            <a:ext cx="91441" cy="10823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7996BC0-0CB4-454E-B862-73F0878F08E0}"/>
              </a:ext>
            </a:extLst>
          </p:cNvPr>
          <p:cNvSpPr>
            <a:spLocks xmlns:a="http://schemas.openxmlformats.org/drawingml/2006/main" noGrp="1"/>
          </p:cNvSpPr>
          <p:nvPr/>
        </p:nvSpPr>
        <p:spPr>
          <a:xfrm xmlns:a="http://schemas.openxmlformats.org/drawingml/2006/main" flipV="1">
            <a:off x="6409944" y="2891787"/>
            <a:ext cx="91439" cy="1048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222FB6A8-78A3-4700-ACB3-F4C9D2B80F4A}"/>
              </a:ext>
            </a:extLst>
          </p:cNvPr>
          <p:cNvSpPr>
            <a:spLocks xmlns:a="http://schemas.openxmlformats.org/drawingml/2006/main" noGrp="1"/>
          </p:cNvSpPr>
          <p:nvPr/>
        </p:nvSpPr>
        <p:spPr>
          <a:xfrm xmlns:a="http://schemas.openxmlformats.org/drawingml/2006/main" flipV="1">
            <a:off x="6501383" y="2791734"/>
            <a:ext cx="91441" cy="10005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A14AB74E-BB93-4D57-A9D2-244B3D0F91F8}"/>
              </a:ext>
            </a:extLst>
          </p:cNvPr>
          <p:cNvSpPr>
            <a:spLocks xmlns:a="http://schemas.openxmlformats.org/drawingml/2006/main" noGrp="1"/>
          </p:cNvSpPr>
          <p:nvPr/>
        </p:nvSpPr>
        <p:spPr>
          <a:xfrm xmlns:a="http://schemas.openxmlformats.org/drawingml/2006/main" flipV="1">
            <a:off x="6592824" y="2697721"/>
            <a:ext cx="91440" cy="940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C26D157-54B6-4BAB-9423-EAB712F8B96C}"/>
              </a:ext>
            </a:extLst>
          </p:cNvPr>
          <p:cNvSpPr>
            <a:spLocks xmlns:a="http://schemas.openxmlformats.org/drawingml/2006/main" noGrp="1"/>
          </p:cNvSpPr>
          <p:nvPr/>
        </p:nvSpPr>
        <p:spPr>
          <a:xfrm xmlns:a="http://schemas.openxmlformats.org/drawingml/2006/main" flipV="1">
            <a:off x="6684264" y="2610949"/>
            <a:ext cx="91440" cy="867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5AF30B7-F36F-4F0D-8799-8230206F5086}"/>
              </a:ext>
            </a:extLst>
          </p:cNvPr>
          <p:cNvSpPr>
            <a:spLocks xmlns:a="http://schemas.openxmlformats.org/drawingml/2006/main" noGrp="1"/>
          </p:cNvSpPr>
          <p:nvPr/>
        </p:nvSpPr>
        <p:spPr>
          <a:xfrm xmlns:a="http://schemas.openxmlformats.org/drawingml/2006/main" flipV="1">
            <a:off x="6775704" y="2532526"/>
            <a:ext cx="91440" cy="784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B79F8A0C-B8CA-48E8-A778-4463527BF2A7}"/>
              </a:ext>
            </a:extLst>
          </p:cNvPr>
          <p:cNvSpPr>
            <a:spLocks xmlns:a="http://schemas.openxmlformats.org/drawingml/2006/main" noGrp="1"/>
          </p:cNvSpPr>
          <p:nvPr/>
        </p:nvSpPr>
        <p:spPr>
          <a:xfrm xmlns:a="http://schemas.openxmlformats.org/drawingml/2006/main" flipV="1">
            <a:off x="6867144" y="2463455"/>
            <a:ext cx="91440" cy="6907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E306F80C-2DEF-41D6-AC82-8892B99BDEF7}"/>
              </a:ext>
            </a:extLst>
          </p:cNvPr>
          <p:cNvSpPr>
            <a:spLocks xmlns:a="http://schemas.openxmlformats.org/drawingml/2006/main" noGrp="1"/>
          </p:cNvSpPr>
          <p:nvPr/>
        </p:nvSpPr>
        <p:spPr>
          <a:xfrm xmlns:a="http://schemas.openxmlformats.org/drawingml/2006/main" flipV="1">
            <a:off x="6958584" y="2404618"/>
            <a:ext cx="91440" cy="588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9DBA26BA-AD7B-4533-820D-8F23AD4A7FB9}"/>
              </a:ext>
            </a:extLst>
          </p:cNvPr>
          <p:cNvSpPr>
            <a:spLocks xmlns:a="http://schemas.openxmlformats.org/drawingml/2006/main" noGrp="1"/>
          </p:cNvSpPr>
          <p:nvPr/>
        </p:nvSpPr>
        <p:spPr>
          <a:xfrm xmlns:a="http://schemas.openxmlformats.org/drawingml/2006/main" flipV="1">
            <a:off x="7050024" y="2356767"/>
            <a:ext cx="91440" cy="47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459C5010-DB98-4E58-95F7-E0FEDF9E3434}"/>
              </a:ext>
            </a:extLst>
          </p:cNvPr>
          <p:cNvSpPr>
            <a:spLocks xmlns:a="http://schemas.openxmlformats.org/drawingml/2006/main" noGrp="1"/>
          </p:cNvSpPr>
          <p:nvPr/>
        </p:nvSpPr>
        <p:spPr>
          <a:xfrm xmlns:a="http://schemas.openxmlformats.org/drawingml/2006/main" flipV="1">
            <a:off x="7141464" y="2320513"/>
            <a:ext cx="91440" cy="362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BE55759C-3235-45E6-8B9A-7901748CAD60}"/>
              </a:ext>
            </a:extLst>
          </p:cNvPr>
          <p:cNvSpPr>
            <a:spLocks xmlns:a="http://schemas.openxmlformats.org/drawingml/2006/main" noGrp="1"/>
          </p:cNvSpPr>
          <p:nvPr/>
        </p:nvSpPr>
        <p:spPr>
          <a:xfrm xmlns:a="http://schemas.openxmlformats.org/drawingml/2006/main" flipV="1">
            <a:off x="7232904" y="2296319"/>
            <a:ext cx="91440" cy="241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D2949AF3-5D0E-440C-8E7C-67535D8CCD80}"/>
              </a:ext>
            </a:extLst>
          </p:cNvPr>
          <p:cNvSpPr>
            <a:spLocks xmlns:a="http://schemas.openxmlformats.org/drawingml/2006/main" noGrp="1"/>
          </p:cNvSpPr>
          <p:nvPr/>
        </p:nvSpPr>
        <p:spPr>
          <a:xfrm xmlns:a="http://schemas.openxmlformats.org/drawingml/2006/main" flipV="1">
            <a:off x="7324344" y="2284496"/>
            <a:ext cx="91439" cy="118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BA3F592F-C1AB-47C3-9906-9C812FA3CDC9}"/>
              </a:ext>
            </a:extLst>
          </p:cNvPr>
          <p:cNvSpPr>
            <a:spLocks xmlns:a="http://schemas.openxmlformats.org/drawingml/2006/main" noGrp="1"/>
          </p:cNvSpPr>
          <p:nvPr/>
        </p:nvSpPr>
        <p:spPr>
          <a:xfrm xmlns:a="http://schemas.openxmlformats.org/drawingml/2006/main">
            <a:off x="7415783" y="2284496"/>
            <a:ext cx="91441" cy="6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C78ADE18-FB28-4C89-BB33-1E644C53B0EC}"/>
              </a:ext>
            </a:extLst>
          </p:cNvPr>
          <p:cNvSpPr>
            <a:spLocks xmlns:a="http://schemas.openxmlformats.org/drawingml/2006/main" noGrp="1"/>
          </p:cNvSpPr>
          <p:nvPr/>
        </p:nvSpPr>
        <p:spPr>
          <a:xfrm xmlns:a="http://schemas.openxmlformats.org/drawingml/2006/main">
            <a:off x="7507224" y="2285192"/>
            <a:ext cx="91439" cy="132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9461093C-6F94-4116-A9AB-76B7FD4F7174}"/>
              </a:ext>
            </a:extLst>
          </p:cNvPr>
          <p:cNvSpPr>
            <a:spLocks xmlns:a="http://schemas.openxmlformats.org/drawingml/2006/main" noGrp="1"/>
          </p:cNvSpPr>
          <p:nvPr/>
        </p:nvSpPr>
        <p:spPr>
          <a:xfrm xmlns:a="http://schemas.openxmlformats.org/drawingml/2006/main">
            <a:off x="7598663" y="2298401"/>
            <a:ext cx="91441" cy="255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2285B1C-8BDE-4C94-AE55-F3E1D7BC54C5}"/>
              </a:ext>
            </a:extLst>
          </p:cNvPr>
          <p:cNvSpPr>
            <a:spLocks xmlns:a="http://schemas.openxmlformats.org/drawingml/2006/main" noGrp="1"/>
          </p:cNvSpPr>
          <p:nvPr/>
        </p:nvSpPr>
        <p:spPr>
          <a:xfrm xmlns:a="http://schemas.openxmlformats.org/drawingml/2006/main">
            <a:off x="7690104" y="2323953"/>
            <a:ext cx="91440" cy="375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394AB514-A27B-4C87-A956-DCE1D3BF6250}"/>
              </a:ext>
            </a:extLst>
          </p:cNvPr>
          <p:cNvSpPr>
            <a:spLocks xmlns:a="http://schemas.openxmlformats.org/drawingml/2006/main" noGrp="1"/>
          </p:cNvSpPr>
          <p:nvPr/>
        </p:nvSpPr>
        <p:spPr>
          <a:xfrm xmlns:a="http://schemas.openxmlformats.org/drawingml/2006/main">
            <a:off x="7781544" y="2361521"/>
            <a:ext cx="91439" cy="491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C01C1D3-9238-4A43-A9B3-B4558FDCF62B}"/>
              </a:ext>
            </a:extLst>
          </p:cNvPr>
          <p:cNvSpPr>
            <a:spLocks xmlns:a="http://schemas.openxmlformats.org/drawingml/2006/main" noGrp="1"/>
          </p:cNvSpPr>
          <p:nvPr/>
        </p:nvSpPr>
        <p:spPr>
          <a:xfrm xmlns:a="http://schemas.openxmlformats.org/drawingml/2006/main">
            <a:off x="7872983" y="2410626"/>
            <a:ext cx="91441" cy="600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94B91D90-2E19-4211-AE6D-989E79F09539}"/>
              </a:ext>
            </a:extLst>
          </p:cNvPr>
          <p:cNvSpPr>
            <a:spLocks xmlns:a="http://schemas.openxmlformats.org/drawingml/2006/main" noGrp="1"/>
          </p:cNvSpPr>
          <p:nvPr/>
        </p:nvSpPr>
        <p:spPr>
          <a:xfrm xmlns:a="http://schemas.openxmlformats.org/drawingml/2006/main">
            <a:off x="7964424" y="2470640"/>
            <a:ext cx="91439" cy="701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690783DE-3B8E-4393-A629-6D7F8185CCD8}"/>
              </a:ext>
            </a:extLst>
          </p:cNvPr>
          <p:cNvSpPr>
            <a:spLocks xmlns:a="http://schemas.openxmlformats.org/drawingml/2006/main" noGrp="1"/>
          </p:cNvSpPr>
          <p:nvPr/>
        </p:nvSpPr>
        <p:spPr>
          <a:xfrm xmlns:a="http://schemas.openxmlformats.org/drawingml/2006/main">
            <a:off x="8055863" y="2540796"/>
            <a:ext cx="91441" cy="794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302A597-A1A5-43C6-BA39-3047E5D4F69E}"/>
              </a:ext>
            </a:extLst>
          </p:cNvPr>
          <p:cNvSpPr>
            <a:spLocks xmlns:a="http://schemas.openxmlformats.org/drawingml/2006/main" noGrp="1"/>
          </p:cNvSpPr>
          <p:nvPr/>
        </p:nvSpPr>
        <p:spPr>
          <a:xfrm xmlns:a="http://schemas.openxmlformats.org/drawingml/2006/main">
            <a:off x="8147304" y="2620198"/>
            <a:ext cx="91440" cy="876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230AE398-B3CC-4C94-A42E-407C4BDF9600}"/>
              </a:ext>
            </a:extLst>
          </p:cNvPr>
          <p:cNvSpPr>
            <a:spLocks xmlns:a="http://schemas.openxmlformats.org/drawingml/2006/main" noGrp="1"/>
          </p:cNvSpPr>
          <p:nvPr/>
        </p:nvSpPr>
        <p:spPr>
          <a:xfrm xmlns:a="http://schemas.openxmlformats.org/drawingml/2006/main">
            <a:off x="8238744" y="2707831"/>
            <a:ext cx="91439" cy="94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D683384E-945E-4F71-947D-3BC780301D74}"/>
              </a:ext>
            </a:extLst>
          </p:cNvPr>
          <p:cNvSpPr>
            <a:spLocks xmlns:a="http://schemas.openxmlformats.org/drawingml/2006/main" noGrp="1"/>
          </p:cNvSpPr>
          <p:nvPr/>
        </p:nvSpPr>
        <p:spPr>
          <a:xfrm xmlns:a="http://schemas.openxmlformats.org/drawingml/2006/main">
            <a:off x="8330183" y="2802576"/>
            <a:ext cx="91441" cy="1006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B8980667-05EA-4398-B56B-C03CAE8C309A}"/>
              </a:ext>
            </a:extLst>
          </p:cNvPr>
          <p:cNvSpPr>
            <a:spLocks xmlns:a="http://schemas.openxmlformats.org/drawingml/2006/main" noGrp="1"/>
          </p:cNvSpPr>
          <p:nvPr/>
        </p:nvSpPr>
        <p:spPr>
          <a:xfrm xmlns:a="http://schemas.openxmlformats.org/drawingml/2006/main">
            <a:off x="8421624" y="2903222"/>
            <a:ext cx="91440" cy="10526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7387C0ED-E39B-4023-AB84-7226FBB4FA24}"/>
              </a:ext>
            </a:extLst>
          </p:cNvPr>
          <p:cNvSpPr>
            <a:spLocks xmlns:a="http://schemas.openxmlformats.org/drawingml/2006/main" noGrp="1"/>
          </p:cNvSpPr>
          <p:nvPr/>
        </p:nvSpPr>
        <p:spPr>
          <a:xfrm xmlns:a="http://schemas.openxmlformats.org/drawingml/2006/main">
            <a:off x="8513064" y="3008483"/>
            <a:ext cx="91440" cy="10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30C55CF-1167-4547-A041-335FEBD30888}"/>
              </a:ext>
            </a:extLst>
          </p:cNvPr>
          <p:cNvSpPr>
            <a:spLocks xmlns:a="http://schemas.openxmlformats.org/drawingml/2006/main" noGrp="1"/>
          </p:cNvSpPr>
          <p:nvPr/>
        </p:nvSpPr>
        <p:spPr>
          <a:xfrm xmlns:a="http://schemas.openxmlformats.org/drawingml/2006/main">
            <a:off x="8604504" y="3117013"/>
            <a:ext cx="91439" cy="1104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3FBA4024-1860-41E0-BB01-600E139FFD55}"/>
              </a:ext>
            </a:extLst>
          </p:cNvPr>
          <p:cNvSpPr>
            <a:spLocks xmlns:a="http://schemas.openxmlformats.org/drawingml/2006/main" noGrp="1"/>
          </p:cNvSpPr>
          <p:nvPr/>
        </p:nvSpPr>
        <p:spPr>
          <a:xfrm xmlns:a="http://schemas.openxmlformats.org/drawingml/2006/main">
            <a:off x="8695943" y="3227428"/>
            <a:ext cx="91441" cy="11088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2E15F903-72B2-4BD0-B961-C842A3E97248}"/>
              </a:ext>
            </a:extLst>
          </p:cNvPr>
          <p:cNvSpPr>
            <a:spLocks xmlns:a="http://schemas.openxmlformats.org/drawingml/2006/main" noGrp="1"/>
          </p:cNvSpPr>
          <p:nvPr/>
        </p:nvSpPr>
        <p:spPr>
          <a:xfrm xmlns:a="http://schemas.openxmlformats.org/drawingml/2006/main">
            <a:off x="8787384" y="3338314"/>
            <a:ext cx="91440" cy="1099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616861DE-DCCA-4DDC-8482-0D52AC0C9E1F}"/>
              </a:ext>
            </a:extLst>
          </p:cNvPr>
          <p:cNvSpPr>
            <a:spLocks xmlns:a="http://schemas.openxmlformats.org/drawingml/2006/main" noGrp="1"/>
          </p:cNvSpPr>
          <p:nvPr/>
        </p:nvSpPr>
        <p:spPr>
          <a:xfrm xmlns:a="http://schemas.openxmlformats.org/drawingml/2006/main">
            <a:off x="8878824" y="3448257"/>
            <a:ext cx="91439" cy="10759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47AFA1D6-3F3E-460C-939C-E3F15A3D0DD7}"/>
              </a:ext>
            </a:extLst>
          </p:cNvPr>
          <p:cNvSpPr>
            <a:spLocks xmlns:a="http://schemas.openxmlformats.org/drawingml/2006/main" noGrp="1"/>
          </p:cNvSpPr>
          <p:nvPr/>
        </p:nvSpPr>
        <p:spPr>
          <a:xfrm xmlns:a="http://schemas.openxmlformats.org/drawingml/2006/main">
            <a:off x="8970263" y="3555850"/>
            <a:ext cx="91441" cy="1038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584CF007-AE90-4396-8752-70A29EC621D6}"/>
              </a:ext>
            </a:extLst>
          </p:cNvPr>
          <p:cNvSpPr>
            <a:spLocks xmlns:a="http://schemas.openxmlformats.org/drawingml/2006/main" noGrp="1"/>
          </p:cNvSpPr>
          <p:nvPr/>
        </p:nvSpPr>
        <p:spPr>
          <a:xfrm xmlns:a="http://schemas.openxmlformats.org/drawingml/2006/main">
            <a:off x="9061704" y="3659720"/>
            <a:ext cx="91440" cy="98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412289A7-A113-4957-BA94-49024041F591}"/>
              </a:ext>
            </a:extLst>
          </p:cNvPr>
          <p:cNvSpPr>
            <a:spLocks xmlns:a="http://schemas.openxmlformats.org/drawingml/2006/main" noGrp="1"/>
          </p:cNvSpPr>
          <p:nvPr/>
        </p:nvSpPr>
        <p:spPr>
          <a:xfrm xmlns:a="http://schemas.openxmlformats.org/drawingml/2006/main">
            <a:off x="9153144" y="3758538"/>
            <a:ext cx="91440" cy="925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91150EB-3E2F-4B6C-A710-33F628CAA856}"/>
              </a:ext>
            </a:extLst>
          </p:cNvPr>
          <p:cNvSpPr>
            <a:spLocks xmlns:a="http://schemas.openxmlformats.org/drawingml/2006/main" noGrp="1"/>
          </p:cNvSpPr>
          <p:nvPr/>
        </p:nvSpPr>
        <p:spPr>
          <a:xfrm xmlns:a="http://schemas.openxmlformats.org/drawingml/2006/main">
            <a:off x="9244584" y="3851043"/>
            <a:ext cx="91440" cy="850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A0F13D22-434C-4DE1-BF7B-1A15F113FACD}"/>
              </a:ext>
            </a:extLst>
          </p:cNvPr>
          <p:cNvSpPr>
            <a:spLocks xmlns:a="http://schemas.openxmlformats.org/drawingml/2006/main" noGrp="1"/>
          </p:cNvSpPr>
          <p:nvPr/>
        </p:nvSpPr>
        <p:spPr>
          <a:xfrm xmlns:a="http://schemas.openxmlformats.org/drawingml/2006/main">
            <a:off x="9336024" y="3936052"/>
            <a:ext cx="91439" cy="7642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CB470A27-0771-4034-96A3-A2ACFFC7CA5D}"/>
              </a:ext>
            </a:extLst>
          </p:cNvPr>
          <p:cNvSpPr>
            <a:spLocks xmlns:a="http://schemas.openxmlformats.org/drawingml/2006/main" noGrp="1"/>
          </p:cNvSpPr>
          <p:nvPr/>
        </p:nvSpPr>
        <p:spPr>
          <a:xfrm xmlns:a="http://schemas.openxmlformats.org/drawingml/2006/main">
            <a:off x="9427463" y="4012479"/>
            <a:ext cx="91441" cy="668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31B6A22C-A747-492D-96E3-028C9DD5F2C4}"/>
              </a:ext>
            </a:extLst>
          </p:cNvPr>
          <p:cNvSpPr>
            <a:spLocks xmlns:a="http://schemas.openxmlformats.org/drawingml/2006/main" noGrp="1"/>
          </p:cNvSpPr>
          <p:nvPr/>
        </p:nvSpPr>
        <p:spPr>
          <a:xfrm xmlns:a="http://schemas.openxmlformats.org/drawingml/2006/main">
            <a:off x="9518904" y="4079348"/>
            <a:ext cx="91440" cy="564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3AFED2C-1696-48EF-A8CA-AFF44BA7E640}"/>
              </a:ext>
            </a:extLst>
          </p:cNvPr>
          <p:cNvSpPr>
            <a:spLocks xmlns:a="http://schemas.openxmlformats.org/drawingml/2006/main" noGrp="1"/>
          </p:cNvSpPr>
          <p:nvPr/>
        </p:nvSpPr>
        <p:spPr>
          <a:xfrm xmlns:a="http://schemas.openxmlformats.org/drawingml/2006/main">
            <a:off x="9610344" y="4135804"/>
            <a:ext cx="91440" cy="4532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96D60F63-6F52-4F26-B2C3-326AFB369EF5}"/>
              </a:ext>
            </a:extLst>
          </p:cNvPr>
          <p:cNvSpPr>
            <a:spLocks xmlns:a="http://schemas.openxmlformats.org/drawingml/2006/main" noGrp="1"/>
          </p:cNvSpPr>
          <p:nvPr/>
        </p:nvSpPr>
        <p:spPr>
          <a:xfrm xmlns:a="http://schemas.openxmlformats.org/drawingml/2006/main">
            <a:off x="9701784" y="4181125"/>
            <a:ext cx="91440" cy="336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E1262B51-DA91-4C1F-93B6-3B7EFE9E2E1B}"/>
              </a:ext>
            </a:extLst>
          </p:cNvPr>
          <p:cNvSpPr>
            <a:spLocks xmlns:a="http://schemas.openxmlformats.org/drawingml/2006/main" noGrp="1"/>
          </p:cNvSpPr>
          <p:nvPr/>
        </p:nvSpPr>
        <p:spPr>
          <a:xfrm xmlns:a="http://schemas.openxmlformats.org/drawingml/2006/main">
            <a:off x="9793224" y="4214734"/>
            <a:ext cx="91439" cy="214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47C706F-F396-4BBF-A9E6-5B4B4089716C}"/>
              </a:ext>
            </a:extLst>
          </p:cNvPr>
          <p:cNvSpPr>
            <a:spLocks xmlns:a="http://schemas.openxmlformats.org/drawingml/2006/main" noGrp="1"/>
          </p:cNvSpPr>
          <p:nvPr/>
        </p:nvSpPr>
        <p:spPr>
          <a:xfrm xmlns:a="http://schemas.openxmlformats.org/drawingml/2006/main">
            <a:off x="9884663" y="4236200"/>
            <a:ext cx="91441" cy="90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F057A7C-EEB0-4BF9-AE36-3925039263DC}"/>
              </a:ext>
            </a:extLst>
          </p:cNvPr>
          <p:cNvSpPr>
            <a:spLocks xmlns:a="http://schemas.openxmlformats.org/drawingml/2006/main" noGrp="1"/>
          </p:cNvSpPr>
          <p:nvPr/>
        </p:nvSpPr>
        <p:spPr>
          <a:xfrm xmlns:a="http://schemas.openxmlformats.org/drawingml/2006/main" flipV="1">
            <a:off x="9976104" y="4241765"/>
            <a:ext cx="91440" cy="34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2EE55EB6-F628-45BE-BE3E-F46E7E7EEF4B}"/>
              </a:ext>
            </a:extLst>
          </p:cNvPr>
          <p:cNvSpPr>
            <a:spLocks xmlns:a="http://schemas.openxmlformats.org/drawingml/2006/main" noGrp="1"/>
          </p:cNvSpPr>
          <p:nvPr/>
        </p:nvSpPr>
        <p:spPr>
          <a:xfrm xmlns:a="http://schemas.openxmlformats.org/drawingml/2006/main" flipV="1">
            <a:off x="10067544" y="4225793"/>
            <a:ext cx="91440" cy="159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DDE1BFF9-3CFE-4C04-8705-EAEF9BC859F8}"/>
              </a:ext>
            </a:extLst>
          </p:cNvPr>
          <p:cNvSpPr>
            <a:spLocks xmlns:a="http://schemas.openxmlformats.org/drawingml/2006/main" noGrp="1"/>
          </p:cNvSpPr>
          <p:nvPr/>
        </p:nvSpPr>
        <p:spPr>
          <a:xfrm xmlns:a="http://schemas.openxmlformats.org/drawingml/2006/main" flipV="1">
            <a:off x="10158984" y="4197538"/>
            <a:ext cx="91440" cy="282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1E5F009F-536B-444E-AB24-1A0484849568}"/>
              </a:ext>
            </a:extLst>
          </p:cNvPr>
          <p:cNvSpPr>
            <a:spLocks xmlns:a="http://schemas.openxmlformats.org/drawingml/2006/main" noGrp="1"/>
          </p:cNvSpPr>
          <p:nvPr/>
        </p:nvSpPr>
        <p:spPr>
          <a:xfrm xmlns:a="http://schemas.openxmlformats.org/drawingml/2006/main">
            <a:off x="1045159" y="32031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B8E1C4A8-2B96-48DA-BF33-E33138C630F2}"/>
              </a:ext>
            </a:extLst>
          </p:cNvPr>
          <p:cNvSpPr>
            <a:spLocks xmlns:a="http://schemas.openxmlformats.org/drawingml/2006/main" noGrp="1"/>
          </p:cNvSpPr>
          <p:nvPr/>
        </p:nvSpPr>
        <p:spPr>
          <a:xfrm xmlns:a="http://schemas.openxmlformats.org/drawingml/2006/main">
            <a:off x="1748543" y="245323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5D9D231F-861B-4C71-B5EC-752C25BEE933}"/>
              </a:ext>
            </a:extLst>
          </p:cNvPr>
          <p:cNvSpPr>
            <a:spLocks xmlns:a="http://schemas.openxmlformats.org/drawingml/2006/main" noGrp="1"/>
          </p:cNvSpPr>
          <p:nvPr/>
        </p:nvSpPr>
        <p:spPr>
          <a:xfrm xmlns:a="http://schemas.openxmlformats.org/drawingml/2006/main">
            <a:off x="2451928" y="223599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607E7285-4DA9-477F-ACAE-80479BA7140E}"/>
              </a:ext>
            </a:extLst>
          </p:cNvPr>
          <p:cNvSpPr>
            <a:spLocks xmlns:a="http://schemas.openxmlformats.org/drawingml/2006/main" noGrp="1"/>
          </p:cNvSpPr>
          <p:nvPr/>
        </p:nvSpPr>
        <p:spPr>
          <a:xfrm xmlns:a="http://schemas.openxmlformats.org/drawingml/2006/main">
            <a:off x="3155313" y="270573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A19FA22-516B-4254-84E3-40CAE40A2F2B}"/>
              </a:ext>
            </a:extLst>
          </p:cNvPr>
          <p:cNvSpPr>
            <a:spLocks xmlns:a="http://schemas.openxmlformats.org/drawingml/2006/main" noGrp="1"/>
          </p:cNvSpPr>
          <p:nvPr/>
        </p:nvSpPr>
        <p:spPr>
          <a:xfrm xmlns:a="http://schemas.openxmlformats.org/drawingml/2006/main">
            <a:off x="3858697" y="352879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1F1304AE-E056-4B3E-9227-935988F0D5BC}"/>
              </a:ext>
            </a:extLst>
          </p:cNvPr>
          <p:cNvSpPr>
            <a:spLocks xmlns:a="http://schemas.openxmlformats.org/drawingml/2006/main" noGrp="1"/>
          </p:cNvSpPr>
          <p:nvPr/>
        </p:nvSpPr>
        <p:spPr>
          <a:xfrm xmlns:a="http://schemas.openxmlformats.org/drawingml/2006/main">
            <a:off x="4562082" y="412053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87C3E305-7A4D-4C03-9161-D3F15D8D30C0}"/>
              </a:ext>
            </a:extLst>
          </p:cNvPr>
          <p:cNvSpPr>
            <a:spLocks xmlns:a="http://schemas.openxmlformats.org/drawingml/2006/main" noGrp="1"/>
          </p:cNvSpPr>
          <p:nvPr/>
        </p:nvSpPr>
        <p:spPr>
          <a:xfrm xmlns:a="http://schemas.openxmlformats.org/drawingml/2006/main">
            <a:off x="5265466" y="406063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F4053CDC-FE95-4C65-9B40-07741C7BE4CE}"/>
              </a:ext>
            </a:extLst>
          </p:cNvPr>
          <p:cNvSpPr>
            <a:spLocks xmlns:a="http://schemas.openxmlformats.org/drawingml/2006/main" noGrp="1"/>
          </p:cNvSpPr>
          <p:nvPr/>
        </p:nvSpPr>
        <p:spPr>
          <a:xfrm xmlns:a="http://schemas.openxmlformats.org/drawingml/2006/main">
            <a:off x="5968851" y="33916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29EB20A2-0AC2-44F0-A285-776814BB4F58}"/>
              </a:ext>
            </a:extLst>
          </p:cNvPr>
          <p:cNvSpPr>
            <a:spLocks xmlns:a="http://schemas.openxmlformats.org/drawingml/2006/main" noGrp="1"/>
          </p:cNvSpPr>
          <p:nvPr/>
        </p:nvSpPr>
        <p:spPr>
          <a:xfrm xmlns:a="http://schemas.openxmlformats.org/drawingml/2006/main">
            <a:off x="6672236" y="25887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F378AE4F-1F81-4415-87F5-1A8D188FA8C4}"/>
              </a:ext>
            </a:extLst>
          </p:cNvPr>
          <p:cNvSpPr>
            <a:spLocks xmlns:a="http://schemas.openxmlformats.org/drawingml/2006/main" noGrp="1"/>
          </p:cNvSpPr>
          <p:nvPr/>
        </p:nvSpPr>
        <p:spPr>
          <a:xfrm xmlns:a="http://schemas.openxmlformats.org/drawingml/2006/main">
            <a:off x="7375620" y="222227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20C962B-D5C6-4EE8-A7E8-FA8558124BF4}"/>
              </a:ext>
            </a:extLst>
          </p:cNvPr>
          <p:cNvSpPr>
            <a:spLocks xmlns:a="http://schemas.openxmlformats.org/drawingml/2006/main" noGrp="1"/>
          </p:cNvSpPr>
          <p:nvPr/>
        </p:nvSpPr>
        <p:spPr>
          <a:xfrm xmlns:a="http://schemas.openxmlformats.org/drawingml/2006/main">
            <a:off x="8079005" y="255251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Oval 119">
            <a:extLst xmlns:a="http://schemas.openxmlformats.org/drawingml/2006/main">
              <a:ext uri="{FF2B5EF4-FFF2-40B4-BE49-F238E27FC236}">
                <a16:creationId xmlns:a16="http://schemas.microsoft.com/office/drawing/2014/main" id="{7C744F23-8178-4E43-AE2F-CFEEF340BD3C}"/>
              </a:ext>
            </a:extLst>
          </p:cNvPr>
          <p:cNvSpPr>
            <a:spLocks xmlns:a="http://schemas.openxmlformats.org/drawingml/2006/main" noGrp="1"/>
          </p:cNvSpPr>
          <p:nvPr/>
        </p:nvSpPr>
        <p:spPr>
          <a:xfrm xmlns:a="http://schemas.openxmlformats.org/drawingml/2006/main">
            <a:off x="8782389" y="334490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Oval 120">
            <a:extLst xmlns:a="http://schemas.openxmlformats.org/drawingml/2006/main">
              <a:ext uri="{FF2B5EF4-FFF2-40B4-BE49-F238E27FC236}">
                <a16:creationId xmlns:a16="http://schemas.microsoft.com/office/drawing/2014/main" id="{32DEEF72-48F8-4962-9470-1987ABAD973E}"/>
              </a:ext>
            </a:extLst>
          </p:cNvPr>
          <p:cNvSpPr>
            <a:spLocks xmlns:a="http://schemas.openxmlformats.org/drawingml/2006/main" noGrp="1"/>
          </p:cNvSpPr>
          <p:nvPr/>
        </p:nvSpPr>
        <p:spPr>
          <a:xfrm xmlns:a="http://schemas.openxmlformats.org/drawingml/2006/main">
            <a:off x="9485774" y="403659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Connector 121">
            <a:extLst xmlns:a="http://schemas.openxmlformats.org/drawingml/2006/main">
              <a:ext uri="{FF2B5EF4-FFF2-40B4-BE49-F238E27FC236}">
                <a16:creationId xmlns:a16="http://schemas.microsoft.com/office/drawing/2014/main" id="{96D407DE-E822-4C77-86A4-AC12EA773D89}"/>
              </a:ext>
            </a:extLst>
          </p:cNvPr>
          <p:cNvSpPr>
            <a:spLocks xmlns:a="http://schemas.openxmlformats.org/drawingml/2006/main" noGrp="1"/>
          </p:cNvSpPr>
          <p:nvPr/>
        </p:nvSpPr>
        <p:spPr>
          <a:xfrm xmlns:a="http://schemas.openxmlformats.org/drawingml/2006/main">
            <a:off x="4023360" y="4754880"/>
            <a:ext cx="3200400" cy="0"/>
          </a:xfrm>
          <a:prstGeom xmlns:a="http://schemas.openxmlformats.org/drawingml/2006/main" prst="line">
            <a:avLst/>
          </a:prstGeom>
          <a:ln xmlns:a="http://schemas.openxmlformats.org/drawingml/2006/main" w="508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TextBox 122">
            <a:extLst xmlns:a="http://schemas.openxmlformats.org/drawingml/2006/main">
              <a:ext uri="{FF2B5EF4-FFF2-40B4-BE49-F238E27FC236}">
                <a16:creationId xmlns:a16="http://schemas.microsoft.com/office/drawing/2014/main" id="{0D90EF4A-3FBE-4EBF-A44B-A174868688E2}"/>
              </a:ext>
            </a:extLst>
          </p:cNvPr>
          <p:cNvSpPr>
            <a:spLocks xmlns:a="http://schemas.openxmlformats.org/drawingml/2006/main" noGrp="1"/>
          </p:cNvSpPr>
          <p:nvPr/>
        </p:nvSpPr>
        <p:spPr>
          <a:xfrm xmlns:a="http://schemas.openxmlformats.org/drawingml/2006/main">
            <a:off x="3657600" y="5038344"/>
            <a:ext cx="420624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采样率：时间方向</a:t>
            </a:r>
          </a:p>
        </p:txBody>
      </p:sp>
      <p:sp>
        <p:nvSpPr>
          <p:cNvPr id="124" name="Connector 123">
            <a:extLst xmlns:a="http://schemas.openxmlformats.org/drawingml/2006/main">
              <a:ext uri="{FF2B5EF4-FFF2-40B4-BE49-F238E27FC236}">
                <a16:creationId xmlns:a16="http://schemas.microsoft.com/office/drawing/2014/main" id="{B2095CDB-8172-4434-8096-D60ACAEF5ECB}"/>
              </a:ext>
            </a:extLst>
          </p:cNvPr>
          <p:cNvSpPr>
            <a:spLocks xmlns:a="http://schemas.openxmlformats.org/drawingml/2006/main" noGrp="1"/>
          </p:cNvSpPr>
          <p:nvPr/>
        </p:nvSpPr>
        <p:spPr>
          <a:xfrm xmlns:a="http://schemas.openxmlformats.org/drawingml/2006/main">
            <a:off x="10625328" y="2103120"/>
            <a:ext cx="0" cy="2395728"/>
          </a:xfrm>
          <a:prstGeom xmlns:a="http://schemas.openxmlformats.org/drawingml/2006/main" prst="line">
            <a:avLst/>
          </a:prstGeom>
          <a:ln xmlns:a="http://schemas.openxmlformats.org/drawingml/2006/main" w="508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TextBox 124">
            <a:extLst xmlns:a="http://schemas.openxmlformats.org/drawingml/2006/main">
              <a:ext uri="{FF2B5EF4-FFF2-40B4-BE49-F238E27FC236}">
                <a16:creationId xmlns:a16="http://schemas.microsoft.com/office/drawing/2014/main" id="{3352C22E-77C8-417C-AA1B-9C3850FAA908}"/>
              </a:ext>
            </a:extLst>
          </p:cNvPr>
          <p:cNvSpPr>
            <a:spLocks xmlns:a="http://schemas.openxmlformats.org/drawingml/2006/main" noGrp="1"/>
          </p:cNvSpPr>
          <p:nvPr/>
        </p:nvSpPr>
        <p:spPr>
          <a:xfrm xmlns:a="http://schemas.openxmlformats.org/drawingml/2006/main">
            <a:off x="8905875" y="1952625"/>
            <a:ext cx="2047875"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量化位数</a:t>
            </a:r>
          </a:p>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幅度方向</a:t>
            </a:r>
          </a:p>
        </p:txBody>
      </p:sp>
      <p:sp>
        <p:nvSpPr>
          <p:cNvPr id="7" name="TextBox 6">
            <a:extLst xmlns:a="http://schemas.openxmlformats.org/drawingml/2006/main">
              <a:ext uri="{FF2B5EF4-FFF2-40B4-BE49-F238E27FC236}">
                <a16:creationId xmlns:a16="http://schemas.microsoft.com/office/drawing/2014/main" id="{97C036AB-A39E-4FF1-91E9-D9638F1C0489}"/>
              </a:ext>
            </a:extLst>
          </p:cNvPr>
          <p:cNvSpPr>
            <a:spLocks xmlns:a="http://schemas.openxmlformats.org/drawingml/2006/main" noGrp="1"/>
          </p:cNvSpPr>
          <p:nvPr/>
        </p:nvSpPr>
        <p:spPr>
          <a:xfrm xmlns:a="http://schemas.openxmlformats.org/drawingml/2006/main">
            <a:off x="1088136" y="1645920"/>
            <a:ext cx="12801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E7F5666-6D94-4535-99E3-5A9B3EFC0746}"/>
              </a:ext>
            </a:extLst>
          </p:cNvPr>
          <p:cNvSpPr>
            <a:spLocks xmlns:a="http://schemas.openxmlformats.org/drawingml/2006/main" noGrp="1"/>
          </p:cNvSpPr>
          <p:nvPr/>
        </p:nvSpPr>
        <p:spPr>
          <a:xfrm xmlns:a="http://schemas.openxmlformats.org/drawingml/2006/main">
            <a:off x="9429750" y="4524375"/>
            <a:ext cx="10477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78443256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05A3CFC-9B9C-4550-BA25-FBA32DA615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683CB9A-A8B0-4622-92D5-04AD713E93A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4A37115-587D-4414-8447-8151B9954F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演示C：3bit变4bit，样本点会变多吗？</a:t>
            </a:r>
          </a:p>
        </p:txBody>
      </p:sp>
      <p:sp>
        <p:nvSpPr>
          <p:cNvPr id="5" name="text">
            <a:extLst xmlns:a="http://schemas.openxmlformats.org/drawingml/2006/main">
              <a:ext uri="{FF2B5EF4-FFF2-40B4-BE49-F238E27FC236}">
                <a16:creationId xmlns:a16="http://schemas.microsoft.com/office/drawing/2014/main" id="{81A88632-AAEB-4314-8B9A-6C188EECE3A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输入和采样时刻不变，只改量化位数。</a:t>
            </a:r>
          </a:p>
        </p:txBody>
      </p:sp>
      <p:sp>
        <p:nvSpPr>
          <p:cNvPr id="6" name="demo-c-prediction">
            <a:extLst xmlns:a="http://schemas.openxmlformats.org/drawingml/2006/main">
              <a:ext uri="{FF2B5EF4-FFF2-40B4-BE49-F238E27FC236}">
                <a16:creationId xmlns:a16="http://schemas.microsoft.com/office/drawing/2014/main" id="{3A445032-8FB2-41A1-AB3E-95D711284241}"/>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请预测：记录时刻会增加吗？</a:t>
            </a:r>
          </a:p>
        </p:txBody>
      </p:sp>
    </p:spTree>
    <p:extLst>
      <p:ext uri="{BB962C8B-B14F-4D97-AF65-F5344CB8AC3E}">
        <p14:creationId xmlns:p14="http://schemas.microsoft.com/office/powerpoint/2010/main" val="1962496370"/>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05A3CFC-9B9C-4550-BA25-FBA32DA615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683CB9A-A8B0-4622-92D5-04AD713E93A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4A37115-587D-4414-8447-8151B9954F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演示C：3bit变4bit，样本点会变多吗？</a:t>
            </a:r>
          </a:p>
        </p:txBody>
      </p:sp>
      <p:sp>
        <p:nvSpPr>
          <p:cNvPr id="5" name="text">
            <a:extLst xmlns:a="http://schemas.openxmlformats.org/drawingml/2006/main">
              <a:ext uri="{FF2B5EF4-FFF2-40B4-BE49-F238E27FC236}">
                <a16:creationId xmlns:a16="http://schemas.microsoft.com/office/drawing/2014/main" id="{81A88632-AAEB-4314-8B9A-6C188EECE3A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输入和采样时刻不变，只改量化位数。</a:t>
            </a:r>
          </a:p>
        </p:txBody>
      </p:sp>
      <p:sp>
        <p:nvSpPr>
          <p:cNvPr id="97" name="demo-c-prediction">
            <a:extLst xmlns:a="http://schemas.openxmlformats.org/drawingml/2006/main">
              <a:ext uri="{FF2B5EF4-FFF2-40B4-BE49-F238E27FC236}">
                <a16:creationId xmlns:a16="http://schemas.microsoft.com/office/drawing/2014/main" id="{57467DCC-2A3F-4720-8E5B-1483AFDA8B30}"/>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请预测：记录时刻会增加吗？</a:t>
            </a:r>
          </a:p>
        </p:txBody>
      </p:sp>
      <p:sp>
        <p:nvSpPr>
          <p:cNvPr id="98" name="legend-raw">
            <a:extLst xmlns:a="http://schemas.openxmlformats.org/drawingml/2006/main">
              <a:ext uri="{FF2B5EF4-FFF2-40B4-BE49-F238E27FC236}">
                <a16:creationId xmlns:a16="http://schemas.microsoft.com/office/drawing/2014/main" id="{1D19A7A5-52FC-4535-807D-8B66C2EE545D}"/>
              </a:ext>
            </a:extLst>
          </p:cNvPr>
          <p:cNvSpPr>
            <a:spLocks xmlns:a="http://schemas.openxmlformats.org/drawingml/2006/main" noGrp="1"/>
          </p:cNvSpPr>
          <p:nvPr/>
        </p:nvSpPr>
        <p:spPr>
          <a:xfrm xmlns:a="http://schemas.openxmlformats.org/drawingml/2006/main">
            <a:off x="714375" y="213360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99" name="legend-raw-label">
            <a:extLst xmlns:a="http://schemas.openxmlformats.org/drawingml/2006/main">
              <a:ext uri="{FF2B5EF4-FFF2-40B4-BE49-F238E27FC236}">
                <a16:creationId xmlns:a16="http://schemas.microsoft.com/office/drawing/2014/main" id="{C3883512-847F-4B58-8748-767D35F5DCCC}"/>
              </a:ext>
            </a:extLst>
          </p:cNvPr>
          <p:cNvSpPr>
            <a:spLocks xmlns:a="http://schemas.openxmlformats.org/drawingml/2006/main" noGrp="1"/>
          </p:cNvSpPr>
          <p:nvPr/>
        </p:nvSpPr>
        <p:spPr>
          <a:xfrm xmlns:a="http://schemas.openxmlformats.org/drawingml/2006/main">
            <a:off x="981075" y="20002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同一输入</a:t>
            </a:r>
          </a:p>
        </p:txBody>
      </p:sp>
      <p:sp>
        <p:nvSpPr>
          <p:cNvPr id="100" name="legend-quantized">
            <a:extLst xmlns:a="http://schemas.openxmlformats.org/drawingml/2006/main">
              <a:ext uri="{FF2B5EF4-FFF2-40B4-BE49-F238E27FC236}">
                <a16:creationId xmlns:a16="http://schemas.microsoft.com/office/drawing/2014/main" id="{F834F597-B20E-4EE2-8430-9DF16686B5E7}"/>
              </a:ext>
            </a:extLst>
          </p:cNvPr>
          <p:cNvSpPr>
            <a:spLocks xmlns:a="http://schemas.openxmlformats.org/drawingml/2006/main" noGrp="1"/>
          </p:cNvSpPr>
          <p:nvPr/>
        </p:nvSpPr>
        <p:spPr>
          <a:xfrm xmlns:a="http://schemas.openxmlformats.org/drawingml/2006/main">
            <a:off x="3995738" y="2138363"/>
            <a:ext cx="104775" cy="104775"/>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01" name="legend-quantized-label">
            <a:extLst xmlns:a="http://schemas.openxmlformats.org/drawingml/2006/main">
              <a:ext uri="{FF2B5EF4-FFF2-40B4-BE49-F238E27FC236}">
                <a16:creationId xmlns:a16="http://schemas.microsoft.com/office/drawing/2014/main" id="{7E748453-2FE9-4A30-B191-F128C49BF33B}"/>
              </a:ext>
            </a:extLst>
          </p:cNvPr>
          <p:cNvSpPr>
            <a:spLocks xmlns:a="http://schemas.openxmlformats.org/drawingml/2006/main" noGrp="1"/>
          </p:cNvSpPr>
          <p:nvPr/>
        </p:nvSpPr>
        <p:spPr>
          <a:xfrm xmlns:a="http://schemas.openxmlformats.org/drawingml/2006/main">
            <a:off x="4257675" y="20002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量化后的代表值</a:t>
            </a:r>
          </a:p>
        </p:txBody>
      </p:sp>
      <p:sp>
        <p:nvSpPr>
          <p:cNvPr id="102" name="bitdepth-3">
            <a:extLst xmlns:a="http://schemas.openxmlformats.org/drawingml/2006/main">
              <a:ext uri="{FF2B5EF4-FFF2-40B4-BE49-F238E27FC236}">
                <a16:creationId xmlns:a16="http://schemas.microsoft.com/office/drawing/2014/main" id="{EFA08053-DF92-4790-A8D4-5486B24CEE52}"/>
              </a:ext>
            </a:extLst>
          </p:cNvPr>
          <p:cNvSpPr>
            <a:spLocks xmlns:a="http://schemas.openxmlformats.org/drawingml/2006/main" noGrp="1"/>
          </p:cNvSpPr>
          <p:nvPr/>
        </p:nvSpPr>
        <p:spPr>
          <a:xfrm xmlns:a="http://schemas.openxmlformats.org/drawingml/2006/main">
            <a:off x="609600" y="29908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3bit：8个代表值</a:t>
            </a:r>
          </a:p>
        </p:txBody>
      </p:sp>
      <p:sp>
        <p:nvSpPr>
          <p:cNvPr id="103" name="quant-y-3">
            <a:extLst xmlns:a="http://schemas.openxmlformats.org/drawingml/2006/main">
              <a:ext uri="{FF2B5EF4-FFF2-40B4-BE49-F238E27FC236}">
                <a16:creationId xmlns:a16="http://schemas.microsoft.com/office/drawing/2014/main" id="{B62DBD9D-F01C-4682-A70D-E4757C7AB2D9}"/>
              </a:ext>
            </a:extLst>
          </p:cNvPr>
          <p:cNvSpPr>
            <a:spLocks xmlns:a="http://schemas.openxmlformats.org/drawingml/2006/main" noGrp="1"/>
          </p:cNvSpPr>
          <p:nvPr/>
        </p:nvSpPr>
        <p:spPr>
          <a:xfrm xmlns:a="http://schemas.openxmlformats.org/drawingml/2006/main">
            <a:off x="3524250" y="2724150"/>
            <a:ext cx="9525" cy="1047750"/>
          </a:xfrm>
          <a:custGeom xmlns:a="http://schemas.openxmlformats.org/drawingml/2006/main">
            <a:pathLst>
              <a:path w="9525" h="1047750">
                <a:moveTo>
                  <a:pt x="0" y="0"/>
                </a:moveTo>
                <a:lnTo>
                  <a:pt x="0" y="1047750"/>
                </a:lnTo>
              </a:path>
            </a:pathLst>
          </a:custGeom>
          <a:noFill xmlns:a="http://schemas.openxmlformats.org/drawingml/2006/main"/>
          <a:ln xmlns:a="http://schemas.openxmlformats.org/drawingml/2006/main" w="11430">
            <a:solidFill>
              <a:srgbClr val="808080"/>
            </a:solidFill>
          </a:ln>
        </p:spPr>
      </p:sp>
      <p:sp>
        <p:nvSpPr>
          <p:cNvPr id="104" name="quant-x-3">
            <a:extLst xmlns:a="http://schemas.openxmlformats.org/drawingml/2006/main">
              <a:ext uri="{FF2B5EF4-FFF2-40B4-BE49-F238E27FC236}">
                <a16:creationId xmlns:a16="http://schemas.microsoft.com/office/drawing/2014/main" id="{E7E6E16B-B7EA-421D-95B6-7BE0A07A0C9F}"/>
              </a:ext>
            </a:extLst>
          </p:cNvPr>
          <p:cNvSpPr>
            <a:spLocks xmlns:a="http://schemas.openxmlformats.org/drawingml/2006/main" noGrp="1"/>
          </p:cNvSpPr>
          <p:nvPr/>
        </p:nvSpPr>
        <p:spPr>
          <a:xfrm xmlns:a="http://schemas.openxmlformats.org/drawingml/2006/main">
            <a:off x="3524250" y="377190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11430">
            <a:solidFill>
              <a:srgbClr val="808080"/>
            </a:solidFill>
          </a:ln>
        </p:spPr>
      </p:sp>
      <p:sp>
        <p:nvSpPr>
          <p:cNvPr id="105" name="rep-grid-3-0">
            <a:extLst xmlns:a="http://schemas.openxmlformats.org/drawingml/2006/main">
              <a:ext uri="{FF2B5EF4-FFF2-40B4-BE49-F238E27FC236}">
                <a16:creationId xmlns:a16="http://schemas.microsoft.com/office/drawing/2014/main" id="{8CB719DA-56EA-4F2F-8CD9-B8502202BD7B}"/>
              </a:ext>
            </a:extLst>
          </p:cNvPr>
          <p:cNvSpPr>
            <a:spLocks xmlns:a="http://schemas.openxmlformats.org/drawingml/2006/main" noGrp="1"/>
          </p:cNvSpPr>
          <p:nvPr/>
        </p:nvSpPr>
        <p:spPr>
          <a:xfrm xmlns:a="http://schemas.openxmlformats.org/drawingml/2006/main">
            <a:off x="3524250" y="3706416"/>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06" name="rep-grid-3-1">
            <a:extLst xmlns:a="http://schemas.openxmlformats.org/drawingml/2006/main">
              <a:ext uri="{FF2B5EF4-FFF2-40B4-BE49-F238E27FC236}">
                <a16:creationId xmlns:a16="http://schemas.microsoft.com/office/drawing/2014/main" id="{F3B41AD6-D14F-4385-8735-0E7CED58A492}"/>
              </a:ext>
            </a:extLst>
          </p:cNvPr>
          <p:cNvSpPr>
            <a:spLocks xmlns:a="http://schemas.openxmlformats.org/drawingml/2006/main" noGrp="1"/>
          </p:cNvSpPr>
          <p:nvPr/>
        </p:nvSpPr>
        <p:spPr>
          <a:xfrm xmlns:a="http://schemas.openxmlformats.org/drawingml/2006/main">
            <a:off x="3524250" y="3575447"/>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07" name="rep-grid-3-2">
            <a:extLst xmlns:a="http://schemas.openxmlformats.org/drawingml/2006/main">
              <a:ext uri="{FF2B5EF4-FFF2-40B4-BE49-F238E27FC236}">
                <a16:creationId xmlns:a16="http://schemas.microsoft.com/office/drawing/2014/main" id="{D52C423B-E885-4513-BA60-AB44D2E28600}"/>
              </a:ext>
            </a:extLst>
          </p:cNvPr>
          <p:cNvSpPr>
            <a:spLocks xmlns:a="http://schemas.openxmlformats.org/drawingml/2006/main" noGrp="1"/>
          </p:cNvSpPr>
          <p:nvPr/>
        </p:nvSpPr>
        <p:spPr>
          <a:xfrm xmlns:a="http://schemas.openxmlformats.org/drawingml/2006/main">
            <a:off x="3524250" y="3444478"/>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08" name="rep-grid-3-3">
            <a:extLst xmlns:a="http://schemas.openxmlformats.org/drawingml/2006/main">
              <a:ext uri="{FF2B5EF4-FFF2-40B4-BE49-F238E27FC236}">
                <a16:creationId xmlns:a16="http://schemas.microsoft.com/office/drawing/2014/main" id="{33978B43-3FD4-4C75-A8BD-43FB893C8DE3}"/>
              </a:ext>
            </a:extLst>
          </p:cNvPr>
          <p:cNvSpPr>
            <a:spLocks xmlns:a="http://schemas.openxmlformats.org/drawingml/2006/main" noGrp="1"/>
          </p:cNvSpPr>
          <p:nvPr/>
        </p:nvSpPr>
        <p:spPr>
          <a:xfrm xmlns:a="http://schemas.openxmlformats.org/drawingml/2006/main">
            <a:off x="3524250" y="3313509"/>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09" name="rep-grid-3-4">
            <a:extLst xmlns:a="http://schemas.openxmlformats.org/drawingml/2006/main">
              <a:ext uri="{FF2B5EF4-FFF2-40B4-BE49-F238E27FC236}">
                <a16:creationId xmlns:a16="http://schemas.microsoft.com/office/drawing/2014/main" id="{83F509EF-FAC8-4464-8537-72D6A105FB67}"/>
              </a:ext>
            </a:extLst>
          </p:cNvPr>
          <p:cNvSpPr>
            <a:spLocks xmlns:a="http://schemas.openxmlformats.org/drawingml/2006/main" noGrp="1"/>
          </p:cNvSpPr>
          <p:nvPr/>
        </p:nvSpPr>
        <p:spPr>
          <a:xfrm xmlns:a="http://schemas.openxmlformats.org/drawingml/2006/main">
            <a:off x="3524250" y="3182541"/>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10" name="rep-grid-3-5">
            <a:extLst xmlns:a="http://schemas.openxmlformats.org/drawingml/2006/main">
              <a:ext uri="{FF2B5EF4-FFF2-40B4-BE49-F238E27FC236}">
                <a16:creationId xmlns:a16="http://schemas.microsoft.com/office/drawing/2014/main" id="{359884B6-5F06-497C-A3B5-7F776FB4ED6F}"/>
              </a:ext>
            </a:extLst>
          </p:cNvPr>
          <p:cNvSpPr>
            <a:spLocks xmlns:a="http://schemas.openxmlformats.org/drawingml/2006/main" noGrp="1"/>
          </p:cNvSpPr>
          <p:nvPr/>
        </p:nvSpPr>
        <p:spPr>
          <a:xfrm xmlns:a="http://schemas.openxmlformats.org/drawingml/2006/main">
            <a:off x="3524250" y="3051572"/>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11" name="rep-grid-3-6">
            <a:extLst xmlns:a="http://schemas.openxmlformats.org/drawingml/2006/main">
              <a:ext uri="{FF2B5EF4-FFF2-40B4-BE49-F238E27FC236}">
                <a16:creationId xmlns:a16="http://schemas.microsoft.com/office/drawing/2014/main" id="{01BB1F0D-A5B0-40CD-8CD3-AD1D122D5BA7}"/>
              </a:ext>
            </a:extLst>
          </p:cNvPr>
          <p:cNvSpPr>
            <a:spLocks xmlns:a="http://schemas.openxmlformats.org/drawingml/2006/main" noGrp="1"/>
          </p:cNvSpPr>
          <p:nvPr/>
        </p:nvSpPr>
        <p:spPr>
          <a:xfrm xmlns:a="http://schemas.openxmlformats.org/drawingml/2006/main">
            <a:off x="3524250" y="2920603"/>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12" name="rep-grid-3-7">
            <a:extLst xmlns:a="http://schemas.openxmlformats.org/drawingml/2006/main">
              <a:ext uri="{FF2B5EF4-FFF2-40B4-BE49-F238E27FC236}">
                <a16:creationId xmlns:a16="http://schemas.microsoft.com/office/drawing/2014/main" id="{E6B24355-706B-42C6-8DE8-F9ED7D9E1BF1}"/>
              </a:ext>
            </a:extLst>
          </p:cNvPr>
          <p:cNvSpPr>
            <a:spLocks xmlns:a="http://schemas.openxmlformats.org/drawingml/2006/main" noGrp="1"/>
          </p:cNvSpPr>
          <p:nvPr/>
        </p:nvSpPr>
        <p:spPr>
          <a:xfrm xmlns:a="http://schemas.openxmlformats.org/drawingml/2006/main">
            <a:off x="3524250" y="2789634"/>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13" name="error-3-0">
            <a:extLst xmlns:a="http://schemas.openxmlformats.org/drawingml/2006/main">
              <a:ext uri="{FF2B5EF4-FFF2-40B4-BE49-F238E27FC236}">
                <a16:creationId xmlns:a16="http://schemas.microsoft.com/office/drawing/2014/main" id="{6D50F8D5-F3F6-4631-9B03-3268DDAC572A}"/>
              </a:ext>
            </a:extLst>
          </p:cNvPr>
          <p:cNvSpPr>
            <a:spLocks xmlns:a="http://schemas.openxmlformats.org/drawingml/2006/main" noGrp="1"/>
          </p:cNvSpPr>
          <p:nvPr/>
        </p:nvSpPr>
        <p:spPr>
          <a:xfrm xmlns:a="http://schemas.openxmlformats.org/drawingml/2006/main">
            <a:off x="3524250" y="3286006"/>
            <a:ext cx="9525" cy="27503"/>
          </a:xfrm>
          <a:custGeom xmlns:a="http://schemas.openxmlformats.org/drawingml/2006/main">
            <a:pathLst>
              <a:path w="9525" h="27503">
                <a:moveTo>
                  <a:pt x="0" y="0"/>
                </a:moveTo>
                <a:lnTo>
                  <a:pt x="0" y="27503"/>
                </a:lnTo>
              </a:path>
            </a:pathLst>
          </a:custGeom>
          <a:noFill xmlns:a="http://schemas.openxmlformats.org/drawingml/2006/main"/>
          <a:ln xmlns:a="http://schemas.openxmlformats.org/drawingml/2006/main" w="9525">
            <a:solidFill>
              <a:srgbClr val="808080"/>
            </a:solidFill>
          </a:ln>
        </p:spPr>
      </p:sp>
      <p:sp>
        <p:nvSpPr>
          <p:cNvPr id="114" name="raw-3-0">
            <a:extLst xmlns:a="http://schemas.openxmlformats.org/drawingml/2006/main">
              <a:ext uri="{FF2B5EF4-FFF2-40B4-BE49-F238E27FC236}">
                <a16:creationId xmlns:a16="http://schemas.microsoft.com/office/drawing/2014/main" id="{D7F848FF-7E4F-4004-9821-D771B282A80A}"/>
              </a:ext>
            </a:extLst>
          </p:cNvPr>
          <p:cNvSpPr>
            <a:spLocks xmlns:a="http://schemas.openxmlformats.org/drawingml/2006/main" noGrp="1"/>
          </p:cNvSpPr>
          <p:nvPr/>
        </p:nvSpPr>
        <p:spPr>
          <a:xfrm xmlns:a="http://schemas.openxmlformats.org/drawingml/2006/main">
            <a:off x="3476625" y="3238381"/>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15" name="quantized-3-0">
            <a:extLst xmlns:a="http://schemas.openxmlformats.org/drawingml/2006/main">
              <a:ext uri="{FF2B5EF4-FFF2-40B4-BE49-F238E27FC236}">
                <a16:creationId xmlns:a16="http://schemas.microsoft.com/office/drawing/2014/main" id="{399619E1-62A1-4CFA-A36F-6323227CC419}"/>
              </a:ext>
            </a:extLst>
          </p:cNvPr>
          <p:cNvSpPr>
            <a:spLocks xmlns:a="http://schemas.openxmlformats.org/drawingml/2006/main" noGrp="1"/>
          </p:cNvSpPr>
          <p:nvPr/>
        </p:nvSpPr>
        <p:spPr>
          <a:xfrm xmlns:a="http://schemas.openxmlformats.org/drawingml/2006/main">
            <a:off x="3486150" y="3275409"/>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16" name="error-3-1">
            <a:extLst xmlns:a="http://schemas.openxmlformats.org/drawingml/2006/main">
              <a:ext uri="{FF2B5EF4-FFF2-40B4-BE49-F238E27FC236}">
                <a16:creationId xmlns:a16="http://schemas.microsoft.com/office/drawing/2014/main" id="{DE9DC9F8-B460-44AF-926C-7FBBA2B462D5}"/>
              </a:ext>
            </a:extLst>
          </p:cNvPr>
          <p:cNvSpPr>
            <a:spLocks xmlns:a="http://schemas.openxmlformats.org/drawingml/2006/main" noGrp="1"/>
          </p:cNvSpPr>
          <p:nvPr/>
        </p:nvSpPr>
        <p:spPr>
          <a:xfrm xmlns:a="http://schemas.openxmlformats.org/drawingml/2006/main">
            <a:off x="4375150" y="3051572"/>
            <a:ext cx="9525" cy="39291"/>
          </a:xfrm>
          <a:custGeom xmlns:a="http://schemas.openxmlformats.org/drawingml/2006/main">
            <a:pathLst>
              <a:path w="9525" h="39291">
                <a:moveTo>
                  <a:pt x="0" y="39291"/>
                </a:moveTo>
                <a:lnTo>
                  <a:pt x="0" y="0"/>
                </a:lnTo>
              </a:path>
            </a:pathLst>
          </a:custGeom>
          <a:noFill xmlns:a="http://schemas.openxmlformats.org/drawingml/2006/main"/>
          <a:ln xmlns:a="http://schemas.openxmlformats.org/drawingml/2006/main" w="9525">
            <a:solidFill>
              <a:srgbClr val="808080"/>
            </a:solidFill>
          </a:ln>
        </p:spPr>
      </p:sp>
      <p:sp>
        <p:nvSpPr>
          <p:cNvPr id="117" name="raw-3-1">
            <a:extLst xmlns:a="http://schemas.openxmlformats.org/drawingml/2006/main">
              <a:ext uri="{FF2B5EF4-FFF2-40B4-BE49-F238E27FC236}">
                <a16:creationId xmlns:a16="http://schemas.microsoft.com/office/drawing/2014/main" id="{4DBF69C3-51E3-4EC9-88ED-B40D38B8122F}"/>
              </a:ext>
            </a:extLst>
          </p:cNvPr>
          <p:cNvSpPr>
            <a:spLocks xmlns:a="http://schemas.openxmlformats.org/drawingml/2006/main" noGrp="1"/>
          </p:cNvSpPr>
          <p:nvPr/>
        </p:nvSpPr>
        <p:spPr>
          <a:xfrm xmlns:a="http://schemas.openxmlformats.org/drawingml/2006/main">
            <a:off x="4327525" y="3043238"/>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18" name="quantized-3-1">
            <a:extLst xmlns:a="http://schemas.openxmlformats.org/drawingml/2006/main">
              <a:ext uri="{FF2B5EF4-FFF2-40B4-BE49-F238E27FC236}">
                <a16:creationId xmlns:a16="http://schemas.microsoft.com/office/drawing/2014/main" id="{1A14DD43-A96B-424C-B353-EE02E16BD857}"/>
              </a:ext>
            </a:extLst>
          </p:cNvPr>
          <p:cNvSpPr>
            <a:spLocks xmlns:a="http://schemas.openxmlformats.org/drawingml/2006/main" noGrp="1"/>
          </p:cNvSpPr>
          <p:nvPr/>
        </p:nvSpPr>
        <p:spPr>
          <a:xfrm xmlns:a="http://schemas.openxmlformats.org/drawingml/2006/main">
            <a:off x="4337050" y="3013472"/>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19" name="error-3-2">
            <a:extLst xmlns:a="http://schemas.openxmlformats.org/drawingml/2006/main">
              <a:ext uri="{FF2B5EF4-FFF2-40B4-BE49-F238E27FC236}">
                <a16:creationId xmlns:a16="http://schemas.microsoft.com/office/drawing/2014/main" id="{CCE5CDDD-9E74-42DD-B58E-EFE1D8B689B6}"/>
              </a:ext>
            </a:extLst>
          </p:cNvPr>
          <p:cNvSpPr>
            <a:spLocks xmlns:a="http://schemas.openxmlformats.org/drawingml/2006/main" noGrp="1"/>
          </p:cNvSpPr>
          <p:nvPr/>
        </p:nvSpPr>
        <p:spPr>
          <a:xfrm xmlns:a="http://schemas.openxmlformats.org/drawingml/2006/main">
            <a:off x="5226050" y="2789634"/>
            <a:ext cx="9525" cy="52388"/>
          </a:xfrm>
          <a:custGeom xmlns:a="http://schemas.openxmlformats.org/drawingml/2006/main">
            <a:pathLst>
              <a:path w="9525" h="52388">
                <a:moveTo>
                  <a:pt x="0" y="52388"/>
                </a:moveTo>
                <a:lnTo>
                  <a:pt x="0" y="0"/>
                </a:lnTo>
              </a:path>
            </a:pathLst>
          </a:custGeom>
          <a:noFill xmlns:a="http://schemas.openxmlformats.org/drawingml/2006/main"/>
          <a:ln xmlns:a="http://schemas.openxmlformats.org/drawingml/2006/main" w="9525">
            <a:solidFill>
              <a:srgbClr val="808080"/>
            </a:solidFill>
          </a:ln>
        </p:spPr>
      </p:sp>
      <p:sp>
        <p:nvSpPr>
          <p:cNvPr id="120" name="raw-3-2">
            <a:extLst xmlns:a="http://schemas.openxmlformats.org/drawingml/2006/main">
              <a:ext uri="{FF2B5EF4-FFF2-40B4-BE49-F238E27FC236}">
                <a16:creationId xmlns:a16="http://schemas.microsoft.com/office/drawing/2014/main" id="{3522180A-B14E-4744-9A93-6A434935B81A}"/>
              </a:ext>
            </a:extLst>
          </p:cNvPr>
          <p:cNvSpPr>
            <a:spLocks xmlns:a="http://schemas.openxmlformats.org/drawingml/2006/main" noGrp="1"/>
          </p:cNvSpPr>
          <p:nvPr/>
        </p:nvSpPr>
        <p:spPr>
          <a:xfrm xmlns:a="http://schemas.openxmlformats.org/drawingml/2006/main">
            <a:off x="5178425" y="2794397"/>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21" name="quantized-3-2">
            <a:extLst xmlns:a="http://schemas.openxmlformats.org/drawingml/2006/main">
              <a:ext uri="{FF2B5EF4-FFF2-40B4-BE49-F238E27FC236}">
                <a16:creationId xmlns:a16="http://schemas.microsoft.com/office/drawing/2014/main" id="{F69D9828-E82A-42DF-B66C-B69463DEEB63}"/>
              </a:ext>
            </a:extLst>
          </p:cNvPr>
          <p:cNvSpPr>
            <a:spLocks xmlns:a="http://schemas.openxmlformats.org/drawingml/2006/main" noGrp="1"/>
          </p:cNvSpPr>
          <p:nvPr/>
        </p:nvSpPr>
        <p:spPr>
          <a:xfrm xmlns:a="http://schemas.openxmlformats.org/drawingml/2006/main">
            <a:off x="5187950" y="2751534"/>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22" name="error-3-3">
            <a:extLst xmlns:a="http://schemas.openxmlformats.org/drawingml/2006/main">
              <a:ext uri="{FF2B5EF4-FFF2-40B4-BE49-F238E27FC236}">
                <a16:creationId xmlns:a16="http://schemas.microsoft.com/office/drawing/2014/main" id="{9C22ADD3-B614-4CD6-85BD-AAF8AF46B15D}"/>
              </a:ext>
            </a:extLst>
          </p:cNvPr>
          <p:cNvSpPr>
            <a:spLocks xmlns:a="http://schemas.openxmlformats.org/drawingml/2006/main" noGrp="1"/>
          </p:cNvSpPr>
          <p:nvPr/>
        </p:nvSpPr>
        <p:spPr>
          <a:xfrm xmlns:a="http://schemas.openxmlformats.org/drawingml/2006/main">
            <a:off x="6076950" y="2920603"/>
            <a:ext cx="9525" cy="13097"/>
          </a:xfrm>
          <a:custGeom xmlns:a="http://schemas.openxmlformats.org/drawingml/2006/main">
            <a:pathLst>
              <a:path w="9525" h="13097">
                <a:moveTo>
                  <a:pt x="0" y="13097"/>
                </a:moveTo>
                <a:lnTo>
                  <a:pt x="0" y="0"/>
                </a:lnTo>
              </a:path>
            </a:pathLst>
          </a:custGeom>
          <a:noFill xmlns:a="http://schemas.openxmlformats.org/drawingml/2006/main"/>
          <a:ln xmlns:a="http://schemas.openxmlformats.org/drawingml/2006/main" w="9525">
            <a:solidFill>
              <a:srgbClr val="808080"/>
            </a:solidFill>
          </a:ln>
        </p:spPr>
      </p:sp>
      <p:sp>
        <p:nvSpPr>
          <p:cNvPr id="123" name="raw-3-3">
            <a:extLst xmlns:a="http://schemas.openxmlformats.org/drawingml/2006/main">
              <a:ext uri="{FF2B5EF4-FFF2-40B4-BE49-F238E27FC236}">
                <a16:creationId xmlns:a16="http://schemas.microsoft.com/office/drawing/2014/main" id="{705AAD58-08EA-4883-A771-4CCEC97D266A}"/>
              </a:ext>
            </a:extLst>
          </p:cNvPr>
          <p:cNvSpPr>
            <a:spLocks xmlns:a="http://schemas.openxmlformats.org/drawingml/2006/main" noGrp="1"/>
          </p:cNvSpPr>
          <p:nvPr/>
        </p:nvSpPr>
        <p:spPr>
          <a:xfrm xmlns:a="http://schemas.openxmlformats.org/drawingml/2006/main">
            <a:off x="6029325" y="28860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24" name="quantized-3-3">
            <a:extLst xmlns:a="http://schemas.openxmlformats.org/drawingml/2006/main">
              <a:ext uri="{FF2B5EF4-FFF2-40B4-BE49-F238E27FC236}">
                <a16:creationId xmlns:a16="http://schemas.microsoft.com/office/drawing/2014/main" id="{C82FB3D1-923A-46C6-80F3-B23F24EDBC27}"/>
              </a:ext>
            </a:extLst>
          </p:cNvPr>
          <p:cNvSpPr>
            <a:spLocks xmlns:a="http://schemas.openxmlformats.org/drawingml/2006/main" noGrp="1"/>
          </p:cNvSpPr>
          <p:nvPr/>
        </p:nvSpPr>
        <p:spPr>
          <a:xfrm xmlns:a="http://schemas.openxmlformats.org/drawingml/2006/main">
            <a:off x="6038850" y="2882503"/>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25" name="error-3-4">
            <a:extLst xmlns:a="http://schemas.openxmlformats.org/drawingml/2006/main">
              <a:ext uri="{FF2B5EF4-FFF2-40B4-BE49-F238E27FC236}">
                <a16:creationId xmlns:a16="http://schemas.microsoft.com/office/drawing/2014/main" id="{0E10FF95-E1C5-442A-95E6-2502BC0D57F6}"/>
              </a:ext>
            </a:extLst>
          </p:cNvPr>
          <p:cNvSpPr>
            <a:spLocks xmlns:a="http://schemas.openxmlformats.org/drawingml/2006/main" noGrp="1"/>
          </p:cNvSpPr>
          <p:nvPr/>
        </p:nvSpPr>
        <p:spPr>
          <a:xfrm xmlns:a="http://schemas.openxmlformats.org/drawingml/2006/main">
            <a:off x="6927850" y="3182541"/>
            <a:ext cx="9525" cy="45839"/>
          </a:xfrm>
          <a:custGeom xmlns:a="http://schemas.openxmlformats.org/drawingml/2006/main">
            <a:pathLst>
              <a:path w="9525" h="45839">
                <a:moveTo>
                  <a:pt x="0" y="45839"/>
                </a:moveTo>
                <a:lnTo>
                  <a:pt x="0" y="0"/>
                </a:lnTo>
              </a:path>
            </a:pathLst>
          </a:custGeom>
          <a:noFill xmlns:a="http://schemas.openxmlformats.org/drawingml/2006/main"/>
          <a:ln xmlns:a="http://schemas.openxmlformats.org/drawingml/2006/main" w="9525">
            <a:solidFill>
              <a:srgbClr val="808080"/>
            </a:solidFill>
          </a:ln>
        </p:spPr>
      </p:sp>
      <p:sp>
        <p:nvSpPr>
          <p:cNvPr id="126" name="raw-3-4">
            <a:extLst xmlns:a="http://schemas.openxmlformats.org/drawingml/2006/main">
              <a:ext uri="{FF2B5EF4-FFF2-40B4-BE49-F238E27FC236}">
                <a16:creationId xmlns:a16="http://schemas.microsoft.com/office/drawing/2014/main" id="{35AFE837-5A4F-4E04-8E3F-0FDE6D6FBF5A}"/>
              </a:ext>
            </a:extLst>
          </p:cNvPr>
          <p:cNvSpPr>
            <a:spLocks xmlns:a="http://schemas.openxmlformats.org/drawingml/2006/main" noGrp="1"/>
          </p:cNvSpPr>
          <p:nvPr/>
        </p:nvSpPr>
        <p:spPr>
          <a:xfrm xmlns:a="http://schemas.openxmlformats.org/drawingml/2006/main">
            <a:off x="6880225" y="318075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27" name="quantized-3-4">
            <a:extLst xmlns:a="http://schemas.openxmlformats.org/drawingml/2006/main">
              <a:ext uri="{FF2B5EF4-FFF2-40B4-BE49-F238E27FC236}">
                <a16:creationId xmlns:a16="http://schemas.microsoft.com/office/drawing/2014/main" id="{9BBA72AB-DFA4-497A-9275-3C6FE3810E9A}"/>
              </a:ext>
            </a:extLst>
          </p:cNvPr>
          <p:cNvSpPr>
            <a:spLocks xmlns:a="http://schemas.openxmlformats.org/drawingml/2006/main" noGrp="1"/>
          </p:cNvSpPr>
          <p:nvPr/>
        </p:nvSpPr>
        <p:spPr>
          <a:xfrm xmlns:a="http://schemas.openxmlformats.org/drawingml/2006/main">
            <a:off x="6889750" y="3144441"/>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28" name="error-3-5">
            <a:extLst xmlns:a="http://schemas.openxmlformats.org/drawingml/2006/main">
              <a:ext uri="{FF2B5EF4-FFF2-40B4-BE49-F238E27FC236}">
                <a16:creationId xmlns:a16="http://schemas.microsoft.com/office/drawing/2014/main" id="{9414F6A6-0822-4691-9861-55AE7B2D8F86}"/>
              </a:ext>
            </a:extLst>
          </p:cNvPr>
          <p:cNvSpPr>
            <a:spLocks xmlns:a="http://schemas.openxmlformats.org/drawingml/2006/main" noGrp="1"/>
          </p:cNvSpPr>
          <p:nvPr/>
        </p:nvSpPr>
        <p:spPr>
          <a:xfrm xmlns:a="http://schemas.openxmlformats.org/drawingml/2006/main">
            <a:off x="7778750" y="3444478"/>
            <a:ext cx="9525" cy="26194"/>
          </a:xfrm>
          <a:custGeom xmlns:a="http://schemas.openxmlformats.org/drawingml/2006/main">
            <a:pathLst>
              <a:path w="9525" h="26194">
                <a:moveTo>
                  <a:pt x="0" y="26194"/>
                </a:moveTo>
                <a:lnTo>
                  <a:pt x="0" y="0"/>
                </a:lnTo>
              </a:path>
            </a:pathLst>
          </a:custGeom>
          <a:noFill xmlns:a="http://schemas.openxmlformats.org/drawingml/2006/main"/>
          <a:ln xmlns:a="http://schemas.openxmlformats.org/drawingml/2006/main" w="9525">
            <a:solidFill>
              <a:srgbClr val="808080"/>
            </a:solidFill>
          </a:ln>
        </p:spPr>
      </p:sp>
      <p:sp>
        <p:nvSpPr>
          <p:cNvPr id="129" name="raw-3-5">
            <a:extLst xmlns:a="http://schemas.openxmlformats.org/drawingml/2006/main">
              <a:ext uri="{FF2B5EF4-FFF2-40B4-BE49-F238E27FC236}">
                <a16:creationId xmlns:a16="http://schemas.microsoft.com/office/drawing/2014/main" id="{649C004A-C04F-483D-B599-91820A547B9A}"/>
              </a:ext>
            </a:extLst>
          </p:cNvPr>
          <p:cNvSpPr>
            <a:spLocks xmlns:a="http://schemas.openxmlformats.org/drawingml/2006/main" noGrp="1"/>
          </p:cNvSpPr>
          <p:nvPr/>
        </p:nvSpPr>
        <p:spPr>
          <a:xfrm xmlns:a="http://schemas.openxmlformats.org/drawingml/2006/main">
            <a:off x="7731125" y="3423047"/>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30" name="quantized-3-5">
            <a:extLst xmlns:a="http://schemas.openxmlformats.org/drawingml/2006/main">
              <a:ext uri="{FF2B5EF4-FFF2-40B4-BE49-F238E27FC236}">
                <a16:creationId xmlns:a16="http://schemas.microsoft.com/office/drawing/2014/main" id="{4D2AE5E6-B46D-4B27-829F-391EFBE8FC5D}"/>
              </a:ext>
            </a:extLst>
          </p:cNvPr>
          <p:cNvSpPr>
            <a:spLocks xmlns:a="http://schemas.openxmlformats.org/drawingml/2006/main" noGrp="1"/>
          </p:cNvSpPr>
          <p:nvPr/>
        </p:nvSpPr>
        <p:spPr>
          <a:xfrm xmlns:a="http://schemas.openxmlformats.org/drawingml/2006/main">
            <a:off x="7740650" y="3406378"/>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31" name="error-3-6">
            <a:extLst xmlns:a="http://schemas.openxmlformats.org/drawingml/2006/main">
              <a:ext uri="{FF2B5EF4-FFF2-40B4-BE49-F238E27FC236}">
                <a16:creationId xmlns:a16="http://schemas.microsoft.com/office/drawing/2014/main" id="{A6609B76-8136-4CFF-9EEA-BD6AD897F118}"/>
              </a:ext>
            </a:extLst>
          </p:cNvPr>
          <p:cNvSpPr>
            <a:spLocks xmlns:a="http://schemas.openxmlformats.org/drawingml/2006/main" noGrp="1"/>
          </p:cNvSpPr>
          <p:nvPr/>
        </p:nvSpPr>
        <p:spPr>
          <a:xfrm xmlns:a="http://schemas.openxmlformats.org/drawingml/2006/main">
            <a:off x="8629650" y="3686770"/>
            <a:ext cx="9525" cy="19645"/>
          </a:xfrm>
          <a:custGeom xmlns:a="http://schemas.openxmlformats.org/drawingml/2006/main">
            <a:pathLst>
              <a:path w="9525" h="19645">
                <a:moveTo>
                  <a:pt x="0" y="0"/>
                </a:moveTo>
                <a:lnTo>
                  <a:pt x="0" y="19645"/>
                </a:lnTo>
              </a:path>
            </a:pathLst>
          </a:custGeom>
          <a:noFill xmlns:a="http://schemas.openxmlformats.org/drawingml/2006/main"/>
          <a:ln xmlns:a="http://schemas.openxmlformats.org/drawingml/2006/main" w="9525">
            <a:solidFill>
              <a:srgbClr val="808080"/>
            </a:solidFill>
          </a:ln>
        </p:spPr>
      </p:sp>
      <p:sp>
        <p:nvSpPr>
          <p:cNvPr id="132" name="raw-3-6">
            <a:extLst xmlns:a="http://schemas.openxmlformats.org/drawingml/2006/main">
              <a:ext uri="{FF2B5EF4-FFF2-40B4-BE49-F238E27FC236}">
                <a16:creationId xmlns:a16="http://schemas.microsoft.com/office/drawing/2014/main" id="{5AE3524C-1C1A-4BAA-B990-78B2A32BC04C}"/>
              </a:ext>
            </a:extLst>
          </p:cNvPr>
          <p:cNvSpPr>
            <a:spLocks xmlns:a="http://schemas.openxmlformats.org/drawingml/2006/main" noGrp="1"/>
          </p:cNvSpPr>
          <p:nvPr/>
        </p:nvSpPr>
        <p:spPr>
          <a:xfrm xmlns:a="http://schemas.openxmlformats.org/drawingml/2006/main">
            <a:off x="8582025" y="363914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33" name="quantized-3-6">
            <a:extLst xmlns:a="http://schemas.openxmlformats.org/drawingml/2006/main">
              <a:ext uri="{FF2B5EF4-FFF2-40B4-BE49-F238E27FC236}">
                <a16:creationId xmlns:a16="http://schemas.microsoft.com/office/drawing/2014/main" id="{635BA68A-FF99-43C9-9280-135FD7B92CAE}"/>
              </a:ext>
            </a:extLst>
          </p:cNvPr>
          <p:cNvSpPr>
            <a:spLocks xmlns:a="http://schemas.openxmlformats.org/drawingml/2006/main" noGrp="1"/>
          </p:cNvSpPr>
          <p:nvPr/>
        </p:nvSpPr>
        <p:spPr>
          <a:xfrm xmlns:a="http://schemas.openxmlformats.org/drawingml/2006/main">
            <a:off x="8591550" y="3668316"/>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34" name="error-3-7">
            <a:extLst xmlns:a="http://schemas.openxmlformats.org/drawingml/2006/main">
              <a:ext uri="{FF2B5EF4-FFF2-40B4-BE49-F238E27FC236}">
                <a16:creationId xmlns:a16="http://schemas.microsoft.com/office/drawing/2014/main" id="{8D1A2294-28D2-4601-A2D6-688FBCDB5C99}"/>
              </a:ext>
            </a:extLst>
          </p:cNvPr>
          <p:cNvSpPr>
            <a:spLocks xmlns:a="http://schemas.openxmlformats.org/drawingml/2006/main" noGrp="1"/>
          </p:cNvSpPr>
          <p:nvPr/>
        </p:nvSpPr>
        <p:spPr>
          <a:xfrm xmlns:a="http://schemas.openxmlformats.org/drawingml/2006/main">
            <a:off x="9480550" y="3575447"/>
            <a:ext cx="9525" cy="13097"/>
          </a:xfrm>
          <a:custGeom xmlns:a="http://schemas.openxmlformats.org/drawingml/2006/main">
            <a:pathLst>
              <a:path w="9525" h="13097">
                <a:moveTo>
                  <a:pt x="0" y="13097"/>
                </a:moveTo>
                <a:lnTo>
                  <a:pt x="0" y="0"/>
                </a:lnTo>
              </a:path>
            </a:pathLst>
          </a:custGeom>
          <a:noFill xmlns:a="http://schemas.openxmlformats.org/drawingml/2006/main"/>
          <a:ln xmlns:a="http://schemas.openxmlformats.org/drawingml/2006/main" w="9525">
            <a:solidFill>
              <a:srgbClr val="808080"/>
            </a:solidFill>
          </a:ln>
        </p:spPr>
      </p:sp>
      <p:sp>
        <p:nvSpPr>
          <p:cNvPr id="135" name="raw-3-7">
            <a:extLst xmlns:a="http://schemas.openxmlformats.org/drawingml/2006/main">
              <a:ext uri="{FF2B5EF4-FFF2-40B4-BE49-F238E27FC236}">
                <a16:creationId xmlns:a16="http://schemas.microsoft.com/office/drawing/2014/main" id="{AD4A3FE9-7C36-4B42-961F-0B6C7C04CA20}"/>
              </a:ext>
            </a:extLst>
          </p:cNvPr>
          <p:cNvSpPr>
            <a:spLocks xmlns:a="http://schemas.openxmlformats.org/drawingml/2006/main" noGrp="1"/>
          </p:cNvSpPr>
          <p:nvPr/>
        </p:nvSpPr>
        <p:spPr>
          <a:xfrm xmlns:a="http://schemas.openxmlformats.org/drawingml/2006/main">
            <a:off x="9432925" y="3540919"/>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36" name="quantized-3-7">
            <a:extLst xmlns:a="http://schemas.openxmlformats.org/drawingml/2006/main">
              <a:ext uri="{FF2B5EF4-FFF2-40B4-BE49-F238E27FC236}">
                <a16:creationId xmlns:a16="http://schemas.microsoft.com/office/drawing/2014/main" id="{E4A050D1-8696-4DD0-AC1C-87A5C3276F7F}"/>
              </a:ext>
            </a:extLst>
          </p:cNvPr>
          <p:cNvSpPr>
            <a:spLocks xmlns:a="http://schemas.openxmlformats.org/drawingml/2006/main" noGrp="1"/>
          </p:cNvSpPr>
          <p:nvPr/>
        </p:nvSpPr>
        <p:spPr>
          <a:xfrm xmlns:a="http://schemas.openxmlformats.org/drawingml/2006/main">
            <a:off x="9442450" y="3537347"/>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37" name="error-3-8">
            <a:extLst xmlns:a="http://schemas.openxmlformats.org/drawingml/2006/main">
              <a:ext uri="{FF2B5EF4-FFF2-40B4-BE49-F238E27FC236}">
                <a16:creationId xmlns:a16="http://schemas.microsoft.com/office/drawing/2014/main" id="{A1D80E49-9052-46C1-B071-B2D0D431539D}"/>
              </a:ext>
            </a:extLst>
          </p:cNvPr>
          <p:cNvSpPr>
            <a:spLocks xmlns:a="http://schemas.openxmlformats.org/drawingml/2006/main" noGrp="1"/>
          </p:cNvSpPr>
          <p:nvPr/>
        </p:nvSpPr>
        <p:spPr>
          <a:xfrm xmlns:a="http://schemas.openxmlformats.org/drawingml/2006/main">
            <a:off x="10331450" y="3313509"/>
            <a:ext cx="9525" cy="39291"/>
          </a:xfrm>
          <a:custGeom xmlns:a="http://schemas.openxmlformats.org/drawingml/2006/main">
            <a:pathLst>
              <a:path w="9525" h="39291">
                <a:moveTo>
                  <a:pt x="0" y="39291"/>
                </a:moveTo>
                <a:lnTo>
                  <a:pt x="0" y="0"/>
                </a:lnTo>
              </a:path>
            </a:pathLst>
          </a:custGeom>
          <a:noFill xmlns:a="http://schemas.openxmlformats.org/drawingml/2006/main"/>
          <a:ln xmlns:a="http://schemas.openxmlformats.org/drawingml/2006/main" w="9525">
            <a:solidFill>
              <a:srgbClr val="808080"/>
            </a:solidFill>
          </a:ln>
        </p:spPr>
      </p:sp>
      <p:sp>
        <p:nvSpPr>
          <p:cNvPr id="138" name="raw-3-8">
            <a:extLst xmlns:a="http://schemas.openxmlformats.org/drawingml/2006/main">
              <a:ext uri="{FF2B5EF4-FFF2-40B4-BE49-F238E27FC236}">
                <a16:creationId xmlns:a16="http://schemas.microsoft.com/office/drawing/2014/main" id="{A0C51B24-FBBE-4B63-BE9A-320F533026BF}"/>
              </a:ext>
            </a:extLst>
          </p:cNvPr>
          <p:cNvSpPr>
            <a:spLocks xmlns:a="http://schemas.openxmlformats.org/drawingml/2006/main" noGrp="1"/>
          </p:cNvSpPr>
          <p:nvPr/>
        </p:nvSpPr>
        <p:spPr>
          <a:xfrm xmlns:a="http://schemas.openxmlformats.org/drawingml/2006/main">
            <a:off x="10283825" y="33051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39" name="quantized-3-8">
            <a:extLst xmlns:a="http://schemas.openxmlformats.org/drawingml/2006/main">
              <a:ext uri="{FF2B5EF4-FFF2-40B4-BE49-F238E27FC236}">
                <a16:creationId xmlns:a16="http://schemas.microsoft.com/office/drawing/2014/main" id="{CED00C53-0D05-480C-A453-23878BFB230A}"/>
              </a:ext>
            </a:extLst>
          </p:cNvPr>
          <p:cNvSpPr>
            <a:spLocks xmlns:a="http://schemas.openxmlformats.org/drawingml/2006/main" noGrp="1"/>
          </p:cNvSpPr>
          <p:nvPr/>
        </p:nvSpPr>
        <p:spPr>
          <a:xfrm xmlns:a="http://schemas.openxmlformats.org/drawingml/2006/main">
            <a:off x="10293350" y="3275409"/>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40" name="error-3-9">
            <a:extLst xmlns:a="http://schemas.openxmlformats.org/drawingml/2006/main">
              <a:ext uri="{FF2B5EF4-FFF2-40B4-BE49-F238E27FC236}">
                <a16:creationId xmlns:a16="http://schemas.microsoft.com/office/drawing/2014/main" id="{4EA35797-AA13-44EC-8814-497844D9C3BC}"/>
              </a:ext>
            </a:extLst>
          </p:cNvPr>
          <p:cNvSpPr>
            <a:spLocks xmlns:a="http://schemas.openxmlformats.org/drawingml/2006/main" noGrp="1"/>
          </p:cNvSpPr>
          <p:nvPr/>
        </p:nvSpPr>
        <p:spPr>
          <a:xfrm xmlns:a="http://schemas.openxmlformats.org/drawingml/2006/main">
            <a:off x="11182350" y="3143250"/>
            <a:ext cx="9525" cy="39291"/>
          </a:xfrm>
          <a:custGeom xmlns:a="http://schemas.openxmlformats.org/drawingml/2006/main">
            <a:pathLst>
              <a:path w="9525" h="39291">
                <a:moveTo>
                  <a:pt x="0" y="0"/>
                </a:moveTo>
                <a:lnTo>
                  <a:pt x="0" y="39291"/>
                </a:lnTo>
              </a:path>
            </a:pathLst>
          </a:custGeom>
          <a:noFill xmlns:a="http://schemas.openxmlformats.org/drawingml/2006/main"/>
          <a:ln xmlns:a="http://schemas.openxmlformats.org/drawingml/2006/main" w="9525">
            <a:solidFill>
              <a:srgbClr val="808080"/>
            </a:solidFill>
          </a:ln>
        </p:spPr>
      </p:sp>
      <p:sp>
        <p:nvSpPr>
          <p:cNvPr id="141" name="raw-3-9">
            <a:extLst xmlns:a="http://schemas.openxmlformats.org/drawingml/2006/main">
              <a:ext uri="{FF2B5EF4-FFF2-40B4-BE49-F238E27FC236}">
                <a16:creationId xmlns:a16="http://schemas.microsoft.com/office/drawing/2014/main" id="{0CA654F8-3E62-4D57-AA5B-CEE3B860BDA0}"/>
              </a:ext>
            </a:extLst>
          </p:cNvPr>
          <p:cNvSpPr>
            <a:spLocks xmlns:a="http://schemas.openxmlformats.org/drawingml/2006/main" noGrp="1"/>
          </p:cNvSpPr>
          <p:nvPr/>
        </p:nvSpPr>
        <p:spPr>
          <a:xfrm xmlns:a="http://schemas.openxmlformats.org/drawingml/2006/main">
            <a:off x="111347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42" name="quantized-3-9">
            <a:extLst xmlns:a="http://schemas.openxmlformats.org/drawingml/2006/main">
              <a:ext uri="{FF2B5EF4-FFF2-40B4-BE49-F238E27FC236}">
                <a16:creationId xmlns:a16="http://schemas.microsoft.com/office/drawing/2014/main" id="{CF5DF62E-F65C-4173-B4DF-002C7C6B8B46}"/>
              </a:ext>
            </a:extLst>
          </p:cNvPr>
          <p:cNvSpPr>
            <a:spLocks xmlns:a="http://schemas.openxmlformats.org/drawingml/2006/main" noGrp="1"/>
          </p:cNvSpPr>
          <p:nvPr/>
        </p:nvSpPr>
        <p:spPr>
          <a:xfrm xmlns:a="http://schemas.openxmlformats.org/drawingml/2006/main">
            <a:off x="11144250" y="3144441"/>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43" name="amplitude-3-0">
            <a:extLst xmlns:a="http://schemas.openxmlformats.org/drawingml/2006/main">
              <a:ext uri="{FF2B5EF4-FFF2-40B4-BE49-F238E27FC236}">
                <a16:creationId xmlns:a16="http://schemas.microsoft.com/office/drawing/2014/main" id="{CC0FFF9E-A525-4DA4-BB48-13103B82934D}"/>
              </a:ext>
            </a:extLst>
          </p:cNvPr>
          <p:cNvSpPr>
            <a:spLocks xmlns:a="http://schemas.openxmlformats.org/drawingml/2006/main" noGrp="1"/>
          </p:cNvSpPr>
          <p:nvPr/>
        </p:nvSpPr>
        <p:spPr>
          <a:xfrm xmlns:a="http://schemas.openxmlformats.org/drawingml/2006/main">
            <a:off x="3067050" y="360997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44" name="amplitude-3-8">
            <a:extLst xmlns:a="http://schemas.openxmlformats.org/drawingml/2006/main">
              <a:ext uri="{FF2B5EF4-FFF2-40B4-BE49-F238E27FC236}">
                <a16:creationId xmlns:a16="http://schemas.microsoft.com/office/drawing/2014/main" id="{2ECD11C8-675A-4D1C-8E60-B0C1AA589505}"/>
              </a:ext>
            </a:extLst>
          </p:cNvPr>
          <p:cNvSpPr>
            <a:spLocks xmlns:a="http://schemas.openxmlformats.org/drawingml/2006/main" noGrp="1"/>
          </p:cNvSpPr>
          <p:nvPr/>
        </p:nvSpPr>
        <p:spPr>
          <a:xfrm xmlns:a="http://schemas.openxmlformats.org/drawingml/2006/main">
            <a:off x="3067050" y="256222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145" name="sample-index-3-0">
            <a:extLst xmlns:a="http://schemas.openxmlformats.org/drawingml/2006/main">
              <a:ext uri="{FF2B5EF4-FFF2-40B4-BE49-F238E27FC236}">
                <a16:creationId xmlns:a16="http://schemas.microsoft.com/office/drawing/2014/main" id="{74E30C23-AD7F-418A-9A46-01E3307D7120}"/>
              </a:ext>
            </a:extLst>
          </p:cNvPr>
          <p:cNvSpPr>
            <a:spLocks xmlns:a="http://schemas.openxmlformats.org/drawingml/2006/main" noGrp="1"/>
          </p:cNvSpPr>
          <p:nvPr/>
        </p:nvSpPr>
        <p:spPr>
          <a:xfrm xmlns:a="http://schemas.openxmlformats.org/drawingml/2006/main">
            <a:off x="33337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46" name="sample-index-3-1">
            <a:extLst xmlns:a="http://schemas.openxmlformats.org/drawingml/2006/main">
              <a:ext uri="{FF2B5EF4-FFF2-40B4-BE49-F238E27FC236}">
                <a16:creationId xmlns:a16="http://schemas.microsoft.com/office/drawing/2014/main" id="{ECC14AC3-6DDA-4379-87CB-2C5B54F680A7}"/>
              </a:ext>
            </a:extLst>
          </p:cNvPr>
          <p:cNvSpPr>
            <a:spLocks xmlns:a="http://schemas.openxmlformats.org/drawingml/2006/main" noGrp="1"/>
          </p:cNvSpPr>
          <p:nvPr/>
        </p:nvSpPr>
        <p:spPr>
          <a:xfrm xmlns:a="http://schemas.openxmlformats.org/drawingml/2006/main">
            <a:off x="41846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7" name="sample-index-3-2">
            <a:extLst xmlns:a="http://schemas.openxmlformats.org/drawingml/2006/main">
              <a:ext uri="{FF2B5EF4-FFF2-40B4-BE49-F238E27FC236}">
                <a16:creationId xmlns:a16="http://schemas.microsoft.com/office/drawing/2014/main" id="{26319FAE-C986-4730-9993-86EFD58C0556}"/>
              </a:ext>
            </a:extLst>
          </p:cNvPr>
          <p:cNvSpPr>
            <a:spLocks xmlns:a="http://schemas.openxmlformats.org/drawingml/2006/main" noGrp="1"/>
          </p:cNvSpPr>
          <p:nvPr/>
        </p:nvSpPr>
        <p:spPr>
          <a:xfrm xmlns:a="http://schemas.openxmlformats.org/drawingml/2006/main">
            <a:off x="50355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148" name="sample-index-3-3">
            <a:extLst xmlns:a="http://schemas.openxmlformats.org/drawingml/2006/main">
              <a:ext uri="{FF2B5EF4-FFF2-40B4-BE49-F238E27FC236}">
                <a16:creationId xmlns:a16="http://schemas.microsoft.com/office/drawing/2014/main" id="{675D4E2A-844D-4EE2-AFC6-FC3240FCA8E8}"/>
              </a:ext>
            </a:extLst>
          </p:cNvPr>
          <p:cNvSpPr>
            <a:spLocks xmlns:a="http://schemas.openxmlformats.org/drawingml/2006/main" noGrp="1"/>
          </p:cNvSpPr>
          <p:nvPr/>
        </p:nvSpPr>
        <p:spPr>
          <a:xfrm xmlns:a="http://schemas.openxmlformats.org/drawingml/2006/main">
            <a:off x="58864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149" name="sample-index-3-4">
            <a:extLst xmlns:a="http://schemas.openxmlformats.org/drawingml/2006/main">
              <a:ext uri="{FF2B5EF4-FFF2-40B4-BE49-F238E27FC236}">
                <a16:creationId xmlns:a16="http://schemas.microsoft.com/office/drawing/2014/main" id="{D8C56739-9A19-4CB3-8FDD-1DC87B5A6D53}"/>
              </a:ext>
            </a:extLst>
          </p:cNvPr>
          <p:cNvSpPr>
            <a:spLocks xmlns:a="http://schemas.openxmlformats.org/drawingml/2006/main" noGrp="1"/>
          </p:cNvSpPr>
          <p:nvPr/>
        </p:nvSpPr>
        <p:spPr>
          <a:xfrm xmlns:a="http://schemas.openxmlformats.org/drawingml/2006/main">
            <a:off x="67373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150" name="sample-index-3-5">
            <a:extLst xmlns:a="http://schemas.openxmlformats.org/drawingml/2006/main">
              <a:ext uri="{FF2B5EF4-FFF2-40B4-BE49-F238E27FC236}">
                <a16:creationId xmlns:a16="http://schemas.microsoft.com/office/drawing/2014/main" id="{34B75319-C446-49D3-915E-AB99CB7D0EC5}"/>
              </a:ext>
            </a:extLst>
          </p:cNvPr>
          <p:cNvSpPr>
            <a:spLocks xmlns:a="http://schemas.openxmlformats.org/drawingml/2006/main" noGrp="1"/>
          </p:cNvSpPr>
          <p:nvPr/>
        </p:nvSpPr>
        <p:spPr>
          <a:xfrm xmlns:a="http://schemas.openxmlformats.org/drawingml/2006/main">
            <a:off x="75882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151" name="sample-index-3-6">
            <a:extLst xmlns:a="http://schemas.openxmlformats.org/drawingml/2006/main">
              <a:ext uri="{FF2B5EF4-FFF2-40B4-BE49-F238E27FC236}">
                <a16:creationId xmlns:a16="http://schemas.microsoft.com/office/drawing/2014/main" id="{C4DF6C1B-4C47-4D3F-A6BF-6B3D8A88C7DB}"/>
              </a:ext>
            </a:extLst>
          </p:cNvPr>
          <p:cNvSpPr>
            <a:spLocks xmlns:a="http://schemas.openxmlformats.org/drawingml/2006/main" noGrp="1"/>
          </p:cNvSpPr>
          <p:nvPr/>
        </p:nvSpPr>
        <p:spPr>
          <a:xfrm xmlns:a="http://schemas.openxmlformats.org/drawingml/2006/main">
            <a:off x="84391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152" name="sample-index-3-7">
            <a:extLst xmlns:a="http://schemas.openxmlformats.org/drawingml/2006/main">
              <a:ext uri="{FF2B5EF4-FFF2-40B4-BE49-F238E27FC236}">
                <a16:creationId xmlns:a16="http://schemas.microsoft.com/office/drawing/2014/main" id="{479F6ABC-B2F4-4EF7-B7AF-902E70CD06EC}"/>
              </a:ext>
            </a:extLst>
          </p:cNvPr>
          <p:cNvSpPr>
            <a:spLocks xmlns:a="http://schemas.openxmlformats.org/drawingml/2006/main" noGrp="1"/>
          </p:cNvSpPr>
          <p:nvPr/>
        </p:nvSpPr>
        <p:spPr>
          <a:xfrm xmlns:a="http://schemas.openxmlformats.org/drawingml/2006/main">
            <a:off x="92900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153" name="sample-index-3-8">
            <a:extLst xmlns:a="http://schemas.openxmlformats.org/drawingml/2006/main">
              <a:ext uri="{FF2B5EF4-FFF2-40B4-BE49-F238E27FC236}">
                <a16:creationId xmlns:a16="http://schemas.microsoft.com/office/drawing/2014/main" id="{A5A2D975-2E93-4381-B425-56F012DDA711}"/>
              </a:ext>
            </a:extLst>
          </p:cNvPr>
          <p:cNvSpPr>
            <a:spLocks xmlns:a="http://schemas.openxmlformats.org/drawingml/2006/main" noGrp="1"/>
          </p:cNvSpPr>
          <p:nvPr/>
        </p:nvSpPr>
        <p:spPr>
          <a:xfrm xmlns:a="http://schemas.openxmlformats.org/drawingml/2006/main">
            <a:off x="101409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154" name="sample-index-3-9">
            <a:extLst xmlns:a="http://schemas.openxmlformats.org/drawingml/2006/main">
              <a:ext uri="{FF2B5EF4-FFF2-40B4-BE49-F238E27FC236}">
                <a16:creationId xmlns:a16="http://schemas.microsoft.com/office/drawing/2014/main" id="{B374D3F9-BAC8-4361-A75C-1C626DD1E51E}"/>
              </a:ext>
            </a:extLst>
          </p:cNvPr>
          <p:cNvSpPr>
            <a:spLocks xmlns:a="http://schemas.openxmlformats.org/drawingml/2006/main" noGrp="1"/>
          </p:cNvSpPr>
          <p:nvPr/>
        </p:nvSpPr>
        <p:spPr>
          <a:xfrm xmlns:a="http://schemas.openxmlformats.org/drawingml/2006/main">
            <a:off x="109918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
        <p:nvSpPr>
          <p:cNvPr id="155" name="bitdepth-4">
            <a:extLst xmlns:a="http://schemas.openxmlformats.org/drawingml/2006/main">
              <a:ext uri="{FF2B5EF4-FFF2-40B4-BE49-F238E27FC236}">
                <a16:creationId xmlns:a16="http://schemas.microsoft.com/office/drawing/2014/main" id="{8FC08AA3-4C06-45ED-BCFD-0986055FBC39}"/>
              </a:ext>
            </a:extLst>
          </p:cNvPr>
          <p:cNvSpPr>
            <a:spLocks xmlns:a="http://schemas.openxmlformats.org/drawingml/2006/main" noGrp="1"/>
          </p:cNvSpPr>
          <p:nvPr/>
        </p:nvSpPr>
        <p:spPr>
          <a:xfrm xmlns:a="http://schemas.openxmlformats.org/drawingml/2006/main">
            <a:off x="609600" y="47053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4bit：16个代表值</a:t>
            </a:r>
          </a:p>
        </p:txBody>
      </p:sp>
      <p:sp>
        <p:nvSpPr>
          <p:cNvPr id="156" name="quant-y-4">
            <a:extLst xmlns:a="http://schemas.openxmlformats.org/drawingml/2006/main">
              <a:ext uri="{FF2B5EF4-FFF2-40B4-BE49-F238E27FC236}">
                <a16:creationId xmlns:a16="http://schemas.microsoft.com/office/drawing/2014/main" id="{AE66F40A-6AFE-458C-8DB4-A0AAB00F7D32}"/>
              </a:ext>
            </a:extLst>
          </p:cNvPr>
          <p:cNvSpPr>
            <a:spLocks xmlns:a="http://schemas.openxmlformats.org/drawingml/2006/main" noGrp="1"/>
          </p:cNvSpPr>
          <p:nvPr/>
        </p:nvSpPr>
        <p:spPr>
          <a:xfrm xmlns:a="http://schemas.openxmlformats.org/drawingml/2006/main">
            <a:off x="3524250" y="4438650"/>
            <a:ext cx="9525" cy="1047750"/>
          </a:xfrm>
          <a:custGeom xmlns:a="http://schemas.openxmlformats.org/drawingml/2006/main">
            <a:pathLst>
              <a:path w="9525" h="1047750">
                <a:moveTo>
                  <a:pt x="0" y="0"/>
                </a:moveTo>
                <a:lnTo>
                  <a:pt x="0" y="1047750"/>
                </a:lnTo>
              </a:path>
            </a:pathLst>
          </a:custGeom>
          <a:noFill xmlns:a="http://schemas.openxmlformats.org/drawingml/2006/main"/>
          <a:ln xmlns:a="http://schemas.openxmlformats.org/drawingml/2006/main" w="11430">
            <a:solidFill>
              <a:srgbClr val="808080"/>
            </a:solidFill>
          </a:ln>
        </p:spPr>
      </p:sp>
      <p:sp>
        <p:nvSpPr>
          <p:cNvPr id="157" name="quant-x-4">
            <a:extLst xmlns:a="http://schemas.openxmlformats.org/drawingml/2006/main">
              <a:ext uri="{FF2B5EF4-FFF2-40B4-BE49-F238E27FC236}">
                <a16:creationId xmlns:a16="http://schemas.microsoft.com/office/drawing/2014/main" id="{7DDC127F-441A-4F9F-9E84-CFE768250BD5}"/>
              </a:ext>
            </a:extLst>
          </p:cNvPr>
          <p:cNvSpPr>
            <a:spLocks xmlns:a="http://schemas.openxmlformats.org/drawingml/2006/main" noGrp="1"/>
          </p:cNvSpPr>
          <p:nvPr/>
        </p:nvSpPr>
        <p:spPr>
          <a:xfrm xmlns:a="http://schemas.openxmlformats.org/drawingml/2006/main">
            <a:off x="3524250" y="548640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11430">
            <a:solidFill>
              <a:srgbClr val="808080"/>
            </a:solidFill>
          </a:ln>
        </p:spPr>
      </p:sp>
      <p:sp>
        <p:nvSpPr>
          <p:cNvPr id="158" name="rep-grid-4-0">
            <a:extLst xmlns:a="http://schemas.openxmlformats.org/drawingml/2006/main">
              <a:ext uri="{FF2B5EF4-FFF2-40B4-BE49-F238E27FC236}">
                <a16:creationId xmlns:a16="http://schemas.microsoft.com/office/drawing/2014/main" id="{459A103B-4F29-4EC5-890B-9E4A0758AFFB}"/>
              </a:ext>
            </a:extLst>
          </p:cNvPr>
          <p:cNvSpPr>
            <a:spLocks xmlns:a="http://schemas.openxmlformats.org/drawingml/2006/main" noGrp="1"/>
          </p:cNvSpPr>
          <p:nvPr/>
        </p:nvSpPr>
        <p:spPr>
          <a:xfrm xmlns:a="http://schemas.openxmlformats.org/drawingml/2006/main">
            <a:off x="3524250" y="5453658"/>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59" name="rep-grid-4-1">
            <a:extLst xmlns:a="http://schemas.openxmlformats.org/drawingml/2006/main">
              <a:ext uri="{FF2B5EF4-FFF2-40B4-BE49-F238E27FC236}">
                <a16:creationId xmlns:a16="http://schemas.microsoft.com/office/drawing/2014/main" id="{DC0F86A8-6FA9-4DBF-8BF2-79810A43C625}"/>
              </a:ext>
            </a:extLst>
          </p:cNvPr>
          <p:cNvSpPr>
            <a:spLocks xmlns:a="http://schemas.openxmlformats.org/drawingml/2006/main" noGrp="1"/>
          </p:cNvSpPr>
          <p:nvPr/>
        </p:nvSpPr>
        <p:spPr>
          <a:xfrm xmlns:a="http://schemas.openxmlformats.org/drawingml/2006/main">
            <a:off x="3524250" y="5388173"/>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0" name="rep-grid-4-2">
            <a:extLst xmlns:a="http://schemas.openxmlformats.org/drawingml/2006/main">
              <a:ext uri="{FF2B5EF4-FFF2-40B4-BE49-F238E27FC236}">
                <a16:creationId xmlns:a16="http://schemas.microsoft.com/office/drawing/2014/main" id="{34F4F7A5-6088-4F77-93EE-2567B7675768}"/>
              </a:ext>
            </a:extLst>
          </p:cNvPr>
          <p:cNvSpPr>
            <a:spLocks xmlns:a="http://schemas.openxmlformats.org/drawingml/2006/main" noGrp="1"/>
          </p:cNvSpPr>
          <p:nvPr/>
        </p:nvSpPr>
        <p:spPr>
          <a:xfrm xmlns:a="http://schemas.openxmlformats.org/drawingml/2006/main">
            <a:off x="3524250" y="5322689"/>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1" name="rep-grid-4-3">
            <a:extLst xmlns:a="http://schemas.openxmlformats.org/drawingml/2006/main">
              <a:ext uri="{FF2B5EF4-FFF2-40B4-BE49-F238E27FC236}">
                <a16:creationId xmlns:a16="http://schemas.microsoft.com/office/drawing/2014/main" id="{8D480A33-D30E-4243-87BE-A698495237C8}"/>
              </a:ext>
            </a:extLst>
          </p:cNvPr>
          <p:cNvSpPr>
            <a:spLocks xmlns:a="http://schemas.openxmlformats.org/drawingml/2006/main" noGrp="1"/>
          </p:cNvSpPr>
          <p:nvPr/>
        </p:nvSpPr>
        <p:spPr>
          <a:xfrm xmlns:a="http://schemas.openxmlformats.org/drawingml/2006/main">
            <a:off x="3524250" y="5257205"/>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2" name="rep-grid-4-4">
            <a:extLst xmlns:a="http://schemas.openxmlformats.org/drawingml/2006/main">
              <a:ext uri="{FF2B5EF4-FFF2-40B4-BE49-F238E27FC236}">
                <a16:creationId xmlns:a16="http://schemas.microsoft.com/office/drawing/2014/main" id="{E1042F3C-1BF9-4EB1-96FF-5682D12527DE}"/>
              </a:ext>
            </a:extLst>
          </p:cNvPr>
          <p:cNvSpPr>
            <a:spLocks xmlns:a="http://schemas.openxmlformats.org/drawingml/2006/main" noGrp="1"/>
          </p:cNvSpPr>
          <p:nvPr/>
        </p:nvSpPr>
        <p:spPr>
          <a:xfrm xmlns:a="http://schemas.openxmlformats.org/drawingml/2006/main">
            <a:off x="3524250" y="519172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3" name="rep-grid-4-5">
            <a:extLst xmlns:a="http://schemas.openxmlformats.org/drawingml/2006/main">
              <a:ext uri="{FF2B5EF4-FFF2-40B4-BE49-F238E27FC236}">
                <a16:creationId xmlns:a16="http://schemas.microsoft.com/office/drawing/2014/main" id="{11BFDC09-BC2A-4F9B-B626-F9AC71BBA09C}"/>
              </a:ext>
            </a:extLst>
          </p:cNvPr>
          <p:cNvSpPr>
            <a:spLocks xmlns:a="http://schemas.openxmlformats.org/drawingml/2006/main" noGrp="1"/>
          </p:cNvSpPr>
          <p:nvPr/>
        </p:nvSpPr>
        <p:spPr>
          <a:xfrm xmlns:a="http://schemas.openxmlformats.org/drawingml/2006/main">
            <a:off x="3524250" y="5126236"/>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4" name="rep-grid-4-6">
            <a:extLst xmlns:a="http://schemas.openxmlformats.org/drawingml/2006/main">
              <a:ext uri="{FF2B5EF4-FFF2-40B4-BE49-F238E27FC236}">
                <a16:creationId xmlns:a16="http://schemas.microsoft.com/office/drawing/2014/main" id="{CBA280EA-0A65-44E2-B708-C9B0C854CFD9}"/>
              </a:ext>
            </a:extLst>
          </p:cNvPr>
          <p:cNvSpPr>
            <a:spLocks xmlns:a="http://schemas.openxmlformats.org/drawingml/2006/main" noGrp="1"/>
          </p:cNvSpPr>
          <p:nvPr/>
        </p:nvSpPr>
        <p:spPr>
          <a:xfrm xmlns:a="http://schemas.openxmlformats.org/drawingml/2006/main">
            <a:off x="3524250" y="5060752"/>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5" name="rep-grid-4-7">
            <a:extLst xmlns:a="http://schemas.openxmlformats.org/drawingml/2006/main">
              <a:ext uri="{FF2B5EF4-FFF2-40B4-BE49-F238E27FC236}">
                <a16:creationId xmlns:a16="http://schemas.microsoft.com/office/drawing/2014/main" id="{150771BF-2733-4089-AB3C-B91D8DADA558}"/>
              </a:ext>
            </a:extLst>
          </p:cNvPr>
          <p:cNvSpPr>
            <a:spLocks xmlns:a="http://schemas.openxmlformats.org/drawingml/2006/main" noGrp="1"/>
          </p:cNvSpPr>
          <p:nvPr/>
        </p:nvSpPr>
        <p:spPr>
          <a:xfrm xmlns:a="http://schemas.openxmlformats.org/drawingml/2006/main">
            <a:off x="3524250" y="4995267"/>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6" name="rep-grid-4-8">
            <a:extLst xmlns:a="http://schemas.openxmlformats.org/drawingml/2006/main">
              <a:ext uri="{FF2B5EF4-FFF2-40B4-BE49-F238E27FC236}">
                <a16:creationId xmlns:a16="http://schemas.microsoft.com/office/drawing/2014/main" id="{4F2069BC-6227-45BC-B767-08FA0031798A}"/>
              </a:ext>
            </a:extLst>
          </p:cNvPr>
          <p:cNvSpPr>
            <a:spLocks xmlns:a="http://schemas.openxmlformats.org/drawingml/2006/main" noGrp="1"/>
          </p:cNvSpPr>
          <p:nvPr/>
        </p:nvSpPr>
        <p:spPr>
          <a:xfrm xmlns:a="http://schemas.openxmlformats.org/drawingml/2006/main">
            <a:off x="3524250" y="4929783"/>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7" name="rep-grid-4-9">
            <a:extLst xmlns:a="http://schemas.openxmlformats.org/drawingml/2006/main">
              <a:ext uri="{FF2B5EF4-FFF2-40B4-BE49-F238E27FC236}">
                <a16:creationId xmlns:a16="http://schemas.microsoft.com/office/drawing/2014/main" id="{9BF971A7-9952-4454-AFCF-8F8E7DC06370}"/>
              </a:ext>
            </a:extLst>
          </p:cNvPr>
          <p:cNvSpPr>
            <a:spLocks xmlns:a="http://schemas.openxmlformats.org/drawingml/2006/main" noGrp="1"/>
          </p:cNvSpPr>
          <p:nvPr/>
        </p:nvSpPr>
        <p:spPr>
          <a:xfrm xmlns:a="http://schemas.openxmlformats.org/drawingml/2006/main">
            <a:off x="3524250" y="4864298"/>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8" name="rep-grid-4-10">
            <a:extLst xmlns:a="http://schemas.openxmlformats.org/drawingml/2006/main">
              <a:ext uri="{FF2B5EF4-FFF2-40B4-BE49-F238E27FC236}">
                <a16:creationId xmlns:a16="http://schemas.microsoft.com/office/drawing/2014/main" id="{FC46FDB5-4FE6-4F65-9328-549959CF4715}"/>
              </a:ext>
            </a:extLst>
          </p:cNvPr>
          <p:cNvSpPr>
            <a:spLocks xmlns:a="http://schemas.openxmlformats.org/drawingml/2006/main" noGrp="1"/>
          </p:cNvSpPr>
          <p:nvPr/>
        </p:nvSpPr>
        <p:spPr>
          <a:xfrm xmlns:a="http://schemas.openxmlformats.org/drawingml/2006/main">
            <a:off x="3524250" y="4798814"/>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9" name="rep-grid-4-11">
            <a:extLst xmlns:a="http://schemas.openxmlformats.org/drawingml/2006/main">
              <a:ext uri="{FF2B5EF4-FFF2-40B4-BE49-F238E27FC236}">
                <a16:creationId xmlns:a16="http://schemas.microsoft.com/office/drawing/2014/main" id="{7E76CC75-1035-418D-996B-53815688083A}"/>
              </a:ext>
            </a:extLst>
          </p:cNvPr>
          <p:cNvSpPr>
            <a:spLocks xmlns:a="http://schemas.openxmlformats.org/drawingml/2006/main" noGrp="1"/>
          </p:cNvSpPr>
          <p:nvPr/>
        </p:nvSpPr>
        <p:spPr>
          <a:xfrm xmlns:a="http://schemas.openxmlformats.org/drawingml/2006/main">
            <a:off x="3524250" y="473333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70" name="rep-grid-4-12">
            <a:extLst xmlns:a="http://schemas.openxmlformats.org/drawingml/2006/main">
              <a:ext uri="{FF2B5EF4-FFF2-40B4-BE49-F238E27FC236}">
                <a16:creationId xmlns:a16="http://schemas.microsoft.com/office/drawing/2014/main" id="{9BC93D6D-D666-44E8-AD27-0621242C1964}"/>
              </a:ext>
            </a:extLst>
          </p:cNvPr>
          <p:cNvSpPr>
            <a:spLocks xmlns:a="http://schemas.openxmlformats.org/drawingml/2006/main" noGrp="1"/>
          </p:cNvSpPr>
          <p:nvPr/>
        </p:nvSpPr>
        <p:spPr>
          <a:xfrm xmlns:a="http://schemas.openxmlformats.org/drawingml/2006/main">
            <a:off x="3524250" y="4667845"/>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71" name="rep-grid-4-13">
            <a:extLst xmlns:a="http://schemas.openxmlformats.org/drawingml/2006/main">
              <a:ext uri="{FF2B5EF4-FFF2-40B4-BE49-F238E27FC236}">
                <a16:creationId xmlns:a16="http://schemas.microsoft.com/office/drawing/2014/main" id="{D63A3C02-6B91-42EF-B4E4-A256634C6696}"/>
              </a:ext>
            </a:extLst>
          </p:cNvPr>
          <p:cNvSpPr>
            <a:spLocks xmlns:a="http://schemas.openxmlformats.org/drawingml/2006/main" noGrp="1"/>
          </p:cNvSpPr>
          <p:nvPr/>
        </p:nvSpPr>
        <p:spPr>
          <a:xfrm xmlns:a="http://schemas.openxmlformats.org/drawingml/2006/main">
            <a:off x="3524250" y="4602361"/>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72" name="rep-grid-4-14">
            <a:extLst xmlns:a="http://schemas.openxmlformats.org/drawingml/2006/main">
              <a:ext uri="{FF2B5EF4-FFF2-40B4-BE49-F238E27FC236}">
                <a16:creationId xmlns:a16="http://schemas.microsoft.com/office/drawing/2014/main" id="{AD9AED7F-37E5-4EDD-958F-6DAE3C4E1AA6}"/>
              </a:ext>
            </a:extLst>
          </p:cNvPr>
          <p:cNvSpPr>
            <a:spLocks xmlns:a="http://schemas.openxmlformats.org/drawingml/2006/main" noGrp="1"/>
          </p:cNvSpPr>
          <p:nvPr/>
        </p:nvSpPr>
        <p:spPr>
          <a:xfrm xmlns:a="http://schemas.openxmlformats.org/drawingml/2006/main">
            <a:off x="3524250" y="4536877"/>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73" name="rep-grid-4-15">
            <a:extLst xmlns:a="http://schemas.openxmlformats.org/drawingml/2006/main">
              <a:ext uri="{FF2B5EF4-FFF2-40B4-BE49-F238E27FC236}">
                <a16:creationId xmlns:a16="http://schemas.microsoft.com/office/drawing/2014/main" id="{0D5E27B4-4326-465C-9073-A1B9C66A7854}"/>
              </a:ext>
            </a:extLst>
          </p:cNvPr>
          <p:cNvSpPr>
            <a:spLocks xmlns:a="http://schemas.openxmlformats.org/drawingml/2006/main" noGrp="1"/>
          </p:cNvSpPr>
          <p:nvPr/>
        </p:nvSpPr>
        <p:spPr>
          <a:xfrm xmlns:a="http://schemas.openxmlformats.org/drawingml/2006/main">
            <a:off x="3524250" y="4471392"/>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74" name="error-4-0">
            <a:extLst xmlns:a="http://schemas.openxmlformats.org/drawingml/2006/main">
              <a:ext uri="{FF2B5EF4-FFF2-40B4-BE49-F238E27FC236}">
                <a16:creationId xmlns:a16="http://schemas.microsoft.com/office/drawing/2014/main" id="{36B73033-E3FC-45A9-AD0C-956DB9761F84}"/>
              </a:ext>
            </a:extLst>
          </p:cNvPr>
          <p:cNvSpPr>
            <a:spLocks xmlns:a="http://schemas.openxmlformats.org/drawingml/2006/main" noGrp="1"/>
          </p:cNvSpPr>
          <p:nvPr/>
        </p:nvSpPr>
        <p:spPr>
          <a:xfrm xmlns:a="http://schemas.openxmlformats.org/drawingml/2006/main">
            <a:off x="3524250" y="4995267"/>
            <a:ext cx="9525" cy="9525"/>
          </a:xfrm>
          <a:custGeom xmlns:a="http://schemas.openxmlformats.org/drawingml/2006/main">
            <a:pathLst>
              <a:path w="9525" h="9525">
                <a:moveTo>
                  <a:pt x="0" y="5239"/>
                </a:moveTo>
                <a:lnTo>
                  <a:pt x="0" y="0"/>
                </a:lnTo>
              </a:path>
            </a:pathLst>
          </a:custGeom>
          <a:noFill xmlns:a="http://schemas.openxmlformats.org/drawingml/2006/main"/>
          <a:ln xmlns:a="http://schemas.openxmlformats.org/drawingml/2006/main" w="9525">
            <a:solidFill>
              <a:srgbClr val="808080"/>
            </a:solidFill>
          </a:ln>
        </p:spPr>
      </p:sp>
      <p:sp>
        <p:nvSpPr>
          <p:cNvPr id="175" name="raw-4-0">
            <a:extLst xmlns:a="http://schemas.openxmlformats.org/drawingml/2006/main">
              <a:ext uri="{FF2B5EF4-FFF2-40B4-BE49-F238E27FC236}">
                <a16:creationId xmlns:a16="http://schemas.microsoft.com/office/drawing/2014/main" id="{5AF327A1-0C3E-4118-A2D0-0A61CCD5568F}"/>
              </a:ext>
            </a:extLst>
          </p:cNvPr>
          <p:cNvSpPr>
            <a:spLocks xmlns:a="http://schemas.openxmlformats.org/drawingml/2006/main" noGrp="1"/>
          </p:cNvSpPr>
          <p:nvPr/>
        </p:nvSpPr>
        <p:spPr>
          <a:xfrm xmlns:a="http://schemas.openxmlformats.org/drawingml/2006/main">
            <a:off x="3476625" y="4952881"/>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76" name="quantized-4-0">
            <a:extLst xmlns:a="http://schemas.openxmlformats.org/drawingml/2006/main">
              <a:ext uri="{FF2B5EF4-FFF2-40B4-BE49-F238E27FC236}">
                <a16:creationId xmlns:a16="http://schemas.microsoft.com/office/drawing/2014/main" id="{07438708-3839-44FC-A0DF-AA6AC28DB8BF}"/>
              </a:ext>
            </a:extLst>
          </p:cNvPr>
          <p:cNvSpPr>
            <a:spLocks xmlns:a="http://schemas.openxmlformats.org/drawingml/2006/main" noGrp="1"/>
          </p:cNvSpPr>
          <p:nvPr/>
        </p:nvSpPr>
        <p:spPr>
          <a:xfrm xmlns:a="http://schemas.openxmlformats.org/drawingml/2006/main">
            <a:off x="3486150" y="4957167"/>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77" name="error-4-1">
            <a:extLst xmlns:a="http://schemas.openxmlformats.org/drawingml/2006/main">
              <a:ext uri="{FF2B5EF4-FFF2-40B4-BE49-F238E27FC236}">
                <a16:creationId xmlns:a16="http://schemas.microsoft.com/office/drawing/2014/main" id="{F64EB489-6C63-4455-B225-7233801FB7F8}"/>
              </a:ext>
            </a:extLst>
          </p:cNvPr>
          <p:cNvSpPr>
            <a:spLocks xmlns:a="http://schemas.openxmlformats.org/drawingml/2006/main" noGrp="1"/>
          </p:cNvSpPr>
          <p:nvPr/>
        </p:nvSpPr>
        <p:spPr>
          <a:xfrm xmlns:a="http://schemas.openxmlformats.org/drawingml/2006/main">
            <a:off x="4375150" y="4798814"/>
            <a:ext cx="9525" cy="9525"/>
          </a:xfrm>
          <a:custGeom xmlns:a="http://schemas.openxmlformats.org/drawingml/2006/main">
            <a:pathLst>
              <a:path w="9525" h="9525">
                <a:moveTo>
                  <a:pt x="0" y="6548"/>
                </a:moveTo>
                <a:lnTo>
                  <a:pt x="0" y="0"/>
                </a:lnTo>
              </a:path>
            </a:pathLst>
          </a:custGeom>
          <a:noFill xmlns:a="http://schemas.openxmlformats.org/drawingml/2006/main"/>
          <a:ln xmlns:a="http://schemas.openxmlformats.org/drawingml/2006/main" w="9525">
            <a:solidFill>
              <a:srgbClr val="808080"/>
            </a:solidFill>
          </a:ln>
        </p:spPr>
      </p:sp>
      <p:sp>
        <p:nvSpPr>
          <p:cNvPr id="178" name="raw-4-1">
            <a:extLst xmlns:a="http://schemas.openxmlformats.org/drawingml/2006/main">
              <a:ext uri="{FF2B5EF4-FFF2-40B4-BE49-F238E27FC236}">
                <a16:creationId xmlns:a16="http://schemas.microsoft.com/office/drawing/2014/main" id="{C137B23E-C1D6-4ABC-9C78-47D7704DFCF3}"/>
              </a:ext>
            </a:extLst>
          </p:cNvPr>
          <p:cNvSpPr>
            <a:spLocks xmlns:a="http://schemas.openxmlformats.org/drawingml/2006/main" noGrp="1"/>
          </p:cNvSpPr>
          <p:nvPr/>
        </p:nvSpPr>
        <p:spPr>
          <a:xfrm xmlns:a="http://schemas.openxmlformats.org/drawingml/2006/main">
            <a:off x="4327525" y="4757738"/>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79" name="quantized-4-1">
            <a:extLst xmlns:a="http://schemas.openxmlformats.org/drawingml/2006/main">
              <a:ext uri="{FF2B5EF4-FFF2-40B4-BE49-F238E27FC236}">
                <a16:creationId xmlns:a16="http://schemas.microsoft.com/office/drawing/2014/main" id="{F64C64DB-07C7-48AA-8FA8-316AA7DC05C0}"/>
              </a:ext>
            </a:extLst>
          </p:cNvPr>
          <p:cNvSpPr>
            <a:spLocks xmlns:a="http://schemas.openxmlformats.org/drawingml/2006/main" noGrp="1"/>
          </p:cNvSpPr>
          <p:nvPr/>
        </p:nvSpPr>
        <p:spPr>
          <a:xfrm xmlns:a="http://schemas.openxmlformats.org/drawingml/2006/main">
            <a:off x="4337050" y="4760714"/>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80" name="error-4-2">
            <a:extLst xmlns:a="http://schemas.openxmlformats.org/drawingml/2006/main">
              <a:ext uri="{FF2B5EF4-FFF2-40B4-BE49-F238E27FC236}">
                <a16:creationId xmlns:a16="http://schemas.microsoft.com/office/drawing/2014/main" id="{2DF91B1C-8B43-439A-9057-E7819296E236}"/>
              </a:ext>
            </a:extLst>
          </p:cNvPr>
          <p:cNvSpPr>
            <a:spLocks xmlns:a="http://schemas.openxmlformats.org/drawingml/2006/main" noGrp="1"/>
          </p:cNvSpPr>
          <p:nvPr/>
        </p:nvSpPr>
        <p:spPr>
          <a:xfrm xmlns:a="http://schemas.openxmlformats.org/drawingml/2006/main">
            <a:off x="5226050" y="4536877"/>
            <a:ext cx="9525" cy="19645"/>
          </a:xfrm>
          <a:custGeom xmlns:a="http://schemas.openxmlformats.org/drawingml/2006/main">
            <a:pathLst>
              <a:path w="9525" h="19645">
                <a:moveTo>
                  <a:pt x="0" y="19645"/>
                </a:moveTo>
                <a:lnTo>
                  <a:pt x="0" y="0"/>
                </a:lnTo>
              </a:path>
            </a:pathLst>
          </a:custGeom>
          <a:noFill xmlns:a="http://schemas.openxmlformats.org/drawingml/2006/main"/>
          <a:ln xmlns:a="http://schemas.openxmlformats.org/drawingml/2006/main" w="9525">
            <a:solidFill>
              <a:srgbClr val="808080"/>
            </a:solidFill>
          </a:ln>
        </p:spPr>
      </p:sp>
      <p:sp>
        <p:nvSpPr>
          <p:cNvPr id="181" name="raw-4-2">
            <a:extLst xmlns:a="http://schemas.openxmlformats.org/drawingml/2006/main">
              <a:ext uri="{FF2B5EF4-FFF2-40B4-BE49-F238E27FC236}">
                <a16:creationId xmlns:a16="http://schemas.microsoft.com/office/drawing/2014/main" id="{1194CAFA-2F54-4CFC-8CA9-A4FA4A291F98}"/>
              </a:ext>
            </a:extLst>
          </p:cNvPr>
          <p:cNvSpPr>
            <a:spLocks xmlns:a="http://schemas.openxmlformats.org/drawingml/2006/main" noGrp="1"/>
          </p:cNvSpPr>
          <p:nvPr/>
        </p:nvSpPr>
        <p:spPr>
          <a:xfrm xmlns:a="http://schemas.openxmlformats.org/drawingml/2006/main">
            <a:off x="5178425" y="4508897"/>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82" name="quantized-4-2">
            <a:extLst xmlns:a="http://schemas.openxmlformats.org/drawingml/2006/main">
              <a:ext uri="{FF2B5EF4-FFF2-40B4-BE49-F238E27FC236}">
                <a16:creationId xmlns:a16="http://schemas.microsoft.com/office/drawing/2014/main" id="{395D9108-AD32-4EB2-8AFA-E480635BC48E}"/>
              </a:ext>
            </a:extLst>
          </p:cNvPr>
          <p:cNvSpPr>
            <a:spLocks xmlns:a="http://schemas.openxmlformats.org/drawingml/2006/main" noGrp="1"/>
          </p:cNvSpPr>
          <p:nvPr/>
        </p:nvSpPr>
        <p:spPr>
          <a:xfrm xmlns:a="http://schemas.openxmlformats.org/drawingml/2006/main">
            <a:off x="5187950" y="4498777"/>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83" name="error-4-3">
            <a:extLst xmlns:a="http://schemas.openxmlformats.org/drawingml/2006/main">
              <a:ext uri="{FF2B5EF4-FFF2-40B4-BE49-F238E27FC236}">
                <a16:creationId xmlns:a16="http://schemas.microsoft.com/office/drawing/2014/main" id="{44E9C9DF-1AAC-4DC5-B240-7A5ADF815211}"/>
              </a:ext>
            </a:extLst>
          </p:cNvPr>
          <p:cNvSpPr>
            <a:spLocks xmlns:a="http://schemas.openxmlformats.org/drawingml/2006/main" noGrp="1"/>
          </p:cNvSpPr>
          <p:nvPr/>
        </p:nvSpPr>
        <p:spPr>
          <a:xfrm xmlns:a="http://schemas.openxmlformats.org/drawingml/2006/main">
            <a:off x="6076950" y="4648200"/>
            <a:ext cx="9525" cy="19645"/>
          </a:xfrm>
          <a:custGeom xmlns:a="http://schemas.openxmlformats.org/drawingml/2006/main">
            <a:pathLst>
              <a:path w="9525" h="19645">
                <a:moveTo>
                  <a:pt x="0" y="0"/>
                </a:moveTo>
                <a:lnTo>
                  <a:pt x="0" y="19645"/>
                </a:lnTo>
              </a:path>
            </a:pathLst>
          </a:custGeom>
          <a:noFill xmlns:a="http://schemas.openxmlformats.org/drawingml/2006/main"/>
          <a:ln xmlns:a="http://schemas.openxmlformats.org/drawingml/2006/main" w="9525">
            <a:solidFill>
              <a:srgbClr val="808080"/>
            </a:solidFill>
          </a:ln>
        </p:spPr>
      </p:sp>
      <p:sp>
        <p:nvSpPr>
          <p:cNvPr id="184" name="raw-4-3">
            <a:extLst xmlns:a="http://schemas.openxmlformats.org/drawingml/2006/main">
              <a:ext uri="{FF2B5EF4-FFF2-40B4-BE49-F238E27FC236}">
                <a16:creationId xmlns:a16="http://schemas.microsoft.com/office/drawing/2014/main" id="{1B5ED9E8-4A87-4686-BF1A-19019546084F}"/>
              </a:ext>
            </a:extLst>
          </p:cNvPr>
          <p:cNvSpPr>
            <a:spLocks xmlns:a="http://schemas.openxmlformats.org/drawingml/2006/main" noGrp="1"/>
          </p:cNvSpPr>
          <p:nvPr/>
        </p:nvSpPr>
        <p:spPr>
          <a:xfrm xmlns:a="http://schemas.openxmlformats.org/drawingml/2006/main">
            <a:off x="6029325" y="46005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85" name="quantized-4-3">
            <a:extLst xmlns:a="http://schemas.openxmlformats.org/drawingml/2006/main">
              <a:ext uri="{FF2B5EF4-FFF2-40B4-BE49-F238E27FC236}">
                <a16:creationId xmlns:a16="http://schemas.microsoft.com/office/drawing/2014/main" id="{81019E0B-7B38-44D0-9308-1B9A82D68548}"/>
              </a:ext>
            </a:extLst>
          </p:cNvPr>
          <p:cNvSpPr>
            <a:spLocks xmlns:a="http://schemas.openxmlformats.org/drawingml/2006/main" noGrp="1"/>
          </p:cNvSpPr>
          <p:nvPr/>
        </p:nvSpPr>
        <p:spPr>
          <a:xfrm xmlns:a="http://schemas.openxmlformats.org/drawingml/2006/main">
            <a:off x="6038850" y="4629745"/>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86" name="error-4-4">
            <a:extLst xmlns:a="http://schemas.openxmlformats.org/drawingml/2006/main">
              <a:ext uri="{FF2B5EF4-FFF2-40B4-BE49-F238E27FC236}">
                <a16:creationId xmlns:a16="http://schemas.microsoft.com/office/drawing/2014/main" id="{CF6DD6FC-43E9-4B15-A0BA-F7FADE2BD2AB}"/>
              </a:ext>
            </a:extLst>
          </p:cNvPr>
          <p:cNvSpPr>
            <a:spLocks xmlns:a="http://schemas.openxmlformats.org/drawingml/2006/main" noGrp="1"/>
          </p:cNvSpPr>
          <p:nvPr/>
        </p:nvSpPr>
        <p:spPr>
          <a:xfrm xmlns:a="http://schemas.openxmlformats.org/drawingml/2006/main">
            <a:off x="6927850" y="4929783"/>
            <a:ext cx="9525" cy="13097"/>
          </a:xfrm>
          <a:custGeom xmlns:a="http://schemas.openxmlformats.org/drawingml/2006/main">
            <a:pathLst>
              <a:path w="9525" h="13097">
                <a:moveTo>
                  <a:pt x="0" y="13097"/>
                </a:moveTo>
                <a:lnTo>
                  <a:pt x="0" y="0"/>
                </a:lnTo>
              </a:path>
            </a:pathLst>
          </a:custGeom>
          <a:noFill xmlns:a="http://schemas.openxmlformats.org/drawingml/2006/main"/>
          <a:ln xmlns:a="http://schemas.openxmlformats.org/drawingml/2006/main" w="9525">
            <a:solidFill>
              <a:srgbClr val="808080"/>
            </a:solidFill>
          </a:ln>
        </p:spPr>
      </p:sp>
      <p:sp>
        <p:nvSpPr>
          <p:cNvPr id="187" name="raw-4-4">
            <a:extLst xmlns:a="http://schemas.openxmlformats.org/drawingml/2006/main">
              <a:ext uri="{FF2B5EF4-FFF2-40B4-BE49-F238E27FC236}">
                <a16:creationId xmlns:a16="http://schemas.microsoft.com/office/drawing/2014/main" id="{FCCD9003-0A3E-4D33-B76E-EAEED187F2CB}"/>
              </a:ext>
            </a:extLst>
          </p:cNvPr>
          <p:cNvSpPr>
            <a:spLocks xmlns:a="http://schemas.openxmlformats.org/drawingml/2006/main" noGrp="1"/>
          </p:cNvSpPr>
          <p:nvPr/>
        </p:nvSpPr>
        <p:spPr>
          <a:xfrm xmlns:a="http://schemas.openxmlformats.org/drawingml/2006/main">
            <a:off x="6880225" y="489525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88" name="quantized-4-4">
            <a:extLst xmlns:a="http://schemas.openxmlformats.org/drawingml/2006/main">
              <a:ext uri="{FF2B5EF4-FFF2-40B4-BE49-F238E27FC236}">
                <a16:creationId xmlns:a16="http://schemas.microsoft.com/office/drawing/2014/main" id="{9CB444E2-EE80-414E-894A-B6DA619E5653}"/>
              </a:ext>
            </a:extLst>
          </p:cNvPr>
          <p:cNvSpPr>
            <a:spLocks xmlns:a="http://schemas.openxmlformats.org/drawingml/2006/main" noGrp="1"/>
          </p:cNvSpPr>
          <p:nvPr/>
        </p:nvSpPr>
        <p:spPr>
          <a:xfrm xmlns:a="http://schemas.openxmlformats.org/drawingml/2006/main">
            <a:off x="6889750" y="4891683"/>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89" name="error-4-5">
            <a:extLst xmlns:a="http://schemas.openxmlformats.org/drawingml/2006/main">
              <a:ext uri="{FF2B5EF4-FFF2-40B4-BE49-F238E27FC236}">
                <a16:creationId xmlns:a16="http://schemas.microsoft.com/office/drawing/2014/main" id="{3EB38954-F85B-48D9-9D38-2978796CB670}"/>
              </a:ext>
            </a:extLst>
          </p:cNvPr>
          <p:cNvSpPr>
            <a:spLocks xmlns:a="http://schemas.openxmlformats.org/drawingml/2006/main" noGrp="1"/>
          </p:cNvSpPr>
          <p:nvPr/>
        </p:nvSpPr>
        <p:spPr>
          <a:xfrm xmlns:a="http://schemas.openxmlformats.org/drawingml/2006/main">
            <a:off x="7778750" y="5185172"/>
            <a:ext cx="9525" cy="9525"/>
          </a:xfrm>
          <a:custGeom xmlns:a="http://schemas.openxmlformats.org/drawingml/2006/main">
            <a:pathLst>
              <a:path w="9525" h="9525">
                <a:moveTo>
                  <a:pt x="0" y="0"/>
                </a:moveTo>
                <a:lnTo>
                  <a:pt x="0" y="6548"/>
                </a:lnTo>
              </a:path>
            </a:pathLst>
          </a:custGeom>
          <a:noFill xmlns:a="http://schemas.openxmlformats.org/drawingml/2006/main"/>
          <a:ln xmlns:a="http://schemas.openxmlformats.org/drawingml/2006/main" w="9525">
            <a:solidFill>
              <a:srgbClr val="808080"/>
            </a:solidFill>
          </a:ln>
        </p:spPr>
      </p:sp>
      <p:sp>
        <p:nvSpPr>
          <p:cNvPr id="190" name="raw-4-5">
            <a:extLst xmlns:a="http://schemas.openxmlformats.org/drawingml/2006/main">
              <a:ext uri="{FF2B5EF4-FFF2-40B4-BE49-F238E27FC236}">
                <a16:creationId xmlns:a16="http://schemas.microsoft.com/office/drawing/2014/main" id="{F7824358-BBFB-4715-8B96-A1662A1F5225}"/>
              </a:ext>
            </a:extLst>
          </p:cNvPr>
          <p:cNvSpPr>
            <a:spLocks xmlns:a="http://schemas.openxmlformats.org/drawingml/2006/main" noGrp="1"/>
          </p:cNvSpPr>
          <p:nvPr/>
        </p:nvSpPr>
        <p:spPr>
          <a:xfrm xmlns:a="http://schemas.openxmlformats.org/drawingml/2006/main">
            <a:off x="7731125" y="5137547"/>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91" name="quantized-4-5">
            <a:extLst xmlns:a="http://schemas.openxmlformats.org/drawingml/2006/main">
              <a:ext uri="{FF2B5EF4-FFF2-40B4-BE49-F238E27FC236}">
                <a16:creationId xmlns:a16="http://schemas.microsoft.com/office/drawing/2014/main" id="{37849357-1B05-41D6-B5C0-3DE52A608830}"/>
              </a:ext>
            </a:extLst>
          </p:cNvPr>
          <p:cNvSpPr>
            <a:spLocks xmlns:a="http://schemas.openxmlformats.org/drawingml/2006/main" noGrp="1"/>
          </p:cNvSpPr>
          <p:nvPr/>
        </p:nvSpPr>
        <p:spPr>
          <a:xfrm xmlns:a="http://schemas.openxmlformats.org/drawingml/2006/main">
            <a:off x="7740650" y="5153620"/>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92" name="error-4-6">
            <a:extLst xmlns:a="http://schemas.openxmlformats.org/drawingml/2006/main">
              <a:ext uri="{FF2B5EF4-FFF2-40B4-BE49-F238E27FC236}">
                <a16:creationId xmlns:a16="http://schemas.microsoft.com/office/drawing/2014/main" id="{F5B5C35F-34B3-4306-87B5-A22903DB1936}"/>
              </a:ext>
            </a:extLst>
          </p:cNvPr>
          <p:cNvSpPr>
            <a:spLocks xmlns:a="http://schemas.openxmlformats.org/drawingml/2006/main" noGrp="1"/>
          </p:cNvSpPr>
          <p:nvPr/>
        </p:nvSpPr>
        <p:spPr>
          <a:xfrm xmlns:a="http://schemas.openxmlformats.org/drawingml/2006/main">
            <a:off x="8629650" y="5388173"/>
            <a:ext cx="9525" cy="13097"/>
          </a:xfrm>
          <a:custGeom xmlns:a="http://schemas.openxmlformats.org/drawingml/2006/main">
            <a:pathLst>
              <a:path w="9525" h="13097">
                <a:moveTo>
                  <a:pt x="0" y="13097"/>
                </a:moveTo>
                <a:lnTo>
                  <a:pt x="0" y="0"/>
                </a:lnTo>
              </a:path>
            </a:pathLst>
          </a:custGeom>
          <a:noFill xmlns:a="http://schemas.openxmlformats.org/drawingml/2006/main"/>
          <a:ln xmlns:a="http://schemas.openxmlformats.org/drawingml/2006/main" w="9525">
            <a:solidFill>
              <a:srgbClr val="808080"/>
            </a:solidFill>
          </a:ln>
        </p:spPr>
      </p:sp>
      <p:sp>
        <p:nvSpPr>
          <p:cNvPr id="193" name="raw-4-6">
            <a:extLst xmlns:a="http://schemas.openxmlformats.org/drawingml/2006/main">
              <a:ext uri="{FF2B5EF4-FFF2-40B4-BE49-F238E27FC236}">
                <a16:creationId xmlns:a16="http://schemas.microsoft.com/office/drawing/2014/main" id="{A0375CE1-E820-4F61-8C31-552B7652C76E}"/>
              </a:ext>
            </a:extLst>
          </p:cNvPr>
          <p:cNvSpPr>
            <a:spLocks xmlns:a="http://schemas.openxmlformats.org/drawingml/2006/main" noGrp="1"/>
          </p:cNvSpPr>
          <p:nvPr/>
        </p:nvSpPr>
        <p:spPr>
          <a:xfrm xmlns:a="http://schemas.openxmlformats.org/drawingml/2006/main">
            <a:off x="8582025" y="535364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94" name="quantized-4-6">
            <a:extLst xmlns:a="http://schemas.openxmlformats.org/drawingml/2006/main">
              <a:ext uri="{FF2B5EF4-FFF2-40B4-BE49-F238E27FC236}">
                <a16:creationId xmlns:a16="http://schemas.microsoft.com/office/drawing/2014/main" id="{B43BAC14-D838-471A-8A13-52F0907D618E}"/>
              </a:ext>
            </a:extLst>
          </p:cNvPr>
          <p:cNvSpPr>
            <a:spLocks xmlns:a="http://schemas.openxmlformats.org/drawingml/2006/main" noGrp="1"/>
          </p:cNvSpPr>
          <p:nvPr/>
        </p:nvSpPr>
        <p:spPr>
          <a:xfrm xmlns:a="http://schemas.openxmlformats.org/drawingml/2006/main">
            <a:off x="8591550" y="5350073"/>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95" name="error-4-7">
            <a:extLst xmlns:a="http://schemas.openxmlformats.org/drawingml/2006/main">
              <a:ext uri="{FF2B5EF4-FFF2-40B4-BE49-F238E27FC236}">
                <a16:creationId xmlns:a16="http://schemas.microsoft.com/office/drawing/2014/main" id="{093AD5AC-128F-463D-A853-39D943745F81}"/>
              </a:ext>
            </a:extLst>
          </p:cNvPr>
          <p:cNvSpPr>
            <a:spLocks xmlns:a="http://schemas.openxmlformats.org/drawingml/2006/main" noGrp="1"/>
          </p:cNvSpPr>
          <p:nvPr/>
        </p:nvSpPr>
        <p:spPr>
          <a:xfrm xmlns:a="http://schemas.openxmlformats.org/drawingml/2006/main">
            <a:off x="9480550" y="5303044"/>
            <a:ext cx="9525" cy="19645"/>
          </a:xfrm>
          <a:custGeom xmlns:a="http://schemas.openxmlformats.org/drawingml/2006/main">
            <a:pathLst>
              <a:path w="9525" h="19645">
                <a:moveTo>
                  <a:pt x="0" y="0"/>
                </a:moveTo>
                <a:lnTo>
                  <a:pt x="0" y="19645"/>
                </a:lnTo>
              </a:path>
            </a:pathLst>
          </a:custGeom>
          <a:noFill xmlns:a="http://schemas.openxmlformats.org/drawingml/2006/main"/>
          <a:ln xmlns:a="http://schemas.openxmlformats.org/drawingml/2006/main" w="9525">
            <a:solidFill>
              <a:srgbClr val="808080"/>
            </a:solidFill>
          </a:ln>
        </p:spPr>
      </p:sp>
      <p:sp>
        <p:nvSpPr>
          <p:cNvPr id="196" name="raw-4-7">
            <a:extLst xmlns:a="http://schemas.openxmlformats.org/drawingml/2006/main">
              <a:ext uri="{FF2B5EF4-FFF2-40B4-BE49-F238E27FC236}">
                <a16:creationId xmlns:a16="http://schemas.microsoft.com/office/drawing/2014/main" id="{582FA80E-E276-45BC-A6EB-7BAF360EC68B}"/>
              </a:ext>
            </a:extLst>
          </p:cNvPr>
          <p:cNvSpPr>
            <a:spLocks xmlns:a="http://schemas.openxmlformats.org/drawingml/2006/main" noGrp="1"/>
          </p:cNvSpPr>
          <p:nvPr/>
        </p:nvSpPr>
        <p:spPr>
          <a:xfrm xmlns:a="http://schemas.openxmlformats.org/drawingml/2006/main">
            <a:off x="9432925" y="5255419"/>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97" name="quantized-4-7">
            <a:extLst xmlns:a="http://schemas.openxmlformats.org/drawingml/2006/main">
              <a:ext uri="{FF2B5EF4-FFF2-40B4-BE49-F238E27FC236}">
                <a16:creationId xmlns:a16="http://schemas.microsoft.com/office/drawing/2014/main" id="{EEA2FAE6-7C77-4D24-B367-5548785E27D8}"/>
              </a:ext>
            </a:extLst>
          </p:cNvPr>
          <p:cNvSpPr>
            <a:spLocks xmlns:a="http://schemas.openxmlformats.org/drawingml/2006/main" noGrp="1"/>
          </p:cNvSpPr>
          <p:nvPr/>
        </p:nvSpPr>
        <p:spPr>
          <a:xfrm xmlns:a="http://schemas.openxmlformats.org/drawingml/2006/main">
            <a:off x="9442450" y="5284589"/>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98" name="error-4-8">
            <a:extLst xmlns:a="http://schemas.openxmlformats.org/drawingml/2006/main">
              <a:ext uri="{FF2B5EF4-FFF2-40B4-BE49-F238E27FC236}">
                <a16:creationId xmlns:a16="http://schemas.microsoft.com/office/drawing/2014/main" id="{062CFC21-08D7-446A-9702-EB82C4FA93FA}"/>
              </a:ext>
            </a:extLst>
          </p:cNvPr>
          <p:cNvSpPr>
            <a:spLocks xmlns:a="http://schemas.openxmlformats.org/drawingml/2006/main" noGrp="1"/>
          </p:cNvSpPr>
          <p:nvPr/>
        </p:nvSpPr>
        <p:spPr>
          <a:xfrm xmlns:a="http://schemas.openxmlformats.org/drawingml/2006/main">
            <a:off x="10331450" y="5060752"/>
            <a:ext cx="9525" cy="9525"/>
          </a:xfrm>
          <a:custGeom xmlns:a="http://schemas.openxmlformats.org/drawingml/2006/main">
            <a:pathLst>
              <a:path w="9525" h="9525">
                <a:moveTo>
                  <a:pt x="0" y="6548"/>
                </a:moveTo>
                <a:lnTo>
                  <a:pt x="0" y="0"/>
                </a:lnTo>
              </a:path>
            </a:pathLst>
          </a:custGeom>
          <a:noFill xmlns:a="http://schemas.openxmlformats.org/drawingml/2006/main"/>
          <a:ln xmlns:a="http://schemas.openxmlformats.org/drawingml/2006/main" w="9525">
            <a:solidFill>
              <a:srgbClr val="808080"/>
            </a:solidFill>
          </a:ln>
        </p:spPr>
      </p:sp>
      <p:sp>
        <p:nvSpPr>
          <p:cNvPr id="199" name="raw-4-8">
            <a:extLst xmlns:a="http://schemas.openxmlformats.org/drawingml/2006/main">
              <a:ext uri="{FF2B5EF4-FFF2-40B4-BE49-F238E27FC236}">
                <a16:creationId xmlns:a16="http://schemas.microsoft.com/office/drawing/2014/main" id="{A9BEAA2C-0CC4-4639-994F-A074120680CB}"/>
              </a:ext>
            </a:extLst>
          </p:cNvPr>
          <p:cNvSpPr>
            <a:spLocks xmlns:a="http://schemas.openxmlformats.org/drawingml/2006/main" noGrp="1"/>
          </p:cNvSpPr>
          <p:nvPr/>
        </p:nvSpPr>
        <p:spPr>
          <a:xfrm xmlns:a="http://schemas.openxmlformats.org/drawingml/2006/main">
            <a:off x="10283825" y="50196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200" name="quantized-4-8">
            <a:extLst xmlns:a="http://schemas.openxmlformats.org/drawingml/2006/main">
              <a:ext uri="{FF2B5EF4-FFF2-40B4-BE49-F238E27FC236}">
                <a16:creationId xmlns:a16="http://schemas.microsoft.com/office/drawing/2014/main" id="{C826C215-D37F-483D-B107-1605CB806972}"/>
              </a:ext>
            </a:extLst>
          </p:cNvPr>
          <p:cNvSpPr>
            <a:spLocks xmlns:a="http://schemas.openxmlformats.org/drawingml/2006/main" noGrp="1"/>
          </p:cNvSpPr>
          <p:nvPr/>
        </p:nvSpPr>
        <p:spPr>
          <a:xfrm xmlns:a="http://schemas.openxmlformats.org/drawingml/2006/main">
            <a:off x="10293350" y="5022652"/>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01" name="error-4-9">
            <a:extLst xmlns:a="http://schemas.openxmlformats.org/drawingml/2006/main">
              <a:ext uri="{FF2B5EF4-FFF2-40B4-BE49-F238E27FC236}">
                <a16:creationId xmlns:a16="http://schemas.microsoft.com/office/drawing/2014/main" id="{ADD081B5-C079-49EA-954D-0F22D453AF5B}"/>
              </a:ext>
            </a:extLst>
          </p:cNvPr>
          <p:cNvSpPr>
            <a:spLocks xmlns:a="http://schemas.openxmlformats.org/drawingml/2006/main" noGrp="1"/>
          </p:cNvSpPr>
          <p:nvPr/>
        </p:nvSpPr>
        <p:spPr>
          <a:xfrm xmlns:a="http://schemas.openxmlformats.org/drawingml/2006/main">
            <a:off x="11182350" y="4857750"/>
            <a:ext cx="9525" cy="9525"/>
          </a:xfrm>
          <a:custGeom xmlns:a="http://schemas.openxmlformats.org/drawingml/2006/main">
            <a:pathLst>
              <a:path w="9525" h="9525">
                <a:moveTo>
                  <a:pt x="0" y="0"/>
                </a:moveTo>
                <a:lnTo>
                  <a:pt x="0" y="6548"/>
                </a:lnTo>
              </a:path>
            </a:pathLst>
          </a:custGeom>
          <a:noFill xmlns:a="http://schemas.openxmlformats.org/drawingml/2006/main"/>
          <a:ln xmlns:a="http://schemas.openxmlformats.org/drawingml/2006/main" w="9525">
            <a:solidFill>
              <a:srgbClr val="808080"/>
            </a:solidFill>
          </a:ln>
        </p:spPr>
      </p:sp>
      <p:sp>
        <p:nvSpPr>
          <p:cNvPr id="202" name="raw-4-9">
            <a:extLst xmlns:a="http://schemas.openxmlformats.org/drawingml/2006/main">
              <a:ext uri="{FF2B5EF4-FFF2-40B4-BE49-F238E27FC236}">
                <a16:creationId xmlns:a16="http://schemas.microsoft.com/office/drawing/2014/main" id="{8B81CD86-30EF-4925-A79D-91F2FE375F9E}"/>
              </a:ext>
            </a:extLst>
          </p:cNvPr>
          <p:cNvSpPr>
            <a:spLocks xmlns:a="http://schemas.openxmlformats.org/drawingml/2006/main" noGrp="1"/>
          </p:cNvSpPr>
          <p:nvPr/>
        </p:nvSpPr>
        <p:spPr>
          <a:xfrm xmlns:a="http://schemas.openxmlformats.org/drawingml/2006/main">
            <a:off x="11134725" y="48101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203" name="quantized-4-9">
            <a:extLst xmlns:a="http://schemas.openxmlformats.org/drawingml/2006/main">
              <a:ext uri="{FF2B5EF4-FFF2-40B4-BE49-F238E27FC236}">
                <a16:creationId xmlns:a16="http://schemas.microsoft.com/office/drawing/2014/main" id="{58E2DA67-4F93-49F3-9008-DC94DF37FD68}"/>
              </a:ext>
            </a:extLst>
          </p:cNvPr>
          <p:cNvSpPr>
            <a:spLocks xmlns:a="http://schemas.openxmlformats.org/drawingml/2006/main" noGrp="1"/>
          </p:cNvSpPr>
          <p:nvPr/>
        </p:nvSpPr>
        <p:spPr>
          <a:xfrm xmlns:a="http://schemas.openxmlformats.org/drawingml/2006/main">
            <a:off x="11144250" y="4826198"/>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04" name="amplitude-4-0">
            <a:extLst xmlns:a="http://schemas.openxmlformats.org/drawingml/2006/main">
              <a:ext uri="{FF2B5EF4-FFF2-40B4-BE49-F238E27FC236}">
                <a16:creationId xmlns:a16="http://schemas.microsoft.com/office/drawing/2014/main" id="{A53D8B74-4E07-4F3E-B3F3-19880E438E65}"/>
              </a:ext>
            </a:extLst>
          </p:cNvPr>
          <p:cNvSpPr>
            <a:spLocks xmlns:a="http://schemas.openxmlformats.org/drawingml/2006/main" noGrp="1"/>
          </p:cNvSpPr>
          <p:nvPr/>
        </p:nvSpPr>
        <p:spPr>
          <a:xfrm xmlns:a="http://schemas.openxmlformats.org/drawingml/2006/main">
            <a:off x="3067050" y="532447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05" name="amplitude-4-8">
            <a:extLst xmlns:a="http://schemas.openxmlformats.org/drawingml/2006/main">
              <a:ext uri="{FF2B5EF4-FFF2-40B4-BE49-F238E27FC236}">
                <a16:creationId xmlns:a16="http://schemas.microsoft.com/office/drawing/2014/main" id="{056257AF-D287-4B1D-921A-E3041831C12D}"/>
              </a:ext>
            </a:extLst>
          </p:cNvPr>
          <p:cNvSpPr>
            <a:spLocks xmlns:a="http://schemas.openxmlformats.org/drawingml/2006/main" noGrp="1"/>
          </p:cNvSpPr>
          <p:nvPr/>
        </p:nvSpPr>
        <p:spPr>
          <a:xfrm xmlns:a="http://schemas.openxmlformats.org/drawingml/2006/main">
            <a:off x="3067050" y="427672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206" name="sample-index-4-0">
            <a:extLst xmlns:a="http://schemas.openxmlformats.org/drawingml/2006/main">
              <a:ext uri="{FF2B5EF4-FFF2-40B4-BE49-F238E27FC236}">
                <a16:creationId xmlns:a16="http://schemas.microsoft.com/office/drawing/2014/main" id="{52F7F859-79CC-4F8A-B094-D2F616A7BB39}"/>
              </a:ext>
            </a:extLst>
          </p:cNvPr>
          <p:cNvSpPr>
            <a:spLocks xmlns:a="http://schemas.openxmlformats.org/drawingml/2006/main" noGrp="1"/>
          </p:cNvSpPr>
          <p:nvPr/>
        </p:nvSpPr>
        <p:spPr>
          <a:xfrm xmlns:a="http://schemas.openxmlformats.org/drawingml/2006/main">
            <a:off x="33337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07" name="sample-index-4-1">
            <a:extLst xmlns:a="http://schemas.openxmlformats.org/drawingml/2006/main">
              <a:ext uri="{FF2B5EF4-FFF2-40B4-BE49-F238E27FC236}">
                <a16:creationId xmlns:a16="http://schemas.microsoft.com/office/drawing/2014/main" id="{8983C314-BA59-4F24-97E5-B1F0BF44BCBB}"/>
              </a:ext>
            </a:extLst>
          </p:cNvPr>
          <p:cNvSpPr>
            <a:spLocks xmlns:a="http://schemas.openxmlformats.org/drawingml/2006/main" noGrp="1"/>
          </p:cNvSpPr>
          <p:nvPr/>
        </p:nvSpPr>
        <p:spPr>
          <a:xfrm xmlns:a="http://schemas.openxmlformats.org/drawingml/2006/main">
            <a:off x="41846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08" name="sample-index-4-2">
            <a:extLst xmlns:a="http://schemas.openxmlformats.org/drawingml/2006/main">
              <a:ext uri="{FF2B5EF4-FFF2-40B4-BE49-F238E27FC236}">
                <a16:creationId xmlns:a16="http://schemas.microsoft.com/office/drawing/2014/main" id="{23C2F786-586B-4507-A8CD-59BD3A5DEBAB}"/>
              </a:ext>
            </a:extLst>
          </p:cNvPr>
          <p:cNvSpPr>
            <a:spLocks xmlns:a="http://schemas.openxmlformats.org/drawingml/2006/main" noGrp="1"/>
          </p:cNvSpPr>
          <p:nvPr/>
        </p:nvSpPr>
        <p:spPr>
          <a:xfrm xmlns:a="http://schemas.openxmlformats.org/drawingml/2006/main">
            <a:off x="50355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09" name="sample-index-4-3">
            <a:extLst xmlns:a="http://schemas.openxmlformats.org/drawingml/2006/main">
              <a:ext uri="{FF2B5EF4-FFF2-40B4-BE49-F238E27FC236}">
                <a16:creationId xmlns:a16="http://schemas.microsoft.com/office/drawing/2014/main" id="{E6CC9D19-FC5A-46D7-9AFB-4C90DBF8F54A}"/>
              </a:ext>
            </a:extLst>
          </p:cNvPr>
          <p:cNvSpPr>
            <a:spLocks xmlns:a="http://schemas.openxmlformats.org/drawingml/2006/main" noGrp="1"/>
          </p:cNvSpPr>
          <p:nvPr/>
        </p:nvSpPr>
        <p:spPr>
          <a:xfrm xmlns:a="http://schemas.openxmlformats.org/drawingml/2006/main">
            <a:off x="58864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10" name="sample-index-4-4">
            <a:extLst xmlns:a="http://schemas.openxmlformats.org/drawingml/2006/main">
              <a:ext uri="{FF2B5EF4-FFF2-40B4-BE49-F238E27FC236}">
                <a16:creationId xmlns:a16="http://schemas.microsoft.com/office/drawing/2014/main" id="{B2808CB3-288C-427F-AC40-9D3E112B470B}"/>
              </a:ext>
            </a:extLst>
          </p:cNvPr>
          <p:cNvSpPr>
            <a:spLocks xmlns:a="http://schemas.openxmlformats.org/drawingml/2006/main" noGrp="1"/>
          </p:cNvSpPr>
          <p:nvPr/>
        </p:nvSpPr>
        <p:spPr>
          <a:xfrm xmlns:a="http://schemas.openxmlformats.org/drawingml/2006/main">
            <a:off x="67373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11" name="sample-index-4-5">
            <a:extLst xmlns:a="http://schemas.openxmlformats.org/drawingml/2006/main">
              <a:ext uri="{FF2B5EF4-FFF2-40B4-BE49-F238E27FC236}">
                <a16:creationId xmlns:a16="http://schemas.microsoft.com/office/drawing/2014/main" id="{B2B3D2DA-EE1B-42A3-81AA-F81CE195A107}"/>
              </a:ext>
            </a:extLst>
          </p:cNvPr>
          <p:cNvSpPr>
            <a:spLocks xmlns:a="http://schemas.openxmlformats.org/drawingml/2006/main" noGrp="1"/>
          </p:cNvSpPr>
          <p:nvPr/>
        </p:nvSpPr>
        <p:spPr>
          <a:xfrm xmlns:a="http://schemas.openxmlformats.org/drawingml/2006/main">
            <a:off x="75882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12" name="sample-index-4-6">
            <a:extLst xmlns:a="http://schemas.openxmlformats.org/drawingml/2006/main">
              <a:ext uri="{FF2B5EF4-FFF2-40B4-BE49-F238E27FC236}">
                <a16:creationId xmlns:a16="http://schemas.microsoft.com/office/drawing/2014/main" id="{F3D97BC7-2F5B-4ECC-B925-A9FC3D02A772}"/>
              </a:ext>
            </a:extLst>
          </p:cNvPr>
          <p:cNvSpPr>
            <a:spLocks xmlns:a="http://schemas.openxmlformats.org/drawingml/2006/main" noGrp="1"/>
          </p:cNvSpPr>
          <p:nvPr/>
        </p:nvSpPr>
        <p:spPr>
          <a:xfrm xmlns:a="http://schemas.openxmlformats.org/drawingml/2006/main">
            <a:off x="84391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13" name="sample-index-4-7">
            <a:extLst xmlns:a="http://schemas.openxmlformats.org/drawingml/2006/main">
              <a:ext uri="{FF2B5EF4-FFF2-40B4-BE49-F238E27FC236}">
                <a16:creationId xmlns:a16="http://schemas.microsoft.com/office/drawing/2014/main" id="{68CF5BD6-CA7B-481C-8254-A05DB9CBD7A8}"/>
              </a:ext>
            </a:extLst>
          </p:cNvPr>
          <p:cNvSpPr>
            <a:spLocks xmlns:a="http://schemas.openxmlformats.org/drawingml/2006/main" noGrp="1"/>
          </p:cNvSpPr>
          <p:nvPr/>
        </p:nvSpPr>
        <p:spPr>
          <a:xfrm xmlns:a="http://schemas.openxmlformats.org/drawingml/2006/main">
            <a:off x="92900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214" name="sample-index-4-8">
            <a:extLst xmlns:a="http://schemas.openxmlformats.org/drawingml/2006/main">
              <a:ext uri="{FF2B5EF4-FFF2-40B4-BE49-F238E27FC236}">
                <a16:creationId xmlns:a16="http://schemas.microsoft.com/office/drawing/2014/main" id="{19460905-D7F3-4F72-A189-D2F3D60F46D1}"/>
              </a:ext>
            </a:extLst>
          </p:cNvPr>
          <p:cNvSpPr>
            <a:spLocks xmlns:a="http://schemas.openxmlformats.org/drawingml/2006/main" noGrp="1"/>
          </p:cNvSpPr>
          <p:nvPr/>
        </p:nvSpPr>
        <p:spPr>
          <a:xfrm xmlns:a="http://schemas.openxmlformats.org/drawingml/2006/main">
            <a:off x="101409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215" name="sample-index-4-9">
            <a:extLst xmlns:a="http://schemas.openxmlformats.org/drawingml/2006/main">
              <a:ext uri="{FF2B5EF4-FFF2-40B4-BE49-F238E27FC236}">
                <a16:creationId xmlns:a16="http://schemas.microsoft.com/office/drawing/2014/main" id="{CCD5F509-8C4A-4BAB-8C5B-1FA9383F366F}"/>
              </a:ext>
            </a:extLst>
          </p:cNvPr>
          <p:cNvSpPr>
            <a:spLocks xmlns:a="http://schemas.openxmlformats.org/drawingml/2006/main" noGrp="1"/>
          </p:cNvSpPr>
          <p:nvPr/>
        </p:nvSpPr>
        <p:spPr>
          <a:xfrm xmlns:a="http://schemas.openxmlformats.org/drawingml/2006/main">
            <a:off x="109918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Tree>
    <p:extLst>
      <p:ext uri="{BB962C8B-B14F-4D97-AF65-F5344CB8AC3E}">
        <p14:creationId xmlns:p14="http://schemas.microsoft.com/office/powerpoint/2010/main" val="196249637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AA11B86-6BC2-453F-B2DE-FA7D4BD53BA1}"/>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BE8D6CA-5092-4FCA-8928-47C82956F2F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04B3F0-C048-46F0-AC1F-7B6E9D7BBDD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采样更多、等级更密，就一定听得更好吗？</a:t>
            </a:r>
          </a:p>
        </p:txBody>
      </p:sp>
      <p:sp>
        <p:nvSpPr>
          <p:cNvPr id="5" name="TextBox 4">
            <a:extLst xmlns:a="http://schemas.openxmlformats.org/drawingml/2006/main">
              <a:ext uri="{FF2B5EF4-FFF2-40B4-BE49-F238E27FC236}">
                <a16:creationId xmlns:a16="http://schemas.microsoft.com/office/drawing/2014/main" id="{DD2D5B23-635F-4129-94B4-45163CB658C8}"/>
              </a:ext>
            </a:extLst>
          </p:cNvPr>
          <p:cNvSpPr>
            <a:spLocks xmlns:a="http://schemas.openxmlformats.org/drawingml/2006/main" noGrp="1"/>
          </p:cNvSpPr>
          <p:nvPr/>
        </p:nvSpPr>
        <p:spPr>
          <a:xfrm xmlns:a="http://schemas.openxmlformats.org/drawingml/2006/main">
            <a:off x="914400" y="219456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采样率 ↑</a:t>
            </a:r>
          </a:p>
        </p:txBody>
      </p:sp>
      <p:sp>
        <p:nvSpPr>
          <p:cNvPr id="6" name="TextBox 5">
            <a:extLst xmlns:a="http://schemas.openxmlformats.org/drawingml/2006/main">
              <a:ext uri="{FF2B5EF4-FFF2-40B4-BE49-F238E27FC236}">
                <a16:creationId xmlns:a16="http://schemas.microsoft.com/office/drawing/2014/main" id="{4D1737B9-3725-4586-950B-B2530A503954}"/>
              </a:ext>
            </a:extLst>
          </p:cNvPr>
          <p:cNvSpPr>
            <a:spLocks xmlns:a="http://schemas.openxmlformats.org/drawingml/2006/main" noGrp="1"/>
          </p:cNvSpPr>
          <p:nvPr/>
        </p:nvSpPr>
        <p:spPr>
          <a:xfrm xmlns:a="http://schemas.openxmlformats.org/drawingml/2006/main">
            <a:off x="914400" y="2990088"/>
            <a:ext cx="43891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每秒样本更多</a:t>
            </a:r>
          </a:p>
        </p:txBody>
      </p:sp>
      <p:sp>
        <p:nvSpPr>
          <p:cNvPr id="7" name="TextBox 6">
            <a:extLst xmlns:a="http://schemas.openxmlformats.org/drawingml/2006/main">
              <a:ext uri="{FF2B5EF4-FFF2-40B4-BE49-F238E27FC236}">
                <a16:creationId xmlns:a16="http://schemas.microsoft.com/office/drawing/2014/main" id="{7F904231-90B3-423A-B9B7-9E97170C0636}"/>
              </a:ext>
            </a:extLst>
          </p:cNvPr>
          <p:cNvSpPr>
            <a:spLocks xmlns:a="http://schemas.openxmlformats.org/drawingml/2006/main" noGrp="1"/>
          </p:cNvSpPr>
          <p:nvPr/>
        </p:nvSpPr>
        <p:spPr>
          <a:xfrm xmlns:a="http://schemas.openxmlformats.org/drawingml/2006/main">
            <a:off x="6492240" y="2194560"/>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量化位数 ↑</a:t>
            </a:r>
          </a:p>
        </p:txBody>
      </p:sp>
      <p:sp>
        <p:nvSpPr>
          <p:cNvPr id="8" name="TextBox 7">
            <a:extLst xmlns:a="http://schemas.openxmlformats.org/drawingml/2006/main">
              <a:ext uri="{FF2B5EF4-FFF2-40B4-BE49-F238E27FC236}">
                <a16:creationId xmlns:a16="http://schemas.microsoft.com/office/drawing/2014/main" id="{75B0347C-FF2A-4BC2-BEB8-96D2A4507D77}"/>
              </a:ext>
            </a:extLst>
          </p:cNvPr>
          <p:cNvSpPr>
            <a:spLocks xmlns:a="http://schemas.openxmlformats.org/drawingml/2006/main" noGrp="1"/>
          </p:cNvSpPr>
          <p:nvPr/>
        </p:nvSpPr>
        <p:spPr>
          <a:xfrm xmlns:a="http://schemas.openxmlformats.org/drawingml/2006/main">
            <a:off x="6492240" y="2990088"/>
            <a:ext cx="45720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每样本可选等级更多</a:t>
            </a:r>
          </a:p>
        </p:txBody>
      </p:sp>
      <p:sp>
        <p:nvSpPr>
          <p:cNvPr id="9" name="TextBox 8">
            <a:extLst xmlns:a="http://schemas.openxmlformats.org/drawingml/2006/main">
              <a:ext uri="{FF2B5EF4-FFF2-40B4-BE49-F238E27FC236}">
                <a16:creationId xmlns:a16="http://schemas.microsoft.com/office/drawing/2014/main" id="{AA2884D4-B1A7-48A0-8BA4-CE91F205AC6B}"/>
              </a:ext>
            </a:extLst>
          </p:cNvPr>
          <p:cNvSpPr>
            <a:spLocks xmlns:a="http://schemas.openxmlformats.org/drawingml/2006/main" noGrp="1"/>
          </p:cNvSpPr>
          <p:nvPr/>
        </p:nvSpPr>
        <p:spPr>
          <a:xfrm xmlns:a="http://schemas.openxmlformats.org/drawingml/2006/main">
            <a:off x="813816" y="5230368"/>
            <a:ext cx="996696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通常能提高记录的精细程度，但音质不会无限提高。</a:t>
            </a:r>
          </a:p>
        </p:txBody>
      </p:sp>
    </p:spTree>
    <p:extLst>
      <p:ext uri="{BB962C8B-B14F-4D97-AF65-F5344CB8AC3E}">
        <p14:creationId xmlns:p14="http://schemas.microsoft.com/office/powerpoint/2010/main" val="210633952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E8D9EE7-3AE7-4FEE-889E-2B79B257ED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458CA1-D458-4EDF-A6C5-D167F7266A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E58A02-9D8C-4761-B1B4-CE955D4B57F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3bit模型与16bit实际存储</a:t>
            </a:r>
          </a:p>
        </p:txBody>
      </p:sp>
      <p:sp>
        <p:nvSpPr>
          <p:cNvPr id="5" name="Rectangle 4">
            <a:extLst xmlns:a="http://schemas.openxmlformats.org/drawingml/2006/main">
              <a:ext uri="{FF2B5EF4-FFF2-40B4-BE49-F238E27FC236}">
                <a16:creationId xmlns:a16="http://schemas.microsoft.com/office/drawing/2014/main" id="{9429AD8A-F897-45ED-A89B-EF94EF9889CB}"/>
              </a:ext>
            </a:extLst>
          </p:cNvPr>
          <p:cNvSpPr>
            <a:spLocks xmlns:a="http://schemas.openxmlformats.org/drawingml/2006/main" noGrp="1"/>
          </p:cNvSpPr>
          <p:nvPr/>
        </p:nvSpPr>
        <p:spPr>
          <a:xfrm xmlns:a="http://schemas.openxmlformats.org/drawingml/2006/main">
            <a:off x="905256" y="2066543"/>
            <a:ext cx="47091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E687470-EA2F-48C7-ABA3-C20CB62EB1DE}"/>
              </a:ext>
            </a:extLst>
          </p:cNvPr>
          <p:cNvSpPr>
            <a:spLocks xmlns:a="http://schemas.openxmlformats.org/drawingml/2006/main" noGrp="1"/>
          </p:cNvSpPr>
          <p:nvPr/>
        </p:nvSpPr>
        <p:spPr>
          <a:xfrm xmlns:a="http://schemas.openxmlformats.org/drawingml/2006/main">
            <a:off x="978408" y="2185415"/>
            <a:ext cx="4562856"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课堂模型：3 bit</a:t>
            </a:r>
          </a:p>
        </p:txBody>
      </p:sp>
      <p:sp>
        <p:nvSpPr>
          <p:cNvPr id="7" name="Rectangle 6">
            <a:extLst xmlns:a="http://schemas.openxmlformats.org/drawingml/2006/main">
              <a:ext uri="{FF2B5EF4-FFF2-40B4-BE49-F238E27FC236}">
                <a16:creationId xmlns:a16="http://schemas.microsoft.com/office/drawing/2014/main" id="{F03D994B-EE0C-4472-8C0E-587D82139CA1}"/>
              </a:ext>
            </a:extLst>
          </p:cNvPr>
          <p:cNvSpPr>
            <a:spLocks xmlns:a="http://schemas.openxmlformats.org/drawingml/2006/main" noGrp="1"/>
          </p:cNvSpPr>
          <p:nvPr/>
        </p:nvSpPr>
        <p:spPr>
          <a:xfrm xmlns:a="http://schemas.openxmlformats.org/drawingml/2006/main">
            <a:off x="6528816" y="2066543"/>
            <a:ext cx="4626864"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83E0492-B363-48B6-8944-18D78DF2AEFF}"/>
              </a:ext>
            </a:extLst>
          </p:cNvPr>
          <p:cNvSpPr>
            <a:spLocks xmlns:a="http://schemas.openxmlformats.org/drawingml/2006/main" noGrp="1"/>
          </p:cNvSpPr>
          <p:nvPr/>
        </p:nvSpPr>
        <p:spPr>
          <a:xfrm xmlns:a="http://schemas.openxmlformats.org/drawingml/2006/main">
            <a:off x="6601968" y="2185415"/>
            <a:ext cx="4480559"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PCM例子：16 bit</a:t>
            </a:r>
          </a:p>
        </p:txBody>
      </p:sp>
      <p:sp>
        <p:nvSpPr>
          <p:cNvPr id="9" name="Rectangle 8">
            <a:extLst xmlns:a="http://schemas.openxmlformats.org/drawingml/2006/main">
              <a:ext uri="{FF2B5EF4-FFF2-40B4-BE49-F238E27FC236}">
                <a16:creationId xmlns:a16="http://schemas.microsoft.com/office/drawing/2014/main" id="{D397BF6C-F654-4ACD-A00D-84155C5D0F43}"/>
              </a:ext>
            </a:extLst>
          </p:cNvPr>
          <p:cNvSpPr>
            <a:spLocks xmlns:a="http://schemas.openxmlformats.org/drawingml/2006/main" noGrp="1"/>
          </p:cNvSpPr>
          <p:nvPr/>
        </p:nvSpPr>
        <p:spPr>
          <a:xfrm xmlns:a="http://schemas.openxmlformats.org/drawingml/2006/main">
            <a:off x="10058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2780E30-43F6-4753-9F1D-A47CE55F8EE2}"/>
              </a:ext>
            </a:extLst>
          </p:cNvPr>
          <p:cNvSpPr>
            <a:spLocks xmlns:a="http://schemas.openxmlformats.org/drawingml/2006/main" noGrp="1"/>
          </p:cNvSpPr>
          <p:nvPr/>
        </p:nvSpPr>
        <p:spPr>
          <a:xfrm xmlns:a="http://schemas.openxmlformats.org/drawingml/2006/main">
            <a:off x="10972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1" name="Rectangle 10">
            <a:extLst xmlns:a="http://schemas.openxmlformats.org/drawingml/2006/main">
              <a:ext uri="{FF2B5EF4-FFF2-40B4-BE49-F238E27FC236}">
                <a16:creationId xmlns:a16="http://schemas.microsoft.com/office/drawing/2014/main" id="{46CA3EFA-90D9-4CF4-B11E-5D2040E3C322}"/>
              </a:ext>
            </a:extLst>
          </p:cNvPr>
          <p:cNvSpPr>
            <a:spLocks xmlns:a="http://schemas.openxmlformats.org/drawingml/2006/main" noGrp="1"/>
          </p:cNvSpPr>
          <p:nvPr/>
        </p:nvSpPr>
        <p:spPr>
          <a:xfrm xmlns:a="http://schemas.openxmlformats.org/drawingml/2006/main">
            <a:off x="14904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AF3D155-2592-4F2E-AC7B-69F065BFE784}"/>
              </a:ext>
            </a:extLst>
          </p:cNvPr>
          <p:cNvSpPr>
            <a:spLocks xmlns:a="http://schemas.openxmlformats.org/drawingml/2006/main" noGrp="1"/>
          </p:cNvSpPr>
          <p:nvPr/>
        </p:nvSpPr>
        <p:spPr>
          <a:xfrm xmlns:a="http://schemas.openxmlformats.org/drawingml/2006/main">
            <a:off x="15819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3" name="Rectangle 12">
            <a:extLst xmlns:a="http://schemas.openxmlformats.org/drawingml/2006/main">
              <a:ext uri="{FF2B5EF4-FFF2-40B4-BE49-F238E27FC236}">
                <a16:creationId xmlns:a16="http://schemas.microsoft.com/office/drawing/2014/main" id="{086BF7BC-E758-4DBA-A47A-E2779EC6BDCF}"/>
              </a:ext>
            </a:extLst>
          </p:cNvPr>
          <p:cNvSpPr>
            <a:spLocks xmlns:a="http://schemas.openxmlformats.org/drawingml/2006/main" noGrp="1"/>
          </p:cNvSpPr>
          <p:nvPr/>
        </p:nvSpPr>
        <p:spPr>
          <a:xfrm xmlns:a="http://schemas.openxmlformats.org/drawingml/2006/main">
            <a:off x="19751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B007AEA-1E72-4EAA-8396-AFF8E244B1D6}"/>
              </a:ext>
            </a:extLst>
          </p:cNvPr>
          <p:cNvSpPr>
            <a:spLocks xmlns:a="http://schemas.openxmlformats.org/drawingml/2006/main" noGrp="1"/>
          </p:cNvSpPr>
          <p:nvPr/>
        </p:nvSpPr>
        <p:spPr>
          <a:xfrm xmlns:a="http://schemas.openxmlformats.org/drawingml/2006/main">
            <a:off x="20665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5" name="Rectangle 14">
            <a:extLst xmlns:a="http://schemas.openxmlformats.org/drawingml/2006/main">
              <a:ext uri="{FF2B5EF4-FFF2-40B4-BE49-F238E27FC236}">
                <a16:creationId xmlns:a16="http://schemas.microsoft.com/office/drawing/2014/main" id="{56042AB3-2BAD-4D22-910B-71138E29778C}"/>
              </a:ext>
            </a:extLst>
          </p:cNvPr>
          <p:cNvSpPr>
            <a:spLocks xmlns:a="http://schemas.openxmlformats.org/drawingml/2006/main" noGrp="1"/>
          </p:cNvSpPr>
          <p:nvPr/>
        </p:nvSpPr>
        <p:spPr>
          <a:xfrm xmlns:a="http://schemas.openxmlformats.org/drawingml/2006/main">
            <a:off x="661111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1C6489A-2C98-4E44-BCBF-6A30759F5319}"/>
              </a:ext>
            </a:extLst>
          </p:cNvPr>
          <p:cNvSpPr>
            <a:spLocks xmlns:a="http://schemas.openxmlformats.org/drawingml/2006/main" noGrp="1"/>
          </p:cNvSpPr>
          <p:nvPr/>
        </p:nvSpPr>
        <p:spPr>
          <a:xfrm xmlns:a="http://schemas.openxmlformats.org/drawingml/2006/main">
            <a:off x="670255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7" name="Rectangle 16">
            <a:extLst xmlns:a="http://schemas.openxmlformats.org/drawingml/2006/main">
              <a:ext uri="{FF2B5EF4-FFF2-40B4-BE49-F238E27FC236}">
                <a16:creationId xmlns:a16="http://schemas.microsoft.com/office/drawing/2014/main" id="{67CB049E-C04A-4320-9EF7-99D14DE3F0D1}"/>
              </a:ext>
            </a:extLst>
          </p:cNvPr>
          <p:cNvSpPr>
            <a:spLocks xmlns:a="http://schemas.openxmlformats.org/drawingml/2006/main" noGrp="1"/>
          </p:cNvSpPr>
          <p:nvPr/>
        </p:nvSpPr>
        <p:spPr>
          <a:xfrm xmlns:a="http://schemas.openxmlformats.org/drawingml/2006/main">
            <a:off x="709574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CDFC45B7-B810-4D32-8DE9-00BECA3EB100}"/>
              </a:ext>
            </a:extLst>
          </p:cNvPr>
          <p:cNvSpPr>
            <a:spLocks xmlns:a="http://schemas.openxmlformats.org/drawingml/2006/main" noGrp="1"/>
          </p:cNvSpPr>
          <p:nvPr/>
        </p:nvSpPr>
        <p:spPr>
          <a:xfrm xmlns:a="http://schemas.openxmlformats.org/drawingml/2006/main">
            <a:off x="718718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9" name="Rectangle 18">
            <a:extLst xmlns:a="http://schemas.openxmlformats.org/drawingml/2006/main">
              <a:ext uri="{FF2B5EF4-FFF2-40B4-BE49-F238E27FC236}">
                <a16:creationId xmlns:a16="http://schemas.microsoft.com/office/drawing/2014/main" id="{F13243D4-4BA2-4AFA-9353-5D526AE77C26}"/>
              </a:ext>
            </a:extLst>
          </p:cNvPr>
          <p:cNvSpPr>
            <a:spLocks xmlns:a="http://schemas.openxmlformats.org/drawingml/2006/main" noGrp="1"/>
          </p:cNvSpPr>
          <p:nvPr/>
        </p:nvSpPr>
        <p:spPr>
          <a:xfrm xmlns:a="http://schemas.openxmlformats.org/drawingml/2006/main">
            <a:off x="758037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2E299E6-2C9A-4666-A907-2C4EFCBE483D}"/>
              </a:ext>
            </a:extLst>
          </p:cNvPr>
          <p:cNvSpPr>
            <a:spLocks xmlns:a="http://schemas.openxmlformats.org/drawingml/2006/main" noGrp="1"/>
          </p:cNvSpPr>
          <p:nvPr/>
        </p:nvSpPr>
        <p:spPr>
          <a:xfrm xmlns:a="http://schemas.openxmlformats.org/drawingml/2006/main">
            <a:off x="767181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1" name="Rectangle 20">
            <a:extLst xmlns:a="http://schemas.openxmlformats.org/drawingml/2006/main">
              <a:ext uri="{FF2B5EF4-FFF2-40B4-BE49-F238E27FC236}">
                <a16:creationId xmlns:a16="http://schemas.microsoft.com/office/drawing/2014/main" id="{8B6FCF00-1118-46BA-A457-64997D46268D}"/>
              </a:ext>
            </a:extLst>
          </p:cNvPr>
          <p:cNvSpPr>
            <a:spLocks xmlns:a="http://schemas.openxmlformats.org/drawingml/2006/main" noGrp="1"/>
          </p:cNvSpPr>
          <p:nvPr/>
        </p:nvSpPr>
        <p:spPr>
          <a:xfrm xmlns:a="http://schemas.openxmlformats.org/drawingml/2006/main">
            <a:off x="8065008"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16FA619-E81B-4FCB-9586-6E025FBC6EFD}"/>
              </a:ext>
            </a:extLst>
          </p:cNvPr>
          <p:cNvSpPr>
            <a:spLocks xmlns:a="http://schemas.openxmlformats.org/drawingml/2006/main" noGrp="1"/>
          </p:cNvSpPr>
          <p:nvPr/>
        </p:nvSpPr>
        <p:spPr>
          <a:xfrm xmlns:a="http://schemas.openxmlformats.org/drawingml/2006/main">
            <a:off x="8156448"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3" name="Rectangle 22">
            <a:extLst xmlns:a="http://schemas.openxmlformats.org/drawingml/2006/main">
              <a:ext uri="{FF2B5EF4-FFF2-40B4-BE49-F238E27FC236}">
                <a16:creationId xmlns:a16="http://schemas.microsoft.com/office/drawing/2014/main" id="{2E7A1985-3BF8-42AD-9E60-3F2B4598880E}"/>
              </a:ext>
            </a:extLst>
          </p:cNvPr>
          <p:cNvSpPr>
            <a:spLocks xmlns:a="http://schemas.openxmlformats.org/drawingml/2006/main" noGrp="1"/>
          </p:cNvSpPr>
          <p:nvPr/>
        </p:nvSpPr>
        <p:spPr>
          <a:xfrm xmlns:a="http://schemas.openxmlformats.org/drawingml/2006/main">
            <a:off x="85496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A7D1AA42-BD42-4F18-A267-3915BD6F4B3A}"/>
              </a:ext>
            </a:extLst>
          </p:cNvPr>
          <p:cNvSpPr>
            <a:spLocks xmlns:a="http://schemas.openxmlformats.org/drawingml/2006/main" noGrp="1"/>
          </p:cNvSpPr>
          <p:nvPr/>
        </p:nvSpPr>
        <p:spPr>
          <a:xfrm xmlns:a="http://schemas.openxmlformats.org/drawingml/2006/main">
            <a:off x="86410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5" name="Rectangle 24">
            <a:extLst xmlns:a="http://schemas.openxmlformats.org/drawingml/2006/main">
              <a:ext uri="{FF2B5EF4-FFF2-40B4-BE49-F238E27FC236}">
                <a16:creationId xmlns:a16="http://schemas.microsoft.com/office/drawing/2014/main" id="{C0278A25-0293-4EDA-85D9-78AE7F95D3FA}"/>
              </a:ext>
            </a:extLst>
          </p:cNvPr>
          <p:cNvSpPr>
            <a:spLocks xmlns:a="http://schemas.openxmlformats.org/drawingml/2006/main" noGrp="1"/>
          </p:cNvSpPr>
          <p:nvPr/>
        </p:nvSpPr>
        <p:spPr>
          <a:xfrm xmlns:a="http://schemas.openxmlformats.org/drawingml/2006/main">
            <a:off x="90342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EAAAC29-1A1E-40F8-9CAA-9C604A7B34C6}"/>
              </a:ext>
            </a:extLst>
          </p:cNvPr>
          <p:cNvSpPr>
            <a:spLocks xmlns:a="http://schemas.openxmlformats.org/drawingml/2006/main" noGrp="1"/>
          </p:cNvSpPr>
          <p:nvPr/>
        </p:nvSpPr>
        <p:spPr>
          <a:xfrm xmlns:a="http://schemas.openxmlformats.org/drawingml/2006/main">
            <a:off x="91257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7" name="Rectangle 26">
            <a:extLst xmlns:a="http://schemas.openxmlformats.org/drawingml/2006/main">
              <a:ext uri="{FF2B5EF4-FFF2-40B4-BE49-F238E27FC236}">
                <a16:creationId xmlns:a16="http://schemas.microsoft.com/office/drawing/2014/main" id="{E48DD1B6-AD6F-4906-BD41-C6F7DE62A8ED}"/>
              </a:ext>
            </a:extLst>
          </p:cNvPr>
          <p:cNvSpPr>
            <a:spLocks xmlns:a="http://schemas.openxmlformats.org/drawingml/2006/main" noGrp="1"/>
          </p:cNvSpPr>
          <p:nvPr/>
        </p:nvSpPr>
        <p:spPr>
          <a:xfrm xmlns:a="http://schemas.openxmlformats.org/drawingml/2006/main">
            <a:off x="95189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3DE6170A-446A-4D50-9E5C-FBBA9B2C291C}"/>
              </a:ext>
            </a:extLst>
          </p:cNvPr>
          <p:cNvSpPr>
            <a:spLocks xmlns:a="http://schemas.openxmlformats.org/drawingml/2006/main" noGrp="1"/>
          </p:cNvSpPr>
          <p:nvPr/>
        </p:nvSpPr>
        <p:spPr>
          <a:xfrm xmlns:a="http://schemas.openxmlformats.org/drawingml/2006/main">
            <a:off x="96103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9" name="Rectangle 28">
            <a:extLst xmlns:a="http://schemas.openxmlformats.org/drawingml/2006/main">
              <a:ext uri="{FF2B5EF4-FFF2-40B4-BE49-F238E27FC236}">
                <a16:creationId xmlns:a16="http://schemas.microsoft.com/office/drawing/2014/main" id="{9FE365E7-D313-4A11-A2B4-415C78117DD3}"/>
              </a:ext>
            </a:extLst>
          </p:cNvPr>
          <p:cNvSpPr>
            <a:spLocks xmlns:a="http://schemas.openxmlformats.org/drawingml/2006/main" noGrp="1"/>
          </p:cNvSpPr>
          <p:nvPr/>
        </p:nvSpPr>
        <p:spPr>
          <a:xfrm xmlns:a="http://schemas.openxmlformats.org/drawingml/2006/main">
            <a:off x="1000353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5BBC4668-98B1-4F0E-97C2-437DF8F6F4AE}"/>
              </a:ext>
            </a:extLst>
          </p:cNvPr>
          <p:cNvSpPr>
            <a:spLocks xmlns:a="http://schemas.openxmlformats.org/drawingml/2006/main" noGrp="1"/>
          </p:cNvSpPr>
          <p:nvPr/>
        </p:nvSpPr>
        <p:spPr>
          <a:xfrm xmlns:a="http://schemas.openxmlformats.org/drawingml/2006/main">
            <a:off x="1009497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1" name="Rectangle 30">
            <a:extLst xmlns:a="http://schemas.openxmlformats.org/drawingml/2006/main">
              <a:ext uri="{FF2B5EF4-FFF2-40B4-BE49-F238E27FC236}">
                <a16:creationId xmlns:a16="http://schemas.microsoft.com/office/drawing/2014/main" id="{63E3927B-4129-4B4B-A82A-E6457DAF77BB}"/>
              </a:ext>
            </a:extLst>
          </p:cNvPr>
          <p:cNvSpPr>
            <a:spLocks xmlns:a="http://schemas.openxmlformats.org/drawingml/2006/main" noGrp="1"/>
          </p:cNvSpPr>
          <p:nvPr/>
        </p:nvSpPr>
        <p:spPr>
          <a:xfrm xmlns:a="http://schemas.openxmlformats.org/drawingml/2006/main">
            <a:off x="661111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A0F4CCB0-1337-4A3B-9B8E-AFCBA00E3605}"/>
              </a:ext>
            </a:extLst>
          </p:cNvPr>
          <p:cNvSpPr>
            <a:spLocks xmlns:a="http://schemas.openxmlformats.org/drawingml/2006/main" noGrp="1"/>
          </p:cNvSpPr>
          <p:nvPr/>
        </p:nvSpPr>
        <p:spPr>
          <a:xfrm xmlns:a="http://schemas.openxmlformats.org/drawingml/2006/main">
            <a:off x="670255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3" name="Rectangle 32">
            <a:extLst xmlns:a="http://schemas.openxmlformats.org/drawingml/2006/main">
              <a:ext uri="{FF2B5EF4-FFF2-40B4-BE49-F238E27FC236}">
                <a16:creationId xmlns:a16="http://schemas.microsoft.com/office/drawing/2014/main" id="{76040660-A0C9-4282-8444-C1DA6E93CDFD}"/>
              </a:ext>
            </a:extLst>
          </p:cNvPr>
          <p:cNvSpPr>
            <a:spLocks xmlns:a="http://schemas.openxmlformats.org/drawingml/2006/main" noGrp="1"/>
          </p:cNvSpPr>
          <p:nvPr/>
        </p:nvSpPr>
        <p:spPr>
          <a:xfrm xmlns:a="http://schemas.openxmlformats.org/drawingml/2006/main">
            <a:off x="709574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5BE0B004-0CEB-40C1-A59B-D041D788843A}"/>
              </a:ext>
            </a:extLst>
          </p:cNvPr>
          <p:cNvSpPr>
            <a:spLocks xmlns:a="http://schemas.openxmlformats.org/drawingml/2006/main" noGrp="1"/>
          </p:cNvSpPr>
          <p:nvPr/>
        </p:nvSpPr>
        <p:spPr>
          <a:xfrm xmlns:a="http://schemas.openxmlformats.org/drawingml/2006/main">
            <a:off x="718718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35" name="Rectangle 34">
            <a:extLst xmlns:a="http://schemas.openxmlformats.org/drawingml/2006/main">
              <a:ext uri="{FF2B5EF4-FFF2-40B4-BE49-F238E27FC236}">
                <a16:creationId xmlns:a16="http://schemas.microsoft.com/office/drawing/2014/main" id="{5E5C4F6B-3DF2-4B2F-A3FA-2E2DECAB8E5A}"/>
              </a:ext>
            </a:extLst>
          </p:cNvPr>
          <p:cNvSpPr>
            <a:spLocks xmlns:a="http://schemas.openxmlformats.org/drawingml/2006/main" noGrp="1"/>
          </p:cNvSpPr>
          <p:nvPr/>
        </p:nvSpPr>
        <p:spPr>
          <a:xfrm xmlns:a="http://schemas.openxmlformats.org/drawingml/2006/main">
            <a:off x="758037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452A5CE1-EC6A-49E9-9469-4624DA87782B}"/>
              </a:ext>
            </a:extLst>
          </p:cNvPr>
          <p:cNvSpPr>
            <a:spLocks xmlns:a="http://schemas.openxmlformats.org/drawingml/2006/main" noGrp="1"/>
          </p:cNvSpPr>
          <p:nvPr/>
        </p:nvSpPr>
        <p:spPr>
          <a:xfrm xmlns:a="http://schemas.openxmlformats.org/drawingml/2006/main">
            <a:off x="767181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7" name="Rectangle 36">
            <a:extLst xmlns:a="http://schemas.openxmlformats.org/drawingml/2006/main">
              <a:ext uri="{FF2B5EF4-FFF2-40B4-BE49-F238E27FC236}">
                <a16:creationId xmlns:a16="http://schemas.microsoft.com/office/drawing/2014/main" id="{9842328A-17A3-44CF-A9A1-2904BA38A915}"/>
              </a:ext>
            </a:extLst>
          </p:cNvPr>
          <p:cNvSpPr>
            <a:spLocks xmlns:a="http://schemas.openxmlformats.org/drawingml/2006/main" noGrp="1"/>
          </p:cNvSpPr>
          <p:nvPr/>
        </p:nvSpPr>
        <p:spPr>
          <a:xfrm xmlns:a="http://schemas.openxmlformats.org/drawingml/2006/main">
            <a:off x="8065008"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DA95A6F8-2989-41BF-A6B6-B15A95D05C3A}"/>
              </a:ext>
            </a:extLst>
          </p:cNvPr>
          <p:cNvSpPr>
            <a:spLocks xmlns:a="http://schemas.openxmlformats.org/drawingml/2006/main" noGrp="1"/>
          </p:cNvSpPr>
          <p:nvPr/>
        </p:nvSpPr>
        <p:spPr>
          <a:xfrm xmlns:a="http://schemas.openxmlformats.org/drawingml/2006/main">
            <a:off x="8156448"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9" name="Rectangle 38">
            <a:extLst xmlns:a="http://schemas.openxmlformats.org/drawingml/2006/main">
              <a:ext uri="{FF2B5EF4-FFF2-40B4-BE49-F238E27FC236}">
                <a16:creationId xmlns:a16="http://schemas.microsoft.com/office/drawing/2014/main" id="{175E200A-E2C0-4854-8143-41AD044B2BFD}"/>
              </a:ext>
            </a:extLst>
          </p:cNvPr>
          <p:cNvSpPr>
            <a:spLocks xmlns:a="http://schemas.openxmlformats.org/drawingml/2006/main" noGrp="1"/>
          </p:cNvSpPr>
          <p:nvPr/>
        </p:nvSpPr>
        <p:spPr>
          <a:xfrm xmlns:a="http://schemas.openxmlformats.org/drawingml/2006/main">
            <a:off x="8549640"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86EDA7A1-D0C5-48AE-9F77-C22297DEBEA6}"/>
              </a:ext>
            </a:extLst>
          </p:cNvPr>
          <p:cNvSpPr>
            <a:spLocks xmlns:a="http://schemas.openxmlformats.org/drawingml/2006/main" noGrp="1"/>
          </p:cNvSpPr>
          <p:nvPr/>
        </p:nvSpPr>
        <p:spPr>
          <a:xfrm xmlns:a="http://schemas.openxmlformats.org/drawingml/2006/main">
            <a:off x="8641080"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1" name="Rectangle 40">
            <a:extLst xmlns:a="http://schemas.openxmlformats.org/drawingml/2006/main">
              <a:ext uri="{FF2B5EF4-FFF2-40B4-BE49-F238E27FC236}">
                <a16:creationId xmlns:a16="http://schemas.microsoft.com/office/drawing/2014/main" id="{9B1ECF8A-2609-4002-AEB8-AAC05E23B5E8}"/>
              </a:ext>
            </a:extLst>
          </p:cNvPr>
          <p:cNvSpPr>
            <a:spLocks xmlns:a="http://schemas.openxmlformats.org/drawingml/2006/main" noGrp="1"/>
          </p:cNvSpPr>
          <p:nvPr/>
        </p:nvSpPr>
        <p:spPr>
          <a:xfrm xmlns:a="http://schemas.openxmlformats.org/drawingml/2006/main">
            <a:off x="903427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03E3558A-AC41-4C91-A9D0-3C3C7FCFBBF2}"/>
              </a:ext>
            </a:extLst>
          </p:cNvPr>
          <p:cNvSpPr>
            <a:spLocks xmlns:a="http://schemas.openxmlformats.org/drawingml/2006/main" noGrp="1"/>
          </p:cNvSpPr>
          <p:nvPr/>
        </p:nvSpPr>
        <p:spPr>
          <a:xfrm xmlns:a="http://schemas.openxmlformats.org/drawingml/2006/main">
            <a:off x="912571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3" name="Rectangle 42">
            <a:extLst xmlns:a="http://schemas.openxmlformats.org/drawingml/2006/main">
              <a:ext uri="{FF2B5EF4-FFF2-40B4-BE49-F238E27FC236}">
                <a16:creationId xmlns:a16="http://schemas.microsoft.com/office/drawing/2014/main" id="{DBE6463C-5D61-4DFF-AD7D-FD335EFFA196}"/>
              </a:ext>
            </a:extLst>
          </p:cNvPr>
          <p:cNvSpPr>
            <a:spLocks xmlns:a="http://schemas.openxmlformats.org/drawingml/2006/main" noGrp="1"/>
          </p:cNvSpPr>
          <p:nvPr/>
        </p:nvSpPr>
        <p:spPr>
          <a:xfrm xmlns:a="http://schemas.openxmlformats.org/drawingml/2006/main">
            <a:off x="951890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AF3F32CD-8F53-482A-8C21-4DC31C7042E2}"/>
              </a:ext>
            </a:extLst>
          </p:cNvPr>
          <p:cNvSpPr>
            <a:spLocks xmlns:a="http://schemas.openxmlformats.org/drawingml/2006/main" noGrp="1"/>
          </p:cNvSpPr>
          <p:nvPr/>
        </p:nvSpPr>
        <p:spPr>
          <a:xfrm xmlns:a="http://schemas.openxmlformats.org/drawingml/2006/main">
            <a:off x="961034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5" name="Rectangle 44">
            <a:extLst xmlns:a="http://schemas.openxmlformats.org/drawingml/2006/main">
              <a:ext uri="{FF2B5EF4-FFF2-40B4-BE49-F238E27FC236}">
                <a16:creationId xmlns:a16="http://schemas.microsoft.com/office/drawing/2014/main" id="{7C294274-CCC6-4475-8269-4C9140634C83}"/>
              </a:ext>
            </a:extLst>
          </p:cNvPr>
          <p:cNvSpPr>
            <a:spLocks xmlns:a="http://schemas.openxmlformats.org/drawingml/2006/main" noGrp="1"/>
          </p:cNvSpPr>
          <p:nvPr/>
        </p:nvSpPr>
        <p:spPr>
          <a:xfrm xmlns:a="http://schemas.openxmlformats.org/drawingml/2006/main">
            <a:off x="1000353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3D5FABC6-B246-43B6-83F0-CD4A42BC7B67}"/>
              </a:ext>
            </a:extLst>
          </p:cNvPr>
          <p:cNvSpPr>
            <a:spLocks xmlns:a="http://schemas.openxmlformats.org/drawingml/2006/main" noGrp="1"/>
          </p:cNvSpPr>
          <p:nvPr/>
        </p:nvSpPr>
        <p:spPr>
          <a:xfrm xmlns:a="http://schemas.openxmlformats.org/drawingml/2006/main">
            <a:off x="1009497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7" name="TextBox 46">
            <a:extLst xmlns:a="http://schemas.openxmlformats.org/drawingml/2006/main">
              <a:ext uri="{FF2B5EF4-FFF2-40B4-BE49-F238E27FC236}">
                <a16:creationId xmlns:a16="http://schemas.microsoft.com/office/drawing/2014/main" id="{B3C28826-5AD3-4596-93CD-028FDC1E5E3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位数越多，一份未压缩样本数据所占的空间也越大。</a:t>
            </a:r>
          </a:p>
        </p:txBody>
      </p:sp>
      <p:sp>
        <p:nvSpPr>
          <p:cNvPr id="48" name="stored-byte-1">
            <a:extLst xmlns:a="http://schemas.openxmlformats.org/drawingml/2006/main">
              <a:ext uri="{FF2B5EF4-FFF2-40B4-BE49-F238E27FC236}">
                <a16:creationId xmlns:a16="http://schemas.microsoft.com/office/drawing/2014/main" id="{001A234D-5EE5-4873-B07C-63F3631BA36C}"/>
              </a:ext>
            </a:extLst>
          </p:cNvPr>
          <p:cNvSpPr>
            <a:spLocks xmlns:a="http://schemas.openxmlformats.org/drawingml/2006/main" noGrp="1"/>
          </p:cNvSpPr>
          <p:nvPr/>
        </p:nvSpPr>
        <p:spPr>
          <a:xfrm xmlns:a="http://schemas.openxmlformats.org/drawingml/2006/main">
            <a:off x="4762500" y="347662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49" name="stored-byte-2">
            <a:extLst xmlns:a="http://schemas.openxmlformats.org/drawingml/2006/main">
              <a:ext uri="{FF2B5EF4-FFF2-40B4-BE49-F238E27FC236}">
                <a16:creationId xmlns:a16="http://schemas.microsoft.com/office/drawing/2014/main" id="{56043AC1-060D-4471-9F12-C4F615967749}"/>
              </a:ext>
            </a:extLst>
          </p:cNvPr>
          <p:cNvSpPr>
            <a:spLocks xmlns:a="http://schemas.openxmlformats.org/drawingml/2006/main" noGrp="1"/>
          </p:cNvSpPr>
          <p:nvPr/>
        </p:nvSpPr>
        <p:spPr>
          <a:xfrm xmlns:a="http://schemas.openxmlformats.org/drawingml/2006/main">
            <a:off x="4762500" y="414337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50" name="stored-sample-bytes">
            <a:extLst xmlns:a="http://schemas.openxmlformats.org/drawingml/2006/main">
              <a:ext uri="{FF2B5EF4-FFF2-40B4-BE49-F238E27FC236}">
                <a16:creationId xmlns:a16="http://schemas.microsoft.com/office/drawing/2014/main" id="{B1C51193-68CB-4490-9290-E1427CDAE43D}"/>
              </a:ext>
            </a:extLst>
          </p:cNvPr>
          <p:cNvSpPr>
            <a:spLocks xmlns:a="http://schemas.openxmlformats.org/drawingml/2006/main" noGrp="1"/>
          </p:cNvSpPr>
          <p:nvPr/>
        </p:nvSpPr>
        <p:spPr>
          <a:xfrm xmlns:a="http://schemas.openxmlformats.org/drawingml/2006/main">
            <a:off x="6515100" y="5095875"/>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共16bit＝2B</a:t>
            </a:r>
          </a:p>
        </p:txBody>
      </p:sp>
    </p:spTree>
    <p:extLst>
      <p:ext uri="{BB962C8B-B14F-4D97-AF65-F5344CB8AC3E}">
        <p14:creationId xmlns:p14="http://schemas.microsoft.com/office/powerpoint/2010/main" val="76904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E1B6198-C83D-447C-8CED-26C71A3D30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1E5743D-2425-43B1-9D5C-2CCBA8C1573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C4D8DA9-7A0A-4E96-B833-128DFF4A5078}"/>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PCM样本和WAV文件，分别指什么？</a:t>
            </a:r>
          </a:p>
        </p:txBody>
      </p:sp>
      <p:sp>
        <p:nvSpPr>
          <p:cNvPr id="5" name="text">
            <a:extLst xmlns:a="http://schemas.openxmlformats.org/drawingml/2006/main">
              <a:ext uri="{FF2B5EF4-FFF2-40B4-BE49-F238E27FC236}">
                <a16:creationId xmlns:a16="http://schemas.microsoft.com/office/drawing/2014/main" id="{BEFEFCDC-29D4-40BE-B954-A68228EFD353}"/>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以装有PCM样本的WAV为例，示意不按字节比例绘制。</a:t>
            </a:r>
          </a:p>
        </p:txBody>
      </p:sp>
      <p:sp>
        <p:nvSpPr>
          <p:cNvPr id="6" name="wav-container">
            <a:extLst xmlns:a="http://schemas.openxmlformats.org/drawingml/2006/main">
              <a:ext uri="{FF2B5EF4-FFF2-40B4-BE49-F238E27FC236}">
                <a16:creationId xmlns:a16="http://schemas.microsoft.com/office/drawing/2014/main" id="{E3A44D92-DB1D-484C-8472-DBCF608D6678}"/>
              </a:ext>
            </a:extLst>
          </p:cNvPr>
          <p:cNvSpPr>
            <a:spLocks xmlns:a="http://schemas.openxmlformats.org/drawingml/2006/main" noGrp="1"/>
          </p:cNvSpPr>
          <p:nvPr/>
        </p:nvSpPr>
        <p:spPr>
          <a:xfrm xmlns:a="http://schemas.openxmlformats.org/drawingml/2006/main">
            <a:off x="609600" y="2762250"/>
            <a:ext cx="10972800" cy="205740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wav-label">
            <a:extLst xmlns:a="http://schemas.openxmlformats.org/drawingml/2006/main">
              <a:ext uri="{FF2B5EF4-FFF2-40B4-BE49-F238E27FC236}">
                <a16:creationId xmlns:a16="http://schemas.microsoft.com/office/drawing/2014/main" id="{1EE5292C-8607-4F05-8A73-B4C4617E0A1C}"/>
              </a:ext>
            </a:extLst>
          </p:cNvPr>
          <p:cNvSpPr>
            <a:spLocks xmlns:a="http://schemas.openxmlformats.org/drawingml/2006/main" noGrp="1"/>
          </p:cNvSpPr>
          <p:nvPr/>
        </p:nvSpPr>
        <p:spPr>
          <a:xfrm xmlns:a="http://schemas.openxmlformats.org/drawingml/2006/main">
            <a:off x="781050" y="24098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WAV文件</a:t>
            </a:r>
          </a:p>
        </p:txBody>
      </p:sp>
      <p:sp>
        <p:nvSpPr>
          <p:cNvPr id="8" name="description-block">
            <a:extLst xmlns:a="http://schemas.openxmlformats.org/drawingml/2006/main">
              <a:ext uri="{FF2B5EF4-FFF2-40B4-BE49-F238E27FC236}">
                <a16:creationId xmlns:a16="http://schemas.microsoft.com/office/drawing/2014/main" id="{8A738608-174E-4DEF-8D71-C325E6AF0C02}"/>
              </a:ext>
            </a:extLst>
          </p:cNvPr>
          <p:cNvSpPr>
            <a:spLocks xmlns:a="http://schemas.openxmlformats.org/drawingml/2006/main" noGrp="1"/>
          </p:cNvSpPr>
          <p:nvPr/>
        </p:nvSpPr>
        <p:spPr>
          <a:xfrm xmlns:a="http://schemas.openxmlformats.org/drawingml/2006/main">
            <a:off x="819150" y="3000375"/>
            <a:ext cx="3095625" cy="1571625"/>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9" name="metadata-label">
            <a:extLst xmlns:a="http://schemas.openxmlformats.org/drawingml/2006/main">
              <a:ext uri="{FF2B5EF4-FFF2-40B4-BE49-F238E27FC236}">
                <a16:creationId xmlns:a16="http://schemas.microsoft.com/office/drawing/2014/main" id="{F404EFCB-5E27-4F50-B608-EB1427AA278E}"/>
              </a:ext>
            </a:extLst>
          </p:cNvPr>
          <p:cNvSpPr>
            <a:spLocks xmlns:a="http://schemas.openxmlformats.org/drawingml/2006/main" noGrp="1"/>
          </p:cNvSpPr>
          <p:nvPr/>
        </p:nvSpPr>
        <p:spPr>
          <a:xfrm xmlns:a="http://schemas.openxmlformats.org/drawingml/2006/main">
            <a:off x="990600" y="3333750"/>
            <a:ext cx="27527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格式、采样率、声道</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及其他结构信息</a:t>
            </a:r>
          </a:p>
        </p:txBody>
      </p:sp>
      <p:sp>
        <p:nvSpPr>
          <p:cNvPr id="10" name="payload-label">
            <a:extLst xmlns:a="http://schemas.openxmlformats.org/drawingml/2006/main">
              <a:ext uri="{FF2B5EF4-FFF2-40B4-BE49-F238E27FC236}">
                <a16:creationId xmlns:a16="http://schemas.microsoft.com/office/drawing/2014/main" id="{A5D43B1E-2D34-4BB8-AF10-2EDD65F40C6B}"/>
              </a:ext>
            </a:extLst>
          </p:cNvPr>
          <p:cNvSpPr>
            <a:spLocks xmlns:a="http://schemas.openxmlformats.org/drawingml/2006/main" noGrp="1"/>
          </p:cNvSpPr>
          <p:nvPr/>
        </p:nvSpPr>
        <p:spPr>
          <a:xfrm xmlns:a="http://schemas.openxmlformats.org/drawingml/2006/main">
            <a:off x="4429125" y="2952750"/>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PCM样本数据</a:t>
            </a:r>
          </a:p>
        </p:txBody>
      </p:sp>
      <p:sp>
        <p:nvSpPr>
          <p:cNvPr id="11" name="pcm-byte-0">
            <a:extLst xmlns:a="http://schemas.openxmlformats.org/drawingml/2006/main">
              <a:ext uri="{FF2B5EF4-FFF2-40B4-BE49-F238E27FC236}">
                <a16:creationId xmlns:a16="http://schemas.microsoft.com/office/drawing/2014/main" id="{793D4102-C923-4BC1-87EC-755023539200}"/>
              </a:ext>
            </a:extLst>
          </p:cNvPr>
          <p:cNvSpPr>
            <a:spLocks xmlns:a="http://schemas.openxmlformats.org/drawingml/2006/main" noGrp="1"/>
          </p:cNvSpPr>
          <p:nvPr/>
        </p:nvSpPr>
        <p:spPr>
          <a:xfrm xmlns:a="http://schemas.openxmlformats.org/drawingml/2006/main">
            <a:off x="44291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2" name="byte-label-0">
            <a:extLst xmlns:a="http://schemas.openxmlformats.org/drawingml/2006/main">
              <a:ext uri="{FF2B5EF4-FFF2-40B4-BE49-F238E27FC236}">
                <a16:creationId xmlns:a16="http://schemas.microsoft.com/office/drawing/2014/main" id="{0AF40B99-1A40-48E6-A54A-0A4CC5AFA251}"/>
              </a:ext>
            </a:extLst>
          </p:cNvPr>
          <p:cNvSpPr>
            <a:spLocks xmlns:a="http://schemas.openxmlformats.org/drawingml/2006/main" noGrp="1"/>
          </p:cNvSpPr>
          <p:nvPr/>
        </p:nvSpPr>
        <p:spPr>
          <a:xfrm xmlns:a="http://schemas.openxmlformats.org/drawingml/2006/main">
            <a:off x="44291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B0</a:t>
            </a:r>
          </a:p>
        </p:txBody>
      </p:sp>
      <p:sp>
        <p:nvSpPr>
          <p:cNvPr id="13" name="pcm-byte-1">
            <a:extLst xmlns:a="http://schemas.openxmlformats.org/drawingml/2006/main">
              <a:ext uri="{FF2B5EF4-FFF2-40B4-BE49-F238E27FC236}">
                <a16:creationId xmlns:a16="http://schemas.microsoft.com/office/drawing/2014/main" id="{749FE42D-378C-47DA-9B45-343DDA0D706C}"/>
              </a:ext>
            </a:extLst>
          </p:cNvPr>
          <p:cNvSpPr>
            <a:spLocks xmlns:a="http://schemas.openxmlformats.org/drawingml/2006/main" noGrp="1"/>
          </p:cNvSpPr>
          <p:nvPr/>
        </p:nvSpPr>
        <p:spPr>
          <a:xfrm xmlns:a="http://schemas.openxmlformats.org/drawingml/2006/main">
            <a:off x="55340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4" name="byte-label-1">
            <a:extLst xmlns:a="http://schemas.openxmlformats.org/drawingml/2006/main">
              <a:ext uri="{FF2B5EF4-FFF2-40B4-BE49-F238E27FC236}">
                <a16:creationId xmlns:a16="http://schemas.microsoft.com/office/drawing/2014/main" id="{FAC4C0F3-3E92-448B-B81F-6612356D4A21}"/>
              </a:ext>
            </a:extLst>
          </p:cNvPr>
          <p:cNvSpPr>
            <a:spLocks xmlns:a="http://schemas.openxmlformats.org/drawingml/2006/main" noGrp="1"/>
          </p:cNvSpPr>
          <p:nvPr/>
        </p:nvSpPr>
        <p:spPr>
          <a:xfrm xmlns:a="http://schemas.openxmlformats.org/drawingml/2006/main">
            <a:off x="55340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B1</a:t>
            </a:r>
          </a:p>
        </p:txBody>
      </p:sp>
      <p:sp>
        <p:nvSpPr>
          <p:cNvPr id="15" name="pcm-byte-2">
            <a:extLst xmlns:a="http://schemas.openxmlformats.org/drawingml/2006/main">
              <a:ext uri="{FF2B5EF4-FFF2-40B4-BE49-F238E27FC236}">
                <a16:creationId xmlns:a16="http://schemas.microsoft.com/office/drawing/2014/main" id="{ECD3A2D2-CEA2-4E15-9B6D-B6FE792FDDA4}"/>
              </a:ext>
            </a:extLst>
          </p:cNvPr>
          <p:cNvSpPr>
            <a:spLocks xmlns:a="http://schemas.openxmlformats.org/drawingml/2006/main" noGrp="1"/>
          </p:cNvSpPr>
          <p:nvPr/>
        </p:nvSpPr>
        <p:spPr>
          <a:xfrm xmlns:a="http://schemas.openxmlformats.org/drawingml/2006/main">
            <a:off x="66389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6" name="byte-label-2">
            <a:extLst xmlns:a="http://schemas.openxmlformats.org/drawingml/2006/main">
              <a:ext uri="{FF2B5EF4-FFF2-40B4-BE49-F238E27FC236}">
                <a16:creationId xmlns:a16="http://schemas.microsoft.com/office/drawing/2014/main" id="{3175FE1F-87B3-4BD4-BF09-3EB4F6489C72}"/>
              </a:ext>
            </a:extLst>
          </p:cNvPr>
          <p:cNvSpPr>
            <a:spLocks xmlns:a="http://schemas.openxmlformats.org/drawingml/2006/main" noGrp="1"/>
          </p:cNvSpPr>
          <p:nvPr/>
        </p:nvSpPr>
        <p:spPr>
          <a:xfrm xmlns:a="http://schemas.openxmlformats.org/drawingml/2006/main">
            <a:off x="66389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B2</a:t>
            </a:r>
          </a:p>
        </p:txBody>
      </p:sp>
      <p:sp>
        <p:nvSpPr>
          <p:cNvPr id="17" name="pcm-byte-3">
            <a:extLst xmlns:a="http://schemas.openxmlformats.org/drawingml/2006/main">
              <a:ext uri="{FF2B5EF4-FFF2-40B4-BE49-F238E27FC236}">
                <a16:creationId xmlns:a16="http://schemas.microsoft.com/office/drawing/2014/main" id="{9175C011-CF04-480D-A56C-A0DEDE4F1355}"/>
              </a:ext>
            </a:extLst>
          </p:cNvPr>
          <p:cNvSpPr>
            <a:spLocks xmlns:a="http://schemas.openxmlformats.org/drawingml/2006/main" noGrp="1"/>
          </p:cNvSpPr>
          <p:nvPr/>
        </p:nvSpPr>
        <p:spPr>
          <a:xfrm xmlns:a="http://schemas.openxmlformats.org/drawingml/2006/main">
            <a:off x="77438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8" name="byte-label-3">
            <a:extLst xmlns:a="http://schemas.openxmlformats.org/drawingml/2006/main">
              <a:ext uri="{FF2B5EF4-FFF2-40B4-BE49-F238E27FC236}">
                <a16:creationId xmlns:a16="http://schemas.microsoft.com/office/drawing/2014/main" id="{1C22D9DD-2E76-4BEE-9EC9-23C30CB66F1E}"/>
              </a:ext>
            </a:extLst>
          </p:cNvPr>
          <p:cNvSpPr>
            <a:spLocks xmlns:a="http://schemas.openxmlformats.org/drawingml/2006/main" noGrp="1"/>
          </p:cNvSpPr>
          <p:nvPr/>
        </p:nvSpPr>
        <p:spPr>
          <a:xfrm xmlns:a="http://schemas.openxmlformats.org/drawingml/2006/main">
            <a:off x="77438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B3</a:t>
            </a:r>
          </a:p>
        </p:txBody>
      </p:sp>
      <p:sp>
        <p:nvSpPr>
          <p:cNvPr id="19" name="pcm-byte-4">
            <a:extLst xmlns:a="http://schemas.openxmlformats.org/drawingml/2006/main">
              <a:ext uri="{FF2B5EF4-FFF2-40B4-BE49-F238E27FC236}">
                <a16:creationId xmlns:a16="http://schemas.microsoft.com/office/drawing/2014/main" id="{2AB7BDA7-5889-4B0E-AA4E-60E0CCC1449D}"/>
              </a:ext>
            </a:extLst>
          </p:cNvPr>
          <p:cNvSpPr>
            <a:spLocks xmlns:a="http://schemas.openxmlformats.org/drawingml/2006/main" noGrp="1"/>
          </p:cNvSpPr>
          <p:nvPr/>
        </p:nvSpPr>
        <p:spPr>
          <a:xfrm xmlns:a="http://schemas.openxmlformats.org/drawingml/2006/main">
            <a:off x="88487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0" name="byte-label-4">
            <a:extLst xmlns:a="http://schemas.openxmlformats.org/drawingml/2006/main">
              <a:ext uri="{FF2B5EF4-FFF2-40B4-BE49-F238E27FC236}">
                <a16:creationId xmlns:a16="http://schemas.microsoft.com/office/drawing/2014/main" id="{434A3AD3-6D9E-4536-9482-D6C0D54F7A5A}"/>
              </a:ext>
            </a:extLst>
          </p:cNvPr>
          <p:cNvSpPr>
            <a:spLocks xmlns:a="http://schemas.openxmlformats.org/drawingml/2006/main" noGrp="1"/>
          </p:cNvSpPr>
          <p:nvPr/>
        </p:nvSpPr>
        <p:spPr>
          <a:xfrm xmlns:a="http://schemas.openxmlformats.org/drawingml/2006/main">
            <a:off x="88487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B4</a:t>
            </a:r>
          </a:p>
        </p:txBody>
      </p:sp>
      <p:sp>
        <p:nvSpPr>
          <p:cNvPr id="21" name="pcm-byte-5">
            <a:extLst xmlns:a="http://schemas.openxmlformats.org/drawingml/2006/main">
              <a:ext uri="{FF2B5EF4-FFF2-40B4-BE49-F238E27FC236}">
                <a16:creationId xmlns:a16="http://schemas.microsoft.com/office/drawing/2014/main" id="{DDDFB4C6-CD95-4620-B1A6-2DA9832EE564}"/>
              </a:ext>
            </a:extLst>
          </p:cNvPr>
          <p:cNvSpPr>
            <a:spLocks xmlns:a="http://schemas.openxmlformats.org/drawingml/2006/main" noGrp="1"/>
          </p:cNvSpPr>
          <p:nvPr/>
        </p:nvSpPr>
        <p:spPr>
          <a:xfrm xmlns:a="http://schemas.openxmlformats.org/drawingml/2006/main">
            <a:off x="99536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2" name="byte-label-5">
            <a:extLst xmlns:a="http://schemas.openxmlformats.org/drawingml/2006/main">
              <a:ext uri="{FF2B5EF4-FFF2-40B4-BE49-F238E27FC236}">
                <a16:creationId xmlns:a16="http://schemas.microsoft.com/office/drawing/2014/main" id="{34BC957C-9E10-4265-A2C5-D1A8B768323E}"/>
              </a:ext>
            </a:extLst>
          </p:cNvPr>
          <p:cNvSpPr>
            <a:spLocks xmlns:a="http://schemas.openxmlformats.org/drawingml/2006/main" noGrp="1"/>
          </p:cNvSpPr>
          <p:nvPr/>
        </p:nvSpPr>
        <p:spPr>
          <a:xfrm xmlns:a="http://schemas.openxmlformats.org/drawingml/2006/main">
            <a:off x="99536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B5</a:t>
            </a:r>
          </a:p>
        </p:txBody>
      </p:sp>
      <p:sp>
        <p:nvSpPr>
          <p:cNvPr id="23" name="text">
            <a:extLst xmlns:a="http://schemas.openxmlformats.org/drawingml/2006/main">
              <a:ext uri="{FF2B5EF4-FFF2-40B4-BE49-F238E27FC236}">
                <a16:creationId xmlns:a16="http://schemas.microsoft.com/office/drawing/2014/main" id="{6B70E712-DA9D-49A0-8493-22658641EE7F}"/>
              </a:ext>
            </a:extLst>
          </p:cNvPr>
          <p:cNvSpPr>
            <a:spLocks xmlns:a="http://schemas.openxmlformats.org/drawingml/2006/main" noGrp="1"/>
          </p:cNvSpPr>
          <p:nvPr/>
        </p:nvSpPr>
        <p:spPr>
          <a:xfrm xmlns:a="http://schemas.openxmlformats.org/drawingml/2006/main">
            <a:off x="609600" y="54673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样本数据量 + 文件结构，才是完整文件大小。</a:t>
            </a:r>
          </a:p>
        </p:txBody>
      </p:sp>
      <p:sp>
        <p:nvSpPr>
          <p:cNvPr id="24" name="byte-position-explanation">
            <a:extLst xmlns:a="http://schemas.openxmlformats.org/drawingml/2006/main">
              <a:ext uri="{FF2B5EF4-FFF2-40B4-BE49-F238E27FC236}">
                <a16:creationId xmlns:a16="http://schemas.microsoft.com/office/drawing/2014/main" id="{A5F2708F-0405-400B-9D94-F65A6F1A95DE}"/>
              </a:ext>
            </a:extLst>
          </p:cNvPr>
          <p:cNvSpPr>
            <a:spLocks xmlns:a="http://schemas.openxmlformats.org/drawingml/2006/main" noGrp="1"/>
          </p:cNvSpPr>
          <p:nvPr/>
        </p:nvSpPr>
        <p:spPr>
          <a:xfrm xmlns:a="http://schemas.openxmlformats.org/drawingml/2006/main">
            <a:off x="4429125" y="4933950"/>
            <a:ext cx="700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每个小框示意1 Byte，B0～B5是字节位置编号。</a:t>
            </a:r>
          </a:p>
        </p:txBody>
      </p:sp>
    </p:spTree>
    <p:extLst>
      <p:ext uri="{BB962C8B-B14F-4D97-AF65-F5344CB8AC3E}">
        <p14:creationId xmlns:p14="http://schemas.microsoft.com/office/powerpoint/2010/main" val="214676685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8FCF4D5-A8B5-4743-A05E-8282ADA6A5D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09B3F1-0230-4195-84AC-D6694B7F8E1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D863A18-63A0-4D00-80A2-6DBD6DF389E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播放时，数字样本怎样变成声音？</a:t>
            </a:r>
          </a:p>
        </p:txBody>
      </p:sp>
      <p:sp>
        <p:nvSpPr>
          <p:cNvPr id="5" name="Rectangle 4">
            <a:extLst xmlns:a="http://schemas.openxmlformats.org/drawingml/2006/main">
              <a:ext uri="{FF2B5EF4-FFF2-40B4-BE49-F238E27FC236}">
                <a16:creationId xmlns:a16="http://schemas.microsoft.com/office/drawing/2014/main" id="{46126858-0668-4689-8CA8-8FA259BBF6F6}"/>
              </a:ext>
            </a:extLst>
          </p:cNvPr>
          <p:cNvSpPr>
            <a:spLocks xmlns:a="http://schemas.openxmlformats.org/drawingml/2006/main" noGrp="1"/>
          </p:cNvSpPr>
          <p:nvPr/>
        </p:nvSpPr>
        <p:spPr>
          <a:xfrm xmlns:a="http://schemas.openxmlformats.org/drawingml/2006/main">
            <a:off x="70408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97CDAB6-40F9-4F79-A816-8D22A3F4561F}"/>
              </a:ext>
            </a:extLst>
          </p:cNvPr>
          <p:cNvSpPr>
            <a:spLocks xmlns:a="http://schemas.openxmlformats.org/drawingml/2006/main" noGrp="1"/>
          </p:cNvSpPr>
          <p:nvPr/>
        </p:nvSpPr>
        <p:spPr>
          <a:xfrm xmlns:a="http://schemas.openxmlformats.org/drawingml/2006/main">
            <a:off x="77724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数字样本</a:t>
            </a:r>
          </a:p>
        </p:txBody>
      </p:sp>
      <p:sp>
        <p:nvSpPr>
          <p:cNvPr id="7" name="Connector 6">
            <a:extLst xmlns:a="http://schemas.openxmlformats.org/drawingml/2006/main">
              <a:ext uri="{FF2B5EF4-FFF2-40B4-BE49-F238E27FC236}">
                <a16:creationId xmlns:a16="http://schemas.microsoft.com/office/drawing/2014/main" id="{C79455E5-D4A6-483D-B2A4-0FBEC4BDA6AA}"/>
              </a:ext>
            </a:extLst>
          </p:cNvPr>
          <p:cNvSpPr>
            <a:spLocks xmlns:a="http://schemas.openxmlformats.org/drawingml/2006/main" noGrp="1"/>
          </p:cNvSpPr>
          <p:nvPr/>
        </p:nvSpPr>
        <p:spPr>
          <a:xfrm xmlns:a="http://schemas.openxmlformats.org/drawingml/2006/main">
            <a:off x="318211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18154948-0D56-49F9-8046-6001CFD3A3EE}"/>
              </a:ext>
            </a:extLst>
          </p:cNvPr>
          <p:cNvSpPr>
            <a:spLocks xmlns:a="http://schemas.openxmlformats.org/drawingml/2006/main" noGrp="1"/>
          </p:cNvSpPr>
          <p:nvPr/>
        </p:nvSpPr>
        <p:spPr>
          <a:xfrm xmlns:a="http://schemas.openxmlformats.org/drawingml/2006/main">
            <a:off x="363016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839F1C1-5598-46F8-ACA0-82BCF3162EFA}"/>
              </a:ext>
            </a:extLst>
          </p:cNvPr>
          <p:cNvSpPr>
            <a:spLocks xmlns:a="http://schemas.openxmlformats.org/drawingml/2006/main" noGrp="1"/>
          </p:cNvSpPr>
          <p:nvPr/>
        </p:nvSpPr>
        <p:spPr>
          <a:xfrm xmlns:a="http://schemas.openxmlformats.org/drawingml/2006/main">
            <a:off x="370332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10" name="Connector 9">
            <a:extLst xmlns:a="http://schemas.openxmlformats.org/drawingml/2006/main">
              <a:ext uri="{FF2B5EF4-FFF2-40B4-BE49-F238E27FC236}">
                <a16:creationId xmlns:a16="http://schemas.microsoft.com/office/drawing/2014/main" id="{0F318466-91B8-44C7-A369-0D5183634EF0}"/>
              </a:ext>
            </a:extLst>
          </p:cNvPr>
          <p:cNvSpPr>
            <a:spLocks xmlns:a="http://schemas.openxmlformats.org/drawingml/2006/main" noGrp="1"/>
          </p:cNvSpPr>
          <p:nvPr/>
        </p:nvSpPr>
        <p:spPr>
          <a:xfrm xmlns:a="http://schemas.openxmlformats.org/drawingml/2006/main">
            <a:off x="610819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DC53D965-B191-4E35-ABD0-2334FF029648}"/>
              </a:ext>
            </a:extLst>
          </p:cNvPr>
          <p:cNvSpPr>
            <a:spLocks xmlns:a="http://schemas.openxmlformats.org/drawingml/2006/main" noGrp="1"/>
          </p:cNvSpPr>
          <p:nvPr/>
        </p:nvSpPr>
        <p:spPr>
          <a:xfrm xmlns:a="http://schemas.openxmlformats.org/drawingml/2006/main">
            <a:off x="655624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DE78A09-0D48-4DDB-BEE6-D56C83226269}"/>
              </a:ext>
            </a:extLst>
          </p:cNvPr>
          <p:cNvSpPr>
            <a:spLocks xmlns:a="http://schemas.openxmlformats.org/drawingml/2006/main" noGrp="1"/>
          </p:cNvSpPr>
          <p:nvPr/>
        </p:nvSpPr>
        <p:spPr>
          <a:xfrm xmlns:a="http://schemas.openxmlformats.org/drawingml/2006/main">
            <a:off x="662940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Connector 12">
            <a:extLst xmlns:a="http://schemas.openxmlformats.org/drawingml/2006/main">
              <a:ext uri="{FF2B5EF4-FFF2-40B4-BE49-F238E27FC236}">
                <a16:creationId xmlns:a16="http://schemas.microsoft.com/office/drawing/2014/main" id="{686F3817-1F74-4FFD-BDF8-33C1F82F1258}"/>
              </a:ext>
            </a:extLst>
          </p:cNvPr>
          <p:cNvSpPr>
            <a:spLocks xmlns:a="http://schemas.openxmlformats.org/drawingml/2006/main" noGrp="1"/>
          </p:cNvSpPr>
          <p:nvPr/>
        </p:nvSpPr>
        <p:spPr>
          <a:xfrm xmlns:a="http://schemas.openxmlformats.org/drawingml/2006/main">
            <a:off x="903427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FAD459EA-7619-4321-B104-086515F4FC7D}"/>
              </a:ext>
            </a:extLst>
          </p:cNvPr>
          <p:cNvSpPr>
            <a:spLocks xmlns:a="http://schemas.openxmlformats.org/drawingml/2006/main" noGrp="1"/>
          </p:cNvSpPr>
          <p:nvPr/>
        </p:nvSpPr>
        <p:spPr>
          <a:xfrm xmlns:a="http://schemas.openxmlformats.org/drawingml/2006/main">
            <a:off x="948232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7EF07DB-0257-4790-B5F9-45E7F4C76FFB}"/>
              </a:ext>
            </a:extLst>
          </p:cNvPr>
          <p:cNvSpPr>
            <a:spLocks xmlns:a="http://schemas.openxmlformats.org/drawingml/2006/main" noGrp="1"/>
          </p:cNvSpPr>
          <p:nvPr/>
        </p:nvSpPr>
        <p:spPr>
          <a:xfrm xmlns:a="http://schemas.openxmlformats.org/drawingml/2006/main">
            <a:off x="955548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扬声器</a:t>
            </a:r>
          </a:p>
        </p:txBody>
      </p:sp>
      <p:sp>
        <p:nvSpPr>
          <p:cNvPr id="16" name="TextBox 15">
            <a:extLst xmlns:a="http://schemas.openxmlformats.org/drawingml/2006/main">
              <a:ext uri="{FF2B5EF4-FFF2-40B4-BE49-F238E27FC236}">
                <a16:creationId xmlns:a16="http://schemas.microsoft.com/office/drawing/2014/main" id="{1976FAAB-2F1A-4E23-9234-53F58A758E4B}"/>
              </a:ext>
            </a:extLst>
          </p:cNvPr>
          <p:cNvSpPr>
            <a:spLocks xmlns:a="http://schemas.openxmlformats.org/drawingml/2006/main" noGrp="1"/>
          </p:cNvSpPr>
          <p:nvPr/>
        </p:nvSpPr>
        <p:spPr>
          <a:xfrm xmlns:a="http://schemas.openxmlformats.org/drawingml/2006/main">
            <a:off x="777240" y="48463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录音是模拟 → 数字；播放是数字 → 模拟。</a:t>
            </a:r>
          </a:p>
        </p:txBody>
      </p:sp>
    </p:spTree>
    <p:extLst>
      <p:ext uri="{BB962C8B-B14F-4D97-AF65-F5344CB8AC3E}">
        <p14:creationId xmlns:p14="http://schemas.microsoft.com/office/powerpoint/2010/main" val="149987924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081302-E86E-4DD4-BE29-900D5EC76C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FCE1200-A46A-481C-BF56-ED617301F61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B261AD3-FC44-4B35-B3F6-D02FCA0C5B6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声音数据量为什么与四个参数有关？</a:t>
            </a:r>
          </a:p>
        </p:txBody>
      </p:sp>
      <p:sp>
        <p:nvSpPr>
          <p:cNvPr id="5" name="TextBox 4">
            <a:extLst xmlns:a="http://schemas.openxmlformats.org/drawingml/2006/main">
              <a:ext uri="{FF2B5EF4-FFF2-40B4-BE49-F238E27FC236}">
                <a16:creationId xmlns:a16="http://schemas.microsoft.com/office/drawing/2014/main" id="{54463418-921A-43BF-AFE1-C8DD923875BB}"/>
              </a:ext>
            </a:extLst>
          </p:cNvPr>
          <p:cNvSpPr>
            <a:spLocks xmlns:a="http://schemas.openxmlformats.org/drawingml/2006/main" noGrp="1"/>
          </p:cNvSpPr>
          <p:nvPr/>
        </p:nvSpPr>
        <p:spPr>
          <a:xfrm xmlns:a="http://schemas.openxmlformats.org/drawingml/2006/main">
            <a:off x="822960"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采样率</a:t>
            </a:r>
          </a:p>
        </p:txBody>
      </p:sp>
      <p:sp>
        <p:nvSpPr>
          <p:cNvPr id="6" name="TextBox 5">
            <a:extLst xmlns:a="http://schemas.openxmlformats.org/drawingml/2006/main">
              <a:ext uri="{FF2B5EF4-FFF2-40B4-BE49-F238E27FC236}">
                <a16:creationId xmlns:a16="http://schemas.microsoft.com/office/drawing/2014/main" id="{CA8B768D-2DAD-42BE-B25A-82C50578B960}"/>
              </a:ext>
            </a:extLst>
          </p:cNvPr>
          <p:cNvSpPr>
            <a:spLocks xmlns:a="http://schemas.openxmlformats.org/drawingml/2006/main" noGrp="1"/>
          </p:cNvSpPr>
          <p:nvPr/>
        </p:nvSpPr>
        <p:spPr>
          <a:xfrm xmlns:a="http://schemas.openxmlformats.org/drawingml/2006/main">
            <a:off x="822960"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每秒几个样本</a:t>
            </a:r>
          </a:p>
        </p:txBody>
      </p:sp>
      <p:sp>
        <p:nvSpPr>
          <p:cNvPr id="7" name="TextBox 6">
            <a:extLst xmlns:a="http://schemas.openxmlformats.org/drawingml/2006/main">
              <a:ext uri="{FF2B5EF4-FFF2-40B4-BE49-F238E27FC236}">
                <a16:creationId xmlns:a16="http://schemas.microsoft.com/office/drawing/2014/main" id="{2E66B0A3-3DFA-45BA-BCEE-E9E40B9B32E2}"/>
              </a:ext>
            </a:extLst>
          </p:cNvPr>
          <p:cNvSpPr>
            <a:spLocks xmlns:a="http://schemas.openxmlformats.org/drawingml/2006/main" noGrp="1"/>
          </p:cNvSpPr>
          <p:nvPr/>
        </p:nvSpPr>
        <p:spPr>
          <a:xfrm xmlns:a="http://schemas.openxmlformats.org/drawingml/2006/main">
            <a:off x="6364224"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存储位宽</a:t>
            </a:r>
          </a:p>
        </p:txBody>
      </p:sp>
      <p:sp>
        <p:nvSpPr>
          <p:cNvPr id="8" name="TextBox 7">
            <a:extLst xmlns:a="http://schemas.openxmlformats.org/drawingml/2006/main">
              <a:ext uri="{FF2B5EF4-FFF2-40B4-BE49-F238E27FC236}">
                <a16:creationId xmlns:a16="http://schemas.microsoft.com/office/drawing/2014/main" id="{AB0391E5-D9D7-413B-8DEA-0E3C604FA269}"/>
              </a:ext>
            </a:extLst>
          </p:cNvPr>
          <p:cNvSpPr>
            <a:spLocks xmlns:a="http://schemas.openxmlformats.org/drawingml/2006/main" noGrp="1"/>
          </p:cNvSpPr>
          <p:nvPr/>
        </p:nvSpPr>
        <p:spPr>
          <a:xfrm xmlns:a="http://schemas.openxmlformats.org/drawingml/2006/main">
            <a:off x="6364224"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实际每样本占多少bit</a:t>
            </a:r>
          </a:p>
        </p:txBody>
      </p:sp>
      <p:sp>
        <p:nvSpPr>
          <p:cNvPr id="9" name="TextBox 8">
            <a:extLst xmlns:a="http://schemas.openxmlformats.org/drawingml/2006/main">
              <a:ext uri="{FF2B5EF4-FFF2-40B4-BE49-F238E27FC236}">
                <a16:creationId xmlns:a16="http://schemas.microsoft.com/office/drawing/2014/main" id="{88BD044E-32F3-43BB-B1B2-3A83D0EF8491}"/>
              </a:ext>
            </a:extLst>
          </p:cNvPr>
          <p:cNvSpPr>
            <a:spLocks xmlns:a="http://schemas.openxmlformats.org/drawingml/2006/main" noGrp="1"/>
          </p:cNvSpPr>
          <p:nvPr/>
        </p:nvSpPr>
        <p:spPr>
          <a:xfrm xmlns:a="http://schemas.openxmlformats.org/drawingml/2006/main">
            <a:off x="822960"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声道数</a:t>
            </a:r>
          </a:p>
        </p:txBody>
      </p:sp>
      <p:sp>
        <p:nvSpPr>
          <p:cNvPr id="10" name="TextBox 9">
            <a:extLst xmlns:a="http://schemas.openxmlformats.org/drawingml/2006/main">
              <a:ext uri="{FF2B5EF4-FFF2-40B4-BE49-F238E27FC236}">
                <a16:creationId xmlns:a16="http://schemas.microsoft.com/office/drawing/2014/main" id="{EC8E51FE-97BB-48A6-97CF-D6FD49598E38}"/>
              </a:ext>
            </a:extLst>
          </p:cNvPr>
          <p:cNvSpPr>
            <a:spLocks xmlns:a="http://schemas.openxmlformats.org/drawingml/2006/main" noGrp="1"/>
          </p:cNvSpPr>
          <p:nvPr/>
        </p:nvSpPr>
        <p:spPr>
          <a:xfrm xmlns:a="http://schemas.openxmlformats.org/drawingml/2006/main">
            <a:off x="822960"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同一时刻几路</a:t>
            </a:r>
          </a:p>
        </p:txBody>
      </p:sp>
      <p:sp>
        <p:nvSpPr>
          <p:cNvPr id="11" name="TextBox 10">
            <a:extLst xmlns:a="http://schemas.openxmlformats.org/drawingml/2006/main">
              <a:ext uri="{FF2B5EF4-FFF2-40B4-BE49-F238E27FC236}">
                <a16:creationId xmlns:a16="http://schemas.microsoft.com/office/drawing/2014/main" id="{2A098DBB-7E75-46A3-8FED-89395F02849C}"/>
              </a:ext>
            </a:extLst>
          </p:cNvPr>
          <p:cNvSpPr>
            <a:spLocks xmlns:a="http://schemas.openxmlformats.org/drawingml/2006/main" noGrp="1"/>
          </p:cNvSpPr>
          <p:nvPr/>
        </p:nvSpPr>
        <p:spPr>
          <a:xfrm xmlns:a="http://schemas.openxmlformats.org/drawingml/2006/main">
            <a:off x="6364224"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时长</a:t>
            </a:r>
          </a:p>
        </p:txBody>
      </p:sp>
      <p:sp>
        <p:nvSpPr>
          <p:cNvPr id="12" name="TextBox 11">
            <a:extLst xmlns:a="http://schemas.openxmlformats.org/drawingml/2006/main">
              <a:ext uri="{FF2B5EF4-FFF2-40B4-BE49-F238E27FC236}">
                <a16:creationId xmlns:a16="http://schemas.microsoft.com/office/drawing/2014/main" id="{A644918A-AFDA-4380-BE9E-5007FA02ACE2}"/>
              </a:ext>
            </a:extLst>
          </p:cNvPr>
          <p:cNvSpPr>
            <a:spLocks xmlns:a="http://schemas.openxmlformats.org/drawingml/2006/main" noGrp="1"/>
          </p:cNvSpPr>
          <p:nvPr/>
        </p:nvSpPr>
        <p:spPr>
          <a:xfrm xmlns:a="http://schemas.openxmlformats.org/drawingml/2006/main">
            <a:off x="6364224"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持续多少秒</a:t>
            </a:r>
          </a:p>
        </p:txBody>
      </p:sp>
    </p:spTree>
    <p:extLst>
      <p:ext uri="{BB962C8B-B14F-4D97-AF65-F5344CB8AC3E}">
        <p14:creationId xmlns:p14="http://schemas.microsoft.com/office/powerpoint/2010/main" val="1237310941"/>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85ACEAD-BD65-458E-8374-8D6CCD0FACB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483D794-CE4E-4B5B-893C-A344ECDDF0B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2AEE4A1-5E17-44FC-A009-85D8F8F4DDB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先数样本，再数bit，最后换成Byte</a:t>
            </a:r>
          </a:p>
        </p:txBody>
      </p:sp>
      <p:sp>
        <p:nvSpPr>
          <p:cNvPr id="5" name="TextBox 4">
            <a:extLst xmlns:a="http://schemas.openxmlformats.org/drawingml/2006/main">
              <a:ext uri="{FF2B5EF4-FFF2-40B4-BE49-F238E27FC236}">
                <a16:creationId xmlns:a16="http://schemas.microsoft.com/office/drawing/2014/main" id="{CA222C35-F473-48D0-A7F0-756065CDAFF7}"/>
              </a:ext>
            </a:extLst>
          </p:cNvPr>
          <p:cNvSpPr>
            <a:spLocks xmlns:a="http://schemas.openxmlformats.org/drawingml/2006/main" noGrp="1"/>
          </p:cNvSpPr>
          <p:nvPr/>
        </p:nvSpPr>
        <p:spPr>
          <a:xfrm xmlns:a="http://schemas.openxmlformats.org/drawingml/2006/main">
            <a:off x="822960" y="2076450"/>
            <a:ext cx="1078992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2 样本/秒 × 4 秒 × 1 声道 = 8 个样本</a:t>
            </a:r>
          </a:p>
        </p:txBody>
      </p:sp>
      <p:sp>
        <p:nvSpPr>
          <p:cNvPr id="6" name="Rectangle 5">
            <a:extLst xmlns:a="http://schemas.openxmlformats.org/drawingml/2006/main">
              <a:ext uri="{FF2B5EF4-FFF2-40B4-BE49-F238E27FC236}">
                <a16:creationId xmlns:a16="http://schemas.microsoft.com/office/drawing/2014/main" id="{C38ABDF1-0E25-46CA-8A3E-B6127CB9B413}"/>
              </a:ext>
            </a:extLst>
          </p:cNvPr>
          <p:cNvSpPr>
            <a:spLocks xmlns:a="http://schemas.openxmlformats.org/drawingml/2006/main" noGrp="1"/>
          </p:cNvSpPr>
          <p:nvPr/>
        </p:nvSpPr>
        <p:spPr>
          <a:xfrm xmlns:a="http://schemas.openxmlformats.org/drawingml/2006/main">
            <a:off x="94183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F466CB2-25A1-451A-936D-48199C10D9F1}"/>
              </a:ext>
            </a:extLst>
          </p:cNvPr>
          <p:cNvSpPr>
            <a:spLocks xmlns:a="http://schemas.openxmlformats.org/drawingml/2006/main" noGrp="1"/>
          </p:cNvSpPr>
          <p:nvPr/>
        </p:nvSpPr>
        <p:spPr>
          <a:xfrm xmlns:a="http://schemas.openxmlformats.org/drawingml/2006/main">
            <a:off x="106070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8" name="Rectangle 7">
            <a:extLst xmlns:a="http://schemas.openxmlformats.org/drawingml/2006/main">
              <a:ext uri="{FF2B5EF4-FFF2-40B4-BE49-F238E27FC236}">
                <a16:creationId xmlns:a16="http://schemas.microsoft.com/office/drawing/2014/main" id="{4C52E847-DBCE-45D1-AD2D-3355CFF51A66}"/>
              </a:ext>
            </a:extLst>
          </p:cNvPr>
          <p:cNvSpPr>
            <a:spLocks xmlns:a="http://schemas.openxmlformats.org/drawingml/2006/main" noGrp="1"/>
          </p:cNvSpPr>
          <p:nvPr/>
        </p:nvSpPr>
        <p:spPr>
          <a:xfrm xmlns:a="http://schemas.openxmlformats.org/drawingml/2006/main">
            <a:off x="2231136"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CA911DC-D749-4053-B49D-C18EAD1C06A4}"/>
              </a:ext>
            </a:extLst>
          </p:cNvPr>
          <p:cNvSpPr>
            <a:spLocks xmlns:a="http://schemas.openxmlformats.org/drawingml/2006/main" noGrp="1"/>
          </p:cNvSpPr>
          <p:nvPr/>
        </p:nvSpPr>
        <p:spPr>
          <a:xfrm xmlns:a="http://schemas.openxmlformats.org/drawingml/2006/main">
            <a:off x="235000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0" name="Rectangle 9">
            <a:extLst xmlns:a="http://schemas.openxmlformats.org/drawingml/2006/main">
              <a:ext uri="{FF2B5EF4-FFF2-40B4-BE49-F238E27FC236}">
                <a16:creationId xmlns:a16="http://schemas.microsoft.com/office/drawing/2014/main" id="{EE7AB331-4A84-40F5-924C-29BEECEC4D20}"/>
              </a:ext>
            </a:extLst>
          </p:cNvPr>
          <p:cNvSpPr>
            <a:spLocks xmlns:a="http://schemas.openxmlformats.org/drawingml/2006/main" noGrp="1"/>
          </p:cNvSpPr>
          <p:nvPr/>
        </p:nvSpPr>
        <p:spPr>
          <a:xfrm xmlns:a="http://schemas.openxmlformats.org/drawingml/2006/main">
            <a:off x="352043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60C4F071-56C6-48BA-8586-450A86884894}"/>
              </a:ext>
            </a:extLst>
          </p:cNvPr>
          <p:cNvSpPr>
            <a:spLocks xmlns:a="http://schemas.openxmlformats.org/drawingml/2006/main" noGrp="1"/>
          </p:cNvSpPr>
          <p:nvPr/>
        </p:nvSpPr>
        <p:spPr>
          <a:xfrm xmlns:a="http://schemas.openxmlformats.org/drawingml/2006/main">
            <a:off x="3639311"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2" name="Rectangle 11">
            <a:extLst xmlns:a="http://schemas.openxmlformats.org/drawingml/2006/main">
              <a:ext uri="{FF2B5EF4-FFF2-40B4-BE49-F238E27FC236}">
                <a16:creationId xmlns:a16="http://schemas.microsoft.com/office/drawing/2014/main" id="{6164B45A-DF45-4D45-891C-61B0A0E2B073}"/>
              </a:ext>
            </a:extLst>
          </p:cNvPr>
          <p:cNvSpPr>
            <a:spLocks xmlns:a="http://schemas.openxmlformats.org/drawingml/2006/main" noGrp="1"/>
          </p:cNvSpPr>
          <p:nvPr/>
        </p:nvSpPr>
        <p:spPr>
          <a:xfrm xmlns:a="http://schemas.openxmlformats.org/drawingml/2006/main">
            <a:off x="4809744"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68F53FF-826B-4C19-A5F0-E037997E39CE}"/>
              </a:ext>
            </a:extLst>
          </p:cNvPr>
          <p:cNvSpPr>
            <a:spLocks xmlns:a="http://schemas.openxmlformats.org/drawingml/2006/main" noGrp="1"/>
          </p:cNvSpPr>
          <p:nvPr/>
        </p:nvSpPr>
        <p:spPr>
          <a:xfrm xmlns:a="http://schemas.openxmlformats.org/drawingml/2006/main">
            <a:off x="4928616"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4" name="Rectangle 13">
            <a:extLst xmlns:a="http://schemas.openxmlformats.org/drawingml/2006/main">
              <a:ext uri="{FF2B5EF4-FFF2-40B4-BE49-F238E27FC236}">
                <a16:creationId xmlns:a16="http://schemas.microsoft.com/office/drawing/2014/main" id="{7CB55757-E4B5-451D-914C-88AB5020C7E3}"/>
              </a:ext>
            </a:extLst>
          </p:cNvPr>
          <p:cNvSpPr>
            <a:spLocks xmlns:a="http://schemas.openxmlformats.org/drawingml/2006/main" noGrp="1"/>
          </p:cNvSpPr>
          <p:nvPr/>
        </p:nvSpPr>
        <p:spPr>
          <a:xfrm xmlns:a="http://schemas.openxmlformats.org/drawingml/2006/main">
            <a:off x="6099048"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B54934C-F3A6-43CE-AC75-732F477B8F7F}"/>
              </a:ext>
            </a:extLst>
          </p:cNvPr>
          <p:cNvSpPr>
            <a:spLocks xmlns:a="http://schemas.openxmlformats.org/drawingml/2006/main" noGrp="1"/>
          </p:cNvSpPr>
          <p:nvPr/>
        </p:nvSpPr>
        <p:spPr>
          <a:xfrm xmlns:a="http://schemas.openxmlformats.org/drawingml/2006/main">
            <a:off x="6217920"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6" name="Rectangle 15">
            <a:extLst xmlns:a="http://schemas.openxmlformats.org/drawingml/2006/main">
              <a:ext uri="{FF2B5EF4-FFF2-40B4-BE49-F238E27FC236}">
                <a16:creationId xmlns:a16="http://schemas.microsoft.com/office/drawing/2014/main" id="{8017E0A5-3442-45AF-A91D-BF010999F5B9}"/>
              </a:ext>
            </a:extLst>
          </p:cNvPr>
          <p:cNvSpPr>
            <a:spLocks xmlns:a="http://schemas.openxmlformats.org/drawingml/2006/main" noGrp="1"/>
          </p:cNvSpPr>
          <p:nvPr/>
        </p:nvSpPr>
        <p:spPr>
          <a:xfrm xmlns:a="http://schemas.openxmlformats.org/drawingml/2006/main">
            <a:off x="738835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0169B95-F358-4396-A184-5641B18D553D}"/>
              </a:ext>
            </a:extLst>
          </p:cNvPr>
          <p:cNvSpPr>
            <a:spLocks xmlns:a="http://schemas.openxmlformats.org/drawingml/2006/main" noGrp="1"/>
          </p:cNvSpPr>
          <p:nvPr/>
        </p:nvSpPr>
        <p:spPr>
          <a:xfrm xmlns:a="http://schemas.openxmlformats.org/drawingml/2006/main">
            <a:off x="750722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8" name="Rectangle 17">
            <a:extLst xmlns:a="http://schemas.openxmlformats.org/drawingml/2006/main">
              <a:ext uri="{FF2B5EF4-FFF2-40B4-BE49-F238E27FC236}">
                <a16:creationId xmlns:a16="http://schemas.microsoft.com/office/drawing/2014/main" id="{1CC848D8-D4A3-4D04-BBE2-D9D16F968991}"/>
              </a:ext>
            </a:extLst>
          </p:cNvPr>
          <p:cNvSpPr>
            <a:spLocks xmlns:a="http://schemas.openxmlformats.org/drawingml/2006/main" noGrp="1"/>
          </p:cNvSpPr>
          <p:nvPr/>
        </p:nvSpPr>
        <p:spPr>
          <a:xfrm xmlns:a="http://schemas.openxmlformats.org/drawingml/2006/main">
            <a:off x="8677655"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3DD43CA4-4CDA-4163-8D53-968E606B09BC}"/>
              </a:ext>
            </a:extLst>
          </p:cNvPr>
          <p:cNvSpPr>
            <a:spLocks xmlns:a="http://schemas.openxmlformats.org/drawingml/2006/main" noGrp="1"/>
          </p:cNvSpPr>
          <p:nvPr/>
        </p:nvSpPr>
        <p:spPr>
          <a:xfrm xmlns:a="http://schemas.openxmlformats.org/drawingml/2006/main">
            <a:off x="879652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0" name="Rectangle 19">
            <a:extLst xmlns:a="http://schemas.openxmlformats.org/drawingml/2006/main">
              <a:ext uri="{FF2B5EF4-FFF2-40B4-BE49-F238E27FC236}">
                <a16:creationId xmlns:a16="http://schemas.microsoft.com/office/drawing/2014/main" id="{9FDB4B15-172C-4E16-A637-E4911200AB30}"/>
              </a:ext>
            </a:extLst>
          </p:cNvPr>
          <p:cNvSpPr>
            <a:spLocks xmlns:a="http://schemas.openxmlformats.org/drawingml/2006/main" noGrp="1"/>
          </p:cNvSpPr>
          <p:nvPr/>
        </p:nvSpPr>
        <p:spPr>
          <a:xfrm xmlns:a="http://schemas.openxmlformats.org/drawingml/2006/main">
            <a:off x="996695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3DD44E37-4E79-4AC6-9FC3-27BEF79CA0ED}"/>
              </a:ext>
            </a:extLst>
          </p:cNvPr>
          <p:cNvSpPr>
            <a:spLocks xmlns:a="http://schemas.openxmlformats.org/drawingml/2006/main" noGrp="1"/>
          </p:cNvSpPr>
          <p:nvPr/>
        </p:nvSpPr>
        <p:spPr>
          <a:xfrm xmlns:a="http://schemas.openxmlformats.org/drawingml/2006/main">
            <a:off x="10085832"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2" name="TextBox 21">
            <a:extLst xmlns:a="http://schemas.openxmlformats.org/drawingml/2006/main">
              <a:ext uri="{FF2B5EF4-FFF2-40B4-BE49-F238E27FC236}">
                <a16:creationId xmlns:a16="http://schemas.microsoft.com/office/drawing/2014/main" id="{04E3ABDC-8723-43B3-962B-2F2015466408}"/>
              </a:ext>
            </a:extLst>
          </p:cNvPr>
          <p:cNvSpPr>
            <a:spLocks xmlns:a="http://schemas.openxmlformats.org/drawingml/2006/main" noGrp="1"/>
          </p:cNvSpPr>
          <p:nvPr/>
        </p:nvSpPr>
        <p:spPr>
          <a:xfrm xmlns:a="http://schemas.openxmlformats.org/drawingml/2006/main">
            <a:off x="832104" y="4389120"/>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007C9B"/>
                </a:solidFill>
                <a:latin typeface="Alibaba PuHuiTi 3.0 115 Black"/>
                <a:ea typeface="Alibaba PuHuiTi 3.0 115 Black"/>
                <a:cs typeface="Alibaba PuHuiTi 3.0 115 Black"/>
              </a:defRPr>
            </a:pPr>
            <a:r>
              <a:rPr sz="2700" b="1">
                <a:solidFill>
                  <a:srgbClr val="007C9B"/>
                </a:solidFill>
                <a:latin typeface="Alibaba PuHuiTi 3.0 115 Black"/>
                <a:ea typeface="Alibaba PuHuiTi 3.0 115 Black"/>
                <a:cs typeface="Alibaba PuHuiTi 3.0 115 Black"/>
              </a:rPr>
              <a:t>8 个样本 × 3 bit = 24 bit = 3 Byte</a:t>
            </a:r>
          </a:p>
        </p:txBody>
      </p:sp>
      <p:sp>
        <p:nvSpPr>
          <p:cNvPr id="23" name="TextBox 22">
            <a:extLst xmlns:a="http://schemas.openxmlformats.org/drawingml/2006/main">
              <a:ext uri="{FF2B5EF4-FFF2-40B4-BE49-F238E27FC236}">
                <a16:creationId xmlns:a16="http://schemas.microsoft.com/office/drawing/2014/main" id="{228D9069-CDDE-4666-91A6-16BE6C51E39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不同声道要各自记录样本；声道数翻倍，未压缩样本数据量也翻倍。</a:t>
            </a:r>
          </a:p>
        </p:txBody>
      </p:sp>
      <p:sp>
        <p:nvSpPr>
          <p:cNvPr id="24" name="packed-model-condition">
            <a:extLst xmlns:a="http://schemas.openxmlformats.org/drawingml/2006/main">
              <a:ext uri="{FF2B5EF4-FFF2-40B4-BE49-F238E27FC236}">
                <a16:creationId xmlns:a16="http://schemas.microsoft.com/office/drawing/2014/main" id="{3EC7DFC6-2787-4CD5-9AB6-6152ADFCA1AC}"/>
              </a:ext>
            </a:extLst>
          </p:cNvPr>
          <p:cNvSpPr>
            <a:spLocks xmlns:a="http://schemas.openxmlformats.org/drawingml/2006/main" noGrp="1"/>
          </p:cNvSpPr>
          <p:nvPr/>
        </p:nvSpPr>
        <p:spPr>
          <a:xfrm xmlns:a="http://schemas.openxmlformats.org/drawingml/2006/main">
            <a:off x="609600" y="1485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3bit教学模型：码字连续打包；不是实际16bit PCM文件。</a:t>
            </a:r>
          </a:p>
        </p:txBody>
      </p:sp>
    </p:spTree>
    <p:extLst>
      <p:ext uri="{BB962C8B-B14F-4D97-AF65-F5344CB8AC3E}">
        <p14:creationId xmlns:p14="http://schemas.microsoft.com/office/powerpoint/2010/main" val="98865544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1F3E7FD-73DA-4844-944C-2285F0FB77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7D42B4A-3AE5-4F03-82DD-F0B6DBDA58B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F6CCA1E-E55B-46D0-A61E-695D806BB50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这段PCM，共要保存多少Byte？</a:t>
            </a:r>
          </a:p>
        </p:txBody>
      </p:sp>
      <p:sp>
        <p:nvSpPr>
          <p:cNvPr id="5" name="text">
            <a:extLst xmlns:a="http://schemas.openxmlformats.org/drawingml/2006/main">
              <a:ext uri="{FF2B5EF4-FFF2-40B4-BE49-F238E27FC236}">
                <a16:creationId xmlns:a16="http://schemas.microsoft.com/office/drawing/2014/main" id="{A10C58DC-E2B8-48B5-8317-E9DFC7B4737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Hz、16 bit、双声道、2 s；计算未压缩PCM样本数据。</a:t>
            </a:r>
          </a:p>
        </p:txBody>
      </p:sp>
      <p:sp>
        <p:nvSpPr>
          <p:cNvPr id="6" name="text">
            <a:extLst xmlns:a="http://schemas.openxmlformats.org/drawingml/2006/main">
              <a:ext uri="{FF2B5EF4-FFF2-40B4-BE49-F238E27FC236}">
                <a16:creationId xmlns:a16="http://schemas.microsoft.com/office/drawing/2014/main" id="{C4D11F7B-2B54-4CDC-A562-479FB10FBE93}"/>
              </a:ext>
            </a:extLst>
          </p:cNvPr>
          <p:cNvSpPr>
            <a:spLocks xmlns:a="http://schemas.openxmlformats.org/drawingml/2006/main" noGrp="1"/>
          </p:cNvSpPr>
          <p:nvPr/>
        </p:nvSpPr>
        <p:spPr>
          <a:xfrm xmlns:a="http://schemas.openxmlformats.org/drawingml/2006/main">
            <a:off x="609600" y="21050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 [0,2) 内采样，从0 s开始；不计文件结构。</a:t>
            </a:r>
          </a:p>
        </p:txBody>
      </p:sp>
      <p:sp>
        <p:nvSpPr>
          <p:cNvPr id="7" name="text">
            <a:extLst xmlns:a="http://schemas.openxmlformats.org/drawingml/2006/main">
              <a:ext uri="{FF2B5EF4-FFF2-40B4-BE49-F238E27FC236}">
                <a16:creationId xmlns:a16="http://schemas.microsoft.com/office/drawing/2014/main" id="{D9EE0AF4-15C3-4821-A2C0-C1DA898EA156}"/>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请先画出记录次数，再算每次要存多少Byte。</a:t>
            </a:r>
          </a:p>
        </p:txBody>
      </p:sp>
    </p:spTree>
    <p:extLst>
      <p:ext uri="{BB962C8B-B14F-4D97-AF65-F5344CB8AC3E}">
        <p14:creationId xmlns:p14="http://schemas.microsoft.com/office/powerpoint/2010/main" val="50106825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1F3E7FD-73DA-4844-944C-2285F0FB77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7D42B4A-3AE5-4F03-82DD-F0B6DBDA58B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F6CCA1E-E55B-46D0-A61E-695D806BB50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这段PCM，共要保存多少Byte？</a:t>
            </a:r>
          </a:p>
        </p:txBody>
      </p:sp>
      <p:sp>
        <p:nvSpPr>
          <p:cNvPr id="5" name="text">
            <a:extLst xmlns:a="http://schemas.openxmlformats.org/drawingml/2006/main">
              <a:ext uri="{FF2B5EF4-FFF2-40B4-BE49-F238E27FC236}">
                <a16:creationId xmlns:a16="http://schemas.microsoft.com/office/drawing/2014/main" id="{A10C58DC-E2B8-48B5-8317-E9DFC7B4737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Hz、16 bit、双声道、2 s；计算未压缩PCM样本数据。</a:t>
            </a:r>
          </a:p>
        </p:txBody>
      </p:sp>
      <p:sp>
        <p:nvSpPr>
          <p:cNvPr id="6" name="text">
            <a:extLst xmlns:a="http://schemas.openxmlformats.org/drawingml/2006/main">
              <a:ext uri="{FF2B5EF4-FFF2-40B4-BE49-F238E27FC236}">
                <a16:creationId xmlns:a16="http://schemas.microsoft.com/office/drawing/2014/main" id="{C4D11F7B-2B54-4CDC-A562-479FB10FBE93}"/>
              </a:ext>
            </a:extLst>
          </p:cNvPr>
          <p:cNvSpPr>
            <a:spLocks xmlns:a="http://schemas.openxmlformats.org/drawingml/2006/main" noGrp="1"/>
          </p:cNvSpPr>
          <p:nvPr/>
        </p:nvSpPr>
        <p:spPr>
          <a:xfrm xmlns:a="http://schemas.openxmlformats.org/drawingml/2006/main">
            <a:off x="609600" y="21050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 [0,2) 内采样，从0 s开始；不计文件结构。</a:t>
            </a:r>
          </a:p>
        </p:txBody>
      </p:sp>
      <p:sp>
        <p:nvSpPr>
          <p:cNvPr id="7" name="text">
            <a:extLst xmlns:a="http://schemas.openxmlformats.org/drawingml/2006/main">
              <a:ext uri="{FF2B5EF4-FFF2-40B4-BE49-F238E27FC236}">
                <a16:creationId xmlns:a16="http://schemas.microsoft.com/office/drawing/2014/main" id="{D9EE0AF4-15C3-4821-A2C0-C1DA898EA156}"/>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请先画出记录次数，再算每次要存多少Byte。</a:t>
            </a:r>
          </a:p>
        </p:txBody>
      </p:sp>
      <p:sp>
        <p:nvSpPr>
          <p:cNvPr id="8" name="pcm-time-0">
            <a:extLst xmlns:a="http://schemas.openxmlformats.org/drawingml/2006/main">
              <a:ext uri="{FF2B5EF4-FFF2-40B4-BE49-F238E27FC236}">
                <a16:creationId xmlns:a16="http://schemas.microsoft.com/office/drawing/2014/main" id="{F77EA3A1-0EE0-4A0B-ACB0-91B4D387A195}"/>
              </a:ext>
            </a:extLst>
          </p:cNvPr>
          <p:cNvSpPr>
            <a:spLocks xmlns:a="http://schemas.openxmlformats.org/drawingml/2006/main" noGrp="1"/>
          </p:cNvSpPr>
          <p:nvPr/>
        </p:nvSpPr>
        <p:spPr>
          <a:xfrm xmlns:a="http://schemas.openxmlformats.org/drawingml/2006/main">
            <a:off x="3524250" y="26289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0 s</a:t>
            </a:r>
          </a:p>
        </p:txBody>
      </p:sp>
      <p:sp>
        <p:nvSpPr>
          <p:cNvPr id="9" name="pcm-cell-0-0">
            <a:extLst xmlns:a="http://schemas.openxmlformats.org/drawingml/2006/main">
              <a:ext uri="{FF2B5EF4-FFF2-40B4-BE49-F238E27FC236}">
                <a16:creationId xmlns:a16="http://schemas.microsoft.com/office/drawing/2014/main" id="{6D176570-D3F5-4BD7-9C7F-4EF43063AFD1}"/>
              </a:ext>
            </a:extLst>
          </p:cNvPr>
          <p:cNvSpPr>
            <a:spLocks xmlns:a="http://schemas.openxmlformats.org/drawingml/2006/main" noGrp="1"/>
          </p:cNvSpPr>
          <p:nvPr/>
        </p:nvSpPr>
        <p:spPr>
          <a:xfrm xmlns:a="http://schemas.openxmlformats.org/drawingml/2006/main">
            <a:off x="3524250" y="322897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0" name="pcm-bytes-0-0">
            <a:extLst xmlns:a="http://schemas.openxmlformats.org/drawingml/2006/main">
              <a:ext uri="{FF2B5EF4-FFF2-40B4-BE49-F238E27FC236}">
                <a16:creationId xmlns:a16="http://schemas.microsoft.com/office/drawing/2014/main" id="{8BFCD8CA-01D8-4258-A366-7CABD388EA77}"/>
              </a:ext>
            </a:extLst>
          </p:cNvPr>
          <p:cNvSpPr>
            <a:spLocks xmlns:a="http://schemas.openxmlformats.org/drawingml/2006/main" noGrp="1"/>
          </p:cNvSpPr>
          <p:nvPr/>
        </p:nvSpPr>
        <p:spPr>
          <a:xfrm xmlns:a="http://schemas.openxmlformats.org/drawingml/2006/main">
            <a:off x="3524250" y="33242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11" name="pcm-cell-1-0">
            <a:extLst xmlns:a="http://schemas.openxmlformats.org/drawingml/2006/main">
              <a:ext uri="{FF2B5EF4-FFF2-40B4-BE49-F238E27FC236}">
                <a16:creationId xmlns:a16="http://schemas.microsoft.com/office/drawing/2014/main" id="{29CF3761-4519-419F-99DF-2B67B0F4B848}"/>
              </a:ext>
            </a:extLst>
          </p:cNvPr>
          <p:cNvSpPr>
            <a:spLocks xmlns:a="http://schemas.openxmlformats.org/drawingml/2006/main" noGrp="1"/>
          </p:cNvSpPr>
          <p:nvPr/>
        </p:nvSpPr>
        <p:spPr>
          <a:xfrm xmlns:a="http://schemas.openxmlformats.org/drawingml/2006/main">
            <a:off x="3524250" y="420052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2" name="pcm-bytes-1-0">
            <a:extLst xmlns:a="http://schemas.openxmlformats.org/drawingml/2006/main">
              <a:ext uri="{FF2B5EF4-FFF2-40B4-BE49-F238E27FC236}">
                <a16:creationId xmlns:a16="http://schemas.microsoft.com/office/drawing/2014/main" id="{376E2357-98EB-49E7-9DBC-7A4C2C7F2AFB}"/>
              </a:ext>
            </a:extLst>
          </p:cNvPr>
          <p:cNvSpPr>
            <a:spLocks xmlns:a="http://schemas.openxmlformats.org/drawingml/2006/main" noGrp="1"/>
          </p:cNvSpPr>
          <p:nvPr/>
        </p:nvSpPr>
        <p:spPr>
          <a:xfrm xmlns:a="http://schemas.openxmlformats.org/drawingml/2006/main">
            <a:off x="3524250" y="429577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13" name="pcm-time-1">
            <a:extLst xmlns:a="http://schemas.openxmlformats.org/drawingml/2006/main">
              <a:ext uri="{FF2B5EF4-FFF2-40B4-BE49-F238E27FC236}">
                <a16:creationId xmlns:a16="http://schemas.microsoft.com/office/drawing/2014/main" id="{984657D4-18FB-41CF-873D-C530C9BD6973}"/>
              </a:ext>
            </a:extLst>
          </p:cNvPr>
          <p:cNvSpPr>
            <a:spLocks xmlns:a="http://schemas.openxmlformats.org/drawingml/2006/main" noGrp="1"/>
          </p:cNvSpPr>
          <p:nvPr/>
        </p:nvSpPr>
        <p:spPr>
          <a:xfrm xmlns:a="http://schemas.openxmlformats.org/drawingml/2006/main">
            <a:off x="5524500" y="26289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0.5 s</a:t>
            </a:r>
          </a:p>
        </p:txBody>
      </p:sp>
      <p:sp>
        <p:nvSpPr>
          <p:cNvPr id="14" name="pcm-cell-0-1">
            <a:extLst xmlns:a="http://schemas.openxmlformats.org/drawingml/2006/main">
              <a:ext uri="{FF2B5EF4-FFF2-40B4-BE49-F238E27FC236}">
                <a16:creationId xmlns:a16="http://schemas.microsoft.com/office/drawing/2014/main" id="{17E20D18-5ACB-436F-BE44-6EB02505C603}"/>
              </a:ext>
            </a:extLst>
          </p:cNvPr>
          <p:cNvSpPr>
            <a:spLocks xmlns:a="http://schemas.openxmlformats.org/drawingml/2006/main" noGrp="1"/>
          </p:cNvSpPr>
          <p:nvPr/>
        </p:nvSpPr>
        <p:spPr>
          <a:xfrm xmlns:a="http://schemas.openxmlformats.org/drawingml/2006/main">
            <a:off x="5524500" y="322897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5" name="pcm-bytes-0-1">
            <a:extLst xmlns:a="http://schemas.openxmlformats.org/drawingml/2006/main">
              <a:ext uri="{FF2B5EF4-FFF2-40B4-BE49-F238E27FC236}">
                <a16:creationId xmlns:a16="http://schemas.microsoft.com/office/drawing/2014/main" id="{44ED17A8-F7DA-4208-990E-9B7416E582FE}"/>
              </a:ext>
            </a:extLst>
          </p:cNvPr>
          <p:cNvSpPr>
            <a:spLocks xmlns:a="http://schemas.openxmlformats.org/drawingml/2006/main" noGrp="1"/>
          </p:cNvSpPr>
          <p:nvPr/>
        </p:nvSpPr>
        <p:spPr>
          <a:xfrm xmlns:a="http://schemas.openxmlformats.org/drawingml/2006/main">
            <a:off x="5524500" y="33242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16" name="pcm-cell-1-1">
            <a:extLst xmlns:a="http://schemas.openxmlformats.org/drawingml/2006/main">
              <a:ext uri="{FF2B5EF4-FFF2-40B4-BE49-F238E27FC236}">
                <a16:creationId xmlns:a16="http://schemas.microsoft.com/office/drawing/2014/main" id="{6412FC1A-7E0C-48BC-9192-59D23F3BA2CC}"/>
              </a:ext>
            </a:extLst>
          </p:cNvPr>
          <p:cNvSpPr>
            <a:spLocks xmlns:a="http://schemas.openxmlformats.org/drawingml/2006/main" noGrp="1"/>
          </p:cNvSpPr>
          <p:nvPr/>
        </p:nvSpPr>
        <p:spPr>
          <a:xfrm xmlns:a="http://schemas.openxmlformats.org/drawingml/2006/main">
            <a:off x="5524500" y="420052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7" name="pcm-bytes-1-1">
            <a:extLst xmlns:a="http://schemas.openxmlformats.org/drawingml/2006/main">
              <a:ext uri="{FF2B5EF4-FFF2-40B4-BE49-F238E27FC236}">
                <a16:creationId xmlns:a16="http://schemas.microsoft.com/office/drawing/2014/main" id="{B3A3FF8A-FDA6-489F-8466-B9F3E298E596}"/>
              </a:ext>
            </a:extLst>
          </p:cNvPr>
          <p:cNvSpPr>
            <a:spLocks xmlns:a="http://schemas.openxmlformats.org/drawingml/2006/main" noGrp="1"/>
          </p:cNvSpPr>
          <p:nvPr/>
        </p:nvSpPr>
        <p:spPr>
          <a:xfrm xmlns:a="http://schemas.openxmlformats.org/drawingml/2006/main">
            <a:off x="5524500" y="429577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18" name="pcm-time-2">
            <a:extLst xmlns:a="http://schemas.openxmlformats.org/drawingml/2006/main">
              <a:ext uri="{FF2B5EF4-FFF2-40B4-BE49-F238E27FC236}">
                <a16:creationId xmlns:a16="http://schemas.microsoft.com/office/drawing/2014/main" id="{0AA2F4A7-2BF9-4352-BD45-5D404062E024}"/>
              </a:ext>
            </a:extLst>
          </p:cNvPr>
          <p:cNvSpPr>
            <a:spLocks xmlns:a="http://schemas.openxmlformats.org/drawingml/2006/main" noGrp="1"/>
          </p:cNvSpPr>
          <p:nvPr/>
        </p:nvSpPr>
        <p:spPr>
          <a:xfrm xmlns:a="http://schemas.openxmlformats.org/drawingml/2006/main">
            <a:off x="7524750" y="26289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1 s</a:t>
            </a:r>
          </a:p>
        </p:txBody>
      </p:sp>
      <p:sp>
        <p:nvSpPr>
          <p:cNvPr id="19" name="pcm-cell-0-2">
            <a:extLst xmlns:a="http://schemas.openxmlformats.org/drawingml/2006/main">
              <a:ext uri="{FF2B5EF4-FFF2-40B4-BE49-F238E27FC236}">
                <a16:creationId xmlns:a16="http://schemas.microsoft.com/office/drawing/2014/main" id="{E185F223-9976-4CA8-BA7D-267C018A1AC4}"/>
              </a:ext>
            </a:extLst>
          </p:cNvPr>
          <p:cNvSpPr>
            <a:spLocks xmlns:a="http://schemas.openxmlformats.org/drawingml/2006/main" noGrp="1"/>
          </p:cNvSpPr>
          <p:nvPr/>
        </p:nvSpPr>
        <p:spPr>
          <a:xfrm xmlns:a="http://schemas.openxmlformats.org/drawingml/2006/main">
            <a:off x="7524750" y="322897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0" name="pcm-bytes-0-2">
            <a:extLst xmlns:a="http://schemas.openxmlformats.org/drawingml/2006/main">
              <a:ext uri="{FF2B5EF4-FFF2-40B4-BE49-F238E27FC236}">
                <a16:creationId xmlns:a16="http://schemas.microsoft.com/office/drawing/2014/main" id="{20EF7DDE-2F74-4DAB-9D1F-C83BF2F52B64}"/>
              </a:ext>
            </a:extLst>
          </p:cNvPr>
          <p:cNvSpPr>
            <a:spLocks xmlns:a="http://schemas.openxmlformats.org/drawingml/2006/main" noGrp="1"/>
          </p:cNvSpPr>
          <p:nvPr/>
        </p:nvSpPr>
        <p:spPr>
          <a:xfrm xmlns:a="http://schemas.openxmlformats.org/drawingml/2006/main">
            <a:off x="7524750" y="33242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21" name="pcm-cell-1-2">
            <a:extLst xmlns:a="http://schemas.openxmlformats.org/drawingml/2006/main">
              <a:ext uri="{FF2B5EF4-FFF2-40B4-BE49-F238E27FC236}">
                <a16:creationId xmlns:a16="http://schemas.microsoft.com/office/drawing/2014/main" id="{B5EBBF7A-A3C1-4990-8136-E0841EC4E2D2}"/>
              </a:ext>
            </a:extLst>
          </p:cNvPr>
          <p:cNvSpPr>
            <a:spLocks xmlns:a="http://schemas.openxmlformats.org/drawingml/2006/main" noGrp="1"/>
          </p:cNvSpPr>
          <p:nvPr/>
        </p:nvSpPr>
        <p:spPr>
          <a:xfrm xmlns:a="http://schemas.openxmlformats.org/drawingml/2006/main">
            <a:off x="7524750" y="420052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2" name="pcm-bytes-1-2">
            <a:extLst xmlns:a="http://schemas.openxmlformats.org/drawingml/2006/main">
              <a:ext uri="{FF2B5EF4-FFF2-40B4-BE49-F238E27FC236}">
                <a16:creationId xmlns:a16="http://schemas.microsoft.com/office/drawing/2014/main" id="{E274FEAA-BA57-484D-8988-4E5B2D4E1A02}"/>
              </a:ext>
            </a:extLst>
          </p:cNvPr>
          <p:cNvSpPr>
            <a:spLocks xmlns:a="http://schemas.openxmlformats.org/drawingml/2006/main" noGrp="1"/>
          </p:cNvSpPr>
          <p:nvPr/>
        </p:nvSpPr>
        <p:spPr>
          <a:xfrm xmlns:a="http://schemas.openxmlformats.org/drawingml/2006/main">
            <a:off x="7524750" y="429577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23" name="pcm-time-3">
            <a:extLst xmlns:a="http://schemas.openxmlformats.org/drawingml/2006/main">
              <a:ext uri="{FF2B5EF4-FFF2-40B4-BE49-F238E27FC236}">
                <a16:creationId xmlns:a16="http://schemas.microsoft.com/office/drawing/2014/main" id="{6A49E2B1-FD60-4522-9D26-6E6BC1FF3B75}"/>
              </a:ext>
            </a:extLst>
          </p:cNvPr>
          <p:cNvSpPr>
            <a:spLocks xmlns:a="http://schemas.openxmlformats.org/drawingml/2006/main" noGrp="1"/>
          </p:cNvSpPr>
          <p:nvPr/>
        </p:nvSpPr>
        <p:spPr>
          <a:xfrm xmlns:a="http://schemas.openxmlformats.org/drawingml/2006/main">
            <a:off x="9525000" y="26289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1.5 s</a:t>
            </a:r>
          </a:p>
        </p:txBody>
      </p:sp>
      <p:sp>
        <p:nvSpPr>
          <p:cNvPr id="24" name="pcm-cell-0-3">
            <a:extLst xmlns:a="http://schemas.openxmlformats.org/drawingml/2006/main">
              <a:ext uri="{FF2B5EF4-FFF2-40B4-BE49-F238E27FC236}">
                <a16:creationId xmlns:a16="http://schemas.microsoft.com/office/drawing/2014/main" id="{9D3DA1E5-913E-418C-A869-2FDD3761038A}"/>
              </a:ext>
            </a:extLst>
          </p:cNvPr>
          <p:cNvSpPr>
            <a:spLocks xmlns:a="http://schemas.openxmlformats.org/drawingml/2006/main" noGrp="1"/>
          </p:cNvSpPr>
          <p:nvPr/>
        </p:nvSpPr>
        <p:spPr>
          <a:xfrm xmlns:a="http://schemas.openxmlformats.org/drawingml/2006/main">
            <a:off x="9525000" y="322897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5" name="pcm-bytes-0-3">
            <a:extLst xmlns:a="http://schemas.openxmlformats.org/drawingml/2006/main">
              <a:ext uri="{FF2B5EF4-FFF2-40B4-BE49-F238E27FC236}">
                <a16:creationId xmlns:a16="http://schemas.microsoft.com/office/drawing/2014/main" id="{2386E5C6-C6EB-4C3B-B633-746DDA846AB3}"/>
              </a:ext>
            </a:extLst>
          </p:cNvPr>
          <p:cNvSpPr>
            <a:spLocks xmlns:a="http://schemas.openxmlformats.org/drawingml/2006/main" noGrp="1"/>
          </p:cNvSpPr>
          <p:nvPr/>
        </p:nvSpPr>
        <p:spPr>
          <a:xfrm xmlns:a="http://schemas.openxmlformats.org/drawingml/2006/main">
            <a:off x="9525000" y="33242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26" name="pcm-cell-1-3">
            <a:extLst xmlns:a="http://schemas.openxmlformats.org/drawingml/2006/main">
              <a:ext uri="{FF2B5EF4-FFF2-40B4-BE49-F238E27FC236}">
                <a16:creationId xmlns:a16="http://schemas.microsoft.com/office/drawing/2014/main" id="{4D40DBF3-8FC3-4761-83F9-1D8DB0F5A714}"/>
              </a:ext>
            </a:extLst>
          </p:cNvPr>
          <p:cNvSpPr>
            <a:spLocks xmlns:a="http://schemas.openxmlformats.org/drawingml/2006/main" noGrp="1"/>
          </p:cNvSpPr>
          <p:nvPr/>
        </p:nvSpPr>
        <p:spPr>
          <a:xfrm xmlns:a="http://schemas.openxmlformats.org/drawingml/2006/main">
            <a:off x="9525000" y="420052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7" name="pcm-bytes-1-3">
            <a:extLst xmlns:a="http://schemas.openxmlformats.org/drawingml/2006/main">
              <a:ext uri="{FF2B5EF4-FFF2-40B4-BE49-F238E27FC236}">
                <a16:creationId xmlns:a16="http://schemas.microsoft.com/office/drawing/2014/main" id="{D3BF3B39-AD06-45E9-99BB-257F90C01433}"/>
              </a:ext>
            </a:extLst>
          </p:cNvPr>
          <p:cNvSpPr>
            <a:spLocks xmlns:a="http://schemas.openxmlformats.org/drawingml/2006/main" noGrp="1"/>
          </p:cNvSpPr>
          <p:nvPr/>
        </p:nvSpPr>
        <p:spPr>
          <a:xfrm xmlns:a="http://schemas.openxmlformats.org/drawingml/2006/main">
            <a:off x="9525000" y="429577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28" name="pcm-channel-0">
            <a:extLst xmlns:a="http://schemas.openxmlformats.org/drawingml/2006/main">
              <a:ext uri="{FF2B5EF4-FFF2-40B4-BE49-F238E27FC236}">
                <a16:creationId xmlns:a16="http://schemas.microsoft.com/office/drawing/2014/main" id="{7271127C-936A-4893-9106-D177D9E30562}"/>
              </a:ext>
            </a:extLst>
          </p:cNvPr>
          <p:cNvSpPr>
            <a:spLocks xmlns:a="http://schemas.openxmlformats.org/drawingml/2006/main" noGrp="1"/>
          </p:cNvSpPr>
          <p:nvPr/>
        </p:nvSpPr>
        <p:spPr>
          <a:xfrm xmlns:a="http://schemas.openxmlformats.org/drawingml/2006/main">
            <a:off x="609600" y="335280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左声道</a:t>
            </a:r>
          </a:p>
        </p:txBody>
      </p:sp>
      <p:sp>
        <p:nvSpPr>
          <p:cNvPr id="29" name="pcm-channel-1">
            <a:extLst xmlns:a="http://schemas.openxmlformats.org/drawingml/2006/main">
              <a:ext uri="{FF2B5EF4-FFF2-40B4-BE49-F238E27FC236}">
                <a16:creationId xmlns:a16="http://schemas.microsoft.com/office/drawing/2014/main" id="{94274B59-E9C1-4D7E-A521-EAEC39C21EF4}"/>
              </a:ext>
            </a:extLst>
          </p:cNvPr>
          <p:cNvSpPr>
            <a:spLocks xmlns:a="http://schemas.openxmlformats.org/drawingml/2006/main" noGrp="1"/>
          </p:cNvSpPr>
          <p:nvPr/>
        </p:nvSpPr>
        <p:spPr>
          <a:xfrm xmlns:a="http://schemas.openxmlformats.org/drawingml/2006/main">
            <a:off x="609600" y="43243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右声道</a:t>
            </a:r>
          </a:p>
        </p:txBody>
      </p:sp>
      <p:sp>
        <p:nvSpPr>
          <p:cNvPr id="30" name="first-instant">
            <a:extLst xmlns:a="http://schemas.openxmlformats.org/drawingml/2006/main">
              <a:ext uri="{FF2B5EF4-FFF2-40B4-BE49-F238E27FC236}">
                <a16:creationId xmlns:a16="http://schemas.microsoft.com/office/drawing/2014/main" id="{280B2F09-64C6-4AE8-8373-9A5FE0A87941}"/>
              </a:ext>
            </a:extLst>
          </p:cNvPr>
          <p:cNvSpPr>
            <a:spLocks xmlns:a="http://schemas.openxmlformats.org/drawingml/2006/main" noGrp="1"/>
          </p:cNvSpPr>
          <p:nvPr/>
        </p:nvSpPr>
        <p:spPr>
          <a:xfrm xmlns:a="http://schemas.openxmlformats.org/drawingml/2006/main">
            <a:off x="3429000" y="3133725"/>
            <a:ext cx="1676400" cy="17335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1" name="pcm-count-result">
            <a:extLst xmlns:a="http://schemas.openxmlformats.org/drawingml/2006/main">
              <a:ext uri="{FF2B5EF4-FFF2-40B4-BE49-F238E27FC236}">
                <a16:creationId xmlns:a16="http://schemas.microsoft.com/office/drawing/2014/main" id="{FE348B15-F03F-4244-9F60-764BA1049BCA}"/>
              </a:ext>
            </a:extLst>
          </p:cNvPr>
          <p:cNvSpPr>
            <a:spLocks xmlns:a="http://schemas.openxmlformats.org/drawingml/2006/main" noGrp="1"/>
          </p:cNvSpPr>
          <p:nvPr/>
        </p:nvSpPr>
        <p:spPr>
          <a:xfrm xmlns:a="http://schemas.openxmlformats.org/drawingml/2006/main">
            <a:off x="609600" y="4933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4个时刻 ×（2声道 × 2 Byte）＝16 Byte</a:t>
            </a:r>
          </a:p>
        </p:txBody>
      </p:sp>
    </p:spTree>
    <p:extLst>
      <p:ext uri="{BB962C8B-B14F-4D97-AF65-F5344CB8AC3E}">
        <p14:creationId xmlns:p14="http://schemas.microsoft.com/office/powerpoint/2010/main" val="50106825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1F3E7FD-73DA-4844-944C-2285F0FB77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7D42B4A-3AE5-4F03-82DD-F0B6DBDA58B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F6CCA1E-E55B-46D0-A61E-695D806BB50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这段PCM，共要保存多少Byte？</a:t>
            </a:r>
          </a:p>
        </p:txBody>
      </p:sp>
      <p:sp>
        <p:nvSpPr>
          <p:cNvPr id="5" name="text">
            <a:extLst xmlns:a="http://schemas.openxmlformats.org/drawingml/2006/main">
              <a:ext uri="{FF2B5EF4-FFF2-40B4-BE49-F238E27FC236}">
                <a16:creationId xmlns:a16="http://schemas.microsoft.com/office/drawing/2014/main" id="{A10C58DC-E2B8-48B5-8317-E9DFC7B4737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Hz、16 bit、双声道、2 s；计算未压缩PCM样本数据。</a:t>
            </a:r>
          </a:p>
        </p:txBody>
      </p:sp>
      <p:sp>
        <p:nvSpPr>
          <p:cNvPr id="6" name="text">
            <a:extLst xmlns:a="http://schemas.openxmlformats.org/drawingml/2006/main">
              <a:ext uri="{FF2B5EF4-FFF2-40B4-BE49-F238E27FC236}">
                <a16:creationId xmlns:a16="http://schemas.microsoft.com/office/drawing/2014/main" id="{C4D11F7B-2B54-4CDC-A562-479FB10FBE93}"/>
              </a:ext>
            </a:extLst>
          </p:cNvPr>
          <p:cNvSpPr>
            <a:spLocks xmlns:a="http://schemas.openxmlformats.org/drawingml/2006/main" noGrp="1"/>
          </p:cNvSpPr>
          <p:nvPr/>
        </p:nvSpPr>
        <p:spPr>
          <a:xfrm xmlns:a="http://schemas.openxmlformats.org/drawingml/2006/main">
            <a:off x="609600" y="21050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 [0,2) 内采样，从0 s开始；不计文件结构。</a:t>
            </a:r>
          </a:p>
        </p:txBody>
      </p:sp>
      <p:sp>
        <p:nvSpPr>
          <p:cNvPr id="7" name="text">
            <a:extLst xmlns:a="http://schemas.openxmlformats.org/drawingml/2006/main">
              <a:ext uri="{FF2B5EF4-FFF2-40B4-BE49-F238E27FC236}">
                <a16:creationId xmlns:a16="http://schemas.microsoft.com/office/drawing/2014/main" id="{D9EE0AF4-15C3-4821-A2C0-C1DA898EA156}"/>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请先画出记录次数，再算每次要存多少Byte。</a:t>
            </a:r>
          </a:p>
        </p:txBody>
      </p:sp>
      <p:sp>
        <p:nvSpPr>
          <p:cNvPr id="8" name="pcm-time-0">
            <a:extLst xmlns:a="http://schemas.openxmlformats.org/drawingml/2006/main">
              <a:ext uri="{FF2B5EF4-FFF2-40B4-BE49-F238E27FC236}">
                <a16:creationId xmlns:a16="http://schemas.microsoft.com/office/drawing/2014/main" id="{F77EA3A1-0EE0-4A0B-ACB0-91B4D387A195}"/>
              </a:ext>
            </a:extLst>
          </p:cNvPr>
          <p:cNvSpPr>
            <a:spLocks xmlns:a="http://schemas.openxmlformats.org/drawingml/2006/main" noGrp="1"/>
          </p:cNvSpPr>
          <p:nvPr/>
        </p:nvSpPr>
        <p:spPr>
          <a:xfrm xmlns:a="http://schemas.openxmlformats.org/drawingml/2006/main">
            <a:off x="3524250" y="26289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0 s</a:t>
            </a:r>
          </a:p>
        </p:txBody>
      </p:sp>
      <p:sp>
        <p:nvSpPr>
          <p:cNvPr id="9" name="pcm-cell-0-0">
            <a:extLst xmlns:a="http://schemas.openxmlformats.org/drawingml/2006/main">
              <a:ext uri="{FF2B5EF4-FFF2-40B4-BE49-F238E27FC236}">
                <a16:creationId xmlns:a16="http://schemas.microsoft.com/office/drawing/2014/main" id="{6D176570-D3F5-4BD7-9C7F-4EF43063AFD1}"/>
              </a:ext>
            </a:extLst>
          </p:cNvPr>
          <p:cNvSpPr>
            <a:spLocks xmlns:a="http://schemas.openxmlformats.org/drawingml/2006/main" noGrp="1"/>
          </p:cNvSpPr>
          <p:nvPr/>
        </p:nvSpPr>
        <p:spPr>
          <a:xfrm xmlns:a="http://schemas.openxmlformats.org/drawingml/2006/main">
            <a:off x="3524250" y="322897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0" name="pcm-bytes-0-0">
            <a:extLst xmlns:a="http://schemas.openxmlformats.org/drawingml/2006/main">
              <a:ext uri="{FF2B5EF4-FFF2-40B4-BE49-F238E27FC236}">
                <a16:creationId xmlns:a16="http://schemas.microsoft.com/office/drawing/2014/main" id="{8BFCD8CA-01D8-4258-A366-7CABD388EA77}"/>
              </a:ext>
            </a:extLst>
          </p:cNvPr>
          <p:cNvSpPr>
            <a:spLocks xmlns:a="http://schemas.openxmlformats.org/drawingml/2006/main" noGrp="1"/>
          </p:cNvSpPr>
          <p:nvPr/>
        </p:nvSpPr>
        <p:spPr>
          <a:xfrm xmlns:a="http://schemas.openxmlformats.org/drawingml/2006/main">
            <a:off x="3524250" y="33242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11" name="pcm-cell-1-0">
            <a:extLst xmlns:a="http://schemas.openxmlformats.org/drawingml/2006/main">
              <a:ext uri="{FF2B5EF4-FFF2-40B4-BE49-F238E27FC236}">
                <a16:creationId xmlns:a16="http://schemas.microsoft.com/office/drawing/2014/main" id="{29CF3761-4519-419F-99DF-2B67B0F4B848}"/>
              </a:ext>
            </a:extLst>
          </p:cNvPr>
          <p:cNvSpPr>
            <a:spLocks xmlns:a="http://schemas.openxmlformats.org/drawingml/2006/main" noGrp="1"/>
          </p:cNvSpPr>
          <p:nvPr/>
        </p:nvSpPr>
        <p:spPr>
          <a:xfrm xmlns:a="http://schemas.openxmlformats.org/drawingml/2006/main">
            <a:off x="3524250" y="420052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2" name="pcm-bytes-1-0">
            <a:extLst xmlns:a="http://schemas.openxmlformats.org/drawingml/2006/main">
              <a:ext uri="{FF2B5EF4-FFF2-40B4-BE49-F238E27FC236}">
                <a16:creationId xmlns:a16="http://schemas.microsoft.com/office/drawing/2014/main" id="{376E2357-98EB-49E7-9DBC-7A4C2C7F2AFB}"/>
              </a:ext>
            </a:extLst>
          </p:cNvPr>
          <p:cNvSpPr>
            <a:spLocks xmlns:a="http://schemas.openxmlformats.org/drawingml/2006/main" noGrp="1"/>
          </p:cNvSpPr>
          <p:nvPr/>
        </p:nvSpPr>
        <p:spPr>
          <a:xfrm xmlns:a="http://schemas.openxmlformats.org/drawingml/2006/main">
            <a:off x="3524250" y="429577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13" name="pcm-time-1">
            <a:extLst xmlns:a="http://schemas.openxmlformats.org/drawingml/2006/main">
              <a:ext uri="{FF2B5EF4-FFF2-40B4-BE49-F238E27FC236}">
                <a16:creationId xmlns:a16="http://schemas.microsoft.com/office/drawing/2014/main" id="{984657D4-18FB-41CF-873D-C530C9BD6973}"/>
              </a:ext>
            </a:extLst>
          </p:cNvPr>
          <p:cNvSpPr>
            <a:spLocks xmlns:a="http://schemas.openxmlformats.org/drawingml/2006/main" noGrp="1"/>
          </p:cNvSpPr>
          <p:nvPr/>
        </p:nvSpPr>
        <p:spPr>
          <a:xfrm xmlns:a="http://schemas.openxmlformats.org/drawingml/2006/main">
            <a:off x="5524500" y="26289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0.5 s</a:t>
            </a:r>
          </a:p>
        </p:txBody>
      </p:sp>
      <p:sp>
        <p:nvSpPr>
          <p:cNvPr id="14" name="pcm-cell-0-1">
            <a:extLst xmlns:a="http://schemas.openxmlformats.org/drawingml/2006/main">
              <a:ext uri="{FF2B5EF4-FFF2-40B4-BE49-F238E27FC236}">
                <a16:creationId xmlns:a16="http://schemas.microsoft.com/office/drawing/2014/main" id="{17E20D18-5ACB-436F-BE44-6EB02505C603}"/>
              </a:ext>
            </a:extLst>
          </p:cNvPr>
          <p:cNvSpPr>
            <a:spLocks xmlns:a="http://schemas.openxmlformats.org/drawingml/2006/main" noGrp="1"/>
          </p:cNvSpPr>
          <p:nvPr/>
        </p:nvSpPr>
        <p:spPr>
          <a:xfrm xmlns:a="http://schemas.openxmlformats.org/drawingml/2006/main">
            <a:off x="5524500" y="322897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5" name="pcm-bytes-0-1">
            <a:extLst xmlns:a="http://schemas.openxmlformats.org/drawingml/2006/main">
              <a:ext uri="{FF2B5EF4-FFF2-40B4-BE49-F238E27FC236}">
                <a16:creationId xmlns:a16="http://schemas.microsoft.com/office/drawing/2014/main" id="{44ED17A8-F7DA-4208-990E-9B7416E582FE}"/>
              </a:ext>
            </a:extLst>
          </p:cNvPr>
          <p:cNvSpPr>
            <a:spLocks xmlns:a="http://schemas.openxmlformats.org/drawingml/2006/main" noGrp="1"/>
          </p:cNvSpPr>
          <p:nvPr/>
        </p:nvSpPr>
        <p:spPr>
          <a:xfrm xmlns:a="http://schemas.openxmlformats.org/drawingml/2006/main">
            <a:off x="5524500" y="33242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16" name="pcm-cell-1-1">
            <a:extLst xmlns:a="http://schemas.openxmlformats.org/drawingml/2006/main">
              <a:ext uri="{FF2B5EF4-FFF2-40B4-BE49-F238E27FC236}">
                <a16:creationId xmlns:a16="http://schemas.microsoft.com/office/drawing/2014/main" id="{6412FC1A-7E0C-48BC-9192-59D23F3BA2CC}"/>
              </a:ext>
            </a:extLst>
          </p:cNvPr>
          <p:cNvSpPr>
            <a:spLocks xmlns:a="http://schemas.openxmlformats.org/drawingml/2006/main" noGrp="1"/>
          </p:cNvSpPr>
          <p:nvPr/>
        </p:nvSpPr>
        <p:spPr>
          <a:xfrm xmlns:a="http://schemas.openxmlformats.org/drawingml/2006/main">
            <a:off x="5524500" y="420052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7" name="pcm-bytes-1-1">
            <a:extLst xmlns:a="http://schemas.openxmlformats.org/drawingml/2006/main">
              <a:ext uri="{FF2B5EF4-FFF2-40B4-BE49-F238E27FC236}">
                <a16:creationId xmlns:a16="http://schemas.microsoft.com/office/drawing/2014/main" id="{B3A3FF8A-FDA6-489F-8466-B9F3E298E596}"/>
              </a:ext>
            </a:extLst>
          </p:cNvPr>
          <p:cNvSpPr>
            <a:spLocks xmlns:a="http://schemas.openxmlformats.org/drawingml/2006/main" noGrp="1"/>
          </p:cNvSpPr>
          <p:nvPr/>
        </p:nvSpPr>
        <p:spPr>
          <a:xfrm xmlns:a="http://schemas.openxmlformats.org/drawingml/2006/main">
            <a:off x="5524500" y="429577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18" name="pcm-time-2">
            <a:extLst xmlns:a="http://schemas.openxmlformats.org/drawingml/2006/main">
              <a:ext uri="{FF2B5EF4-FFF2-40B4-BE49-F238E27FC236}">
                <a16:creationId xmlns:a16="http://schemas.microsoft.com/office/drawing/2014/main" id="{0AA2F4A7-2BF9-4352-BD45-5D404062E024}"/>
              </a:ext>
            </a:extLst>
          </p:cNvPr>
          <p:cNvSpPr>
            <a:spLocks xmlns:a="http://schemas.openxmlformats.org/drawingml/2006/main" noGrp="1"/>
          </p:cNvSpPr>
          <p:nvPr/>
        </p:nvSpPr>
        <p:spPr>
          <a:xfrm xmlns:a="http://schemas.openxmlformats.org/drawingml/2006/main">
            <a:off x="7524750" y="26289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1 s</a:t>
            </a:r>
          </a:p>
        </p:txBody>
      </p:sp>
      <p:sp>
        <p:nvSpPr>
          <p:cNvPr id="19" name="pcm-cell-0-2">
            <a:extLst xmlns:a="http://schemas.openxmlformats.org/drawingml/2006/main">
              <a:ext uri="{FF2B5EF4-FFF2-40B4-BE49-F238E27FC236}">
                <a16:creationId xmlns:a16="http://schemas.microsoft.com/office/drawing/2014/main" id="{E185F223-9976-4CA8-BA7D-267C018A1AC4}"/>
              </a:ext>
            </a:extLst>
          </p:cNvPr>
          <p:cNvSpPr>
            <a:spLocks xmlns:a="http://schemas.openxmlformats.org/drawingml/2006/main" noGrp="1"/>
          </p:cNvSpPr>
          <p:nvPr/>
        </p:nvSpPr>
        <p:spPr>
          <a:xfrm xmlns:a="http://schemas.openxmlformats.org/drawingml/2006/main">
            <a:off x="7524750" y="322897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0" name="pcm-bytes-0-2">
            <a:extLst xmlns:a="http://schemas.openxmlformats.org/drawingml/2006/main">
              <a:ext uri="{FF2B5EF4-FFF2-40B4-BE49-F238E27FC236}">
                <a16:creationId xmlns:a16="http://schemas.microsoft.com/office/drawing/2014/main" id="{20EF7DDE-2F74-4DAB-9D1F-C83BF2F52B64}"/>
              </a:ext>
            </a:extLst>
          </p:cNvPr>
          <p:cNvSpPr>
            <a:spLocks xmlns:a="http://schemas.openxmlformats.org/drawingml/2006/main" noGrp="1"/>
          </p:cNvSpPr>
          <p:nvPr/>
        </p:nvSpPr>
        <p:spPr>
          <a:xfrm xmlns:a="http://schemas.openxmlformats.org/drawingml/2006/main">
            <a:off x="7524750" y="33242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21" name="pcm-cell-1-2">
            <a:extLst xmlns:a="http://schemas.openxmlformats.org/drawingml/2006/main">
              <a:ext uri="{FF2B5EF4-FFF2-40B4-BE49-F238E27FC236}">
                <a16:creationId xmlns:a16="http://schemas.microsoft.com/office/drawing/2014/main" id="{B5EBBF7A-A3C1-4990-8136-E0841EC4E2D2}"/>
              </a:ext>
            </a:extLst>
          </p:cNvPr>
          <p:cNvSpPr>
            <a:spLocks xmlns:a="http://schemas.openxmlformats.org/drawingml/2006/main" noGrp="1"/>
          </p:cNvSpPr>
          <p:nvPr/>
        </p:nvSpPr>
        <p:spPr>
          <a:xfrm xmlns:a="http://schemas.openxmlformats.org/drawingml/2006/main">
            <a:off x="7524750" y="420052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2" name="pcm-bytes-1-2">
            <a:extLst xmlns:a="http://schemas.openxmlformats.org/drawingml/2006/main">
              <a:ext uri="{FF2B5EF4-FFF2-40B4-BE49-F238E27FC236}">
                <a16:creationId xmlns:a16="http://schemas.microsoft.com/office/drawing/2014/main" id="{E274FEAA-BA57-484D-8988-4E5B2D4E1A02}"/>
              </a:ext>
            </a:extLst>
          </p:cNvPr>
          <p:cNvSpPr>
            <a:spLocks xmlns:a="http://schemas.openxmlformats.org/drawingml/2006/main" noGrp="1"/>
          </p:cNvSpPr>
          <p:nvPr/>
        </p:nvSpPr>
        <p:spPr>
          <a:xfrm xmlns:a="http://schemas.openxmlformats.org/drawingml/2006/main">
            <a:off x="7524750" y="429577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23" name="pcm-time-3">
            <a:extLst xmlns:a="http://schemas.openxmlformats.org/drawingml/2006/main">
              <a:ext uri="{FF2B5EF4-FFF2-40B4-BE49-F238E27FC236}">
                <a16:creationId xmlns:a16="http://schemas.microsoft.com/office/drawing/2014/main" id="{6A49E2B1-FD60-4522-9D26-6E6BC1FF3B75}"/>
              </a:ext>
            </a:extLst>
          </p:cNvPr>
          <p:cNvSpPr>
            <a:spLocks xmlns:a="http://schemas.openxmlformats.org/drawingml/2006/main" noGrp="1"/>
          </p:cNvSpPr>
          <p:nvPr/>
        </p:nvSpPr>
        <p:spPr>
          <a:xfrm xmlns:a="http://schemas.openxmlformats.org/drawingml/2006/main">
            <a:off x="9525000" y="26289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1.5 s</a:t>
            </a:r>
          </a:p>
        </p:txBody>
      </p:sp>
      <p:sp>
        <p:nvSpPr>
          <p:cNvPr id="24" name="pcm-cell-0-3">
            <a:extLst xmlns:a="http://schemas.openxmlformats.org/drawingml/2006/main">
              <a:ext uri="{FF2B5EF4-FFF2-40B4-BE49-F238E27FC236}">
                <a16:creationId xmlns:a16="http://schemas.microsoft.com/office/drawing/2014/main" id="{9D3DA1E5-913E-418C-A869-2FDD3761038A}"/>
              </a:ext>
            </a:extLst>
          </p:cNvPr>
          <p:cNvSpPr>
            <a:spLocks xmlns:a="http://schemas.openxmlformats.org/drawingml/2006/main" noGrp="1"/>
          </p:cNvSpPr>
          <p:nvPr/>
        </p:nvSpPr>
        <p:spPr>
          <a:xfrm xmlns:a="http://schemas.openxmlformats.org/drawingml/2006/main">
            <a:off x="9525000" y="322897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5" name="pcm-bytes-0-3">
            <a:extLst xmlns:a="http://schemas.openxmlformats.org/drawingml/2006/main">
              <a:ext uri="{FF2B5EF4-FFF2-40B4-BE49-F238E27FC236}">
                <a16:creationId xmlns:a16="http://schemas.microsoft.com/office/drawing/2014/main" id="{2386E5C6-C6EB-4C3B-B633-746DDA846AB3}"/>
              </a:ext>
            </a:extLst>
          </p:cNvPr>
          <p:cNvSpPr>
            <a:spLocks xmlns:a="http://schemas.openxmlformats.org/drawingml/2006/main" noGrp="1"/>
          </p:cNvSpPr>
          <p:nvPr/>
        </p:nvSpPr>
        <p:spPr>
          <a:xfrm xmlns:a="http://schemas.openxmlformats.org/drawingml/2006/main">
            <a:off x="9525000" y="33242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26" name="pcm-cell-1-3">
            <a:extLst xmlns:a="http://schemas.openxmlformats.org/drawingml/2006/main">
              <a:ext uri="{FF2B5EF4-FFF2-40B4-BE49-F238E27FC236}">
                <a16:creationId xmlns:a16="http://schemas.microsoft.com/office/drawing/2014/main" id="{4D40DBF3-8FC3-4761-83F9-1D8DB0F5A714}"/>
              </a:ext>
            </a:extLst>
          </p:cNvPr>
          <p:cNvSpPr>
            <a:spLocks xmlns:a="http://schemas.openxmlformats.org/drawingml/2006/main" noGrp="1"/>
          </p:cNvSpPr>
          <p:nvPr/>
        </p:nvSpPr>
        <p:spPr>
          <a:xfrm xmlns:a="http://schemas.openxmlformats.org/drawingml/2006/main">
            <a:off x="9525000" y="420052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7" name="pcm-bytes-1-3">
            <a:extLst xmlns:a="http://schemas.openxmlformats.org/drawingml/2006/main">
              <a:ext uri="{FF2B5EF4-FFF2-40B4-BE49-F238E27FC236}">
                <a16:creationId xmlns:a16="http://schemas.microsoft.com/office/drawing/2014/main" id="{D3BF3B39-AD06-45E9-99BB-257F90C01433}"/>
              </a:ext>
            </a:extLst>
          </p:cNvPr>
          <p:cNvSpPr>
            <a:spLocks xmlns:a="http://schemas.openxmlformats.org/drawingml/2006/main" noGrp="1"/>
          </p:cNvSpPr>
          <p:nvPr/>
        </p:nvSpPr>
        <p:spPr>
          <a:xfrm xmlns:a="http://schemas.openxmlformats.org/drawingml/2006/main">
            <a:off x="9525000" y="429577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28" name="pcm-channel-0">
            <a:extLst xmlns:a="http://schemas.openxmlformats.org/drawingml/2006/main">
              <a:ext uri="{FF2B5EF4-FFF2-40B4-BE49-F238E27FC236}">
                <a16:creationId xmlns:a16="http://schemas.microsoft.com/office/drawing/2014/main" id="{7271127C-936A-4893-9106-D177D9E30562}"/>
              </a:ext>
            </a:extLst>
          </p:cNvPr>
          <p:cNvSpPr>
            <a:spLocks xmlns:a="http://schemas.openxmlformats.org/drawingml/2006/main" noGrp="1"/>
          </p:cNvSpPr>
          <p:nvPr/>
        </p:nvSpPr>
        <p:spPr>
          <a:xfrm xmlns:a="http://schemas.openxmlformats.org/drawingml/2006/main">
            <a:off x="609600" y="335280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左声道</a:t>
            </a:r>
          </a:p>
        </p:txBody>
      </p:sp>
      <p:sp>
        <p:nvSpPr>
          <p:cNvPr id="29" name="pcm-channel-1">
            <a:extLst xmlns:a="http://schemas.openxmlformats.org/drawingml/2006/main">
              <a:ext uri="{FF2B5EF4-FFF2-40B4-BE49-F238E27FC236}">
                <a16:creationId xmlns:a16="http://schemas.microsoft.com/office/drawing/2014/main" id="{94274B59-E9C1-4D7E-A521-EAEC39C21EF4}"/>
              </a:ext>
            </a:extLst>
          </p:cNvPr>
          <p:cNvSpPr>
            <a:spLocks xmlns:a="http://schemas.openxmlformats.org/drawingml/2006/main" noGrp="1"/>
          </p:cNvSpPr>
          <p:nvPr/>
        </p:nvSpPr>
        <p:spPr>
          <a:xfrm xmlns:a="http://schemas.openxmlformats.org/drawingml/2006/main">
            <a:off x="609600" y="43243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右声道</a:t>
            </a:r>
          </a:p>
        </p:txBody>
      </p:sp>
      <p:sp>
        <p:nvSpPr>
          <p:cNvPr id="30" name="first-instant">
            <a:extLst xmlns:a="http://schemas.openxmlformats.org/drawingml/2006/main">
              <a:ext uri="{FF2B5EF4-FFF2-40B4-BE49-F238E27FC236}">
                <a16:creationId xmlns:a16="http://schemas.microsoft.com/office/drawing/2014/main" id="{280B2F09-64C6-4AE8-8373-9A5FE0A87941}"/>
              </a:ext>
            </a:extLst>
          </p:cNvPr>
          <p:cNvSpPr>
            <a:spLocks xmlns:a="http://schemas.openxmlformats.org/drawingml/2006/main" noGrp="1"/>
          </p:cNvSpPr>
          <p:nvPr/>
        </p:nvSpPr>
        <p:spPr>
          <a:xfrm xmlns:a="http://schemas.openxmlformats.org/drawingml/2006/main">
            <a:off x="3429000" y="3133725"/>
            <a:ext cx="1676400" cy="17335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1" name="pcm-count-result">
            <a:extLst xmlns:a="http://schemas.openxmlformats.org/drawingml/2006/main">
              <a:ext uri="{FF2B5EF4-FFF2-40B4-BE49-F238E27FC236}">
                <a16:creationId xmlns:a16="http://schemas.microsoft.com/office/drawing/2014/main" id="{FE348B15-F03F-4244-9F60-764BA1049BCA}"/>
              </a:ext>
            </a:extLst>
          </p:cNvPr>
          <p:cNvSpPr>
            <a:spLocks xmlns:a="http://schemas.openxmlformats.org/drawingml/2006/main" noGrp="1"/>
          </p:cNvSpPr>
          <p:nvPr/>
        </p:nvSpPr>
        <p:spPr>
          <a:xfrm xmlns:a="http://schemas.openxmlformats.org/drawingml/2006/main">
            <a:off x="609600" y="4933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4个时刻 ×（2声道 × 2 Byte）＝16 Byte</a:t>
            </a:r>
          </a:p>
        </p:txBody>
      </p:sp>
      <p:sp>
        <p:nvSpPr>
          <p:cNvPr id="32" name="pcm-general-formula">
            <a:extLst xmlns:a="http://schemas.openxmlformats.org/drawingml/2006/main">
              <a:ext uri="{FF2B5EF4-FFF2-40B4-BE49-F238E27FC236}">
                <a16:creationId xmlns:a16="http://schemas.microsoft.com/office/drawing/2014/main" id="{7B2B0C56-A23D-470C-BAEC-D2496F5CB65D}"/>
              </a:ext>
            </a:extLst>
          </p:cNvPr>
          <p:cNvSpPr>
            <a:spLocks xmlns:a="http://schemas.openxmlformats.org/drawingml/2006/main" noGrp="1"/>
          </p:cNvSpPr>
          <p:nvPr/>
        </p:nvSpPr>
        <p:spPr>
          <a:xfrm xmlns:a="http://schemas.openxmlformats.org/drawingml/2006/main">
            <a:off x="609600" y="54102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总Byte数＝采样率×秒数×声道数×（存储位宽÷8）</a:t>
            </a:r>
          </a:p>
        </p:txBody>
      </p:sp>
    </p:spTree>
    <p:extLst>
      <p:ext uri="{BB962C8B-B14F-4D97-AF65-F5344CB8AC3E}">
        <p14:creationId xmlns:p14="http://schemas.microsoft.com/office/powerpoint/2010/main" val="50106825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9649B05-E401-4ED1-ABB9-36BF6B81B3E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0020634-36C4-486E-A4F2-D06C465B14E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BCA0A6F-F5F2-4437-B466-6EE33788617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E31669BC-9C0A-4F3F-8142-77DED8B4B1C9}"/>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D0809662-B334-4427-BFFA-5DA8301324A8}"/>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EC65EDDE-C6FA-46A0-92AB-CA53F50E98BD}"/>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先标出每个数字的含义。</a:t>
            </a:r>
          </a:p>
        </p:txBody>
      </p:sp>
    </p:spTree>
    <p:extLst>
      <p:ext uri="{BB962C8B-B14F-4D97-AF65-F5344CB8AC3E}">
        <p14:creationId xmlns:p14="http://schemas.microsoft.com/office/powerpoint/2010/main" val="1436871140"/>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7B172FB-5B5B-4E7C-B02F-491B8773BD7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5E2CBD1-E57B-4C50-A1B2-56C395E79FA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8A8FEF9-8020-4045-B551-11DF86EB213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64F18342-A32D-43DC-80EF-66270DBA48F5}"/>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6180F880-7969-46E8-B53A-4748D6FC5F8C}"/>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E4CE2F24-A34D-498C-B4EF-4D6D7CCDA7B5}"/>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每声道：16,000 × 5＝80,000 个样本</a:t>
            </a:r>
          </a:p>
        </p:txBody>
      </p:sp>
      <p:sp>
        <p:nvSpPr>
          <p:cNvPr id="8" name="calculation-step-1">
            <a:extLst xmlns:a="http://schemas.openxmlformats.org/drawingml/2006/main">
              <a:ext uri="{FF2B5EF4-FFF2-40B4-BE49-F238E27FC236}">
                <a16:creationId xmlns:a16="http://schemas.microsoft.com/office/drawing/2014/main" id="{FCD090C7-A671-4BA4-B87A-5407C359E278}"/>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每样本：8 bit ÷ 8＝1 Byte</a:t>
            </a:r>
          </a:p>
        </p:txBody>
      </p:sp>
      <p:sp>
        <p:nvSpPr>
          <p:cNvPr id="9" name="calculation-step-2">
            <a:extLst xmlns:a="http://schemas.openxmlformats.org/drawingml/2006/main">
              <a:ext uri="{FF2B5EF4-FFF2-40B4-BE49-F238E27FC236}">
                <a16:creationId xmlns:a16="http://schemas.microsoft.com/office/drawing/2014/main" id="{EC975187-ED6E-4307-BA89-B1A30FE3B0EF}"/>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双声道：80,000 × 2 × 1＝160,000 Byte</a:t>
            </a:r>
          </a:p>
        </p:txBody>
      </p:sp>
      <p:sp>
        <p:nvSpPr>
          <p:cNvPr id="10" name="practice-answer">
            <a:extLst xmlns:a="http://schemas.openxmlformats.org/drawingml/2006/main">
              <a:ext uri="{FF2B5EF4-FFF2-40B4-BE49-F238E27FC236}">
                <a16:creationId xmlns:a16="http://schemas.microsoft.com/office/drawing/2014/main" id="{59213D46-0B45-4FAB-A526-9ABFD5744F8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答案：160,000 Byte</a:t>
            </a:r>
          </a:p>
        </p:txBody>
      </p:sp>
    </p:spTree>
    <p:extLst>
      <p:ext uri="{BB962C8B-B14F-4D97-AF65-F5344CB8AC3E}">
        <p14:creationId xmlns:p14="http://schemas.microsoft.com/office/powerpoint/2010/main" val="1664441173"/>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Tree>
    <p:extLst>
      <p:ext uri="{BB962C8B-B14F-4D97-AF65-F5344CB8AC3E}">
        <p14:creationId xmlns:p14="http://schemas.microsoft.com/office/powerpoint/2010/main" val="156050069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Tree>
    <p:extLst>
      <p:ext uri="{BB962C8B-B14F-4D97-AF65-F5344CB8AC3E}">
        <p14:creationId xmlns:p14="http://schemas.microsoft.com/office/powerpoint/2010/main" val="156050069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Tree>
    <p:extLst>
      <p:ext uri="{BB962C8B-B14F-4D97-AF65-F5344CB8AC3E}">
        <p14:creationId xmlns:p14="http://schemas.microsoft.com/office/powerpoint/2010/main" val="1560500694"/>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299D16D-B339-4B0F-9806-028C3B69DB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8100A9D-3AE7-437C-A678-CF43999231A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78990BA-5725-4A9E-AFA4-5232DE79BC83}"/>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为什么文件还需要压缩？</a:t>
            </a:r>
          </a:p>
        </p:txBody>
      </p:sp>
      <p:sp>
        <p:nvSpPr>
          <p:cNvPr id="5" name="TextBox 4">
            <a:extLst xmlns:a="http://schemas.openxmlformats.org/drawingml/2006/main">
              <a:ext uri="{FF2B5EF4-FFF2-40B4-BE49-F238E27FC236}">
                <a16:creationId xmlns:a16="http://schemas.microsoft.com/office/drawing/2014/main" id="{E5D9E495-69C5-4558-BB75-1B99EB069F32}"/>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第二课时｜音频、视频编码与数据压缩</a:t>
            </a:r>
          </a:p>
        </p:txBody>
      </p:sp>
    </p:spTree>
    <p:extLst>
      <p:ext uri="{BB962C8B-B14F-4D97-AF65-F5344CB8AC3E}">
        <p14:creationId xmlns:p14="http://schemas.microsoft.com/office/powerpoint/2010/main" val="1647313591"/>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A51B1A3-3586-41EF-A28D-ADB680FBB8C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63C254A-0819-4817-B4AF-0F54D5FE901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EAD6507-1564-44A0-9249-ED63AA94EE8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先回忆：这四个数字，分别是什么意思？</a:t>
            </a:r>
          </a:p>
        </p:txBody>
      </p:sp>
      <p:sp>
        <p:nvSpPr>
          <p:cNvPr id="5" name="TextBox 4">
            <a:extLst xmlns:a="http://schemas.openxmlformats.org/drawingml/2006/main">
              <a:ext uri="{FF2B5EF4-FFF2-40B4-BE49-F238E27FC236}">
                <a16:creationId xmlns:a16="http://schemas.microsoft.com/office/drawing/2014/main" id="{3F8F754F-E919-44EF-B86B-437AACDADB05}"/>
              </a:ext>
            </a:extLst>
          </p:cNvPr>
          <p:cNvSpPr>
            <a:spLocks xmlns:a="http://schemas.openxmlformats.org/drawingml/2006/main" noGrp="1"/>
          </p:cNvSpPr>
          <p:nvPr/>
        </p:nvSpPr>
        <p:spPr>
          <a:xfrm xmlns:a="http://schemas.openxmlformats.org/drawingml/2006/main">
            <a:off x="859536"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48,000 Hz</a:t>
            </a:r>
          </a:p>
        </p:txBody>
      </p:sp>
      <p:sp>
        <p:nvSpPr>
          <p:cNvPr id="6" name="TextBox 5">
            <a:extLst xmlns:a="http://schemas.openxmlformats.org/drawingml/2006/main">
              <a:ext uri="{FF2B5EF4-FFF2-40B4-BE49-F238E27FC236}">
                <a16:creationId xmlns:a16="http://schemas.microsoft.com/office/drawing/2014/main" id="{041B745E-4C8C-4787-AE18-9812501D75F1}"/>
              </a:ext>
            </a:extLst>
          </p:cNvPr>
          <p:cNvSpPr>
            <a:spLocks xmlns:a="http://schemas.openxmlformats.org/drawingml/2006/main" noGrp="1"/>
          </p:cNvSpPr>
          <p:nvPr/>
        </p:nvSpPr>
        <p:spPr>
          <a:xfrm xmlns:a="http://schemas.openxmlformats.org/drawingml/2006/main">
            <a:off x="859536"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每秒取样次数</a:t>
            </a:r>
          </a:p>
        </p:txBody>
      </p:sp>
      <p:sp>
        <p:nvSpPr>
          <p:cNvPr id="7" name="TextBox 6">
            <a:extLst xmlns:a="http://schemas.openxmlformats.org/drawingml/2006/main">
              <a:ext uri="{FF2B5EF4-FFF2-40B4-BE49-F238E27FC236}">
                <a16:creationId xmlns:a16="http://schemas.microsoft.com/office/drawing/2014/main" id="{A46D0309-A763-4576-BA63-806BDAF207FA}"/>
              </a:ext>
            </a:extLst>
          </p:cNvPr>
          <p:cNvSpPr>
            <a:spLocks xmlns:a="http://schemas.openxmlformats.org/drawingml/2006/main" noGrp="1"/>
          </p:cNvSpPr>
          <p:nvPr/>
        </p:nvSpPr>
        <p:spPr>
          <a:xfrm xmlns:a="http://schemas.openxmlformats.org/drawingml/2006/main">
            <a:off x="6455664"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16 bit</a:t>
            </a:r>
          </a:p>
        </p:txBody>
      </p:sp>
      <p:sp>
        <p:nvSpPr>
          <p:cNvPr id="8" name="TextBox 7">
            <a:extLst xmlns:a="http://schemas.openxmlformats.org/drawingml/2006/main">
              <a:ext uri="{FF2B5EF4-FFF2-40B4-BE49-F238E27FC236}">
                <a16:creationId xmlns:a16="http://schemas.microsoft.com/office/drawing/2014/main" id="{B79E5FDD-C245-4F87-B27C-06C2A660519C}"/>
              </a:ext>
            </a:extLst>
          </p:cNvPr>
          <p:cNvSpPr>
            <a:spLocks xmlns:a="http://schemas.openxmlformats.org/drawingml/2006/main" noGrp="1"/>
          </p:cNvSpPr>
          <p:nvPr/>
        </p:nvSpPr>
        <p:spPr>
          <a:xfrm xmlns:a="http://schemas.openxmlformats.org/drawingml/2006/main">
            <a:off x="6455664"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每样本的位数</a:t>
            </a:r>
          </a:p>
        </p:txBody>
      </p:sp>
      <p:sp>
        <p:nvSpPr>
          <p:cNvPr id="9" name="TextBox 8">
            <a:extLst xmlns:a="http://schemas.openxmlformats.org/drawingml/2006/main">
              <a:ext uri="{FF2B5EF4-FFF2-40B4-BE49-F238E27FC236}">
                <a16:creationId xmlns:a16="http://schemas.microsoft.com/office/drawing/2014/main" id="{AC6FEBB1-D865-4F37-8813-A97CA8525A7D}"/>
              </a:ext>
            </a:extLst>
          </p:cNvPr>
          <p:cNvSpPr>
            <a:spLocks xmlns:a="http://schemas.openxmlformats.org/drawingml/2006/main" noGrp="1"/>
          </p:cNvSpPr>
          <p:nvPr/>
        </p:nvSpPr>
        <p:spPr>
          <a:xfrm xmlns:a="http://schemas.openxmlformats.org/drawingml/2006/main">
            <a:off x="859536"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2</a:t>
            </a:r>
          </a:p>
        </p:txBody>
      </p:sp>
      <p:sp>
        <p:nvSpPr>
          <p:cNvPr id="10" name="TextBox 9">
            <a:extLst xmlns:a="http://schemas.openxmlformats.org/drawingml/2006/main">
              <a:ext uri="{FF2B5EF4-FFF2-40B4-BE49-F238E27FC236}">
                <a16:creationId xmlns:a16="http://schemas.microsoft.com/office/drawing/2014/main" id="{4E1AC4D7-448D-4FDE-93B0-21B0C01074D0}"/>
              </a:ext>
            </a:extLst>
          </p:cNvPr>
          <p:cNvSpPr>
            <a:spLocks xmlns:a="http://schemas.openxmlformats.org/drawingml/2006/main" noGrp="1"/>
          </p:cNvSpPr>
          <p:nvPr/>
        </p:nvSpPr>
        <p:spPr>
          <a:xfrm xmlns:a="http://schemas.openxmlformats.org/drawingml/2006/main">
            <a:off x="859536"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左右两个声道</a:t>
            </a:r>
          </a:p>
        </p:txBody>
      </p:sp>
      <p:sp>
        <p:nvSpPr>
          <p:cNvPr id="11" name="TextBox 10">
            <a:extLst xmlns:a="http://schemas.openxmlformats.org/drawingml/2006/main">
              <a:ext uri="{FF2B5EF4-FFF2-40B4-BE49-F238E27FC236}">
                <a16:creationId xmlns:a16="http://schemas.microsoft.com/office/drawing/2014/main" id="{61EE167F-CBB1-45BD-A415-3C2FE805ACCB}"/>
              </a:ext>
            </a:extLst>
          </p:cNvPr>
          <p:cNvSpPr>
            <a:spLocks xmlns:a="http://schemas.openxmlformats.org/drawingml/2006/main" noGrp="1"/>
          </p:cNvSpPr>
          <p:nvPr/>
        </p:nvSpPr>
        <p:spPr>
          <a:xfrm xmlns:a="http://schemas.openxmlformats.org/drawingml/2006/main">
            <a:off x="6455664"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60 s</a:t>
            </a:r>
          </a:p>
        </p:txBody>
      </p:sp>
      <p:sp>
        <p:nvSpPr>
          <p:cNvPr id="12" name="TextBox 11">
            <a:extLst xmlns:a="http://schemas.openxmlformats.org/drawingml/2006/main">
              <a:ext uri="{FF2B5EF4-FFF2-40B4-BE49-F238E27FC236}">
                <a16:creationId xmlns:a16="http://schemas.microsoft.com/office/drawing/2014/main" id="{A31A36E7-AB18-4D71-9140-4AD1127C8A2D}"/>
              </a:ext>
            </a:extLst>
          </p:cNvPr>
          <p:cNvSpPr>
            <a:spLocks xmlns:a="http://schemas.openxmlformats.org/drawingml/2006/main" noGrp="1"/>
          </p:cNvSpPr>
          <p:nvPr/>
        </p:nvSpPr>
        <p:spPr>
          <a:xfrm xmlns:a="http://schemas.openxmlformats.org/drawingml/2006/main">
            <a:off x="6455664"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音频持续时间</a:t>
            </a:r>
          </a:p>
        </p:txBody>
      </p:sp>
      <p:sp>
        <p:nvSpPr>
          <p:cNvPr id="13" name="TextBox 12">
            <a:extLst xmlns:a="http://schemas.openxmlformats.org/drawingml/2006/main">
              <a:ext uri="{FF2B5EF4-FFF2-40B4-BE49-F238E27FC236}">
                <a16:creationId xmlns:a16="http://schemas.microsoft.com/office/drawing/2014/main" id="{751E5C86-5990-4BBA-94AE-12F34A9177C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换算：1 MiB＝1024² Byte。</a:t>
            </a:r>
          </a:p>
        </p:txBody>
      </p:sp>
    </p:spTree>
    <p:extLst>
      <p:ext uri="{BB962C8B-B14F-4D97-AF65-F5344CB8AC3E}">
        <p14:creationId xmlns:p14="http://schemas.microsoft.com/office/powerpoint/2010/main" val="603738169"/>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F36C739-C494-4ABB-87F4-0AC7D4BDC4D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DEB8769-EF31-4A3A-BBF7-62B7D2B1E3B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2C28D2-25E8-42F2-8D5F-C6B0BFC70C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B935642A-DCE0-416E-93CE-B5473124315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7" name="TextBox 6">
            <a:extLst xmlns:a="http://schemas.openxmlformats.org/drawingml/2006/main">
              <a:ext uri="{FF2B5EF4-FFF2-40B4-BE49-F238E27FC236}">
                <a16:creationId xmlns:a16="http://schemas.microsoft.com/office/drawing/2014/main" id="{04C1E76F-4CC1-4AD5-B5C6-0B471A416687}"/>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先列式，再做单位换算。</a:t>
            </a:r>
          </a:p>
        </p:txBody>
      </p:sp>
    </p:spTree>
    <p:extLst>
      <p:ext uri="{BB962C8B-B14F-4D97-AF65-F5344CB8AC3E}">
        <p14:creationId xmlns:p14="http://schemas.microsoft.com/office/powerpoint/2010/main" val="1850345566"/>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66D5E8A-F42D-4C5C-A7EE-AF6DC04B62C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115AA4B-75DE-4DBA-9B98-D02C61B9106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5067003-B407-495B-A1D1-67228A2EF3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06DA94E1-7A53-4954-A939-234A0E001EFF}"/>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7" name="calculation-step-0">
            <a:extLst xmlns:a="http://schemas.openxmlformats.org/drawingml/2006/main">
              <a:ext uri="{FF2B5EF4-FFF2-40B4-BE49-F238E27FC236}">
                <a16:creationId xmlns:a16="http://schemas.microsoft.com/office/drawing/2014/main" id="{0DECBB39-16AC-4FE3-BB80-EC82208A2D8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每声道：48,000 × 60＝2,880,000 个样本</a:t>
            </a:r>
          </a:p>
        </p:txBody>
      </p:sp>
      <p:sp>
        <p:nvSpPr>
          <p:cNvPr id="8" name="calculation-step-1">
            <a:extLst xmlns:a="http://schemas.openxmlformats.org/drawingml/2006/main">
              <a:ext uri="{FF2B5EF4-FFF2-40B4-BE49-F238E27FC236}">
                <a16:creationId xmlns:a16="http://schemas.microsoft.com/office/drawing/2014/main" id="{A8CE6ED8-1F3E-4BE3-9F09-DBC398F2E049}"/>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每样本：16 bit ÷ 8＝2 Byte</a:t>
            </a:r>
          </a:p>
        </p:txBody>
      </p:sp>
      <p:sp>
        <p:nvSpPr>
          <p:cNvPr id="9" name="calculation-step-2">
            <a:extLst xmlns:a="http://schemas.openxmlformats.org/drawingml/2006/main">
              <a:ext uri="{FF2B5EF4-FFF2-40B4-BE49-F238E27FC236}">
                <a16:creationId xmlns:a16="http://schemas.microsoft.com/office/drawing/2014/main" id="{C629BE71-1224-4217-9849-65134E09B647}"/>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总量：2,880,000 × 2声道 × 2＝11,520,000 B</a:t>
            </a:r>
          </a:p>
        </p:txBody>
      </p:sp>
      <p:sp>
        <p:nvSpPr>
          <p:cNvPr id="10" name="calculation-step-3">
            <a:extLst xmlns:a="http://schemas.openxmlformats.org/drawingml/2006/main">
              <a:ext uri="{FF2B5EF4-FFF2-40B4-BE49-F238E27FC236}">
                <a16:creationId xmlns:a16="http://schemas.microsoft.com/office/drawing/2014/main" id="{1C7CB7F3-E4B3-4FA8-ADCD-C790BF1213FB}"/>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换算：11,520,000 ÷ 1024² ≈ 10.99 MiB</a:t>
            </a:r>
          </a:p>
        </p:txBody>
      </p:sp>
      <p:sp>
        <p:nvSpPr>
          <p:cNvPr id="11" name="practice-answer">
            <a:extLst xmlns:a="http://schemas.openxmlformats.org/drawingml/2006/main">
              <a:ext uri="{FF2B5EF4-FFF2-40B4-BE49-F238E27FC236}">
                <a16:creationId xmlns:a16="http://schemas.microsoft.com/office/drawing/2014/main" id="{8B86645D-221E-4AFD-9A7C-C3AF2F4C302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答案：约10.99 MiB</a:t>
            </a:r>
          </a:p>
        </p:txBody>
      </p:sp>
    </p:spTree>
    <p:extLst>
      <p:ext uri="{BB962C8B-B14F-4D97-AF65-F5344CB8AC3E}">
        <p14:creationId xmlns:p14="http://schemas.microsoft.com/office/powerpoint/2010/main" val="794302661"/>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362DAEF-B75E-406E-99BF-46E94BA9AE7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FBE21C1-D229-4A3A-987F-26560DE8A08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AA6B79E-E1A0-4C2F-830B-114B1CE2C9F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3D58D31C-D2A3-4E26-84C0-A84F6831A64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B4CA7659-332D-4CAA-BF65-5B6E20BFF70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F71F4805-C040-4396-BD0B-6A9F6A52B406}"/>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先投票：翻倍 / 不变 / 说不清。</a:t>
            </a:r>
          </a:p>
        </p:txBody>
      </p:sp>
    </p:spTree>
    <p:extLst>
      <p:ext uri="{BB962C8B-B14F-4D97-AF65-F5344CB8AC3E}">
        <p14:creationId xmlns:p14="http://schemas.microsoft.com/office/powerpoint/2010/main" val="1801136467"/>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BA1BF46-6D25-4AF9-A841-C3F30AE1D5F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5DDFCD8-3299-42EC-9758-A3928AD50E9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FECA51-F282-4AF3-8F05-018FCB9283B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两个看似有道理的答案，你支持哪一个？</a:t>
            </a:r>
          </a:p>
        </p:txBody>
      </p:sp>
      <p:sp>
        <p:nvSpPr>
          <p:cNvPr id="5" name="Connector 4">
            <a:extLst xmlns:a="http://schemas.openxmlformats.org/drawingml/2006/main">
              <a:ext uri="{FF2B5EF4-FFF2-40B4-BE49-F238E27FC236}">
                <a16:creationId xmlns:a16="http://schemas.microsoft.com/office/drawing/2014/main" id="{3F61939C-3BEF-45FE-B64F-27F1487191AE}"/>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00F1509-332A-45EF-A7B9-6BFF3CF86E70}"/>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观点 A：不变</a:t>
            </a:r>
          </a:p>
        </p:txBody>
      </p:sp>
      <p:sp>
        <p:nvSpPr>
          <p:cNvPr id="7" name="TextBox 6">
            <a:extLst xmlns:a="http://schemas.openxmlformats.org/drawingml/2006/main">
              <a:ext uri="{FF2B5EF4-FFF2-40B4-BE49-F238E27FC236}">
                <a16:creationId xmlns:a16="http://schemas.microsoft.com/office/drawing/2014/main" id="{AC8413F1-127A-44E8-845E-D9E3E2C29A1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观点 B：翻倍</a:t>
            </a:r>
          </a:p>
        </p:txBody>
      </p:sp>
      <p:sp>
        <p:nvSpPr>
          <p:cNvPr id="8" name="TextBox 7">
            <a:extLst xmlns:a="http://schemas.openxmlformats.org/drawingml/2006/main">
              <a:ext uri="{FF2B5EF4-FFF2-40B4-BE49-F238E27FC236}">
                <a16:creationId xmlns:a16="http://schemas.microsoft.com/office/drawing/2014/main" id="{032EE781-27F2-4856-884C-3A45FA8109D7}"/>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采样率没变，位数没变，时长没变，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输出的声道数也没变。</a:t>
            </a:r>
          </a:p>
        </p:txBody>
      </p:sp>
      <p:sp>
        <p:nvSpPr>
          <p:cNvPr id="9" name="TextBox 8">
            <a:extLst xmlns:a="http://schemas.openxmlformats.org/drawingml/2006/main">
              <a:ext uri="{FF2B5EF4-FFF2-40B4-BE49-F238E27FC236}">
                <a16:creationId xmlns:a16="http://schemas.microsoft.com/office/drawing/2014/main" id="{B6AAACEA-1429-4CAA-BD78-9AD73A2A79FF}"/>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录音里多了一份音乐，</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是不是就需要多一份音频数据？</a:t>
            </a:r>
          </a:p>
        </p:txBody>
      </p:sp>
      <p:sp>
        <p:nvSpPr>
          <p:cNvPr id="10" name="TextBox 9">
            <a:extLst xmlns:a="http://schemas.openxmlformats.org/drawingml/2006/main">
              <a:ext uri="{FF2B5EF4-FFF2-40B4-BE49-F238E27FC236}">
                <a16:creationId xmlns:a16="http://schemas.microsoft.com/office/drawing/2014/main" id="{56FBD98A-9BEA-4F18-898E-25E9801ABC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争论的关键：编辑时的“音轨”，是不是导出时的“声道”？</a:t>
            </a:r>
          </a:p>
        </p:txBody>
      </p:sp>
    </p:spTree>
    <p:extLst>
      <p:ext uri="{BB962C8B-B14F-4D97-AF65-F5344CB8AC3E}">
        <p14:creationId xmlns:p14="http://schemas.microsoft.com/office/powerpoint/2010/main" val="1103825675"/>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EBA404E-08CE-4241-B73A-408354AD7F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B937D7B-07AF-4E2C-9434-8DBD9BF713D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183488D-6181-435B-A71E-04EF55E2018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编辑音轨与输出声道，有什么不同？</a:t>
            </a:r>
          </a:p>
        </p:txBody>
      </p:sp>
      <p:sp>
        <p:nvSpPr>
          <p:cNvPr id="5" name="track-heading">
            <a:extLst xmlns:a="http://schemas.openxmlformats.org/drawingml/2006/main">
              <a:ext uri="{FF2B5EF4-FFF2-40B4-BE49-F238E27FC236}">
                <a16:creationId xmlns:a16="http://schemas.microsoft.com/office/drawing/2014/main" id="{B4819736-A4FB-4C37-841B-BE766FA9C0AB}"/>
              </a:ext>
            </a:extLst>
          </p:cNvPr>
          <p:cNvSpPr>
            <a:spLocks xmlns:a="http://schemas.openxmlformats.org/drawingml/2006/main" noGrp="1"/>
          </p:cNvSpPr>
          <p:nvPr/>
        </p:nvSpPr>
        <p:spPr>
          <a:xfrm xmlns:a="http://schemas.openxmlformats.org/drawingml/2006/main">
            <a:off x="609600" y="15811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编辑时：两条音轨</a:t>
            </a:r>
          </a:p>
        </p:txBody>
      </p:sp>
      <p:sp>
        <p:nvSpPr>
          <p:cNvPr id="6" name="output-heading">
            <a:extLst xmlns:a="http://schemas.openxmlformats.org/drawingml/2006/main">
              <a:ext uri="{FF2B5EF4-FFF2-40B4-BE49-F238E27FC236}">
                <a16:creationId xmlns:a16="http://schemas.microsoft.com/office/drawing/2014/main" id="{88DD589A-39D5-4AB2-9F30-2B233A84BAD3}"/>
              </a:ext>
            </a:extLst>
          </p:cNvPr>
          <p:cNvSpPr>
            <a:spLocks xmlns:a="http://schemas.openxmlformats.org/drawingml/2006/main" noGrp="1"/>
          </p:cNvSpPr>
          <p:nvPr/>
        </p:nvSpPr>
        <p:spPr>
          <a:xfrm xmlns:a="http://schemas.openxmlformats.org/drawingml/2006/main">
            <a:off x="7905750" y="1581150"/>
            <a:ext cx="3676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输出时：两个声道</a:t>
            </a:r>
          </a:p>
        </p:txBody>
      </p:sp>
      <p:sp>
        <p:nvSpPr>
          <p:cNvPr id="7" name="track-label-0">
            <a:extLst xmlns:a="http://schemas.openxmlformats.org/drawingml/2006/main">
              <a:ext uri="{FF2B5EF4-FFF2-40B4-BE49-F238E27FC236}">
                <a16:creationId xmlns:a16="http://schemas.microsoft.com/office/drawing/2014/main" id="{0BEEA291-62C3-4581-A913-500ABE470D34}"/>
              </a:ext>
            </a:extLst>
          </p:cNvPr>
          <p:cNvSpPr>
            <a:spLocks xmlns:a="http://schemas.openxmlformats.org/drawingml/2006/main" noGrp="1"/>
          </p:cNvSpPr>
          <p:nvPr/>
        </p:nvSpPr>
        <p:spPr>
          <a:xfrm xmlns:a="http://schemas.openxmlformats.org/drawingml/2006/main">
            <a:off x="609600" y="2247900"/>
            <a:ext cx="3562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音轨1：诗朗诵</a:t>
            </a:r>
          </a:p>
        </p:txBody>
      </p:sp>
      <p:sp>
        <p:nvSpPr>
          <p:cNvPr id="8" name="track-0">
            <a:extLst xmlns:a="http://schemas.openxmlformats.org/drawingml/2006/main">
              <a:ext uri="{FF2B5EF4-FFF2-40B4-BE49-F238E27FC236}">
                <a16:creationId xmlns:a16="http://schemas.microsoft.com/office/drawing/2014/main" id="{BD4FD508-4A31-4E6F-B5CF-1501E673365F}"/>
              </a:ext>
            </a:extLst>
          </p:cNvPr>
          <p:cNvSpPr>
            <a:spLocks xmlns:a="http://schemas.openxmlformats.org/drawingml/2006/main" noGrp="1"/>
          </p:cNvSpPr>
          <p:nvPr/>
        </p:nvSpPr>
        <p:spPr>
          <a:xfrm xmlns:a="http://schemas.openxmlformats.org/drawingml/2006/main">
            <a:off x="609600" y="2781300"/>
            <a:ext cx="3476625" cy="8572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9" name="track-axis-0">
            <a:extLst xmlns:a="http://schemas.openxmlformats.org/drawingml/2006/main">
              <a:ext uri="{FF2B5EF4-FFF2-40B4-BE49-F238E27FC236}">
                <a16:creationId xmlns:a16="http://schemas.microsoft.com/office/drawing/2014/main" id="{4E7362DC-103A-45EB-949F-B852CEAF7501}"/>
              </a:ext>
            </a:extLst>
          </p:cNvPr>
          <p:cNvSpPr>
            <a:spLocks xmlns:a="http://schemas.openxmlformats.org/drawingml/2006/main" noGrp="1"/>
          </p:cNvSpPr>
          <p:nvPr/>
        </p:nvSpPr>
        <p:spPr>
          <a:xfrm xmlns:a="http://schemas.openxmlformats.org/drawingml/2006/main">
            <a:off x="723900" y="3209925"/>
            <a:ext cx="3248025" cy="9525"/>
          </a:xfrm>
          <a:custGeom xmlns:a="http://schemas.openxmlformats.org/drawingml/2006/main">
            <a:pathLst>
              <a:path w="3248025" h="9525">
                <a:moveTo>
                  <a:pt x="0" y="0"/>
                </a:moveTo>
                <a:lnTo>
                  <a:pt x="3248025" y="0"/>
                </a:lnTo>
              </a:path>
            </a:pathLst>
          </a:custGeom>
          <a:noFill xmlns:a="http://schemas.openxmlformats.org/drawingml/2006/main"/>
          <a:ln xmlns:a="http://schemas.openxmlformats.org/drawingml/2006/main" w="9525">
            <a:solidFill>
              <a:srgbClr val="D7D7DE"/>
            </a:solidFill>
          </a:ln>
        </p:spPr>
      </p:sp>
      <p:sp>
        <p:nvSpPr>
          <p:cNvPr id="10" name="track-signal-0">
            <a:extLst xmlns:a="http://schemas.openxmlformats.org/drawingml/2006/main">
              <a:ext uri="{FF2B5EF4-FFF2-40B4-BE49-F238E27FC236}">
                <a16:creationId xmlns:a16="http://schemas.microsoft.com/office/drawing/2014/main" id="{6E3407BF-6E7F-4495-AF4F-851AB9C9CB2E}"/>
              </a:ext>
            </a:extLst>
          </p:cNvPr>
          <p:cNvSpPr>
            <a:spLocks xmlns:a="http://schemas.openxmlformats.org/drawingml/2006/main" noGrp="1"/>
          </p:cNvSpPr>
          <p:nvPr/>
        </p:nvSpPr>
        <p:spPr>
          <a:xfrm xmlns:a="http://schemas.openxmlformats.org/drawingml/2006/main">
            <a:off x="723900" y="2896553"/>
            <a:ext cx="3248025" cy="626745"/>
          </a:xfrm>
          <a:custGeom xmlns:a="http://schemas.openxmlformats.org/drawingml/2006/main">
            <a:pathLst>
              <a:path w="3248025" h="626745">
                <a:moveTo>
                  <a:pt x="0" y="313372"/>
                </a:moveTo>
                <a:lnTo>
                  <a:pt x="18045" y="302436"/>
                </a:lnTo>
                <a:lnTo>
                  <a:pt x="36089" y="291513"/>
                </a:lnTo>
                <a:lnTo>
                  <a:pt x="54134" y="280616"/>
                </a:lnTo>
                <a:lnTo>
                  <a:pt x="72178" y="269759"/>
                </a:lnTo>
                <a:lnTo>
                  <a:pt x="90223" y="258956"/>
                </a:lnTo>
                <a:lnTo>
                  <a:pt x="108268" y="248219"/>
                </a:lnTo>
                <a:lnTo>
                  <a:pt x="126312" y="237561"/>
                </a:lnTo>
                <a:lnTo>
                  <a:pt x="144357" y="226995"/>
                </a:lnTo>
                <a:lnTo>
                  <a:pt x="162401" y="216535"/>
                </a:lnTo>
                <a:lnTo>
                  <a:pt x="180446" y="206193"/>
                </a:lnTo>
                <a:lnTo>
                  <a:pt x="198490" y="195981"/>
                </a:lnTo>
                <a:lnTo>
                  <a:pt x="216535" y="185912"/>
                </a:lnTo>
                <a:lnTo>
                  <a:pt x="234580" y="175999"/>
                </a:lnTo>
                <a:lnTo>
                  <a:pt x="252624" y="166253"/>
                </a:lnTo>
                <a:lnTo>
                  <a:pt x="270669" y="156686"/>
                </a:lnTo>
                <a:lnTo>
                  <a:pt x="288713" y="147310"/>
                </a:lnTo>
                <a:lnTo>
                  <a:pt x="306758" y="138137"/>
                </a:lnTo>
                <a:lnTo>
                  <a:pt x="324802" y="129177"/>
                </a:lnTo>
                <a:lnTo>
                  <a:pt x="342847" y="120441"/>
                </a:lnTo>
                <a:lnTo>
                  <a:pt x="360892" y="111941"/>
                </a:lnTo>
                <a:lnTo>
                  <a:pt x="378936" y="103685"/>
                </a:lnTo>
                <a:lnTo>
                  <a:pt x="396981" y="95686"/>
                </a:lnTo>
                <a:lnTo>
                  <a:pt x="415025" y="87951"/>
                </a:lnTo>
                <a:lnTo>
                  <a:pt x="433070" y="80491"/>
                </a:lnTo>
                <a:lnTo>
                  <a:pt x="451115" y="73315"/>
                </a:lnTo>
                <a:lnTo>
                  <a:pt x="469159" y="66432"/>
                </a:lnTo>
                <a:lnTo>
                  <a:pt x="487204" y="59849"/>
                </a:lnTo>
                <a:lnTo>
                  <a:pt x="505248" y="53575"/>
                </a:lnTo>
                <a:lnTo>
                  <a:pt x="523293" y="47618"/>
                </a:lnTo>
                <a:lnTo>
                  <a:pt x="541338" y="41984"/>
                </a:lnTo>
                <a:lnTo>
                  <a:pt x="559382" y="36681"/>
                </a:lnTo>
                <a:lnTo>
                  <a:pt x="577427" y="31715"/>
                </a:lnTo>
                <a:lnTo>
                  <a:pt x="595471" y="27092"/>
                </a:lnTo>
                <a:lnTo>
                  <a:pt x="613516" y="22819"/>
                </a:lnTo>
                <a:lnTo>
                  <a:pt x="631560" y="18899"/>
                </a:lnTo>
                <a:lnTo>
                  <a:pt x="649605" y="15338"/>
                </a:lnTo>
                <a:lnTo>
                  <a:pt x="667650" y="12140"/>
                </a:lnTo>
                <a:lnTo>
                  <a:pt x="685694" y="9309"/>
                </a:lnTo>
                <a:lnTo>
                  <a:pt x="703739" y="6848"/>
                </a:lnTo>
                <a:lnTo>
                  <a:pt x="721783" y="4761"/>
                </a:lnTo>
                <a:lnTo>
                  <a:pt x="739828" y="3050"/>
                </a:lnTo>
                <a:lnTo>
                  <a:pt x="757873" y="1717"/>
                </a:lnTo>
                <a:lnTo>
                  <a:pt x="775917" y="763"/>
                </a:lnTo>
                <a:lnTo>
                  <a:pt x="793962" y="191"/>
                </a:lnTo>
                <a:lnTo>
                  <a:pt x="812006" y="0"/>
                </a:lnTo>
                <a:lnTo>
                  <a:pt x="830051" y="191"/>
                </a:lnTo>
                <a:lnTo>
                  <a:pt x="848095" y="763"/>
                </a:lnTo>
                <a:lnTo>
                  <a:pt x="866140" y="1717"/>
                </a:lnTo>
                <a:lnTo>
                  <a:pt x="884185" y="3050"/>
                </a:lnTo>
                <a:lnTo>
                  <a:pt x="902229" y="4761"/>
                </a:lnTo>
                <a:lnTo>
                  <a:pt x="920274" y="6848"/>
                </a:lnTo>
                <a:lnTo>
                  <a:pt x="938318" y="9309"/>
                </a:lnTo>
                <a:lnTo>
                  <a:pt x="956363" y="12140"/>
                </a:lnTo>
                <a:lnTo>
                  <a:pt x="974408" y="15338"/>
                </a:lnTo>
                <a:lnTo>
                  <a:pt x="992452" y="18899"/>
                </a:lnTo>
                <a:lnTo>
                  <a:pt x="1010497" y="22819"/>
                </a:lnTo>
                <a:lnTo>
                  <a:pt x="1028541" y="27092"/>
                </a:lnTo>
                <a:lnTo>
                  <a:pt x="1046586" y="31715"/>
                </a:lnTo>
                <a:lnTo>
                  <a:pt x="1064630" y="36681"/>
                </a:lnTo>
                <a:lnTo>
                  <a:pt x="1082675" y="41984"/>
                </a:lnTo>
                <a:lnTo>
                  <a:pt x="1100720" y="47618"/>
                </a:lnTo>
                <a:lnTo>
                  <a:pt x="1118764" y="53575"/>
                </a:lnTo>
                <a:lnTo>
                  <a:pt x="1136809" y="59849"/>
                </a:lnTo>
                <a:lnTo>
                  <a:pt x="1154853" y="66432"/>
                </a:lnTo>
                <a:lnTo>
                  <a:pt x="1172898" y="73315"/>
                </a:lnTo>
                <a:lnTo>
                  <a:pt x="1190943" y="80491"/>
                </a:lnTo>
                <a:lnTo>
                  <a:pt x="1208987" y="87951"/>
                </a:lnTo>
                <a:lnTo>
                  <a:pt x="1227032" y="95686"/>
                </a:lnTo>
                <a:lnTo>
                  <a:pt x="1245076" y="103685"/>
                </a:lnTo>
                <a:lnTo>
                  <a:pt x="1263121" y="111941"/>
                </a:lnTo>
                <a:lnTo>
                  <a:pt x="1281165" y="120441"/>
                </a:lnTo>
                <a:lnTo>
                  <a:pt x="1299210" y="129177"/>
                </a:lnTo>
                <a:lnTo>
                  <a:pt x="1317255" y="138137"/>
                </a:lnTo>
                <a:lnTo>
                  <a:pt x="1335299" y="147310"/>
                </a:lnTo>
                <a:lnTo>
                  <a:pt x="1353344" y="156686"/>
                </a:lnTo>
                <a:lnTo>
                  <a:pt x="1371388" y="166253"/>
                </a:lnTo>
                <a:lnTo>
                  <a:pt x="1389433" y="175999"/>
                </a:lnTo>
                <a:lnTo>
                  <a:pt x="1407478" y="185912"/>
                </a:lnTo>
                <a:lnTo>
                  <a:pt x="1425522" y="195981"/>
                </a:lnTo>
                <a:lnTo>
                  <a:pt x="1443567" y="206193"/>
                </a:lnTo>
                <a:lnTo>
                  <a:pt x="1461611" y="216535"/>
                </a:lnTo>
                <a:lnTo>
                  <a:pt x="1479656" y="226995"/>
                </a:lnTo>
                <a:lnTo>
                  <a:pt x="1497700" y="237561"/>
                </a:lnTo>
                <a:lnTo>
                  <a:pt x="1515745" y="248219"/>
                </a:lnTo>
                <a:lnTo>
                  <a:pt x="1533790" y="258956"/>
                </a:lnTo>
                <a:lnTo>
                  <a:pt x="1551834" y="269759"/>
                </a:lnTo>
                <a:lnTo>
                  <a:pt x="1569879" y="280616"/>
                </a:lnTo>
                <a:lnTo>
                  <a:pt x="1587923" y="291513"/>
                </a:lnTo>
                <a:lnTo>
                  <a:pt x="1605968" y="302436"/>
                </a:lnTo>
                <a:lnTo>
                  <a:pt x="1624013" y="313372"/>
                </a:lnTo>
                <a:lnTo>
                  <a:pt x="1642057" y="324309"/>
                </a:lnTo>
                <a:lnTo>
                  <a:pt x="1660102" y="335232"/>
                </a:lnTo>
                <a:lnTo>
                  <a:pt x="1678146" y="346129"/>
                </a:lnTo>
                <a:lnTo>
                  <a:pt x="1696191" y="356986"/>
                </a:lnTo>
                <a:lnTo>
                  <a:pt x="1714235" y="367789"/>
                </a:lnTo>
                <a:lnTo>
                  <a:pt x="1732280" y="378526"/>
                </a:lnTo>
                <a:lnTo>
                  <a:pt x="1750325" y="389184"/>
                </a:lnTo>
                <a:lnTo>
                  <a:pt x="1768369" y="399750"/>
                </a:lnTo>
                <a:lnTo>
                  <a:pt x="1786414" y="410210"/>
                </a:lnTo>
                <a:lnTo>
                  <a:pt x="1804458" y="420552"/>
                </a:lnTo>
                <a:lnTo>
                  <a:pt x="1822503" y="430764"/>
                </a:lnTo>
                <a:lnTo>
                  <a:pt x="1840548" y="440833"/>
                </a:lnTo>
                <a:lnTo>
                  <a:pt x="1858592" y="450746"/>
                </a:lnTo>
                <a:lnTo>
                  <a:pt x="1876637" y="460492"/>
                </a:lnTo>
                <a:lnTo>
                  <a:pt x="1894681" y="470059"/>
                </a:lnTo>
                <a:lnTo>
                  <a:pt x="1912726" y="479435"/>
                </a:lnTo>
                <a:lnTo>
                  <a:pt x="1930770" y="488608"/>
                </a:lnTo>
                <a:lnTo>
                  <a:pt x="1948815" y="497568"/>
                </a:lnTo>
                <a:lnTo>
                  <a:pt x="1966860" y="506304"/>
                </a:lnTo>
                <a:lnTo>
                  <a:pt x="1984904" y="514804"/>
                </a:lnTo>
                <a:lnTo>
                  <a:pt x="2002949" y="523060"/>
                </a:lnTo>
                <a:lnTo>
                  <a:pt x="2020993" y="531059"/>
                </a:lnTo>
                <a:lnTo>
                  <a:pt x="2039038" y="538794"/>
                </a:lnTo>
                <a:lnTo>
                  <a:pt x="2057083" y="546254"/>
                </a:lnTo>
                <a:lnTo>
                  <a:pt x="2075127" y="553430"/>
                </a:lnTo>
                <a:lnTo>
                  <a:pt x="2093172" y="560313"/>
                </a:lnTo>
                <a:lnTo>
                  <a:pt x="2111216" y="566896"/>
                </a:lnTo>
                <a:lnTo>
                  <a:pt x="2129261" y="573170"/>
                </a:lnTo>
                <a:lnTo>
                  <a:pt x="2147305" y="579127"/>
                </a:lnTo>
                <a:lnTo>
                  <a:pt x="2165350" y="584761"/>
                </a:lnTo>
                <a:lnTo>
                  <a:pt x="2183395" y="590064"/>
                </a:lnTo>
                <a:lnTo>
                  <a:pt x="2201439" y="595030"/>
                </a:lnTo>
                <a:lnTo>
                  <a:pt x="2219484" y="599653"/>
                </a:lnTo>
                <a:lnTo>
                  <a:pt x="2237528" y="603926"/>
                </a:lnTo>
                <a:lnTo>
                  <a:pt x="2255573" y="607846"/>
                </a:lnTo>
                <a:lnTo>
                  <a:pt x="2273618" y="611407"/>
                </a:lnTo>
                <a:lnTo>
                  <a:pt x="2291662" y="614605"/>
                </a:lnTo>
                <a:lnTo>
                  <a:pt x="2309707" y="617436"/>
                </a:lnTo>
                <a:lnTo>
                  <a:pt x="2327751" y="619897"/>
                </a:lnTo>
                <a:lnTo>
                  <a:pt x="2345796" y="621984"/>
                </a:lnTo>
                <a:lnTo>
                  <a:pt x="2363840" y="623695"/>
                </a:lnTo>
                <a:lnTo>
                  <a:pt x="2381885" y="625028"/>
                </a:lnTo>
                <a:lnTo>
                  <a:pt x="2399930" y="625982"/>
                </a:lnTo>
                <a:lnTo>
                  <a:pt x="2417974" y="626554"/>
                </a:lnTo>
                <a:lnTo>
                  <a:pt x="2436019" y="626745"/>
                </a:lnTo>
                <a:lnTo>
                  <a:pt x="2454063" y="626554"/>
                </a:lnTo>
                <a:lnTo>
                  <a:pt x="2472108" y="625982"/>
                </a:lnTo>
                <a:lnTo>
                  <a:pt x="2490153" y="625028"/>
                </a:lnTo>
                <a:lnTo>
                  <a:pt x="2508197" y="623695"/>
                </a:lnTo>
                <a:lnTo>
                  <a:pt x="2526242" y="621984"/>
                </a:lnTo>
                <a:lnTo>
                  <a:pt x="2544286" y="619897"/>
                </a:lnTo>
                <a:lnTo>
                  <a:pt x="2562331" y="617436"/>
                </a:lnTo>
                <a:lnTo>
                  <a:pt x="2580375" y="614605"/>
                </a:lnTo>
                <a:lnTo>
                  <a:pt x="2598420" y="611407"/>
                </a:lnTo>
                <a:lnTo>
                  <a:pt x="2616465" y="607846"/>
                </a:lnTo>
                <a:lnTo>
                  <a:pt x="2634509" y="603926"/>
                </a:lnTo>
                <a:lnTo>
                  <a:pt x="2652554" y="599653"/>
                </a:lnTo>
                <a:lnTo>
                  <a:pt x="2670598" y="595030"/>
                </a:lnTo>
                <a:lnTo>
                  <a:pt x="2688643" y="590064"/>
                </a:lnTo>
                <a:lnTo>
                  <a:pt x="2706688" y="584761"/>
                </a:lnTo>
                <a:lnTo>
                  <a:pt x="2724732" y="579127"/>
                </a:lnTo>
                <a:lnTo>
                  <a:pt x="2742777" y="573170"/>
                </a:lnTo>
                <a:lnTo>
                  <a:pt x="2760821" y="566896"/>
                </a:lnTo>
                <a:lnTo>
                  <a:pt x="2778866" y="560313"/>
                </a:lnTo>
                <a:lnTo>
                  <a:pt x="2796910" y="553430"/>
                </a:lnTo>
                <a:lnTo>
                  <a:pt x="2814955" y="546254"/>
                </a:lnTo>
                <a:lnTo>
                  <a:pt x="2833000" y="538794"/>
                </a:lnTo>
                <a:lnTo>
                  <a:pt x="2851044" y="531059"/>
                </a:lnTo>
                <a:lnTo>
                  <a:pt x="2869089" y="523060"/>
                </a:lnTo>
                <a:lnTo>
                  <a:pt x="2887133" y="514804"/>
                </a:lnTo>
                <a:lnTo>
                  <a:pt x="2905178" y="506304"/>
                </a:lnTo>
                <a:lnTo>
                  <a:pt x="2923223" y="497568"/>
                </a:lnTo>
                <a:lnTo>
                  <a:pt x="2941267" y="488608"/>
                </a:lnTo>
                <a:lnTo>
                  <a:pt x="2959312" y="479435"/>
                </a:lnTo>
                <a:lnTo>
                  <a:pt x="2977356" y="470059"/>
                </a:lnTo>
                <a:lnTo>
                  <a:pt x="2995401" y="460492"/>
                </a:lnTo>
                <a:lnTo>
                  <a:pt x="3013445" y="450746"/>
                </a:lnTo>
                <a:lnTo>
                  <a:pt x="3031490" y="440833"/>
                </a:lnTo>
                <a:lnTo>
                  <a:pt x="3049535" y="430764"/>
                </a:lnTo>
                <a:lnTo>
                  <a:pt x="3067579" y="420552"/>
                </a:lnTo>
                <a:lnTo>
                  <a:pt x="3085624" y="410210"/>
                </a:lnTo>
                <a:lnTo>
                  <a:pt x="3103668" y="399750"/>
                </a:lnTo>
                <a:lnTo>
                  <a:pt x="3121713" y="389184"/>
                </a:lnTo>
                <a:lnTo>
                  <a:pt x="3139758" y="378526"/>
                </a:lnTo>
                <a:lnTo>
                  <a:pt x="3157802" y="367789"/>
                </a:lnTo>
                <a:lnTo>
                  <a:pt x="3175847" y="356986"/>
                </a:lnTo>
                <a:lnTo>
                  <a:pt x="3193891" y="346129"/>
                </a:lnTo>
                <a:lnTo>
                  <a:pt x="3211936" y="335232"/>
                </a:lnTo>
                <a:lnTo>
                  <a:pt x="3229980" y="324309"/>
                </a:lnTo>
                <a:lnTo>
                  <a:pt x="3248025" y="313372"/>
                </a:lnTo>
              </a:path>
            </a:pathLst>
          </a:custGeom>
          <a:noFill xmlns:a="http://schemas.openxmlformats.org/drawingml/2006/main"/>
          <a:ln xmlns:a="http://schemas.openxmlformats.org/drawingml/2006/main" w="17145">
            <a:solidFill>
              <a:srgbClr val="8C64E1"/>
            </a:solidFill>
          </a:ln>
        </p:spPr>
      </p:sp>
      <p:sp>
        <p:nvSpPr>
          <p:cNvPr id="11" name="output-label-0">
            <a:extLst xmlns:a="http://schemas.openxmlformats.org/drawingml/2006/main">
              <a:ext uri="{FF2B5EF4-FFF2-40B4-BE49-F238E27FC236}">
                <a16:creationId xmlns:a16="http://schemas.microsoft.com/office/drawing/2014/main" id="{AE4C53AA-6CD3-4DDA-9072-1A7A068F54EE}"/>
              </a:ext>
            </a:extLst>
          </p:cNvPr>
          <p:cNvSpPr>
            <a:spLocks xmlns:a="http://schemas.openxmlformats.org/drawingml/2006/main" noGrp="1"/>
          </p:cNvSpPr>
          <p:nvPr/>
        </p:nvSpPr>
        <p:spPr>
          <a:xfrm xmlns:a="http://schemas.openxmlformats.org/drawingml/2006/main">
            <a:off x="8096250" y="2247900"/>
            <a:ext cx="3486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左声道 L</a:t>
            </a:r>
          </a:p>
        </p:txBody>
      </p:sp>
      <p:sp>
        <p:nvSpPr>
          <p:cNvPr id="12" name="output-0">
            <a:extLst xmlns:a="http://schemas.openxmlformats.org/drawingml/2006/main">
              <a:ext uri="{FF2B5EF4-FFF2-40B4-BE49-F238E27FC236}">
                <a16:creationId xmlns:a16="http://schemas.microsoft.com/office/drawing/2014/main" id="{E179F3E9-1D00-4EDC-8E6E-B75111B44B8E}"/>
              </a:ext>
            </a:extLst>
          </p:cNvPr>
          <p:cNvSpPr>
            <a:spLocks xmlns:a="http://schemas.openxmlformats.org/drawingml/2006/main" noGrp="1"/>
          </p:cNvSpPr>
          <p:nvPr/>
        </p:nvSpPr>
        <p:spPr>
          <a:xfrm xmlns:a="http://schemas.openxmlformats.org/drawingml/2006/main">
            <a:off x="8096250" y="2781300"/>
            <a:ext cx="3486150" cy="8572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3" name="output-axis-0">
            <a:extLst xmlns:a="http://schemas.openxmlformats.org/drawingml/2006/main">
              <a:ext uri="{FF2B5EF4-FFF2-40B4-BE49-F238E27FC236}">
                <a16:creationId xmlns:a16="http://schemas.microsoft.com/office/drawing/2014/main" id="{BFA3AA32-B1B1-42B7-A22A-26FEDDE9420E}"/>
              </a:ext>
            </a:extLst>
          </p:cNvPr>
          <p:cNvSpPr>
            <a:spLocks xmlns:a="http://schemas.openxmlformats.org/drawingml/2006/main" noGrp="1"/>
          </p:cNvSpPr>
          <p:nvPr/>
        </p:nvSpPr>
        <p:spPr>
          <a:xfrm xmlns:a="http://schemas.openxmlformats.org/drawingml/2006/main">
            <a:off x="8210550" y="3209925"/>
            <a:ext cx="3257550" cy="9525"/>
          </a:xfrm>
          <a:custGeom xmlns:a="http://schemas.openxmlformats.org/drawingml/2006/main">
            <a:pathLst>
              <a:path w="3257550" h="9525">
                <a:moveTo>
                  <a:pt x="0" y="0"/>
                </a:moveTo>
                <a:lnTo>
                  <a:pt x="3257550" y="0"/>
                </a:lnTo>
              </a:path>
            </a:pathLst>
          </a:custGeom>
          <a:noFill xmlns:a="http://schemas.openxmlformats.org/drawingml/2006/main"/>
          <a:ln xmlns:a="http://schemas.openxmlformats.org/drawingml/2006/main" w="9525">
            <a:solidFill>
              <a:srgbClr val="D7D7DE"/>
            </a:solidFill>
          </a:ln>
        </p:spPr>
      </p:sp>
      <p:sp>
        <p:nvSpPr>
          <p:cNvPr id="14" name="mixed-signal-0">
            <a:extLst xmlns:a="http://schemas.openxmlformats.org/drawingml/2006/main">
              <a:ext uri="{FF2B5EF4-FFF2-40B4-BE49-F238E27FC236}">
                <a16:creationId xmlns:a16="http://schemas.microsoft.com/office/drawing/2014/main" id="{D01AA299-7B71-4F13-88B4-F3324FF6D46E}"/>
              </a:ext>
            </a:extLst>
          </p:cNvPr>
          <p:cNvSpPr>
            <a:spLocks xmlns:a="http://schemas.openxmlformats.org/drawingml/2006/main" noGrp="1"/>
          </p:cNvSpPr>
          <p:nvPr/>
        </p:nvSpPr>
        <p:spPr>
          <a:xfrm xmlns:a="http://schemas.openxmlformats.org/drawingml/2006/main">
            <a:off x="8210550" y="2993072"/>
            <a:ext cx="3257550" cy="433705"/>
          </a:xfrm>
          <a:custGeom xmlns:a="http://schemas.openxmlformats.org/drawingml/2006/main">
            <a:pathLst>
              <a:path w="3257550" h="433705">
                <a:moveTo>
                  <a:pt x="0" y="191097"/>
                </a:moveTo>
                <a:lnTo>
                  <a:pt x="18097" y="178655"/>
                </a:lnTo>
                <a:lnTo>
                  <a:pt x="36195" y="166556"/>
                </a:lnTo>
                <a:lnTo>
                  <a:pt x="54293" y="154860"/>
                </a:lnTo>
                <a:lnTo>
                  <a:pt x="72390" y="143620"/>
                </a:lnTo>
                <a:lnTo>
                  <a:pt x="90488" y="132884"/>
                </a:lnTo>
                <a:lnTo>
                  <a:pt x="108585" y="122698"/>
                </a:lnTo>
                <a:lnTo>
                  <a:pt x="126682" y="113099"/>
                </a:lnTo>
                <a:lnTo>
                  <a:pt x="144780" y="104120"/>
                </a:lnTo>
                <a:lnTo>
                  <a:pt x="162878" y="95787"/>
                </a:lnTo>
                <a:lnTo>
                  <a:pt x="180975" y="88121"/>
                </a:lnTo>
                <a:lnTo>
                  <a:pt x="199072" y="81134"/>
                </a:lnTo>
                <a:lnTo>
                  <a:pt x="217170" y="74835"/>
                </a:lnTo>
                <a:lnTo>
                  <a:pt x="235268" y="69222"/>
                </a:lnTo>
                <a:lnTo>
                  <a:pt x="253365" y="64290"/>
                </a:lnTo>
                <a:lnTo>
                  <a:pt x="271463" y="60028"/>
                </a:lnTo>
                <a:lnTo>
                  <a:pt x="289560" y="56415"/>
                </a:lnTo>
                <a:lnTo>
                  <a:pt x="307657" y="53428"/>
                </a:lnTo>
                <a:lnTo>
                  <a:pt x="325755" y="51037"/>
                </a:lnTo>
                <a:lnTo>
                  <a:pt x="343853" y="49208"/>
                </a:lnTo>
                <a:lnTo>
                  <a:pt x="361950" y="47899"/>
                </a:lnTo>
                <a:lnTo>
                  <a:pt x="380047" y="47069"/>
                </a:lnTo>
                <a:lnTo>
                  <a:pt x="398145" y="46670"/>
                </a:lnTo>
                <a:lnTo>
                  <a:pt x="416243" y="46652"/>
                </a:lnTo>
                <a:lnTo>
                  <a:pt x="434340" y="46961"/>
                </a:lnTo>
                <a:lnTo>
                  <a:pt x="452438" y="47545"/>
                </a:lnTo>
                <a:lnTo>
                  <a:pt x="470535" y="48347"/>
                </a:lnTo>
                <a:lnTo>
                  <a:pt x="488632" y="49312"/>
                </a:lnTo>
                <a:lnTo>
                  <a:pt x="506730" y="50385"/>
                </a:lnTo>
                <a:lnTo>
                  <a:pt x="524828" y="51510"/>
                </a:lnTo>
                <a:lnTo>
                  <a:pt x="542925" y="52636"/>
                </a:lnTo>
                <a:lnTo>
                  <a:pt x="561022" y="53711"/>
                </a:lnTo>
                <a:lnTo>
                  <a:pt x="579120" y="54687"/>
                </a:lnTo>
                <a:lnTo>
                  <a:pt x="597218" y="55520"/>
                </a:lnTo>
                <a:lnTo>
                  <a:pt x="615315" y="56169"/>
                </a:lnTo>
                <a:lnTo>
                  <a:pt x="633413" y="56598"/>
                </a:lnTo>
                <a:lnTo>
                  <a:pt x="651510" y="56775"/>
                </a:lnTo>
                <a:lnTo>
                  <a:pt x="669607" y="56675"/>
                </a:lnTo>
                <a:lnTo>
                  <a:pt x="687705" y="56277"/>
                </a:lnTo>
                <a:lnTo>
                  <a:pt x="705803" y="55565"/>
                </a:lnTo>
                <a:lnTo>
                  <a:pt x="723900" y="54531"/>
                </a:lnTo>
                <a:lnTo>
                  <a:pt x="741997" y="53171"/>
                </a:lnTo>
                <a:lnTo>
                  <a:pt x="760095" y="51490"/>
                </a:lnTo>
                <a:lnTo>
                  <a:pt x="778193" y="49495"/>
                </a:lnTo>
                <a:lnTo>
                  <a:pt x="796290" y="47204"/>
                </a:lnTo>
                <a:lnTo>
                  <a:pt x="814388" y="44636"/>
                </a:lnTo>
                <a:lnTo>
                  <a:pt x="832485" y="41820"/>
                </a:lnTo>
                <a:lnTo>
                  <a:pt x="850582" y="38786"/>
                </a:lnTo>
                <a:lnTo>
                  <a:pt x="868680" y="35572"/>
                </a:lnTo>
                <a:lnTo>
                  <a:pt x="886778" y="32220"/>
                </a:lnTo>
                <a:lnTo>
                  <a:pt x="904875" y="28775"/>
                </a:lnTo>
                <a:lnTo>
                  <a:pt x="922972" y="25288"/>
                </a:lnTo>
                <a:lnTo>
                  <a:pt x="941070" y="21809"/>
                </a:lnTo>
                <a:lnTo>
                  <a:pt x="959168" y="18396"/>
                </a:lnTo>
                <a:lnTo>
                  <a:pt x="977265" y="15103"/>
                </a:lnTo>
                <a:lnTo>
                  <a:pt x="995363" y="11989"/>
                </a:lnTo>
                <a:lnTo>
                  <a:pt x="1013460" y="9112"/>
                </a:lnTo>
                <a:lnTo>
                  <a:pt x="1031557" y="6530"/>
                </a:lnTo>
                <a:lnTo>
                  <a:pt x="1049655" y="4302"/>
                </a:lnTo>
                <a:lnTo>
                  <a:pt x="1067753" y="2482"/>
                </a:lnTo>
                <a:lnTo>
                  <a:pt x="1085850" y="1125"/>
                </a:lnTo>
                <a:lnTo>
                  <a:pt x="1103947" y="282"/>
                </a:lnTo>
                <a:lnTo>
                  <a:pt x="1122045" y="0"/>
                </a:lnTo>
                <a:lnTo>
                  <a:pt x="1140143" y="323"/>
                </a:lnTo>
                <a:lnTo>
                  <a:pt x="1158240" y="1290"/>
                </a:lnTo>
                <a:lnTo>
                  <a:pt x="1176338" y="2936"/>
                </a:lnTo>
                <a:lnTo>
                  <a:pt x="1194435" y="5289"/>
                </a:lnTo>
                <a:lnTo>
                  <a:pt x="1212532" y="8372"/>
                </a:lnTo>
                <a:lnTo>
                  <a:pt x="1230630" y="12203"/>
                </a:lnTo>
                <a:lnTo>
                  <a:pt x="1248728" y="16792"/>
                </a:lnTo>
                <a:lnTo>
                  <a:pt x="1266825" y="22144"/>
                </a:lnTo>
                <a:lnTo>
                  <a:pt x="1284922" y="28256"/>
                </a:lnTo>
                <a:lnTo>
                  <a:pt x="1303020" y="35120"/>
                </a:lnTo>
                <a:lnTo>
                  <a:pt x="1321118" y="42718"/>
                </a:lnTo>
                <a:lnTo>
                  <a:pt x="1339215" y="51031"/>
                </a:lnTo>
                <a:lnTo>
                  <a:pt x="1357313" y="60028"/>
                </a:lnTo>
                <a:lnTo>
                  <a:pt x="1375410" y="69675"/>
                </a:lnTo>
                <a:lnTo>
                  <a:pt x="1393507" y="79932"/>
                </a:lnTo>
                <a:lnTo>
                  <a:pt x="1411605" y="90752"/>
                </a:lnTo>
                <a:lnTo>
                  <a:pt x="1429703" y="102085"/>
                </a:lnTo>
                <a:lnTo>
                  <a:pt x="1447800" y="113876"/>
                </a:lnTo>
                <a:lnTo>
                  <a:pt x="1465897" y="126064"/>
                </a:lnTo>
                <a:lnTo>
                  <a:pt x="1483995" y="138587"/>
                </a:lnTo>
                <a:lnTo>
                  <a:pt x="1502093" y="151378"/>
                </a:lnTo>
                <a:lnTo>
                  <a:pt x="1520190" y="164370"/>
                </a:lnTo>
                <a:lnTo>
                  <a:pt x="1538288" y="177493"/>
                </a:lnTo>
                <a:lnTo>
                  <a:pt x="1556385" y="190677"/>
                </a:lnTo>
                <a:lnTo>
                  <a:pt x="1574482" y="203849"/>
                </a:lnTo>
                <a:lnTo>
                  <a:pt x="1592580" y="216941"/>
                </a:lnTo>
                <a:lnTo>
                  <a:pt x="1610677" y="229883"/>
                </a:lnTo>
                <a:lnTo>
                  <a:pt x="1628775" y="242608"/>
                </a:lnTo>
                <a:lnTo>
                  <a:pt x="1646873" y="255050"/>
                </a:lnTo>
                <a:lnTo>
                  <a:pt x="1664970" y="267149"/>
                </a:lnTo>
                <a:lnTo>
                  <a:pt x="1683068" y="278845"/>
                </a:lnTo>
                <a:lnTo>
                  <a:pt x="1701165" y="290086"/>
                </a:lnTo>
                <a:lnTo>
                  <a:pt x="1719263" y="300821"/>
                </a:lnTo>
                <a:lnTo>
                  <a:pt x="1737360" y="311008"/>
                </a:lnTo>
                <a:lnTo>
                  <a:pt x="1755457" y="320607"/>
                </a:lnTo>
                <a:lnTo>
                  <a:pt x="1773555" y="329586"/>
                </a:lnTo>
                <a:lnTo>
                  <a:pt x="1791652" y="337918"/>
                </a:lnTo>
                <a:lnTo>
                  <a:pt x="1809750" y="345584"/>
                </a:lnTo>
                <a:lnTo>
                  <a:pt x="1827848" y="352571"/>
                </a:lnTo>
                <a:lnTo>
                  <a:pt x="1845945" y="358871"/>
                </a:lnTo>
                <a:lnTo>
                  <a:pt x="1864043" y="364483"/>
                </a:lnTo>
                <a:lnTo>
                  <a:pt x="1882140" y="369415"/>
                </a:lnTo>
                <a:lnTo>
                  <a:pt x="1900238" y="373678"/>
                </a:lnTo>
                <a:lnTo>
                  <a:pt x="1918335" y="377290"/>
                </a:lnTo>
                <a:lnTo>
                  <a:pt x="1936432" y="380277"/>
                </a:lnTo>
                <a:lnTo>
                  <a:pt x="1954530" y="382668"/>
                </a:lnTo>
                <a:lnTo>
                  <a:pt x="1972627" y="384498"/>
                </a:lnTo>
                <a:lnTo>
                  <a:pt x="1990725" y="385806"/>
                </a:lnTo>
                <a:lnTo>
                  <a:pt x="2008823" y="386636"/>
                </a:lnTo>
                <a:lnTo>
                  <a:pt x="2026920" y="387035"/>
                </a:lnTo>
                <a:lnTo>
                  <a:pt x="2045018" y="387054"/>
                </a:lnTo>
                <a:lnTo>
                  <a:pt x="2063115" y="386744"/>
                </a:lnTo>
                <a:lnTo>
                  <a:pt x="2081213" y="386160"/>
                </a:lnTo>
                <a:lnTo>
                  <a:pt x="2099310" y="385358"/>
                </a:lnTo>
                <a:lnTo>
                  <a:pt x="2117407" y="384393"/>
                </a:lnTo>
                <a:lnTo>
                  <a:pt x="2135505" y="383320"/>
                </a:lnTo>
                <a:lnTo>
                  <a:pt x="2153602" y="382195"/>
                </a:lnTo>
                <a:lnTo>
                  <a:pt x="2171700" y="381069"/>
                </a:lnTo>
                <a:lnTo>
                  <a:pt x="2189798" y="379995"/>
                </a:lnTo>
                <a:lnTo>
                  <a:pt x="2207895" y="379018"/>
                </a:lnTo>
                <a:lnTo>
                  <a:pt x="2225993" y="378185"/>
                </a:lnTo>
                <a:lnTo>
                  <a:pt x="2244090" y="377536"/>
                </a:lnTo>
                <a:lnTo>
                  <a:pt x="2262188" y="377107"/>
                </a:lnTo>
                <a:lnTo>
                  <a:pt x="2280285" y="376930"/>
                </a:lnTo>
                <a:lnTo>
                  <a:pt x="2298382" y="377030"/>
                </a:lnTo>
                <a:lnTo>
                  <a:pt x="2316480" y="377429"/>
                </a:lnTo>
                <a:lnTo>
                  <a:pt x="2334577" y="378140"/>
                </a:lnTo>
                <a:lnTo>
                  <a:pt x="2352675" y="379175"/>
                </a:lnTo>
                <a:lnTo>
                  <a:pt x="2370773" y="380534"/>
                </a:lnTo>
                <a:lnTo>
                  <a:pt x="2388870" y="382216"/>
                </a:lnTo>
                <a:lnTo>
                  <a:pt x="2406968" y="384210"/>
                </a:lnTo>
                <a:lnTo>
                  <a:pt x="2425065" y="386501"/>
                </a:lnTo>
                <a:lnTo>
                  <a:pt x="2443163" y="389069"/>
                </a:lnTo>
                <a:lnTo>
                  <a:pt x="2461260" y="391886"/>
                </a:lnTo>
                <a:lnTo>
                  <a:pt x="2479357" y="394919"/>
                </a:lnTo>
                <a:lnTo>
                  <a:pt x="2497455" y="398133"/>
                </a:lnTo>
                <a:lnTo>
                  <a:pt x="2515552" y="401485"/>
                </a:lnTo>
                <a:lnTo>
                  <a:pt x="2533650" y="404930"/>
                </a:lnTo>
                <a:lnTo>
                  <a:pt x="2551748" y="408418"/>
                </a:lnTo>
                <a:lnTo>
                  <a:pt x="2569845" y="411896"/>
                </a:lnTo>
                <a:lnTo>
                  <a:pt x="2587943" y="415310"/>
                </a:lnTo>
                <a:lnTo>
                  <a:pt x="2606040" y="418603"/>
                </a:lnTo>
                <a:lnTo>
                  <a:pt x="2624138" y="421717"/>
                </a:lnTo>
                <a:lnTo>
                  <a:pt x="2642235" y="424593"/>
                </a:lnTo>
                <a:lnTo>
                  <a:pt x="2660332" y="427175"/>
                </a:lnTo>
                <a:lnTo>
                  <a:pt x="2678430" y="429403"/>
                </a:lnTo>
                <a:lnTo>
                  <a:pt x="2696527" y="431223"/>
                </a:lnTo>
                <a:lnTo>
                  <a:pt x="2714625" y="432580"/>
                </a:lnTo>
                <a:lnTo>
                  <a:pt x="2732723" y="433423"/>
                </a:lnTo>
                <a:lnTo>
                  <a:pt x="2750820" y="433705"/>
                </a:lnTo>
                <a:lnTo>
                  <a:pt x="2768918" y="433382"/>
                </a:lnTo>
                <a:lnTo>
                  <a:pt x="2787015" y="432415"/>
                </a:lnTo>
                <a:lnTo>
                  <a:pt x="2805113" y="430770"/>
                </a:lnTo>
                <a:lnTo>
                  <a:pt x="2823210" y="428417"/>
                </a:lnTo>
                <a:lnTo>
                  <a:pt x="2841307" y="425333"/>
                </a:lnTo>
                <a:lnTo>
                  <a:pt x="2859405" y="421502"/>
                </a:lnTo>
                <a:lnTo>
                  <a:pt x="2877502" y="416913"/>
                </a:lnTo>
                <a:lnTo>
                  <a:pt x="2895600" y="411561"/>
                </a:lnTo>
                <a:lnTo>
                  <a:pt x="2913698" y="405449"/>
                </a:lnTo>
                <a:lnTo>
                  <a:pt x="2931795" y="398586"/>
                </a:lnTo>
                <a:lnTo>
                  <a:pt x="2949893" y="390987"/>
                </a:lnTo>
                <a:lnTo>
                  <a:pt x="2967990" y="382675"/>
                </a:lnTo>
                <a:lnTo>
                  <a:pt x="2986088" y="373678"/>
                </a:lnTo>
                <a:lnTo>
                  <a:pt x="3004185" y="364030"/>
                </a:lnTo>
                <a:lnTo>
                  <a:pt x="3022282" y="353774"/>
                </a:lnTo>
                <a:lnTo>
                  <a:pt x="3040380" y="342953"/>
                </a:lnTo>
                <a:lnTo>
                  <a:pt x="3058477" y="331620"/>
                </a:lnTo>
                <a:lnTo>
                  <a:pt x="3076575" y="319829"/>
                </a:lnTo>
                <a:lnTo>
                  <a:pt x="3094673" y="307641"/>
                </a:lnTo>
                <a:lnTo>
                  <a:pt x="3112770" y="295118"/>
                </a:lnTo>
                <a:lnTo>
                  <a:pt x="3130868" y="282327"/>
                </a:lnTo>
                <a:lnTo>
                  <a:pt x="3148965" y="269335"/>
                </a:lnTo>
                <a:lnTo>
                  <a:pt x="3167063" y="256212"/>
                </a:lnTo>
                <a:lnTo>
                  <a:pt x="3185160" y="243029"/>
                </a:lnTo>
                <a:lnTo>
                  <a:pt x="3203257" y="229856"/>
                </a:lnTo>
                <a:lnTo>
                  <a:pt x="3221355" y="216764"/>
                </a:lnTo>
                <a:lnTo>
                  <a:pt x="3239452" y="203822"/>
                </a:lnTo>
                <a:lnTo>
                  <a:pt x="3257550" y="191097"/>
                </a:lnTo>
              </a:path>
            </a:pathLst>
          </a:custGeom>
          <a:noFill xmlns:a="http://schemas.openxmlformats.org/drawingml/2006/main"/>
          <a:ln xmlns:a="http://schemas.openxmlformats.org/drawingml/2006/main" w="17145">
            <a:solidFill>
              <a:srgbClr val="00B0F0"/>
            </a:solidFill>
          </a:ln>
        </p:spPr>
      </p:sp>
      <p:sp>
        <p:nvSpPr>
          <p:cNvPr id="15" name="track-label-1">
            <a:extLst xmlns:a="http://schemas.openxmlformats.org/drawingml/2006/main">
              <a:ext uri="{FF2B5EF4-FFF2-40B4-BE49-F238E27FC236}">
                <a16:creationId xmlns:a16="http://schemas.microsoft.com/office/drawing/2014/main" id="{B158AA1D-0E22-4628-928E-8CDD77B66F2F}"/>
              </a:ext>
            </a:extLst>
          </p:cNvPr>
          <p:cNvSpPr>
            <a:spLocks xmlns:a="http://schemas.openxmlformats.org/drawingml/2006/main" noGrp="1"/>
          </p:cNvSpPr>
          <p:nvPr/>
        </p:nvSpPr>
        <p:spPr>
          <a:xfrm xmlns:a="http://schemas.openxmlformats.org/drawingml/2006/main">
            <a:off x="609600" y="4076700"/>
            <a:ext cx="3562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音轨2：背景音乐</a:t>
            </a:r>
          </a:p>
        </p:txBody>
      </p:sp>
      <p:sp>
        <p:nvSpPr>
          <p:cNvPr id="16" name="track-1">
            <a:extLst xmlns:a="http://schemas.openxmlformats.org/drawingml/2006/main">
              <a:ext uri="{FF2B5EF4-FFF2-40B4-BE49-F238E27FC236}">
                <a16:creationId xmlns:a16="http://schemas.microsoft.com/office/drawing/2014/main" id="{48244E61-A7CD-4642-8D5F-78B2BCC9CCB6}"/>
              </a:ext>
            </a:extLst>
          </p:cNvPr>
          <p:cNvSpPr>
            <a:spLocks xmlns:a="http://schemas.openxmlformats.org/drawingml/2006/main" noGrp="1"/>
          </p:cNvSpPr>
          <p:nvPr/>
        </p:nvSpPr>
        <p:spPr>
          <a:xfrm xmlns:a="http://schemas.openxmlformats.org/drawingml/2006/main">
            <a:off x="609600" y="4610100"/>
            <a:ext cx="3476625" cy="8572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7" name="track-axis-1">
            <a:extLst xmlns:a="http://schemas.openxmlformats.org/drawingml/2006/main">
              <a:ext uri="{FF2B5EF4-FFF2-40B4-BE49-F238E27FC236}">
                <a16:creationId xmlns:a16="http://schemas.microsoft.com/office/drawing/2014/main" id="{66B4488D-0886-40CE-AA79-BFA735BFB5F6}"/>
              </a:ext>
            </a:extLst>
          </p:cNvPr>
          <p:cNvSpPr>
            <a:spLocks xmlns:a="http://schemas.openxmlformats.org/drawingml/2006/main" noGrp="1"/>
          </p:cNvSpPr>
          <p:nvPr/>
        </p:nvSpPr>
        <p:spPr>
          <a:xfrm xmlns:a="http://schemas.openxmlformats.org/drawingml/2006/main">
            <a:off x="723900" y="5038725"/>
            <a:ext cx="3248025" cy="9525"/>
          </a:xfrm>
          <a:custGeom xmlns:a="http://schemas.openxmlformats.org/drawingml/2006/main">
            <a:pathLst>
              <a:path w="3248025" h="9525">
                <a:moveTo>
                  <a:pt x="0" y="0"/>
                </a:moveTo>
                <a:lnTo>
                  <a:pt x="3248025" y="0"/>
                </a:lnTo>
              </a:path>
            </a:pathLst>
          </a:custGeom>
          <a:noFill xmlns:a="http://schemas.openxmlformats.org/drawingml/2006/main"/>
          <a:ln xmlns:a="http://schemas.openxmlformats.org/drawingml/2006/main" w="9525">
            <a:solidFill>
              <a:srgbClr val="D7D7DE"/>
            </a:solidFill>
          </a:ln>
        </p:spPr>
      </p:sp>
      <p:sp>
        <p:nvSpPr>
          <p:cNvPr id="18" name="track-signal-1">
            <a:extLst xmlns:a="http://schemas.openxmlformats.org/drawingml/2006/main">
              <a:ext uri="{FF2B5EF4-FFF2-40B4-BE49-F238E27FC236}">
                <a16:creationId xmlns:a16="http://schemas.microsoft.com/office/drawing/2014/main" id="{6AB5CE32-9A2E-42DD-BD41-11BC67A9AEE5}"/>
              </a:ext>
            </a:extLst>
          </p:cNvPr>
          <p:cNvSpPr>
            <a:spLocks xmlns:a="http://schemas.openxmlformats.org/drawingml/2006/main" noGrp="1"/>
          </p:cNvSpPr>
          <p:nvPr/>
        </p:nvSpPr>
        <p:spPr>
          <a:xfrm xmlns:a="http://schemas.openxmlformats.org/drawingml/2006/main">
            <a:off x="723900" y="4859705"/>
            <a:ext cx="3248025" cy="358040"/>
          </a:xfrm>
          <a:custGeom xmlns:a="http://schemas.openxmlformats.org/drawingml/2006/main">
            <a:pathLst>
              <a:path w="3248025" h="358040">
                <a:moveTo>
                  <a:pt x="0" y="93169"/>
                </a:moveTo>
                <a:lnTo>
                  <a:pt x="18045" y="77213"/>
                </a:lnTo>
                <a:lnTo>
                  <a:pt x="36089" y="62372"/>
                </a:lnTo>
                <a:lnTo>
                  <a:pt x="54134" y="48810"/>
                </a:lnTo>
                <a:lnTo>
                  <a:pt x="72178" y="36673"/>
                </a:lnTo>
                <a:lnTo>
                  <a:pt x="90223" y="26097"/>
                </a:lnTo>
                <a:lnTo>
                  <a:pt x="108268" y="17196"/>
                </a:lnTo>
                <a:lnTo>
                  <a:pt x="126312" y="10068"/>
                </a:lnTo>
                <a:lnTo>
                  <a:pt x="144357" y="4791"/>
                </a:lnTo>
                <a:lnTo>
                  <a:pt x="162401" y="1422"/>
                </a:lnTo>
                <a:lnTo>
                  <a:pt x="180446" y="0"/>
                </a:lnTo>
                <a:lnTo>
                  <a:pt x="198490" y="539"/>
                </a:lnTo>
                <a:lnTo>
                  <a:pt x="216535" y="3034"/>
                </a:lnTo>
                <a:lnTo>
                  <a:pt x="234580" y="7456"/>
                </a:lnTo>
                <a:lnTo>
                  <a:pt x="252624" y="13758"/>
                </a:lnTo>
                <a:lnTo>
                  <a:pt x="270669" y="21871"/>
                </a:lnTo>
                <a:lnTo>
                  <a:pt x="288713" y="31706"/>
                </a:lnTo>
                <a:lnTo>
                  <a:pt x="306758" y="43155"/>
                </a:lnTo>
                <a:lnTo>
                  <a:pt x="324802" y="56092"/>
                </a:lnTo>
                <a:lnTo>
                  <a:pt x="342847" y="70376"/>
                </a:lnTo>
                <a:lnTo>
                  <a:pt x="360892" y="85851"/>
                </a:lnTo>
                <a:lnTo>
                  <a:pt x="378936" y="102346"/>
                </a:lnTo>
                <a:lnTo>
                  <a:pt x="396981" y="119681"/>
                </a:lnTo>
                <a:lnTo>
                  <a:pt x="415025" y="137667"/>
                </a:lnTo>
                <a:lnTo>
                  <a:pt x="433070" y="156105"/>
                </a:lnTo>
                <a:lnTo>
                  <a:pt x="451115" y="174795"/>
                </a:lnTo>
                <a:lnTo>
                  <a:pt x="469159" y="193531"/>
                </a:lnTo>
                <a:lnTo>
                  <a:pt x="487204" y="212107"/>
                </a:lnTo>
                <a:lnTo>
                  <a:pt x="505248" y="230322"/>
                </a:lnTo>
                <a:lnTo>
                  <a:pt x="523293" y="247974"/>
                </a:lnTo>
                <a:lnTo>
                  <a:pt x="541338" y="264871"/>
                </a:lnTo>
                <a:lnTo>
                  <a:pt x="559382" y="280827"/>
                </a:lnTo>
                <a:lnTo>
                  <a:pt x="577427" y="295668"/>
                </a:lnTo>
                <a:lnTo>
                  <a:pt x="595471" y="309231"/>
                </a:lnTo>
                <a:lnTo>
                  <a:pt x="613516" y="321367"/>
                </a:lnTo>
                <a:lnTo>
                  <a:pt x="631560" y="331943"/>
                </a:lnTo>
                <a:lnTo>
                  <a:pt x="649605" y="340845"/>
                </a:lnTo>
                <a:lnTo>
                  <a:pt x="667650" y="347973"/>
                </a:lnTo>
                <a:lnTo>
                  <a:pt x="685694" y="353250"/>
                </a:lnTo>
                <a:lnTo>
                  <a:pt x="703739" y="356618"/>
                </a:lnTo>
                <a:lnTo>
                  <a:pt x="721783" y="358040"/>
                </a:lnTo>
                <a:lnTo>
                  <a:pt x="739828" y="357501"/>
                </a:lnTo>
                <a:lnTo>
                  <a:pt x="757873" y="355007"/>
                </a:lnTo>
                <a:lnTo>
                  <a:pt x="775917" y="350584"/>
                </a:lnTo>
                <a:lnTo>
                  <a:pt x="793962" y="344282"/>
                </a:lnTo>
                <a:lnTo>
                  <a:pt x="812006" y="336169"/>
                </a:lnTo>
                <a:lnTo>
                  <a:pt x="830051" y="326334"/>
                </a:lnTo>
                <a:lnTo>
                  <a:pt x="848095" y="314885"/>
                </a:lnTo>
                <a:lnTo>
                  <a:pt x="866140" y="301948"/>
                </a:lnTo>
                <a:lnTo>
                  <a:pt x="884185" y="287664"/>
                </a:lnTo>
                <a:lnTo>
                  <a:pt x="902229" y="272190"/>
                </a:lnTo>
                <a:lnTo>
                  <a:pt x="920274" y="255694"/>
                </a:lnTo>
                <a:lnTo>
                  <a:pt x="938318" y="238359"/>
                </a:lnTo>
                <a:lnTo>
                  <a:pt x="956363" y="220374"/>
                </a:lnTo>
                <a:lnTo>
                  <a:pt x="974408" y="201935"/>
                </a:lnTo>
                <a:lnTo>
                  <a:pt x="992452" y="183246"/>
                </a:lnTo>
                <a:lnTo>
                  <a:pt x="1010497" y="164510"/>
                </a:lnTo>
                <a:lnTo>
                  <a:pt x="1028541" y="145933"/>
                </a:lnTo>
                <a:lnTo>
                  <a:pt x="1046586" y="127719"/>
                </a:lnTo>
                <a:lnTo>
                  <a:pt x="1064630" y="110066"/>
                </a:lnTo>
                <a:lnTo>
                  <a:pt x="1082675" y="93169"/>
                </a:lnTo>
                <a:lnTo>
                  <a:pt x="1100720" y="77213"/>
                </a:lnTo>
                <a:lnTo>
                  <a:pt x="1118764" y="62372"/>
                </a:lnTo>
                <a:lnTo>
                  <a:pt x="1136809" y="48810"/>
                </a:lnTo>
                <a:lnTo>
                  <a:pt x="1154853" y="36673"/>
                </a:lnTo>
                <a:lnTo>
                  <a:pt x="1172898" y="26097"/>
                </a:lnTo>
                <a:lnTo>
                  <a:pt x="1190943" y="17196"/>
                </a:lnTo>
                <a:lnTo>
                  <a:pt x="1208987" y="10068"/>
                </a:lnTo>
                <a:lnTo>
                  <a:pt x="1227032" y="4791"/>
                </a:lnTo>
                <a:lnTo>
                  <a:pt x="1245076" y="1422"/>
                </a:lnTo>
                <a:lnTo>
                  <a:pt x="1263121" y="0"/>
                </a:lnTo>
                <a:lnTo>
                  <a:pt x="1281165" y="539"/>
                </a:lnTo>
                <a:lnTo>
                  <a:pt x="1299210" y="3034"/>
                </a:lnTo>
                <a:lnTo>
                  <a:pt x="1317255" y="7456"/>
                </a:lnTo>
                <a:lnTo>
                  <a:pt x="1335299" y="13758"/>
                </a:lnTo>
                <a:lnTo>
                  <a:pt x="1353344" y="21871"/>
                </a:lnTo>
                <a:lnTo>
                  <a:pt x="1371388" y="31706"/>
                </a:lnTo>
                <a:lnTo>
                  <a:pt x="1389433" y="43155"/>
                </a:lnTo>
                <a:lnTo>
                  <a:pt x="1407478" y="56092"/>
                </a:lnTo>
                <a:lnTo>
                  <a:pt x="1425522" y="70376"/>
                </a:lnTo>
                <a:lnTo>
                  <a:pt x="1443567" y="85851"/>
                </a:lnTo>
                <a:lnTo>
                  <a:pt x="1461611" y="102346"/>
                </a:lnTo>
                <a:lnTo>
                  <a:pt x="1479656" y="119681"/>
                </a:lnTo>
                <a:lnTo>
                  <a:pt x="1497700" y="137667"/>
                </a:lnTo>
                <a:lnTo>
                  <a:pt x="1515745" y="156105"/>
                </a:lnTo>
                <a:lnTo>
                  <a:pt x="1533790" y="174795"/>
                </a:lnTo>
                <a:lnTo>
                  <a:pt x="1551834" y="193531"/>
                </a:lnTo>
                <a:lnTo>
                  <a:pt x="1569879" y="212107"/>
                </a:lnTo>
                <a:lnTo>
                  <a:pt x="1587923" y="230322"/>
                </a:lnTo>
                <a:lnTo>
                  <a:pt x="1605968" y="247974"/>
                </a:lnTo>
                <a:lnTo>
                  <a:pt x="1624013" y="264871"/>
                </a:lnTo>
                <a:lnTo>
                  <a:pt x="1642057" y="280827"/>
                </a:lnTo>
                <a:lnTo>
                  <a:pt x="1660102" y="295668"/>
                </a:lnTo>
                <a:lnTo>
                  <a:pt x="1678146" y="309231"/>
                </a:lnTo>
                <a:lnTo>
                  <a:pt x="1696191" y="321367"/>
                </a:lnTo>
                <a:lnTo>
                  <a:pt x="1714235" y="331943"/>
                </a:lnTo>
                <a:lnTo>
                  <a:pt x="1732280" y="340845"/>
                </a:lnTo>
                <a:lnTo>
                  <a:pt x="1750325" y="347973"/>
                </a:lnTo>
                <a:lnTo>
                  <a:pt x="1768369" y="353250"/>
                </a:lnTo>
                <a:lnTo>
                  <a:pt x="1786414" y="356618"/>
                </a:lnTo>
                <a:lnTo>
                  <a:pt x="1804458" y="358040"/>
                </a:lnTo>
                <a:lnTo>
                  <a:pt x="1822503" y="357501"/>
                </a:lnTo>
                <a:lnTo>
                  <a:pt x="1840548" y="355007"/>
                </a:lnTo>
                <a:lnTo>
                  <a:pt x="1858592" y="350584"/>
                </a:lnTo>
                <a:lnTo>
                  <a:pt x="1876637" y="344282"/>
                </a:lnTo>
                <a:lnTo>
                  <a:pt x="1894681" y="336169"/>
                </a:lnTo>
                <a:lnTo>
                  <a:pt x="1912726" y="326334"/>
                </a:lnTo>
                <a:lnTo>
                  <a:pt x="1930770" y="314885"/>
                </a:lnTo>
                <a:lnTo>
                  <a:pt x="1948815" y="301948"/>
                </a:lnTo>
                <a:lnTo>
                  <a:pt x="1966860" y="287664"/>
                </a:lnTo>
                <a:lnTo>
                  <a:pt x="1984904" y="272190"/>
                </a:lnTo>
                <a:lnTo>
                  <a:pt x="2002949" y="255694"/>
                </a:lnTo>
                <a:lnTo>
                  <a:pt x="2020993" y="238359"/>
                </a:lnTo>
                <a:lnTo>
                  <a:pt x="2039038" y="220374"/>
                </a:lnTo>
                <a:lnTo>
                  <a:pt x="2057083" y="201935"/>
                </a:lnTo>
                <a:lnTo>
                  <a:pt x="2075127" y="183246"/>
                </a:lnTo>
                <a:lnTo>
                  <a:pt x="2093172" y="164510"/>
                </a:lnTo>
                <a:lnTo>
                  <a:pt x="2111216" y="145933"/>
                </a:lnTo>
                <a:lnTo>
                  <a:pt x="2129261" y="127719"/>
                </a:lnTo>
                <a:lnTo>
                  <a:pt x="2147305" y="110066"/>
                </a:lnTo>
                <a:lnTo>
                  <a:pt x="2165350" y="93169"/>
                </a:lnTo>
                <a:lnTo>
                  <a:pt x="2183395" y="77213"/>
                </a:lnTo>
                <a:lnTo>
                  <a:pt x="2201439" y="62372"/>
                </a:lnTo>
                <a:lnTo>
                  <a:pt x="2219484" y="48810"/>
                </a:lnTo>
                <a:lnTo>
                  <a:pt x="2237528" y="36673"/>
                </a:lnTo>
                <a:lnTo>
                  <a:pt x="2255573" y="26097"/>
                </a:lnTo>
                <a:lnTo>
                  <a:pt x="2273618" y="17196"/>
                </a:lnTo>
                <a:lnTo>
                  <a:pt x="2291662" y="10068"/>
                </a:lnTo>
                <a:lnTo>
                  <a:pt x="2309707" y="4791"/>
                </a:lnTo>
                <a:lnTo>
                  <a:pt x="2327751" y="1422"/>
                </a:lnTo>
                <a:lnTo>
                  <a:pt x="2345796" y="0"/>
                </a:lnTo>
                <a:lnTo>
                  <a:pt x="2363840" y="539"/>
                </a:lnTo>
                <a:lnTo>
                  <a:pt x="2381885" y="3034"/>
                </a:lnTo>
                <a:lnTo>
                  <a:pt x="2399930" y="7456"/>
                </a:lnTo>
                <a:lnTo>
                  <a:pt x="2417974" y="13758"/>
                </a:lnTo>
                <a:lnTo>
                  <a:pt x="2436019" y="21871"/>
                </a:lnTo>
                <a:lnTo>
                  <a:pt x="2454063" y="31706"/>
                </a:lnTo>
                <a:lnTo>
                  <a:pt x="2472108" y="43155"/>
                </a:lnTo>
                <a:lnTo>
                  <a:pt x="2490153" y="56092"/>
                </a:lnTo>
                <a:lnTo>
                  <a:pt x="2508197" y="70376"/>
                </a:lnTo>
                <a:lnTo>
                  <a:pt x="2526242" y="85851"/>
                </a:lnTo>
                <a:lnTo>
                  <a:pt x="2544286" y="102346"/>
                </a:lnTo>
                <a:lnTo>
                  <a:pt x="2562331" y="119681"/>
                </a:lnTo>
                <a:lnTo>
                  <a:pt x="2580375" y="137667"/>
                </a:lnTo>
                <a:lnTo>
                  <a:pt x="2598420" y="156105"/>
                </a:lnTo>
                <a:lnTo>
                  <a:pt x="2616465" y="174795"/>
                </a:lnTo>
                <a:lnTo>
                  <a:pt x="2634509" y="193531"/>
                </a:lnTo>
                <a:lnTo>
                  <a:pt x="2652554" y="212107"/>
                </a:lnTo>
                <a:lnTo>
                  <a:pt x="2670598" y="230322"/>
                </a:lnTo>
                <a:lnTo>
                  <a:pt x="2688643" y="247974"/>
                </a:lnTo>
                <a:lnTo>
                  <a:pt x="2706688" y="264871"/>
                </a:lnTo>
                <a:lnTo>
                  <a:pt x="2724732" y="280827"/>
                </a:lnTo>
                <a:lnTo>
                  <a:pt x="2742777" y="295668"/>
                </a:lnTo>
                <a:lnTo>
                  <a:pt x="2760821" y="309231"/>
                </a:lnTo>
                <a:lnTo>
                  <a:pt x="2778866" y="321367"/>
                </a:lnTo>
                <a:lnTo>
                  <a:pt x="2796910" y="331943"/>
                </a:lnTo>
                <a:lnTo>
                  <a:pt x="2814955" y="340845"/>
                </a:lnTo>
                <a:lnTo>
                  <a:pt x="2833000" y="347973"/>
                </a:lnTo>
                <a:lnTo>
                  <a:pt x="2851044" y="353250"/>
                </a:lnTo>
                <a:lnTo>
                  <a:pt x="2869089" y="356618"/>
                </a:lnTo>
                <a:lnTo>
                  <a:pt x="2887133" y="358040"/>
                </a:lnTo>
                <a:lnTo>
                  <a:pt x="2905178" y="357501"/>
                </a:lnTo>
                <a:lnTo>
                  <a:pt x="2923223" y="355007"/>
                </a:lnTo>
                <a:lnTo>
                  <a:pt x="2941267" y="350584"/>
                </a:lnTo>
                <a:lnTo>
                  <a:pt x="2959312" y="344282"/>
                </a:lnTo>
                <a:lnTo>
                  <a:pt x="2977356" y="336169"/>
                </a:lnTo>
                <a:lnTo>
                  <a:pt x="2995401" y="326334"/>
                </a:lnTo>
                <a:lnTo>
                  <a:pt x="3013445" y="314885"/>
                </a:lnTo>
                <a:lnTo>
                  <a:pt x="3031490" y="301948"/>
                </a:lnTo>
                <a:lnTo>
                  <a:pt x="3049535" y="287664"/>
                </a:lnTo>
                <a:lnTo>
                  <a:pt x="3067579" y="272190"/>
                </a:lnTo>
                <a:lnTo>
                  <a:pt x="3085624" y="255694"/>
                </a:lnTo>
                <a:lnTo>
                  <a:pt x="3103668" y="238359"/>
                </a:lnTo>
                <a:lnTo>
                  <a:pt x="3121713" y="220374"/>
                </a:lnTo>
                <a:lnTo>
                  <a:pt x="3139758" y="201935"/>
                </a:lnTo>
                <a:lnTo>
                  <a:pt x="3157802" y="183246"/>
                </a:lnTo>
                <a:lnTo>
                  <a:pt x="3175847" y="164510"/>
                </a:lnTo>
                <a:lnTo>
                  <a:pt x="3193891" y="145933"/>
                </a:lnTo>
                <a:lnTo>
                  <a:pt x="3211936" y="127719"/>
                </a:lnTo>
                <a:lnTo>
                  <a:pt x="3229980" y="110066"/>
                </a:lnTo>
                <a:lnTo>
                  <a:pt x="3248025" y="93169"/>
                </a:lnTo>
              </a:path>
            </a:pathLst>
          </a:custGeom>
          <a:noFill xmlns:a="http://schemas.openxmlformats.org/drawingml/2006/main"/>
          <a:ln xmlns:a="http://schemas.openxmlformats.org/drawingml/2006/main" w="17145">
            <a:solidFill>
              <a:srgbClr val="8C64E1"/>
            </a:solidFill>
          </a:ln>
        </p:spPr>
      </p:sp>
      <p:sp>
        <p:nvSpPr>
          <p:cNvPr id="19" name="output-label-1">
            <a:extLst xmlns:a="http://schemas.openxmlformats.org/drawingml/2006/main">
              <a:ext uri="{FF2B5EF4-FFF2-40B4-BE49-F238E27FC236}">
                <a16:creationId xmlns:a16="http://schemas.microsoft.com/office/drawing/2014/main" id="{E761EC6E-380F-41B0-9DE0-158BC65590D1}"/>
              </a:ext>
            </a:extLst>
          </p:cNvPr>
          <p:cNvSpPr>
            <a:spLocks xmlns:a="http://schemas.openxmlformats.org/drawingml/2006/main" noGrp="1"/>
          </p:cNvSpPr>
          <p:nvPr/>
        </p:nvSpPr>
        <p:spPr>
          <a:xfrm xmlns:a="http://schemas.openxmlformats.org/drawingml/2006/main">
            <a:off x="8096250" y="4076700"/>
            <a:ext cx="3486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右声道 R</a:t>
            </a:r>
          </a:p>
        </p:txBody>
      </p:sp>
      <p:sp>
        <p:nvSpPr>
          <p:cNvPr id="20" name="output-1">
            <a:extLst xmlns:a="http://schemas.openxmlformats.org/drawingml/2006/main">
              <a:ext uri="{FF2B5EF4-FFF2-40B4-BE49-F238E27FC236}">
                <a16:creationId xmlns:a16="http://schemas.microsoft.com/office/drawing/2014/main" id="{CA693568-D161-46E9-9B50-5F4E92ACAEC6}"/>
              </a:ext>
            </a:extLst>
          </p:cNvPr>
          <p:cNvSpPr>
            <a:spLocks xmlns:a="http://schemas.openxmlformats.org/drawingml/2006/main" noGrp="1"/>
          </p:cNvSpPr>
          <p:nvPr/>
        </p:nvSpPr>
        <p:spPr>
          <a:xfrm xmlns:a="http://schemas.openxmlformats.org/drawingml/2006/main">
            <a:off x="8096250" y="4610100"/>
            <a:ext cx="3486150" cy="8572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1" name="output-axis-1">
            <a:extLst xmlns:a="http://schemas.openxmlformats.org/drawingml/2006/main">
              <a:ext uri="{FF2B5EF4-FFF2-40B4-BE49-F238E27FC236}">
                <a16:creationId xmlns:a16="http://schemas.microsoft.com/office/drawing/2014/main" id="{D65AC3AE-8AFC-46A0-8A25-C2432DFC5802}"/>
              </a:ext>
            </a:extLst>
          </p:cNvPr>
          <p:cNvSpPr>
            <a:spLocks xmlns:a="http://schemas.openxmlformats.org/drawingml/2006/main" noGrp="1"/>
          </p:cNvSpPr>
          <p:nvPr/>
        </p:nvSpPr>
        <p:spPr>
          <a:xfrm xmlns:a="http://schemas.openxmlformats.org/drawingml/2006/main">
            <a:off x="8210550" y="5038725"/>
            <a:ext cx="3257550" cy="9525"/>
          </a:xfrm>
          <a:custGeom xmlns:a="http://schemas.openxmlformats.org/drawingml/2006/main">
            <a:pathLst>
              <a:path w="3257550" h="9525">
                <a:moveTo>
                  <a:pt x="0" y="0"/>
                </a:moveTo>
                <a:lnTo>
                  <a:pt x="3257550" y="0"/>
                </a:lnTo>
              </a:path>
            </a:pathLst>
          </a:custGeom>
          <a:noFill xmlns:a="http://schemas.openxmlformats.org/drawingml/2006/main"/>
          <a:ln xmlns:a="http://schemas.openxmlformats.org/drawingml/2006/main" w="9525">
            <a:solidFill>
              <a:srgbClr val="D7D7DE"/>
            </a:solidFill>
          </a:ln>
        </p:spPr>
      </p:sp>
      <p:sp>
        <p:nvSpPr>
          <p:cNvPr id="22" name="mixed-signal-1">
            <a:extLst xmlns:a="http://schemas.openxmlformats.org/drawingml/2006/main">
              <a:ext uri="{FF2B5EF4-FFF2-40B4-BE49-F238E27FC236}">
                <a16:creationId xmlns:a16="http://schemas.microsoft.com/office/drawing/2014/main" id="{D4B1356E-C4E9-43F9-BDA9-544399BD7F76}"/>
              </a:ext>
            </a:extLst>
          </p:cNvPr>
          <p:cNvSpPr>
            <a:spLocks xmlns:a="http://schemas.openxmlformats.org/drawingml/2006/main" noGrp="1"/>
          </p:cNvSpPr>
          <p:nvPr/>
        </p:nvSpPr>
        <p:spPr>
          <a:xfrm xmlns:a="http://schemas.openxmlformats.org/drawingml/2006/main">
            <a:off x="8210550" y="4847113"/>
            <a:ext cx="3257550" cy="383225"/>
          </a:xfrm>
          <a:custGeom xmlns:a="http://schemas.openxmlformats.org/drawingml/2006/main">
            <a:pathLst>
              <a:path w="3257550" h="383225">
                <a:moveTo>
                  <a:pt x="0" y="140102"/>
                </a:moveTo>
                <a:lnTo>
                  <a:pt x="18097" y="126154"/>
                </a:lnTo>
                <a:lnTo>
                  <a:pt x="36195" y="112880"/>
                </a:lnTo>
                <a:lnTo>
                  <a:pt x="54293" y="100384"/>
                </a:lnTo>
                <a:lnTo>
                  <a:pt x="72390" y="88759"/>
                </a:lnTo>
                <a:lnTo>
                  <a:pt x="90488" y="78092"/>
                </a:lnTo>
                <a:lnTo>
                  <a:pt x="108585" y="68456"/>
                </a:lnTo>
                <a:lnTo>
                  <a:pt x="126682" y="59916"/>
                </a:lnTo>
                <a:lnTo>
                  <a:pt x="144780" y="52524"/>
                </a:lnTo>
                <a:lnTo>
                  <a:pt x="162878" y="46319"/>
                </a:lnTo>
                <a:lnTo>
                  <a:pt x="180975" y="41329"/>
                </a:lnTo>
                <a:lnTo>
                  <a:pt x="199072" y="37567"/>
                </a:lnTo>
                <a:lnTo>
                  <a:pt x="217170" y="35036"/>
                </a:lnTo>
                <a:lnTo>
                  <a:pt x="235268" y="33725"/>
                </a:lnTo>
                <a:lnTo>
                  <a:pt x="253365" y="33608"/>
                </a:lnTo>
                <a:lnTo>
                  <a:pt x="271463" y="34649"/>
                </a:lnTo>
                <a:lnTo>
                  <a:pt x="289560" y="36799"/>
                </a:lnTo>
                <a:lnTo>
                  <a:pt x="307657" y="39999"/>
                </a:lnTo>
                <a:lnTo>
                  <a:pt x="325755" y="44177"/>
                </a:lnTo>
                <a:lnTo>
                  <a:pt x="343853" y="49254"/>
                </a:lnTo>
                <a:lnTo>
                  <a:pt x="361950" y="55138"/>
                </a:lnTo>
                <a:lnTo>
                  <a:pt x="380047" y="61733"/>
                </a:lnTo>
                <a:lnTo>
                  <a:pt x="398145" y="68934"/>
                </a:lnTo>
                <a:lnTo>
                  <a:pt x="416243" y="76632"/>
                </a:lnTo>
                <a:lnTo>
                  <a:pt x="434340" y="84711"/>
                </a:lnTo>
                <a:lnTo>
                  <a:pt x="452438" y="93054"/>
                </a:lnTo>
                <a:lnTo>
                  <a:pt x="470535" y="101542"/>
                </a:lnTo>
                <a:lnTo>
                  <a:pt x="488632" y="110055"/>
                </a:lnTo>
                <a:lnTo>
                  <a:pt x="506730" y="118474"/>
                </a:lnTo>
                <a:lnTo>
                  <a:pt x="524828" y="126683"/>
                </a:lnTo>
                <a:lnTo>
                  <a:pt x="542925" y="134568"/>
                </a:lnTo>
                <a:lnTo>
                  <a:pt x="561022" y="142020"/>
                </a:lnTo>
                <a:lnTo>
                  <a:pt x="579120" y="148938"/>
                </a:lnTo>
                <a:lnTo>
                  <a:pt x="597218" y="155227"/>
                </a:lnTo>
                <a:lnTo>
                  <a:pt x="615315" y="160799"/>
                </a:lnTo>
                <a:lnTo>
                  <a:pt x="633413" y="165577"/>
                </a:lnTo>
                <a:lnTo>
                  <a:pt x="651510" y="169493"/>
                </a:lnTo>
                <a:lnTo>
                  <a:pt x="669607" y="172491"/>
                </a:lnTo>
                <a:lnTo>
                  <a:pt x="687705" y="174525"/>
                </a:lnTo>
                <a:lnTo>
                  <a:pt x="705803" y="175561"/>
                </a:lnTo>
                <a:lnTo>
                  <a:pt x="723900" y="175580"/>
                </a:lnTo>
                <a:lnTo>
                  <a:pt x="741997" y="174572"/>
                </a:lnTo>
                <a:lnTo>
                  <a:pt x="760095" y="172542"/>
                </a:lnTo>
                <a:lnTo>
                  <a:pt x="778193" y="169507"/>
                </a:lnTo>
                <a:lnTo>
                  <a:pt x="796290" y="165497"/>
                </a:lnTo>
                <a:lnTo>
                  <a:pt x="814388" y="160553"/>
                </a:lnTo>
                <a:lnTo>
                  <a:pt x="832485" y="154728"/>
                </a:lnTo>
                <a:lnTo>
                  <a:pt x="850582" y="148088"/>
                </a:lnTo>
                <a:lnTo>
                  <a:pt x="868680" y="140707"/>
                </a:lnTo>
                <a:lnTo>
                  <a:pt x="886778" y="132670"/>
                </a:lnTo>
                <a:lnTo>
                  <a:pt x="904875" y="124069"/>
                </a:lnTo>
                <a:lnTo>
                  <a:pt x="922972" y="115007"/>
                </a:lnTo>
                <a:lnTo>
                  <a:pt x="941070" y="105590"/>
                </a:lnTo>
                <a:lnTo>
                  <a:pt x="959168" y="95931"/>
                </a:lnTo>
                <a:lnTo>
                  <a:pt x="977265" y="86148"/>
                </a:lnTo>
                <a:lnTo>
                  <a:pt x="995363" y="76358"/>
                </a:lnTo>
                <a:lnTo>
                  <a:pt x="1013460" y="66685"/>
                </a:lnTo>
                <a:lnTo>
                  <a:pt x="1031557" y="57248"/>
                </a:lnTo>
                <a:lnTo>
                  <a:pt x="1049655" y="48169"/>
                </a:lnTo>
                <a:lnTo>
                  <a:pt x="1067753" y="39564"/>
                </a:lnTo>
                <a:lnTo>
                  <a:pt x="1085850" y="31547"/>
                </a:lnTo>
                <a:lnTo>
                  <a:pt x="1103947" y="24226"/>
                </a:lnTo>
                <a:lnTo>
                  <a:pt x="1122045" y="17705"/>
                </a:lnTo>
                <a:lnTo>
                  <a:pt x="1140143" y="12077"/>
                </a:lnTo>
                <a:lnTo>
                  <a:pt x="1158240" y="7428"/>
                </a:lnTo>
                <a:lnTo>
                  <a:pt x="1176338" y="3836"/>
                </a:lnTo>
                <a:lnTo>
                  <a:pt x="1194435" y="1365"/>
                </a:lnTo>
                <a:lnTo>
                  <a:pt x="1212532" y="72"/>
                </a:lnTo>
                <a:lnTo>
                  <a:pt x="1230630" y="0"/>
                </a:lnTo>
                <a:lnTo>
                  <a:pt x="1248728" y="1179"/>
                </a:lnTo>
                <a:lnTo>
                  <a:pt x="1266825" y="3628"/>
                </a:lnTo>
                <a:lnTo>
                  <a:pt x="1284922" y="7351"/>
                </a:lnTo>
                <a:lnTo>
                  <a:pt x="1303020" y="12342"/>
                </a:lnTo>
                <a:lnTo>
                  <a:pt x="1321118" y="18580"/>
                </a:lnTo>
                <a:lnTo>
                  <a:pt x="1339215" y="26031"/>
                </a:lnTo>
                <a:lnTo>
                  <a:pt x="1357313" y="34649"/>
                </a:lnTo>
                <a:lnTo>
                  <a:pt x="1375410" y="44376"/>
                </a:lnTo>
                <a:lnTo>
                  <a:pt x="1393507" y="55144"/>
                </a:lnTo>
                <a:lnTo>
                  <a:pt x="1411605" y="66872"/>
                </a:lnTo>
                <a:lnTo>
                  <a:pt x="1429703" y="79470"/>
                </a:lnTo>
                <a:lnTo>
                  <a:pt x="1447800" y="92839"/>
                </a:lnTo>
                <a:lnTo>
                  <a:pt x="1465897" y="106873"/>
                </a:lnTo>
                <a:lnTo>
                  <a:pt x="1483995" y="121458"/>
                </a:lnTo>
                <a:lnTo>
                  <a:pt x="1502093" y="136476"/>
                </a:lnTo>
                <a:lnTo>
                  <a:pt x="1520190" y="151802"/>
                </a:lnTo>
                <a:lnTo>
                  <a:pt x="1538288" y="167311"/>
                </a:lnTo>
                <a:lnTo>
                  <a:pt x="1556385" y="182874"/>
                </a:lnTo>
                <a:lnTo>
                  <a:pt x="1574482" y="198362"/>
                </a:lnTo>
                <a:lnTo>
                  <a:pt x="1592580" y="213650"/>
                </a:lnTo>
                <a:lnTo>
                  <a:pt x="1610677" y="228610"/>
                </a:lnTo>
                <a:lnTo>
                  <a:pt x="1628775" y="243123"/>
                </a:lnTo>
                <a:lnTo>
                  <a:pt x="1646873" y="257071"/>
                </a:lnTo>
                <a:lnTo>
                  <a:pt x="1664970" y="270345"/>
                </a:lnTo>
                <a:lnTo>
                  <a:pt x="1683068" y="282841"/>
                </a:lnTo>
                <a:lnTo>
                  <a:pt x="1701165" y="294466"/>
                </a:lnTo>
                <a:lnTo>
                  <a:pt x="1719263" y="305133"/>
                </a:lnTo>
                <a:lnTo>
                  <a:pt x="1737360" y="314769"/>
                </a:lnTo>
                <a:lnTo>
                  <a:pt x="1755457" y="323309"/>
                </a:lnTo>
                <a:lnTo>
                  <a:pt x="1773555" y="330701"/>
                </a:lnTo>
                <a:lnTo>
                  <a:pt x="1791652" y="336906"/>
                </a:lnTo>
                <a:lnTo>
                  <a:pt x="1809750" y="341896"/>
                </a:lnTo>
                <a:lnTo>
                  <a:pt x="1827848" y="345658"/>
                </a:lnTo>
                <a:lnTo>
                  <a:pt x="1845945" y="348189"/>
                </a:lnTo>
                <a:lnTo>
                  <a:pt x="1864043" y="349500"/>
                </a:lnTo>
                <a:lnTo>
                  <a:pt x="1882140" y="349617"/>
                </a:lnTo>
                <a:lnTo>
                  <a:pt x="1900238" y="348576"/>
                </a:lnTo>
                <a:lnTo>
                  <a:pt x="1918335" y="346426"/>
                </a:lnTo>
                <a:lnTo>
                  <a:pt x="1936432" y="343226"/>
                </a:lnTo>
                <a:lnTo>
                  <a:pt x="1954530" y="339048"/>
                </a:lnTo>
                <a:lnTo>
                  <a:pt x="1972627" y="333971"/>
                </a:lnTo>
                <a:lnTo>
                  <a:pt x="1990725" y="328087"/>
                </a:lnTo>
                <a:lnTo>
                  <a:pt x="2008823" y="321492"/>
                </a:lnTo>
                <a:lnTo>
                  <a:pt x="2026920" y="314291"/>
                </a:lnTo>
                <a:lnTo>
                  <a:pt x="2045018" y="306593"/>
                </a:lnTo>
                <a:lnTo>
                  <a:pt x="2063115" y="298514"/>
                </a:lnTo>
                <a:lnTo>
                  <a:pt x="2081213" y="290171"/>
                </a:lnTo>
                <a:lnTo>
                  <a:pt x="2099310" y="281683"/>
                </a:lnTo>
                <a:lnTo>
                  <a:pt x="2117407" y="273170"/>
                </a:lnTo>
                <a:lnTo>
                  <a:pt x="2135505" y="264751"/>
                </a:lnTo>
                <a:lnTo>
                  <a:pt x="2153602" y="256542"/>
                </a:lnTo>
                <a:lnTo>
                  <a:pt x="2171700" y="248657"/>
                </a:lnTo>
                <a:lnTo>
                  <a:pt x="2189798" y="241205"/>
                </a:lnTo>
                <a:lnTo>
                  <a:pt x="2207895" y="234287"/>
                </a:lnTo>
                <a:lnTo>
                  <a:pt x="2225993" y="227998"/>
                </a:lnTo>
                <a:lnTo>
                  <a:pt x="2244090" y="222426"/>
                </a:lnTo>
                <a:lnTo>
                  <a:pt x="2262188" y="217648"/>
                </a:lnTo>
                <a:lnTo>
                  <a:pt x="2280285" y="213732"/>
                </a:lnTo>
                <a:lnTo>
                  <a:pt x="2298382" y="210734"/>
                </a:lnTo>
                <a:lnTo>
                  <a:pt x="2316480" y="208700"/>
                </a:lnTo>
                <a:lnTo>
                  <a:pt x="2334577" y="207664"/>
                </a:lnTo>
                <a:lnTo>
                  <a:pt x="2352675" y="207645"/>
                </a:lnTo>
                <a:lnTo>
                  <a:pt x="2370773" y="208653"/>
                </a:lnTo>
                <a:lnTo>
                  <a:pt x="2388870" y="210683"/>
                </a:lnTo>
                <a:lnTo>
                  <a:pt x="2406968" y="213718"/>
                </a:lnTo>
                <a:lnTo>
                  <a:pt x="2425065" y="217728"/>
                </a:lnTo>
                <a:lnTo>
                  <a:pt x="2443163" y="222672"/>
                </a:lnTo>
                <a:lnTo>
                  <a:pt x="2461260" y="228497"/>
                </a:lnTo>
                <a:lnTo>
                  <a:pt x="2479357" y="235137"/>
                </a:lnTo>
                <a:lnTo>
                  <a:pt x="2497455" y="242518"/>
                </a:lnTo>
                <a:lnTo>
                  <a:pt x="2515552" y="250555"/>
                </a:lnTo>
                <a:lnTo>
                  <a:pt x="2533650" y="259156"/>
                </a:lnTo>
                <a:lnTo>
                  <a:pt x="2551748" y="268218"/>
                </a:lnTo>
                <a:lnTo>
                  <a:pt x="2569845" y="277635"/>
                </a:lnTo>
                <a:lnTo>
                  <a:pt x="2587943" y="287294"/>
                </a:lnTo>
                <a:lnTo>
                  <a:pt x="2606040" y="297077"/>
                </a:lnTo>
                <a:lnTo>
                  <a:pt x="2624138" y="306867"/>
                </a:lnTo>
                <a:lnTo>
                  <a:pt x="2642235" y="316540"/>
                </a:lnTo>
                <a:lnTo>
                  <a:pt x="2660332" y="325977"/>
                </a:lnTo>
                <a:lnTo>
                  <a:pt x="2678430" y="335056"/>
                </a:lnTo>
                <a:lnTo>
                  <a:pt x="2696527" y="343661"/>
                </a:lnTo>
                <a:lnTo>
                  <a:pt x="2714625" y="351678"/>
                </a:lnTo>
                <a:lnTo>
                  <a:pt x="2732723" y="358999"/>
                </a:lnTo>
                <a:lnTo>
                  <a:pt x="2750820" y="365520"/>
                </a:lnTo>
                <a:lnTo>
                  <a:pt x="2768918" y="371148"/>
                </a:lnTo>
                <a:lnTo>
                  <a:pt x="2787015" y="375797"/>
                </a:lnTo>
                <a:lnTo>
                  <a:pt x="2805113" y="379389"/>
                </a:lnTo>
                <a:lnTo>
                  <a:pt x="2823210" y="381860"/>
                </a:lnTo>
                <a:lnTo>
                  <a:pt x="2841307" y="383153"/>
                </a:lnTo>
                <a:lnTo>
                  <a:pt x="2859405" y="383225"/>
                </a:lnTo>
                <a:lnTo>
                  <a:pt x="2877502" y="382046"/>
                </a:lnTo>
                <a:lnTo>
                  <a:pt x="2895600" y="379597"/>
                </a:lnTo>
                <a:lnTo>
                  <a:pt x="2913698" y="375874"/>
                </a:lnTo>
                <a:lnTo>
                  <a:pt x="2931795" y="370883"/>
                </a:lnTo>
                <a:lnTo>
                  <a:pt x="2949893" y="364645"/>
                </a:lnTo>
                <a:lnTo>
                  <a:pt x="2967990" y="357194"/>
                </a:lnTo>
                <a:lnTo>
                  <a:pt x="2986088" y="348576"/>
                </a:lnTo>
                <a:lnTo>
                  <a:pt x="3004185" y="338849"/>
                </a:lnTo>
                <a:lnTo>
                  <a:pt x="3022282" y="328081"/>
                </a:lnTo>
                <a:lnTo>
                  <a:pt x="3040380" y="316353"/>
                </a:lnTo>
                <a:lnTo>
                  <a:pt x="3058477" y="303755"/>
                </a:lnTo>
                <a:lnTo>
                  <a:pt x="3076575" y="290386"/>
                </a:lnTo>
                <a:lnTo>
                  <a:pt x="3094673" y="276352"/>
                </a:lnTo>
                <a:lnTo>
                  <a:pt x="3112770" y="261767"/>
                </a:lnTo>
                <a:lnTo>
                  <a:pt x="3130868" y="246749"/>
                </a:lnTo>
                <a:lnTo>
                  <a:pt x="3148965" y="231423"/>
                </a:lnTo>
                <a:lnTo>
                  <a:pt x="3167063" y="215914"/>
                </a:lnTo>
                <a:lnTo>
                  <a:pt x="3185160" y="200351"/>
                </a:lnTo>
                <a:lnTo>
                  <a:pt x="3203257" y="184863"/>
                </a:lnTo>
                <a:lnTo>
                  <a:pt x="3221355" y="169575"/>
                </a:lnTo>
                <a:lnTo>
                  <a:pt x="3239452" y="154615"/>
                </a:lnTo>
                <a:lnTo>
                  <a:pt x="3257550" y="140102"/>
                </a:lnTo>
              </a:path>
            </a:pathLst>
          </a:custGeom>
          <a:noFill xmlns:a="http://schemas.openxmlformats.org/drawingml/2006/main"/>
          <a:ln xmlns:a="http://schemas.openxmlformats.org/drawingml/2006/main" w="17145">
            <a:solidFill>
              <a:srgbClr val="00B0F0"/>
            </a:solidFill>
          </a:ln>
        </p:spPr>
      </p:sp>
      <p:sp>
        <p:nvSpPr>
          <p:cNvPr id="23" name="mix-operation">
            <a:extLst xmlns:a="http://schemas.openxmlformats.org/drawingml/2006/main">
              <a:ext uri="{FF2B5EF4-FFF2-40B4-BE49-F238E27FC236}">
                <a16:creationId xmlns:a16="http://schemas.microsoft.com/office/drawing/2014/main" id="{04940F3E-7321-4829-922D-089C61B6E0EA}"/>
              </a:ext>
            </a:extLst>
          </p:cNvPr>
          <p:cNvSpPr>
            <a:spLocks xmlns:a="http://schemas.openxmlformats.org/drawingml/2006/main" noGrp="1"/>
          </p:cNvSpPr>
          <p:nvPr/>
        </p:nvSpPr>
        <p:spPr>
          <a:xfrm xmlns:a="http://schemas.openxmlformats.org/drawingml/2006/main">
            <a:off x="5105400" y="3571875"/>
            <a:ext cx="1981200" cy="7620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24" name="mix-label">
            <a:extLst xmlns:a="http://schemas.openxmlformats.org/drawingml/2006/main">
              <a:ext uri="{FF2B5EF4-FFF2-40B4-BE49-F238E27FC236}">
                <a16:creationId xmlns:a16="http://schemas.microsoft.com/office/drawing/2014/main" id="{F7A27BCF-1C9F-4F49-AF2E-FE02D1C1ABD3}"/>
              </a:ext>
            </a:extLst>
          </p:cNvPr>
          <p:cNvSpPr>
            <a:spLocks xmlns:a="http://schemas.openxmlformats.org/drawingml/2006/main" noGrp="1"/>
          </p:cNvSpPr>
          <p:nvPr/>
        </p:nvSpPr>
        <p:spPr>
          <a:xfrm xmlns:a="http://schemas.openxmlformats.org/drawingml/2006/main">
            <a:off x="5248275" y="376237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混音导出</a:t>
            </a:r>
          </a:p>
        </p:txBody>
      </p:sp>
      <p:sp>
        <p:nvSpPr>
          <p:cNvPr id="25" name="merge-upper">
            <a:extLst xmlns:a="http://schemas.openxmlformats.org/drawingml/2006/main">
              <a:ext uri="{FF2B5EF4-FFF2-40B4-BE49-F238E27FC236}">
                <a16:creationId xmlns:a16="http://schemas.microsoft.com/office/drawing/2014/main" id="{A50F6D60-4153-4EF4-B1AA-874FF2B21940}"/>
              </a:ext>
            </a:extLst>
          </p:cNvPr>
          <p:cNvSpPr>
            <a:spLocks xmlns:a="http://schemas.openxmlformats.org/drawingml/2006/main" noGrp="1"/>
          </p:cNvSpPr>
          <p:nvPr/>
        </p:nvSpPr>
        <p:spPr>
          <a:xfrm xmlns:a="http://schemas.openxmlformats.org/drawingml/2006/main">
            <a:off x="4086225" y="32099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4288">
            <a:solidFill>
              <a:srgbClr val="8C64E1"/>
            </a:solidFill>
          </a:ln>
        </p:spPr>
      </p:sp>
      <p:sp>
        <p:nvSpPr>
          <p:cNvPr id="26" name="merge-lower">
            <a:extLst xmlns:a="http://schemas.openxmlformats.org/drawingml/2006/main">
              <a:ext uri="{FF2B5EF4-FFF2-40B4-BE49-F238E27FC236}">
                <a16:creationId xmlns:a16="http://schemas.microsoft.com/office/drawing/2014/main" id="{2B0C16B8-DF75-4FD0-96E8-36A9415B59EC}"/>
              </a:ext>
            </a:extLst>
          </p:cNvPr>
          <p:cNvSpPr>
            <a:spLocks xmlns:a="http://schemas.openxmlformats.org/drawingml/2006/main" noGrp="1"/>
          </p:cNvSpPr>
          <p:nvPr/>
        </p:nvSpPr>
        <p:spPr>
          <a:xfrm xmlns:a="http://schemas.openxmlformats.org/drawingml/2006/main">
            <a:off x="4086225" y="50387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4288">
            <a:solidFill>
              <a:srgbClr val="8C64E1"/>
            </a:solidFill>
          </a:ln>
        </p:spPr>
      </p:sp>
      <p:sp>
        <p:nvSpPr>
          <p:cNvPr id="27" name="merge-branch">
            <a:extLst xmlns:a="http://schemas.openxmlformats.org/drawingml/2006/main">
              <a:ext uri="{FF2B5EF4-FFF2-40B4-BE49-F238E27FC236}">
                <a16:creationId xmlns:a16="http://schemas.microsoft.com/office/drawing/2014/main" id="{42964CC8-9036-48AD-8FF8-F7291FFCE12D}"/>
              </a:ext>
            </a:extLst>
          </p:cNvPr>
          <p:cNvSpPr>
            <a:spLocks xmlns:a="http://schemas.openxmlformats.org/drawingml/2006/main" noGrp="1"/>
          </p:cNvSpPr>
          <p:nvPr/>
        </p:nvSpPr>
        <p:spPr>
          <a:xfrm xmlns:a="http://schemas.openxmlformats.org/drawingml/2006/main">
            <a:off x="4667250" y="3209925"/>
            <a:ext cx="9525" cy="1828800"/>
          </a:xfrm>
          <a:custGeom xmlns:a="http://schemas.openxmlformats.org/drawingml/2006/main">
            <a:pathLst>
              <a:path w="9525" h="1828800">
                <a:moveTo>
                  <a:pt x="0" y="0"/>
                </a:moveTo>
                <a:lnTo>
                  <a:pt x="0" y="1828800"/>
                </a:lnTo>
              </a:path>
            </a:pathLst>
          </a:custGeom>
          <a:noFill xmlns:a="http://schemas.openxmlformats.org/drawingml/2006/main"/>
          <a:ln xmlns:a="http://schemas.openxmlformats.org/drawingml/2006/main" w="14288">
            <a:solidFill>
              <a:srgbClr val="8C64E1"/>
            </a:solidFill>
          </a:ln>
        </p:spPr>
      </p:sp>
      <p:sp>
        <p:nvSpPr>
          <p:cNvPr id="28" name="merge-arrow">
            <a:extLst xmlns:a="http://schemas.openxmlformats.org/drawingml/2006/main">
              <a:ext uri="{FF2B5EF4-FFF2-40B4-BE49-F238E27FC236}">
                <a16:creationId xmlns:a16="http://schemas.microsoft.com/office/drawing/2014/main" id="{F65A5ADF-315A-4F1D-8548-893CE04951FC}"/>
              </a:ext>
            </a:extLst>
          </p:cNvPr>
          <p:cNvSpPr>
            <a:spLocks xmlns:a="http://schemas.openxmlformats.org/drawingml/2006/main" noGrp="1"/>
          </p:cNvSpPr>
          <p:nvPr/>
        </p:nvSpPr>
        <p:spPr>
          <a:xfrm xmlns:a="http://schemas.openxmlformats.org/drawingml/2006/main">
            <a:off x="4667250" y="3857625"/>
            <a:ext cx="3810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9" name="split-shared">
            <a:extLst xmlns:a="http://schemas.openxmlformats.org/drawingml/2006/main">
              <a:ext uri="{FF2B5EF4-FFF2-40B4-BE49-F238E27FC236}">
                <a16:creationId xmlns:a16="http://schemas.microsoft.com/office/drawing/2014/main" id="{57685D35-4753-424D-B61C-91C4A8A80673}"/>
              </a:ext>
            </a:extLst>
          </p:cNvPr>
          <p:cNvSpPr>
            <a:spLocks xmlns:a="http://schemas.openxmlformats.org/drawingml/2006/main" noGrp="1"/>
          </p:cNvSpPr>
          <p:nvPr/>
        </p:nvSpPr>
        <p:spPr>
          <a:xfrm xmlns:a="http://schemas.openxmlformats.org/drawingml/2006/main">
            <a:off x="7086600" y="39528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4288">
            <a:solidFill>
              <a:srgbClr val="8C64E1"/>
            </a:solidFill>
          </a:ln>
        </p:spPr>
      </p:sp>
      <p:sp>
        <p:nvSpPr>
          <p:cNvPr id="30" name="split-branch">
            <a:extLst xmlns:a="http://schemas.openxmlformats.org/drawingml/2006/main">
              <a:ext uri="{FF2B5EF4-FFF2-40B4-BE49-F238E27FC236}">
                <a16:creationId xmlns:a16="http://schemas.microsoft.com/office/drawing/2014/main" id="{186BD173-E51F-4520-9189-4B891BB673AF}"/>
              </a:ext>
            </a:extLst>
          </p:cNvPr>
          <p:cNvSpPr>
            <a:spLocks xmlns:a="http://schemas.openxmlformats.org/drawingml/2006/main" noGrp="1"/>
          </p:cNvSpPr>
          <p:nvPr/>
        </p:nvSpPr>
        <p:spPr>
          <a:xfrm xmlns:a="http://schemas.openxmlformats.org/drawingml/2006/main">
            <a:off x="7696200" y="3209925"/>
            <a:ext cx="9525" cy="1828800"/>
          </a:xfrm>
          <a:custGeom xmlns:a="http://schemas.openxmlformats.org/drawingml/2006/main">
            <a:pathLst>
              <a:path w="9525" h="1828800">
                <a:moveTo>
                  <a:pt x="0" y="0"/>
                </a:moveTo>
                <a:lnTo>
                  <a:pt x="0" y="1828800"/>
                </a:lnTo>
              </a:path>
            </a:pathLst>
          </a:custGeom>
          <a:noFill xmlns:a="http://schemas.openxmlformats.org/drawingml/2006/main"/>
          <a:ln xmlns:a="http://schemas.openxmlformats.org/drawingml/2006/main" w="14288">
            <a:solidFill>
              <a:srgbClr val="8C64E1"/>
            </a:solidFill>
          </a:ln>
        </p:spPr>
      </p:sp>
      <p:sp>
        <p:nvSpPr>
          <p:cNvPr id="31" name="left-output-arrow">
            <a:extLst xmlns:a="http://schemas.openxmlformats.org/drawingml/2006/main">
              <a:ext uri="{FF2B5EF4-FFF2-40B4-BE49-F238E27FC236}">
                <a16:creationId xmlns:a16="http://schemas.microsoft.com/office/drawing/2014/main" id="{1F315DA7-E3F2-413C-8B87-6197C4E65815}"/>
              </a:ext>
            </a:extLst>
          </p:cNvPr>
          <p:cNvSpPr>
            <a:spLocks xmlns:a="http://schemas.openxmlformats.org/drawingml/2006/main" noGrp="1"/>
          </p:cNvSpPr>
          <p:nvPr/>
        </p:nvSpPr>
        <p:spPr>
          <a:xfrm xmlns:a="http://schemas.openxmlformats.org/drawingml/2006/main">
            <a:off x="7705725" y="31146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32" name="right-output-arrow">
            <a:extLst xmlns:a="http://schemas.openxmlformats.org/drawingml/2006/main">
              <a:ext uri="{FF2B5EF4-FFF2-40B4-BE49-F238E27FC236}">
                <a16:creationId xmlns:a16="http://schemas.microsoft.com/office/drawing/2014/main" id="{2769F16A-39F4-43CB-B8F5-D8753E6152D2}"/>
              </a:ext>
            </a:extLst>
          </p:cNvPr>
          <p:cNvSpPr>
            <a:spLocks xmlns:a="http://schemas.openxmlformats.org/drawingml/2006/main" noGrp="1"/>
          </p:cNvSpPr>
          <p:nvPr/>
        </p:nvSpPr>
        <p:spPr>
          <a:xfrm xmlns:a="http://schemas.openxmlformats.org/drawingml/2006/main">
            <a:off x="7705725" y="49434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33" name="text">
            <a:extLst xmlns:a="http://schemas.openxmlformats.org/drawingml/2006/main">
              <a:ext uri="{FF2B5EF4-FFF2-40B4-BE49-F238E27FC236}">
                <a16:creationId xmlns:a16="http://schemas.microsoft.com/office/drawing/2014/main" id="{EA82CECD-0226-46CA-B2E1-6A8277609150}"/>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混音示意：两条音轨都参与L、R的混合。</a:t>
            </a:r>
          </a:p>
        </p:txBody>
      </p:sp>
    </p:spTree>
    <p:extLst>
      <p:ext uri="{BB962C8B-B14F-4D97-AF65-F5344CB8AC3E}">
        <p14:creationId xmlns:p14="http://schemas.microsoft.com/office/powerpoint/2010/main" val="309474929"/>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26910E5-1015-4BED-8CE3-CE65FF20A3A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4E8AC7-8255-4D98-9892-B57F2DFEAD4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233BFB9-4B33-465B-9F84-585DC564E6B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2D800952-F4DC-44C5-B298-C79C96B5588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5C5AA14C-4893-4F03-8008-4406B6324D8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54A3F51C-7E94-413B-898C-8065C173122B}"/>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答案：未压缩样本数据量不变。</a:t>
            </a:r>
          </a:p>
        </p:txBody>
      </p:sp>
      <p:sp>
        <p:nvSpPr>
          <p:cNvPr id="8" name="TextBox 7">
            <a:extLst xmlns:a="http://schemas.openxmlformats.org/drawingml/2006/main">
              <a:ext uri="{FF2B5EF4-FFF2-40B4-BE49-F238E27FC236}">
                <a16:creationId xmlns:a16="http://schemas.microsoft.com/office/drawing/2014/main" id="{0601FCF7-CEE0-4521-B293-82098DA7E70F}"/>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内容变了，但采样率、位数、声道数、时长均未变。</a:t>
            </a:r>
          </a:p>
        </p:txBody>
      </p:sp>
    </p:spTree>
    <p:extLst>
      <p:ext uri="{BB962C8B-B14F-4D97-AF65-F5344CB8AC3E}">
        <p14:creationId xmlns:p14="http://schemas.microsoft.com/office/powerpoint/2010/main" val="1447985931"/>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C183CD3-04AF-42FF-A565-C26B12ABB96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EC7FEB2-E139-482F-9F0B-9C32F2335D9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E62FF47-1FA9-48AE-BD0F-F97604AA58F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迁移：把双声道改成单声道，会怎样？</a:t>
            </a:r>
          </a:p>
        </p:txBody>
      </p:sp>
      <p:sp>
        <p:nvSpPr>
          <p:cNvPr id="5" name="text">
            <a:extLst xmlns:a="http://schemas.openxmlformats.org/drawingml/2006/main">
              <a:ext uri="{FF2B5EF4-FFF2-40B4-BE49-F238E27FC236}">
                <a16:creationId xmlns:a16="http://schemas.microsoft.com/office/drawing/2014/main" id="{10552169-6B2E-403B-BAEB-ACD7AC1BDB3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相同采样率、存储位宽与时长；这里只改变声道数。</a:t>
            </a:r>
          </a:p>
        </p:txBody>
      </p:sp>
      <p:sp>
        <p:nvSpPr>
          <p:cNvPr id="6" name="channel-group-0">
            <a:extLst xmlns:a="http://schemas.openxmlformats.org/drawingml/2006/main">
              <a:ext uri="{FF2B5EF4-FFF2-40B4-BE49-F238E27FC236}">
                <a16:creationId xmlns:a16="http://schemas.microsoft.com/office/drawing/2014/main" id="{46035CB0-C9B1-4AC9-ACCB-3E2F8499490B}"/>
              </a:ext>
            </a:extLst>
          </p:cNvPr>
          <p:cNvSpPr>
            <a:spLocks xmlns:a="http://schemas.openxmlformats.org/drawingml/2006/main" noGrp="1"/>
          </p:cNvSpPr>
          <p:nvPr/>
        </p:nvSpPr>
        <p:spPr>
          <a:xfrm xmlns:a="http://schemas.openxmlformats.org/drawingml/2006/main">
            <a:off x="91440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双声道</a:t>
            </a:r>
          </a:p>
        </p:txBody>
      </p:sp>
      <p:sp>
        <p:nvSpPr>
          <p:cNvPr id="7" name="channel-label-0-0">
            <a:extLst xmlns:a="http://schemas.openxmlformats.org/drawingml/2006/main">
              <a:ext uri="{FF2B5EF4-FFF2-40B4-BE49-F238E27FC236}">
                <a16:creationId xmlns:a16="http://schemas.microsoft.com/office/drawing/2014/main" id="{1DB13E69-D1DF-4831-B971-73047E089F49}"/>
              </a:ext>
            </a:extLst>
          </p:cNvPr>
          <p:cNvSpPr>
            <a:spLocks xmlns:a="http://schemas.openxmlformats.org/drawingml/2006/main" noGrp="1"/>
          </p:cNvSpPr>
          <p:nvPr/>
        </p:nvSpPr>
        <p:spPr>
          <a:xfrm xmlns:a="http://schemas.openxmlformats.org/drawingml/2006/main">
            <a:off x="91440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L</a:t>
            </a:r>
          </a:p>
        </p:txBody>
      </p:sp>
      <p:sp>
        <p:nvSpPr>
          <p:cNvPr id="8" name="channel-sample-0-0-0">
            <a:extLst xmlns:a="http://schemas.openxmlformats.org/drawingml/2006/main">
              <a:ext uri="{FF2B5EF4-FFF2-40B4-BE49-F238E27FC236}">
                <a16:creationId xmlns:a16="http://schemas.microsoft.com/office/drawing/2014/main" id="{48832E4C-5D54-4ACC-805A-459F36B33018}"/>
              </a:ext>
            </a:extLst>
          </p:cNvPr>
          <p:cNvSpPr>
            <a:spLocks xmlns:a="http://schemas.openxmlformats.org/drawingml/2006/main" noGrp="1"/>
          </p:cNvSpPr>
          <p:nvPr/>
        </p:nvSpPr>
        <p:spPr>
          <a:xfrm xmlns:a="http://schemas.openxmlformats.org/drawingml/2006/main">
            <a:off x="19145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9" name="channel-value-0-0-0">
            <a:extLst xmlns:a="http://schemas.openxmlformats.org/drawingml/2006/main">
              <a:ext uri="{FF2B5EF4-FFF2-40B4-BE49-F238E27FC236}">
                <a16:creationId xmlns:a16="http://schemas.microsoft.com/office/drawing/2014/main" id="{45CDC880-BC82-45CB-B389-B5974FFEEFDD}"/>
              </a:ext>
            </a:extLst>
          </p:cNvPr>
          <p:cNvSpPr>
            <a:spLocks xmlns:a="http://schemas.openxmlformats.org/drawingml/2006/main" noGrp="1"/>
          </p:cNvSpPr>
          <p:nvPr/>
        </p:nvSpPr>
        <p:spPr>
          <a:xfrm xmlns:a="http://schemas.openxmlformats.org/drawingml/2006/main">
            <a:off x="19335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10" name="channel-sample-0-0-1">
            <a:extLst xmlns:a="http://schemas.openxmlformats.org/drawingml/2006/main">
              <a:ext uri="{FF2B5EF4-FFF2-40B4-BE49-F238E27FC236}">
                <a16:creationId xmlns:a16="http://schemas.microsoft.com/office/drawing/2014/main" id="{37A65DC4-6400-4E5A-988E-33BC73B640A5}"/>
              </a:ext>
            </a:extLst>
          </p:cNvPr>
          <p:cNvSpPr>
            <a:spLocks xmlns:a="http://schemas.openxmlformats.org/drawingml/2006/main" noGrp="1"/>
          </p:cNvSpPr>
          <p:nvPr/>
        </p:nvSpPr>
        <p:spPr>
          <a:xfrm xmlns:a="http://schemas.openxmlformats.org/drawingml/2006/main">
            <a:off x="28289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1" name="channel-value-0-0-1">
            <a:extLst xmlns:a="http://schemas.openxmlformats.org/drawingml/2006/main">
              <a:ext uri="{FF2B5EF4-FFF2-40B4-BE49-F238E27FC236}">
                <a16:creationId xmlns:a16="http://schemas.microsoft.com/office/drawing/2014/main" id="{8CA6FB1A-0120-4080-AB2C-32CECEBD2ACE}"/>
              </a:ext>
            </a:extLst>
          </p:cNvPr>
          <p:cNvSpPr>
            <a:spLocks xmlns:a="http://schemas.openxmlformats.org/drawingml/2006/main" noGrp="1"/>
          </p:cNvSpPr>
          <p:nvPr/>
        </p:nvSpPr>
        <p:spPr>
          <a:xfrm xmlns:a="http://schemas.openxmlformats.org/drawingml/2006/main">
            <a:off x="28479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2" name="channel-sample-0-0-2">
            <a:extLst xmlns:a="http://schemas.openxmlformats.org/drawingml/2006/main">
              <a:ext uri="{FF2B5EF4-FFF2-40B4-BE49-F238E27FC236}">
                <a16:creationId xmlns:a16="http://schemas.microsoft.com/office/drawing/2014/main" id="{2F993443-9E6A-4888-B527-4A9DF04F47AC}"/>
              </a:ext>
            </a:extLst>
          </p:cNvPr>
          <p:cNvSpPr>
            <a:spLocks xmlns:a="http://schemas.openxmlformats.org/drawingml/2006/main" noGrp="1"/>
          </p:cNvSpPr>
          <p:nvPr/>
        </p:nvSpPr>
        <p:spPr>
          <a:xfrm xmlns:a="http://schemas.openxmlformats.org/drawingml/2006/main">
            <a:off x="37433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3" name="channel-value-0-0-2">
            <a:extLst xmlns:a="http://schemas.openxmlformats.org/drawingml/2006/main">
              <a:ext uri="{FF2B5EF4-FFF2-40B4-BE49-F238E27FC236}">
                <a16:creationId xmlns:a16="http://schemas.microsoft.com/office/drawing/2014/main" id="{FB3AC042-554F-47D8-A5FA-71DDCC92EA6B}"/>
              </a:ext>
            </a:extLst>
          </p:cNvPr>
          <p:cNvSpPr>
            <a:spLocks xmlns:a="http://schemas.openxmlformats.org/drawingml/2006/main" noGrp="1"/>
          </p:cNvSpPr>
          <p:nvPr/>
        </p:nvSpPr>
        <p:spPr>
          <a:xfrm xmlns:a="http://schemas.openxmlformats.org/drawingml/2006/main">
            <a:off x="37623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14" name="channel-label-0-1">
            <a:extLst xmlns:a="http://schemas.openxmlformats.org/drawingml/2006/main">
              <a:ext uri="{FF2B5EF4-FFF2-40B4-BE49-F238E27FC236}">
                <a16:creationId xmlns:a16="http://schemas.microsoft.com/office/drawing/2014/main" id="{D0E7CB0B-D7A5-4BAD-A025-7DE61E8C9A19}"/>
              </a:ext>
            </a:extLst>
          </p:cNvPr>
          <p:cNvSpPr>
            <a:spLocks xmlns:a="http://schemas.openxmlformats.org/drawingml/2006/main" noGrp="1"/>
          </p:cNvSpPr>
          <p:nvPr/>
        </p:nvSpPr>
        <p:spPr>
          <a:xfrm xmlns:a="http://schemas.openxmlformats.org/drawingml/2006/main">
            <a:off x="914400" y="423862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R</a:t>
            </a:r>
          </a:p>
        </p:txBody>
      </p:sp>
      <p:sp>
        <p:nvSpPr>
          <p:cNvPr id="15" name="channel-sample-0-1-0">
            <a:extLst xmlns:a="http://schemas.openxmlformats.org/drawingml/2006/main">
              <a:ext uri="{FF2B5EF4-FFF2-40B4-BE49-F238E27FC236}">
                <a16:creationId xmlns:a16="http://schemas.microsoft.com/office/drawing/2014/main" id="{C2BFD745-6070-4DE0-998D-154145CEDE3D}"/>
              </a:ext>
            </a:extLst>
          </p:cNvPr>
          <p:cNvSpPr>
            <a:spLocks xmlns:a="http://schemas.openxmlformats.org/drawingml/2006/main" noGrp="1"/>
          </p:cNvSpPr>
          <p:nvPr/>
        </p:nvSpPr>
        <p:spPr>
          <a:xfrm xmlns:a="http://schemas.openxmlformats.org/drawingml/2006/main">
            <a:off x="19145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6" name="channel-value-0-1-0">
            <a:extLst xmlns:a="http://schemas.openxmlformats.org/drawingml/2006/main">
              <a:ext uri="{FF2B5EF4-FFF2-40B4-BE49-F238E27FC236}">
                <a16:creationId xmlns:a16="http://schemas.microsoft.com/office/drawing/2014/main" id="{5D955EEE-D240-40A8-AE92-2C43B4721FA4}"/>
              </a:ext>
            </a:extLst>
          </p:cNvPr>
          <p:cNvSpPr>
            <a:spLocks xmlns:a="http://schemas.openxmlformats.org/drawingml/2006/main" noGrp="1"/>
          </p:cNvSpPr>
          <p:nvPr/>
        </p:nvSpPr>
        <p:spPr>
          <a:xfrm xmlns:a="http://schemas.openxmlformats.org/drawingml/2006/main">
            <a:off x="19335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7" name="channel-sample-0-1-1">
            <a:extLst xmlns:a="http://schemas.openxmlformats.org/drawingml/2006/main">
              <a:ext uri="{FF2B5EF4-FFF2-40B4-BE49-F238E27FC236}">
                <a16:creationId xmlns:a16="http://schemas.microsoft.com/office/drawing/2014/main" id="{173739E5-EFA9-4FF9-B08D-F23B6D4328CF}"/>
              </a:ext>
            </a:extLst>
          </p:cNvPr>
          <p:cNvSpPr>
            <a:spLocks xmlns:a="http://schemas.openxmlformats.org/drawingml/2006/main" noGrp="1"/>
          </p:cNvSpPr>
          <p:nvPr/>
        </p:nvSpPr>
        <p:spPr>
          <a:xfrm xmlns:a="http://schemas.openxmlformats.org/drawingml/2006/main">
            <a:off x="28289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8" name="channel-value-0-1-1">
            <a:extLst xmlns:a="http://schemas.openxmlformats.org/drawingml/2006/main">
              <a:ext uri="{FF2B5EF4-FFF2-40B4-BE49-F238E27FC236}">
                <a16:creationId xmlns:a16="http://schemas.microsoft.com/office/drawing/2014/main" id="{698A7ECD-622F-480D-92D4-52D4A3798BFB}"/>
              </a:ext>
            </a:extLst>
          </p:cNvPr>
          <p:cNvSpPr>
            <a:spLocks xmlns:a="http://schemas.openxmlformats.org/drawingml/2006/main" noGrp="1"/>
          </p:cNvSpPr>
          <p:nvPr/>
        </p:nvSpPr>
        <p:spPr>
          <a:xfrm xmlns:a="http://schemas.openxmlformats.org/drawingml/2006/main">
            <a:off x="28479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19" name="channel-sample-0-1-2">
            <a:extLst xmlns:a="http://schemas.openxmlformats.org/drawingml/2006/main">
              <a:ext uri="{FF2B5EF4-FFF2-40B4-BE49-F238E27FC236}">
                <a16:creationId xmlns:a16="http://schemas.microsoft.com/office/drawing/2014/main" id="{65520E02-C912-4812-94EA-0245D8111620}"/>
              </a:ext>
            </a:extLst>
          </p:cNvPr>
          <p:cNvSpPr>
            <a:spLocks xmlns:a="http://schemas.openxmlformats.org/drawingml/2006/main" noGrp="1"/>
          </p:cNvSpPr>
          <p:nvPr/>
        </p:nvSpPr>
        <p:spPr>
          <a:xfrm xmlns:a="http://schemas.openxmlformats.org/drawingml/2006/main">
            <a:off x="37433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20" name="channel-value-0-1-2">
            <a:extLst xmlns:a="http://schemas.openxmlformats.org/drawingml/2006/main">
              <a:ext uri="{FF2B5EF4-FFF2-40B4-BE49-F238E27FC236}">
                <a16:creationId xmlns:a16="http://schemas.microsoft.com/office/drawing/2014/main" id="{033549A4-B103-49A2-9396-84916BDC4699}"/>
              </a:ext>
            </a:extLst>
          </p:cNvPr>
          <p:cNvSpPr>
            <a:spLocks xmlns:a="http://schemas.openxmlformats.org/drawingml/2006/main" noGrp="1"/>
          </p:cNvSpPr>
          <p:nvPr/>
        </p:nvSpPr>
        <p:spPr>
          <a:xfrm xmlns:a="http://schemas.openxmlformats.org/drawingml/2006/main">
            <a:off x="37623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21" name="channel-instant-0-0">
            <a:extLst xmlns:a="http://schemas.openxmlformats.org/drawingml/2006/main">
              <a:ext uri="{FF2B5EF4-FFF2-40B4-BE49-F238E27FC236}">
                <a16:creationId xmlns:a16="http://schemas.microsoft.com/office/drawing/2014/main" id="{5B5ACD2D-2EA0-416D-8ED8-526DB919F4C8}"/>
              </a:ext>
            </a:extLst>
          </p:cNvPr>
          <p:cNvSpPr>
            <a:spLocks xmlns:a="http://schemas.openxmlformats.org/drawingml/2006/main" noGrp="1"/>
          </p:cNvSpPr>
          <p:nvPr/>
        </p:nvSpPr>
        <p:spPr>
          <a:xfrm xmlns:a="http://schemas.openxmlformats.org/drawingml/2006/main">
            <a:off x="19145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22" name="channel-instant-0-1">
            <a:extLst xmlns:a="http://schemas.openxmlformats.org/drawingml/2006/main">
              <a:ext uri="{FF2B5EF4-FFF2-40B4-BE49-F238E27FC236}">
                <a16:creationId xmlns:a16="http://schemas.microsoft.com/office/drawing/2014/main" id="{07B13CCA-DF98-491B-8B86-8AAD5177277D}"/>
              </a:ext>
            </a:extLst>
          </p:cNvPr>
          <p:cNvSpPr>
            <a:spLocks xmlns:a="http://schemas.openxmlformats.org/drawingml/2006/main" noGrp="1"/>
          </p:cNvSpPr>
          <p:nvPr/>
        </p:nvSpPr>
        <p:spPr>
          <a:xfrm xmlns:a="http://schemas.openxmlformats.org/drawingml/2006/main">
            <a:off x="28289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23" name="channel-instant-0-2">
            <a:extLst xmlns:a="http://schemas.openxmlformats.org/drawingml/2006/main">
              <a:ext uri="{FF2B5EF4-FFF2-40B4-BE49-F238E27FC236}">
                <a16:creationId xmlns:a16="http://schemas.microsoft.com/office/drawing/2014/main" id="{3515D948-4734-4358-B3FE-AF830A0F1507}"/>
              </a:ext>
            </a:extLst>
          </p:cNvPr>
          <p:cNvSpPr>
            <a:spLocks xmlns:a="http://schemas.openxmlformats.org/drawingml/2006/main" noGrp="1"/>
          </p:cNvSpPr>
          <p:nvPr/>
        </p:nvSpPr>
        <p:spPr>
          <a:xfrm xmlns:a="http://schemas.openxmlformats.org/drawingml/2006/main">
            <a:off x="37433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24" name="channel-group-1">
            <a:extLst xmlns:a="http://schemas.openxmlformats.org/drawingml/2006/main">
              <a:ext uri="{FF2B5EF4-FFF2-40B4-BE49-F238E27FC236}">
                <a16:creationId xmlns:a16="http://schemas.microsoft.com/office/drawing/2014/main" id="{7DF9BD60-230B-49DB-9817-D5381C972BF6}"/>
              </a:ext>
            </a:extLst>
          </p:cNvPr>
          <p:cNvSpPr>
            <a:spLocks xmlns:a="http://schemas.openxmlformats.org/drawingml/2006/main" noGrp="1"/>
          </p:cNvSpPr>
          <p:nvPr/>
        </p:nvSpPr>
        <p:spPr>
          <a:xfrm xmlns:a="http://schemas.openxmlformats.org/drawingml/2006/main">
            <a:off x="672465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单声道</a:t>
            </a:r>
          </a:p>
        </p:txBody>
      </p:sp>
      <p:sp>
        <p:nvSpPr>
          <p:cNvPr id="25" name="channel-label-1-0">
            <a:extLst xmlns:a="http://schemas.openxmlformats.org/drawingml/2006/main">
              <a:ext uri="{FF2B5EF4-FFF2-40B4-BE49-F238E27FC236}">
                <a16:creationId xmlns:a16="http://schemas.microsoft.com/office/drawing/2014/main" id="{EE554C05-E99E-4CC9-8915-1D866A1B1581}"/>
              </a:ext>
            </a:extLst>
          </p:cNvPr>
          <p:cNvSpPr>
            <a:spLocks xmlns:a="http://schemas.openxmlformats.org/drawingml/2006/main" noGrp="1"/>
          </p:cNvSpPr>
          <p:nvPr/>
        </p:nvSpPr>
        <p:spPr>
          <a:xfrm xmlns:a="http://schemas.openxmlformats.org/drawingml/2006/main">
            <a:off x="672465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单路</a:t>
            </a:r>
          </a:p>
        </p:txBody>
      </p:sp>
      <p:sp>
        <p:nvSpPr>
          <p:cNvPr id="26" name="channel-sample-1-0-0">
            <a:extLst xmlns:a="http://schemas.openxmlformats.org/drawingml/2006/main">
              <a:ext uri="{FF2B5EF4-FFF2-40B4-BE49-F238E27FC236}">
                <a16:creationId xmlns:a16="http://schemas.microsoft.com/office/drawing/2014/main" id="{DF5FE1F4-8AC0-49AF-8B8C-4FCD765FFE3F}"/>
              </a:ext>
            </a:extLst>
          </p:cNvPr>
          <p:cNvSpPr>
            <a:spLocks xmlns:a="http://schemas.openxmlformats.org/drawingml/2006/main" noGrp="1"/>
          </p:cNvSpPr>
          <p:nvPr/>
        </p:nvSpPr>
        <p:spPr>
          <a:xfrm xmlns:a="http://schemas.openxmlformats.org/drawingml/2006/main">
            <a:off x="77247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7" name="channel-value-1-0-0">
            <a:extLst xmlns:a="http://schemas.openxmlformats.org/drawingml/2006/main">
              <a:ext uri="{FF2B5EF4-FFF2-40B4-BE49-F238E27FC236}">
                <a16:creationId xmlns:a16="http://schemas.microsoft.com/office/drawing/2014/main" id="{0D794E6F-4F42-461D-8A70-E4C89AAD116C}"/>
              </a:ext>
            </a:extLst>
          </p:cNvPr>
          <p:cNvSpPr>
            <a:spLocks xmlns:a="http://schemas.openxmlformats.org/drawingml/2006/main" noGrp="1"/>
          </p:cNvSpPr>
          <p:nvPr/>
        </p:nvSpPr>
        <p:spPr>
          <a:xfrm xmlns:a="http://schemas.openxmlformats.org/drawingml/2006/main">
            <a:off x="77438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28" name="channel-sample-1-0-1">
            <a:extLst xmlns:a="http://schemas.openxmlformats.org/drawingml/2006/main">
              <a:ext uri="{FF2B5EF4-FFF2-40B4-BE49-F238E27FC236}">
                <a16:creationId xmlns:a16="http://schemas.microsoft.com/office/drawing/2014/main" id="{39A3575D-284F-47D7-9E2D-979DFF28F7CE}"/>
              </a:ext>
            </a:extLst>
          </p:cNvPr>
          <p:cNvSpPr>
            <a:spLocks xmlns:a="http://schemas.openxmlformats.org/drawingml/2006/main" noGrp="1"/>
          </p:cNvSpPr>
          <p:nvPr/>
        </p:nvSpPr>
        <p:spPr>
          <a:xfrm xmlns:a="http://schemas.openxmlformats.org/drawingml/2006/main">
            <a:off x="86391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9" name="channel-value-1-0-1">
            <a:extLst xmlns:a="http://schemas.openxmlformats.org/drawingml/2006/main">
              <a:ext uri="{FF2B5EF4-FFF2-40B4-BE49-F238E27FC236}">
                <a16:creationId xmlns:a16="http://schemas.microsoft.com/office/drawing/2014/main" id="{F287E212-1F30-411C-9EA5-CAD38B392022}"/>
              </a:ext>
            </a:extLst>
          </p:cNvPr>
          <p:cNvSpPr>
            <a:spLocks xmlns:a="http://schemas.openxmlformats.org/drawingml/2006/main" noGrp="1"/>
          </p:cNvSpPr>
          <p:nvPr/>
        </p:nvSpPr>
        <p:spPr>
          <a:xfrm xmlns:a="http://schemas.openxmlformats.org/drawingml/2006/main">
            <a:off x="86582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30" name="channel-sample-1-0-2">
            <a:extLst xmlns:a="http://schemas.openxmlformats.org/drawingml/2006/main">
              <a:ext uri="{FF2B5EF4-FFF2-40B4-BE49-F238E27FC236}">
                <a16:creationId xmlns:a16="http://schemas.microsoft.com/office/drawing/2014/main" id="{98F3762A-61DA-4855-98CA-DD106B70E2EB}"/>
              </a:ext>
            </a:extLst>
          </p:cNvPr>
          <p:cNvSpPr>
            <a:spLocks xmlns:a="http://schemas.openxmlformats.org/drawingml/2006/main" noGrp="1"/>
          </p:cNvSpPr>
          <p:nvPr/>
        </p:nvSpPr>
        <p:spPr>
          <a:xfrm xmlns:a="http://schemas.openxmlformats.org/drawingml/2006/main">
            <a:off x="95535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31" name="channel-value-1-0-2">
            <a:extLst xmlns:a="http://schemas.openxmlformats.org/drawingml/2006/main">
              <a:ext uri="{FF2B5EF4-FFF2-40B4-BE49-F238E27FC236}">
                <a16:creationId xmlns:a16="http://schemas.microsoft.com/office/drawing/2014/main" id="{8AEA55CD-AD31-4600-B507-033B11987F71}"/>
              </a:ext>
            </a:extLst>
          </p:cNvPr>
          <p:cNvSpPr>
            <a:spLocks xmlns:a="http://schemas.openxmlformats.org/drawingml/2006/main" noGrp="1"/>
          </p:cNvSpPr>
          <p:nvPr/>
        </p:nvSpPr>
        <p:spPr>
          <a:xfrm xmlns:a="http://schemas.openxmlformats.org/drawingml/2006/main">
            <a:off x="95726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32" name="channel-instant-1-0">
            <a:extLst xmlns:a="http://schemas.openxmlformats.org/drawingml/2006/main">
              <a:ext uri="{FF2B5EF4-FFF2-40B4-BE49-F238E27FC236}">
                <a16:creationId xmlns:a16="http://schemas.microsoft.com/office/drawing/2014/main" id="{4C233503-3C58-4447-A930-6FA8EB9C80EF}"/>
              </a:ext>
            </a:extLst>
          </p:cNvPr>
          <p:cNvSpPr>
            <a:spLocks xmlns:a="http://schemas.openxmlformats.org/drawingml/2006/main" noGrp="1"/>
          </p:cNvSpPr>
          <p:nvPr/>
        </p:nvSpPr>
        <p:spPr>
          <a:xfrm xmlns:a="http://schemas.openxmlformats.org/drawingml/2006/main">
            <a:off x="77247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33" name="channel-instant-1-1">
            <a:extLst xmlns:a="http://schemas.openxmlformats.org/drawingml/2006/main">
              <a:ext uri="{FF2B5EF4-FFF2-40B4-BE49-F238E27FC236}">
                <a16:creationId xmlns:a16="http://schemas.microsoft.com/office/drawing/2014/main" id="{FA5B668D-5F9D-4D74-ADAC-EE5C6C166E91}"/>
              </a:ext>
            </a:extLst>
          </p:cNvPr>
          <p:cNvSpPr>
            <a:spLocks xmlns:a="http://schemas.openxmlformats.org/drawingml/2006/main" noGrp="1"/>
          </p:cNvSpPr>
          <p:nvPr/>
        </p:nvSpPr>
        <p:spPr>
          <a:xfrm xmlns:a="http://schemas.openxmlformats.org/drawingml/2006/main">
            <a:off x="86391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34" name="channel-instant-1-2">
            <a:extLst xmlns:a="http://schemas.openxmlformats.org/drawingml/2006/main">
              <a:ext uri="{FF2B5EF4-FFF2-40B4-BE49-F238E27FC236}">
                <a16:creationId xmlns:a16="http://schemas.microsoft.com/office/drawing/2014/main" id="{8A82EA0F-27FA-4C78-B0CB-63388277C393}"/>
              </a:ext>
            </a:extLst>
          </p:cNvPr>
          <p:cNvSpPr>
            <a:spLocks xmlns:a="http://schemas.openxmlformats.org/drawingml/2006/main" noGrp="1"/>
          </p:cNvSpPr>
          <p:nvPr/>
        </p:nvSpPr>
        <p:spPr>
          <a:xfrm xmlns:a="http://schemas.openxmlformats.org/drawingml/2006/main">
            <a:off x="95535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35" name="same-instant-stereo">
            <a:extLst xmlns:a="http://schemas.openxmlformats.org/drawingml/2006/main">
              <a:ext uri="{FF2B5EF4-FFF2-40B4-BE49-F238E27FC236}">
                <a16:creationId xmlns:a16="http://schemas.microsoft.com/office/drawing/2014/main" id="{54C0CD4C-44F4-4D77-918B-6EC18ADAC0F7}"/>
              </a:ext>
            </a:extLst>
          </p:cNvPr>
          <p:cNvSpPr>
            <a:spLocks xmlns:a="http://schemas.openxmlformats.org/drawingml/2006/main" noGrp="1"/>
          </p:cNvSpPr>
          <p:nvPr/>
        </p:nvSpPr>
        <p:spPr>
          <a:xfrm xmlns:a="http://schemas.openxmlformats.org/drawingml/2006/main">
            <a:off x="1857375" y="3057525"/>
            <a:ext cx="790575" cy="171450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36" name="two-samples">
            <a:extLst xmlns:a="http://schemas.openxmlformats.org/drawingml/2006/main">
              <a:ext uri="{FF2B5EF4-FFF2-40B4-BE49-F238E27FC236}">
                <a16:creationId xmlns:a16="http://schemas.microsoft.com/office/drawing/2014/main" id="{E45DF262-28DE-460C-A043-E8BAF107EE22}"/>
              </a:ext>
            </a:extLst>
          </p:cNvPr>
          <p:cNvSpPr>
            <a:spLocks xmlns:a="http://schemas.openxmlformats.org/drawingml/2006/main" noGrp="1"/>
          </p:cNvSpPr>
          <p:nvPr/>
        </p:nvSpPr>
        <p:spPr>
          <a:xfrm xmlns:a="http://schemas.openxmlformats.org/drawingml/2006/main">
            <a:off x="914400" y="51625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同一时刻：2个样本</a:t>
            </a:r>
          </a:p>
        </p:txBody>
      </p:sp>
      <p:sp>
        <p:nvSpPr>
          <p:cNvPr id="37" name="one-sample">
            <a:extLst xmlns:a="http://schemas.openxmlformats.org/drawingml/2006/main">
              <a:ext uri="{FF2B5EF4-FFF2-40B4-BE49-F238E27FC236}">
                <a16:creationId xmlns:a16="http://schemas.microsoft.com/office/drawing/2014/main" id="{FF95FB82-C48F-43A5-B841-8298C8A3C826}"/>
              </a:ext>
            </a:extLst>
          </p:cNvPr>
          <p:cNvSpPr>
            <a:spLocks xmlns:a="http://schemas.openxmlformats.org/drawingml/2006/main" noGrp="1"/>
          </p:cNvSpPr>
          <p:nvPr/>
        </p:nvSpPr>
        <p:spPr>
          <a:xfrm xmlns:a="http://schemas.openxmlformats.org/drawingml/2006/main">
            <a:off x="6724650" y="51625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同一时刻：1个样本</a:t>
            </a:r>
          </a:p>
        </p:txBody>
      </p:sp>
      <p:sp>
        <p:nvSpPr>
          <p:cNvPr id="38" name="text">
            <a:extLst xmlns:a="http://schemas.openxmlformats.org/drawingml/2006/main">
              <a:ext uri="{FF2B5EF4-FFF2-40B4-BE49-F238E27FC236}">
                <a16:creationId xmlns:a16="http://schemas.microsoft.com/office/drawing/2014/main" id="{C1BB6D2B-135E-41C8-83E6-F9C8D51C3BF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其他条件相同：单声道的PCM样本数据量为原来一半。</a:t>
            </a:r>
          </a:p>
        </p:txBody>
      </p:sp>
    </p:spTree>
    <p:extLst>
      <p:ext uri="{BB962C8B-B14F-4D97-AF65-F5344CB8AC3E}">
        <p14:creationId xmlns:p14="http://schemas.microsoft.com/office/powerpoint/2010/main" val="496766387"/>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4B60B5C-DD68-4FED-8E13-B7502DFF54A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C88733E-D364-49B8-8191-34F5E3C1349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919A0E5-300D-4E28-BBB8-66BDEE4EC9B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图像和声音，在哪里取样？</a:t>
            </a:r>
          </a:p>
        </p:txBody>
      </p:sp>
      <p:sp>
        <p:nvSpPr>
          <p:cNvPr id="5" name="image-heading">
            <a:extLst xmlns:a="http://schemas.openxmlformats.org/drawingml/2006/main">
              <a:ext uri="{FF2B5EF4-FFF2-40B4-BE49-F238E27FC236}">
                <a16:creationId xmlns:a16="http://schemas.microsoft.com/office/drawing/2014/main" id="{57A1DB1B-F27F-4CC7-BE21-D82E9DDDAF49}"/>
              </a:ext>
            </a:extLst>
          </p:cNvPr>
          <p:cNvSpPr>
            <a:spLocks xmlns:a="http://schemas.openxmlformats.org/drawingml/2006/main" noGrp="1"/>
          </p:cNvSpPr>
          <p:nvPr/>
        </p:nvSpPr>
        <p:spPr>
          <a:xfrm xmlns:a="http://schemas.openxmlformats.org/drawingml/2006/main">
            <a:off x="609600" y="15811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图像：空间位置</a:t>
            </a:r>
          </a:p>
        </p:txBody>
      </p:sp>
      <p:sp>
        <p:nvSpPr>
          <p:cNvPr id="6" name="audio-heading">
            <a:extLst xmlns:a="http://schemas.openxmlformats.org/drawingml/2006/main">
              <a:ext uri="{FF2B5EF4-FFF2-40B4-BE49-F238E27FC236}">
                <a16:creationId xmlns:a16="http://schemas.microsoft.com/office/drawing/2014/main" id="{BACAA5A2-0E6C-483B-8528-BBE75D882E76}"/>
              </a:ext>
            </a:extLst>
          </p:cNvPr>
          <p:cNvSpPr>
            <a:spLocks xmlns:a="http://schemas.openxmlformats.org/drawingml/2006/main" noGrp="1"/>
          </p:cNvSpPr>
          <p:nvPr/>
        </p:nvSpPr>
        <p:spPr>
          <a:xfrm xmlns:a="http://schemas.openxmlformats.org/drawingml/2006/main">
            <a:off x="6400800" y="15811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声音：时间点</a:t>
            </a:r>
          </a:p>
        </p:txBody>
      </p:sp>
      <p:sp>
        <p:nvSpPr>
          <p:cNvPr id="7" name="pixel-0-0">
            <a:extLst xmlns:a="http://schemas.openxmlformats.org/drawingml/2006/main">
              <a:ext uri="{FF2B5EF4-FFF2-40B4-BE49-F238E27FC236}">
                <a16:creationId xmlns:a16="http://schemas.microsoft.com/office/drawing/2014/main" id="{602652F9-07EC-438A-AB90-9BDD5B359A3E}"/>
              </a:ext>
            </a:extLst>
          </p:cNvPr>
          <p:cNvSpPr>
            <a:spLocks xmlns:a="http://schemas.openxmlformats.org/drawingml/2006/main" noGrp="1"/>
          </p:cNvSpPr>
          <p:nvPr/>
        </p:nvSpPr>
        <p:spPr>
          <a:xfrm xmlns:a="http://schemas.openxmlformats.org/drawingml/2006/main">
            <a:off x="1066800" y="2790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8" name="pixel-0-1">
            <a:extLst xmlns:a="http://schemas.openxmlformats.org/drawingml/2006/main">
              <a:ext uri="{FF2B5EF4-FFF2-40B4-BE49-F238E27FC236}">
                <a16:creationId xmlns:a16="http://schemas.microsoft.com/office/drawing/2014/main" id="{3AB8674A-FA0B-4853-A48A-A72B0BE8D837}"/>
              </a:ext>
            </a:extLst>
          </p:cNvPr>
          <p:cNvSpPr>
            <a:spLocks xmlns:a="http://schemas.openxmlformats.org/drawingml/2006/main" noGrp="1"/>
          </p:cNvSpPr>
          <p:nvPr/>
        </p:nvSpPr>
        <p:spPr>
          <a:xfrm xmlns:a="http://schemas.openxmlformats.org/drawingml/2006/main">
            <a:off x="1638300" y="2790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9" name="pixel-0-2">
            <a:extLst xmlns:a="http://schemas.openxmlformats.org/drawingml/2006/main">
              <a:ext uri="{FF2B5EF4-FFF2-40B4-BE49-F238E27FC236}">
                <a16:creationId xmlns:a16="http://schemas.microsoft.com/office/drawing/2014/main" id="{3989C64F-EE72-4161-8ECC-60524B3014A5}"/>
              </a:ext>
            </a:extLst>
          </p:cNvPr>
          <p:cNvSpPr>
            <a:spLocks xmlns:a="http://schemas.openxmlformats.org/drawingml/2006/main" noGrp="1"/>
          </p:cNvSpPr>
          <p:nvPr/>
        </p:nvSpPr>
        <p:spPr>
          <a:xfrm xmlns:a="http://schemas.openxmlformats.org/drawingml/2006/main">
            <a:off x="2209800" y="2790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0" name="pixel-0-3">
            <a:extLst xmlns:a="http://schemas.openxmlformats.org/drawingml/2006/main">
              <a:ext uri="{FF2B5EF4-FFF2-40B4-BE49-F238E27FC236}">
                <a16:creationId xmlns:a16="http://schemas.microsoft.com/office/drawing/2014/main" id="{BD761D76-C3BE-437D-AD8E-2473228B4E23}"/>
              </a:ext>
            </a:extLst>
          </p:cNvPr>
          <p:cNvSpPr>
            <a:spLocks xmlns:a="http://schemas.openxmlformats.org/drawingml/2006/main" noGrp="1"/>
          </p:cNvSpPr>
          <p:nvPr/>
        </p:nvSpPr>
        <p:spPr>
          <a:xfrm xmlns:a="http://schemas.openxmlformats.org/drawingml/2006/main">
            <a:off x="2781300" y="2790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1" name="pixel-0-4">
            <a:extLst xmlns:a="http://schemas.openxmlformats.org/drawingml/2006/main">
              <a:ext uri="{FF2B5EF4-FFF2-40B4-BE49-F238E27FC236}">
                <a16:creationId xmlns:a16="http://schemas.microsoft.com/office/drawing/2014/main" id="{B72294A5-9973-427D-9D71-C8B452B2E3EF}"/>
              </a:ext>
            </a:extLst>
          </p:cNvPr>
          <p:cNvSpPr>
            <a:spLocks xmlns:a="http://schemas.openxmlformats.org/drawingml/2006/main" noGrp="1"/>
          </p:cNvSpPr>
          <p:nvPr/>
        </p:nvSpPr>
        <p:spPr>
          <a:xfrm xmlns:a="http://schemas.openxmlformats.org/drawingml/2006/main">
            <a:off x="3352800" y="2790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2" name="pixel-0-5">
            <a:extLst xmlns:a="http://schemas.openxmlformats.org/drawingml/2006/main">
              <a:ext uri="{FF2B5EF4-FFF2-40B4-BE49-F238E27FC236}">
                <a16:creationId xmlns:a16="http://schemas.microsoft.com/office/drawing/2014/main" id="{A7484C22-98C3-4B2C-98BD-D7344085420F}"/>
              </a:ext>
            </a:extLst>
          </p:cNvPr>
          <p:cNvSpPr>
            <a:spLocks xmlns:a="http://schemas.openxmlformats.org/drawingml/2006/main" noGrp="1"/>
          </p:cNvSpPr>
          <p:nvPr/>
        </p:nvSpPr>
        <p:spPr>
          <a:xfrm xmlns:a="http://schemas.openxmlformats.org/drawingml/2006/main">
            <a:off x="3924300" y="2790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3" name="pixel-1-0">
            <a:extLst xmlns:a="http://schemas.openxmlformats.org/drawingml/2006/main">
              <a:ext uri="{FF2B5EF4-FFF2-40B4-BE49-F238E27FC236}">
                <a16:creationId xmlns:a16="http://schemas.microsoft.com/office/drawing/2014/main" id="{54818ACB-CCE2-4DFF-BD04-3B37375A96A7}"/>
              </a:ext>
            </a:extLst>
          </p:cNvPr>
          <p:cNvSpPr>
            <a:spLocks xmlns:a="http://schemas.openxmlformats.org/drawingml/2006/main" noGrp="1"/>
          </p:cNvSpPr>
          <p:nvPr/>
        </p:nvSpPr>
        <p:spPr>
          <a:xfrm xmlns:a="http://schemas.openxmlformats.org/drawingml/2006/main">
            <a:off x="1066800" y="3362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4" name="pixel-1-1">
            <a:extLst xmlns:a="http://schemas.openxmlformats.org/drawingml/2006/main">
              <a:ext uri="{FF2B5EF4-FFF2-40B4-BE49-F238E27FC236}">
                <a16:creationId xmlns:a16="http://schemas.microsoft.com/office/drawing/2014/main" id="{B90E2B9B-B866-4B19-8F4C-BE78AFE80EA8}"/>
              </a:ext>
            </a:extLst>
          </p:cNvPr>
          <p:cNvSpPr>
            <a:spLocks xmlns:a="http://schemas.openxmlformats.org/drawingml/2006/main" noGrp="1"/>
          </p:cNvSpPr>
          <p:nvPr/>
        </p:nvSpPr>
        <p:spPr>
          <a:xfrm xmlns:a="http://schemas.openxmlformats.org/drawingml/2006/main">
            <a:off x="1638300" y="3362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5" name="pixel-1-2">
            <a:extLst xmlns:a="http://schemas.openxmlformats.org/drawingml/2006/main">
              <a:ext uri="{FF2B5EF4-FFF2-40B4-BE49-F238E27FC236}">
                <a16:creationId xmlns:a16="http://schemas.microsoft.com/office/drawing/2014/main" id="{D7F5656C-6E1D-48E0-93B9-7B85369B3AE2}"/>
              </a:ext>
            </a:extLst>
          </p:cNvPr>
          <p:cNvSpPr>
            <a:spLocks xmlns:a="http://schemas.openxmlformats.org/drawingml/2006/main" noGrp="1"/>
          </p:cNvSpPr>
          <p:nvPr/>
        </p:nvSpPr>
        <p:spPr>
          <a:xfrm xmlns:a="http://schemas.openxmlformats.org/drawingml/2006/main">
            <a:off x="2209800" y="3362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6" name="pixel-1-3">
            <a:extLst xmlns:a="http://schemas.openxmlformats.org/drawingml/2006/main">
              <a:ext uri="{FF2B5EF4-FFF2-40B4-BE49-F238E27FC236}">
                <a16:creationId xmlns:a16="http://schemas.microsoft.com/office/drawing/2014/main" id="{19BC55B4-A9AC-4F58-9A58-E81699D33CEA}"/>
              </a:ext>
            </a:extLst>
          </p:cNvPr>
          <p:cNvSpPr>
            <a:spLocks xmlns:a="http://schemas.openxmlformats.org/drawingml/2006/main" noGrp="1"/>
          </p:cNvSpPr>
          <p:nvPr/>
        </p:nvSpPr>
        <p:spPr>
          <a:xfrm xmlns:a="http://schemas.openxmlformats.org/drawingml/2006/main">
            <a:off x="2781300" y="3362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7" name="pixel-1-4">
            <a:extLst xmlns:a="http://schemas.openxmlformats.org/drawingml/2006/main">
              <a:ext uri="{FF2B5EF4-FFF2-40B4-BE49-F238E27FC236}">
                <a16:creationId xmlns:a16="http://schemas.microsoft.com/office/drawing/2014/main" id="{BF60FABD-0404-44F6-BCCA-951F573BC769}"/>
              </a:ext>
            </a:extLst>
          </p:cNvPr>
          <p:cNvSpPr>
            <a:spLocks xmlns:a="http://schemas.openxmlformats.org/drawingml/2006/main" noGrp="1"/>
          </p:cNvSpPr>
          <p:nvPr/>
        </p:nvSpPr>
        <p:spPr>
          <a:xfrm xmlns:a="http://schemas.openxmlformats.org/drawingml/2006/main">
            <a:off x="3352800" y="3362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8" name="pixel-1-5">
            <a:extLst xmlns:a="http://schemas.openxmlformats.org/drawingml/2006/main">
              <a:ext uri="{FF2B5EF4-FFF2-40B4-BE49-F238E27FC236}">
                <a16:creationId xmlns:a16="http://schemas.microsoft.com/office/drawing/2014/main" id="{147BD28A-8EBE-48EC-9149-9EAE0A60D71B}"/>
              </a:ext>
            </a:extLst>
          </p:cNvPr>
          <p:cNvSpPr>
            <a:spLocks xmlns:a="http://schemas.openxmlformats.org/drawingml/2006/main" noGrp="1"/>
          </p:cNvSpPr>
          <p:nvPr/>
        </p:nvSpPr>
        <p:spPr>
          <a:xfrm xmlns:a="http://schemas.openxmlformats.org/drawingml/2006/main">
            <a:off x="3924300" y="3362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9" name="pixel-2-0">
            <a:extLst xmlns:a="http://schemas.openxmlformats.org/drawingml/2006/main">
              <a:ext uri="{FF2B5EF4-FFF2-40B4-BE49-F238E27FC236}">
                <a16:creationId xmlns:a16="http://schemas.microsoft.com/office/drawing/2014/main" id="{96F6ABC5-BAD0-40A6-882B-DB8DF08D8ACB}"/>
              </a:ext>
            </a:extLst>
          </p:cNvPr>
          <p:cNvSpPr>
            <a:spLocks xmlns:a="http://schemas.openxmlformats.org/drawingml/2006/main" noGrp="1"/>
          </p:cNvSpPr>
          <p:nvPr/>
        </p:nvSpPr>
        <p:spPr>
          <a:xfrm xmlns:a="http://schemas.openxmlformats.org/drawingml/2006/main">
            <a:off x="1066800" y="3933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0" name="pixel-2-1">
            <a:extLst xmlns:a="http://schemas.openxmlformats.org/drawingml/2006/main">
              <a:ext uri="{FF2B5EF4-FFF2-40B4-BE49-F238E27FC236}">
                <a16:creationId xmlns:a16="http://schemas.microsoft.com/office/drawing/2014/main" id="{3C62ABB0-EE95-4310-AB06-67B80336632C}"/>
              </a:ext>
            </a:extLst>
          </p:cNvPr>
          <p:cNvSpPr>
            <a:spLocks xmlns:a="http://schemas.openxmlformats.org/drawingml/2006/main" noGrp="1"/>
          </p:cNvSpPr>
          <p:nvPr/>
        </p:nvSpPr>
        <p:spPr>
          <a:xfrm xmlns:a="http://schemas.openxmlformats.org/drawingml/2006/main">
            <a:off x="1638300" y="3933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1" name="pixel-2-2">
            <a:extLst xmlns:a="http://schemas.openxmlformats.org/drawingml/2006/main">
              <a:ext uri="{FF2B5EF4-FFF2-40B4-BE49-F238E27FC236}">
                <a16:creationId xmlns:a16="http://schemas.microsoft.com/office/drawing/2014/main" id="{88A2092B-A2FD-46F4-87A7-F9CFDFA457E7}"/>
              </a:ext>
            </a:extLst>
          </p:cNvPr>
          <p:cNvSpPr>
            <a:spLocks xmlns:a="http://schemas.openxmlformats.org/drawingml/2006/main" noGrp="1"/>
          </p:cNvSpPr>
          <p:nvPr/>
        </p:nvSpPr>
        <p:spPr>
          <a:xfrm xmlns:a="http://schemas.openxmlformats.org/drawingml/2006/main">
            <a:off x="2209800" y="3933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2" name="pixel-2-3">
            <a:extLst xmlns:a="http://schemas.openxmlformats.org/drawingml/2006/main">
              <a:ext uri="{FF2B5EF4-FFF2-40B4-BE49-F238E27FC236}">
                <a16:creationId xmlns:a16="http://schemas.microsoft.com/office/drawing/2014/main" id="{39C0EE49-903E-42A0-A6B2-C6371A04D8C5}"/>
              </a:ext>
            </a:extLst>
          </p:cNvPr>
          <p:cNvSpPr>
            <a:spLocks xmlns:a="http://schemas.openxmlformats.org/drawingml/2006/main" noGrp="1"/>
          </p:cNvSpPr>
          <p:nvPr/>
        </p:nvSpPr>
        <p:spPr>
          <a:xfrm xmlns:a="http://schemas.openxmlformats.org/drawingml/2006/main">
            <a:off x="2781300" y="3933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3" name="pixel-2-4">
            <a:extLst xmlns:a="http://schemas.openxmlformats.org/drawingml/2006/main">
              <a:ext uri="{FF2B5EF4-FFF2-40B4-BE49-F238E27FC236}">
                <a16:creationId xmlns:a16="http://schemas.microsoft.com/office/drawing/2014/main" id="{414C0D40-D158-41ED-929A-238C9708E23A}"/>
              </a:ext>
            </a:extLst>
          </p:cNvPr>
          <p:cNvSpPr>
            <a:spLocks xmlns:a="http://schemas.openxmlformats.org/drawingml/2006/main" noGrp="1"/>
          </p:cNvSpPr>
          <p:nvPr/>
        </p:nvSpPr>
        <p:spPr>
          <a:xfrm xmlns:a="http://schemas.openxmlformats.org/drawingml/2006/main">
            <a:off x="3352800" y="3933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4" name="pixel-2-5">
            <a:extLst xmlns:a="http://schemas.openxmlformats.org/drawingml/2006/main">
              <a:ext uri="{FF2B5EF4-FFF2-40B4-BE49-F238E27FC236}">
                <a16:creationId xmlns:a16="http://schemas.microsoft.com/office/drawing/2014/main" id="{B0EDBFD4-E6B0-4EFB-9E9F-FAFEA0DE85FE}"/>
              </a:ext>
            </a:extLst>
          </p:cNvPr>
          <p:cNvSpPr>
            <a:spLocks xmlns:a="http://schemas.openxmlformats.org/drawingml/2006/main" noGrp="1"/>
          </p:cNvSpPr>
          <p:nvPr/>
        </p:nvSpPr>
        <p:spPr>
          <a:xfrm xmlns:a="http://schemas.openxmlformats.org/drawingml/2006/main">
            <a:off x="3924300" y="3933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5" name="pixel-3-0">
            <a:extLst xmlns:a="http://schemas.openxmlformats.org/drawingml/2006/main">
              <a:ext uri="{FF2B5EF4-FFF2-40B4-BE49-F238E27FC236}">
                <a16:creationId xmlns:a16="http://schemas.microsoft.com/office/drawing/2014/main" id="{E94AC115-6218-491D-A72A-FA5A1C459E8C}"/>
              </a:ext>
            </a:extLst>
          </p:cNvPr>
          <p:cNvSpPr>
            <a:spLocks xmlns:a="http://schemas.openxmlformats.org/drawingml/2006/main" noGrp="1"/>
          </p:cNvSpPr>
          <p:nvPr/>
        </p:nvSpPr>
        <p:spPr>
          <a:xfrm xmlns:a="http://schemas.openxmlformats.org/drawingml/2006/main">
            <a:off x="1066800" y="4505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6" name="pixel-3-1">
            <a:extLst xmlns:a="http://schemas.openxmlformats.org/drawingml/2006/main">
              <a:ext uri="{FF2B5EF4-FFF2-40B4-BE49-F238E27FC236}">
                <a16:creationId xmlns:a16="http://schemas.microsoft.com/office/drawing/2014/main" id="{730F0383-C269-4410-BF76-1DB3F88E9E54}"/>
              </a:ext>
            </a:extLst>
          </p:cNvPr>
          <p:cNvSpPr>
            <a:spLocks xmlns:a="http://schemas.openxmlformats.org/drawingml/2006/main" noGrp="1"/>
          </p:cNvSpPr>
          <p:nvPr/>
        </p:nvSpPr>
        <p:spPr>
          <a:xfrm xmlns:a="http://schemas.openxmlformats.org/drawingml/2006/main">
            <a:off x="1638300" y="4505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7" name="pixel-3-2">
            <a:extLst xmlns:a="http://schemas.openxmlformats.org/drawingml/2006/main">
              <a:ext uri="{FF2B5EF4-FFF2-40B4-BE49-F238E27FC236}">
                <a16:creationId xmlns:a16="http://schemas.microsoft.com/office/drawing/2014/main" id="{70A18E77-63F5-4A69-AF6C-3627651C474C}"/>
              </a:ext>
            </a:extLst>
          </p:cNvPr>
          <p:cNvSpPr>
            <a:spLocks xmlns:a="http://schemas.openxmlformats.org/drawingml/2006/main" noGrp="1"/>
          </p:cNvSpPr>
          <p:nvPr/>
        </p:nvSpPr>
        <p:spPr>
          <a:xfrm xmlns:a="http://schemas.openxmlformats.org/drawingml/2006/main">
            <a:off x="2209800" y="4505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8" name="pixel-3-3">
            <a:extLst xmlns:a="http://schemas.openxmlformats.org/drawingml/2006/main">
              <a:ext uri="{FF2B5EF4-FFF2-40B4-BE49-F238E27FC236}">
                <a16:creationId xmlns:a16="http://schemas.microsoft.com/office/drawing/2014/main" id="{2C510416-F0DD-4148-B11D-7B3CC5DBB427}"/>
              </a:ext>
            </a:extLst>
          </p:cNvPr>
          <p:cNvSpPr>
            <a:spLocks xmlns:a="http://schemas.openxmlformats.org/drawingml/2006/main" noGrp="1"/>
          </p:cNvSpPr>
          <p:nvPr/>
        </p:nvSpPr>
        <p:spPr>
          <a:xfrm xmlns:a="http://schemas.openxmlformats.org/drawingml/2006/main">
            <a:off x="2781300" y="4505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9" name="pixel-3-4">
            <a:extLst xmlns:a="http://schemas.openxmlformats.org/drawingml/2006/main">
              <a:ext uri="{FF2B5EF4-FFF2-40B4-BE49-F238E27FC236}">
                <a16:creationId xmlns:a16="http://schemas.microsoft.com/office/drawing/2014/main" id="{2FA481E5-D747-4457-91B9-FAF3DC0F0F6D}"/>
              </a:ext>
            </a:extLst>
          </p:cNvPr>
          <p:cNvSpPr>
            <a:spLocks xmlns:a="http://schemas.openxmlformats.org/drawingml/2006/main" noGrp="1"/>
          </p:cNvSpPr>
          <p:nvPr/>
        </p:nvSpPr>
        <p:spPr>
          <a:xfrm xmlns:a="http://schemas.openxmlformats.org/drawingml/2006/main">
            <a:off x="3352800" y="4505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30" name="pixel-3-5">
            <a:extLst xmlns:a="http://schemas.openxmlformats.org/drawingml/2006/main">
              <a:ext uri="{FF2B5EF4-FFF2-40B4-BE49-F238E27FC236}">
                <a16:creationId xmlns:a16="http://schemas.microsoft.com/office/drawing/2014/main" id="{F2D8E149-7D25-446A-A225-7D727FA64B4D}"/>
              </a:ext>
            </a:extLst>
          </p:cNvPr>
          <p:cNvSpPr>
            <a:spLocks xmlns:a="http://schemas.openxmlformats.org/drawingml/2006/main" noGrp="1"/>
          </p:cNvSpPr>
          <p:nvPr/>
        </p:nvSpPr>
        <p:spPr>
          <a:xfrm xmlns:a="http://schemas.openxmlformats.org/drawingml/2006/main">
            <a:off x="3924300" y="4505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1" name="focus-pixel">
            <a:extLst xmlns:a="http://schemas.openxmlformats.org/drawingml/2006/main">
              <a:ext uri="{FF2B5EF4-FFF2-40B4-BE49-F238E27FC236}">
                <a16:creationId xmlns:a16="http://schemas.microsoft.com/office/drawing/2014/main" id="{5D349432-5E25-4868-ADD4-834E546DF98C}"/>
              </a:ext>
            </a:extLst>
          </p:cNvPr>
          <p:cNvSpPr>
            <a:spLocks xmlns:a="http://schemas.openxmlformats.org/drawingml/2006/main" noGrp="1"/>
          </p:cNvSpPr>
          <p:nvPr/>
        </p:nvSpPr>
        <p:spPr>
          <a:xfrm xmlns:a="http://schemas.openxmlformats.org/drawingml/2006/main">
            <a:off x="2209800" y="3362325"/>
            <a:ext cx="571500" cy="57150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2" name="text">
            <a:extLst xmlns:a="http://schemas.openxmlformats.org/drawingml/2006/main">
              <a:ext uri="{FF2B5EF4-FFF2-40B4-BE49-F238E27FC236}">
                <a16:creationId xmlns:a16="http://schemas.microsoft.com/office/drawing/2014/main" id="{B51A3081-41BA-4819-A091-377955ECF392}"/>
              </a:ext>
            </a:extLst>
          </p:cNvPr>
          <p:cNvSpPr>
            <a:spLocks xmlns:a="http://schemas.openxmlformats.org/drawingml/2006/main" noGrp="1"/>
          </p:cNvSpPr>
          <p:nvPr/>
        </p:nvSpPr>
        <p:spPr>
          <a:xfrm xmlns:a="http://schemas.openxmlformats.org/drawingml/2006/main">
            <a:off x="609600" y="53054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6列 × 4行：24个像素</a:t>
            </a:r>
          </a:p>
        </p:txBody>
      </p:sp>
      <p:sp>
        <p:nvSpPr>
          <p:cNvPr id="33" name="sample-time-axis">
            <a:extLst xmlns:a="http://schemas.openxmlformats.org/drawingml/2006/main">
              <a:ext uri="{FF2B5EF4-FFF2-40B4-BE49-F238E27FC236}">
                <a16:creationId xmlns:a16="http://schemas.microsoft.com/office/drawing/2014/main" id="{B687462A-2F49-4681-AA89-330DFF208131}"/>
              </a:ext>
            </a:extLst>
          </p:cNvPr>
          <p:cNvSpPr>
            <a:spLocks xmlns:a="http://schemas.openxmlformats.org/drawingml/2006/main" noGrp="1"/>
          </p:cNvSpPr>
          <p:nvPr/>
        </p:nvSpPr>
        <p:spPr>
          <a:xfrm xmlns:a="http://schemas.openxmlformats.org/drawingml/2006/main">
            <a:off x="6724650" y="4248150"/>
            <a:ext cx="4419600" cy="9525"/>
          </a:xfrm>
          <a:custGeom xmlns:a="http://schemas.openxmlformats.org/drawingml/2006/main">
            <a:pathLst>
              <a:path w="4419600" h="9525">
                <a:moveTo>
                  <a:pt x="0" y="0"/>
                </a:moveTo>
                <a:lnTo>
                  <a:pt x="4419600" y="0"/>
                </a:lnTo>
              </a:path>
            </a:pathLst>
          </a:custGeom>
          <a:noFill xmlns:a="http://schemas.openxmlformats.org/drawingml/2006/main"/>
          <a:ln xmlns:a="http://schemas.openxmlformats.org/drawingml/2006/main" w="12383">
            <a:solidFill>
              <a:srgbClr val="808080"/>
            </a:solidFill>
          </a:ln>
        </p:spPr>
      </p:sp>
      <p:sp>
        <p:nvSpPr>
          <p:cNvPr id="34" name="waveform">
            <a:extLst xmlns:a="http://schemas.openxmlformats.org/drawingml/2006/main">
              <a:ext uri="{FF2B5EF4-FFF2-40B4-BE49-F238E27FC236}">
                <a16:creationId xmlns:a16="http://schemas.microsoft.com/office/drawing/2014/main" id="{6A6BBA02-4D12-4DD6-9BF7-0EF541FE1E2C}"/>
              </a:ext>
            </a:extLst>
          </p:cNvPr>
          <p:cNvSpPr>
            <a:spLocks xmlns:a="http://schemas.openxmlformats.org/drawingml/2006/main" noGrp="1"/>
          </p:cNvSpPr>
          <p:nvPr/>
        </p:nvSpPr>
        <p:spPr>
          <a:xfrm xmlns:a="http://schemas.openxmlformats.org/drawingml/2006/main">
            <a:off x="6724650" y="3305332"/>
            <a:ext cx="4419600" cy="1428437"/>
          </a:xfrm>
          <a:custGeom xmlns:a="http://schemas.openxmlformats.org/drawingml/2006/main">
            <a:pathLst>
              <a:path w="4419600" h="1428437">
                <a:moveTo>
                  <a:pt x="0" y="714218"/>
                </a:moveTo>
                <a:lnTo>
                  <a:pt x="29464" y="684303"/>
                </a:lnTo>
                <a:lnTo>
                  <a:pt x="58928" y="654441"/>
                </a:lnTo>
                <a:lnTo>
                  <a:pt x="88392" y="624683"/>
                </a:lnTo>
                <a:lnTo>
                  <a:pt x="117856" y="595083"/>
                </a:lnTo>
                <a:lnTo>
                  <a:pt x="147320" y="565691"/>
                </a:lnTo>
                <a:lnTo>
                  <a:pt x="176784" y="536560"/>
                </a:lnTo>
                <a:lnTo>
                  <a:pt x="206248" y="507741"/>
                </a:lnTo>
                <a:lnTo>
                  <a:pt x="235712" y="479284"/>
                </a:lnTo>
                <a:lnTo>
                  <a:pt x="265176" y="451239"/>
                </a:lnTo>
                <a:lnTo>
                  <a:pt x="294640" y="423656"/>
                </a:lnTo>
                <a:lnTo>
                  <a:pt x="324104" y="396582"/>
                </a:lnTo>
                <a:lnTo>
                  <a:pt x="353568" y="370066"/>
                </a:lnTo>
                <a:lnTo>
                  <a:pt x="383032" y="344153"/>
                </a:lnTo>
                <a:lnTo>
                  <a:pt x="412496" y="318889"/>
                </a:lnTo>
                <a:lnTo>
                  <a:pt x="441960" y="294319"/>
                </a:lnTo>
                <a:lnTo>
                  <a:pt x="471424" y="270486"/>
                </a:lnTo>
                <a:lnTo>
                  <a:pt x="500888" y="247431"/>
                </a:lnTo>
                <a:lnTo>
                  <a:pt x="530352" y="225195"/>
                </a:lnTo>
                <a:lnTo>
                  <a:pt x="559816" y="203817"/>
                </a:lnTo>
                <a:lnTo>
                  <a:pt x="589280" y="183334"/>
                </a:lnTo>
                <a:lnTo>
                  <a:pt x="618744" y="163783"/>
                </a:lnTo>
                <a:lnTo>
                  <a:pt x="648208" y="145197"/>
                </a:lnTo>
                <a:lnTo>
                  <a:pt x="677672" y="127610"/>
                </a:lnTo>
                <a:lnTo>
                  <a:pt x="707136" y="111052"/>
                </a:lnTo>
                <a:lnTo>
                  <a:pt x="736600" y="95551"/>
                </a:lnTo>
                <a:lnTo>
                  <a:pt x="766064" y="81137"/>
                </a:lnTo>
                <a:lnTo>
                  <a:pt x="795528" y="67833"/>
                </a:lnTo>
                <a:lnTo>
                  <a:pt x="824992" y="55662"/>
                </a:lnTo>
                <a:lnTo>
                  <a:pt x="854456" y="44648"/>
                </a:lnTo>
                <a:lnTo>
                  <a:pt x="883920" y="34807"/>
                </a:lnTo>
                <a:lnTo>
                  <a:pt x="913384" y="26159"/>
                </a:lnTo>
                <a:lnTo>
                  <a:pt x="942848" y="18718"/>
                </a:lnTo>
                <a:lnTo>
                  <a:pt x="972312" y="12497"/>
                </a:lnTo>
                <a:lnTo>
                  <a:pt x="1001776" y="7507"/>
                </a:lnTo>
                <a:lnTo>
                  <a:pt x="1031240" y="3757"/>
                </a:lnTo>
                <a:lnTo>
                  <a:pt x="1060704" y="1253"/>
                </a:lnTo>
                <a:lnTo>
                  <a:pt x="1090168" y="0"/>
                </a:lnTo>
                <a:lnTo>
                  <a:pt x="1119632" y="0"/>
                </a:lnTo>
                <a:lnTo>
                  <a:pt x="1149096" y="1253"/>
                </a:lnTo>
                <a:lnTo>
                  <a:pt x="1178560" y="3757"/>
                </a:lnTo>
                <a:lnTo>
                  <a:pt x="1208024" y="7507"/>
                </a:lnTo>
                <a:lnTo>
                  <a:pt x="1237488" y="12497"/>
                </a:lnTo>
                <a:lnTo>
                  <a:pt x="1266952" y="18718"/>
                </a:lnTo>
                <a:lnTo>
                  <a:pt x="1296416" y="26159"/>
                </a:lnTo>
                <a:lnTo>
                  <a:pt x="1325880" y="34807"/>
                </a:lnTo>
                <a:lnTo>
                  <a:pt x="1355344" y="44648"/>
                </a:lnTo>
                <a:lnTo>
                  <a:pt x="1384808" y="55662"/>
                </a:lnTo>
                <a:lnTo>
                  <a:pt x="1414272" y="67833"/>
                </a:lnTo>
                <a:lnTo>
                  <a:pt x="1443736" y="81137"/>
                </a:lnTo>
                <a:lnTo>
                  <a:pt x="1473200" y="95551"/>
                </a:lnTo>
                <a:lnTo>
                  <a:pt x="1502664" y="111052"/>
                </a:lnTo>
                <a:lnTo>
                  <a:pt x="1532128" y="127610"/>
                </a:lnTo>
                <a:lnTo>
                  <a:pt x="1561592" y="145197"/>
                </a:lnTo>
                <a:lnTo>
                  <a:pt x="1591056" y="163783"/>
                </a:lnTo>
                <a:lnTo>
                  <a:pt x="1620520" y="183334"/>
                </a:lnTo>
                <a:lnTo>
                  <a:pt x="1649984" y="203817"/>
                </a:lnTo>
                <a:lnTo>
                  <a:pt x="1679448" y="225195"/>
                </a:lnTo>
                <a:lnTo>
                  <a:pt x="1708912" y="247431"/>
                </a:lnTo>
                <a:lnTo>
                  <a:pt x="1738376" y="270486"/>
                </a:lnTo>
                <a:lnTo>
                  <a:pt x="1767840" y="294319"/>
                </a:lnTo>
                <a:lnTo>
                  <a:pt x="1797304" y="318889"/>
                </a:lnTo>
                <a:lnTo>
                  <a:pt x="1826768" y="344153"/>
                </a:lnTo>
                <a:lnTo>
                  <a:pt x="1856232" y="370066"/>
                </a:lnTo>
                <a:lnTo>
                  <a:pt x="1885696" y="396582"/>
                </a:lnTo>
                <a:lnTo>
                  <a:pt x="1915160" y="423656"/>
                </a:lnTo>
                <a:lnTo>
                  <a:pt x="1944624" y="451239"/>
                </a:lnTo>
                <a:lnTo>
                  <a:pt x="1974088" y="479284"/>
                </a:lnTo>
                <a:lnTo>
                  <a:pt x="2003552" y="507741"/>
                </a:lnTo>
                <a:lnTo>
                  <a:pt x="2033016" y="536560"/>
                </a:lnTo>
                <a:lnTo>
                  <a:pt x="2062480" y="565691"/>
                </a:lnTo>
                <a:lnTo>
                  <a:pt x="2091944" y="595083"/>
                </a:lnTo>
                <a:lnTo>
                  <a:pt x="2121408" y="624683"/>
                </a:lnTo>
                <a:lnTo>
                  <a:pt x="2150872" y="654441"/>
                </a:lnTo>
                <a:lnTo>
                  <a:pt x="2180336" y="684303"/>
                </a:lnTo>
                <a:lnTo>
                  <a:pt x="2209800" y="714218"/>
                </a:lnTo>
                <a:lnTo>
                  <a:pt x="2239264" y="744133"/>
                </a:lnTo>
                <a:lnTo>
                  <a:pt x="2268728" y="773996"/>
                </a:lnTo>
                <a:lnTo>
                  <a:pt x="2298192" y="803753"/>
                </a:lnTo>
                <a:lnTo>
                  <a:pt x="2327656" y="833354"/>
                </a:lnTo>
                <a:lnTo>
                  <a:pt x="2357120" y="862745"/>
                </a:lnTo>
                <a:lnTo>
                  <a:pt x="2386584" y="891876"/>
                </a:lnTo>
                <a:lnTo>
                  <a:pt x="2416048" y="920695"/>
                </a:lnTo>
                <a:lnTo>
                  <a:pt x="2445512" y="949152"/>
                </a:lnTo>
                <a:lnTo>
                  <a:pt x="2474976" y="977197"/>
                </a:lnTo>
                <a:lnTo>
                  <a:pt x="2504440" y="1004781"/>
                </a:lnTo>
                <a:lnTo>
                  <a:pt x="2533904" y="1031855"/>
                </a:lnTo>
                <a:lnTo>
                  <a:pt x="2563368" y="1058371"/>
                </a:lnTo>
                <a:lnTo>
                  <a:pt x="2592832" y="1084284"/>
                </a:lnTo>
                <a:lnTo>
                  <a:pt x="2622296" y="1109547"/>
                </a:lnTo>
                <a:lnTo>
                  <a:pt x="2651760" y="1134117"/>
                </a:lnTo>
                <a:lnTo>
                  <a:pt x="2681224" y="1157951"/>
                </a:lnTo>
                <a:lnTo>
                  <a:pt x="2710688" y="1181006"/>
                </a:lnTo>
                <a:lnTo>
                  <a:pt x="2740152" y="1203242"/>
                </a:lnTo>
                <a:lnTo>
                  <a:pt x="2769616" y="1224620"/>
                </a:lnTo>
                <a:lnTo>
                  <a:pt x="2799080" y="1245102"/>
                </a:lnTo>
                <a:lnTo>
                  <a:pt x="2828544" y="1264654"/>
                </a:lnTo>
                <a:lnTo>
                  <a:pt x="2858008" y="1283239"/>
                </a:lnTo>
                <a:lnTo>
                  <a:pt x="2887472" y="1300827"/>
                </a:lnTo>
                <a:lnTo>
                  <a:pt x="2916936" y="1317385"/>
                </a:lnTo>
                <a:lnTo>
                  <a:pt x="2946400" y="1332885"/>
                </a:lnTo>
                <a:lnTo>
                  <a:pt x="2975864" y="1347300"/>
                </a:lnTo>
                <a:lnTo>
                  <a:pt x="3005328" y="1360604"/>
                </a:lnTo>
                <a:lnTo>
                  <a:pt x="3034792" y="1372774"/>
                </a:lnTo>
                <a:lnTo>
                  <a:pt x="3064256" y="1383789"/>
                </a:lnTo>
                <a:lnTo>
                  <a:pt x="3093720" y="1393629"/>
                </a:lnTo>
                <a:lnTo>
                  <a:pt x="3123184" y="1402278"/>
                </a:lnTo>
                <a:lnTo>
                  <a:pt x="3152648" y="1409719"/>
                </a:lnTo>
                <a:lnTo>
                  <a:pt x="3182112" y="1415940"/>
                </a:lnTo>
                <a:lnTo>
                  <a:pt x="3211576" y="1420930"/>
                </a:lnTo>
                <a:lnTo>
                  <a:pt x="3241040" y="1424680"/>
                </a:lnTo>
                <a:lnTo>
                  <a:pt x="3270504" y="1427184"/>
                </a:lnTo>
                <a:lnTo>
                  <a:pt x="3299968" y="1428437"/>
                </a:lnTo>
                <a:lnTo>
                  <a:pt x="3329432" y="1428437"/>
                </a:lnTo>
                <a:lnTo>
                  <a:pt x="3358896" y="1427184"/>
                </a:lnTo>
                <a:lnTo>
                  <a:pt x="3388360" y="1424680"/>
                </a:lnTo>
                <a:lnTo>
                  <a:pt x="3417824" y="1420930"/>
                </a:lnTo>
                <a:lnTo>
                  <a:pt x="3447288" y="1415940"/>
                </a:lnTo>
                <a:lnTo>
                  <a:pt x="3476752" y="1409719"/>
                </a:lnTo>
                <a:lnTo>
                  <a:pt x="3506216" y="1402278"/>
                </a:lnTo>
                <a:lnTo>
                  <a:pt x="3535680" y="1393629"/>
                </a:lnTo>
                <a:lnTo>
                  <a:pt x="3565144" y="1383789"/>
                </a:lnTo>
                <a:lnTo>
                  <a:pt x="3594608" y="1372774"/>
                </a:lnTo>
                <a:lnTo>
                  <a:pt x="3624072" y="1360604"/>
                </a:lnTo>
                <a:lnTo>
                  <a:pt x="3653536" y="1347300"/>
                </a:lnTo>
                <a:lnTo>
                  <a:pt x="3683000" y="1332885"/>
                </a:lnTo>
                <a:lnTo>
                  <a:pt x="3712464" y="1317385"/>
                </a:lnTo>
                <a:lnTo>
                  <a:pt x="3741928" y="1300827"/>
                </a:lnTo>
                <a:lnTo>
                  <a:pt x="3771392" y="1283239"/>
                </a:lnTo>
                <a:lnTo>
                  <a:pt x="3800856" y="1264654"/>
                </a:lnTo>
                <a:lnTo>
                  <a:pt x="3830320" y="1245102"/>
                </a:lnTo>
                <a:lnTo>
                  <a:pt x="3859784" y="1224620"/>
                </a:lnTo>
                <a:lnTo>
                  <a:pt x="3889248" y="1203242"/>
                </a:lnTo>
                <a:lnTo>
                  <a:pt x="3918712" y="1181006"/>
                </a:lnTo>
                <a:lnTo>
                  <a:pt x="3948176" y="1157951"/>
                </a:lnTo>
                <a:lnTo>
                  <a:pt x="3977640" y="1134117"/>
                </a:lnTo>
                <a:lnTo>
                  <a:pt x="4007104" y="1109547"/>
                </a:lnTo>
                <a:lnTo>
                  <a:pt x="4036568" y="1084284"/>
                </a:lnTo>
                <a:lnTo>
                  <a:pt x="4066032" y="1058371"/>
                </a:lnTo>
                <a:lnTo>
                  <a:pt x="4095496" y="1031855"/>
                </a:lnTo>
                <a:lnTo>
                  <a:pt x="4124960" y="1004781"/>
                </a:lnTo>
                <a:lnTo>
                  <a:pt x="4154424" y="977197"/>
                </a:lnTo>
                <a:lnTo>
                  <a:pt x="4183888" y="949152"/>
                </a:lnTo>
                <a:lnTo>
                  <a:pt x="4213352" y="920695"/>
                </a:lnTo>
                <a:lnTo>
                  <a:pt x="4242816" y="891876"/>
                </a:lnTo>
                <a:lnTo>
                  <a:pt x="4272280" y="862745"/>
                </a:lnTo>
                <a:lnTo>
                  <a:pt x="4301744" y="833354"/>
                </a:lnTo>
                <a:lnTo>
                  <a:pt x="4331208" y="803753"/>
                </a:lnTo>
                <a:lnTo>
                  <a:pt x="4360672" y="773996"/>
                </a:lnTo>
                <a:lnTo>
                  <a:pt x="4390136" y="744133"/>
                </a:lnTo>
                <a:lnTo>
                  <a:pt x="4419600" y="714218"/>
                </a:lnTo>
              </a:path>
            </a:pathLst>
          </a:custGeom>
          <a:noFill xmlns:a="http://schemas.openxmlformats.org/drawingml/2006/main"/>
          <a:ln xmlns:a="http://schemas.openxmlformats.org/drawingml/2006/main" w="15240">
            <a:solidFill>
              <a:srgbClr val="808080"/>
            </a:solidFill>
          </a:ln>
        </p:spPr>
      </p:sp>
      <p:sp>
        <p:nvSpPr>
          <p:cNvPr id="35" name="time-sample-0">
            <a:extLst xmlns:a="http://schemas.openxmlformats.org/drawingml/2006/main">
              <a:ext uri="{FF2B5EF4-FFF2-40B4-BE49-F238E27FC236}">
                <a16:creationId xmlns:a16="http://schemas.microsoft.com/office/drawing/2014/main" id="{578319A2-CB60-4C8D-ACCB-6140629A2CCD}"/>
              </a:ext>
            </a:extLst>
          </p:cNvPr>
          <p:cNvSpPr>
            <a:spLocks xmlns:a="http://schemas.openxmlformats.org/drawingml/2006/main" noGrp="1"/>
          </p:cNvSpPr>
          <p:nvPr/>
        </p:nvSpPr>
        <p:spPr>
          <a:xfrm xmlns:a="http://schemas.openxmlformats.org/drawingml/2006/main">
            <a:off x="6667500" y="396240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6" name="time-sample-1">
            <a:extLst xmlns:a="http://schemas.openxmlformats.org/drawingml/2006/main">
              <a:ext uri="{FF2B5EF4-FFF2-40B4-BE49-F238E27FC236}">
                <a16:creationId xmlns:a16="http://schemas.microsoft.com/office/drawing/2014/main" id="{809C195F-DA6A-4701-8303-D30CB2CF76F7}"/>
              </a:ext>
            </a:extLst>
          </p:cNvPr>
          <p:cNvSpPr>
            <a:spLocks xmlns:a="http://schemas.openxmlformats.org/drawingml/2006/main" noGrp="1"/>
          </p:cNvSpPr>
          <p:nvPr/>
        </p:nvSpPr>
        <p:spPr>
          <a:xfrm xmlns:a="http://schemas.openxmlformats.org/drawingml/2006/main">
            <a:off x="7551420" y="3282989"/>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7" name="time-sample-2">
            <a:extLst xmlns:a="http://schemas.openxmlformats.org/drawingml/2006/main">
              <a:ext uri="{FF2B5EF4-FFF2-40B4-BE49-F238E27FC236}">
                <a16:creationId xmlns:a16="http://schemas.microsoft.com/office/drawing/2014/main" id="{109E7A64-46A4-49A8-BE8A-B0C51BF7A102}"/>
              </a:ext>
            </a:extLst>
          </p:cNvPr>
          <p:cNvSpPr>
            <a:spLocks xmlns:a="http://schemas.openxmlformats.org/drawingml/2006/main" noGrp="1"/>
          </p:cNvSpPr>
          <p:nvPr/>
        </p:nvSpPr>
        <p:spPr>
          <a:xfrm xmlns:a="http://schemas.openxmlformats.org/drawingml/2006/main">
            <a:off x="8435340" y="354250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8" name="time-sample-3">
            <a:extLst xmlns:a="http://schemas.openxmlformats.org/drawingml/2006/main">
              <a:ext uri="{FF2B5EF4-FFF2-40B4-BE49-F238E27FC236}">
                <a16:creationId xmlns:a16="http://schemas.microsoft.com/office/drawing/2014/main" id="{9FC78FE4-BCA9-40A8-80A0-CD1D696B8575}"/>
              </a:ext>
            </a:extLst>
          </p:cNvPr>
          <p:cNvSpPr>
            <a:spLocks xmlns:a="http://schemas.openxmlformats.org/drawingml/2006/main" noGrp="1"/>
          </p:cNvSpPr>
          <p:nvPr/>
        </p:nvSpPr>
        <p:spPr>
          <a:xfrm xmlns:a="http://schemas.openxmlformats.org/drawingml/2006/main">
            <a:off x="9319260" y="4382299"/>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9" name="time-sample-4">
            <a:extLst xmlns:a="http://schemas.openxmlformats.org/drawingml/2006/main">
              <a:ext uri="{FF2B5EF4-FFF2-40B4-BE49-F238E27FC236}">
                <a16:creationId xmlns:a16="http://schemas.microsoft.com/office/drawing/2014/main" id="{F2522F62-335A-4013-86E8-CED30DC1E808}"/>
              </a:ext>
            </a:extLst>
          </p:cNvPr>
          <p:cNvSpPr>
            <a:spLocks xmlns:a="http://schemas.openxmlformats.org/drawingml/2006/main" noGrp="1"/>
          </p:cNvSpPr>
          <p:nvPr/>
        </p:nvSpPr>
        <p:spPr>
          <a:xfrm xmlns:a="http://schemas.openxmlformats.org/drawingml/2006/main">
            <a:off x="10203180" y="464181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0" name="time-sample-5">
            <a:extLst xmlns:a="http://schemas.openxmlformats.org/drawingml/2006/main">
              <a:ext uri="{FF2B5EF4-FFF2-40B4-BE49-F238E27FC236}">
                <a16:creationId xmlns:a16="http://schemas.microsoft.com/office/drawing/2014/main" id="{715691D7-69E7-42C1-83FF-7070940F89C9}"/>
              </a:ext>
            </a:extLst>
          </p:cNvPr>
          <p:cNvSpPr>
            <a:spLocks xmlns:a="http://schemas.openxmlformats.org/drawingml/2006/main" noGrp="1"/>
          </p:cNvSpPr>
          <p:nvPr/>
        </p:nvSpPr>
        <p:spPr>
          <a:xfrm xmlns:a="http://schemas.openxmlformats.org/drawingml/2006/main">
            <a:off x="11087100" y="396240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1" name="text">
            <a:extLst xmlns:a="http://schemas.openxmlformats.org/drawingml/2006/main">
              <a:ext uri="{FF2B5EF4-FFF2-40B4-BE49-F238E27FC236}">
                <a16:creationId xmlns:a16="http://schemas.microsoft.com/office/drawing/2014/main" id="{7430A139-97C6-4AA6-A8DC-4BC46AB0CA2E}"/>
              </a:ext>
            </a:extLst>
          </p:cNvPr>
          <p:cNvSpPr>
            <a:spLocks xmlns:a="http://schemas.openxmlformats.org/drawingml/2006/main" noGrp="1"/>
          </p:cNvSpPr>
          <p:nvPr/>
        </p:nvSpPr>
        <p:spPr>
          <a:xfrm xmlns:a="http://schemas.openxmlformats.org/drawingml/2006/main">
            <a:off x="6400800" y="53054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6个时刻：6个样本／声道</a:t>
            </a:r>
          </a:p>
        </p:txBody>
      </p:sp>
      <p:sp>
        <p:nvSpPr>
          <p:cNvPr id="42" name="text">
            <a:extLst xmlns:a="http://schemas.openxmlformats.org/drawingml/2006/main">
              <a:ext uri="{FF2B5EF4-FFF2-40B4-BE49-F238E27FC236}">
                <a16:creationId xmlns:a16="http://schemas.microsoft.com/office/drawing/2014/main" id="{A5377ED9-8315-4996-89A3-4502250CE98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数清“有多少份”，再乘“每份占多少bit”。</a:t>
            </a:r>
          </a:p>
        </p:txBody>
      </p:sp>
    </p:spTree>
    <p:extLst>
      <p:ext uri="{BB962C8B-B14F-4D97-AF65-F5344CB8AC3E}">
        <p14:creationId xmlns:p14="http://schemas.microsoft.com/office/powerpoint/2010/main" val="1571901996"/>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CC72A83-55C2-4661-ADC0-F7BDB8D3F65B}"/>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598E12A-F69F-4165-A67F-BE70ABCEB0D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A6F206-8F9C-45E5-A362-B9140C0BEEF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连续的图片，怎样让我们看到运动？</a:t>
            </a:r>
          </a:p>
        </p:txBody>
      </p:sp>
      <p:sp>
        <p:nvSpPr>
          <p:cNvPr id="5" name="Rectangle 4">
            <a:extLst xmlns:a="http://schemas.openxmlformats.org/drawingml/2006/main">
              <a:ext uri="{FF2B5EF4-FFF2-40B4-BE49-F238E27FC236}">
                <a16:creationId xmlns:a16="http://schemas.microsoft.com/office/drawing/2014/main" id="{7D0B5C2D-DF2F-4BBC-95A1-6B11213E5BD8}"/>
              </a:ext>
            </a:extLst>
          </p:cNvPr>
          <p:cNvSpPr>
            <a:spLocks xmlns:a="http://schemas.openxmlformats.org/drawingml/2006/main" noGrp="1"/>
          </p:cNvSpPr>
          <p:nvPr/>
        </p:nvSpPr>
        <p:spPr>
          <a:xfrm xmlns:a="http://schemas.openxmlformats.org/drawingml/2006/main">
            <a:off x="609600"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Oval 5">
            <a:extLst xmlns:a="http://schemas.openxmlformats.org/drawingml/2006/main">
              <a:ext uri="{FF2B5EF4-FFF2-40B4-BE49-F238E27FC236}">
                <a16:creationId xmlns:a16="http://schemas.microsoft.com/office/drawing/2014/main" id="{E5CAD4C9-2078-46E8-A5F0-43D7DC93D871}"/>
              </a:ext>
            </a:extLst>
          </p:cNvPr>
          <p:cNvSpPr>
            <a:spLocks xmlns:a="http://schemas.openxmlformats.org/drawingml/2006/main" noGrp="1"/>
          </p:cNvSpPr>
          <p:nvPr/>
        </p:nvSpPr>
        <p:spPr>
          <a:xfrm xmlns:a="http://schemas.openxmlformats.org/drawingml/2006/main">
            <a:off x="78744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9F2A1C1-7EF4-48E9-A43E-4385A2E222B4}"/>
              </a:ext>
            </a:extLst>
          </p:cNvPr>
          <p:cNvSpPr>
            <a:spLocks xmlns:a="http://schemas.openxmlformats.org/drawingml/2006/main" noGrp="1"/>
          </p:cNvSpPr>
          <p:nvPr/>
        </p:nvSpPr>
        <p:spPr>
          <a:xfrm xmlns:a="http://schemas.openxmlformats.org/drawingml/2006/main">
            <a:off x="609600"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第1帧</a:t>
            </a:r>
          </a:p>
        </p:txBody>
      </p:sp>
      <p:sp>
        <p:nvSpPr>
          <p:cNvPr id="8" name="Rectangle 7">
            <a:extLst xmlns:a="http://schemas.openxmlformats.org/drawingml/2006/main">
              <a:ext uri="{FF2B5EF4-FFF2-40B4-BE49-F238E27FC236}">
                <a16:creationId xmlns:a16="http://schemas.microsoft.com/office/drawing/2014/main" id="{BAD35231-6187-4CC4-9459-A57EBB1E53BB}"/>
              </a:ext>
            </a:extLst>
          </p:cNvPr>
          <p:cNvSpPr>
            <a:spLocks xmlns:a="http://schemas.openxmlformats.org/drawingml/2006/main" noGrp="1"/>
          </p:cNvSpPr>
          <p:nvPr/>
        </p:nvSpPr>
        <p:spPr>
          <a:xfrm xmlns:a="http://schemas.openxmlformats.org/drawingml/2006/main">
            <a:off x="2850399"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47DD49A3-0C0F-4A91-BD59-E1A539E3140E}"/>
              </a:ext>
            </a:extLst>
          </p:cNvPr>
          <p:cNvSpPr>
            <a:spLocks xmlns:a="http://schemas.openxmlformats.org/drawingml/2006/main" noGrp="1"/>
          </p:cNvSpPr>
          <p:nvPr/>
        </p:nvSpPr>
        <p:spPr>
          <a:xfrm xmlns:a="http://schemas.openxmlformats.org/drawingml/2006/main">
            <a:off x="3277218"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25A5B942-D0EF-4A9E-BC1C-3B8BEC6FDCCD}"/>
              </a:ext>
            </a:extLst>
          </p:cNvPr>
          <p:cNvSpPr>
            <a:spLocks xmlns:a="http://schemas.openxmlformats.org/drawingml/2006/main" noGrp="1"/>
          </p:cNvSpPr>
          <p:nvPr/>
        </p:nvSpPr>
        <p:spPr>
          <a:xfrm xmlns:a="http://schemas.openxmlformats.org/drawingml/2006/main">
            <a:off x="2850399"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第2帧</a:t>
            </a:r>
          </a:p>
        </p:txBody>
      </p:sp>
      <p:sp>
        <p:nvSpPr>
          <p:cNvPr id="11" name="Rectangle 10">
            <a:extLst xmlns:a="http://schemas.openxmlformats.org/drawingml/2006/main">
              <a:ext uri="{FF2B5EF4-FFF2-40B4-BE49-F238E27FC236}">
                <a16:creationId xmlns:a16="http://schemas.microsoft.com/office/drawing/2014/main" id="{7568A683-AFF5-483A-8BB4-1BB2BA3B1BA0}"/>
              </a:ext>
            </a:extLst>
          </p:cNvPr>
          <p:cNvSpPr>
            <a:spLocks xmlns:a="http://schemas.openxmlformats.org/drawingml/2006/main" noGrp="1"/>
          </p:cNvSpPr>
          <p:nvPr/>
        </p:nvSpPr>
        <p:spPr>
          <a:xfrm xmlns:a="http://schemas.openxmlformats.org/drawingml/2006/main">
            <a:off x="5091198"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36346C87-1A59-4C05-AC3E-EA0173367299}"/>
              </a:ext>
            </a:extLst>
          </p:cNvPr>
          <p:cNvSpPr>
            <a:spLocks xmlns:a="http://schemas.openxmlformats.org/drawingml/2006/main" noGrp="1"/>
          </p:cNvSpPr>
          <p:nvPr/>
        </p:nvSpPr>
        <p:spPr>
          <a:xfrm xmlns:a="http://schemas.openxmlformats.org/drawingml/2006/main">
            <a:off x="5766994"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172BE2F-825F-4060-B886-C9615F4D945E}"/>
              </a:ext>
            </a:extLst>
          </p:cNvPr>
          <p:cNvSpPr>
            <a:spLocks xmlns:a="http://schemas.openxmlformats.org/drawingml/2006/main" noGrp="1"/>
          </p:cNvSpPr>
          <p:nvPr/>
        </p:nvSpPr>
        <p:spPr>
          <a:xfrm xmlns:a="http://schemas.openxmlformats.org/drawingml/2006/main">
            <a:off x="5091198"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第3帧</a:t>
            </a:r>
          </a:p>
        </p:txBody>
      </p:sp>
      <p:sp>
        <p:nvSpPr>
          <p:cNvPr id="14" name="Rectangle 13">
            <a:extLst xmlns:a="http://schemas.openxmlformats.org/drawingml/2006/main">
              <a:ext uri="{FF2B5EF4-FFF2-40B4-BE49-F238E27FC236}">
                <a16:creationId xmlns:a16="http://schemas.microsoft.com/office/drawing/2014/main" id="{CB9427C4-0CEF-47A9-8890-3477EA46767D}"/>
              </a:ext>
            </a:extLst>
          </p:cNvPr>
          <p:cNvSpPr>
            <a:spLocks xmlns:a="http://schemas.openxmlformats.org/drawingml/2006/main" noGrp="1"/>
          </p:cNvSpPr>
          <p:nvPr/>
        </p:nvSpPr>
        <p:spPr>
          <a:xfrm xmlns:a="http://schemas.openxmlformats.org/drawingml/2006/main">
            <a:off x="7331997"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80C8F7C8-47C5-4EA9-B20B-BBDEC90EA678}"/>
              </a:ext>
            </a:extLst>
          </p:cNvPr>
          <p:cNvSpPr>
            <a:spLocks xmlns:a="http://schemas.openxmlformats.org/drawingml/2006/main" noGrp="1"/>
          </p:cNvSpPr>
          <p:nvPr/>
        </p:nvSpPr>
        <p:spPr>
          <a:xfrm xmlns:a="http://schemas.openxmlformats.org/drawingml/2006/main">
            <a:off x="825677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44526F9-1ADF-4D96-AA61-FFF84BA23B88}"/>
              </a:ext>
            </a:extLst>
          </p:cNvPr>
          <p:cNvSpPr>
            <a:spLocks xmlns:a="http://schemas.openxmlformats.org/drawingml/2006/main" noGrp="1"/>
          </p:cNvSpPr>
          <p:nvPr/>
        </p:nvSpPr>
        <p:spPr>
          <a:xfrm xmlns:a="http://schemas.openxmlformats.org/drawingml/2006/main">
            <a:off x="7331997"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第4帧</a:t>
            </a:r>
          </a:p>
        </p:txBody>
      </p:sp>
      <p:sp>
        <p:nvSpPr>
          <p:cNvPr id="17" name="Rectangle 16">
            <a:extLst xmlns:a="http://schemas.openxmlformats.org/drawingml/2006/main">
              <a:ext uri="{FF2B5EF4-FFF2-40B4-BE49-F238E27FC236}">
                <a16:creationId xmlns:a16="http://schemas.microsoft.com/office/drawing/2014/main" id="{F9730DA6-8FCE-494C-A605-B19DF2BBA0DB}"/>
              </a:ext>
            </a:extLst>
          </p:cNvPr>
          <p:cNvSpPr>
            <a:spLocks xmlns:a="http://schemas.openxmlformats.org/drawingml/2006/main" noGrp="1"/>
          </p:cNvSpPr>
          <p:nvPr/>
        </p:nvSpPr>
        <p:spPr>
          <a:xfrm xmlns:a="http://schemas.openxmlformats.org/drawingml/2006/main">
            <a:off x="9572796"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475E59B1-CE20-4B8C-AF8A-EFBAD843D39E}"/>
              </a:ext>
            </a:extLst>
          </p:cNvPr>
          <p:cNvSpPr>
            <a:spLocks xmlns:a="http://schemas.openxmlformats.org/drawingml/2006/main" noGrp="1"/>
          </p:cNvSpPr>
          <p:nvPr/>
        </p:nvSpPr>
        <p:spPr>
          <a:xfrm xmlns:a="http://schemas.openxmlformats.org/drawingml/2006/main">
            <a:off x="10746547"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32E4E02-F71D-4FF7-B717-1EEA9155B378}"/>
              </a:ext>
            </a:extLst>
          </p:cNvPr>
          <p:cNvSpPr>
            <a:spLocks xmlns:a="http://schemas.openxmlformats.org/drawingml/2006/main" noGrp="1"/>
          </p:cNvSpPr>
          <p:nvPr/>
        </p:nvSpPr>
        <p:spPr>
          <a:xfrm xmlns:a="http://schemas.openxmlformats.org/drawingml/2006/main">
            <a:off x="9572796"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第5帧</a:t>
            </a:r>
          </a:p>
        </p:txBody>
      </p:sp>
      <p:sp>
        <p:nvSpPr>
          <p:cNvPr id="20" name="TextBox 19">
            <a:extLst xmlns:a="http://schemas.openxmlformats.org/drawingml/2006/main">
              <a:ext uri="{FF2B5EF4-FFF2-40B4-BE49-F238E27FC236}">
                <a16:creationId xmlns:a16="http://schemas.microsoft.com/office/drawing/2014/main" id="{15A38971-D832-4CF0-8F84-45C4AE41A40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帧率25 fps：每秒显示25张画面。</a:t>
            </a:r>
          </a:p>
        </p:txBody>
      </p:sp>
      <p:sp>
        <p:nvSpPr>
          <p:cNvPr id="21" name="TextBox 20">
            <a:extLst xmlns:a="http://schemas.openxmlformats.org/drawingml/2006/main">
              <a:ext uri="{FF2B5EF4-FFF2-40B4-BE49-F238E27FC236}">
                <a16:creationId xmlns:a16="http://schemas.microsoft.com/office/drawing/2014/main" id="{DF31247B-9914-4BF3-995C-52FBAB82F074}"/>
              </a:ext>
            </a:extLst>
          </p:cNvPr>
          <p:cNvSpPr>
            <a:spLocks xmlns:a="http://schemas.openxmlformats.org/drawingml/2006/main" noGrp="1"/>
          </p:cNvSpPr>
          <p:nvPr/>
        </p:nvSpPr>
        <p:spPr>
          <a:xfrm xmlns:a="http://schemas.openxmlformats.org/drawingml/2006/main">
            <a:off x="2130142" y="5056632"/>
            <a:ext cx="7602711"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球在画面中的位置逐帧变化</a:t>
            </a:r>
          </a:p>
        </p:txBody>
      </p:sp>
      <p:sp>
        <p:nvSpPr>
          <p:cNvPr id="22" name="frame-time-0">
            <a:extLst xmlns:a="http://schemas.openxmlformats.org/drawingml/2006/main">
              <a:ext uri="{FF2B5EF4-FFF2-40B4-BE49-F238E27FC236}">
                <a16:creationId xmlns:a16="http://schemas.microsoft.com/office/drawing/2014/main" id="{D4EB97D3-F738-4F9D-8638-723E1D2BD497}"/>
              </a:ext>
            </a:extLst>
          </p:cNvPr>
          <p:cNvSpPr>
            <a:spLocks xmlns:a="http://schemas.openxmlformats.org/drawingml/2006/main" noGrp="1"/>
          </p:cNvSpPr>
          <p:nvPr/>
        </p:nvSpPr>
        <p:spPr>
          <a:xfrm xmlns:a="http://schemas.openxmlformats.org/drawingml/2006/main">
            <a:off x="609600" y="4695825"/>
            <a:ext cx="200960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0.00 s</a:t>
            </a:r>
          </a:p>
        </p:txBody>
      </p:sp>
      <p:sp>
        <p:nvSpPr>
          <p:cNvPr id="23" name="frame-time-1">
            <a:extLst xmlns:a="http://schemas.openxmlformats.org/drawingml/2006/main">
              <a:ext uri="{FF2B5EF4-FFF2-40B4-BE49-F238E27FC236}">
                <a16:creationId xmlns:a16="http://schemas.microsoft.com/office/drawing/2014/main" id="{1A663038-0567-4380-8FF0-1C0AE43E0A4B}"/>
              </a:ext>
            </a:extLst>
          </p:cNvPr>
          <p:cNvSpPr>
            <a:spLocks xmlns:a="http://schemas.openxmlformats.org/drawingml/2006/main" noGrp="1"/>
          </p:cNvSpPr>
          <p:nvPr/>
        </p:nvSpPr>
        <p:spPr>
          <a:xfrm xmlns:a="http://schemas.openxmlformats.org/drawingml/2006/main">
            <a:off x="2850399" y="4695825"/>
            <a:ext cx="200960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0.04 s</a:t>
            </a:r>
          </a:p>
        </p:txBody>
      </p:sp>
      <p:sp>
        <p:nvSpPr>
          <p:cNvPr id="24" name="frame-time-2">
            <a:extLst xmlns:a="http://schemas.openxmlformats.org/drawingml/2006/main">
              <a:ext uri="{FF2B5EF4-FFF2-40B4-BE49-F238E27FC236}">
                <a16:creationId xmlns:a16="http://schemas.microsoft.com/office/drawing/2014/main" id="{F124A305-5AAE-4975-85FD-6911FE2A9FC5}"/>
              </a:ext>
            </a:extLst>
          </p:cNvPr>
          <p:cNvSpPr>
            <a:spLocks xmlns:a="http://schemas.openxmlformats.org/drawingml/2006/main" noGrp="1"/>
          </p:cNvSpPr>
          <p:nvPr/>
        </p:nvSpPr>
        <p:spPr>
          <a:xfrm xmlns:a="http://schemas.openxmlformats.org/drawingml/2006/main">
            <a:off x="5091198" y="4695825"/>
            <a:ext cx="200960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0.08 s</a:t>
            </a:r>
          </a:p>
        </p:txBody>
      </p:sp>
      <p:sp>
        <p:nvSpPr>
          <p:cNvPr id="25" name="frame-time-3">
            <a:extLst xmlns:a="http://schemas.openxmlformats.org/drawingml/2006/main">
              <a:ext uri="{FF2B5EF4-FFF2-40B4-BE49-F238E27FC236}">
                <a16:creationId xmlns:a16="http://schemas.microsoft.com/office/drawing/2014/main" id="{D33D4431-13BE-46C8-B5DD-0FEE296BC4D9}"/>
              </a:ext>
            </a:extLst>
          </p:cNvPr>
          <p:cNvSpPr>
            <a:spLocks xmlns:a="http://schemas.openxmlformats.org/drawingml/2006/main" noGrp="1"/>
          </p:cNvSpPr>
          <p:nvPr/>
        </p:nvSpPr>
        <p:spPr>
          <a:xfrm xmlns:a="http://schemas.openxmlformats.org/drawingml/2006/main">
            <a:off x="7331997" y="4695825"/>
            <a:ext cx="200960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0.12 s</a:t>
            </a:r>
          </a:p>
        </p:txBody>
      </p:sp>
      <p:sp>
        <p:nvSpPr>
          <p:cNvPr id="26" name="frame-time-4">
            <a:extLst xmlns:a="http://schemas.openxmlformats.org/drawingml/2006/main">
              <a:ext uri="{FF2B5EF4-FFF2-40B4-BE49-F238E27FC236}">
                <a16:creationId xmlns:a16="http://schemas.microsoft.com/office/drawing/2014/main" id="{0EEC1598-C726-455A-8693-9CF205B1DD1E}"/>
              </a:ext>
            </a:extLst>
          </p:cNvPr>
          <p:cNvSpPr>
            <a:spLocks xmlns:a="http://schemas.openxmlformats.org/drawingml/2006/main" noGrp="1"/>
          </p:cNvSpPr>
          <p:nvPr/>
        </p:nvSpPr>
        <p:spPr>
          <a:xfrm xmlns:a="http://schemas.openxmlformats.org/drawingml/2006/main">
            <a:off x="9572796" y="4695825"/>
            <a:ext cx="200960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0.16 s</a:t>
            </a:r>
          </a:p>
        </p:txBody>
      </p:sp>
    </p:spTree>
    <p:extLst>
      <p:ext uri="{BB962C8B-B14F-4D97-AF65-F5344CB8AC3E}">
        <p14:creationId xmlns:p14="http://schemas.microsoft.com/office/powerpoint/2010/main" val="991203829"/>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1820ED1-A929-4E46-B021-CBEBD6C1685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B8DCB3-2C93-4428-8446-067FFCCA60B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7D83945-FA16-49C6-93FA-682BD573D4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10分钟、25fps，要保存多少帧？</a:t>
            </a:r>
          </a:p>
        </p:txBody>
      </p:sp>
      <p:sp>
        <p:nvSpPr>
          <p:cNvPr id="5" name="TextBox 4">
            <a:extLst xmlns:a="http://schemas.openxmlformats.org/drawingml/2006/main">
              <a:ext uri="{FF2B5EF4-FFF2-40B4-BE49-F238E27FC236}">
                <a16:creationId xmlns:a16="http://schemas.microsoft.com/office/drawing/2014/main" id="{4FF829EA-2790-4F54-ADA0-5400F1570A26}"/>
              </a:ext>
            </a:extLst>
          </p:cNvPr>
          <p:cNvSpPr>
            <a:spLocks xmlns:a="http://schemas.openxmlformats.org/drawingml/2006/main" noGrp="1"/>
          </p:cNvSpPr>
          <p:nvPr/>
        </p:nvSpPr>
        <p:spPr>
          <a:xfrm xmlns:a="http://schemas.openxmlformats.org/drawingml/2006/main">
            <a:off x="768096" y="2048256"/>
            <a:ext cx="107899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25帧/秒 × 60秒/分钟 × 10分钟</a:t>
            </a:r>
          </a:p>
        </p:txBody>
      </p:sp>
      <p:sp>
        <p:nvSpPr>
          <p:cNvPr id="6" name="TextBox 5">
            <a:extLst xmlns:a="http://schemas.openxmlformats.org/drawingml/2006/main">
              <a:ext uri="{FF2B5EF4-FFF2-40B4-BE49-F238E27FC236}">
                <a16:creationId xmlns:a16="http://schemas.microsoft.com/office/drawing/2014/main" id="{731C3185-DE9A-41ED-B243-4979A8D1203E}"/>
              </a:ext>
            </a:extLst>
          </p:cNvPr>
          <p:cNvSpPr>
            <a:spLocks xmlns:a="http://schemas.openxmlformats.org/drawingml/2006/main" noGrp="1"/>
          </p:cNvSpPr>
          <p:nvPr/>
        </p:nvSpPr>
        <p:spPr>
          <a:xfrm xmlns:a="http://schemas.openxmlformats.org/drawingml/2006/main">
            <a:off x="841248" y="3264408"/>
            <a:ext cx="10515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4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4200" b="1">
                <a:solidFill>
                  <a:srgbClr val="8C64E1"/>
                </a:solidFill>
                <a:latin typeface="Alibaba PuHuiTi 3.0 115 Black"/>
                <a:ea typeface="Alibaba PuHuiTi 3.0 115 Black"/>
                <a:cs typeface="Alibaba PuHuiTi 3.0 115 Black"/>
              </a:defRPr>
            </a:pPr>
            <a:r>
              <a:rPr sz="4200" b="1">
                <a:solidFill>
                  <a:srgbClr val="8C64E1"/>
                </a:solidFill>
                <a:latin typeface="Alibaba PuHuiTi 3.0 115 Black"/>
                <a:ea typeface="Alibaba PuHuiTi 3.0 115 Black"/>
                <a:cs typeface="Alibaba PuHuiTi 3.0 115 Black"/>
              </a:rPr>
              <a:t>= 15,000 帧</a:t>
            </a:r>
          </a:p>
        </p:txBody>
      </p:sp>
      <p:sp>
        <p:nvSpPr>
          <p:cNvPr id="7" name="TextBox 6">
            <a:extLst xmlns:a="http://schemas.openxmlformats.org/drawingml/2006/main">
              <a:ext uri="{FF2B5EF4-FFF2-40B4-BE49-F238E27FC236}">
                <a16:creationId xmlns:a16="http://schemas.microsoft.com/office/drawing/2014/main" id="{4C7E941B-D40D-4730-A3DD-49DA74CBD469}"/>
              </a:ext>
            </a:extLst>
          </p:cNvPr>
          <p:cNvSpPr>
            <a:spLocks xmlns:a="http://schemas.openxmlformats.org/drawingml/2006/main" noGrp="1"/>
          </p:cNvSpPr>
          <p:nvPr/>
        </p:nvSpPr>
        <p:spPr>
          <a:xfrm xmlns:a="http://schemas.openxmlformats.org/drawingml/2006/main">
            <a:off x="777240" y="491032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无压缩视频 = 单帧图像数据量 × 总帧数。</a:t>
            </a:r>
          </a:p>
        </p:txBody>
      </p:sp>
    </p:spTree>
    <p:extLst>
      <p:ext uri="{BB962C8B-B14F-4D97-AF65-F5344CB8AC3E}">
        <p14:creationId xmlns:p14="http://schemas.microsoft.com/office/powerpoint/2010/main" val="1653715975"/>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48A47DF-EA30-4B85-8FFA-DA793659EAF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4F7918-05EF-4B0C-B1E3-F3AC71916EE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DFEBF3-8EA5-45E1-93DD-7C8ADC4C938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525AA737-361B-433A-A7F4-BA11572EC81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7" name="TextBox 6">
            <a:extLst xmlns:a="http://schemas.openxmlformats.org/drawingml/2006/main">
              <a:ext uri="{FF2B5EF4-FFF2-40B4-BE49-F238E27FC236}">
                <a16:creationId xmlns:a16="http://schemas.microsoft.com/office/drawing/2014/main" id="{879F7FF0-D57B-4292-8ED7-F6BD733EB2F9}"/>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2131278924"/>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E4F12CC-7077-4853-A185-C0B552AF10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0418E61-BB83-4764-A15B-E4595F5A4EE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0ECEFB-063F-40E6-BA53-C603C48F3E7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DCB06CCF-53D2-46E4-BC00-BFCDC990D7C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7" name="calculation-step-0">
            <a:extLst xmlns:a="http://schemas.openxmlformats.org/drawingml/2006/main">
              <a:ext uri="{FF2B5EF4-FFF2-40B4-BE49-F238E27FC236}">
                <a16:creationId xmlns:a16="http://schemas.microsoft.com/office/drawing/2014/main" id="{A4B31346-32E8-4831-8610-1ADC019B2A0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单帧：480 × 320 × 24 ÷ 8＝460,800 B</a:t>
            </a:r>
          </a:p>
        </p:txBody>
      </p:sp>
      <p:sp>
        <p:nvSpPr>
          <p:cNvPr id="8" name="calculation-step-1">
            <a:extLst xmlns:a="http://schemas.openxmlformats.org/drawingml/2006/main">
              <a:ext uri="{FF2B5EF4-FFF2-40B4-BE49-F238E27FC236}">
                <a16:creationId xmlns:a16="http://schemas.microsoft.com/office/drawing/2014/main" id="{3B1ABC75-7945-4731-A9EE-FE3E6F5FA4FE}"/>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帧数：25 × 10 × 60＝15,000 帧</a:t>
            </a:r>
          </a:p>
        </p:txBody>
      </p:sp>
      <p:sp>
        <p:nvSpPr>
          <p:cNvPr id="9" name="calculation-step-2">
            <a:extLst xmlns:a="http://schemas.openxmlformats.org/drawingml/2006/main">
              <a:ext uri="{FF2B5EF4-FFF2-40B4-BE49-F238E27FC236}">
                <a16:creationId xmlns:a16="http://schemas.microsoft.com/office/drawing/2014/main" id="{91740D09-E05B-436C-AF2D-3F30002A7940}"/>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总量：460,800 × 15,000＝6,912,000,000 B</a:t>
            </a:r>
          </a:p>
        </p:txBody>
      </p:sp>
      <p:sp>
        <p:nvSpPr>
          <p:cNvPr id="10" name="calculation-step-3">
            <a:extLst xmlns:a="http://schemas.openxmlformats.org/drawingml/2006/main">
              <a:ext uri="{FF2B5EF4-FFF2-40B4-BE49-F238E27FC236}">
                <a16:creationId xmlns:a16="http://schemas.microsoft.com/office/drawing/2014/main" id="{CF0BC073-1495-47D1-B0D8-A58D5F72D4B8}"/>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换算：6,912,000,000 ÷ 1024³ ≈ 6.44 GiB</a:t>
            </a:r>
          </a:p>
        </p:txBody>
      </p:sp>
      <p:sp>
        <p:nvSpPr>
          <p:cNvPr id="11" name="practice-answer">
            <a:extLst xmlns:a="http://schemas.openxmlformats.org/drawingml/2006/main">
              <a:ext uri="{FF2B5EF4-FFF2-40B4-BE49-F238E27FC236}">
                <a16:creationId xmlns:a16="http://schemas.microsoft.com/office/drawing/2014/main" id="{FB3AD08D-A1D8-4CB8-9B62-9BEF8FFA50F9}"/>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答案：约6.44 GiB</a:t>
            </a:r>
          </a:p>
        </p:txBody>
      </p:sp>
    </p:spTree>
    <p:extLst>
      <p:ext uri="{BB962C8B-B14F-4D97-AF65-F5344CB8AC3E}">
        <p14:creationId xmlns:p14="http://schemas.microsoft.com/office/powerpoint/2010/main" val="669091188"/>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C7A18DA-FE06-4D8E-8F53-77A6E77D550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6BCF116-9F98-4665-99E6-95D705013A8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76A5737-0705-48D8-9C87-57A27812025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视频文件为什么可能小于6.44 GiB？</a:t>
            </a:r>
          </a:p>
        </p:txBody>
      </p:sp>
      <p:sp>
        <p:nvSpPr>
          <p:cNvPr id="5" name="text">
            <a:extLst xmlns:a="http://schemas.openxmlformats.org/drawingml/2006/main">
              <a:ext uri="{FF2B5EF4-FFF2-40B4-BE49-F238E27FC236}">
                <a16:creationId xmlns:a16="http://schemas.microsoft.com/office/drawing/2014/main" id="{83B4E0CC-696C-4EE6-945F-1BF38AAE18B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相同题设：480×320、24bit／像素、25fps、10分钟、无声。</a:t>
            </a:r>
          </a:p>
        </p:txBody>
      </p:sp>
      <p:sp>
        <p:nvSpPr>
          <p:cNvPr id="6" name="uncompressed-given">
            <a:extLst xmlns:a="http://schemas.openxmlformats.org/drawingml/2006/main">
              <a:ext uri="{FF2B5EF4-FFF2-40B4-BE49-F238E27FC236}">
                <a16:creationId xmlns:a16="http://schemas.microsoft.com/office/drawing/2014/main" id="{685ACC78-B811-43D2-96F1-C2DB2EF3F99D}"/>
              </a:ext>
            </a:extLst>
          </p:cNvPr>
          <p:cNvSpPr>
            <a:spLocks xmlns:a="http://schemas.openxmlformats.org/drawingml/2006/main" noGrp="1"/>
          </p:cNvSpPr>
          <p:nvPr/>
        </p:nvSpPr>
        <p:spPr>
          <a:xfrm xmlns:a="http://schemas.openxmlformats.org/drawingml/2006/main">
            <a:off x="609600" y="2419350"/>
            <a:ext cx="633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逐帧未压缩：约6.44 GiB</a:t>
            </a:r>
          </a:p>
        </p:txBody>
      </p:sp>
      <p:sp>
        <p:nvSpPr>
          <p:cNvPr id="7" name="raw-frame-0">
            <a:extLst xmlns:a="http://schemas.openxmlformats.org/drawingml/2006/main">
              <a:ext uri="{FF2B5EF4-FFF2-40B4-BE49-F238E27FC236}">
                <a16:creationId xmlns:a16="http://schemas.microsoft.com/office/drawing/2014/main" id="{F91D5696-526B-4BC1-B4D7-2EF232753151}"/>
              </a:ext>
            </a:extLst>
          </p:cNvPr>
          <p:cNvSpPr>
            <a:spLocks xmlns:a="http://schemas.openxmlformats.org/drawingml/2006/main" noGrp="1"/>
          </p:cNvSpPr>
          <p:nvPr/>
        </p:nvSpPr>
        <p:spPr>
          <a:xfrm xmlns:a="http://schemas.openxmlformats.org/drawingml/2006/main">
            <a:off x="60960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8" name="ball-0">
            <a:extLst xmlns:a="http://schemas.openxmlformats.org/drawingml/2006/main">
              <a:ext uri="{FF2B5EF4-FFF2-40B4-BE49-F238E27FC236}">
                <a16:creationId xmlns:a16="http://schemas.microsoft.com/office/drawing/2014/main" id="{6BF2D6E1-7B98-4D7F-9FBC-7EB37F75F60B}"/>
              </a:ext>
            </a:extLst>
          </p:cNvPr>
          <p:cNvSpPr>
            <a:spLocks xmlns:a="http://schemas.openxmlformats.org/drawingml/2006/main" noGrp="1"/>
          </p:cNvSpPr>
          <p:nvPr/>
        </p:nvSpPr>
        <p:spPr>
          <a:xfrm xmlns:a="http://schemas.openxmlformats.org/drawingml/2006/main">
            <a:off x="704850"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9" name="raw-frame-1">
            <a:extLst xmlns:a="http://schemas.openxmlformats.org/drawingml/2006/main">
              <a:ext uri="{FF2B5EF4-FFF2-40B4-BE49-F238E27FC236}">
                <a16:creationId xmlns:a16="http://schemas.microsoft.com/office/drawing/2014/main" id="{63F95F32-46D0-4B89-87B3-95E663C99530}"/>
              </a:ext>
            </a:extLst>
          </p:cNvPr>
          <p:cNvSpPr>
            <a:spLocks xmlns:a="http://schemas.openxmlformats.org/drawingml/2006/main" noGrp="1"/>
          </p:cNvSpPr>
          <p:nvPr/>
        </p:nvSpPr>
        <p:spPr>
          <a:xfrm xmlns:a="http://schemas.openxmlformats.org/drawingml/2006/main">
            <a:off x="184785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0" name="ball-1">
            <a:extLst xmlns:a="http://schemas.openxmlformats.org/drawingml/2006/main">
              <a:ext uri="{FF2B5EF4-FFF2-40B4-BE49-F238E27FC236}">
                <a16:creationId xmlns:a16="http://schemas.microsoft.com/office/drawing/2014/main" id="{4A302D8A-7A47-497E-BF20-8B2534161E15}"/>
              </a:ext>
            </a:extLst>
          </p:cNvPr>
          <p:cNvSpPr>
            <a:spLocks xmlns:a="http://schemas.openxmlformats.org/drawingml/2006/main" noGrp="1"/>
          </p:cNvSpPr>
          <p:nvPr/>
        </p:nvSpPr>
        <p:spPr>
          <a:xfrm xmlns:a="http://schemas.openxmlformats.org/drawingml/2006/main">
            <a:off x="2066925"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1" name="raw-frame-2">
            <a:extLst xmlns:a="http://schemas.openxmlformats.org/drawingml/2006/main">
              <a:ext uri="{FF2B5EF4-FFF2-40B4-BE49-F238E27FC236}">
                <a16:creationId xmlns:a16="http://schemas.microsoft.com/office/drawing/2014/main" id="{AEC6CF17-84CA-458E-8AA9-DF4608EB0D33}"/>
              </a:ext>
            </a:extLst>
          </p:cNvPr>
          <p:cNvSpPr>
            <a:spLocks xmlns:a="http://schemas.openxmlformats.org/drawingml/2006/main" noGrp="1"/>
          </p:cNvSpPr>
          <p:nvPr/>
        </p:nvSpPr>
        <p:spPr>
          <a:xfrm xmlns:a="http://schemas.openxmlformats.org/drawingml/2006/main">
            <a:off x="308610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2" name="ball-2">
            <a:extLst xmlns:a="http://schemas.openxmlformats.org/drawingml/2006/main">
              <a:ext uri="{FF2B5EF4-FFF2-40B4-BE49-F238E27FC236}">
                <a16:creationId xmlns:a16="http://schemas.microsoft.com/office/drawing/2014/main" id="{2B4D8675-7E80-4619-9FDB-A0BB8F4E59B7}"/>
              </a:ext>
            </a:extLst>
          </p:cNvPr>
          <p:cNvSpPr>
            <a:spLocks xmlns:a="http://schemas.openxmlformats.org/drawingml/2006/main" noGrp="1"/>
          </p:cNvSpPr>
          <p:nvPr/>
        </p:nvSpPr>
        <p:spPr>
          <a:xfrm xmlns:a="http://schemas.openxmlformats.org/drawingml/2006/main">
            <a:off x="3429000"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3" name="raw-frame-3">
            <a:extLst xmlns:a="http://schemas.openxmlformats.org/drawingml/2006/main">
              <a:ext uri="{FF2B5EF4-FFF2-40B4-BE49-F238E27FC236}">
                <a16:creationId xmlns:a16="http://schemas.microsoft.com/office/drawing/2014/main" id="{2A0D0046-900C-4E5C-B2F1-0E81A3997005}"/>
              </a:ext>
            </a:extLst>
          </p:cNvPr>
          <p:cNvSpPr>
            <a:spLocks xmlns:a="http://schemas.openxmlformats.org/drawingml/2006/main" noGrp="1"/>
          </p:cNvSpPr>
          <p:nvPr/>
        </p:nvSpPr>
        <p:spPr>
          <a:xfrm xmlns:a="http://schemas.openxmlformats.org/drawingml/2006/main">
            <a:off x="432435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4" name="ball-3">
            <a:extLst xmlns:a="http://schemas.openxmlformats.org/drawingml/2006/main">
              <a:ext uri="{FF2B5EF4-FFF2-40B4-BE49-F238E27FC236}">
                <a16:creationId xmlns:a16="http://schemas.microsoft.com/office/drawing/2014/main" id="{E2F62CDF-D746-41D5-9530-20BBFDDEBB1E}"/>
              </a:ext>
            </a:extLst>
          </p:cNvPr>
          <p:cNvSpPr>
            <a:spLocks xmlns:a="http://schemas.openxmlformats.org/drawingml/2006/main" noGrp="1"/>
          </p:cNvSpPr>
          <p:nvPr/>
        </p:nvSpPr>
        <p:spPr>
          <a:xfrm xmlns:a="http://schemas.openxmlformats.org/drawingml/2006/main">
            <a:off x="4791075"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5" name="raw-frame-4">
            <a:extLst xmlns:a="http://schemas.openxmlformats.org/drawingml/2006/main">
              <a:ext uri="{FF2B5EF4-FFF2-40B4-BE49-F238E27FC236}">
                <a16:creationId xmlns:a16="http://schemas.microsoft.com/office/drawing/2014/main" id="{B199036D-7B1A-4AC9-B713-1074B8383E19}"/>
              </a:ext>
            </a:extLst>
          </p:cNvPr>
          <p:cNvSpPr>
            <a:spLocks xmlns:a="http://schemas.openxmlformats.org/drawingml/2006/main" noGrp="1"/>
          </p:cNvSpPr>
          <p:nvPr/>
        </p:nvSpPr>
        <p:spPr>
          <a:xfrm xmlns:a="http://schemas.openxmlformats.org/drawingml/2006/main">
            <a:off x="556260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6" name="ball-4">
            <a:extLst xmlns:a="http://schemas.openxmlformats.org/drawingml/2006/main">
              <a:ext uri="{FF2B5EF4-FFF2-40B4-BE49-F238E27FC236}">
                <a16:creationId xmlns:a16="http://schemas.microsoft.com/office/drawing/2014/main" id="{B1A87D4B-D265-4F78-B0D8-597D2D0630A8}"/>
              </a:ext>
            </a:extLst>
          </p:cNvPr>
          <p:cNvSpPr>
            <a:spLocks xmlns:a="http://schemas.openxmlformats.org/drawingml/2006/main" noGrp="1"/>
          </p:cNvSpPr>
          <p:nvPr/>
        </p:nvSpPr>
        <p:spPr>
          <a:xfrm xmlns:a="http://schemas.openxmlformats.org/drawingml/2006/main">
            <a:off x="6153150"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7" name="file-question-arrow">
            <a:extLst xmlns:a="http://schemas.openxmlformats.org/drawingml/2006/main">
              <a:ext uri="{FF2B5EF4-FFF2-40B4-BE49-F238E27FC236}">
                <a16:creationId xmlns:a16="http://schemas.microsoft.com/office/drawing/2014/main" id="{96BA0270-0F28-48A9-9F9E-11A7A8FF1249}"/>
              </a:ext>
            </a:extLst>
          </p:cNvPr>
          <p:cNvSpPr>
            <a:spLocks xmlns:a="http://schemas.openxmlformats.org/drawingml/2006/main" noGrp="1"/>
          </p:cNvSpPr>
          <p:nvPr/>
        </p:nvSpPr>
        <p:spPr>
          <a:xfrm xmlns:a="http://schemas.openxmlformats.org/drawingml/2006/main">
            <a:off x="7334250" y="3952875"/>
            <a:ext cx="5715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8" name="unknown-file">
            <a:extLst xmlns:a="http://schemas.openxmlformats.org/drawingml/2006/main">
              <a:ext uri="{FF2B5EF4-FFF2-40B4-BE49-F238E27FC236}">
                <a16:creationId xmlns:a16="http://schemas.microsoft.com/office/drawing/2014/main" id="{C906CE3E-BBB0-40D6-8106-4A7E66DB0277}"/>
              </a:ext>
            </a:extLst>
          </p:cNvPr>
          <p:cNvSpPr>
            <a:spLocks xmlns:a="http://schemas.openxmlformats.org/drawingml/2006/main" noGrp="1"/>
          </p:cNvSpPr>
          <p:nvPr/>
        </p:nvSpPr>
        <p:spPr>
          <a:xfrm xmlns:a="http://schemas.openxmlformats.org/drawingml/2006/main">
            <a:off x="8705850" y="3171825"/>
            <a:ext cx="2543175" cy="175260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9" name="file-title">
            <a:extLst xmlns:a="http://schemas.openxmlformats.org/drawingml/2006/main">
              <a:ext uri="{FF2B5EF4-FFF2-40B4-BE49-F238E27FC236}">
                <a16:creationId xmlns:a16="http://schemas.microsoft.com/office/drawing/2014/main" id="{25B681D8-39BA-4F17-881F-07430CD01EB7}"/>
              </a:ext>
            </a:extLst>
          </p:cNvPr>
          <p:cNvSpPr>
            <a:spLocks xmlns:a="http://schemas.openxmlformats.org/drawingml/2006/main" noGrp="1"/>
          </p:cNvSpPr>
          <p:nvPr/>
        </p:nvSpPr>
        <p:spPr>
          <a:xfrm xmlns:a="http://schemas.openxmlformats.org/drawingml/2006/main">
            <a:off x="8915400" y="3381375"/>
            <a:ext cx="214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保存的视频文件</a:t>
            </a:r>
          </a:p>
        </p:txBody>
      </p:sp>
      <p:sp>
        <p:nvSpPr>
          <p:cNvPr id="20" name="unknown-size">
            <a:extLst xmlns:a="http://schemas.openxmlformats.org/drawingml/2006/main">
              <a:ext uri="{FF2B5EF4-FFF2-40B4-BE49-F238E27FC236}">
                <a16:creationId xmlns:a16="http://schemas.microsoft.com/office/drawing/2014/main" id="{E7AA6718-55DA-4732-825B-5CA8D5CCED5C}"/>
              </a:ext>
            </a:extLst>
          </p:cNvPr>
          <p:cNvSpPr>
            <a:spLocks xmlns:a="http://schemas.openxmlformats.org/drawingml/2006/main" noGrp="1"/>
          </p:cNvSpPr>
          <p:nvPr/>
        </p:nvSpPr>
        <p:spPr>
          <a:xfrm xmlns:a="http://schemas.openxmlformats.org/drawingml/2006/main">
            <a:off x="8915400" y="3914775"/>
            <a:ext cx="2143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a:t>
            </a:r>
          </a:p>
        </p:txBody>
      </p:sp>
      <p:sp>
        <p:nvSpPr>
          <p:cNvPr id="21" name="text">
            <a:extLst xmlns:a="http://schemas.openxmlformats.org/drawingml/2006/main">
              <a:ext uri="{FF2B5EF4-FFF2-40B4-BE49-F238E27FC236}">
                <a16:creationId xmlns:a16="http://schemas.microsoft.com/office/drawing/2014/main" id="{4F4A0327-B055-45F2-A8DF-AE43A142706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请提出一种解释，并说出还要核对什么条件。</a:t>
            </a:r>
          </a:p>
        </p:txBody>
      </p:sp>
    </p:spTree>
    <p:extLst>
      <p:ext uri="{BB962C8B-B14F-4D97-AF65-F5344CB8AC3E}">
        <p14:creationId xmlns:p14="http://schemas.microsoft.com/office/powerpoint/2010/main" val="2064523846"/>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72B63DB-6118-4323-9E7E-CCA13278417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748265D-7913-418A-AFF6-53DDDEA47CD9}"/>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1BF1218-3645-44E9-8784-1DCB861C942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刚才计算的是逐帧未压缩数据量</a:t>
            </a:r>
          </a:p>
        </p:txBody>
      </p:sp>
      <p:sp>
        <p:nvSpPr>
          <p:cNvPr id="5" name="Rectangle 4">
            <a:extLst xmlns:a="http://schemas.openxmlformats.org/drawingml/2006/main">
              <a:ext uri="{FF2B5EF4-FFF2-40B4-BE49-F238E27FC236}">
                <a16:creationId xmlns:a16="http://schemas.microsoft.com/office/drawing/2014/main" id="{022C48AE-5B3F-49F9-86F5-685ABD402EB6}"/>
              </a:ext>
            </a:extLst>
          </p:cNvPr>
          <p:cNvSpPr>
            <a:spLocks xmlns:a="http://schemas.openxmlformats.org/drawingml/2006/main" noGrp="1"/>
          </p:cNvSpPr>
          <p:nvPr/>
        </p:nvSpPr>
        <p:spPr>
          <a:xfrm xmlns:a="http://schemas.openxmlformats.org/drawingml/2006/main">
            <a:off x="832104" y="2267712"/>
            <a:ext cx="4590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41CFF3E-13AA-4C80-BAA9-CB60DA4AC6E3}"/>
              </a:ext>
            </a:extLst>
          </p:cNvPr>
          <p:cNvSpPr>
            <a:spLocks xmlns:a="http://schemas.openxmlformats.org/drawingml/2006/main" noGrp="1"/>
          </p:cNvSpPr>
          <p:nvPr/>
        </p:nvSpPr>
        <p:spPr>
          <a:xfrm xmlns:a="http://schemas.openxmlformats.org/drawingml/2006/main">
            <a:off x="905256" y="2386584"/>
            <a:ext cx="444398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未压缩图像帧</a:t>
            </a:r>
          </a:p>
        </p:txBody>
      </p:sp>
      <p:sp>
        <p:nvSpPr>
          <p:cNvPr id="7" name="Connector 6">
            <a:extLst xmlns:a="http://schemas.openxmlformats.org/drawingml/2006/main">
              <a:ext uri="{FF2B5EF4-FFF2-40B4-BE49-F238E27FC236}">
                <a16:creationId xmlns:a16="http://schemas.microsoft.com/office/drawing/2014/main" id="{CE7B6797-52EE-47D4-91BA-5CE289F15308}"/>
              </a:ext>
            </a:extLst>
          </p:cNvPr>
          <p:cNvSpPr>
            <a:spLocks xmlns:a="http://schemas.openxmlformats.org/drawingml/2006/main" noGrp="1"/>
          </p:cNvSpPr>
          <p:nvPr/>
        </p:nvSpPr>
        <p:spPr>
          <a:xfrm xmlns:a="http://schemas.openxmlformats.org/drawingml/2006/main">
            <a:off x="5513832" y="2606040"/>
            <a:ext cx="987552"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B4C64501-1490-43CF-8390-E490310956A7}"/>
              </a:ext>
            </a:extLst>
          </p:cNvPr>
          <p:cNvSpPr>
            <a:spLocks xmlns:a="http://schemas.openxmlformats.org/drawingml/2006/main" noGrp="1"/>
          </p:cNvSpPr>
          <p:nvPr/>
        </p:nvSpPr>
        <p:spPr>
          <a:xfrm xmlns:a="http://schemas.openxmlformats.org/drawingml/2006/main">
            <a:off x="6574536" y="2267712"/>
            <a:ext cx="466344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703D6B0-09C9-43F8-A78F-31EBEDA5F603}"/>
              </a:ext>
            </a:extLst>
          </p:cNvPr>
          <p:cNvSpPr>
            <a:spLocks xmlns:a="http://schemas.openxmlformats.org/drawingml/2006/main" noGrp="1"/>
          </p:cNvSpPr>
          <p:nvPr/>
        </p:nvSpPr>
        <p:spPr>
          <a:xfrm xmlns:a="http://schemas.openxmlformats.org/drawingml/2006/main">
            <a:off x="6647688" y="2386584"/>
            <a:ext cx="451713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重新编码后的视频</a:t>
            </a:r>
          </a:p>
        </p:txBody>
      </p:sp>
      <p:sp>
        <p:nvSpPr>
          <p:cNvPr id="10" name="TextBox 9">
            <a:extLst xmlns:a="http://schemas.openxmlformats.org/drawingml/2006/main">
              <a:ext uri="{FF2B5EF4-FFF2-40B4-BE49-F238E27FC236}">
                <a16:creationId xmlns:a16="http://schemas.microsoft.com/office/drawing/2014/main" id="{548CB43B-82A9-47CE-8D17-CC0F0BD1E090}"/>
              </a:ext>
            </a:extLst>
          </p:cNvPr>
          <p:cNvSpPr>
            <a:spLocks xmlns:a="http://schemas.openxmlformats.org/drawingml/2006/main" noGrp="1"/>
          </p:cNvSpPr>
          <p:nvPr/>
        </p:nvSpPr>
        <p:spPr>
          <a:xfrm xmlns:a="http://schemas.openxmlformats.org/drawingml/2006/main">
            <a:off x="859536" y="3712463"/>
            <a:ext cx="459943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每一帧都要保存完整的原始像素数据</a:t>
            </a:r>
          </a:p>
        </p:txBody>
      </p:sp>
      <p:sp>
        <p:nvSpPr>
          <p:cNvPr id="11" name="TextBox 10">
            <a:extLst xmlns:a="http://schemas.openxmlformats.org/drawingml/2006/main">
              <a:ext uri="{FF2B5EF4-FFF2-40B4-BE49-F238E27FC236}">
                <a16:creationId xmlns:a16="http://schemas.microsoft.com/office/drawing/2014/main" id="{A1068641-C72F-45CC-9020-D34EFD0379D4}"/>
              </a:ext>
            </a:extLst>
          </p:cNvPr>
          <p:cNvSpPr>
            <a:spLocks xmlns:a="http://schemas.openxmlformats.org/drawingml/2006/main" noGrp="1"/>
          </p:cNvSpPr>
          <p:nvPr/>
        </p:nvSpPr>
        <p:spPr>
          <a:xfrm xmlns:a="http://schemas.openxmlformats.org/drawingml/2006/main">
            <a:off x="6601968" y="3712463"/>
            <a:ext cx="4681728" cy="670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利用帧间相似和更有效的编码，</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数据可能显著减小</a:t>
            </a:r>
          </a:p>
        </p:txBody>
      </p:sp>
      <p:sp>
        <p:nvSpPr>
          <p:cNvPr id="12" name="TextBox 11">
            <a:extLst xmlns:a="http://schemas.openxmlformats.org/drawingml/2006/main">
              <a:ext uri="{FF2B5EF4-FFF2-40B4-BE49-F238E27FC236}">
                <a16:creationId xmlns:a16="http://schemas.microsoft.com/office/drawing/2014/main" id="{B665E2F4-816A-4475-84FC-0711E904C3F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数据量计算仍正确，它描述的是题设中的“未压缩”情况。</a:t>
            </a:r>
          </a:p>
        </p:txBody>
      </p:sp>
    </p:spTree>
    <p:extLst>
      <p:ext uri="{BB962C8B-B14F-4D97-AF65-F5344CB8AC3E}">
        <p14:creationId xmlns:p14="http://schemas.microsoft.com/office/powerpoint/2010/main" val="1649176444"/>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4093FAB-1AC2-4C99-8584-182684C3B2E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C86014B-DEC2-45C5-9E09-45129EB0548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26C5C9E-63A4-42F5-B4EC-1539230C799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为什么要压缩？先想两种真实需求</a:t>
            </a:r>
          </a:p>
        </p:txBody>
      </p:sp>
      <p:sp>
        <p:nvSpPr>
          <p:cNvPr id="5" name="Connector 4">
            <a:extLst xmlns:a="http://schemas.openxmlformats.org/drawingml/2006/main">
              <a:ext uri="{FF2B5EF4-FFF2-40B4-BE49-F238E27FC236}">
                <a16:creationId xmlns:a16="http://schemas.microsoft.com/office/drawing/2014/main" id="{B8989768-D4CD-4E57-8836-F3CAE1754626}"/>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EF6ED5FC-2CFE-411F-A8EE-0F27C79274F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节省存储空间</a:t>
            </a:r>
          </a:p>
        </p:txBody>
      </p:sp>
      <p:sp>
        <p:nvSpPr>
          <p:cNvPr id="7" name="TextBox 6">
            <a:extLst xmlns:a="http://schemas.openxmlformats.org/drawingml/2006/main">
              <a:ext uri="{FF2B5EF4-FFF2-40B4-BE49-F238E27FC236}">
                <a16:creationId xmlns:a16="http://schemas.microsoft.com/office/drawing/2014/main" id="{C4DF377C-EF73-4104-B9F6-2C334F727773}"/>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方便网络传输</a:t>
            </a:r>
          </a:p>
        </p:txBody>
      </p:sp>
      <p:sp>
        <p:nvSpPr>
          <p:cNvPr id="8" name="TextBox 7">
            <a:extLst xmlns:a="http://schemas.openxmlformats.org/drawingml/2006/main">
              <a:ext uri="{FF2B5EF4-FFF2-40B4-BE49-F238E27FC236}">
                <a16:creationId xmlns:a16="http://schemas.microsoft.com/office/drawing/2014/main" id="{960784B8-A2D2-4868-91B7-74AA604DE529}"/>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同样容量的手机或硬盘，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可以保存更多数据。</a:t>
            </a:r>
          </a:p>
        </p:txBody>
      </p:sp>
      <p:sp>
        <p:nvSpPr>
          <p:cNvPr id="9" name="TextBox 8">
            <a:extLst xmlns:a="http://schemas.openxmlformats.org/drawingml/2006/main">
              <a:ext uri="{FF2B5EF4-FFF2-40B4-BE49-F238E27FC236}">
                <a16:creationId xmlns:a16="http://schemas.microsoft.com/office/drawing/2014/main" id="{B3B1EAE8-36B5-41C8-AE06-0E2D16530512}"/>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需要传输的数据更少，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通常能更快下载或播放。</a:t>
            </a:r>
          </a:p>
        </p:txBody>
      </p:sp>
      <p:sp>
        <p:nvSpPr>
          <p:cNvPr id="10" name="TextBox 9">
            <a:extLst xmlns:a="http://schemas.openxmlformats.org/drawingml/2006/main">
              <a:ext uri="{FF2B5EF4-FFF2-40B4-BE49-F238E27FC236}">
                <a16:creationId xmlns:a16="http://schemas.microsoft.com/office/drawing/2014/main" id="{FD993DD6-01E0-4553-BDF4-E7254658CBC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压缩的两个目的：节省空间、提高传输效率。</a:t>
            </a:r>
          </a:p>
        </p:txBody>
      </p:sp>
    </p:spTree>
    <p:extLst>
      <p:ext uri="{BB962C8B-B14F-4D97-AF65-F5344CB8AC3E}">
        <p14:creationId xmlns:p14="http://schemas.microsoft.com/office/powerpoint/2010/main" val="1515240837"/>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45C9309-4012-4D5F-9A1E-637A31CB017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9FED1C3-7801-410B-B04C-09F671308BF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661E9A0-1950-4A44-B32A-CA8154929E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“中国”重复100次，怎样写得更短？</a:t>
            </a:r>
          </a:p>
        </p:txBody>
      </p:sp>
      <p:sp>
        <p:nvSpPr>
          <p:cNvPr id="5" name="TextBox 4">
            <a:extLst xmlns:a="http://schemas.openxmlformats.org/drawingml/2006/main">
              <a:ext uri="{FF2B5EF4-FFF2-40B4-BE49-F238E27FC236}">
                <a16:creationId xmlns:a16="http://schemas.microsoft.com/office/drawing/2014/main" id="{6CBE751D-DFA8-4BB7-A016-63FB4D8D28A8}"/>
              </a:ext>
            </a:extLst>
          </p:cNvPr>
          <p:cNvSpPr>
            <a:spLocks xmlns:a="http://schemas.openxmlformats.org/drawingml/2006/main" noGrp="1"/>
          </p:cNvSpPr>
          <p:nvPr/>
        </p:nvSpPr>
        <p:spPr>
          <a:xfrm xmlns:a="http://schemas.openxmlformats.org/drawingml/2006/main">
            <a:off x="786384" y="1975104"/>
            <a:ext cx="10789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262626"/>
                </a:solidFill>
                <a:latin typeface="Alibaba PuHuiTi 3.0 115 Black"/>
                <a:ea typeface="Alibaba PuHuiTi 3.0 115 Black"/>
                <a:cs typeface="Alibaba PuHuiTi 3.0 115 Black"/>
              </a:defRPr>
            </a:pPr>
            <a:r>
              <a:rPr sz="3000" b="1">
                <a:solidFill>
                  <a:srgbClr val="262626"/>
                </a:solidFill>
                <a:latin typeface="Alibaba PuHuiTi 3.0 115 Black"/>
                <a:ea typeface="Alibaba PuHuiTi 3.0 115 Black"/>
                <a:cs typeface="Alibaba PuHuiTi 3.0 115 Black"/>
              </a:rPr>
              <a:t>中国中国中国中国中国中国……</a:t>
            </a:r>
          </a:p>
        </p:txBody>
      </p:sp>
      <p:sp>
        <p:nvSpPr>
          <p:cNvPr id="6" name="Connector 5">
            <a:extLst xmlns:a="http://schemas.openxmlformats.org/drawingml/2006/main">
              <a:ext uri="{FF2B5EF4-FFF2-40B4-BE49-F238E27FC236}">
                <a16:creationId xmlns:a16="http://schemas.microsoft.com/office/drawing/2014/main" id="{4FCBCAA7-CAD3-4038-AEE3-3F2BE06AA3DE}"/>
              </a:ext>
            </a:extLst>
          </p:cNvPr>
          <p:cNvSpPr>
            <a:spLocks xmlns:a="http://schemas.openxmlformats.org/drawingml/2006/main" noGrp="1"/>
          </p:cNvSpPr>
          <p:nvPr/>
        </p:nvSpPr>
        <p:spPr>
          <a:xfrm xmlns:a="http://schemas.openxmlformats.org/drawingml/2006/main">
            <a:off x="3291840" y="3685032"/>
            <a:ext cx="3154680"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6B88E5D-891F-4EB1-BE59-73F126D1C152}"/>
              </a:ext>
            </a:extLst>
          </p:cNvPr>
          <p:cNvSpPr>
            <a:spLocks xmlns:a="http://schemas.openxmlformats.org/drawingml/2006/main" noGrp="1"/>
          </p:cNvSpPr>
          <p:nvPr/>
        </p:nvSpPr>
        <p:spPr>
          <a:xfrm xmlns:a="http://schemas.openxmlformats.org/drawingml/2006/main">
            <a:off x="6803136" y="331012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300" b="1">
                <a:solidFill>
                  <a:srgbClr val="8C64E1"/>
                </a:solidFill>
                <a:latin typeface="Alibaba PuHuiTi 3.0 115 Black"/>
                <a:ea typeface="Alibaba PuHuiTi 3.0 115 Black"/>
                <a:cs typeface="Alibaba PuHuiTi 3.0 115 Black"/>
              </a:defRPr>
            </a:pPr>
            <a:r>
              <a:rPr sz="3300" b="1">
                <a:solidFill>
                  <a:srgbClr val="8C64E1"/>
                </a:solidFill>
                <a:latin typeface="Alibaba PuHuiTi 3.0 115 Black"/>
                <a:ea typeface="Alibaba PuHuiTi 3.0 115 Black"/>
                <a:cs typeface="Alibaba PuHuiTi 3.0 115 Black"/>
              </a:rPr>
              <a:t>“中国” × 100</a:t>
            </a:r>
          </a:p>
        </p:txBody>
      </p:sp>
      <p:sp>
        <p:nvSpPr>
          <p:cNvPr id="8" name="TextBox 7">
            <a:extLst xmlns:a="http://schemas.openxmlformats.org/drawingml/2006/main">
              <a:ext uri="{FF2B5EF4-FFF2-40B4-BE49-F238E27FC236}">
                <a16:creationId xmlns:a16="http://schemas.microsoft.com/office/drawing/2014/main" id="{6FFA1C6C-2E82-4AB0-8DA6-D81E9682843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在不改变内容的前提下，用规则和次数来表示重复部分。</a:t>
            </a:r>
          </a:p>
        </p:txBody>
      </p:sp>
    </p:spTree>
    <p:extLst>
      <p:ext uri="{BB962C8B-B14F-4D97-AF65-F5344CB8AC3E}">
        <p14:creationId xmlns:p14="http://schemas.microsoft.com/office/powerpoint/2010/main" val="1923840916"/>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12505A3-CA78-4D11-B3BE-795607F50F7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41EC01E-A53D-4341-A019-5761EAE1FF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A051B56-5FC5-40A4-93E3-65F32BC9A28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为什么重复内容更容易压缩？</a:t>
            </a:r>
          </a:p>
        </p:txBody>
      </p:sp>
      <p:sp>
        <p:nvSpPr>
          <p:cNvPr id="5" name="Connector 4">
            <a:extLst xmlns:a="http://schemas.openxmlformats.org/drawingml/2006/main">
              <a:ext uri="{FF2B5EF4-FFF2-40B4-BE49-F238E27FC236}">
                <a16:creationId xmlns:a16="http://schemas.microsoft.com/office/drawing/2014/main" id="{AEAEA053-5613-479F-B635-091AEC879FBB}"/>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32D697F-245F-4212-92DC-B1E7D9D05F38}"/>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高度重复的内容</a:t>
            </a:r>
          </a:p>
        </p:txBody>
      </p:sp>
      <p:sp>
        <p:nvSpPr>
          <p:cNvPr id="7" name="TextBox 6">
            <a:extLst xmlns:a="http://schemas.openxmlformats.org/drawingml/2006/main">
              <a:ext uri="{FF2B5EF4-FFF2-40B4-BE49-F238E27FC236}">
                <a16:creationId xmlns:a16="http://schemas.microsoft.com/office/drawing/2014/main" id="{BDB6664A-8BF4-4649-B996-081902C4FDAC}"/>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变化复杂的内容</a:t>
            </a:r>
          </a:p>
        </p:txBody>
      </p:sp>
      <p:sp>
        <p:nvSpPr>
          <p:cNvPr id="8" name="TextBox 7">
            <a:extLst xmlns:a="http://schemas.openxmlformats.org/drawingml/2006/main">
              <a:ext uri="{FF2B5EF4-FFF2-40B4-BE49-F238E27FC236}">
                <a16:creationId xmlns:a16="http://schemas.microsoft.com/office/drawing/2014/main" id="{68CAFFED-E2AC-4B03-887D-985377D64752}"/>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AAAAAAAAAA…</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容易用简短规则表示。</a:t>
            </a:r>
          </a:p>
        </p:txBody>
      </p:sp>
      <p:sp>
        <p:nvSpPr>
          <p:cNvPr id="9" name="TextBox 8">
            <a:extLst xmlns:a="http://schemas.openxmlformats.org/drawingml/2006/main">
              <a:ext uri="{FF2B5EF4-FFF2-40B4-BE49-F238E27FC236}">
                <a16:creationId xmlns:a16="http://schemas.microsoft.com/office/drawing/2014/main" id="{E75F2CB0-EF27-403E-811C-80E9A2670F3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AX3Q9P8F2…</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难以找到同样简短的规则。</a:t>
            </a:r>
          </a:p>
        </p:txBody>
      </p:sp>
      <p:sp>
        <p:nvSpPr>
          <p:cNvPr id="10" name="TextBox 9">
            <a:extLst xmlns:a="http://schemas.openxmlformats.org/drawingml/2006/main">
              <a:ext uri="{FF2B5EF4-FFF2-40B4-BE49-F238E27FC236}">
                <a16:creationId xmlns:a16="http://schemas.microsoft.com/office/drawing/2014/main" id="{A3867212-537E-4B6C-9061-FFC3660D1A1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冗余越多，使用合适的算法时，通常越容易压缩。</a:t>
            </a:r>
          </a:p>
        </p:txBody>
      </p:sp>
    </p:spTree>
    <p:extLst>
      <p:ext uri="{BB962C8B-B14F-4D97-AF65-F5344CB8AC3E}">
        <p14:creationId xmlns:p14="http://schemas.microsoft.com/office/powerpoint/2010/main" val="1350035696"/>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113F245-16FC-493D-B0C0-6A901DBDA15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401BC2E-ACC4-4FFF-9E08-0AE2E7D144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4B5C6B2-920B-4554-8CC1-758FC350477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两份都是1000Byte，压缩后谁更小？</a:t>
            </a:r>
          </a:p>
        </p:txBody>
      </p:sp>
      <p:sp>
        <p:nvSpPr>
          <p:cNvPr id="5" name="TextBox 4">
            <a:extLst xmlns:a="http://schemas.openxmlformats.org/drawingml/2006/main">
              <a:ext uri="{FF2B5EF4-FFF2-40B4-BE49-F238E27FC236}">
                <a16:creationId xmlns:a16="http://schemas.microsoft.com/office/drawing/2014/main" id="{7637B534-1F2E-47A2-8A25-E30D5D6E4475}"/>
              </a:ext>
            </a:extLst>
          </p:cNvPr>
          <p:cNvSpPr>
            <a:spLocks xmlns:a="http://schemas.openxmlformats.org/drawingml/2006/main" noGrp="1"/>
          </p:cNvSpPr>
          <p:nvPr/>
        </p:nvSpPr>
        <p:spPr>
          <a:xfrm xmlns:a="http://schemas.openxmlformats.org/drawingml/2006/main">
            <a:off x="795528" y="2002536"/>
            <a:ext cx="488289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文件A：1000个“A”</a:t>
            </a:r>
          </a:p>
        </p:txBody>
      </p:sp>
      <p:sp>
        <p:nvSpPr>
          <p:cNvPr id="6" name="TextBox 5">
            <a:extLst xmlns:a="http://schemas.openxmlformats.org/drawingml/2006/main">
              <a:ext uri="{FF2B5EF4-FFF2-40B4-BE49-F238E27FC236}">
                <a16:creationId xmlns:a16="http://schemas.microsoft.com/office/drawing/2014/main" id="{288E4EB4-B451-4319-91B1-B1A22A20FB93}"/>
              </a:ext>
            </a:extLst>
          </p:cNvPr>
          <p:cNvSpPr>
            <a:spLocks xmlns:a="http://schemas.openxmlformats.org/drawingml/2006/main" noGrp="1"/>
          </p:cNvSpPr>
          <p:nvPr/>
        </p:nvSpPr>
        <p:spPr>
          <a:xfrm xmlns:a="http://schemas.openxmlformats.org/drawingml/2006/main">
            <a:off x="6419088" y="2002536"/>
            <a:ext cx="4828032"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文件B：1000个随机字节</a:t>
            </a:r>
          </a:p>
        </p:txBody>
      </p:sp>
      <p:sp>
        <p:nvSpPr>
          <p:cNvPr id="7" name="TextBox 6">
            <a:extLst xmlns:a="http://schemas.openxmlformats.org/drawingml/2006/main">
              <a:ext uri="{FF2B5EF4-FFF2-40B4-BE49-F238E27FC236}">
                <a16:creationId xmlns:a16="http://schemas.microsoft.com/office/drawing/2014/main" id="{035ACA73-9D79-41C5-A8C7-FAD72B547EC4}"/>
              </a:ext>
            </a:extLst>
          </p:cNvPr>
          <p:cNvSpPr>
            <a:spLocks xmlns:a="http://schemas.openxmlformats.org/drawingml/2006/main" noGrp="1"/>
          </p:cNvSpPr>
          <p:nvPr/>
        </p:nvSpPr>
        <p:spPr>
          <a:xfrm xmlns:a="http://schemas.openxmlformats.org/drawingml/2006/main">
            <a:off x="804672" y="333756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原始大小相同，都等于1000 Byte。</a:t>
            </a:r>
          </a:p>
        </p:txBody>
      </p:sp>
      <p:sp>
        <p:nvSpPr>
          <p:cNvPr id="8" name="TextBox 7">
            <a:extLst xmlns:a="http://schemas.openxmlformats.org/drawingml/2006/main">
              <a:ext uri="{FF2B5EF4-FFF2-40B4-BE49-F238E27FC236}">
                <a16:creationId xmlns:a16="http://schemas.microsoft.com/office/drawing/2014/main" id="{15D2B491-FC36-4324-B8A3-9F4B6F16D909}"/>
              </a:ext>
            </a:extLst>
          </p:cNvPr>
          <p:cNvSpPr>
            <a:spLocks xmlns:a="http://schemas.openxmlformats.org/drawingml/2006/main" noGrp="1"/>
          </p:cNvSpPr>
          <p:nvPr/>
        </p:nvSpPr>
        <p:spPr>
          <a:xfrm xmlns:a="http://schemas.openxmlformats.org/drawingml/2006/main">
            <a:off x="777240" y="5065776"/>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请预测：压缩后 A、B 谁更小？能够完整恢复吗？</a:t>
            </a:r>
          </a:p>
        </p:txBody>
      </p:sp>
    </p:spTree>
    <p:extLst>
      <p:ext uri="{BB962C8B-B14F-4D97-AF65-F5344CB8AC3E}">
        <p14:creationId xmlns:p14="http://schemas.microsoft.com/office/powerpoint/2010/main" val="491927422"/>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5D5393F-B383-4C91-95F9-E55BD451536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F0D2FC0-E657-4267-ABC5-B50DE758784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F0E87F8-062F-4222-AE66-439406AE6F8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演示D：同样1000Byte，压缩后会相同吗？</a:t>
            </a:r>
          </a:p>
        </p:txBody>
      </p:sp>
      <p:sp>
        <p:nvSpPr>
          <p:cNvPr id="5" name="TextBox 4">
            <a:extLst xmlns:a="http://schemas.openxmlformats.org/drawingml/2006/main">
              <a:ext uri="{FF2B5EF4-FFF2-40B4-BE49-F238E27FC236}">
                <a16:creationId xmlns:a16="http://schemas.microsoft.com/office/drawing/2014/main" id="{458DBD57-23E8-43F9-9326-FE65C48282EB}"/>
              </a:ext>
            </a:extLst>
          </p:cNvPr>
          <p:cNvSpPr>
            <a:spLocks xmlns:a="http://schemas.openxmlformats.org/drawingml/2006/main" noGrp="1"/>
          </p:cNvSpPr>
          <p:nvPr/>
        </p:nvSpPr>
        <p:spPr>
          <a:xfrm xmlns:a="http://schemas.openxmlformats.org/drawingml/2006/main">
            <a:off x="627965" y="1627632"/>
            <a:ext cx="10559598"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600" b="1">
                <a:solidFill>
                  <a:srgbClr val="262626"/>
                </a:solidFill>
                <a:latin typeface="Alibaba PuHuiTi 3.0 115 Black"/>
                <a:ea typeface="Alibaba PuHuiTi 3.0 115 Black"/>
                <a:cs typeface="Alibaba PuHuiTi 3.0 115 Black"/>
              </a:defRPr>
            </a:pPr>
            <a:r>
              <a:rPr sz="2600" b="1">
                <a:solidFill>
                  <a:srgbClr val="262626"/>
                </a:solidFill>
                <a:latin typeface="Alibaba PuHuiTi 3.0 115 Black"/>
                <a:ea typeface="Alibaba PuHuiTi 3.0 115 Black"/>
                <a:cs typeface="Alibaba PuHuiTi 3.0 115 Black"/>
              </a:rPr>
              <a:t>同样是 1000 Byte：</a:t>
            </a:r>
          </a:p>
        </p:txBody>
      </p:sp>
      <p:sp>
        <p:nvSpPr>
          <p:cNvPr id="6" name="Rectangle 5">
            <a:extLst xmlns:a="http://schemas.openxmlformats.org/drawingml/2006/main">
              <a:ext uri="{FF2B5EF4-FFF2-40B4-BE49-F238E27FC236}">
                <a16:creationId xmlns:a16="http://schemas.microsoft.com/office/drawing/2014/main" id="{89E62C4E-8F5E-40B3-8DD3-503CE950F342}"/>
              </a:ext>
            </a:extLst>
          </p:cNvPr>
          <p:cNvSpPr>
            <a:spLocks xmlns:a="http://schemas.openxmlformats.org/drawingml/2006/main" noGrp="1"/>
          </p:cNvSpPr>
          <p:nvPr/>
        </p:nvSpPr>
        <p:spPr>
          <a:xfrm xmlns:a="http://schemas.openxmlformats.org/drawingml/2006/main">
            <a:off x="627965" y="2589856"/>
            <a:ext cx="5123701" cy="1267152"/>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574B343-60CB-4508-B15C-323FBF60A578}"/>
              </a:ext>
            </a:extLst>
          </p:cNvPr>
          <p:cNvSpPr>
            <a:spLocks xmlns:a="http://schemas.openxmlformats.org/drawingml/2006/main" noGrp="1"/>
          </p:cNvSpPr>
          <p:nvPr/>
        </p:nvSpPr>
        <p:spPr>
          <a:xfrm xmlns:a="http://schemas.openxmlformats.org/drawingml/2006/main">
            <a:off x="820792"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文件 A</a:t>
            </a:r>
          </a:p>
        </p:txBody>
      </p:sp>
      <p:sp>
        <p:nvSpPr>
          <p:cNvPr id="8" name="TextBox 7">
            <a:extLst xmlns:a="http://schemas.openxmlformats.org/drawingml/2006/main">
              <a:ext uri="{FF2B5EF4-FFF2-40B4-BE49-F238E27FC236}">
                <a16:creationId xmlns:a16="http://schemas.microsoft.com/office/drawing/2014/main" id="{F20FAC58-A8AE-4A18-AD14-F3039C510DA4}"/>
              </a:ext>
            </a:extLst>
          </p:cNvPr>
          <p:cNvSpPr>
            <a:spLocks xmlns:a="http://schemas.openxmlformats.org/drawingml/2006/main" noGrp="1"/>
          </p:cNvSpPr>
          <p:nvPr/>
        </p:nvSpPr>
        <p:spPr>
          <a:xfrm xmlns:a="http://schemas.openxmlformats.org/drawingml/2006/main">
            <a:off x="2152220"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1000个重复的字节“A”</a:t>
            </a:r>
          </a:p>
        </p:txBody>
      </p:sp>
      <p:sp>
        <p:nvSpPr>
          <p:cNvPr id="9" name="Rectangle 8">
            <a:extLst xmlns:a="http://schemas.openxmlformats.org/drawingml/2006/main">
              <a:ext uri="{FF2B5EF4-FFF2-40B4-BE49-F238E27FC236}">
                <a16:creationId xmlns:a16="http://schemas.microsoft.com/office/drawing/2014/main" id="{AEC86C89-69D7-47EB-A911-EF087FCB7495}"/>
              </a:ext>
            </a:extLst>
          </p:cNvPr>
          <p:cNvSpPr>
            <a:spLocks xmlns:a="http://schemas.openxmlformats.org/drawingml/2006/main" noGrp="1"/>
          </p:cNvSpPr>
          <p:nvPr/>
        </p:nvSpPr>
        <p:spPr>
          <a:xfrm xmlns:a="http://schemas.openxmlformats.org/drawingml/2006/main">
            <a:off x="6458699" y="2589856"/>
            <a:ext cx="5123701" cy="1267152"/>
          </a:xfrm>
          <a:prstGeom xmlns:a="http://schemas.openxmlformats.org/drawingml/2006/main" prst="rect">
            <a:avLst/>
          </a:prstGeom>
          <a:noFill xmlns:a="http://schemas.openxmlformats.org/drawingml/2006/main"/>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47234E4-FC00-45F0-AE79-ABD94F087394}"/>
              </a:ext>
            </a:extLst>
          </p:cNvPr>
          <p:cNvSpPr>
            <a:spLocks xmlns:a="http://schemas.openxmlformats.org/drawingml/2006/main" noGrp="1"/>
          </p:cNvSpPr>
          <p:nvPr/>
        </p:nvSpPr>
        <p:spPr>
          <a:xfrm xmlns:a="http://schemas.openxmlformats.org/drawingml/2006/main">
            <a:off x="6651527"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文件 B</a:t>
            </a:r>
          </a:p>
        </p:txBody>
      </p:sp>
      <p:sp>
        <p:nvSpPr>
          <p:cNvPr id="11" name="TextBox 10">
            <a:extLst xmlns:a="http://schemas.openxmlformats.org/drawingml/2006/main">
              <a:ext uri="{FF2B5EF4-FFF2-40B4-BE49-F238E27FC236}">
                <a16:creationId xmlns:a16="http://schemas.microsoft.com/office/drawing/2014/main" id="{E0030BDA-1641-4C6B-BC58-58EE7A7D774C}"/>
              </a:ext>
            </a:extLst>
          </p:cNvPr>
          <p:cNvSpPr>
            <a:spLocks xmlns:a="http://schemas.openxmlformats.org/drawingml/2006/main" noGrp="1"/>
          </p:cNvSpPr>
          <p:nvPr/>
        </p:nvSpPr>
        <p:spPr>
          <a:xfrm xmlns:a="http://schemas.openxmlformats.org/drawingml/2006/main">
            <a:off x="7982954"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1000个随机变化的字节</a:t>
            </a:r>
          </a:p>
        </p:txBody>
      </p:sp>
      <p:sp>
        <p:nvSpPr>
          <p:cNvPr id="12" name="TextBox 11">
            <a:extLst xmlns:a="http://schemas.openxmlformats.org/drawingml/2006/main">
              <a:ext uri="{FF2B5EF4-FFF2-40B4-BE49-F238E27FC236}">
                <a16:creationId xmlns:a16="http://schemas.microsoft.com/office/drawing/2014/main" id="{788DF6A5-876A-4C41-B4A2-BBC38B204065}"/>
              </a:ext>
            </a:extLst>
          </p:cNvPr>
          <p:cNvSpPr>
            <a:spLocks xmlns:a="http://schemas.openxmlformats.org/drawingml/2006/main" noGrp="1"/>
          </p:cNvSpPr>
          <p:nvPr/>
        </p:nvSpPr>
        <p:spPr>
          <a:xfrm xmlns:a="http://schemas.openxmlformats.org/drawingml/2006/main">
            <a:off x="609600" y="4315968"/>
            <a:ext cx="1066978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① 先预测 → ② 运行Notebook的zlib压缩 → ③ 比较结果</a:t>
            </a:r>
          </a:p>
        </p:txBody>
      </p:sp>
      <p:sp>
        <p:nvSpPr>
          <p:cNvPr id="13" name="TextBox 12">
            <a:extLst xmlns:a="http://schemas.openxmlformats.org/drawingml/2006/main">
              <a:ext uri="{FF2B5EF4-FFF2-40B4-BE49-F238E27FC236}">
                <a16:creationId xmlns:a16="http://schemas.microsoft.com/office/drawing/2014/main" id="{4AA01038-FBE6-43C2-812C-1EACF17487AB}"/>
              </a:ext>
            </a:extLst>
          </p:cNvPr>
          <p:cNvSpPr>
            <a:spLocks xmlns:a="http://schemas.openxmlformats.org/drawingml/2006/main" noGrp="1"/>
          </p:cNvSpPr>
          <p:nvPr/>
        </p:nvSpPr>
        <p:spPr>
          <a:xfrm xmlns:a="http://schemas.openxmlformats.org/drawingml/2006/main">
            <a:off x="609600" y="5559552"/>
            <a:ext cx="1055959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可追问：压缩后的文件有没有可能比原来更大？</a:t>
            </a:r>
          </a:p>
        </p:txBody>
      </p:sp>
    </p:spTree>
    <p:extLst>
      <p:ext uri="{BB962C8B-B14F-4D97-AF65-F5344CB8AC3E}">
        <p14:creationId xmlns:p14="http://schemas.microsoft.com/office/powerpoint/2010/main" val="867342076"/>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9515D67-DFE5-4F32-8A67-EEDA681038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C94959-5E99-4164-98CC-932D6F46FDF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DFA094-2D3F-4964-8E69-8F43D247FE4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同样原始大小，压缩结果为何不同？</a:t>
            </a:r>
          </a:p>
        </p:txBody>
      </p:sp>
      <p:sp>
        <p:nvSpPr>
          <p:cNvPr id="5" name="compression-header-0">
            <a:extLst xmlns:a="http://schemas.openxmlformats.org/drawingml/2006/main">
              <a:ext uri="{FF2B5EF4-FFF2-40B4-BE49-F238E27FC236}">
                <a16:creationId xmlns:a16="http://schemas.microsoft.com/office/drawing/2014/main" id="{45EC7CAC-5C18-46A4-AB69-6AA26146A279}"/>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A：重复的内容</a:t>
            </a:r>
          </a:p>
        </p:txBody>
      </p:sp>
      <p:sp>
        <p:nvSpPr>
          <p:cNvPr id="6" name="original-count-0">
            <a:extLst xmlns:a="http://schemas.openxmlformats.org/drawingml/2006/main">
              <a:ext uri="{FF2B5EF4-FFF2-40B4-BE49-F238E27FC236}">
                <a16:creationId xmlns:a16="http://schemas.microsoft.com/office/drawing/2014/main" id="{15460A1F-0FEB-42F0-9035-3A38C518CCA2}"/>
              </a:ext>
            </a:extLst>
          </p:cNvPr>
          <p:cNvSpPr>
            <a:spLocks xmlns:a="http://schemas.openxmlformats.org/drawingml/2006/main" noGrp="1"/>
          </p:cNvSpPr>
          <p:nvPr/>
        </p:nvSpPr>
        <p:spPr>
          <a:xfrm xmlns:a="http://schemas.openxmlformats.org/drawingml/2006/main">
            <a:off x="6096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7" name="original-bar-0">
            <a:extLst xmlns:a="http://schemas.openxmlformats.org/drawingml/2006/main">
              <a:ext uri="{FF2B5EF4-FFF2-40B4-BE49-F238E27FC236}">
                <a16:creationId xmlns:a16="http://schemas.microsoft.com/office/drawing/2014/main" id="{F1292CA1-3D4A-4186-9D74-786144BBD8DC}"/>
              </a:ext>
            </a:extLst>
          </p:cNvPr>
          <p:cNvSpPr>
            <a:spLocks xmlns:a="http://schemas.openxmlformats.org/drawingml/2006/main" noGrp="1"/>
          </p:cNvSpPr>
          <p:nvPr/>
        </p:nvSpPr>
        <p:spPr>
          <a:xfrm xmlns:a="http://schemas.openxmlformats.org/drawingml/2006/main">
            <a:off x="6096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8" name="compressed-count-0">
            <a:extLst xmlns:a="http://schemas.openxmlformats.org/drawingml/2006/main">
              <a:ext uri="{FF2B5EF4-FFF2-40B4-BE49-F238E27FC236}">
                <a16:creationId xmlns:a16="http://schemas.microsoft.com/office/drawing/2014/main" id="{AE240940-5CB4-493F-B56E-C21F8039D60E}"/>
              </a:ext>
            </a:extLst>
          </p:cNvPr>
          <p:cNvSpPr>
            <a:spLocks xmlns:a="http://schemas.openxmlformats.org/drawingml/2006/main" noGrp="1"/>
          </p:cNvSpPr>
          <p:nvPr/>
        </p:nvSpPr>
        <p:spPr>
          <a:xfrm xmlns:a="http://schemas.openxmlformats.org/drawingml/2006/main">
            <a:off x="6096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压缩后：17 Byte</a:t>
            </a:r>
          </a:p>
        </p:txBody>
      </p:sp>
      <p:sp>
        <p:nvSpPr>
          <p:cNvPr id="9" name="compressed-bar-0">
            <a:extLst xmlns:a="http://schemas.openxmlformats.org/drawingml/2006/main">
              <a:ext uri="{FF2B5EF4-FFF2-40B4-BE49-F238E27FC236}">
                <a16:creationId xmlns:a16="http://schemas.microsoft.com/office/drawing/2014/main" id="{DBEF3D61-757E-4BCC-902E-BF57CD9AF5CB}"/>
              </a:ext>
            </a:extLst>
          </p:cNvPr>
          <p:cNvSpPr>
            <a:spLocks xmlns:a="http://schemas.openxmlformats.org/drawingml/2006/main" noGrp="1"/>
          </p:cNvSpPr>
          <p:nvPr/>
        </p:nvSpPr>
        <p:spPr>
          <a:xfrm xmlns:a="http://schemas.openxmlformats.org/drawingml/2006/main">
            <a:off x="609600" y="4219575"/>
            <a:ext cx="80963" cy="285750"/>
          </a:xfrm>
          <a:prstGeom xmlns:a="http://schemas.openxmlformats.org/drawingml/2006/main" prst="rect">
            <a:avLst/>
          </a:prstGeom>
          <a:solidFill xmlns:a="http://schemas.openxmlformats.org/drawingml/2006/main">
            <a:srgbClr val="8C64E1"/>
          </a:solidFill>
          <a:ln xmlns:a="http://schemas.openxmlformats.org/drawingml/2006/main" w="0">
            <a:noFill/>
          </a:ln>
        </p:spPr>
      </p:sp>
      <p:sp>
        <p:nvSpPr>
          <p:cNvPr id="10" name="compression-header-1">
            <a:extLst xmlns:a="http://schemas.openxmlformats.org/drawingml/2006/main">
              <a:ext uri="{FF2B5EF4-FFF2-40B4-BE49-F238E27FC236}">
                <a16:creationId xmlns:a16="http://schemas.microsoft.com/office/drawing/2014/main" id="{B559A03A-9AFB-4759-80D0-074F43DA94E0}"/>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B：复杂的内容</a:t>
            </a:r>
          </a:p>
        </p:txBody>
      </p:sp>
      <p:sp>
        <p:nvSpPr>
          <p:cNvPr id="11" name="original-count-1">
            <a:extLst xmlns:a="http://schemas.openxmlformats.org/drawingml/2006/main">
              <a:ext uri="{FF2B5EF4-FFF2-40B4-BE49-F238E27FC236}">
                <a16:creationId xmlns:a16="http://schemas.microsoft.com/office/drawing/2014/main" id="{C34D8B10-4380-42C1-8406-8624D8988F71}"/>
              </a:ext>
            </a:extLst>
          </p:cNvPr>
          <p:cNvSpPr>
            <a:spLocks xmlns:a="http://schemas.openxmlformats.org/drawingml/2006/main" noGrp="1"/>
          </p:cNvSpPr>
          <p:nvPr/>
        </p:nvSpPr>
        <p:spPr>
          <a:xfrm xmlns:a="http://schemas.openxmlformats.org/drawingml/2006/main">
            <a:off x="64008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12" name="original-bar-1">
            <a:extLst xmlns:a="http://schemas.openxmlformats.org/drawingml/2006/main">
              <a:ext uri="{FF2B5EF4-FFF2-40B4-BE49-F238E27FC236}">
                <a16:creationId xmlns:a16="http://schemas.microsoft.com/office/drawing/2014/main" id="{5320F40E-1959-47DF-A6C1-E38B43521626}"/>
              </a:ext>
            </a:extLst>
          </p:cNvPr>
          <p:cNvSpPr>
            <a:spLocks xmlns:a="http://schemas.openxmlformats.org/drawingml/2006/main" noGrp="1"/>
          </p:cNvSpPr>
          <p:nvPr/>
        </p:nvSpPr>
        <p:spPr>
          <a:xfrm xmlns:a="http://schemas.openxmlformats.org/drawingml/2006/main">
            <a:off x="64008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13" name="compressed-count-1">
            <a:extLst xmlns:a="http://schemas.openxmlformats.org/drawingml/2006/main">
              <a:ext uri="{FF2B5EF4-FFF2-40B4-BE49-F238E27FC236}">
                <a16:creationId xmlns:a16="http://schemas.microsoft.com/office/drawing/2014/main" id="{1E990956-2956-4B65-AB2C-D1559CC89F9D}"/>
              </a:ext>
            </a:extLst>
          </p:cNvPr>
          <p:cNvSpPr>
            <a:spLocks xmlns:a="http://schemas.openxmlformats.org/drawingml/2006/main" noGrp="1"/>
          </p:cNvSpPr>
          <p:nvPr/>
        </p:nvSpPr>
        <p:spPr>
          <a:xfrm xmlns:a="http://schemas.openxmlformats.org/drawingml/2006/main">
            <a:off x="64008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压缩后：1011 Byte</a:t>
            </a:r>
          </a:p>
        </p:txBody>
      </p:sp>
      <p:sp>
        <p:nvSpPr>
          <p:cNvPr id="14" name="compressed-bar-1">
            <a:extLst xmlns:a="http://schemas.openxmlformats.org/drawingml/2006/main">
              <a:ext uri="{FF2B5EF4-FFF2-40B4-BE49-F238E27FC236}">
                <a16:creationId xmlns:a16="http://schemas.microsoft.com/office/drawing/2014/main" id="{F82C4966-A915-4FBC-A3ED-36321691A155}"/>
              </a:ext>
            </a:extLst>
          </p:cNvPr>
          <p:cNvSpPr>
            <a:spLocks xmlns:a="http://schemas.openxmlformats.org/drawingml/2006/main" noGrp="1"/>
          </p:cNvSpPr>
          <p:nvPr/>
        </p:nvSpPr>
        <p:spPr>
          <a:xfrm xmlns:a="http://schemas.openxmlformats.org/drawingml/2006/main">
            <a:off x="6400800" y="4219575"/>
            <a:ext cx="4814888" cy="285750"/>
          </a:xfrm>
          <a:prstGeom xmlns:a="http://schemas.openxmlformats.org/drawingml/2006/main" prst="rect">
            <a:avLst/>
          </a:prstGeom>
          <a:solidFill xmlns:a="http://schemas.openxmlformats.org/drawingml/2006/main">
            <a:srgbClr val="007C9B"/>
          </a:solidFill>
          <a:ln xmlns:a="http://schemas.openxmlformats.org/drawingml/2006/main" w="0">
            <a:noFill/>
          </a:ln>
        </p:spPr>
      </p:sp>
      <p:sp>
        <p:nvSpPr>
          <p:cNvPr id="15" name="extra-eleven-bytes">
            <a:extLst xmlns:a="http://schemas.openxmlformats.org/drawingml/2006/main">
              <a:ext uri="{FF2B5EF4-FFF2-40B4-BE49-F238E27FC236}">
                <a16:creationId xmlns:a16="http://schemas.microsoft.com/office/drawing/2014/main" id="{FC79B386-D0E7-4776-A30A-FA74D840BD70}"/>
              </a:ext>
            </a:extLst>
          </p:cNvPr>
          <p:cNvSpPr>
            <a:spLocks xmlns:a="http://schemas.openxmlformats.org/drawingml/2006/main" noGrp="1"/>
          </p:cNvSpPr>
          <p:nvPr/>
        </p:nvSpPr>
        <p:spPr>
          <a:xfrm xmlns:a="http://schemas.openxmlformats.org/drawingml/2006/main">
            <a:off x="11163300" y="4219575"/>
            <a:ext cx="52388" cy="285750"/>
          </a:xfrm>
          <a:prstGeom xmlns:a="http://schemas.openxmlformats.org/drawingml/2006/main" prst="rect">
            <a:avLst/>
          </a:prstGeom>
          <a:solidFill xmlns:a="http://schemas.openxmlformats.org/drawingml/2006/main">
            <a:srgbClr val="FF0000"/>
          </a:solidFill>
          <a:ln xmlns:a="http://schemas.openxmlformats.org/drawingml/2006/main" w="0">
            <a:noFill/>
          </a:ln>
        </p:spPr>
      </p:sp>
      <p:sp>
        <p:nvSpPr>
          <p:cNvPr id="16" name="compression-extra">
            <a:extLst xmlns:a="http://schemas.openxmlformats.org/drawingml/2006/main">
              <a:ext uri="{FF2B5EF4-FFF2-40B4-BE49-F238E27FC236}">
                <a16:creationId xmlns:a16="http://schemas.microsoft.com/office/drawing/2014/main" id="{0EC5717A-459F-49C9-AD0F-8C76562003C9}"/>
              </a:ext>
            </a:extLst>
          </p:cNvPr>
          <p:cNvSpPr>
            <a:spLocks xmlns:a="http://schemas.openxmlformats.org/drawingml/2006/main" noGrp="1"/>
          </p:cNvSpPr>
          <p:nvPr/>
        </p:nvSpPr>
        <p:spPr>
          <a:xfrm xmlns:a="http://schemas.openxmlformats.org/drawingml/2006/main">
            <a:off x="6400800" y="4762500"/>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FF0000"/>
                </a:solidFill>
                <a:latin typeface="Alibaba PuHuiTi 3.0 55 Regular"/>
                <a:ea typeface="Alibaba PuHuiTi 3.0 55 Regular"/>
                <a:cs typeface="Alibaba PuHuiTi 3.0 55 Regular"/>
              </a:defRPr>
            </a:pPr>
            <a:r>
              <a:rPr sz="2200" b="0">
                <a:solidFill>
                  <a:srgbClr val="FF0000"/>
                </a:solidFill>
                <a:latin typeface="Alibaba PuHuiTi 3.0 55 Regular"/>
                <a:ea typeface="Alibaba PuHuiTi 3.0 55 Regular"/>
                <a:cs typeface="Alibaba PuHuiTi 3.0 55 Regular"/>
              </a:rPr>
              <a:t>比原始多11 Byte</a:t>
            </a:r>
          </a:p>
        </p:txBody>
      </p:sp>
      <p:sp>
        <p:nvSpPr>
          <p:cNvPr id="17" name="text">
            <a:extLst xmlns:a="http://schemas.openxmlformats.org/drawingml/2006/main">
              <a:ext uri="{FF2B5EF4-FFF2-40B4-BE49-F238E27FC236}">
                <a16:creationId xmlns:a16="http://schemas.microsoft.com/office/drawing/2014/main" id="{503DC229-B479-4A44-8B0F-67BCB84776A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同一比例尺；解压后都能逐字节恢复原始数据。</a:t>
            </a:r>
          </a:p>
        </p:txBody>
      </p:sp>
    </p:spTree>
    <p:extLst>
      <p:ext uri="{BB962C8B-B14F-4D97-AF65-F5344CB8AC3E}">
        <p14:creationId xmlns:p14="http://schemas.microsoft.com/office/powerpoint/2010/main" val="757539079"/>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1362713-27BE-4E2E-8939-E4C005A6BEA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F5E6EB9-CCEF-473B-9007-D81A775F09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94B05B7-2139-43CE-A40D-212F8204296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压缩到底改变了什么？</a:t>
            </a:r>
          </a:p>
        </p:txBody>
      </p:sp>
      <p:sp>
        <p:nvSpPr>
          <p:cNvPr id="5" name="TextBox 4">
            <a:extLst xmlns:a="http://schemas.openxmlformats.org/drawingml/2006/main">
              <a:ext uri="{FF2B5EF4-FFF2-40B4-BE49-F238E27FC236}">
                <a16:creationId xmlns:a16="http://schemas.microsoft.com/office/drawing/2014/main" id="{159000EF-1E2D-4938-9196-9EB8C2416529}"/>
              </a:ext>
            </a:extLst>
          </p:cNvPr>
          <p:cNvSpPr>
            <a:spLocks xmlns:a="http://schemas.openxmlformats.org/drawingml/2006/main" noGrp="1"/>
          </p:cNvSpPr>
          <p:nvPr/>
        </p:nvSpPr>
        <p:spPr>
          <a:xfrm xmlns:a="http://schemas.openxmlformats.org/drawingml/2006/main">
            <a:off x="813816" y="1837943"/>
            <a:ext cx="1069848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数据本身在计算机中仍是0和1。</a:t>
            </a:r>
          </a:p>
        </p:txBody>
      </p:sp>
      <p:sp>
        <p:nvSpPr>
          <p:cNvPr id="6" name="TextBox 5">
            <a:extLst xmlns:a="http://schemas.openxmlformats.org/drawingml/2006/main">
              <a:ext uri="{FF2B5EF4-FFF2-40B4-BE49-F238E27FC236}">
                <a16:creationId xmlns:a16="http://schemas.microsoft.com/office/drawing/2014/main" id="{546EE775-D217-43A6-9910-914462FCAE2F}"/>
              </a:ext>
            </a:extLst>
          </p:cNvPr>
          <p:cNvSpPr>
            <a:spLocks xmlns:a="http://schemas.openxmlformats.org/drawingml/2006/main" noGrp="1"/>
          </p:cNvSpPr>
          <p:nvPr/>
        </p:nvSpPr>
        <p:spPr>
          <a:xfrm xmlns:a="http://schemas.openxmlformats.org/drawingml/2006/main">
            <a:off x="832104" y="2999232"/>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压缩：重新表示数据，目标是减少数据量。</a:t>
            </a:r>
          </a:p>
        </p:txBody>
      </p:sp>
      <p:sp>
        <p:nvSpPr>
          <p:cNvPr id="7" name="TextBox 6">
            <a:extLst xmlns:a="http://schemas.openxmlformats.org/drawingml/2006/main">
              <a:ext uri="{FF2B5EF4-FFF2-40B4-BE49-F238E27FC236}">
                <a16:creationId xmlns:a16="http://schemas.microsoft.com/office/drawing/2014/main" id="{35D09BCC-D120-43F3-B648-9DF3D594E5F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方法有很多，今天重点研究能不能完整还原。</a:t>
            </a:r>
          </a:p>
        </p:txBody>
      </p:sp>
    </p:spTree>
    <p:extLst>
      <p:ext uri="{BB962C8B-B14F-4D97-AF65-F5344CB8AC3E}">
        <p14:creationId xmlns:p14="http://schemas.microsoft.com/office/powerpoint/2010/main" val="977242696"/>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1D3418-95CF-4210-83D7-FBE8A9FB8B1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AB0B320-D5FB-49FE-8ED7-8DD95CA4174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7CD0AB-F405-42DA-8C85-571F5853F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看起来相同，能证明完全恢复吗？</a:t>
            </a:r>
          </a:p>
        </p:txBody>
      </p:sp>
      <p:sp>
        <p:nvSpPr>
          <p:cNvPr id="6" name="original-pixels-title">
            <a:extLst xmlns:a="http://schemas.openxmlformats.org/drawingml/2006/main">
              <a:ext uri="{FF2B5EF4-FFF2-40B4-BE49-F238E27FC236}">
                <a16:creationId xmlns:a16="http://schemas.microsoft.com/office/drawing/2014/main" id="{C3C64AC6-2394-495E-8EDA-9213B1491092}"/>
              </a:ext>
            </a:extLst>
          </p:cNvPr>
          <p:cNvSpPr>
            <a:spLocks xmlns:a="http://schemas.openxmlformats.org/drawingml/2006/main" noGrp="1"/>
          </p:cNvSpPr>
          <p:nvPr/>
        </p:nvSpPr>
        <p:spPr>
          <a:xfrm xmlns:a="http://schemas.openxmlformats.org/drawingml/2006/main">
            <a:off x="609600" y="23622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原始：4×4像素</a:t>
            </a:r>
          </a:p>
        </p:txBody>
      </p:sp>
      <p:sp>
        <p:nvSpPr>
          <p:cNvPr id="7" name="original-pixel-0-0">
            <a:extLst xmlns:a="http://schemas.openxmlformats.org/drawingml/2006/main">
              <a:ext uri="{FF2B5EF4-FFF2-40B4-BE49-F238E27FC236}">
                <a16:creationId xmlns:a16="http://schemas.microsoft.com/office/drawing/2014/main" id="{675BDE12-5F51-4980-B703-A5F4BA730AE0}"/>
              </a:ext>
            </a:extLst>
          </p:cNvPr>
          <p:cNvSpPr>
            <a:spLocks xmlns:a="http://schemas.openxmlformats.org/drawingml/2006/main" noGrp="1"/>
          </p:cNvSpPr>
          <p:nvPr/>
        </p:nvSpPr>
        <p:spPr>
          <a:xfrm xmlns:a="http://schemas.openxmlformats.org/drawingml/2006/main">
            <a:off x="10858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8" name="original-pixel-0-1">
            <a:extLst xmlns:a="http://schemas.openxmlformats.org/drawingml/2006/main">
              <a:ext uri="{FF2B5EF4-FFF2-40B4-BE49-F238E27FC236}">
                <a16:creationId xmlns:a16="http://schemas.microsoft.com/office/drawing/2014/main" id="{FFE650A9-D2E1-4E7C-9877-115F49122F9F}"/>
              </a:ext>
            </a:extLst>
          </p:cNvPr>
          <p:cNvSpPr>
            <a:spLocks xmlns:a="http://schemas.openxmlformats.org/drawingml/2006/main" noGrp="1"/>
          </p:cNvSpPr>
          <p:nvPr/>
        </p:nvSpPr>
        <p:spPr>
          <a:xfrm xmlns:a="http://schemas.openxmlformats.org/drawingml/2006/main">
            <a:off x="16383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9" name="original-pixel-0-2">
            <a:extLst xmlns:a="http://schemas.openxmlformats.org/drawingml/2006/main">
              <a:ext uri="{FF2B5EF4-FFF2-40B4-BE49-F238E27FC236}">
                <a16:creationId xmlns:a16="http://schemas.microsoft.com/office/drawing/2014/main" id="{D9E9690D-F4AF-4F9F-A31B-30AC7524F23E}"/>
              </a:ext>
            </a:extLst>
          </p:cNvPr>
          <p:cNvSpPr>
            <a:spLocks xmlns:a="http://schemas.openxmlformats.org/drawingml/2006/main" noGrp="1"/>
          </p:cNvSpPr>
          <p:nvPr/>
        </p:nvSpPr>
        <p:spPr>
          <a:xfrm xmlns:a="http://schemas.openxmlformats.org/drawingml/2006/main">
            <a:off x="21907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0" name="original-pixel-0-3">
            <a:extLst xmlns:a="http://schemas.openxmlformats.org/drawingml/2006/main">
              <a:ext uri="{FF2B5EF4-FFF2-40B4-BE49-F238E27FC236}">
                <a16:creationId xmlns:a16="http://schemas.microsoft.com/office/drawing/2014/main" id="{42C84433-66AF-4C35-AE3E-5A5DAC333E31}"/>
              </a:ext>
            </a:extLst>
          </p:cNvPr>
          <p:cNvSpPr>
            <a:spLocks xmlns:a="http://schemas.openxmlformats.org/drawingml/2006/main" noGrp="1"/>
          </p:cNvSpPr>
          <p:nvPr/>
        </p:nvSpPr>
        <p:spPr>
          <a:xfrm xmlns:a="http://schemas.openxmlformats.org/drawingml/2006/main">
            <a:off x="27432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1" name="original-pixel-1-0">
            <a:extLst xmlns:a="http://schemas.openxmlformats.org/drawingml/2006/main">
              <a:ext uri="{FF2B5EF4-FFF2-40B4-BE49-F238E27FC236}">
                <a16:creationId xmlns:a16="http://schemas.microsoft.com/office/drawing/2014/main" id="{B42A9218-3086-4AF8-A29F-6757C6D6F879}"/>
              </a:ext>
            </a:extLst>
          </p:cNvPr>
          <p:cNvSpPr>
            <a:spLocks xmlns:a="http://schemas.openxmlformats.org/drawingml/2006/main" noGrp="1"/>
          </p:cNvSpPr>
          <p:nvPr/>
        </p:nvSpPr>
        <p:spPr>
          <a:xfrm xmlns:a="http://schemas.openxmlformats.org/drawingml/2006/main">
            <a:off x="10858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2" name="original-pixel-1-1">
            <a:extLst xmlns:a="http://schemas.openxmlformats.org/drawingml/2006/main">
              <a:ext uri="{FF2B5EF4-FFF2-40B4-BE49-F238E27FC236}">
                <a16:creationId xmlns:a16="http://schemas.microsoft.com/office/drawing/2014/main" id="{F1E6AFB0-1BC4-4DCD-82AF-D36417D7DD25}"/>
              </a:ext>
            </a:extLst>
          </p:cNvPr>
          <p:cNvSpPr>
            <a:spLocks xmlns:a="http://schemas.openxmlformats.org/drawingml/2006/main" noGrp="1"/>
          </p:cNvSpPr>
          <p:nvPr/>
        </p:nvSpPr>
        <p:spPr>
          <a:xfrm xmlns:a="http://schemas.openxmlformats.org/drawingml/2006/main">
            <a:off x="16383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3" name="original-pixel-1-2">
            <a:extLst xmlns:a="http://schemas.openxmlformats.org/drawingml/2006/main">
              <a:ext uri="{FF2B5EF4-FFF2-40B4-BE49-F238E27FC236}">
                <a16:creationId xmlns:a16="http://schemas.microsoft.com/office/drawing/2014/main" id="{788AC850-1ACC-4A44-BABC-AEF45DA24409}"/>
              </a:ext>
            </a:extLst>
          </p:cNvPr>
          <p:cNvSpPr>
            <a:spLocks xmlns:a="http://schemas.openxmlformats.org/drawingml/2006/main" noGrp="1"/>
          </p:cNvSpPr>
          <p:nvPr/>
        </p:nvSpPr>
        <p:spPr>
          <a:xfrm xmlns:a="http://schemas.openxmlformats.org/drawingml/2006/main">
            <a:off x="21907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4" name="original-pixel-1-3">
            <a:extLst xmlns:a="http://schemas.openxmlformats.org/drawingml/2006/main">
              <a:ext uri="{FF2B5EF4-FFF2-40B4-BE49-F238E27FC236}">
                <a16:creationId xmlns:a16="http://schemas.microsoft.com/office/drawing/2014/main" id="{9AF27B26-74ED-4CB6-852E-44288671BF5F}"/>
              </a:ext>
            </a:extLst>
          </p:cNvPr>
          <p:cNvSpPr>
            <a:spLocks xmlns:a="http://schemas.openxmlformats.org/drawingml/2006/main" noGrp="1"/>
          </p:cNvSpPr>
          <p:nvPr/>
        </p:nvSpPr>
        <p:spPr>
          <a:xfrm xmlns:a="http://schemas.openxmlformats.org/drawingml/2006/main">
            <a:off x="27432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5" name="original-pixel-2-0">
            <a:extLst xmlns:a="http://schemas.openxmlformats.org/drawingml/2006/main">
              <a:ext uri="{FF2B5EF4-FFF2-40B4-BE49-F238E27FC236}">
                <a16:creationId xmlns:a16="http://schemas.microsoft.com/office/drawing/2014/main" id="{1102A5AE-7320-4F03-BA47-96706C28DB35}"/>
              </a:ext>
            </a:extLst>
          </p:cNvPr>
          <p:cNvSpPr>
            <a:spLocks xmlns:a="http://schemas.openxmlformats.org/drawingml/2006/main" noGrp="1"/>
          </p:cNvSpPr>
          <p:nvPr/>
        </p:nvSpPr>
        <p:spPr>
          <a:xfrm xmlns:a="http://schemas.openxmlformats.org/drawingml/2006/main">
            <a:off x="10858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6" name="original-pixel-2-1">
            <a:extLst xmlns:a="http://schemas.openxmlformats.org/drawingml/2006/main">
              <a:ext uri="{FF2B5EF4-FFF2-40B4-BE49-F238E27FC236}">
                <a16:creationId xmlns:a16="http://schemas.microsoft.com/office/drawing/2014/main" id="{C19DFB7C-AA3E-45F0-A658-31172A1072E2}"/>
              </a:ext>
            </a:extLst>
          </p:cNvPr>
          <p:cNvSpPr>
            <a:spLocks xmlns:a="http://schemas.openxmlformats.org/drawingml/2006/main" noGrp="1"/>
          </p:cNvSpPr>
          <p:nvPr/>
        </p:nvSpPr>
        <p:spPr>
          <a:xfrm xmlns:a="http://schemas.openxmlformats.org/drawingml/2006/main">
            <a:off x="16383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7" name="original-pixel-2-2">
            <a:extLst xmlns:a="http://schemas.openxmlformats.org/drawingml/2006/main">
              <a:ext uri="{FF2B5EF4-FFF2-40B4-BE49-F238E27FC236}">
                <a16:creationId xmlns:a16="http://schemas.microsoft.com/office/drawing/2014/main" id="{CF3362C0-839A-4614-A52A-56F5DB096CF4}"/>
              </a:ext>
            </a:extLst>
          </p:cNvPr>
          <p:cNvSpPr>
            <a:spLocks xmlns:a="http://schemas.openxmlformats.org/drawingml/2006/main" noGrp="1"/>
          </p:cNvSpPr>
          <p:nvPr/>
        </p:nvSpPr>
        <p:spPr>
          <a:xfrm xmlns:a="http://schemas.openxmlformats.org/drawingml/2006/main">
            <a:off x="21907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8" name="original-pixel-2-3">
            <a:extLst xmlns:a="http://schemas.openxmlformats.org/drawingml/2006/main">
              <a:ext uri="{FF2B5EF4-FFF2-40B4-BE49-F238E27FC236}">
                <a16:creationId xmlns:a16="http://schemas.microsoft.com/office/drawing/2014/main" id="{7014F590-51AE-4EA3-8865-3A2F497A2A92}"/>
              </a:ext>
            </a:extLst>
          </p:cNvPr>
          <p:cNvSpPr>
            <a:spLocks xmlns:a="http://schemas.openxmlformats.org/drawingml/2006/main" noGrp="1"/>
          </p:cNvSpPr>
          <p:nvPr/>
        </p:nvSpPr>
        <p:spPr>
          <a:xfrm xmlns:a="http://schemas.openxmlformats.org/drawingml/2006/main">
            <a:off x="27432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9" name="original-pixel-3-0">
            <a:extLst xmlns:a="http://schemas.openxmlformats.org/drawingml/2006/main">
              <a:ext uri="{FF2B5EF4-FFF2-40B4-BE49-F238E27FC236}">
                <a16:creationId xmlns:a16="http://schemas.microsoft.com/office/drawing/2014/main" id="{61662019-D93D-4CD1-9D9B-A5EAA814D19B}"/>
              </a:ext>
            </a:extLst>
          </p:cNvPr>
          <p:cNvSpPr>
            <a:spLocks xmlns:a="http://schemas.openxmlformats.org/drawingml/2006/main" noGrp="1"/>
          </p:cNvSpPr>
          <p:nvPr/>
        </p:nvSpPr>
        <p:spPr>
          <a:xfrm xmlns:a="http://schemas.openxmlformats.org/drawingml/2006/main">
            <a:off x="10858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0" name="original-pixel-3-1">
            <a:extLst xmlns:a="http://schemas.openxmlformats.org/drawingml/2006/main">
              <a:ext uri="{FF2B5EF4-FFF2-40B4-BE49-F238E27FC236}">
                <a16:creationId xmlns:a16="http://schemas.microsoft.com/office/drawing/2014/main" id="{D6F66CF0-F3A2-47E4-B50B-8D4BD111E369}"/>
              </a:ext>
            </a:extLst>
          </p:cNvPr>
          <p:cNvSpPr>
            <a:spLocks xmlns:a="http://schemas.openxmlformats.org/drawingml/2006/main" noGrp="1"/>
          </p:cNvSpPr>
          <p:nvPr/>
        </p:nvSpPr>
        <p:spPr>
          <a:xfrm xmlns:a="http://schemas.openxmlformats.org/drawingml/2006/main">
            <a:off x="16383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1" name="original-pixel-3-2">
            <a:extLst xmlns:a="http://schemas.openxmlformats.org/drawingml/2006/main">
              <a:ext uri="{FF2B5EF4-FFF2-40B4-BE49-F238E27FC236}">
                <a16:creationId xmlns:a16="http://schemas.microsoft.com/office/drawing/2014/main" id="{CB197413-134B-4081-B3C4-22EFA4E68D3B}"/>
              </a:ext>
            </a:extLst>
          </p:cNvPr>
          <p:cNvSpPr>
            <a:spLocks xmlns:a="http://schemas.openxmlformats.org/drawingml/2006/main" noGrp="1"/>
          </p:cNvSpPr>
          <p:nvPr/>
        </p:nvSpPr>
        <p:spPr>
          <a:xfrm xmlns:a="http://schemas.openxmlformats.org/drawingml/2006/main">
            <a:off x="21907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2" name="original-pixel-3-3">
            <a:extLst xmlns:a="http://schemas.openxmlformats.org/drawingml/2006/main">
              <a:ext uri="{FF2B5EF4-FFF2-40B4-BE49-F238E27FC236}">
                <a16:creationId xmlns:a16="http://schemas.microsoft.com/office/drawing/2014/main" id="{6AB0BEB9-3A0D-4AC5-8562-F062F6B4C69B}"/>
              </a:ext>
            </a:extLst>
          </p:cNvPr>
          <p:cNvSpPr>
            <a:spLocks xmlns:a="http://schemas.openxmlformats.org/drawingml/2006/main" noGrp="1"/>
          </p:cNvSpPr>
          <p:nvPr/>
        </p:nvSpPr>
        <p:spPr>
          <a:xfrm xmlns:a="http://schemas.openxmlformats.org/drawingml/2006/main">
            <a:off x="27432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3" name="text">
            <a:extLst xmlns:a="http://schemas.openxmlformats.org/drawingml/2006/main">
              <a:ext uri="{FF2B5EF4-FFF2-40B4-BE49-F238E27FC236}">
                <a16:creationId xmlns:a16="http://schemas.microsoft.com/office/drawing/2014/main" id="{5361C284-5CE8-4251-ABF6-C13C4348570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像素概念示意。请提出一种完全恢复的检验方法。</a:t>
            </a:r>
          </a:p>
        </p:txBody>
      </p:sp>
      <p:sp>
        <p:nvSpPr>
          <p:cNvPr id="24" name="text">
            <a:extLst xmlns:a="http://schemas.openxmlformats.org/drawingml/2006/main">
              <a:ext uri="{FF2B5EF4-FFF2-40B4-BE49-F238E27FC236}">
                <a16:creationId xmlns:a16="http://schemas.microsoft.com/office/drawing/2014/main" id="{7AA04902-C02D-4A3F-9CF9-0B6813DE6BF4}"/>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请写出检验步骤。</a:t>
            </a:r>
          </a:p>
        </p:txBody>
      </p:sp>
    </p:spTree>
    <p:extLst>
      <p:ext uri="{BB962C8B-B14F-4D97-AF65-F5344CB8AC3E}">
        <p14:creationId xmlns:p14="http://schemas.microsoft.com/office/powerpoint/2010/main" val="1352918926"/>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1D3418-95CF-4210-83D7-FBE8A9FB8B1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AB0B320-D5FB-49FE-8ED7-8DD95CA4174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7CD0AB-F405-42DA-8C85-571F5853F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看起来相同，能证明完全恢复吗？</a:t>
            </a:r>
          </a:p>
        </p:txBody>
      </p:sp>
      <p:sp>
        <p:nvSpPr>
          <p:cNvPr id="6" name="original-pixels-title">
            <a:extLst xmlns:a="http://schemas.openxmlformats.org/drawingml/2006/main">
              <a:ext uri="{FF2B5EF4-FFF2-40B4-BE49-F238E27FC236}">
                <a16:creationId xmlns:a16="http://schemas.microsoft.com/office/drawing/2014/main" id="{C3C64AC6-2394-495E-8EDA-9213B1491092}"/>
              </a:ext>
            </a:extLst>
          </p:cNvPr>
          <p:cNvSpPr>
            <a:spLocks xmlns:a="http://schemas.openxmlformats.org/drawingml/2006/main" noGrp="1"/>
          </p:cNvSpPr>
          <p:nvPr/>
        </p:nvSpPr>
        <p:spPr>
          <a:xfrm xmlns:a="http://schemas.openxmlformats.org/drawingml/2006/main">
            <a:off x="609600" y="23622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原始：4×4像素</a:t>
            </a:r>
          </a:p>
        </p:txBody>
      </p:sp>
      <p:sp>
        <p:nvSpPr>
          <p:cNvPr id="7" name="original-pixel-0-0">
            <a:extLst xmlns:a="http://schemas.openxmlformats.org/drawingml/2006/main">
              <a:ext uri="{FF2B5EF4-FFF2-40B4-BE49-F238E27FC236}">
                <a16:creationId xmlns:a16="http://schemas.microsoft.com/office/drawing/2014/main" id="{675BDE12-5F51-4980-B703-A5F4BA730AE0}"/>
              </a:ext>
            </a:extLst>
          </p:cNvPr>
          <p:cNvSpPr>
            <a:spLocks xmlns:a="http://schemas.openxmlformats.org/drawingml/2006/main" noGrp="1"/>
          </p:cNvSpPr>
          <p:nvPr/>
        </p:nvSpPr>
        <p:spPr>
          <a:xfrm xmlns:a="http://schemas.openxmlformats.org/drawingml/2006/main">
            <a:off x="10858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8" name="original-pixel-0-1">
            <a:extLst xmlns:a="http://schemas.openxmlformats.org/drawingml/2006/main">
              <a:ext uri="{FF2B5EF4-FFF2-40B4-BE49-F238E27FC236}">
                <a16:creationId xmlns:a16="http://schemas.microsoft.com/office/drawing/2014/main" id="{FFE650A9-D2E1-4E7C-9877-115F49122F9F}"/>
              </a:ext>
            </a:extLst>
          </p:cNvPr>
          <p:cNvSpPr>
            <a:spLocks xmlns:a="http://schemas.openxmlformats.org/drawingml/2006/main" noGrp="1"/>
          </p:cNvSpPr>
          <p:nvPr/>
        </p:nvSpPr>
        <p:spPr>
          <a:xfrm xmlns:a="http://schemas.openxmlformats.org/drawingml/2006/main">
            <a:off x="16383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9" name="original-pixel-0-2">
            <a:extLst xmlns:a="http://schemas.openxmlformats.org/drawingml/2006/main">
              <a:ext uri="{FF2B5EF4-FFF2-40B4-BE49-F238E27FC236}">
                <a16:creationId xmlns:a16="http://schemas.microsoft.com/office/drawing/2014/main" id="{D9E9690D-F4AF-4F9F-A31B-30AC7524F23E}"/>
              </a:ext>
            </a:extLst>
          </p:cNvPr>
          <p:cNvSpPr>
            <a:spLocks xmlns:a="http://schemas.openxmlformats.org/drawingml/2006/main" noGrp="1"/>
          </p:cNvSpPr>
          <p:nvPr/>
        </p:nvSpPr>
        <p:spPr>
          <a:xfrm xmlns:a="http://schemas.openxmlformats.org/drawingml/2006/main">
            <a:off x="21907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0" name="original-pixel-0-3">
            <a:extLst xmlns:a="http://schemas.openxmlformats.org/drawingml/2006/main">
              <a:ext uri="{FF2B5EF4-FFF2-40B4-BE49-F238E27FC236}">
                <a16:creationId xmlns:a16="http://schemas.microsoft.com/office/drawing/2014/main" id="{42C84433-66AF-4C35-AE3E-5A5DAC333E31}"/>
              </a:ext>
            </a:extLst>
          </p:cNvPr>
          <p:cNvSpPr>
            <a:spLocks xmlns:a="http://schemas.openxmlformats.org/drawingml/2006/main" noGrp="1"/>
          </p:cNvSpPr>
          <p:nvPr/>
        </p:nvSpPr>
        <p:spPr>
          <a:xfrm xmlns:a="http://schemas.openxmlformats.org/drawingml/2006/main">
            <a:off x="27432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1" name="original-pixel-1-0">
            <a:extLst xmlns:a="http://schemas.openxmlformats.org/drawingml/2006/main">
              <a:ext uri="{FF2B5EF4-FFF2-40B4-BE49-F238E27FC236}">
                <a16:creationId xmlns:a16="http://schemas.microsoft.com/office/drawing/2014/main" id="{B42A9218-3086-4AF8-A29F-6757C6D6F879}"/>
              </a:ext>
            </a:extLst>
          </p:cNvPr>
          <p:cNvSpPr>
            <a:spLocks xmlns:a="http://schemas.openxmlformats.org/drawingml/2006/main" noGrp="1"/>
          </p:cNvSpPr>
          <p:nvPr/>
        </p:nvSpPr>
        <p:spPr>
          <a:xfrm xmlns:a="http://schemas.openxmlformats.org/drawingml/2006/main">
            <a:off x="10858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2" name="original-pixel-1-1">
            <a:extLst xmlns:a="http://schemas.openxmlformats.org/drawingml/2006/main">
              <a:ext uri="{FF2B5EF4-FFF2-40B4-BE49-F238E27FC236}">
                <a16:creationId xmlns:a16="http://schemas.microsoft.com/office/drawing/2014/main" id="{F1E6AFB0-1BC4-4DCD-82AF-D36417D7DD25}"/>
              </a:ext>
            </a:extLst>
          </p:cNvPr>
          <p:cNvSpPr>
            <a:spLocks xmlns:a="http://schemas.openxmlformats.org/drawingml/2006/main" noGrp="1"/>
          </p:cNvSpPr>
          <p:nvPr/>
        </p:nvSpPr>
        <p:spPr>
          <a:xfrm xmlns:a="http://schemas.openxmlformats.org/drawingml/2006/main">
            <a:off x="16383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3" name="original-pixel-1-2">
            <a:extLst xmlns:a="http://schemas.openxmlformats.org/drawingml/2006/main">
              <a:ext uri="{FF2B5EF4-FFF2-40B4-BE49-F238E27FC236}">
                <a16:creationId xmlns:a16="http://schemas.microsoft.com/office/drawing/2014/main" id="{788AC850-1ACC-4A44-BABC-AEF45DA24409}"/>
              </a:ext>
            </a:extLst>
          </p:cNvPr>
          <p:cNvSpPr>
            <a:spLocks xmlns:a="http://schemas.openxmlformats.org/drawingml/2006/main" noGrp="1"/>
          </p:cNvSpPr>
          <p:nvPr/>
        </p:nvSpPr>
        <p:spPr>
          <a:xfrm xmlns:a="http://schemas.openxmlformats.org/drawingml/2006/main">
            <a:off x="21907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4" name="original-pixel-1-3">
            <a:extLst xmlns:a="http://schemas.openxmlformats.org/drawingml/2006/main">
              <a:ext uri="{FF2B5EF4-FFF2-40B4-BE49-F238E27FC236}">
                <a16:creationId xmlns:a16="http://schemas.microsoft.com/office/drawing/2014/main" id="{9AF27B26-74ED-4CB6-852E-44288671BF5F}"/>
              </a:ext>
            </a:extLst>
          </p:cNvPr>
          <p:cNvSpPr>
            <a:spLocks xmlns:a="http://schemas.openxmlformats.org/drawingml/2006/main" noGrp="1"/>
          </p:cNvSpPr>
          <p:nvPr/>
        </p:nvSpPr>
        <p:spPr>
          <a:xfrm xmlns:a="http://schemas.openxmlformats.org/drawingml/2006/main">
            <a:off x="27432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5" name="original-pixel-2-0">
            <a:extLst xmlns:a="http://schemas.openxmlformats.org/drawingml/2006/main">
              <a:ext uri="{FF2B5EF4-FFF2-40B4-BE49-F238E27FC236}">
                <a16:creationId xmlns:a16="http://schemas.microsoft.com/office/drawing/2014/main" id="{1102A5AE-7320-4F03-BA47-96706C28DB35}"/>
              </a:ext>
            </a:extLst>
          </p:cNvPr>
          <p:cNvSpPr>
            <a:spLocks xmlns:a="http://schemas.openxmlformats.org/drawingml/2006/main" noGrp="1"/>
          </p:cNvSpPr>
          <p:nvPr/>
        </p:nvSpPr>
        <p:spPr>
          <a:xfrm xmlns:a="http://schemas.openxmlformats.org/drawingml/2006/main">
            <a:off x="10858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6" name="original-pixel-2-1">
            <a:extLst xmlns:a="http://schemas.openxmlformats.org/drawingml/2006/main">
              <a:ext uri="{FF2B5EF4-FFF2-40B4-BE49-F238E27FC236}">
                <a16:creationId xmlns:a16="http://schemas.microsoft.com/office/drawing/2014/main" id="{C19DFB7C-AA3E-45F0-A658-31172A1072E2}"/>
              </a:ext>
            </a:extLst>
          </p:cNvPr>
          <p:cNvSpPr>
            <a:spLocks xmlns:a="http://schemas.openxmlformats.org/drawingml/2006/main" noGrp="1"/>
          </p:cNvSpPr>
          <p:nvPr/>
        </p:nvSpPr>
        <p:spPr>
          <a:xfrm xmlns:a="http://schemas.openxmlformats.org/drawingml/2006/main">
            <a:off x="16383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7" name="original-pixel-2-2">
            <a:extLst xmlns:a="http://schemas.openxmlformats.org/drawingml/2006/main">
              <a:ext uri="{FF2B5EF4-FFF2-40B4-BE49-F238E27FC236}">
                <a16:creationId xmlns:a16="http://schemas.microsoft.com/office/drawing/2014/main" id="{CF3362C0-839A-4614-A52A-56F5DB096CF4}"/>
              </a:ext>
            </a:extLst>
          </p:cNvPr>
          <p:cNvSpPr>
            <a:spLocks xmlns:a="http://schemas.openxmlformats.org/drawingml/2006/main" noGrp="1"/>
          </p:cNvSpPr>
          <p:nvPr/>
        </p:nvSpPr>
        <p:spPr>
          <a:xfrm xmlns:a="http://schemas.openxmlformats.org/drawingml/2006/main">
            <a:off x="21907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8" name="original-pixel-2-3">
            <a:extLst xmlns:a="http://schemas.openxmlformats.org/drawingml/2006/main">
              <a:ext uri="{FF2B5EF4-FFF2-40B4-BE49-F238E27FC236}">
                <a16:creationId xmlns:a16="http://schemas.microsoft.com/office/drawing/2014/main" id="{7014F590-51AE-4EA3-8865-3A2F497A2A92}"/>
              </a:ext>
            </a:extLst>
          </p:cNvPr>
          <p:cNvSpPr>
            <a:spLocks xmlns:a="http://schemas.openxmlformats.org/drawingml/2006/main" noGrp="1"/>
          </p:cNvSpPr>
          <p:nvPr/>
        </p:nvSpPr>
        <p:spPr>
          <a:xfrm xmlns:a="http://schemas.openxmlformats.org/drawingml/2006/main">
            <a:off x="27432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9" name="original-pixel-3-0">
            <a:extLst xmlns:a="http://schemas.openxmlformats.org/drawingml/2006/main">
              <a:ext uri="{FF2B5EF4-FFF2-40B4-BE49-F238E27FC236}">
                <a16:creationId xmlns:a16="http://schemas.microsoft.com/office/drawing/2014/main" id="{61662019-D93D-4CD1-9D9B-A5EAA814D19B}"/>
              </a:ext>
            </a:extLst>
          </p:cNvPr>
          <p:cNvSpPr>
            <a:spLocks xmlns:a="http://schemas.openxmlformats.org/drawingml/2006/main" noGrp="1"/>
          </p:cNvSpPr>
          <p:nvPr/>
        </p:nvSpPr>
        <p:spPr>
          <a:xfrm xmlns:a="http://schemas.openxmlformats.org/drawingml/2006/main">
            <a:off x="10858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0" name="original-pixel-3-1">
            <a:extLst xmlns:a="http://schemas.openxmlformats.org/drawingml/2006/main">
              <a:ext uri="{FF2B5EF4-FFF2-40B4-BE49-F238E27FC236}">
                <a16:creationId xmlns:a16="http://schemas.microsoft.com/office/drawing/2014/main" id="{D6F66CF0-F3A2-47E4-B50B-8D4BD111E369}"/>
              </a:ext>
            </a:extLst>
          </p:cNvPr>
          <p:cNvSpPr>
            <a:spLocks xmlns:a="http://schemas.openxmlformats.org/drawingml/2006/main" noGrp="1"/>
          </p:cNvSpPr>
          <p:nvPr/>
        </p:nvSpPr>
        <p:spPr>
          <a:xfrm xmlns:a="http://schemas.openxmlformats.org/drawingml/2006/main">
            <a:off x="16383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1" name="original-pixel-3-2">
            <a:extLst xmlns:a="http://schemas.openxmlformats.org/drawingml/2006/main">
              <a:ext uri="{FF2B5EF4-FFF2-40B4-BE49-F238E27FC236}">
                <a16:creationId xmlns:a16="http://schemas.microsoft.com/office/drawing/2014/main" id="{CB197413-134B-4081-B3C4-22EFA4E68D3B}"/>
              </a:ext>
            </a:extLst>
          </p:cNvPr>
          <p:cNvSpPr>
            <a:spLocks xmlns:a="http://schemas.openxmlformats.org/drawingml/2006/main" noGrp="1"/>
          </p:cNvSpPr>
          <p:nvPr/>
        </p:nvSpPr>
        <p:spPr>
          <a:xfrm xmlns:a="http://schemas.openxmlformats.org/drawingml/2006/main">
            <a:off x="21907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2" name="original-pixel-3-3">
            <a:extLst xmlns:a="http://schemas.openxmlformats.org/drawingml/2006/main">
              <a:ext uri="{FF2B5EF4-FFF2-40B4-BE49-F238E27FC236}">
                <a16:creationId xmlns:a16="http://schemas.microsoft.com/office/drawing/2014/main" id="{6AB0BEB9-3A0D-4AC5-8562-F062F6B4C69B}"/>
              </a:ext>
            </a:extLst>
          </p:cNvPr>
          <p:cNvSpPr>
            <a:spLocks xmlns:a="http://schemas.openxmlformats.org/drawingml/2006/main" noGrp="1"/>
          </p:cNvSpPr>
          <p:nvPr/>
        </p:nvSpPr>
        <p:spPr>
          <a:xfrm xmlns:a="http://schemas.openxmlformats.org/drawingml/2006/main">
            <a:off x="27432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4" name="restore-heading-0">
            <a:extLst xmlns:a="http://schemas.openxmlformats.org/drawingml/2006/main">
              <a:ext uri="{FF2B5EF4-FFF2-40B4-BE49-F238E27FC236}">
                <a16:creationId xmlns:a16="http://schemas.microsoft.com/office/drawing/2014/main" id="{EDD95935-A609-4F3D-8191-DF252644CCFE}"/>
              </a:ext>
            </a:extLst>
          </p:cNvPr>
          <p:cNvSpPr>
            <a:spLocks xmlns:a="http://schemas.openxmlformats.org/drawingml/2006/main" noGrp="1"/>
          </p:cNvSpPr>
          <p:nvPr/>
        </p:nvSpPr>
        <p:spPr>
          <a:xfrm xmlns:a="http://schemas.openxmlformats.org/drawingml/2006/main">
            <a:off x="4572000" y="23622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无损：完整恢复</a:t>
            </a:r>
          </a:p>
        </p:txBody>
      </p:sp>
      <p:sp>
        <p:nvSpPr>
          <p:cNvPr id="25" name="restored-0-0-0">
            <a:extLst xmlns:a="http://schemas.openxmlformats.org/drawingml/2006/main">
              <a:ext uri="{FF2B5EF4-FFF2-40B4-BE49-F238E27FC236}">
                <a16:creationId xmlns:a16="http://schemas.microsoft.com/office/drawing/2014/main" id="{6064C292-BC46-4780-A322-37BAB35A269D}"/>
              </a:ext>
            </a:extLst>
          </p:cNvPr>
          <p:cNvSpPr>
            <a:spLocks xmlns:a="http://schemas.openxmlformats.org/drawingml/2006/main" noGrp="1"/>
          </p:cNvSpPr>
          <p:nvPr/>
        </p:nvSpPr>
        <p:spPr>
          <a:xfrm xmlns:a="http://schemas.openxmlformats.org/drawingml/2006/main">
            <a:off x="457200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6" name="restored-0-0-1">
            <a:extLst xmlns:a="http://schemas.openxmlformats.org/drawingml/2006/main">
              <a:ext uri="{FF2B5EF4-FFF2-40B4-BE49-F238E27FC236}">
                <a16:creationId xmlns:a16="http://schemas.microsoft.com/office/drawing/2014/main" id="{A5CDB615-ED42-4A6C-83C7-6087A6615144}"/>
              </a:ext>
            </a:extLst>
          </p:cNvPr>
          <p:cNvSpPr>
            <a:spLocks xmlns:a="http://schemas.openxmlformats.org/drawingml/2006/main" noGrp="1"/>
          </p:cNvSpPr>
          <p:nvPr/>
        </p:nvSpPr>
        <p:spPr>
          <a:xfrm xmlns:a="http://schemas.openxmlformats.org/drawingml/2006/main">
            <a:off x="512445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7" name="restored-0-0-2">
            <a:extLst xmlns:a="http://schemas.openxmlformats.org/drawingml/2006/main">
              <a:ext uri="{FF2B5EF4-FFF2-40B4-BE49-F238E27FC236}">
                <a16:creationId xmlns:a16="http://schemas.microsoft.com/office/drawing/2014/main" id="{6D35E98D-9FB1-4C0A-A26F-E4D44573F3DD}"/>
              </a:ext>
            </a:extLst>
          </p:cNvPr>
          <p:cNvSpPr>
            <a:spLocks xmlns:a="http://schemas.openxmlformats.org/drawingml/2006/main" noGrp="1"/>
          </p:cNvSpPr>
          <p:nvPr/>
        </p:nvSpPr>
        <p:spPr>
          <a:xfrm xmlns:a="http://schemas.openxmlformats.org/drawingml/2006/main">
            <a:off x="567690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8" name="restored-0-0-3">
            <a:extLst xmlns:a="http://schemas.openxmlformats.org/drawingml/2006/main">
              <a:ext uri="{FF2B5EF4-FFF2-40B4-BE49-F238E27FC236}">
                <a16:creationId xmlns:a16="http://schemas.microsoft.com/office/drawing/2014/main" id="{4ABF63A0-CC57-4E23-B097-2B4777473AF9}"/>
              </a:ext>
            </a:extLst>
          </p:cNvPr>
          <p:cNvSpPr>
            <a:spLocks xmlns:a="http://schemas.openxmlformats.org/drawingml/2006/main" noGrp="1"/>
          </p:cNvSpPr>
          <p:nvPr/>
        </p:nvSpPr>
        <p:spPr>
          <a:xfrm xmlns:a="http://schemas.openxmlformats.org/drawingml/2006/main">
            <a:off x="622935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9" name="restored-0-1-0">
            <a:extLst xmlns:a="http://schemas.openxmlformats.org/drawingml/2006/main">
              <a:ext uri="{FF2B5EF4-FFF2-40B4-BE49-F238E27FC236}">
                <a16:creationId xmlns:a16="http://schemas.microsoft.com/office/drawing/2014/main" id="{1E946D0E-6E12-4653-B855-12D953CF2545}"/>
              </a:ext>
            </a:extLst>
          </p:cNvPr>
          <p:cNvSpPr>
            <a:spLocks xmlns:a="http://schemas.openxmlformats.org/drawingml/2006/main" noGrp="1"/>
          </p:cNvSpPr>
          <p:nvPr/>
        </p:nvSpPr>
        <p:spPr>
          <a:xfrm xmlns:a="http://schemas.openxmlformats.org/drawingml/2006/main">
            <a:off x="457200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0" name="restored-0-1-1">
            <a:extLst xmlns:a="http://schemas.openxmlformats.org/drawingml/2006/main">
              <a:ext uri="{FF2B5EF4-FFF2-40B4-BE49-F238E27FC236}">
                <a16:creationId xmlns:a16="http://schemas.microsoft.com/office/drawing/2014/main" id="{99D45649-AF8F-478B-9CFF-BFCF262A8BDD}"/>
              </a:ext>
            </a:extLst>
          </p:cNvPr>
          <p:cNvSpPr>
            <a:spLocks xmlns:a="http://schemas.openxmlformats.org/drawingml/2006/main" noGrp="1"/>
          </p:cNvSpPr>
          <p:nvPr/>
        </p:nvSpPr>
        <p:spPr>
          <a:xfrm xmlns:a="http://schemas.openxmlformats.org/drawingml/2006/main">
            <a:off x="512445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1" name="restored-0-1-2">
            <a:extLst xmlns:a="http://schemas.openxmlformats.org/drawingml/2006/main">
              <a:ext uri="{FF2B5EF4-FFF2-40B4-BE49-F238E27FC236}">
                <a16:creationId xmlns:a16="http://schemas.microsoft.com/office/drawing/2014/main" id="{5A465BEA-E69C-49DE-AFB4-CB3111B5D5AF}"/>
              </a:ext>
            </a:extLst>
          </p:cNvPr>
          <p:cNvSpPr>
            <a:spLocks xmlns:a="http://schemas.openxmlformats.org/drawingml/2006/main" noGrp="1"/>
          </p:cNvSpPr>
          <p:nvPr/>
        </p:nvSpPr>
        <p:spPr>
          <a:xfrm xmlns:a="http://schemas.openxmlformats.org/drawingml/2006/main">
            <a:off x="567690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2" name="restored-0-1-3">
            <a:extLst xmlns:a="http://schemas.openxmlformats.org/drawingml/2006/main">
              <a:ext uri="{FF2B5EF4-FFF2-40B4-BE49-F238E27FC236}">
                <a16:creationId xmlns:a16="http://schemas.microsoft.com/office/drawing/2014/main" id="{89A95054-80E1-42DB-BE35-8D9FCD60C9CA}"/>
              </a:ext>
            </a:extLst>
          </p:cNvPr>
          <p:cNvSpPr>
            <a:spLocks xmlns:a="http://schemas.openxmlformats.org/drawingml/2006/main" noGrp="1"/>
          </p:cNvSpPr>
          <p:nvPr/>
        </p:nvSpPr>
        <p:spPr>
          <a:xfrm xmlns:a="http://schemas.openxmlformats.org/drawingml/2006/main">
            <a:off x="622935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3" name="restored-0-2-0">
            <a:extLst xmlns:a="http://schemas.openxmlformats.org/drawingml/2006/main">
              <a:ext uri="{FF2B5EF4-FFF2-40B4-BE49-F238E27FC236}">
                <a16:creationId xmlns:a16="http://schemas.microsoft.com/office/drawing/2014/main" id="{03FD5C01-D35A-416A-A597-0ABA78EA13B8}"/>
              </a:ext>
            </a:extLst>
          </p:cNvPr>
          <p:cNvSpPr>
            <a:spLocks xmlns:a="http://schemas.openxmlformats.org/drawingml/2006/main" noGrp="1"/>
          </p:cNvSpPr>
          <p:nvPr/>
        </p:nvSpPr>
        <p:spPr>
          <a:xfrm xmlns:a="http://schemas.openxmlformats.org/drawingml/2006/main">
            <a:off x="457200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4" name="restored-0-2-1">
            <a:extLst xmlns:a="http://schemas.openxmlformats.org/drawingml/2006/main">
              <a:ext uri="{FF2B5EF4-FFF2-40B4-BE49-F238E27FC236}">
                <a16:creationId xmlns:a16="http://schemas.microsoft.com/office/drawing/2014/main" id="{9AC010A7-73DE-409A-8E8F-DEA33FCDEA21}"/>
              </a:ext>
            </a:extLst>
          </p:cNvPr>
          <p:cNvSpPr>
            <a:spLocks xmlns:a="http://schemas.openxmlformats.org/drawingml/2006/main" noGrp="1"/>
          </p:cNvSpPr>
          <p:nvPr/>
        </p:nvSpPr>
        <p:spPr>
          <a:xfrm xmlns:a="http://schemas.openxmlformats.org/drawingml/2006/main">
            <a:off x="512445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5" name="restored-0-2-2">
            <a:extLst xmlns:a="http://schemas.openxmlformats.org/drawingml/2006/main">
              <a:ext uri="{FF2B5EF4-FFF2-40B4-BE49-F238E27FC236}">
                <a16:creationId xmlns:a16="http://schemas.microsoft.com/office/drawing/2014/main" id="{10180A88-2B56-4AF1-964B-EC675E6BA9A1}"/>
              </a:ext>
            </a:extLst>
          </p:cNvPr>
          <p:cNvSpPr>
            <a:spLocks xmlns:a="http://schemas.openxmlformats.org/drawingml/2006/main" noGrp="1"/>
          </p:cNvSpPr>
          <p:nvPr/>
        </p:nvSpPr>
        <p:spPr>
          <a:xfrm xmlns:a="http://schemas.openxmlformats.org/drawingml/2006/main">
            <a:off x="567690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6" name="restored-0-2-3">
            <a:extLst xmlns:a="http://schemas.openxmlformats.org/drawingml/2006/main">
              <a:ext uri="{FF2B5EF4-FFF2-40B4-BE49-F238E27FC236}">
                <a16:creationId xmlns:a16="http://schemas.microsoft.com/office/drawing/2014/main" id="{33D806CD-677E-4F3C-9983-266E0077DB70}"/>
              </a:ext>
            </a:extLst>
          </p:cNvPr>
          <p:cNvSpPr>
            <a:spLocks xmlns:a="http://schemas.openxmlformats.org/drawingml/2006/main" noGrp="1"/>
          </p:cNvSpPr>
          <p:nvPr/>
        </p:nvSpPr>
        <p:spPr>
          <a:xfrm xmlns:a="http://schemas.openxmlformats.org/drawingml/2006/main">
            <a:off x="622935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7" name="restored-0-3-0">
            <a:extLst xmlns:a="http://schemas.openxmlformats.org/drawingml/2006/main">
              <a:ext uri="{FF2B5EF4-FFF2-40B4-BE49-F238E27FC236}">
                <a16:creationId xmlns:a16="http://schemas.microsoft.com/office/drawing/2014/main" id="{86362C9A-6CFC-4F16-9B2F-8EC660C8F034}"/>
              </a:ext>
            </a:extLst>
          </p:cNvPr>
          <p:cNvSpPr>
            <a:spLocks xmlns:a="http://schemas.openxmlformats.org/drawingml/2006/main" noGrp="1"/>
          </p:cNvSpPr>
          <p:nvPr/>
        </p:nvSpPr>
        <p:spPr>
          <a:xfrm xmlns:a="http://schemas.openxmlformats.org/drawingml/2006/main">
            <a:off x="457200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8" name="restored-0-3-1">
            <a:extLst xmlns:a="http://schemas.openxmlformats.org/drawingml/2006/main">
              <a:ext uri="{FF2B5EF4-FFF2-40B4-BE49-F238E27FC236}">
                <a16:creationId xmlns:a16="http://schemas.microsoft.com/office/drawing/2014/main" id="{ABB84E1F-9653-49A0-8155-B6AF6699EC05}"/>
              </a:ext>
            </a:extLst>
          </p:cNvPr>
          <p:cNvSpPr>
            <a:spLocks xmlns:a="http://schemas.openxmlformats.org/drawingml/2006/main" noGrp="1"/>
          </p:cNvSpPr>
          <p:nvPr/>
        </p:nvSpPr>
        <p:spPr>
          <a:xfrm xmlns:a="http://schemas.openxmlformats.org/drawingml/2006/main">
            <a:off x="512445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9" name="restored-0-3-2">
            <a:extLst xmlns:a="http://schemas.openxmlformats.org/drawingml/2006/main">
              <a:ext uri="{FF2B5EF4-FFF2-40B4-BE49-F238E27FC236}">
                <a16:creationId xmlns:a16="http://schemas.microsoft.com/office/drawing/2014/main" id="{5C992481-3711-4B12-A8EB-C6FDBC395D1D}"/>
              </a:ext>
            </a:extLst>
          </p:cNvPr>
          <p:cNvSpPr>
            <a:spLocks xmlns:a="http://schemas.openxmlformats.org/drawingml/2006/main" noGrp="1"/>
          </p:cNvSpPr>
          <p:nvPr/>
        </p:nvSpPr>
        <p:spPr>
          <a:xfrm xmlns:a="http://schemas.openxmlformats.org/drawingml/2006/main">
            <a:off x="567690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40" name="restored-0-3-3">
            <a:extLst xmlns:a="http://schemas.openxmlformats.org/drawingml/2006/main">
              <a:ext uri="{FF2B5EF4-FFF2-40B4-BE49-F238E27FC236}">
                <a16:creationId xmlns:a16="http://schemas.microsoft.com/office/drawing/2014/main" id="{8B69A077-9FB5-46E0-996E-3E75CD6FE9ED}"/>
              </a:ext>
            </a:extLst>
          </p:cNvPr>
          <p:cNvSpPr>
            <a:spLocks xmlns:a="http://schemas.openxmlformats.org/drawingml/2006/main" noGrp="1"/>
          </p:cNvSpPr>
          <p:nvPr/>
        </p:nvSpPr>
        <p:spPr>
          <a:xfrm xmlns:a="http://schemas.openxmlformats.org/drawingml/2006/main">
            <a:off x="622935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41" name="identical-count">
            <a:extLst xmlns:a="http://schemas.openxmlformats.org/drawingml/2006/main">
              <a:ext uri="{FF2B5EF4-FFF2-40B4-BE49-F238E27FC236}">
                <a16:creationId xmlns:a16="http://schemas.microsoft.com/office/drawing/2014/main" id="{12B70141-9E06-4B3E-951F-1493EE1DACA9}"/>
              </a:ext>
            </a:extLst>
          </p:cNvPr>
          <p:cNvSpPr>
            <a:spLocks xmlns:a="http://schemas.openxmlformats.org/drawingml/2006/main" noGrp="1"/>
          </p:cNvSpPr>
          <p:nvPr/>
        </p:nvSpPr>
        <p:spPr>
          <a:xfrm xmlns:a="http://schemas.openxmlformats.org/drawingml/2006/main">
            <a:off x="4572000" y="53911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16处逐一相同</a:t>
            </a:r>
          </a:p>
        </p:txBody>
      </p:sp>
      <p:sp>
        <p:nvSpPr>
          <p:cNvPr id="42" name="restore-heading-1">
            <a:extLst xmlns:a="http://schemas.openxmlformats.org/drawingml/2006/main">
              <a:ext uri="{FF2B5EF4-FFF2-40B4-BE49-F238E27FC236}">
                <a16:creationId xmlns:a16="http://schemas.microsoft.com/office/drawing/2014/main" id="{D73A057E-B85A-43F0-82B1-F294A44D2C31}"/>
              </a:ext>
            </a:extLst>
          </p:cNvPr>
          <p:cNvSpPr>
            <a:spLocks xmlns:a="http://schemas.openxmlformats.org/drawingml/2006/main" noGrp="1"/>
          </p:cNvSpPr>
          <p:nvPr/>
        </p:nvSpPr>
        <p:spPr>
          <a:xfrm xmlns:a="http://schemas.openxmlformats.org/drawingml/2006/main">
            <a:off x="7981950" y="23622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有损：近似恢复</a:t>
            </a:r>
          </a:p>
        </p:txBody>
      </p:sp>
      <p:sp>
        <p:nvSpPr>
          <p:cNvPr id="43" name="restored-1-0-0">
            <a:extLst xmlns:a="http://schemas.openxmlformats.org/drawingml/2006/main">
              <a:ext uri="{FF2B5EF4-FFF2-40B4-BE49-F238E27FC236}">
                <a16:creationId xmlns:a16="http://schemas.microsoft.com/office/drawing/2014/main" id="{55026E61-9960-4313-A4C5-8B1ED41D4F49}"/>
              </a:ext>
            </a:extLst>
          </p:cNvPr>
          <p:cNvSpPr>
            <a:spLocks xmlns:a="http://schemas.openxmlformats.org/drawingml/2006/main" noGrp="1"/>
          </p:cNvSpPr>
          <p:nvPr/>
        </p:nvSpPr>
        <p:spPr>
          <a:xfrm xmlns:a="http://schemas.openxmlformats.org/drawingml/2006/main">
            <a:off x="79819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44" name="restored-1-0-1">
            <a:extLst xmlns:a="http://schemas.openxmlformats.org/drawingml/2006/main">
              <a:ext uri="{FF2B5EF4-FFF2-40B4-BE49-F238E27FC236}">
                <a16:creationId xmlns:a16="http://schemas.microsoft.com/office/drawing/2014/main" id="{FD09751D-BAC5-4BDB-9DCB-A7493B6D1941}"/>
              </a:ext>
            </a:extLst>
          </p:cNvPr>
          <p:cNvSpPr>
            <a:spLocks xmlns:a="http://schemas.openxmlformats.org/drawingml/2006/main" noGrp="1"/>
          </p:cNvSpPr>
          <p:nvPr/>
        </p:nvSpPr>
        <p:spPr>
          <a:xfrm xmlns:a="http://schemas.openxmlformats.org/drawingml/2006/main">
            <a:off x="85344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45" name="restored-1-0-2">
            <a:extLst xmlns:a="http://schemas.openxmlformats.org/drawingml/2006/main">
              <a:ext uri="{FF2B5EF4-FFF2-40B4-BE49-F238E27FC236}">
                <a16:creationId xmlns:a16="http://schemas.microsoft.com/office/drawing/2014/main" id="{10C573E8-8C68-4B7B-B995-90055B91FCB4}"/>
              </a:ext>
            </a:extLst>
          </p:cNvPr>
          <p:cNvSpPr>
            <a:spLocks xmlns:a="http://schemas.openxmlformats.org/drawingml/2006/main" noGrp="1"/>
          </p:cNvSpPr>
          <p:nvPr/>
        </p:nvSpPr>
        <p:spPr>
          <a:xfrm xmlns:a="http://schemas.openxmlformats.org/drawingml/2006/main">
            <a:off x="90868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46" name="restored-1-0-3">
            <a:extLst xmlns:a="http://schemas.openxmlformats.org/drawingml/2006/main">
              <a:ext uri="{FF2B5EF4-FFF2-40B4-BE49-F238E27FC236}">
                <a16:creationId xmlns:a16="http://schemas.microsoft.com/office/drawing/2014/main" id="{AE63D97F-6E2B-4F39-9502-D56E320D444C}"/>
              </a:ext>
            </a:extLst>
          </p:cNvPr>
          <p:cNvSpPr>
            <a:spLocks xmlns:a="http://schemas.openxmlformats.org/drawingml/2006/main" noGrp="1"/>
          </p:cNvSpPr>
          <p:nvPr/>
        </p:nvSpPr>
        <p:spPr>
          <a:xfrm xmlns:a="http://schemas.openxmlformats.org/drawingml/2006/main">
            <a:off x="96393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47" name="restored-1-1-0">
            <a:extLst xmlns:a="http://schemas.openxmlformats.org/drawingml/2006/main">
              <a:ext uri="{FF2B5EF4-FFF2-40B4-BE49-F238E27FC236}">
                <a16:creationId xmlns:a16="http://schemas.microsoft.com/office/drawing/2014/main" id="{997F5458-A11B-43D7-B9AB-B3BC284D53A6}"/>
              </a:ext>
            </a:extLst>
          </p:cNvPr>
          <p:cNvSpPr>
            <a:spLocks xmlns:a="http://schemas.openxmlformats.org/drawingml/2006/main" noGrp="1"/>
          </p:cNvSpPr>
          <p:nvPr/>
        </p:nvSpPr>
        <p:spPr>
          <a:xfrm xmlns:a="http://schemas.openxmlformats.org/drawingml/2006/main">
            <a:off x="79819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48" name="restored-1-1-1">
            <a:extLst xmlns:a="http://schemas.openxmlformats.org/drawingml/2006/main">
              <a:ext uri="{FF2B5EF4-FFF2-40B4-BE49-F238E27FC236}">
                <a16:creationId xmlns:a16="http://schemas.microsoft.com/office/drawing/2014/main" id="{8C9AE40F-1985-466D-9217-B09A9E1F24BE}"/>
              </a:ext>
            </a:extLst>
          </p:cNvPr>
          <p:cNvSpPr>
            <a:spLocks xmlns:a="http://schemas.openxmlformats.org/drawingml/2006/main" noGrp="1"/>
          </p:cNvSpPr>
          <p:nvPr/>
        </p:nvSpPr>
        <p:spPr>
          <a:xfrm xmlns:a="http://schemas.openxmlformats.org/drawingml/2006/main">
            <a:off x="85344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49" name="restored-1-1-2">
            <a:extLst xmlns:a="http://schemas.openxmlformats.org/drawingml/2006/main">
              <a:ext uri="{FF2B5EF4-FFF2-40B4-BE49-F238E27FC236}">
                <a16:creationId xmlns:a16="http://schemas.microsoft.com/office/drawing/2014/main" id="{5167A609-1058-4869-B6F2-88419D85CC4A}"/>
              </a:ext>
            </a:extLst>
          </p:cNvPr>
          <p:cNvSpPr>
            <a:spLocks xmlns:a="http://schemas.openxmlformats.org/drawingml/2006/main" noGrp="1"/>
          </p:cNvSpPr>
          <p:nvPr/>
        </p:nvSpPr>
        <p:spPr>
          <a:xfrm xmlns:a="http://schemas.openxmlformats.org/drawingml/2006/main">
            <a:off x="90868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0" name="restored-1-1-3">
            <a:extLst xmlns:a="http://schemas.openxmlformats.org/drawingml/2006/main">
              <a:ext uri="{FF2B5EF4-FFF2-40B4-BE49-F238E27FC236}">
                <a16:creationId xmlns:a16="http://schemas.microsoft.com/office/drawing/2014/main" id="{A5A511EE-06CC-41E4-9EC6-5DCB41E77E3F}"/>
              </a:ext>
            </a:extLst>
          </p:cNvPr>
          <p:cNvSpPr>
            <a:spLocks xmlns:a="http://schemas.openxmlformats.org/drawingml/2006/main" noGrp="1"/>
          </p:cNvSpPr>
          <p:nvPr/>
        </p:nvSpPr>
        <p:spPr>
          <a:xfrm xmlns:a="http://schemas.openxmlformats.org/drawingml/2006/main">
            <a:off x="96393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51" name="restored-1-2-0">
            <a:extLst xmlns:a="http://schemas.openxmlformats.org/drawingml/2006/main">
              <a:ext uri="{FF2B5EF4-FFF2-40B4-BE49-F238E27FC236}">
                <a16:creationId xmlns:a16="http://schemas.microsoft.com/office/drawing/2014/main" id="{106CD445-E26C-4CF5-B1BB-B9055CA4B5D1}"/>
              </a:ext>
            </a:extLst>
          </p:cNvPr>
          <p:cNvSpPr>
            <a:spLocks xmlns:a="http://schemas.openxmlformats.org/drawingml/2006/main" noGrp="1"/>
          </p:cNvSpPr>
          <p:nvPr/>
        </p:nvSpPr>
        <p:spPr>
          <a:xfrm xmlns:a="http://schemas.openxmlformats.org/drawingml/2006/main">
            <a:off x="79819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52" name="restored-1-2-1">
            <a:extLst xmlns:a="http://schemas.openxmlformats.org/drawingml/2006/main">
              <a:ext uri="{FF2B5EF4-FFF2-40B4-BE49-F238E27FC236}">
                <a16:creationId xmlns:a16="http://schemas.microsoft.com/office/drawing/2014/main" id="{71DAB271-2893-4162-AFF8-4C2FAC1D2AC1}"/>
              </a:ext>
            </a:extLst>
          </p:cNvPr>
          <p:cNvSpPr>
            <a:spLocks xmlns:a="http://schemas.openxmlformats.org/drawingml/2006/main" noGrp="1"/>
          </p:cNvSpPr>
          <p:nvPr/>
        </p:nvSpPr>
        <p:spPr>
          <a:xfrm xmlns:a="http://schemas.openxmlformats.org/drawingml/2006/main">
            <a:off x="85344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3" name="restored-1-2-2">
            <a:extLst xmlns:a="http://schemas.openxmlformats.org/drawingml/2006/main">
              <a:ext uri="{FF2B5EF4-FFF2-40B4-BE49-F238E27FC236}">
                <a16:creationId xmlns:a16="http://schemas.microsoft.com/office/drawing/2014/main" id="{14F08C5C-F0A2-475B-AA65-975530ABB8A7}"/>
              </a:ext>
            </a:extLst>
          </p:cNvPr>
          <p:cNvSpPr>
            <a:spLocks xmlns:a="http://schemas.openxmlformats.org/drawingml/2006/main" noGrp="1"/>
          </p:cNvSpPr>
          <p:nvPr/>
        </p:nvSpPr>
        <p:spPr>
          <a:xfrm xmlns:a="http://schemas.openxmlformats.org/drawingml/2006/main">
            <a:off x="908685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4" name="restored-1-2-3">
            <a:extLst xmlns:a="http://schemas.openxmlformats.org/drawingml/2006/main">
              <a:ext uri="{FF2B5EF4-FFF2-40B4-BE49-F238E27FC236}">
                <a16:creationId xmlns:a16="http://schemas.microsoft.com/office/drawing/2014/main" id="{CCFFAE0C-ABAA-462B-9B56-2CF78037435D}"/>
              </a:ext>
            </a:extLst>
          </p:cNvPr>
          <p:cNvSpPr>
            <a:spLocks xmlns:a="http://schemas.openxmlformats.org/drawingml/2006/main" noGrp="1"/>
          </p:cNvSpPr>
          <p:nvPr/>
        </p:nvSpPr>
        <p:spPr>
          <a:xfrm xmlns:a="http://schemas.openxmlformats.org/drawingml/2006/main">
            <a:off x="96393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5" name="restored-1-3-0">
            <a:extLst xmlns:a="http://schemas.openxmlformats.org/drawingml/2006/main">
              <a:ext uri="{FF2B5EF4-FFF2-40B4-BE49-F238E27FC236}">
                <a16:creationId xmlns:a16="http://schemas.microsoft.com/office/drawing/2014/main" id="{F4EE4E5B-4673-4540-AD30-C1941BB89653}"/>
              </a:ext>
            </a:extLst>
          </p:cNvPr>
          <p:cNvSpPr>
            <a:spLocks xmlns:a="http://schemas.openxmlformats.org/drawingml/2006/main" noGrp="1"/>
          </p:cNvSpPr>
          <p:nvPr/>
        </p:nvSpPr>
        <p:spPr>
          <a:xfrm xmlns:a="http://schemas.openxmlformats.org/drawingml/2006/main">
            <a:off x="79819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6" name="restored-1-3-1">
            <a:extLst xmlns:a="http://schemas.openxmlformats.org/drawingml/2006/main">
              <a:ext uri="{FF2B5EF4-FFF2-40B4-BE49-F238E27FC236}">
                <a16:creationId xmlns:a16="http://schemas.microsoft.com/office/drawing/2014/main" id="{748A5088-E4BB-433C-8721-DE8DA663129E}"/>
              </a:ext>
            </a:extLst>
          </p:cNvPr>
          <p:cNvSpPr>
            <a:spLocks xmlns:a="http://schemas.openxmlformats.org/drawingml/2006/main" noGrp="1"/>
          </p:cNvSpPr>
          <p:nvPr/>
        </p:nvSpPr>
        <p:spPr>
          <a:xfrm xmlns:a="http://schemas.openxmlformats.org/drawingml/2006/main">
            <a:off x="85344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57" name="restored-1-3-2">
            <a:extLst xmlns:a="http://schemas.openxmlformats.org/drawingml/2006/main">
              <a:ext uri="{FF2B5EF4-FFF2-40B4-BE49-F238E27FC236}">
                <a16:creationId xmlns:a16="http://schemas.microsoft.com/office/drawing/2014/main" id="{ACBEC6AA-99F0-469A-85F2-01DCD7ACFE33}"/>
              </a:ext>
            </a:extLst>
          </p:cNvPr>
          <p:cNvSpPr>
            <a:spLocks xmlns:a="http://schemas.openxmlformats.org/drawingml/2006/main" noGrp="1"/>
          </p:cNvSpPr>
          <p:nvPr/>
        </p:nvSpPr>
        <p:spPr>
          <a:xfrm xmlns:a="http://schemas.openxmlformats.org/drawingml/2006/main">
            <a:off x="90868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8" name="restored-1-3-3">
            <a:extLst xmlns:a="http://schemas.openxmlformats.org/drawingml/2006/main">
              <a:ext uri="{FF2B5EF4-FFF2-40B4-BE49-F238E27FC236}">
                <a16:creationId xmlns:a16="http://schemas.microsoft.com/office/drawing/2014/main" id="{101517C4-C2B4-4FD5-BAC2-D813CC3F79CB}"/>
              </a:ext>
            </a:extLst>
          </p:cNvPr>
          <p:cNvSpPr>
            <a:spLocks xmlns:a="http://schemas.openxmlformats.org/drawingml/2006/main" noGrp="1"/>
          </p:cNvSpPr>
          <p:nvPr/>
        </p:nvSpPr>
        <p:spPr>
          <a:xfrm xmlns:a="http://schemas.openxmlformats.org/drawingml/2006/main">
            <a:off x="96393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59" name="changed-pixel">
            <a:extLst xmlns:a="http://schemas.openxmlformats.org/drawingml/2006/main">
              <a:ext uri="{FF2B5EF4-FFF2-40B4-BE49-F238E27FC236}">
                <a16:creationId xmlns:a16="http://schemas.microsoft.com/office/drawing/2014/main" id="{8EF79847-B679-4816-922B-5F02BD1E7420}"/>
              </a:ext>
            </a:extLst>
          </p:cNvPr>
          <p:cNvSpPr>
            <a:spLocks xmlns:a="http://schemas.openxmlformats.org/drawingml/2006/main" noGrp="1"/>
          </p:cNvSpPr>
          <p:nvPr/>
        </p:nvSpPr>
        <p:spPr>
          <a:xfrm xmlns:a="http://schemas.openxmlformats.org/drawingml/2006/main">
            <a:off x="9086850" y="4162425"/>
            <a:ext cx="552450" cy="55245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60" name="different-count">
            <a:extLst xmlns:a="http://schemas.openxmlformats.org/drawingml/2006/main">
              <a:ext uri="{FF2B5EF4-FFF2-40B4-BE49-F238E27FC236}">
                <a16:creationId xmlns:a16="http://schemas.microsoft.com/office/drawing/2014/main" id="{ED2A3038-7EDB-4619-AFA7-88ABF82B2D9F}"/>
              </a:ext>
            </a:extLst>
          </p:cNvPr>
          <p:cNvSpPr>
            <a:spLocks xmlns:a="http://schemas.openxmlformats.org/drawingml/2006/main" noGrp="1"/>
          </p:cNvSpPr>
          <p:nvPr/>
        </p:nvSpPr>
        <p:spPr>
          <a:xfrm xmlns:a="http://schemas.openxmlformats.org/drawingml/2006/main">
            <a:off x="7981950" y="53911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FF0000"/>
                </a:solidFill>
                <a:latin typeface="Alibaba PuHuiTi 3.0 115 Black"/>
                <a:ea typeface="Alibaba PuHuiTi 3.0 115 Black"/>
                <a:cs typeface="Alibaba PuHuiTi 3.0 115 Black"/>
              </a:defRPr>
            </a:defPPr>
          </a:lstStyle>
          <a:p xmlns:a="http://schemas.openxmlformats.org/drawingml/2006/main">
            <a:pPr algn="l">
              <a:buNone/>
              <a:defRPr sz="2200" b="1">
                <a:solidFill>
                  <a:srgbClr val="FF0000"/>
                </a:solidFill>
                <a:latin typeface="Alibaba PuHuiTi 3.0 115 Black"/>
                <a:ea typeface="Alibaba PuHuiTi 3.0 115 Black"/>
                <a:cs typeface="Alibaba PuHuiTi 3.0 115 Black"/>
              </a:defRPr>
            </a:pPr>
            <a:r>
              <a:rPr sz="2200" b="1">
                <a:solidFill>
                  <a:srgbClr val="FF0000"/>
                </a:solidFill>
                <a:latin typeface="Alibaba PuHuiTi 3.0 115 Black"/>
                <a:ea typeface="Alibaba PuHuiTi 3.0 115 Black"/>
                <a:cs typeface="Alibaba PuHuiTi 3.0 115 Black"/>
              </a:rPr>
              <a:t>1处不同</a:t>
            </a:r>
          </a:p>
        </p:txBody>
      </p:sp>
      <p:sp>
        <p:nvSpPr>
          <p:cNvPr id="61" name="text">
            <a:extLst xmlns:a="http://schemas.openxmlformats.org/drawingml/2006/main">
              <a:ext uri="{FF2B5EF4-FFF2-40B4-BE49-F238E27FC236}">
                <a16:creationId xmlns:a16="http://schemas.microsoft.com/office/drawing/2014/main" id="{F9C3B528-86C6-4CE6-9DCF-34D058A60F7E}"/>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像素概念示意。请提出一种完全恢复的检验方法。</a:t>
            </a:r>
          </a:p>
        </p:txBody>
      </p:sp>
      <p:sp>
        <p:nvSpPr>
          <p:cNvPr id="62" name="text">
            <a:extLst xmlns:a="http://schemas.openxmlformats.org/drawingml/2006/main">
              <a:ext uri="{FF2B5EF4-FFF2-40B4-BE49-F238E27FC236}">
                <a16:creationId xmlns:a16="http://schemas.microsoft.com/office/drawing/2014/main" id="{2378385E-9575-4992-9573-F181F75B5613}"/>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请写出检验步骤。</a:t>
            </a:r>
          </a:p>
        </p:txBody>
      </p:sp>
    </p:spTree>
    <p:extLst>
      <p:ext uri="{BB962C8B-B14F-4D97-AF65-F5344CB8AC3E}">
        <p14:creationId xmlns:p14="http://schemas.microsoft.com/office/powerpoint/2010/main" val="1352918926"/>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88FCEB7-92A2-4174-8867-478BECCB14A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E87870-91FC-405B-A381-FDE8260C379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A7D893-968C-4BE3-928E-AC96FE03859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ZIP、MP3、WAV、MP4，是同一层吗？</a:t>
            </a:r>
          </a:p>
        </p:txBody>
      </p:sp>
      <p:sp>
        <p:nvSpPr>
          <p:cNvPr id="5" name="format-category-0">
            <a:extLst xmlns:a="http://schemas.openxmlformats.org/drawingml/2006/main">
              <a:ext uri="{FF2B5EF4-FFF2-40B4-BE49-F238E27FC236}">
                <a16:creationId xmlns:a16="http://schemas.microsoft.com/office/drawing/2014/main" id="{5CAC08A9-99B6-4358-B5E4-B7AB971B3391}"/>
              </a:ext>
            </a:extLst>
          </p:cNvPr>
          <p:cNvSpPr>
            <a:spLocks xmlns:a="http://schemas.openxmlformats.org/drawingml/2006/main" noGrp="1"/>
          </p:cNvSpPr>
          <p:nvPr/>
        </p:nvSpPr>
        <p:spPr>
          <a:xfrm xmlns:a="http://schemas.openxmlformats.org/drawingml/2006/main">
            <a:off x="609600" y="22764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归档格式</a:t>
            </a:r>
          </a:p>
        </p:txBody>
      </p:sp>
      <p:sp>
        <p:nvSpPr>
          <p:cNvPr id="6" name="format-example-0">
            <a:extLst xmlns:a="http://schemas.openxmlformats.org/drawingml/2006/main">
              <a:ext uri="{FF2B5EF4-FFF2-40B4-BE49-F238E27FC236}">
                <a16:creationId xmlns:a16="http://schemas.microsoft.com/office/drawing/2014/main" id="{D9F02CD6-28B7-45D0-A5EC-4A9F74E9AD8B}"/>
              </a:ext>
            </a:extLst>
          </p:cNvPr>
          <p:cNvSpPr>
            <a:spLocks xmlns:a="http://schemas.openxmlformats.org/drawingml/2006/main" noGrp="1"/>
          </p:cNvSpPr>
          <p:nvPr/>
        </p:nvSpPr>
        <p:spPr>
          <a:xfrm xmlns:a="http://schemas.openxmlformats.org/drawingml/2006/main">
            <a:off x="3476625" y="22764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ZIP / RAR</a:t>
            </a:r>
          </a:p>
        </p:txBody>
      </p:sp>
      <p:sp>
        <p:nvSpPr>
          <p:cNvPr id="7" name="format-qualification-0">
            <a:extLst xmlns:a="http://schemas.openxmlformats.org/drawingml/2006/main">
              <a:ext uri="{FF2B5EF4-FFF2-40B4-BE49-F238E27FC236}">
                <a16:creationId xmlns:a16="http://schemas.microsoft.com/office/drawing/2014/main" id="{DF3D4BD6-8AED-4A56-998D-636BD5736CC1}"/>
              </a:ext>
            </a:extLst>
          </p:cNvPr>
          <p:cNvSpPr>
            <a:spLocks xmlns:a="http://schemas.openxmlformats.org/drawingml/2006/main" noGrp="1"/>
          </p:cNvSpPr>
          <p:nvPr/>
        </p:nvSpPr>
        <p:spPr>
          <a:xfrm xmlns:a="http://schemas.openxmlformats.org/drawingml/2006/main">
            <a:off x="7181850" y="22764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常用无损压缩，恢复原始文件。</a:t>
            </a:r>
          </a:p>
        </p:txBody>
      </p:sp>
      <p:sp>
        <p:nvSpPr>
          <p:cNvPr id="8" name="format-divider-0">
            <a:extLst xmlns:a="http://schemas.openxmlformats.org/drawingml/2006/main">
              <a:ext uri="{FF2B5EF4-FFF2-40B4-BE49-F238E27FC236}">
                <a16:creationId xmlns:a16="http://schemas.microsoft.com/office/drawing/2014/main" id="{DB12A7D7-6287-4E13-AD5C-E97023640F7B}"/>
              </a:ext>
            </a:extLst>
          </p:cNvPr>
          <p:cNvSpPr>
            <a:spLocks xmlns:a="http://schemas.openxmlformats.org/drawingml/2006/main" noGrp="1"/>
          </p:cNvSpPr>
          <p:nvPr/>
        </p:nvSpPr>
        <p:spPr>
          <a:xfrm xmlns:a="http://schemas.openxmlformats.org/drawingml/2006/main">
            <a:off x="609600" y="30670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9" name="format-category-1">
            <a:extLst xmlns:a="http://schemas.openxmlformats.org/drawingml/2006/main">
              <a:ext uri="{FF2B5EF4-FFF2-40B4-BE49-F238E27FC236}">
                <a16:creationId xmlns:a16="http://schemas.microsoft.com/office/drawing/2014/main" id="{55D4ECB0-6B30-4623-A106-97F85B8D378B}"/>
              </a:ext>
            </a:extLst>
          </p:cNvPr>
          <p:cNvSpPr>
            <a:spLocks xmlns:a="http://schemas.openxmlformats.org/drawingml/2006/main" noGrp="1"/>
          </p:cNvSpPr>
          <p:nvPr/>
        </p:nvSpPr>
        <p:spPr>
          <a:xfrm xmlns:a="http://schemas.openxmlformats.org/drawingml/2006/main">
            <a:off x="609600" y="33813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音频编码</a:t>
            </a:r>
          </a:p>
        </p:txBody>
      </p:sp>
      <p:sp>
        <p:nvSpPr>
          <p:cNvPr id="10" name="format-example-1">
            <a:extLst xmlns:a="http://schemas.openxmlformats.org/drawingml/2006/main">
              <a:ext uri="{FF2B5EF4-FFF2-40B4-BE49-F238E27FC236}">
                <a16:creationId xmlns:a16="http://schemas.microsoft.com/office/drawing/2014/main" id="{F8973337-5B37-4D97-A64F-E741E791781D}"/>
              </a:ext>
            </a:extLst>
          </p:cNvPr>
          <p:cNvSpPr>
            <a:spLocks xmlns:a="http://schemas.openxmlformats.org/drawingml/2006/main" noGrp="1"/>
          </p:cNvSpPr>
          <p:nvPr/>
        </p:nvSpPr>
        <p:spPr>
          <a:xfrm xmlns:a="http://schemas.openxmlformats.org/drawingml/2006/main">
            <a:off x="3476625" y="33813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MP3</a:t>
            </a:r>
          </a:p>
        </p:txBody>
      </p:sp>
      <p:sp>
        <p:nvSpPr>
          <p:cNvPr id="11" name="format-qualification-1">
            <a:extLst xmlns:a="http://schemas.openxmlformats.org/drawingml/2006/main">
              <a:ext uri="{FF2B5EF4-FFF2-40B4-BE49-F238E27FC236}">
                <a16:creationId xmlns:a16="http://schemas.microsoft.com/office/drawing/2014/main" id="{E29F76B4-6530-4E23-9C43-1DC9C8742A55}"/>
              </a:ext>
            </a:extLst>
          </p:cNvPr>
          <p:cNvSpPr>
            <a:spLocks xmlns:a="http://schemas.openxmlformats.org/drawingml/2006/main" noGrp="1"/>
          </p:cNvSpPr>
          <p:nvPr/>
        </p:nvSpPr>
        <p:spPr>
          <a:xfrm xmlns:a="http://schemas.openxmlformats.org/drawingml/2006/main">
            <a:off x="7181850" y="33813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常见有损音频编码。</a:t>
            </a:r>
          </a:p>
        </p:txBody>
      </p:sp>
      <p:sp>
        <p:nvSpPr>
          <p:cNvPr id="12" name="format-divider-1">
            <a:extLst xmlns:a="http://schemas.openxmlformats.org/drawingml/2006/main">
              <a:ext uri="{FF2B5EF4-FFF2-40B4-BE49-F238E27FC236}">
                <a16:creationId xmlns:a16="http://schemas.microsoft.com/office/drawing/2014/main" id="{50AA9A69-D82B-45FD-AF92-701B5E08A82B}"/>
              </a:ext>
            </a:extLst>
          </p:cNvPr>
          <p:cNvSpPr>
            <a:spLocks xmlns:a="http://schemas.openxmlformats.org/drawingml/2006/main" noGrp="1"/>
          </p:cNvSpPr>
          <p:nvPr/>
        </p:nvSpPr>
        <p:spPr>
          <a:xfrm xmlns:a="http://schemas.openxmlformats.org/drawingml/2006/main">
            <a:off x="609600" y="41719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13" name="format-category-2">
            <a:extLst xmlns:a="http://schemas.openxmlformats.org/drawingml/2006/main">
              <a:ext uri="{FF2B5EF4-FFF2-40B4-BE49-F238E27FC236}">
                <a16:creationId xmlns:a16="http://schemas.microsoft.com/office/drawing/2014/main" id="{457EE457-49A9-49F2-89E1-E26DACE37378}"/>
              </a:ext>
            </a:extLst>
          </p:cNvPr>
          <p:cNvSpPr>
            <a:spLocks xmlns:a="http://schemas.openxmlformats.org/drawingml/2006/main" noGrp="1"/>
          </p:cNvSpPr>
          <p:nvPr/>
        </p:nvSpPr>
        <p:spPr>
          <a:xfrm xmlns:a="http://schemas.openxmlformats.org/drawingml/2006/main">
            <a:off x="609600" y="44862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容器</a:t>
            </a:r>
          </a:p>
        </p:txBody>
      </p:sp>
      <p:sp>
        <p:nvSpPr>
          <p:cNvPr id="14" name="format-example-2">
            <a:extLst xmlns:a="http://schemas.openxmlformats.org/drawingml/2006/main">
              <a:ext uri="{FF2B5EF4-FFF2-40B4-BE49-F238E27FC236}">
                <a16:creationId xmlns:a16="http://schemas.microsoft.com/office/drawing/2014/main" id="{FE88AEA4-4BC7-4572-8637-722CDD7FE0B2}"/>
              </a:ext>
            </a:extLst>
          </p:cNvPr>
          <p:cNvSpPr>
            <a:spLocks xmlns:a="http://schemas.openxmlformats.org/drawingml/2006/main" noGrp="1"/>
          </p:cNvSpPr>
          <p:nvPr/>
        </p:nvSpPr>
        <p:spPr>
          <a:xfrm xmlns:a="http://schemas.openxmlformats.org/drawingml/2006/main">
            <a:off x="3476625" y="44862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WAV / MP4</a:t>
            </a:r>
          </a:p>
        </p:txBody>
      </p:sp>
      <p:sp>
        <p:nvSpPr>
          <p:cNvPr id="15" name="format-qualification-2">
            <a:extLst xmlns:a="http://schemas.openxmlformats.org/drawingml/2006/main">
              <a:ext uri="{FF2B5EF4-FFF2-40B4-BE49-F238E27FC236}">
                <a16:creationId xmlns:a16="http://schemas.microsoft.com/office/drawing/2014/main" id="{C8618572-A5CC-42CA-8D54-B24516E74312}"/>
              </a:ext>
            </a:extLst>
          </p:cNvPr>
          <p:cNvSpPr>
            <a:spLocks xmlns:a="http://schemas.openxmlformats.org/drawingml/2006/main" noGrp="1"/>
          </p:cNvSpPr>
          <p:nvPr/>
        </p:nvSpPr>
        <p:spPr>
          <a:xfrm xmlns:a="http://schemas.openxmlformats.org/drawingml/2006/main">
            <a:off x="7181850" y="44862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WAV常装PCM；MP4可装音视频。</a:t>
            </a:r>
          </a:p>
        </p:txBody>
      </p:sp>
      <p:sp>
        <p:nvSpPr>
          <p:cNvPr id="16" name="text">
            <a:extLst xmlns:a="http://schemas.openxmlformats.org/drawingml/2006/main">
              <a:ext uri="{FF2B5EF4-FFF2-40B4-BE49-F238E27FC236}">
                <a16:creationId xmlns:a16="http://schemas.microsoft.com/office/drawing/2014/main" id="{BF4008AC-A2B5-4122-ACEE-029B662A894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容器名不能单独确定内部编码，也不能单独判断有损或无损。</a:t>
            </a:r>
          </a:p>
        </p:txBody>
      </p:sp>
    </p:spTree>
    <p:extLst>
      <p:ext uri="{BB962C8B-B14F-4D97-AF65-F5344CB8AC3E}">
        <p14:creationId xmlns:p14="http://schemas.microsoft.com/office/powerpoint/2010/main" val="3847893"/>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754AD-ACDC-49F8-A235-242A8BD4FB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67100F0-75FC-4065-A2E4-861272691C8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57F0369-719A-4907-968D-6742027F979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相同尺寸的三幅图，谁容易无损压缩？</a:t>
            </a:r>
          </a:p>
        </p:txBody>
      </p:sp>
      <p:sp>
        <p:nvSpPr>
          <p:cNvPr id="5" name="TextBox 4">
            <a:extLst xmlns:a="http://schemas.openxmlformats.org/drawingml/2006/main">
              <a:ext uri="{FF2B5EF4-FFF2-40B4-BE49-F238E27FC236}">
                <a16:creationId xmlns:a16="http://schemas.microsoft.com/office/drawing/2014/main" id="{4F9033B4-40B4-4156-ABC9-BADD998A82D5}"/>
              </a:ext>
            </a:extLst>
          </p:cNvPr>
          <p:cNvSpPr>
            <a:spLocks xmlns:a="http://schemas.openxmlformats.org/drawingml/2006/main" noGrp="1"/>
          </p:cNvSpPr>
          <p:nvPr/>
        </p:nvSpPr>
        <p:spPr>
          <a:xfrm xmlns:a="http://schemas.openxmlformats.org/drawingml/2006/main">
            <a:off x="609600"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A 纯色</a:t>
            </a:r>
          </a:p>
        </p:txBody>
      </p:sp>
      <p:sp>
        <p:nvSpPr>
          <p:cNvPr id="6" name="Rectangle 5">
            <a:extLst xmlns:a="http://schemas.openxmlformats.org/drawingml/2006/main">
              <a:ext uri="{FF2B5EF4-FFF2-40B4-BE49-F238E27FC236}">
                <a16:creationId xmlns:a16="http://schemas.microsoft.com/office/drawing/2014/main" id="{A55E6178-7142-47DC-93A2-4AB2C2ACC234}"/>
              </a:ext>
            </a:extLst>
          </p:cNvPr>
          <p:cNvSpPr>
            <a:spLocks xmlns:a="http://schemas.openxmlformats.org/drawingml/2006/main" noGrp="1"/>
          </p:cNvSpPr>
          <p:nvPr/>
        </p:nvSpPr>
        <p:spPr>
          <a:xfrm xmlns:a="http://schemas.openxmlformats.org/drawingml/2006/main">
            <a:off x="60960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7E6D5AFC-7EBD-415E-8AA2-2CB0EE48581A}"/>
              </a:ext>
            </a:extLst>
          </p:cNvPr>
          <p:cNvSpPr>
            <a:spLocks xmlns:a="http://schemas.openxmlformats.org/drawingml/2006/main" noGrp="1"/>
          </p:cNvSpPr>
          <p:nvPr/>
        </p:nvSpPr>
        <p:spPr>
          <a:xfrm xmlns:a="http://schemas.openxmlformats.org/drawingml/2006/main">
            <a:off x="96037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AB56B943-CA1E-48A4-8145-03898794AC78}"/>
              </a:ext>
            </a:extLst>
          </p:cNvPr>
          <p:cNvSpPr>
            <a:spLocks xmlns:a="http://schemas.openxmlformats.org/drawingml/2006/main" noGrp="1"/>
          </p:cNvSpPr>
          <p:nvPr/>
        </p:nvSpPr>
        <p:spPr>
          <a:xfrm xmlns:a="http://schemas.openxmlformats.org/drawingml/2006/main">
            <a:off x="13111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9A162CC4-C5C1-4A05-BF9E-AB2FE724AF0C}"/>
              </a:ext>
            </a:extLst>
          </p:cNvPr>
          <p:cNvSpPr>
            <a:spLocks xmlns:a="http://schemas.openxmlformats.org/drawingml/2006/main" noGrp="1"/>
          </p:cNvSpPr>
          <p:nvPr/>
        </p:nvSpPr>
        <p:spPr>
          <a:xfrm xmlns:a="http://schemas.openxmlformats.org/drawingml/2006/main">
            <a:off x="166191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822CBC4F-62BC-444D-B110-52EBC76A979F}"/>
              </a:ext>
            </a:extLst>
          </p:cNvPr>
          <p:cNvSpPr>
            <a:spLocks xmlns:a="http://schemas.openxmlformats.org/drawingml/2006/main" noGrp="1"/>
          </p:cNvSpPr>
          <p:nvPr/>
        </p:nvSpPr>
        <p:spPr>
          <a:xfrm xmlns:a="http://schemas.openxmlformats.org/drawingml/2006/main">
            <a:off x="201267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C48CF238-3B7E-4B01-9420-296DBAFFBE67}"/>
              </a:ext>
            </a:extLst>
          </p:cNvPr>
          <p:cNvSpPr>
            <a:spLocks xmlns:a="http://schemas.openxmlformats.org/drawingml/2006/main" noGrp="1"/>
          </p:cNvSpPr>
          <p:nvPr/>
        </p:nvSpPr>
        <p:spPr>
          <a:xfrm xmlns:a="http://schemas.openxmlformats.org/drawingml/2006/main">
            <a:off x="236344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6E9A5B35-FA6E-4DC4-9D55-B220FA7D6242}"/>
              </a:ext>
            </a:extLst>
          </p:cNvPr>
          <p:cNvSpPr>
            <a:spLocks xmlns:a="http://schemas.openxmlformats.org/drawingml/2006/main" noGrp="1"/>
          </p:cNvSpPr>
          <p:nvPr/>
        </p:nvSpPr>
        <p:spPr>
          <a:xfrm xmlns:a="http://schemas.openxmlformats.org/drawingml/2006/main">
            <a:off x="271421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2A6C90CC-DAE9-44C5-A8F5-5E0D5FB4A8A1}"/>
              </a:ext>
            </a:extLst>
          </p:cNvPr>
          <p:cNvSpPr>
            <a:spLocks xmlns:a="http://schemas.openxmlformats.org/drawingml/2006/main" noGrp="1"/>
          </p:cNvSpPr>
          <p:nvPr/>
        </p:nvSpPr>
        <p:spPr>
          <a:xfrm xmlns:a="http://schemas.openxmlformats.org/drawingml/2006/main">
            <a:off x="306498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BE880483-BE7C-4D41-AC26-4553E3B16F37}"/>
              </a:ext>
            </a:extLst>
          </p:cNvPr>
          <p:cNvSpPr>
            <a:spLocks xmlns:a="http://schemas.openxmlformats.org/drawingml/2006/main" noGrp="1"/>
          </p:cNvSpPr>
          <p:nvPr/>
        </p:nvSpPr>
        <p:spPr>
          <a:xfrm xmlns:a="http://schemas.openxmlformats.org/drawingml/2006/main">
            <a:off x="341575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B7F6934D-6FE2-492B-A8E0-A52C2D68C93F}"/>
              </a:ext>
            </a:extLst>
          </p:cNvPr>
          <p:cNvSpPr>
            <a:spLocks xmlns:a="http://schemas.openxmlformats.org/drawingml/2006/main" noGrp="1"/>
          </p:cNvSpPr>
          <p:nvPr/>
        </p:nvSpPr>
        <p:spPr>
          <a:xfrm xmlns:a="http://schemas.openxmlformats.org/drawingml/2006/main">
            <a:off x="60960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5514A5C5-B7C3-416D-BA12-267DDDD2A507}"/>
              </a:ext>
            </a:extLst>
          </p:cNvPr>
          <p:cNvSpPr>
            <a:spLocks xmlns:a="http://schemas.openxmlformats.org/drawingml/2006/main" noGrp="1"/>
          </p:cNvSpPr>
          <p:nvPr/>
        </p:nvSpPr>
        <p:spPr>
          <a:xfrm xmlns:a="http://schemas.openxmlformats.org/drawingml/2006/main">
            <a:off x="96037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51F76153-49DE-4DB4-86D0-FC480C0DC121}"/>
              </a:ext>
            </a:extLst>
          </p:cNvPr>
          <p:cNvSpPr>
            <a:spLocks xmlns:a="http://schemas.openxmlformats.org/drawingml/2006/main" noGrp="1"/>
          </p:cNvSpPr>
          <p:nvPr/>
        </p:nvSpPr>
        <p:spPr>
          <a:xfrm xmlns:a="http://schemas.openxmlformats.org/drawingml/2006/main">
            <a:off x="13111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393D95B1-36BE-4F63-A5D4-04906AC61B58}"/>
              </a:ext>
            </a:extLst>
          </p:cNvPr>
          <p:cNvSpPr>
            <a:spLocks xmlns:a="http://schemas.openxmlformats.org/drawingml/2006/main" noGrp="1"/>
          </p:cNvSpPr>
          <p:nvPr/>
        </p:nvSpPr>
        <p:spPr>
          <a:xfrm xmlns:a="http://schemas.openxmlformats.org/drawingml/2006/main">
            <a:off x="166191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DC269B76-9997-432E-A29A-27DABE2540C7}"/>
              </a:ext>
            </a:extLst>
          </p:cNvPr>
          <p:cNvSpPr>
            <a:spLocks xmlns:a="http://schemas.openxmlformats.org/drawingml/2006/main" noGrp="1"/>
          </p:cNvSpPr>
          <p:nvPr/>
        </p:nvSpPr>
        <p:spPr>
          <a:xfrm xmlns:a="http://schemas.openxmlformats.org/drawingml/2006/main">
            <a:off x="201267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912590A9-4C4A-43C7-A6E1-396596545228}"/>
              </a:ext>
            </a:extLst>
          </p:cNvPr>
          <p:cNvSpPr>
            <a:spLocks xmlns:a="http://schemas.openxmlformats.org/drawingml/2006/main" noGrp="1"/>
          </p:cNvSpPr>
          <p:nvPr/>
        </p:nvSpPr>
        <p:spPr>
          <a:xfrm xmlns:a="http://schemas.openxmlformats.org/drawingml/2006/main">
            <a:off x="236344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ectangle 20">
            <a:extLst xmlns:a="http://schemas.openxmlformats.org/drawingml/2006/main">
              <a:ext uri="{FF2B5EF4-FFF2-40B4-BE49-F238E27FC236}">
                <a16:creationId xmlns:a16="http://schemas.microsoft.com/office/drawing/2014/main" id="{A48F2333-6DB3-4C35-9201-0E16ED1B8ED6}"/>
              </a:ext>
            </a:extLst>
          </p:cNvPr>
          <p:cNvSpPr>
            <a:spLocks xmlns:a="http://schemas.openxmlformats.org/drawingml/2006/main" noGrp="1"/>
          </p:cNvSpPr>
          <p:nvPr/>
        </p:nvSpPr>
        <p:spPr>
          <a:xfrm xmlns:a="http://schemas.openxmlformats.org/drawingml/2006/main">
            <a:off x="271421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7B45C2F8-7FE5-498F-9E8E-6E3D0BAC655C}"/>
              </a:ext>
            </a:extLst>
          </p:cNvPr>
          <p:cNvSpPr>
            <a:spLocks xmlns:a="http://schemas.openxmlformats.org/drawingml/2006/main" noGrp="1"/>
          </p:cNvSpPr>
          <p:nvPr/>
        </p:nvSpPr>
        <p:spPr>
          <a:xfrm xmlns:a="http://schemas.openxmlformats.org/drawingml/2006/main">
            <a:off x="306498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8413D92C-8CC1-4C9A-9918-01D9847B1D8C}"/>
              </a:ext>
            </a:extLst>
          </p:cNvPr>
          <p:cNvSpPr>
            <a:spLocks xmlns:a="http://schemas.openxmlformats.org/drawingml/2006/main" noGrp="1"/>
          </p:cNvSpPr>
          <p:nvPr/>
        </p:nvSpPr>
        <p:spPr>
          <a:xfrm xmlns:a="http://schemas.openxmlformats.org/drawingml/2006/main">
            <a:off x="341575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688F686B-E9E2-40D5-A447-253914A75B16}"/>
              </a:ext>
            </a:extLst>
          </p:cNvPr>
          <p:cNvSpPr>
            <a:spLocks xmlns:a="http://schemas.openxmlformats.org/drawingml/2006/main" noGrp="1"/>
          </p:cNvSpPr>
          <p:nvPr/>
        </p:nvSpPr>
        <p:spPr>
          <a:xfrm xmlns:a="http://schemas.openxmlformats.org/drawingml/2006/main">
            <a:off x="60960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Rectangle 24">
            <a:extLst xmlns:a="http://schemas.openxmlformats.org/drawingml/2006/main">
              <a:ext uri="{FF2B5EF4-FFF2-40B4-BE49-F238E27FC236}">
                <a16:creationId xmlns:a16="http://schemas.microsoft.com/office/drawing/2014/main" id="{C0ABF58B-BDFA-4D27-8979-BD429BEDC260}"/>
              </a:ext>
            </a:extLst>
          </p:cNvPr>
          <p:cNvSpPr>
            <a:spLocks xmlns:a="http://schemas.openxmlformats.org/drawingml/2006/main" noGrp="1"/>
          </p:cNvSpPr>
          <p:nvPr/>
        </p:nvSpPr>
        <p:spPr>
          <a:xfrm xmlns:a="http://schemas.openxmlformats.org/drawingml/2006/main">
            <a:off x="96037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9ED05715-95FD-425A-915B-33D14056E673}"/>
              </a:ext>
            </a:extLst>
          </p:cNvPr>
          <p:cNvSpPr>
            <a:spLocks xmlns:a="http://schemas.openxmlformats.org/drawingml/2006/main" noGrp="1"/>
          </p:cNvSpPr>
          <p:nvPr/>
        </p:nvSpPr>
        <p:spPr>
          <a:xfrm xmlns:a="http://schemas.openxmlformats.org/drawingml/2006/main">
            <a:off x="13111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Rectangle 26">
            <a:extLst xmlns:a="http://schemas.openxmlformats.org/drawingml/2006/main">
              <a:ext uri="{FF2B5EF4-FFF2-40B4-BE49-F238E27FC236}">
                <a16:creationId xmlns:a16="http://schemas.microsoft.com/office/drawing/2014/main" id="{F51CD334-70AB-489A-BC96-79A9147AAFD9}"/>
              </a:ext>
            </a:extLst>
          </p:cNvPr>
          <p:cNvSpPr>
            <a:spLocks xmlns:a="http://schemas.openxmlformats.org/drawingml/2006/main" noGrp="1"/>
          </p:cNvSpPr>
          <p:nvPr/>
        </p:nvSpPr>
        <p:spPr>
          <a:xfrm xmlns:a="http://schemas.openxmlformats.org/drawingml/2006/main">
            <a:off x="166191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Rectangle 27">
            <a:extLst xmlns:a="http://schemas.openxmlformats.org/drawingml/2006/main">
              <a:ext uri="{FF2B5EF4-FFF2-40B4-BE49-F238E27FC236}">
                <a16:creationId xmlns:a16="http://schemas.microsoft.com/office/drawing/2014/main" id="{27BC19F4-F3BC-4374-A461-753939459DDD}"/>
              </a:ext>
            </a:extLst>
          </p:cNvPr>
          <p:cNvSpPr>
            <a:spLocks xmlns:a="http://schemas.openxmlformats.org/drawingml/2006/main" noGrp="1"/>
          </p:cNvSpPr>
          <p:nvPr/>
        </p:nvSpPr>
        <p:spPr>
          <a:xfrm xmlns:a="http://schemas.openxmlformats.org/drawingml/2006/main">
            <a:off x="201267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F0DC7F0C-331F-49EB-85BD-E03EEA472D8C}"/>
              </a:ext>
            </a:extLst>
          </p:cNvPr>
          <p:cNvSpPr>
            <a:spLocks xmlns:a="http://schemas.openxmlformats.org/drawingml/2006/main" noGrp="1"/>
          </p:cNvSpPr>
          <p:nvPr/>
        </p:nvSpPr>
        <p:spPr>
          <a:xfrm xmlns:a="http://schemas.openxmlformats.org/drawingml/2006/main">
            <a:off x="236344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Rectangle 29">
            <a:extLst xmlns:a="http://schemas.openxmlformats.org/drawingml/2006/main">
              <a:ext uri="{FF2B5EF4-FFF2-40B4-BE49-F238E27FC236}">
                <a16:creationId xmlns:a16="http://schemas.microsoft.com/office/drawing/2014/main" id="{80E8EFE2-AC69-49F0-8124-0EB2846FBDC7}"/>
              </a:ext>
            </a:extLst>
          </p:cNvPr>
          <p:cNvSpPr>
            <a:spLocks xmlns:a="http://schemas.openxmlformats.org/drawingml/2006/main" noGrp="1"/>
          </p:cNvSpPr>
          <p:nvPr/>
        </p:nvSpPr>
        <p:spPr>
          <a:xfrm xmlns:a="http://schemas.openxmlformats.org/drawingml/2006/main">
            <a:off x="271421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BC3886CB-EBB2-4360-9D51-A4FC38EDDE0F}"/>
              </a:ext>
            </a:extLst>
          </p:cNvPr>
          <p:cNvSpPr>
            <a:spLocks xmlns:a="http://schemas.openxmlformats.org/drawingml/2006/main" noGrp="1"/>
          </p:cNvSpPr>
          <p:nvPr/>
        </p:nvSpPr>
        <p:spPr>
          <a:xfrm xmlns:a="http://schemas.openxmlformats.org/drawingml/2006/main">
            <a:off x="306498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D1ABE181-D8A5-448E-BE58-681B810F2FEC}"/>
              </a:ext>
            </a:extLst>
          </p:cNvPr>
          <p:cNvSpPr>
            <a:spLocks xmlns:a="http://schemas.openxmlformats.org/drawingml/2006/main" noGrp="1"/>
          </p:cNvSpPr>
          <p:nvPr/>
        </p:nvSpPr>
        <p:spPr>
          <a:xfrm xmlns:a="http://schemas.openxmlformats.org/drawingml/2006/main">
            <a:off x="341575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Rectangle 32">
            <a:extLst xmlns:a="http://schemas.openxmlformats.org/drawingml/2006/main">
              <a:ext uri="{FF2B5EF4-FFF2-40B4-BE49-F238E27FC236}">
                <a16:creationId xmlns:a16="http://schemas.microsoft.com/office/drawing/2014/main" id="{FE1C9DFA-FB45-47DA-99A8-305425522501}"/>
              </a:ext>
            </a:extLst>
          </p:cNvPr>
          <p:cNvSpPr>
            <a:spLocks xmlns:a="http://schemas.openxmlformats.org/drawingml/2006/main" noGrp="1"/>
          </p:cNvSpPr>
          <p:nvPr/>
        </p:nvSpPr>
        <p:spPr>
          <a:xfrm xmlns:a="http://schemas.openxmlformats.org/drawingml/2006/main">
            <a:off x="60960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Rectangle 33">
            <a:extLst xmlns:a="http://schemas.openxmlformats.org/drawingml/2006/main">
              <a:ext uri="{FF2B5EF4-FFF2-40B4-BE49-F238E27FC236}">
                <a16:creationId xmlns:a16="http://schemas.microsoft.com/office/drawing/2014/main" id="{DAC50BD6-C952-45CB-B841-85F43223E440}"/>
              </a:ext>
            </a:extLst>
          </p:cNvPr>
          <p:cNvSpPr>
            <a:spLocks xmlns:a="http://schemas.openxmlformats.org/drawingml/2006/main" noGrp="1"/>
          </p:cNvSpPr>
          <p:nvPr/>
        </p:nvSpPr>
        <p:spPr>
          <a:xfrm xmlns:a="http://schemas.openxmlformats.org/drawingml/2006/main">
            <a:off x="9603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Rectangle 34">
            <a:extLst xmlns:a="http://schemas.openxmlformats.org/drawingml/2006/main">
              <a:ext uri="{FF2B5EF4-FFF2-40B4-BE49-F238E27FC236}">
                <a16:creationId xmlns:a16="http://schemas.microsoft.com/office/drawing/2014/main" id="{B7D86636-8A03-44FA-997D-4EBDC8322628}"/>
              </a:ext>
            </a:extLst>
          </p:cNvPr>
          <p:cNvSpPr>
            <a:spLocks xmlns:a="http://schemas.openxmlformats.org/drawingml/2006/main" noGrp="1"/>
          </p:cNvSpPr>
          <p:nvPr/>
        </p:nvSpPr>
        <p:spPr>
          <a:xfrm xmlns:a="http://schemas.openxmlformats.org/drawingml/2006/main">
            <a:off x="131114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Rectangle 35">
            <a:extLst xmlns:a="http://schemas.openxmlformats.org/drawingml/2006/main">
              <a:ext uri="{FF2B5EF4-FFF2-40B4-BE49-F238E27FC236}">
                <a16:creationId xmlns:a16="http://schemas.microsoft.com/office/drawing/2014/main" id="{4B81A1EC-BF7C-4B88-87BE-F6B0B6C0DB86}"/>
              </a:ext>
            </a:extLst>
          </p:cNvPr>
          <p:cNvSpPr>
            <a:spLocks xmlns:a="http://schemas.openxmlformats.org/drawingml/2006/main" noGrp="1"/>
          </p:cNvSpPr>
          <p:nvPr/>
        </p:nvSpPr>
        <p:spPr>
          <a:xfrm xmlns:a="http://schemas.openxmlformats.org/drawingml/2006/main">
            <a:off x="166191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Rectangle 36">
            <a:extLst xmlns:a="http://schemas.openxmlformats.org/drawingml/2006/main">
              <a:ext uri="{FF2B5EF4-FFF2-40B4-BE49-F238E27FC236}">
                <a16:creationId xmlns:a16="http://schemas.microsoft.com/office/drawing/2014/main" id="{BABCCDE0-3245-45B4-97D7-561E869A85CB}"/>
              </a:ext>
            </a:extLst>
          </p:cNvPr>
          <p:cNvSpPr>
            <a:spLocks xmlns:a="http://schemas.openxmlformats.org/drawingml/2006/main" noGrp="1"/>
          </p:cNvSpPr>
          <p:nvPr/>
        </p:nvSpPr>
        <p:spPr>
          <a:xfrm xmlns:a="http://schemas.openxmlformats.org/drawingml/2006/main">
            <a:off x="201267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Rectangle 37">
            <a:extLst xmlns:a="http://schemas.openxmlformats.org/drawingml/2006/main">
              <a:ext uri="{FF2B5EF4-FFF2-40B4-BE49-F238E27FC236}">
                <a16:creationId xmlns:a16="http://schemas.microsoft.com/office/drawing/2014/main" id="{83DE9823-7C1F-4524-9F97-D71C0AD65219}"/>
              </a:ext>
            </a:extLst>
          </p:cNvPr>
          <p:cNvSpPr>
            <a:spLocks xmlns:a="http://schemas.openxmlformats.org/drawingml/2006/main" noGrp="1"/>
          </p:cNvSpPr>
          <p:nvPr/>
        </p:nvSpPr>
        <p:spPr>
          <a:xfrm xmlns:a="http://schemas.openxmlformats.org/drawingml/2006/main">
            <a:off x="236344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Rectangle 38">
            <a:extLst xmlns:a="http://schemas.openxmlformats.org/drawingml/2006/main">
              <a:ext uri="{FF2B5EF4-FFF2-40B4-BE49-F238E27FC236}">
                <a16:creationId xmlns:a16="http://schemas.microsoft.com/office/drawing/2014/main" id="{10673E5C-F108-435C-912F-D452E49B864D}"/>
              </a:ext>
            </a:extLst>
          </p:cNvPr>
          <p:cNvSpPr>
            <a:spLocks xmlns:a="http://schemas.openxmlformats.org/drawingml/2006/main" noGrp="1"/>
          </p:cNvSpPr>
          <p:nvPr/>
        </p:nvSpPr>
        <p:spPr>
          <a:xfrm xmlns:a="http://schemas.openxmlformats.org/drawingml/2006/main">
            <a:off x="271421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Rectangle 39">
            <a:extLst xmlns:a="http://schemas.openxmlformats.org/drawingml/2006/main">
              <a:ext uri="{FF2B5EF4-FFF2-40B4-BE49-F238E27FC236}">
                <a16:creationId xmlns:a16="http://schemas.microsoft.com/office/drawing/2014/main" id="{AC73DCB7-2174-4A6C-92B9-59B80B8D2563}"/>
              </a:ext>
            </a:extLst>
          </p:cNvPr>
          <p:cNvSpPr>
            <a:spLocks xmlns:a="http://schemas.openxmlformats.org/drawingml/2006/main" noGrp="1"/>
          </p:cNvSpPr>
          <p:nvPr/>
        </p:nvSpPr>
        <p:spPr>
          <a:xfrm xmlns:a="http://schemas.openxmlformats.org/drawingml/2006/main">
            <a:off x="306498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Rectangle 40">
            <a:extLst xmlns:a="http://schemas.openxmlformats.org/drawingml/2006/main">
              <a:ext uri="{FF2B5EF4-FFF2-40B4-BE49-F238E27FC236}">
                <a16:creationId xmlns:a16="http://schemas.microsoft.com/office/drawing/2014/main" id="{4E0B2BF7-EFE3-42DB-936B-6565DCD6CD23}"/>
              </a:ext>
            </a:extLst>
          </p:cNvPr>
          <p:cNvSpPr>
            <a:spLocks xmlns:a="http://schemas.openxmlformats.org/drawingml/2006/main" noGrp="1"/>
          </p:cNvSpPr>
          <p:nvPr/>
        </p:nvSpPr>
        <p:spPr>
          <a:xfrm xmlns:a="http://schemas.openxmlformats.org/drawingml/2006/main">
            <a:off x="341575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Rectangle 41">
            <a:extLst xmlns:a="http://schemas.openxmlformats.org/drawingml/2006/main">
              <a:ext uri="{FF2B5EF4-FFF2-40B4-BE49-F238E27FC236}">
                <a16:creationId xmlns:a16="http://schemas.microsoft.com/office/drawing/2014/main" id="{B8F52DFC-027F-49EB-8043-2DA80EBEE8EC}"/>
              </a:ext>
            </a:extLst>
          </p:cNvPr>
          <p:cNvSpPr>
            <a:spLocks xmlns:a="http://schemas.openxmlformats.org/drawingml/2006/main" noGrp="1"/>
          </p:cNvSpPr>
          <p:nvPr/>
        </p:nvSpPr>
        <p:spPr>
          <a:xfrm xmlns:a="http://schemas.openxmlformats.org/drawingml/2006/main">
            <a:off x="60960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1DD4F2A1-FE01-413B-AA6A-F187066CD089}"/>
              </a:ext>
            </a:extLst>
          </p:cNvPr>
          <p:cNvSpPr>
            <a:spLocks xmlns:a="http://schemas.openxmlformats.org/drawingml/2006/main" noGrp="1"/>
          </p:cNvSpPr>
          <p:nvPr/>
        </p:nvSpPr>
        <p:spPr>
          <a:xfrm xmlns:a="http://schemas.openxmlformats.org/drawingml/2006/main">
            <a:off x="9603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Rectangle 43">
            <a:extLst xmlns:a="http://schemas.openxmlformats.org/drawingml/2006/main">
              <a:ext uri="{FF2B5EF4-FFF2-40B4-BE49-F238E27FC236}">
                <a16:creationId xmlns:a16="http://schemas.microsoft.com/office/drawing/2014/main" id="{BF069680-4CE5-4742-B995-04D8E934C7B1}"/>
              </a:ext>
            </a:extLst>
          </p:cNvPr>
          <p:cNvSpPr>
            <a:spLocks xmlns:a="http://schemas.openxmlformats.org/drawingml/2006/main" noGrp="1"/>
          </p:cNvSpPr>
          <p:nvPr/>
        </p:nvSpPr>
        <p:spPr>
          <a:xfrm xmlns:a="http://schemas.openxmlformats.org/drawingml/2006/main">
            <a:off x="131114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Rectangle 44">
            <a:extLst xmlns:a="http://schemas.openxmlformats.org/drawingml/2006/main">
              <a:ext uri="{FF2B5EF4-FFF2-40B4-BE49-F238E27FC236}">
                <a16:creationId xmlns:a16="http://schemas.microsoft.com/office/drawing/2014/main" id="{5535F08E-5A9A-4F31-B095-A36211646C53}"/>
              </a:ext>
            </a:extLst>
          </p:cNvPr>
          <p:cNvSpPr>
            <a:spLocks xmlns:a="http://schemas.openxmlformats.org/drawingml/2006/main" noGrp="1"/>
          </p:cNvSpPr>
          <p:nvPr/>
        </p:nvSpPr>
        <p:spPr>
          <a:xfrm xmlns:a="http://schemas.openxmlformats.org/drawingml/2006/main">
            <a:off x="166191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Rectangle 45">
            <a:extLst xmlns:a="http://schemas.openxmlformats.org/drawingml/2006/main">
              <a:ext uri="{FF2B5EF4-FFF2-40B4-BE49-F238E27FC236}">
                <a16:creationId xmlns:a16="http://schemas.microsoft.com/office/drawing/2014/main" id="{EA3FD641-1BBA-4CD8-9F82-DDC53723812A}"/>
              </a:ext>
            </a:extLst>
          </p:cNvPr>
          <p:cNvSpPr>
            <a:spLocks xmlns:a="http://schemas.openxmlformats.org/drawingml/2006/main" noGrp="1"/>
          </p:cNvSpPr>
          <p:nvPr/>
        </p:nvSpPr>
        <p:spPr>
          <a:xfrm xmlns:a="http://schemas.openxmlformats.org/drawingml/2006/main">
            <a:off x="201267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Rectangle 46">
            <a:extLst xmlns:a="http://schemas.openxmlformats.org/drawingml/2006/main">
              <a:ext uri="{FF2B5EF4-FFF2-40B4-BE49-F238E27FC236}">
                <a16:creationId xmlns:a16="http://schemas.microsoft.com/office/drawing/2014/main" id="{F759E284-9C06-4A32-846F-E414EBF4911D}"/>
              </a:ext>
            </a:extLst>
          </p:cNvPr>
          <p:cNvSpPr>
            <a:spLocks xmlns:a="http://schemas.openxmlformats.org/drawingml/2006/main" noGrp="1"/>
          </p:cNvSpPr>
          <p:nvPr/>
        </p:nvSpPr>
        <p:spPr>
          <a:xfrm xmlns:a="http://schemas.openxmlformats.org/drawingml/2006/main">
            <a:off x="236344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Rectangle 47">
            <a:extLst xmlns:a="http://schemas.openxmlformats.org/drawingml/2006/main">
              <a:ext uri="{FF2B5EF4-FFF2-40B4-BE49-F238E27FC236}">
                <a16:creationId xmlns:a16="http://schemas.microsoft.com/office/drawing/2014/main" id="{250D2568-C773-4BD2-AEEA-0C95E7FD08CB}"/>
              </a:ext>
            </a:extLst>
          </p:cNvPr>
          <p:cNvSpPr>
            <a:spLocks xmlns:a="http://schemas.openxmlformats.org/drawingml/2006/main" noGrp="1"/>
          </p:cNvSpPr>
          <p:nvPr/>
        </p:nvSpPr>
        <p:spPr>
          <a:xfrm xmlns:a="http://schemas.openxmlformats.org/drawingml/2006/main">
            <a:off x="271421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Rectangle 48">
            <a:extLst xmlns:a="http://schemas.openxmlformats.org/drawingml/2006/main">
              <a:ext uri="{FF2B5EF4-FFF2-40B4-BE49-F238E27FC236}">
                <a16:creationId xmlns:a16="http://schemas.microsoft.com/office/drawing/2014/main" id="{A7AEAD5B-4A2D-4B3A-A3D5-6EDCE5AAE11E}"/>
              </a:ext>
            </a:extLst>
          </p:cNvPr>
          <p:cNvSpPr>
            <a:spLocks xmlns:a="http://schemas.openxmlformats.org/drawingml/2006/main" noGrp="1"/>
          </p:cNvSpPr>
          <p:nvPr/>
        </p:nvSpPr>
        <p:spPr>
          <a:xfrm xmlns:a="http://schemas.openxmlformats.org/drawingml/2006/main">
            <a:off x="306498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Rectangle 49">
            <a:extLst xmlns:a="http://schemas.openxmlformats.org/drawingml/2006/main">
              <a:ext uri="{FF2B5EF4-FFF2-40B4-BE49-F238E27FC236}">
                <a16:creationId xmlns:a16="http://schemas.microsoft.com/office/drawing/2014/main" id="{E076C0DF-EF47-4D5D-BB10-BBE8B789994B}"/>
              </a:ext>
            </a:extLst>
          </p:cNvPr>
          <p:cNvSpPr>
            <a:spLocks xmlns:a="http://schemas.openxmlformats.org/drawingml/2006/main" noGrp="1"/>
          </p:cNvSpPr>
          <p:nvPr/>
        </p:nvSpPr>
        <p:spPr>
          <a:xfrm xmlns:a="http://schemas.openxmlformats.org/drawingml/2006/main">
            <a:off x="341575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ectangle 50">
            <a:extLst xmlns:a="http://schemas.openxmlformats.org/drawingml/2006/main">
              <a:ext uri="{FF2B5EF4-FFF2-40B4-BE49-F238E27FC236}">
                <a16:creationId xmlns:a16="http://schemas.microsoft.com/office/drawing/2014/main" id="{11467CCF-E9D4-4309-AF3F-A7C092B079DE}"/>
              </a:ext>
            </a:extLst>
          </p:cNvPr>
          <p:cNvSpPr>
            <a:spLocks xmlns:a="http://schemas.openxmlformats.org/drawingml/2006/main" noGrp="1"/>
          </p:cNvSpPr>
          <p:nvPr/>
        </p:nvSpPr>
        <p:spPr>
          <a:xfrm xmlns:a="http://schemas.openxmlformats.org/drawingml/2006/main">
            <a:off x="60960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Rectangle 51">
            <a:extLst xmlns:a="http://schemas.openxmlformats.org/drawingml/2006/main">
              <a:ext uri="{FF2B5EF4-FFF2-40B4-BE49-F238E27FC236}">
                <a16:creationId xmlns:a16="http://schemas.microsoft.com/office/drawing/2014/main" id="{22F04359-DF2A-4DEF-B044-C2B868CCA40B}"/>
              </a:ext>
            </a:extLst>
          </p:cNvPr>
          <p:cNvSpPr>
            <a:spLocks xmlns:a="http://schemas.openxmlformats.org/drawingml/2006/main" noGrp="1"/>
          </p:cNvSpPr>
          <p:nvPr/>
        </p:nvSpPr>
        <p:spPr>
          <a:xfrm xmlns:a="http://schemas.openxmlformats.org/drawingml/2006/main">
            <a:off x="9603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Rectangle 52">
            <a:extLst xmlns:a="http://schemas.openxmlformats.org/drawingml/2006/main">
              <a:ext uri="{FF2B5EF4-FFF2-40B4-BE49-F238E27FC236}">
                <a16:creationId xmlns:a16="http://schemas.microsoft.com/office/drawing/2014/main" id="{10E4B710-F3C0-4BEC-805D-6502FD1CEF42}"/>
              </a:ext>
            </a:extLst>
          </p:cNvPr>
          <p:cNvSpPr>
            <a:spLocks xmlns:a="http://schemas.openxmlformats.org/drawingml/2006/main" noGrp="1"/>
          </p:cNvSpPr>
          <p:nvPr/>
        </p:nvSpPr>
        <p:spPr>
          <a:xfrm xmlns:a="http://schemas.openxmlformats.org/drawingml/2006/main">
            <a:off x="131114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Rectangle 53">
            <a:extLst xmlns:a="http://schemas.openxmlformats.org/drawingml/2006/main">
              <a:ext uri="{FF2B5EF4-FFF2-40B4-BE49-F238E27FC236}">
                <a16:creationId xmlns:a16="http://schemas.microsoft.com/office/drawing/2014/main" id="{3B1C1972-131C-4ACB-A597-09287C906677}"/>
              </a:ext>
            </a:extLst>
          </p:cNvPr>
          <p:cNvSpPr>
            <a:spLocks xmlns:a="http://schemas.openxmlformats.org/drawingml/2006/main" noGrp="1"/>
          </p:cNvSpPr>
          <p:nvPr/>
        </p:nvSpPr>
        <p:spPr>
          <a:xfrm xmlns:a="http://schemas.openxmlformats.org/drawingml/2006/main">
            <a:off x="166191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5" name="Rectangle 54">
            <a:extLst xmlns:a="http://schemas.openxmlformats.org/drawingml/2006/main">
              <a:ext uri="{FF2B5EF4-FFF2-40B4-BE49-F238E27FC236}">
                <a16:creationId xmlns:a16="http://schemas.microsoft.com/office/drawing/2014/main" id="{F7B1E525-4FE3-402B-8343-B604A9F62E77}"/>
              </a:ext>
            </a:extLst>
          </p:cNvPr>
          <p:cNvSpPr>
            <a:spLocks xmlns:a="http://schemas.openxmlformats.org/drawingml/2006/main" noGrp="1"/>
          </p:cNvSpPr>
          <p:nvPr/>
        </p:nvSpPr>
        <p:spPr>
          <a:xfrm xmlns:a="http://schemas.openxmlformats.org/drawingml/2006/main">
            <a:off x="201267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Rectangle 55">
            <a:extLst xmlns:a="http://schemas.openxmlformats.org/drawingml/2006/main">
              <a:ext uri="{FF2B5EF4-FFF2-40B4-BE49-F238E27FC236}">
                <a16:creationId xmlns:a16="http://schemas.microsoft.com/office/drawing/2014/main" id="{C418F702-7E24-47A7-A770-84C5C6D76AA2}"/>
              </a:ext>
            </a:extLst>
          </p:cNvPr>
          <p:cNvSpPr>
            <a:spLocks xmlns:a="http://schemas.openxmlformats.org/drawingml/2006/main" noGrp="1"/>
          </p:cNvSpPr>
          <p:nvPr/>
        </p:nvSpPr>
        <p:spPr>
          <a:xfrm xmlns:a="http://schemas.openxmlformats.org/drawingml/2006/main">
            <a:off x="236344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7" name="Rectangle 56">
            <a:extLst xmlns:a="http://schemas.openxmlformats.org/drawingml/2006/main">
              <a:ext uri="{FF2B5EF4-FFF2-40B4-BE49-F238E27FC236}">
                <a16:creationId xmlns:a16="http://schemas.microsoft.com/office/drawing/2014/main" id="{DE511698-3586-4363-A6D4-786996DCFC13}"/>
              </a:ext>
            </a:extLst>
          </p:cNvPr>
          <p:cNvSpPr>
            <a:spLocks xmlns:a="http://schemas.openxmlformats.org/drawingml/2006/main" noGrp="1"/>
          </p:cNvSpPr>
          <p:nvPr/>
        </p:nvSpPr>
        <p:spPr>
          <a:xfrm xmlns:a="http://schemas.openxmlformats.org/drawingml/2006/main">
            <a:off x="271421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ectangle 57">
            <a:extLst xmlns:a="http://schemas.openxmlformats.org/drawingml/2006/main">
              <a:ext uri="{FF2B5EF4-FFF2-40B4-BE49-F238E27FC236}">
                <a16:creationId xmlns:a16="http://schemas.microsoft.com/office/drawing/2014/main" id="{8C5B79D3-B0AF-408C-9877-2A80F65F5F77}"/>
              </a:ext>
            </a:extLst>
          </p:cNvPr>
          <p:cNvSpPr>
            <a:spLocks xmlns:a="http://schemas.openxmlformats.org/drawingml/2006/main" noGrp="1"/>
          </p:cNvSpPr>
          <p:nvPr/>
        </p:nvSpPr>
        <p:spPr>
          <a:xfrm xmlns:a="http://schemas.openxmlformats.org/drawingml/2006/main">
            <a:off x="306498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9" name="Rectangle 58">
            <a:extLst xmlns:a="http://schemas.openxmlformats.org/drawingml/2006/main">
              <a:ext uri="{FF2B5EF4-FFF2-40B4-BE49-F238E27FC236}">
                <a16:creationId xmlns:a16="http://schemas.microsoft.com/office/drawing/2014/main" id="{5E616251-F180-4F26-81DA-EB2B537B9A66}"/>
              </a:ext>
            </a:extLst>
          </p:cNvPr>
          <p:cNvSpPr>
            <a:spLocks xmlns:a="http://schemas.openxmlformats.org/drawingml/2006/main" noGrp="1"/>
          </p:cNvSpPr>
          <p:nvPr/>
        </p:nvSpPr>
        <p:spPr>
          <a:xfrm xmlns:a="http://schemas.openxmlformats.org/drawingml/2006/main">
            <a:off x="341575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0" name="TextBox 59">
            <a:extLst xmlns:a="http://schemas.openxmlformats.org/drawingml/2006/main">
              <a:ext uri="{FF2B5EF4-FFF2-40B4-BE49-F238E27FC236}">
                <a16:creationId xmlns:a16="http://schemas.microsoft.com/office/drawing/2014/main" id="{E262C5B5-2D2D-4D23-907C-89F736255B04}"/>
              </a:ext>
            </a:extLst>
          </p:cNvPr>
          <p:cNvSpPr>
            <a:spLocks xmlns:a="http://schemas.openxmlformats.org/drawingml/2006/main" noGrp="1"/>
          </p:cNvSpPr>
          <p:nvPr/>
        </p:nvSpPr>
        <p:spPr>
          <a:xfrm xmlns:a="http://schemas.openxmlformats.org/drawingml/2006/main">
            <a:off x="609600"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61" name="TextBox 60">
            <a:extLst xmlns:a="http://schemas.openxmlformats.org/drawingml/2006/main">
              <a:ext uri="{FF2B5EF4-FFF2-40B4-BE49-F238E27FC236}">
                <a16:creationId xmlns:a16="http://schemas.microsoft.com/office/drawing/2014/main" id="{9AFF36AC-F82C-4C60-8902-559E03C64479}"/>
              </a:ext>
            </a:extLst>
          </p:cNvPr>
          <p:cNvSpPr>
            <a:spLocks xmlns:a="http://schemas.openxmlformats.org/drawingml/2006/main" noGrp="1"/>
          </p:cNvSpPr>
          <p:nvPr/>
        </p:nvSpPr>
        <p:spPr>
          <a:xfrm xmlns:a="http://schemas.openxmlformats.org/drawingml/2006/main">
            <a:off x="4387121"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B 色块</a:t>
            </a:r>
          </a:p>
        </p:txBody>
      </p:sp>
      <p:sp>
        <p:nvSpPr>
          <p:cNvPr id="62" name="Rectangle 61">
            <a:extLst xmlns:a="http://schemas.openxmlformats.org/drawingml/2006/main">
              <a:ext uri="{FF2B5EF4-FFF2-40B4-BE49-F238E27FC236}">
                <a16:creationId xmlns:a16="http://schemas.microsoft.com/office/drawing/2014/main" id="{78419A58-CE21-4654-87EF-3AF15A6BB2CD}"/>
              </a:ext>
            </a:extLst>
          </p:cNvPr>
          <p:cNvSpPr>
            <a:spLocks xmlns:a="http://schemas.openxmlformats.org/drawingml/2006/main" noGrp="1"/>
          </p:cNvSpPr>
          <p:nvPr/>
        </p:nvSpPr>
        <p:spPr>
          <a:xfrm xmlns:a="http://schemas.openxmlformats.org/drawingml/2006/main">
            <a:off x="438712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Rectangle 62">
            <a:extLst xmlns:a="http://schemas.openxmlformats.org/drawingml/2006/main">
              <a:ext uri="{FF2B5EF4-FFF2-40B4-BE49-F238E27FC236}">
                <a16:creationId xmlns:a16="http://schemas.microsoft.com/office/drawing/2014/main" id="{FD0548CF-A44F-4139-B6CF-75A31E9F1F80}"/>
              </a:ext>
            </a:extLst>
          </p:cNvPr>
          <p:cNvSpPr>
            <a:spLocks xmlns:a="http://schemas.openxmlformats.org/drawingml/2006/main" noGrp="1"/>
          </p:cNvSpPr>
          <p:nvPr/>
        </p:nvSpPr>
        <p:spPr>
          <a:xfrm xmlns:a="http://schemas.openxmlformats.org/drawingml/2006/main">
            <a:off x="473789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4" name="Rectangle 63">
            <a:extLst xmlns:a="http://schemas.openxmlformats.org/drawingml/2006/main">
              <a:ext uri="{FF2B5EF4-FFF2-40B4-BE49-F238E27FC236}">
                <a16:creationId xmlns:a16="http://schemas.microsoft.com/office/drawing/2014/main" id="{892D91D5-997A-4338-AB77-F3B3F3251C9C}"/>
              </a:ext>
            </a:extLst>
          </p:cNvPr>
          <p:cNvSpPr>
            <a:spLocks xmlns:a="http://schemas.openxmlformats.org/drawingml/2006/main" noGrp="1"/>
          </p:cNvSpPr>
          <p:nvPr/>
        </p:nvSpPr>
        <p:spPr>
          <a:xfrm xmlns:a="http://schemas.openxmlformats.org/drawingml/2006/main">
            <a:off x="508866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Rectangle 64">
            <a:extLst xmlns:a="http://schemas.openxmlformats.org/drawingml/2006/main">
              <a:ext uri="{FF2B5EF4-FFF2-40B4-BE49-F238E27FC236}">
                <a16:creationId xmlns:a16="http://schemas.microsoft.com/office/drawing/2014/main" id="{BEE9C73F-73DA-41F3-AF49-192C0A27F2DC}"/>
              </a:ext>
            </a:extLst>
          </p:cNvPr>
          <p:cNvSpPr>
            <a:spLocks xmlns:a="http://schemas.openxmlformats.org/drawingml/2006/main" noGrp="1"/>
          </p:cNvSpPr>
          <p:nvPr/>
        </p:nvSpPr>
        <p:spPr>
          <a:xfrm xmlns:a="http://schemas.openxmlformats.org/drawingml/2006/main">
            <a:off x="54394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6" name="Rectangle 65">
            <a:extLst xmlns:a="http://schemas.openxmlformats.org/drawingml/2006/main">
              <a:ext uri="{FF2B5EF4-FFF2-40B4-BE49-F238E27FC236}">
                <a16:creationId xmlns:a16="http://schemas.microsoft.com/office/drawing/2014/main" id="{8C68A872-DA6D-43CC-9054-8B5F5ADD5106}"/>
              </a:ext>
            </a:extLst>
          </p:cNvPr>
          <p:cNvSpPr>
            <a:spLocks xmlns:a="http://schemas.openxmlformats.org/drawingml/2006/main" noGrp="1"/>
          </p:cNvSpPr>
          <p:nvPr/>
        </p:nvSpPr>
        <p:spPr>
          <a:xfrm xmlns:a="http://schemas.openxmlformats.org/drawingml/2006/main">
            <a:off x="579020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7" name="Rectangle 66">
            <a:extLst xmlns:a="http://schemas.openxmlformats.org/drawingml/2006/main">
              <a:ext uri="{FF2B5EF4-FFF2-40B4-BE49-F238E27FC236}">
                <a16:creationId xmlns:a16="http://schemas.microsoft.com/office/drawing/2014/main" id="{FBCD8340-AFC9-4937-8DF8-67C081790667}"/>
              </a:ext>
            </a:extLst>
          </p:cNvPr>
          <p:cNvSpPr>
            <a:spLocks xmlns:a="http://schemas.openxmlformats.org/drawingml/2006/main" noGrp="1"/>
          </p:cNvSpPr>
          <p:nvPr/>
        </p:nvSpPr>
        <p:spPr>
          <a:xfrm xmlns:a="http://schemas.openxmlformats.org/drawingml/2006/main">
            <a:off x="6140970"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Rectangle 67">
            <a:extLst xmlns:a="http://schemas.openxmlformats.org/drawingml/2006/main">
              <a:ext uri="{FF2B5EF4-FFF2-40B4-BE49-F238E27FC236}">
                <a16:creationId xmlns:a16="http://schemas.microsoft.com/office/drawing/2014/main" id="{53998C9A-544E-4C80-B8BC-DC6421BFE15F}"/>
              </a:ext>
            </a:extLst>
          </p:cNvPr>
          <p:cNvSpPr>
            <a:spLocks xmlns:a="http://schemas.openxmlformats.org/drawingml/2006/main" noGrp="1"/>
          </p:cNvSpPr>
          <p:nvPr/>
        </p:nvSpPr>
        <p:spPr>
          <a:xfrm xmlns:a="http://schemas.openxmlformats.org/drawingml/2006/main">
            <a:off x="64917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9" name="Rectangle 68">
            <a:extLst xmlns:a="http://schemas.openxmlformats.org/drawingml/2006/main">
              <a:ext uri="{FF2B5EF4-FFF2-40B4-BE49-F238E27FC236}">
                <a16:creationId xmlns:a16="http://schemas.microsoft.com/office/drawing/2014/main" id="{F122F33D-1C2B-461F-9D9C-95054D40C18D}"/>
              </a:ext>
            </a:extLst>
          </p:cNvPr>
          <p:cNvSpPr>
            <a:spLocks xmlns:a="http://schemas.openxmlformats.org/drawingml/2006/main" noGrp="1"/>
          </p:cNvSpPr>
          <p:nvPr/>
        </p:nvSpPr>
        <p:spPr>
          <a:xfrm xmlns:a="http://schemas.openxmlformats.org/drawingml/2006/main">
            <a:off x="684250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0" name="Rectangle 69">
            <a:extLst xmlns:a="http://schemas.openxmlformats.org/drawingml/2006/main">
              <a:ext uri="{FF2B5EF4-FFF2-40B4-BE49-F238E27FC236}">
                <a16:creationId xmlns:a16="http://schemas.microsoft.com/office/drawing/2014/main" id="{B57AA449-9F9D-45A1-B754-C020A86CE305}"/>
              </a:ext>
            </a:extLst>
          </p:cNvPr>
          <p:cNvSpPr>
            <a:spLocks xmlns:a="http://schemas.openxmlformats.org/drawingml/2006/main" noGrp="1"/>
          </p:cNvSpPr>
          <p:nvPr/>
        </p:nvSpPr>
        <p:spPr>
          <a:xfrm xmlns:a="http://schemas.openxmlformats.org/drawingml/2006/main">
            <a:off x="719328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1" name="Rectangle 70">
            <a:extLst xmlns:a="http://schemas.openxmlformats.org/drawingml/2006/main">
              <a:ext uri="{FF2B5EF4-FFF2-40B4-BE49-F238E27FC236}">
                <a16:creationId xmlns:a16="http://schemas.microsoft.com/office/drawing/2014/main" id="{103A4C0C-18E0-4C2E-AB38-04AEED15B84A}"/>
              </a:ext>
            </a:extLst>
          </p:cNvPr>
          <p:cNvSpPr>
            <a:spLocks xmlns:a="http://schemas.openxmlformats.org/drawingml/2006/main" noGrp="1"/>
          </p:cNvSpPr>
          <p:nvPr/>
        </p:nvSpPr>
        <p:spPr>
          <a:xfrm xmlns:a="http://schemas.openxmlformats.org/drawingml/2006/main">
            <a:off x="438712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2" name="Rectangle 71">
            <a:extLst xmlns:a="http://schemas.openxmlformats.org/drawingml/2006/main">
              <a:ext uri="{FF2B5EF4-FFF2-40B4-BE49-F238E27FC236}">
                <a16:creationId xmlns:a16="http://schemas.microsoft.com/office/drawing/2014/main" id="{D88CDDBF-835C-4B5A-8691-F88A75B8A16D}"/>
              </a:ext>
            </a:extLst>
          </p:cNvPr>
          <p:cNvSpPr>
            <a:spLocks xmlns:a="http://schemas.openxmlformats.org/drawingml/2006/main" noGrp="1"/>
          </p:cNvSpPr>
          <p:nvPr/>
        </p:nvSpPr>
        <p:spPr>
          <a:xfrm xmlns:a="http://schemas.openxmlformats.org/drawingml/2006/main">
            <a:off x="473789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3" name="Rectangle 72">
            <a:extLst xmlns:a="http://schemas.openxmlformats.org/drawingml/2006/main">
              <a:ext uri="{FF2B5EF4-FFF2-40B4-BE49-F238E27FC236}">
                <a16:creationId xmlns:a16="http://schemas.microsoft.com/office/drawing/2014/main" id="{34233655-2159-48D6-B9E0-5AED87A2D468}"/>
              </a:ext>
            </a:extLst>
          </p:cNvPr>
          <p:cNvSpPr>
            <a:spLocks xmlns:a="http://schemas.openxmlformats.org/drawingml/2006/main" noGrp="1"/>
          </p:cNvSpPr>
          <p:nvPr/>
        </p:nvSpPr>
        <p:spPr>
          <a:xfrm xmlns:a="http://schemas.openxmlformats.org/drawingml/2006/main">
            <a:off x="508866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4" name="Rectangle 73">
            <a:extLst xmlns:a="http://schemas.openxmlformats.org/drawingml/2006/main">
              <a:ext uri="{FF2B5EF4-FFF2-40B4-BE49-F238E27FC236}">
                <a16:creationId xmlns:a16="http://schemas.microsoft.com/office/drawing/2014/main" id="{87537E25-A9D6-401F-AB89-23AE563301C7}"/>
              </a:ext>
            </a:extLst>
          </p:cNvPr>
          <p:cNvSpPr>
            <a:spLocks xmlns:a="http://schemas.openxmlformats.org/drawingml/2006/main" noGrp="1"/>
          </p:cNvSpPr>
          <p:nvPr/>
        </p:nvSpPr>
        <p:spPr>
          <a:xfrm xmlns:a="http://schemas.openxmlformats.org/drawingml/2006/main">
            <a:off x="54394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5" name="Rectangle 74">
            <a:extLst xmlns:a="http://schemas.openxmlformats.org/drawingml/2006/main">
              <a:ext uri="{FF2B5EF4-FFF2-40B4-BE49-F238E27FC236}">
                <a16:creationId xmlns:a16="http://schemas.microsoft.com/office/drawing/2014/main" id="{27A4310F-CC8A-446B-86E1-7A78BE01C42A}"/>
              </a:ext>
            </a:extLst>
          </p:cNvPr>
          <p:cNvSpPr>
            <a:spLocks xmlns:a="http://schemas.openxmlformats.org/drawingml/2006/main" noGrp="1"/>
          </p:cNvSpPr>
          <p:nvPr/>
        </p:nvSpPr>
        <p:spPr>
          <a:xfrm xmlns:a="http://schemas.openxmlformats.org/drawingml/2006/main">
            <a:off x="57902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6" name="Rectangle 75">
            <a:extLst xmlns:a="http://schemas.openxmlformats.org/drawingml/2006/main">
              <a:ext uri="{FF2B5EF4-FFF2-40B4-BE49-F238E27FC236}">
                <a16:creationId xmlns:a16="http://schemas.microsoft.com/office/drawing/2014/main" id="{F8017FD5-FA1B-45FD-BC6F-AAB93B569B83}"/>
              </a:ext>
            </a:extLst>
          </p:cNvPr>
          <p:cNvSpPr>
            <a:spLocks xmlns:a="http://schemas.openxmlformats.org/drawingml/2006/main" noGrp="1"/>
          </p:cNvSpPr>
          <p:nvPr/>
        </p:nvSpPr>
        <p:spPr>
          <a:xfrm xmlns:a="http://schemas.openxmlformats.org/drawingml/2006/main">
            <a:off x="6140970"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7" name="Rectangle 76">
            <a:extLst xmlns:a="http://schemas.openxmlformats.org/drawingml/2006/main">
              <a:ext uri="{FF2B5EF4-FFF2-40B4-BE49-F238E27FC236}">
                <a16:creationId xmlns:a16="http://schemas.microsoft.com/office/drawing/2014/main" id="{7E3AEBE8-871A-4AED-92A6-3C55E391EA4E}"/>
              </a:ext>
            </a:extLst>
          </p:cNvPr>
          <p:cNvSpPr>
            <a:spLocks xmlns:a="http://schemas.openxmlformats.org/drawingml/2006/main" noGrp="1"/>
          </p:cNvSpPr>
          <p:nvPr/>
        </p:nvSpPr>
        <p:spPr>
          <a:xfrm xmlns:a="http://schemas.openxmlformats.org/drawingml/2006/main">
            <a:off x="64917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8" name="Rectangle 77">
            <a:extLst xmlns:a="http://schemas.openxmlformats.org/drawingml/2006/main">
              <a:ext uri="{FF2B5EF4-FFF2-40B4-BE49-F238E27FC236}">
                <a16:creationId xmlns:a16="http://schemas.microsoft.com/office/drawing/2014/main" id="{3FD46FC9-B022-42F1-9C44-A87D89D3901F}"/>
              </a:ext>
            </a:extLst>
          </p:cNvPr>
          <p:cNvSpPr>
            <a:spLocks xmlns:a="http://schemas.openxmlformats.org/drawingml/2006/main" noGrp="1"/>
          </p:cNvSpPr>
          <p:nvPr/>
        </p:nvSpPr>
        <p:spPr>
          <a:xfrm xmlns:a="http://schemas.openxmlformats.org/drawingml/2006/main">
            <a:off x="684250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9" name="Rectangle 78">
            <a:extLst xmlns:a="http://schemas.openxmlformats.org/drawingml/2006/main">
              <a:ext uri="{FF2B5EF4-FFF2-40B4-BE49-F238E27FC236}">
                <a16:creationId xmlns:a16="http://schemas.microsoft.com/office/drawing/2014/main" id="{C74C3617-8447-416C-A417-554C122ECFF1}"/>
              </a:ext>
            </a:extLst>
          </p:cNvPr>
          <p:cNvSpPr>
            <a:spLocks xmlns:a="http://schemas.openxmlformats.org/drawingml/2006/main" noGrp="1"/>
          </p:cNvSpPr>
          <p:nvPr/>
        </p:nvSpPr>
        <p:spPr>
          <a:xfrm xmlns:a="http://schemas.openxmlformats.org/drawingml/2006/main">
            <a:off x="719328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Rectangle 79">
            <a:extLst xmlns:a="http://schemas.openxmlformats.org/drawingml/2006/main">
              <a:ext uri="{FF2B5EF4-FFF2-40B4-BE49-F238E27FC236}">
                <a16:creationId xmlns:a16="http://schemas.microsoft.com/office/drawing/2014/main" id="{276A2B47-9DBB-44A1-976C-D0BAF0DA3649}"/>
              </a:ext>
            </a:extLst>
          </p:cNvPr>
          <p:cNvSpPr>
            <a:spLocks xmlns:a="http://schemas.openxmlformats.org/drawingml/2006/main" noGrp="1"/>
          </p:cNvSpPr>
          <p:nvPr/>
        </p:nvSpPr>
        <p:spPr>
          <a:xfrm xmlns:a="http://schemas.openxmlformats.org/drawingml/2006/main">
            <a:off x="438712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1" name="Rectangle 80">
            <a:extLst xmlns:a="http://schemas.openxmlformats.org/drawingml/2006/main">
              <a:ext uri="{FF2B5EF4-FFF2-40B4-BE49-F238E27FC236}">
                <a16:creationId xmlns:a16="http://schemas.microsoft.com/office/drawing/2014/main" id="{7E2512B9-FAEF-4258-BF4E-F095348A29F9}"/>
              </a:ext>
            </a:extLst>
          </p:cNvPr>
          <p:cNvSpPr>
            <a:spLocks xmlns:a="http://schemas.openxmlformats.org/drawingml/2006/main" noGrp="1"/>
          </p:cNvSpPr>
          <p:nvPr/>
        </p:nvSpPr>
        <p:spPr>
          <a:xfrm xmlns:a="http://schemas.openxmlformats.org/drawingml/2006/main">
            <a:off x="473789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2" name="Rectangle 81">
            <a:extLst xmlns:a="http://schemas.openxmlformats.org/drawingml/2006/main">
              <a:ext uri="{FF2B5EF4-FFF2-40B4-BE49-F238E27FC236}">
                <a16:creationId xmlns:a16="http://schemas.microsoft.com/office/drawing/2014/main" id="{26DF2F7F-8174-4AF6-9D4C-644A2055E897}"/>
              </a:ext>
            </a:extLst>
          </p:cNvPr>
          <p:cNvSpPr>
            <a:spLocks xmlns:a="http://schemas.openxmlformats.org/drawingml/2006/main" noGrp="1"/>
          </p:cNvSpPr>
          <p:nvPr/>
        </p:nvSpPr>
        <p:spPr>
          <a:xfrm xmlns:a="http://schemas.openxmlformats.org/drawingml/2006/main">
            <a:off x="508866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3" name="Rectangle 82">
            <a:extLst xmlns:a="http://schemas.openxmlformats.org/drawingml/2006/main">
              <a:ext uri="{FF2B5EF4-FFF2-40B4-BE49-F238E27FC236}">
                <a16:creationId xmlns:a16="http://schemas.microsoft.com/office/drawing/2014/main" id="{1E7F301C-51C9-461A-BDCF-25F5D2AC4EFB}"/>
              </a:ext>
            </a:extLst>
          </p:cNvPr>
          <p:cNvSpPr>
            <a:spLocks xmlns:a="http://schemas.openxmlformats.org/drawingml/2006/main" noGrp="1"/>
          </p:cNvSpPr>
          <p:nvPr/>
        </p:nvSpPr>
        <p:spPr>
          <a:xfrm xmlns:a="http://schemas.openxmlformats.org/drawingml/2006/main">
            <a:off x="54394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 name="Rectangle 83">
            <a:extLst xmlns:a="http://schemas.openxmlformats.org/drawingml/2006/main">
              <a:ext uri="{FF2B5EF4-FFF2-40B4-BE49-F238E27FC236}">
                <a16:creationId xmlns:a16="http://schemas.microsoft.com/office/drawing/2014/main" id="{83960F3D-2BDF-40B0-BBE3-8FBA15C19556}"/>
              </a:ext>
            </a:extLst>
          </p:cNvPr>
          <p:cNvSpPr>
            <a:spLocks xmlns:a="http://schemas.openxmlformats.org/drawingml/2006/main" noGrp="1"/>
          </p:cNvSpPr>
          <p:nvPr/>
        </p:nvSpPr>
        <p:spPr>
          <a:xfrm xmlns:a="http://schemas.openxmlformats.org/drawingml/2006/main">
            <a:off x="57902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 name="Rectangle 84">
            <a:extLst xmlns:a="http://schemas.openxmlformats.org/drawingml/2006/main">
              <a:ext uri="{FF2B5EF4-FFF2-40B4-BE49-F238E27FC236}">
                <a16:creationId xmlns:a16="http://schemas.microsoft.com/office/drawing/2014/main" id="{1DD77EED-39EC-41E2-A1C2-377D624E7C62}"/>
              </a:ext>
            </a:extLst>
          </p:cNvPr>
          <p:cNvSpPr>
            <a:spLocks xmlns:a="http://schemas.openxmlformats.org/drawingml/2006/main" noGrp="1"/>
          </p:cNvSpPr>
          <p:nvPr/>
        </p:nvSpPr>
        <p:spPr>
          <a:xfrm xmlns:a="http://schemas.openxmlformats.org/drawingml/2006/main">
            <a:off x="6140970"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6" name="Rectangle 85">
            <a:extLst xmlns:a="http://schemas.openxmlformats.org/drawingml/2006/main">
              <a:ext uri="{FF2B5EF4-FFF2-40B4-BE49-F238E27FC236}">
                <a16:creationId xmlns:a16="http://schemas.microsoft.com/office/drawing/2014/main" id="{C24DC8CD-19CE-4F70-A6CD-9FBE24A08A86}"/>
              </a:ext>
            </a:extLst>
          </p:cNvPr>
          <p:cNvSpPr>
            <a:spLocks xmlns:a="http://schemas.openxmlformats.org/drawingml/2006/main" noGrp="1"/>
          </p:cNvSpPr>
          <p:nvPr/>
        </p:nvSpPr>
        <p:spPr>
          <a:xfrm xmlns:a="http://schemas.openxmlformats.org/drawingml/2006/main">
            <a:off x="64917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7" name="Rectangle 86">
            <a:extLst xmlns:a="http://schemas.openxmlformats.org/drawingml/2006/main">
              <a:ext uri="{FF2B5EF4-FFF2-40B4-BE49-F238E27FC236}">
                <a16:creationId xmlns:a16="http://schemas.microsoft.com/office/drawing/2014/main" id="{59B16CE4-0390-43D2-B514-A7D01F6A462B}"/>
              </a:ext>
            </a:extLst>
          </p:cNvPr>
          <p:cNvSpPr>
            <a:spLocks xmlns:a="http://schemas.openxmlformats.org/drawingml/2006/main" noGrp="1"/>
          </p:cNvSpPr>
          <p:nvPr/>
        </p:nvSpPr>
        <p:spPr>
          <a:xfrm xmlns:a="http://schemas.openxmlformats.org/drawingml/2006/main">
            <a:off x="684250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8" name="Rectangle 87">
            <a:extLst xmlns:a="http://schemas.openxmlformats.org/drawingml/2006/main">
              <a:ext uri="{FF2B5EF4-FFF2-40B4-BE49-F238E27FC236}">
                <a16:creationId xmlns:a16="http://schemas.microsoft.com/office/drawing/2014/main" id="{FF0AC46E-F98D-4A8D-BF84-16C7B06615DD}"/>
              </a:ext>
            </a:extLst>
          </p:cNvPr>
          <p:cNvSpPr>
            <a:spLocks xmlns:a="http://schemas.openxmlformats.org/drawingml/2006/main" noGrp="1"/>
          </p:cNvSpPr>
          <p:nvPr/>
        </p:nvSpPr>
        <p:spPr>
          <a:xfrm xmlns:a="http://schemas.openxmlformats.org/drawingml/2006/main">
            <a:off x="719328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9" name="Rectangle 88">
            <a:extLst xmlns:a="http://schemas.openxmlformats.org/drawingml/2006/main">
              <a:ext uri="{FF2B5EF4-FFF2-40B4-BE49-F238E27FC236}">
                <a16:creationId xmlns:a16="http://schemas.microsoft.com/office/drawing/2014/main" id="{191DECDB-888E-4542-BC3A-806C68654142}"/>
              </a:ext>
            </a:extLst>
          </p:cNvPr>
          <p:cNvSpPr>
            <a:spLocks xmlns:a="http://schemas.openxmlformats.org/drawingml/2006/main" noGrp="1"/>
          </p:cNvSpPr>
          <p:nvPr/>
        </p:nvSpPr>
        <p:spPr>
          <a:xfrm xmlns:a="http://schemas.openxmlformats.org/drawingml/2006/main">
            <a:off x="438712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0" name="Rectangle 89">
            <a:extLst xmlns:a="http://schemas.openxmlformats.org/drawingml/2006/main">
              <a:ext uri="{FF2B5EF4-FFF2-40B4-BE49-F238E27FC236}">
                <a16:creationId xmlns:a16="http://schemas.microsoft.com/office/drawing/2014/main" id="{DE146AC8-13F4-47BF-92A8-AE9822D80A59}"/>
              </a:ext>
            </a:extLst>
          </p:cNvPr>
          <p:cNvSpPr>
            <a:spLocks xmlns:a="http://schemas.openxmlformats.org/drawingml/2006/main" noGrp="1"/>
          </p:cNvSpPr>
          <p:nvPr/>
        </p:nvSpPr>
        <p:spPr>
          <a:xfrm xmlns:a="http://schemas.openxmlformats.org/drawingml/2006/main">
            <a:off x="473789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1" name="Rectangle 90">
            <a:extLst xmlns:a="http://schemas.openxmlformats.org/drawingml/2006/main">
              <a:ext uri="{FF2B5EF4-FFF2-40B4-BE49-F238E27FC236}">
                <a16:creationId xmlns:a16="http://schemas.microsoft.com/office/drawing/2014/main" id="{576D00F5-88A8-455D-AAC7-1C4929520068}"/>
              </a:ext>
            </a:extLst>
          </p:cNvPr>
          <p:cNvSpPr>
            <a:spLocks xmlns:a="http://schemas.openxmlformats.org/drawingml/2006/main" noGrp="1"/>
          </p:cNvSpPr>
          <p:nvPr/>
        </p:nvSpPr>
        <p:spPr>
          <a:xfrm xmlns:a="http://schemas.openxmlformats.org/drawingml/2006/main">
            <a:off x="508866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2" name="Rectangle 91">
            <a:extLst xmlns:a="http://schemas.openxmlformats.org/drawingml/2006/main">
              <a:ext uri="{FF2B5EF4-FFF2-40B4-BE49-F238E27FC236}">
                <a16:creationId xmlns:a16="http://schemas.microsoft.com/office/drawing/2014/main" id="{C5F9F1B1-7208-4D1A-9EFF-ACE6D36CC92A}"/>
              </a:ext>
            </a:extLst>
          </p:cNvPr>
          <p:cNvSpPr>
            <a:spLocks xmlns:a="http://schemas.openxmlformats.org/drawingml/2006/main" noGrp="1"/>
          </p:cNvSpPr>
          <p:nvPr/>
        </p:nvSpPr>
        <p:spPr>
          <a:xfrm xmlns:a="http://schemas.openxmlformats.org/drawingml/2006/main">
            <a:off x="54394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3" name="Rectangle 92">
            <a:extLst xmlns:a="http://schemas.openxmlformats.org/drawingml/2006/main">
              <a:ext uri="{FF2B5EF4-FFF2-40B4-BE49-F238E27FC236}">
                <a16:creationId xmlns:a16="http://schemas.microsoft.com/office/drawing/2014/main" id="{EE9EFE90-B1AB-4D9A-BB65-0E9177BBC1E1}"/>
              </a:ext>
            </a:extLst>
          </p:cNvPr>
          <p:cNvSpPr>
            <a:spLocks xmlns:a="http://schemas.openxmlformats.org/drawingml/2006/main" noGrp="1"/>
          </p:cNvSpPr>
          <p:nvPr/>
        </p:nvSpPr>
        <p:spPr>
          <a:xfrm xmlns:a="http://schemas.openxmlformats.org/drawingml/2006/main">
            <a:off x="579020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4" name="Rectangle 93">
            <a:extLst xmlns:a="http://schemas.openxmlformats.org/drawingml/2006/main">
              <a:ext uri="{FF2B5EF4-FFF2-40B4-BE49-F238E27FC236}">
                <a16:creationId xmlns:a16="http://schemas.microsoft.com/office/drawing/2014/main" id="{E5F9175E-B4F9-48A8-9164-AAC54DA266E6}"/>
              </a:ext>
            </a:extLst>
          </p:cNvPr>
          <p:cNvSpPr>
            <a:spLocks xmlns:a="http://schemas.openxmlformats.org/drawingml/2006/main" noGrp="1"/>
          </p:cNvSpPr>
          <p:nvPr/>
        </p:nvSpPr>
        <p:spPr>
          <a:xfrm xmlns:a="http://schemas.openxmlformats.org/drawingml/2006/main">
            <a:off x="61409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5" name="Rectangle 94">
            <a:extLst xmlns:a="http://schemas.openxmlformats.org/drawingml/2006/main">
              <a:ext uri="{FF2B5EF4-FFF2-40B4-BE49-F238E27FC236}">
                <a16:creationId xmlns:a16="http://schemas.microsoft.com/office/drawing/2014/main" id="{54E601CA-855A-42FB-8233-A189A3600640}"/>
              </a:ext>
            </a:extLst>
          </p:cNvPr>
          <p:cNvSpPr>
            <a:spLocks xmlns:a="http://schemas.openxmlformats.org/drawingml/2006/main" noGrp="1"/>
          </p:cNvSpPr>
          <p:nvPr/>
        </p:nvSpPr>
        <p:spPr>
          <a:xfrm xmlns:a="http://schemas.openxmlformats.org/drawingml/2006/main">
            <a:off x="649174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Rectangle 95">
            <a:extLst xmlns:a="http://schemas.openxmlformats.org/drawingml/2006/main">
              <a:ext uri="{FF2B5EF4-FFF2-40B4-BE49-F238E27FC236}">
                <a16:creationId xmlns:a16="http://schemas.microsoft.com/office/drawing/2014/main" id="{3296BBE7-984C-4D28-B79F-E4FC8FCB4607}"/>
              </a:ext>
            </a:extLst>
          </p:cNvPr>
          <p:cNvSpPr>
            <a:spLocks xmlns:a="http://schemas.openxmlformats.org/drawingml/2006/main" noGrp="1"/>
          </p:cNvSpPr>
          <p:nvPr/>
        </p:nvSpPr>
        <p:spPr>
          <a:xfrm xmlns:a="http://schemas.openxmlformats.org/drawingml/2006/main">
            <a:off x="6842509"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7" name="Rectangle 96">
            <a:extLst xmlns:a="http://schemas.openxmlformats.org/drawingml/2006/main">
              <a:ext uri="{FF2B5EF4-FFF2-40B4-BE49-F238E27FC236}">
                <a16:creationId xmlns:a16="http://schemas.microsoft.com/office/drawing/2014/main" id="{77B4B9C2-1E78-4F2A-85CB-9334CB0E5D30}"/>
              </a:ext>
            </a:extLst>
          </p:cNvPr>
          <p:cNvSpPr>
            <a:spLocks xmlns:a="http://schemas.openxmlformats.org/drawingml/2006/main" noGrp="1"/>
          </p:cNvSpPr>
          <p:nvPr/>
        </p:nvSpPr>
        <p:spPr>
          <a:xfrm xmlns:a="http://schemas.openxmlformats.org/drawingml/2006/main">
            <a:off x="719328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8" name="Rectangle 97">
            <a:extLst xmlns:a="http://schemas.openxmlformats.org/drawingml/2006/main">
              <a:ext uri="{FF2B5EF4-FFF2-40B4-BE49-F238E27FC236}">
                <a16:creationId xmlns:a16="http://schemas.microsoft.com/office/drawing/2014/main" id="{FDE5FCED-BFAF-4BF6-B06C-A7D8CC548A47}"/>
              </a:ext>
            </a:extLst>
          </p:cNvPr>
          <p:cNvSpPr>
            <a:spLocks xmlns:a="http://schemas.openxmlformats.org/drawingml/2006/main" noGrp="1"/>
          </p:cNvSpPr>
          <p:nvPr/>
        </p:nvSpPr>
        <p:spPr>
          <a:xfrm xmlns:a="http://schemas.openxmlformats.org/drawingml/2006/main">
            <a:off x="438712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Rectangle 98">
            <a:extLst xmlns:a="http://schemas.openxmlformats.org/drawingml/2006/main">
              <a:ext uri="{FF2B5EF4-FFF2-40B4-BE49-F238E27FC236}">
                <a16:creationId xmlns:a16="http://schemas.microsoft.com/office/drawing/2014/main" id="{BCBA86FA-DCE5-4617-8F2E-B987DF0A46A8}"/>
              </a:ext>
            </a:extLst>
          </p:cNvPr>
          <p:cNvSpPr>
            <a:spLocks xmlns:a="http://schemas.openxmlformats.org/drawingml/2006/main" noGrp="1"/>
          </p:cNvSpPr>
          <p:nvPr/>
        </p:nvSpPr>
        <p:spPr>
          <a:xfrm xmlns:a="http://schemas.openxmlformats.org/drawingml/2006/main">
            <a:off x="473789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0" name="Rectangle 99">
            <a:extLst xmlns:a="http://schemas.openxmlformats.org/drawingml/2006/main">
              <a:ext uri="{FF2B5EF4-FFF2-40B4-BE49-F238E27FC236}">
                <a16:creationId xmlns:a16="http://schemas.microsoft.com/office/drawing/2014/main" id="{FAEDFFAA-DA72-43D8-8BDB-1C821BF5B602}"/>
              </a:ext>
            </a:extLst>
          </p:cNvPr>
          <p:cNvSpPr>
            <a:spLocks xmlns:a="http://schemas.openxmlformats.org/drawingml/2006/main" noGrp="1"/>
          </p:cNvSpPr>
          <p:nvPr/>
        </p:nvSpPr>
        <p:spPr>
          <a:xfrm xmlns:a="http://schemas.openxmlformats.org/drawingml/2006/main">
            <a:off x="508866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Rectangle 100">
            <a:extLst xmlns:a="http://schemas.openxmlformats.org/drawingml/2006/main">
              <a:ext uri="{FF2B5EF4-FFF2-40B4-BE49-F238E27FC236}">
                <a16:creationId xmlns:a16="http://schemas.microsoft.com/office/drawing/2014/main" id="{B8D2CC02-859A-4E84-B50D-D742E26C6E43}"/>
              </a:ext>
            </a:extLst>
          </p:cNvPr>
          <p:cNvSpPr>
            <a:spLocks xmlns:a="http://schemas.openxmlformats.org/drawingml/2006/main" noGrp="1"/>
          </p:cNvSpPr>
          <p:nvPr/>
        </p:nvSpPr>
        <p:spPr>
          <a:xfrm xmlns:a="http://schemas.openxmlformats.org/drawingml/2006/main">
            <a:off x="54394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Rectangle 101">
            <a:extLst xmlns:a="http://schemas.openxmlformats.org/drawingml/2006/main">
              <a:ext uri="{FF2B5EF4-FFF2-40B4-BE49-F238E27FC236}">
                <a16:creationId xmlns:a16="http://schemas.microsoft.com/office/drawing/2014/main" id="{C600485A-75FF-4CE7-B1F5-4CB9C8377701}"/>
              </a:ext>
            </a:extLst>
          </p:cNvPr>
          <p:cNvSpPr>
            <a:spLocks xmlns:a="http://schemas.openxmlformats.org/drawingml/2006/main" noGrp="1"/>
          </p:cNvSpPr>
          <p:nvPr/>
        </p:nvSpPr>
        <p:spPr>
          <a:xfrm xmlns:a="http://schemas.openxmlformats.org/drawingml/2006/main">
            <a:off x="57902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3" name="Rectangle 102">
            <a:extLst xmlns:a="http://schemas.openxmlformats.org/drawingml/2006/main">
              <a:ext uri="{FF2B5EF4-FFF2-40B4-BE49-F238E27FC236}">
                <a16:creationId xmlns:a16="http://schemas.microsoft.com/office/drawing/2014/main" id="{DB3A5337-BFFF-4D35-8DE5-B8C4462C6415}"/>
              </a:ext>
            </a:extLst>
          </p:cNvPr>
          <p:cNvSpPr>
            <a:spLocks xmlns:a="http://schemas.openxmlformats.org/drawingml/2006/main" noGrp="1"/>
          </p:cNvSpPr>
          <p:nvPr/>
        </p:nvSpPr>
        <p:spPr>
          <a:xfrm xmlns:a="http://schemas.openxmlformats.org/drawingml/2006/main">
            <a:off x="61409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4" name="Rectangle 103">
            <a:extLst xmlns:a="http://schemas.openxmlformats.org/drawingml/2006/main">
              <a:ext uri="{FF2B5EF4-FFF2-40B4-BE49-F238E27FC236}">
                <a16:creationId xmlns:a16="http://schemas.microsoft.com/office/drawing/2014/main" id="{E9611F19-50A7-4583-ACD5-C05500347877}"/>
              </a:ext>
            </a:extLst>
          </p:cNvPr>
          <p:cNvSpPr>
            <a:spLocks xmlns:a="http://schemas.openxmlformats.org/drawingml/2006/main" noGrp="1"/>
          </p:cNvSpPr>
          <p:nvPr/>
        </p:nvSpPr>
        <p:spPr>
          <a:xfrm xmlns:a="http://schemas.openxmlformats.org/drawingml/2006/main">
            <a:off x="649174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Rectangle 104">
            <a:extLst xmlns:a="http://schemas.openxmlformats.org/drawingml/2006/main">
              <a:ext uri="{FF2B5EF4-FFF2-40B4-BE49-F238E27FC236}">
                <a16:creationId xmlns:a16="http://schemas.microsoft.com/office/drawing/2014/main" id="{31578782-BA5F-4CD1-9B15-1AAB11EC5581}"/>
              </a:ext>
            </a:extLst>
          </p:cNvPr>
          <p:cNvSpPr>
            <a:spLocks xmlns:a="http://schemas.openxmlformats.org/drawingml/2006/main" noGrp="1"/>
          </p:cNvSpPr>
          <p:nvPr/>
        </p:nvSpPr>
        <p:spPr>
          <a:xfrm xmlns:a="http://schemas.openxmlformats.org/drawingml/2006/main">
            <a:off x="6842509"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Rectangle 105">
            <a:extLst xmlns:a="http://schemas.openxmlformats.org/drawingml/2006/main">
              <a:ext uri="{FF2B5EF4-FFF2-40B4-BE49-F238E27FC236}">
                <a16:creationId xmlns:a16="http://schemas.microsoft.com/office/drawing/2014/main" id="{996C4C58-9E59-4DAA-A315-F950B3ECFB69}"/>
              </a:ext>
            </a:extLst>
          </p:cNvPr>
          <p:cNvSpPr>
            <a:spLocks xmlns:a="http://schemas.openxmlformats.org/drawingml/2006/main" noGrp="1"/>
          </p:cNvSpPr>
          <p:nvPr/>
        </p:nvSpPr>
        <p:spPr>
          <a:xfrm xmlns:a="http://schemas.openxmlformats.org/drawingml/2006/main">
            <a:off x="719328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Rectangle 106">
            <a:extLst xmlns:a="http://schemas.openxmlformats.org/drawingml/2006/main">
              <a:ext uri="{FF2B5EF4-FFF2-40B4-BE49-F238E27FC236}">
                <a16:creationId xmlns:a16="http://schemas.microsoft.com/office/drawing/2014/main" id="{14B003D9-F8BB-4189-8051-F55F008E7534}"/>
              </a:ext>
            </a:extLst>
          </p:cNvPr>
          <p:cNvSpPr>
            <a:spLocks xmlns:a="http://schemas.openxmlformats.org/drawingml/2006/main" noGrp="1"/>
          </p:cNvSpPr>
          <p:nvPr/>
        </p:nvSpPr>
        <p:spPr>
          <a:xfrm xmlns:a="http://schemas.openxmlformats.org/drawingml/2006/main">
            <a:off x="438712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8" name="Rectangle 107">
            <a:extLst xmlns:a="http://schemas.openxmlformats.org/drawingml/2006/main">
              <a:ext uri="{FF2B5EF4-FFF2-40B4-BE49-F238E27FC236}">
                <a16:creationId xmlns:a16="http://schemas.microsoft.com/office/drawing/2014/main" id="{40923093-17E5-451B-8C99-39330E173B6D}"/>
              </a:ext>
            </a:extLst>
          </p:cNvPr>
          <p:cNvSpPr>
            <a:spLocks xmlns:a="http://schemas.openxmlformats.org/drawingml/2006/main" noGrp="1"/>
          </p:cNvSpPr>
          <p:nvPr/>
        </p:nvSpPr>
        <p:spPr>
          <a:xfrm xmlns:a="http://schemas.openxmlformats.org/drawingml/2006/main">
            <a:off x="473789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Rectangle 108">
            <a:extLst xmlns:a="http://schemas.openxmlformats.org/drawingml/2006/main">
              <a:ext uri="{FF2B5EF4-FFF2-40B4-BE49-F238E27FC236}">
                <a16:creationId xmlns:a16="http://schemas.microsoft.com/office/drawing/2014/main" id="{2626D43C-947C-4B23-A5A2-6954B4A07DD8}"/>
              </a:ext>
            </a:extLst>
          </p:cNvPr>
          <p:cNvSpPr>
            <a:spLocks xmlns:a="http://schemas.openxmlformats.org/drawingml/2006/main" noGrp="1"/>
          </p:cNvSpPr>
          <p:nvPr/>
        </p:nvSpPr>
        <p:spPr>
          <a:xfrm xmlns:a="http://schemas.openxmlformats.org/drawingml/2006/main">
            <a:off x="508866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Rectangle 109">
            <a:extLst xmlns:a="http://schemas.openxmlformats.org/drawingml/2006/main">
              <a:ext uri="{FF2B5EF4-FFF2-40B4-BE49-F238E27FC236}">
                <a16:creationId xmlns:a16="http://schemas.microsoft.com/office/drawing/2014/main" id="{D5074F1E-3596-48ED-A79F-BC3C4CA2FECD}"/>
              </a:ext>
            </a:extLst>
          </p:cNvPr>
          <p:cNvSpPr>
            <a:spLocks xmlns:a="http://schemas.openxmlformats.org/drawingml/2006/main" noGrp="1"/>
          </p:cNvSpPr>
          <p:nvPr/>
        </p:nvSpPr>
        <p:spPr>
          <a:xfrm xmlns:a="http://schemas.openxmlformats.org/drawingml/2006/main">
            <a:off x="543943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Rectangle 110">
            <a:extLst xmlns:a="http://schemas.openxmlformats.org/drawingml/2006/main">
              <a:ext uri="{FF2B5EF4-FFF2-40B4-BE49-F238E27FC236}">
                <a16:creationId xmlns:a16="http://schemas.microsoft.com/office/drawing/2014/main" id="{B3591B95-8EA8-4A4E-A6CE-D21E4FF17870}"/>
              </a:ext>
            </a:extLst>
          </p:cNvPr>
          <p:cNvSpPr>
            <a:spLocks xmlns:a="http://schemas.openxmlformats.org/drawingml/2006/main" noGrp="1"/>
          </p:cNvSpPr>
          <p:nvPr/>
        </p:nvSpPr>
        <p:spPr>
          <a:xfrm xmlns:a="http://schemas.openxmlformats.org/drawingml/2006/main">
            <a:off x="57902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Rectangle 111">
            <a:extLst xmlns:a="http://schemas.openxmlformats.org/drawingml/2006/main">
              <a:ext uri="{FF2B5EF4-FFF2-40B4-BE49-F238E27FC236}">
                <a16:creationId xmlns:a16="http://schemas.microsoft.com/office/drawing/2014/main" id="{7DBC5B00-BCFE-465F-9442-0A5C0A766C69}"/>
              </a:ext>
            </a:extLst>
          </p:cNvPr>
          <p:cNvSpPr>
            <a:spLocks xmlns:a="http://schemas.openxmlformats.org/drawingml/2006/main" noGrp="1"/>
          </p:cNvSpPr>
          <p:nvPr/>
        </p:nvSpPr>
        <p:spPr>
          <a:xfrm xmlns:a="http://schemas.openxmlformats.org/drawingml/2006/main">
            <a:off x="61409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Rectangle 112">
            <a:extLst xmlns:a="http://schemas.openxmlformats.org/drawingml/2006/main">
              <a:ext uri="{FF2B5EF4-FFF2-40B4-BE49-F238E27FC236}">
                <a16:creationId xmlns:a16="http://schemas.microsoft.com/office/drawing/2014/main" id="{09793667-A1F1-482F-AA3E-4E6F23DD827B}"/>
              </a:ext>
            </a:extLst>
          </p:cNvPr>
          <p:cNvSpPr>
            <a:spLocks xmlns:a="http://schemas.openxmlformats.org/drawingml/2006/main" noGrp="1"/>
          </p:cNvSpPr>
          <p:nvPr/>
        </p:nvSpPr>
        <p:spPr>
          <a:xfrm xmlns:a="http://schemas.openxmlformats.org/drawingml/2006/main">
            <a:off x="649174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Rectangle 113">
            <a:extLst xmlns:a="http://schemas.openxmlformats.org/drawingml/2006/main">
              <a:ext uri="{FF2B5EF4-FFF2-40B4-BE49-F238E27FC236}">
                <a16:creationId xmlns:a16="http://schemas.microsoft.com/office/drawing/2014/main" id="{257DA2CA-5CFD-43DF-9820-68AE145F00D0}"/>
              </a:ext>
            </a:extLst>
          </p:cNvPr>
          <p:cNvSpPr>
            <a:spLocks xmlns:a="http://schemas.openxmlformats.org/drawingml/2006/main" noGrp="1"/>
          </p:cNvSpPr>
          <p:nvPr/>
        </p:nvSpPr>
        <p:spPr>
          <a:xfrm xmlns:a="http://schemas.openxmlformats.org/drawingml/2006/main">
            <a:off x="6842509"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Rectangle 114">
            <a:extLst xmlns:a="http://schemas.openxmlformats.org/drawingml/2006/main">
              <a:ext uri="{FF2B5EF4-FFF2-40B4-BE49-F238E27FC236}">
                <a16:creationId xmlns:a16="http://schemas.microsoft.com/office/drawing/2014/main" id="{E88F00E8-00AD-4FBC-9A61-3C18CD16F839}"/>
              </a:ext>
            </a:extLst>
          </p:cNvPr>
          <p:cNvSpPr>
            <a:spLocks xmlns:a="http://schemas.openxmlformats.org/drawingml/2006/main" noGrp="1"/>
          </p:cNvSpPr>
          <p:nvPr/>
        </p:nvSpPr>
        <p:spPr>
          <a:xfrm xmlns:a="http://schemas.openxmlformats.org/drawingml/2006/main">
            <a:off x="719328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TextBox 115">
            <a:extLst xmlns:a="http://schemas.openxmlformats.org/drawingml/2006/main">
              <a:ext uri="{FF2B5EF4-FFF2-40B4-BE49-F238E27FC236}">
                <a16:creationId xmlns:a16="http://schemas.microsoft.com/office/drawing/2014/main" id="{0FC179B7-7C7A-4543-9D27-1DA5DFC28622}"/>
              </a:ext>
            </a:extLst>
          </p:cNvPr>
          <p:cNvSpPr>
            <a:spLocks xmlns:a="http://schemas.openxmlformats.org/drawingml/2006/main" noGrp="1"/>
          </p:cNvSpPr>
          <p:nvPr/>
        </p:nvSpPr>
        <p:spPr>
          <a:xfrm xmlns:a="http://schemas.openxmlformats.org/drawingml/2006/main">
            <a:off x="4387121"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17" name="TextBox 116">
            <a:extLst xmlns:a="http://schemas.openxmlformats.org/drawingml/2006/main">
              <a:ext uri="{FF2B5EF4-FFF2-40B4-BE49-F238E27FC236}">
                <a16:creationId xmlns:a16="http://schemas.microsoft.com/office/drawing/2014/main" id="{A69A228A-0551-4C49-B96A-D426C6310D32}"/>
              </a:ext>
            </a:extLst>
          </p:cNvPr>
          <p:cNvSpPr>
            <a:spLocks xmlns:a="http://schemas.openxmlformats.org/drawingml/2006/main" noGrp="1"/>
          </p:cNvSpPr>
          <p:nvPr/>
        </p:nvSpPr>
        <p:spPr>
          <a:xfrm xmlns:a="http://schemas.openxmlformats.org/drawingml/2006/main">
            <a:off x="8164643"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C 复杂图案</a:t>
            </a:r>
          </a:p>
        </p:txBody>
      </p:sp>
      <p:sp>
        <p:nvSpPr>
          <p:cNvPr id="118" name="Rectangle 117">
            <a:extLst xmlns:a="http://schemas.openxmlformats.org/drawingml/2006/main">
              <a:ext uri="{FF2B5EF4-FFF2-40B4-BE49-F238E27FC236}">
                <a16:creationId xmlns:a16="http://schemas.microsoft.com/office/drawing/2014/main" id="{65C3F3CA-AD47-4DB4-A6D1-A124252BD3FB}"/>
              </a:ext>
            </a:extLst>
          </p:cNvPr>
          <p:cNvSpPr>
            <a:spLocks xmlns:a="http://schemas.openxmlformats.org/drawingml/2006/main" noGrp="1"/>
          </p:cNvSpPr>
          <p:nvPr/>
        </p:nvSpPr>
        <p:spPr>
          <a:xfrm xmlns:a="http://schemas.openxmlformats.org/drawingml/2006/main">
            <a:off x="8164643"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Rectangle 118">
            <a:extLst xmlns:a="http://schemas.openxmlformats.org/drawingml/2006/main">
              <a:ext uri="{FF2B5EF4-FFF2-40B4-BE49-F238E27FC236}">
                <a16:creationId xmlns:a16="http://schemas.microsoft.com/office/drawing/2014/main" id="{2ECD9324-8A51-4EFC-BF76-DEE7E31025AE}"/>
              </a:ext>
            </a:extLst>
          </p:cNvPr>
          <p:cNvSpPr>
            <a:spLocks xmlns:a="http://schemas.openxmlformats.org/drawingml/2006/main" noGrp="1"/>
          </p:cNvSpPr>
          <p:nvPr/>
        </p:nvSpPr>
        <p:spPr>
          <a:xfrm xmlns:a="http://schemas.openxmlformats.org/drawingml/2006/main">
            <a:off x="851541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Rectangle 119">
            <a:extLst xmlns:a="http://schemas.openxmlformats.org/drawingml/2006/main">
              <a:ext uri="{FF2B5EF4-FFF2-40B4-BE49-F238E27FC236}">
                <a16:creationId xmlns:a16="http://schemas.microsoft.com/office/drawing/2014/main" id="{F1DEE3F3-A511-49D5-B5A0-E2FE064B7CC7}"/>
              </a:ext>
            </a:extLst>
          </p:cNvPr>
          <p:cNvSpPr>
            <a:spLocks xmlns:a="http://schemas.openxmlformats.org/drawingml/2006/main" noGrp="1"/>
          </p:cNvSpPr>
          <p:nvPr/>
        </p:nvSpPr>
        <p:spPr>
          <a:xfrm xmlns:a="http://schemas.openxmlformats.org/drawingml/2006/main">
            <a:off x="886618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Rectangle 120">
            <a:extLst xmlns:a="http://schemas.openxmlformats.org/drawingml/2006/main">
              <a:ext uri="{FF2B5EF4-FFF2-40B4-BE49-F238E27FC236}">
                <a16:creationId xmlns:a16="http://schemas.microsoft.com/office/drawing/2014/main" id="{4F2FC739-02CF-4017-AA34-03828302188E}"/>
              </a:ext>
            </a:extLst>
          </p:cNvPr>
          <p:cNvSpPr>
            <a:spLocks xmlns:a="http://schemas.openxmlformats.org/drawingml/2006/main" noGrp="1"/>
          </p:cNvSpPr>
          <p:nvPr/>
        </p:nvSpPr>
        <p:spPr>
          <a:xfrm xmlns:a="http://schemas.openxmlformats.org/drawingml/2006/main">
            <a:off x="921695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Rectangle 121">
            <a:extLst xmlns:a="http://schemas.openxmlformats.org/drawingml/2006/main">
              <a:ext uri="{FF2B5EF4-FFF2-40B4-BE49-F238E27FC236}">
                <a16:creationId xmlns:a16="http://schemas.microsoft.com/office/drawing/2014/main" id="{A380E843-380B-4E61-AA79-B5369C042817}"/>
              </a:ext>
            </a:extLst>
          </p:cNvPr>
          <p:cNvSpPr>
            <a:spLocks xmlns:a="http://schemas.openxmlformats.org/drawingml/2006/main" noGrp="1"/>
          </p:cNvSpPr>
          <p:nvPr/>
        </p:nvSpPr>
        <p:spPr>
          <a:xfrm xmlns:a="http://schemas.openxmlformats.org/drawingml/2006/main">
            <a:off x="956772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Rectangle 122">
            <a:extLst xmlns:a="http://schemas.openxmlformats.org/drawingml/2006/main">
              <a:ext uri="{FF2B5EF4-FFF2-40B4-BE49-F238E27FC236}">
                <a16:creationId xmlns:a16="http://schemas.microsoft.com/office/drawing/2014/main" id="{B2EEA17C-03AA-4600-B810-7CCBFEB6EA07}"/>
              </a:ext>
            </a:extLst>
          </p:cNvPr>
          <p:cNvSpPr>
            <a:spLocks xmlns:a="http://schemas.openxmlformats.org/drawingml/2006/main" noGrp="1"/>
          </p:cNvSpPr>
          <p:nvPr/>
        </p:nvSpPr>
        <p:spPr>
          <a:xfrm xmlns:a="http://schemas.openxmlformats.org/drawingml/2006/main">
            <a:off x="991849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4" name="Rectangle 123">
            <a:extLst xmlns:a="http://schemas.openxmlformats.org/drawingml/2006/main">
              <a:ext uri="{FF2B5EF4-FFF2-40B4-BE49-F238E27FC236}">
                <a16:creationId xmlns:a16="http://schemas.microsoft.com/office/drawing/2014/main" id="{429EA03C-27EC-469F-A873-B3E73CD59907}"/>
              </a:ext>
            </a:extLst>
          </p:cNvPr>
          <p:cNvSpPr>
            <a:spLocks xmlns:a="http://schemas.openxmlformats.org/drawingml/2006/main" noGrp="1"/>
          </p:cNvSpPr>
          <p:nvPr/>
        </p:nvSpPr>
        <p:spPr>
          <a:xfrm xmlns:a="http://schemas.openxmlformats.org/drawingml/2006/main">
            <a:off x="1026926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Rectangle 124">
            <a:extLst xmlns:a="http://schemas.openxmlformats.org/drawingml/2006/main">
              <a:ext uri="{FF2B5EF4-FFF2-40B4-BE49-F238E27FC236}">
                <a16:creationId xmlns:a16="http://schemas.microsoft.com/office/drawing/2014/main" id="{051153B4-6CC4-4D19-98C6-BCA5881390BD}"/>
              </a:ext>
            </a:extLst>
          </p:cNvPr>
          <p:cNvSpPr>
            <a:spLocks xmlns:a="http://schemas.openxmlformats.org/drawingml/2006/main" noGrp="1"/>
          </p:cNvSpPr>
          <p:nvPr/>
        </p:nvSpPr>
        <p:spPr>
          <a:xfrm xmlns:a="http://schemas.openxmlformats.org/drawingml/2006/main">
            <a:off x="106200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6" name="Rectangle 125">
            <a:extLst xmlns:a="http://schemas.openxmlformats.org/drawingml/2006/main">
              <a:ext uri="{FF2B5EF4-FFF2-40B4-BE49-F238E27FC236}">
                <a16:creationId xmlns:a16="http://schemas.microsoft.com/office/drawing/2014/main" id="{FCB5BE5F-E41C-437E-BED4-BB4945EB93E2}"/>
              </a:ext>
            </a:extLst>
          </p:cNvPr>
          <p:cNvSpPr>
            <a:spLocks xmlns:a="http://schemas.openxmlformats.org/drawingml/2006/main" noGrp="1"/>
          </p:cNvSpPr>
          <p:nvPr/>
        </p:nvSpPr>
        <p:spPr>
          <a:xfrm xmlns:a="http://schemas.openxmlformats.org/drawingml/2006/main">
            <a:off x="1097080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Rectangle 126">
            <a:extLst xmlns:a="http://schemas.openxmlformats.org/drawingml/2006/main">
              <a:ext uri="{FF2B5EF4-FFF2-40B4-BE49-F238E27FC236}">
                <a16:creationId xmlns:a16="http://schemas.microsoft.com/office/drawing/2014/main" id="{64C9EE00-817B-4703-BD89-3C14710105BC}"/>
              </a:ext>
            </a:extLst>
          </p:cNvPr>
          <p:cNvSpPr>
            <a:spLocks xmlns:a="http://schemas.openxmlformats.org/drawingml/2006/main" noGrp="1"/>
          </p:cNvSpPr>
          <p:nvPr/>
        </p:nvSpPr>
        <p:spPr>
          <a:xfrm xmlns:a="http://schemas.openxmlformats.org/drawingml/2006/main">
            <a:off x="8164643"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8" name="Rectangle 127">
            <a:extLst xmlns:a="http://schemas.openxmlformats.org/drawingml/2006/main">
              <a:ext uri="{FF2B5EF4-FFF2-40B4-BE49-F238E27FC236}">
                <a16:creationId xmlns:a16="http://schemas.microsoft.com/office/drawing/2014/main" id="{A8A033B0-D0ED-468C-BBB5-B417AFFCEE1A}"/>
              </a:ext>
            </a:extLst>
          </p:cNvPr>
          <p:cNvSpPr>
            <a:spLocks xmlns:a="http://schemas.openxmlformats.org/drawingml/2006/main" noGrp="1"/>
          </p:cNvSpPr>
          <p:nvPr/>
        </p:nvSpPr>
        <p:spPr>
          <a:xfrm xmlns:a="http://schemas.openxmlformats.org/drawingml/2006/main">
            <a:off x="851541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Rectangle 128">
            <a:extLst xmlns:a="http://schemas.openxmlformats.org/drawingml/2006/main">
              <a:ext uri="{FF2B5EF4-FFF2-40B4-BE49-F238E27FC236}">
                <a16:creationId xmlns:a16="http://schemas.microsoft.com/office/drawing/2014/main" id="{670B0F2B-495E-465F-8F31-1B31CC3A7D64}"/>
              </a:ext>
            </a:extLst>
          </p:cNvPr>
          <p:cNvSpPr>
            <a:spLocks xmlns:a="http://schemas.openxmlformats.org/drawingml/2006/main" noGrp="1"/>
          </p:cNvSpPr>
          <p:nvPr/>
        </p:nvSpPr>
        <p:spPr>
          <a:xfrm xmlns:a="http://schemas.openxmlformats.org/drawingml/2006/main">
            <a:off x="886618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0" name="Rectangle 129">
            <a:extLst xmlns:a="http://schemas.openxmlformats.org/drawingml/2006/main">
              <a:ext uri="{FF2B5EF4-FFF2-40B4-BE49-F238E27FC236}">
                <a16:creationId xmlns:a16="http://schemas.microsoft.com/office/drawing/2014/main" id="{0C71ED8F-EA2A-47A7-B915-1F92CD88B49B}"/>
              </a:ext>
            </a:extLst>
          </p:cNvPr>
          <p:cNvSpPr>
            <a:spLocks xmlns:a="http://schemas.openxmlformats.org/drawingml/2006/main" noGrp="1"/>
          </p:cNvSpPr>
          <p:nvPr/>
        </p:nvSpPr>
        <p:spPr>
          <a:xfrm xmlns:a="http://schemas.openxmlformats.org/drawingml/2006/main">
            <a:off x="921695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Rectangle 130">
            <a:extLst xmlns:a="http://schemas.openxmlformats.org/drawingml/2006/main">
              <a:ext uri="{FF2B5EF4-FFF2-40B4-BE49-F238E27FC236}">
                <a16:creationId xmlns:a16="http://schemas.microsoft.com/office/drawing/2014/main" id="{734399FF-D4C3-4279-A501-CE565C86C86B}"/>
              </a:ext>
            </a:extLst>
          </p:cNvPr>
          <p:cNvSpPr>
            <a:spLocks xmlns:a="http://schemas.openxmlformats.org/drawingml/2006/main" noGrp="1"/>
          </p:cNvSpPr>
          <p:nvPr/>
        </p:nvSpPr>
        <p:spPr>
          <a:xfrm xmlns:a="http://schemas.openxmlformats.org/drawingml/2006/main">
            <a:off x="956772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2" name="Rectangle 131">
            <a:extLst xmlns:a="http://schemas.openxmlformats.org/drawingml/2006/main">
              <a:ext uri="{FF2B5EF4-FFF2-40B4-BE49-F238E27FC236}">
                <a16:creationId xmlns:a16="http://schemas.microsoft.com/office/drawing/2014/main" id="{B0A43DA9-88A7-471B-92CF-9134B222DDCC}"/>
              </a:ext>
            </a:extLst>
          </p:cNvPr>
          <p:cNvSpPr>
            <a:spLocks xmlns:a="http://schemas.openxmlformats.org/drawingml/2006/main" noGrp="1"/>
          </p:cNvSpPr>
          <p:nvPr/>
        </p:nvSpPr>
        <p:spPr>
          <a:xfrm xmlns:a="http://schemas.openxmlformats.org/drawingml/2006/main">
            <a:off x="991849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Rectangle 132">
            <a:extLst xmlns:a="http://schemas.openxmlformats.org/drawingml/2006/main">
              <a:ext uri="{FF2B5EF4-FFF2-40B4-BE49-F238E27FC236}">
                <a16:creationId xmlns:a16="http://schemas.microsoft.com/office/drawing/2014/main" id="{EFEE28ED-ABA0-47DD-996D-98A6F06DF3DE}"/>
              </a:ext>
            </a:extLst>
          </p:cNvPr>
          <p:cNvSpPr>
            <a:spLocks xmlns:a="http://schemas.openxmlformats.org/drawingml/2006/main" noGrp="1"/>
          </p:cNvSpPr>
          <p:nvPr/>
        </p:nvSpPr>
        <p:spPr>
          <a:xfrm xmlns:a="http://schemas.openxmlformats.org/drawingml/2006/main">
            <a:off x="1026926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4" name="Rectangle 133">
            <a:extLst xmlns:a="http://schemas.openxmlformats.org/drawingml/2006/main">
              <a:ext uri="{FF2B5EF4-FFF2-40B4-BE49-F238E27FC236}">
                <a16:creationId xmlns:a16="http://schemas.microsoft.com/office/drawing/2014/main" id="{75EDC618-B1B8-4B7D-808E-54CEEF401EE1}"/>
              </a:ext>
            </a:extLst>
          </p:cNvPr>
          <p:cNvSpPr>
            <a:spLocks xmlns:a="http://schemas.openxmlformats.org/drawingml/2006/main" noGrp="1"/>
          </p:cNvSpPr>
          <p:nvPr/>
        </p:nvSpPr>
        <p:spPr>
          <a:xfrm xmlns:a="http://schemas.openxmlformats.org/drawingml/2006/main">
            <a:off x="106200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5" name="Rectangle 134">
            <a:extLst xmlns:a="http://schemas.openxmlformats.org/drawingml/2006/main">
              <a:ext uri="{FF2B5EF4-FFF2-40B4-BE49-F238E27FC236}">
                <a16:creationId xmlns:a16="http://schemas.microsoft.com/office/drawing/2014/main" id="{75E32BAC-E18B-48C6-B85A-CC13335EEC06}"/>
              </a:ext>
            </a:extLst>
          </p:cNvPr>
          <p:cNvSpPr>
            <a:spLocks xmlns:a="http://schemas.openxmlformats.org/drawingml/2006/main" noGrp="1"/>
          </p:cNvSpPr>
          <p:nvPr/>
        </p:nvSpPr>
        <p:spPr>
          <a:xfrm xmlns:a="http://schemas.openxmlformats.org/drawingml/2006/main">
            <a:off x="109708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6" name="Rectangle 135">
            <a:extLst xmlns:a="http://schemas.openxmlformats.org/drawingml/2006/main">
              <a:ext uri="{FF2B5EF4-FFF2-40B4-BE49-F238E27FC236}">
                <a16:creationId xmlns:a16="http://schemas.microsoft.com/office/drawing/2014/main" id="{EBBCF1BC-7251-431A-8B30-17CAF1635D8E}"/>
              </a:ext>
            </a:extLst>
          </p:cNvPr>
          <p:cNvSpPr>
            <a:spLocks xmlns:a="http://schemas.openxmlformats.org/drawingml/2006/main" noGrp="1"/>
          </p:cNvSpPr>
          <p:nvPr/>
        </p:nvSpPr>
        <p:spPr>
          <a:xfrm xmlns:a="http://schemas.openxmlformats.org/drawingml/2006/main">
            <a:off x="8164643"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7" name="Rectangle 136">
            <a:extLst xmlns:a="http://schemas.openxmlformats.org/drawingml/2006/main">
              <a:ext uri="{FF2B5EF4-FFF2-40B4-BE49-F238E27FC236}">
                <a16:creationId xmlns:a16="http://schemas.microsoft.com/office/drawing/2014/main" id="{F92D4A39-F95D-4860-A5C8-BB2BBB02F831}"/>
              </a:ext>
            </a:extLst>
          </p:cNvPr>
          <p:cNvSpPr>
            <a:spLocks xmlns:a="http://schemas.openxmlformats.org/drawingml/2006/main" noGrp="1"/>
          </p:cNvSpPr>
          <p:nvPr/>
        </p:nvSpPr>
        <p:spPr>
          <a:xfrm xmlns:a="http://schemas.openxmlformats.org/drawingml/2006/main">
            <a:off x="851541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 name="Rectangle 137">
            <a:extLst xmlns:a="http://schemas.openxmlformats.org/drawingml/2006/main">
              <a:ext uri="{FF2B5EF4-FFF2-40B4-BE49-F238E27FC236}">
                <a16:creationId xmlns:a16="http://schemas.microsoft.com/office/drawing/2014/main" id="{21730D31-0BE3-4B6A-A33B-C53BC6851BF7}"/>
              </a:ext>
            </a:extLst>
          </p:cNvPr>
          <p:cNvSpPr>
            <a:spLocks xmlns:a="http://schemas.openxmlformats.org/drawingml/2006/main" noGrp="1"/>
          </p:cNvSpPr>
          <p:nvPr/>
        </p:nvSpPr>
        <p:spPr>
          <a:xfrm xmlns:a="http://schemas.openxmlformats.org/drawingml/2006/main">
            <a:off x="886618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9" name="Rectangle 138">
            <a:extLst xmlns:a="http://schemas.openxmlformats.org/drawingml/2006/main">
              <a:ext uri="{FF2B5EF4-FFF2-40B4-BE49-F238E27FC236}">
                <a16:creationId xmlns:a16="http://schemas.microsoft.com/office/drawing/2014/main" id="{EF3853AB-9A1F-4E0C-89C1-0FDC9293DD05}"/>
              </a:ext>
            </a:extLst>
          </p:cNvPr>
          <p:cNvSpPr>
            <a:spLocks xmlns:a="http://schemas.openxmlformats.org/drawingml/2006/main" noGrp="1"/>
          </p:cNvSpPr>
          <p:nvPr/>
        </p:nvSpPr>
        <p:spPr>
          <a:xfrm xmlns:a="http://schemas.openxmlformats.org/drawingml/2006/main">
            <a:off x="921695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0" name="Rectangle 139">
            <a:extLst xmlns:a="http://schemas.openxmlformats.org/drawingml/2006/main">
              <a:ext uri="{FF2B5EF4-FFF2-40B4-BE49-F238E27FC236}">
                <a16:creationId xmlns:a16="http://schemas.microsoft.com/office/drawing/2014/main" id="{B80CE91A-FC35-49DD-B131-805EF4530152}"/>
              </a:ext>
            </a:extLst>
          </p:cNvPr>
          <p:cNvSpPr>
            <a:spLocks xmlns:a="http://schemas.openxmlformats.org/drawingml/2006/main" noGrp="1"/>
          </p:cNvSpPr>
          <p:nvPr/>
        </p:nvSpPr>
        <p:spPr>
          <a:xfrm xmlns:a="http://schemas.openxmlformats.org/drawingml/2006/main">
            <a:off x="956772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1" name="Rectangle 140">
            <a:extLst xmlns:a="http://schemas.openxmlformats.org/drawingml/2006/main">
              <a:ext uri="{FF2B5EF4-FFF2-40B4-BE49-F238E27FC236}">
                <a16:creationId xmlns:a16="http://schemas.microsoft.com/office/drawing/2014/main" id="{CCF156F4-6A2A-49AB-A5C1-61EF8996497A}"/>
              </a:ext>
            </a:extLst>
          </p:cNvPr>
          <p:cNvSpPr>
            <a:spLocks xmlns:a="http://schemas.openxmlformats.org/drawingml/2006/main" noGrp="1"/>
          </p:cNvSpPr>
          <p:nvPr/>
        </p:nvSpPr>
        <p:spPr>
          <a:xfrm xmlns:a="http://schemas.openxmlformats.org/drawingml/2006/main">
            <a:off x="991849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2" name="Rectangle 141">
            <a:extLst xmlns:a="http://schemas.openxmlformats.org/drawingml/2006/main">
              <a:ext uri="{FF2B5EF4-FFF2-40B4-BE49-F238E27FC236}">
                <a16:creationId xmlns:a16="http://schemas.microsoft.com/office/drawing/2014/main" id="{3C8DFBDE-A6B6-434E-AA12-6DB5722E5A3A}"/>
              </a:ext>
            </a:extLst>
          </p:cNvPr>
          <p:cNvSpPr>
            <a:spLocks xmlns:a="http://schemas.openxmlformats.org/drawingml/2006/main" noGrp="1"/>
          </p:cNvSpPr>
          <p:nvPr/>
        </p:nvSpPr>
        <p:spPr>
          <a:xfrm xmlns:a="http://schemas.openxmlformats.org/drawingml/2006/main">
            <a:off x="1026926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3" name="Rectangle 142">
            <a:extLst xmlns:a="http://schemas.openxmlformats.org/drawingml/2006/main">
              <a:ext uri="{FF2B5EF4-FFF2-40B4-BE49-F238E27FC236}">
                <a16:creationId xmlns:a16="http://schemas.microsoft.com/office/drawing/2014/main" id="{351C6F60-51DD-4B7D-BAE7-2087EA3BA7A2}"/>
              </a:ext>
            </a:extLst>
          </p:cNvPr>
          <p:cNvSpPr>
            <a:spLocks xmlns:a="http://schemas.openxmlformats.org/drawingml/2006/main" noGrp="1"/>
          </p:cNvSpPr>
          <p:nvPr/>
        </p:nvSpPr>
        <p:spPr>
          <a:xfrm xmlns:a="http://schemas.openxmlformats.org/drawingml/2006/main">
            <a:off x="106200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4" name="Rectangle 143">
            <a:extLst xmlns:a="http://schemas.openxmlformats.org/drawingml/2006/main">
              <a:ext uri="{FF2B5EF4-FFF2-40B4-BE49-F238E27FC236}">
                <a16:creationId xmlns:a16="http://schemas.microsoft.com/office/drawing/2014/main" id="{AA9913D5-F870-42FF-81E0-C010C17F731C}"/>
              </a:ext>
            </a:extLst>
          </p:cNvPr>
          <p:cNvSpPr>
            <a:spLocks xmlns:a="http://schemas.openxmlformats.org/drawingml/2006/main" noGrp="1"/>
          </p:cNvSpPr>
          <p:nvPr/>
        </p:nvSpPr>
        <p:spPr>
          <a:xfrm xmlns:a="http://schemas.openxmlformats.org/drawingml/2006/main">
            <a:off x="109708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5" name="Rectangle 144">
            <a:extLst xmlns:a="http://schemas.openxmlformats.org/drawingml/2006/main">
              <a:ext uri="{FF2B5EF4-FFF2-40B4-BE49-F238E27FC236}">
                <a16:creationId xmlns:a16="http://schemas.microsoft.com/office/drawing/2014/main" id="{FB57EC45-C6F1-470D-BCB1-165FB305F996}"/>
              </a:ext>
            </a:extLst>
          </p:cNvPr>
          <p:cNvSpPr>
            <a:spLocks xmlns:a="http://schemas.openxmlformats.org/drawingml/2006/main" noGrp="1"/>
          </p:cNvSpPr>
          <p:nvPr/>
        </p:nvSpPr>
        <p:spPr>
          <a:xfrm xmlns:a="http://schemas.openxmlformats.org/drawingml/2006/main">
            <a:off x="8164643"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6" name="Rectangle 145">
            <a:extLst xmlns:a="http://schemas.openxmlformats.org/drawingml/2006/main">
              <a:ext uri="{FF2B5EF4-FFF2-40B4-BE49-F238E27FC236}">
                <a16:creationId xmlns:a16="http://schemas.microsoft.com/office/drawing/2014/main" id="{7D86B51B-B346-4624-AA3F-049A71373DC0}"/>
              </a:ext>
            </a:extLst>
          </p:cNvPr>
          <p:cNvSpPr>
            <a:spLocks xmlns:a="http://schemas.openxmlformats.org/drawingml/2006/main" noGrp="1"/>
          </p:cNvSpPr>
          <p:nvPr/>
        </p:nvSpPr>
        <p:spPr>
          <a:xfrm xmlns:a="http://schemas.openxmlformats.org/drawingml/2006/main">
            <a:off x="851541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7" name="Rectangle 146">
            <a:extLst xmlns:a="http://schemas.openxmlformats.org/drawingml/2006/main">
              <a:ext uri="{FF2B5EF4-FFF2-40B4-BE49-F238E27FC236}">
                <a16:creationId xmlns:a16="http://schemas.microsoft.com/office/drawing/2014/main" id="{D25CFD7D-C105-4EEA-B545-A5ED033AE1DB}"/>
              </a:ext>
            </a:extLst>
          </p:cNvPr>
          <p:cNvSpPr>
            <a:spLocks xmlns:a="http://schemas.openxmlformats.org/drawingml/2006/main" noGrp="1"/>
          </p:cNvSpPr>
          <p:nvPr/>
        </p:nvSpPr>
        <p:spPr>
          <a:xfrm xmlns:a="http://schemas.openxmlformats.org/drawingml/2006/main">
            <a:off x="886618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8" name="Rectangle 147">
            <a:extLst xmlns:a="http://schemas.openxmlformats.org/drawingml/2006/main">
              <a:ext uri="{FF2B5EF4-FFF2-40B4-BE49-F238E27FC236}">
                <a16:creationId xmlns:a16="http://schemas.microsoft.com/office/drawing/2014/main" id="{82BEF24B-8227-4EB1-835C-3440114AA891}"/>
              </a:ext>
            </a:extLst>
          </p:cNvPr>
          <p:cNvSpPr>
            <a:spLocks xmlns:a="http://schemas.openxmlformats.org/drawingml/2006/main" noGrp="1"/>
          </p:cNvSpPr>
          <p:nvPr/>
        </p:nvSpPr>
        <p:spPr>
          <a:xfrm xmlns:a="http://schemas.openxmlformats.org/drawingml/2006/main">
            <a:off x="921695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9" name="Rectangle 148">
            <a:extLst xmlns:a="http://schemas.openxmlformats.org/drawingml/2006/main">
              <a:ext uri="{FF2B5EF4-FFF2-40B4-BE49-F238E27FC236}">
                <a16:creationId xmlns:a16="http://schemas.microsoft.com/office/drawing/2014/main" id="{7ACB9B62-98A9-4EDC-B6EB-BC914B25B393}"/>
              </a:ext>
            </a:extLst>
          </p:cNvPr>
          <p:cNvSpPr>
            <a:spLocks xmlns:a="http://schemas.openxmlformats.org/drawingml/2006/main" noGrp="1"/>
          </p:cNvSpPr>
          <p:nvPr/>
        </p:nvSpPr>
        <p:spPr>
          <a:xfrm xmlns:a="http://schemas.openxmlformats.org/drawingml/2006/main">
            <a:off x="956772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0" name="Rectangle 149">
            <a:extLst xmlns:a="http://schemas.openxmlformats.org/drawingml/2006/main">
              <a:ext uri="{FF2B5EF4-FFF2-40B4-BE49-F238E27FC236}">
                <a16:creationId xmlns:a16="http://schemas.microsoft.com/office/drawing/2014/main" id="{E5E5B766-2EF7-4AED-878C-9B2C9C185700}"/>
              </a:ext>
            </a:extLst>
          </p:cNvPr>
          <p:cNvSpPr>
            <a:spLocks xmlns:a="http://schemas.openxmlformats.org/drawingml/2006/main" noGrp="1"/>
          </p:cNvSpPr>
          <p:nvPr/>
        </p:nvSpPr>
        <p:spPr>
          <a:xfrm xmlns:a="http://schemas.openxmlformats.org/drawingml/2006/main">
            <a:off x="991849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1" name="Rectangle 150">
            <a:extLst xmlns:a="http://schemas.openxmlformats.org/drawingml/2006/main">
              <a:ext uri="{FF2B5EF4-FFF2-40B4-BE49-F238E27FC236}">
                <a16:creationId xmlns:a16="http://schemas.microsoft.com/office/drawing/2014/main" id="{F767B3CF-0D37-4552-B11F-F92CEC4FB10B}"/>
              </a:ext>
            </a:extLst>
          </p:cNvPr>
          <p:cNvSpPr>
            <a:spLocks xmlns:a="http://schemas.openxmlformats.org/drawingml/2006/main" noGrp="1"/>
          </p:cNvSpPr>
          <p:nvPr/>
        </p:nvSpPr>
        <p:spPr>
          <a:xfrm xmlns:a="http://schemas.openxmlformats.org/drawingml/2006/main">
            <a:off x="1026926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2" name="Rectangle 151">
            <a:extLst xmlns:a="http://schemas.openxmlformats.org/drawingml/2006/main">
              <a:ext uri="{FF2B5EF4-FFF2-40B4-BE49-F238E27FC236}">
                <a16:creationId xmlns:a16="http://schemas.microsoft.com/office/drawing/2014/main" id="{EF18F21C-E8EF-43BD-96B9-A73BAD88DCE8}"/>
              </a:ext>
            </a:extLst>
          </p:cNvPr>
          <p:cNvSpPr>
            <a:spLocks xmlns:a="http://schemas.openxmlformats.org/drawingml/2006/main" noGrp="1"/>
          </p:cNvSpPr>
          <p:nvPr/>
        </p:nvSpPr>
        <p:spPr>
          <a:xfrm xmlns:a="http://schemas.openxmlformats.org/drawingml/2006/main">
            <a:off x="106200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3" name="Rectangle 152">
            <a:extLst xmlns:a="http://schemas.openxmlformats.org/drawingml/2006/main">
              <a:ext uri="{FF2B5EF4-FFF2-40B4-BE49-F238E27FC236}">
                <a16:creationId xmlns:a16="http://schemas.microsoft.com/office/drawing/2014/main" id="{C152FE88-429D-48ED-BC68-D6E0C3A2F52D}"/>
              </a:ext>
            </a:extLst>
          </p:cNvPr>
          <p:cNvSpPr>
            <a:spLocks xmlns:a="http://schemas.openxmlformats.org/drawingml/2006/main" noGrp="1"/>
          </p:cNvSpPr>
          <p:nvPr/>
        </p:nvSpPr>
        <p:spPr>
          <a:xfrm xmlns:a="http://schemas.openxmlformats.org/drawingml/2006/main">
            <a:off x="1097080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4" name="Rectangle 153">
            <a:extLst xmlns:a="http://schemas.openxmlformats.org/drawingml/2006/main">
              <a:ext uri="{FF2B5EF4-FFF2-40B4-BE49-F238E27FC236}">
                <a16:creationId xmlns:a16="http://schemas.microsoft.com/office/drawing/2014/main" id="{598BDA84-CAA8-41AC-8CA3-5720B4BC473C}"/>
              </a:ext>
            </a:extLst>
          </p:cNvPr>
          <p:cNvSpPr>
            <a:spLocks xmlns:a="http://schemas.openxmlformats.org/drawingml/2006/main" noGrp="1"/>
          </p:cNvSpPr>
          <p:nvPr/>
        </p:nvSpPr>
        <p:spPr>
          <a:xfrm xmlns:a="http://schemas.openxmlformats.org/drawingml/2006/main">
            <a:off x="8164643"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5" name="Rectangle 154">
            <a:extLst xmlns:a="http://schemas.openxmlformats.org/drawingml/2006/main">
              <a:ext uri="{FF2B5EF4-FFF2-40B4-BE49-F238E27FC236}">
                <a16:creationId xmlns:a16="http://schemas.microsoft.com/office/drawing/2014/main" id="{BBBC2C59-DA55-44B9-9966-CDE4FA30523C}"/>
              </a:ext>
            </a:extLst>
          </p:cNvPr>
          <p:cNvSpPr>
            <a:spLocks xmlns:a="http://schemas.openxmlformats.org/drawingml/2006/main" noGrp="1"/>
          </p:cNvSpPr>
          <p:nvPr/>
        </p:nvSpPr>
        <p:spPr>
          <a:xfrm xmlns:a="http://schemas.openxmlformats.org/drawingml/2006/main">
            <a:off x="851541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6" name="Rectangle 155">
            <a:extLst xmlns:a="http://schemas.openxmlformats.org/drawingml/2006/main">
              <a:ext uri="{FF2B5EF4-FFF2-40B4-BE49-F238E27FC236}">
                <a16:creationId xmlns:a16="http://schemas.microsoft.com/office/drawing/2014/main" id="{D7D92CB1-5988-45D1-B064-710BA8C307D9}"/>
              </a:ext>
            </a:extLst>
          </p:cNvPr>
          <p:cNvSpPr>
            <a:spLocks xmlns:a="http://schemas.openxmlformats.org/drawingml/2006/main" noGrp="1"/>
          </p:cNvSpPr>
          <p:nvPr/>
        </p:nvSpPr>
        <p:spPr>
          <a:xfrm xmlns:a="http://schemas.openxmlformats.org/drawingml/2006/main">
            <a:off x="886618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7" name="Rectangle 156">
            <a:extLst xmlns:a="http://schemas.openxmlformats.org/drawingml/2006/main">
              <a:ext uri="{FF2B5EF4-FFF2-40B4-BE49-F238E27FC236}">
                <a16:creationId xmlns:a16="http://schemas.microsoft.com/office/drawing/2014/main" id="{BAEE21E2-1016-4558-9268-572F9A56FA4B}"/>
              </a:ext>
            </a:extLst>
          </p:cNvPr>
          <p:cNvSpPr>
            <a:spLocks xmlns:a="http://schemas.openxmlformats.org/drawingml/2006/main" noGrp="1"/>
          </p:cNvSpPr>
          <p:nvPr/>
        </p:nvSpPr>
        <p:spPr>
          <a:xfrm xmlns:a="http://schemas.openxmlformats.org/drawingml/2006/main">
            <a:off x="921695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8" name="Rectangle 157">
            <a:extLst xmlns:a="http://schemas.openxmlformats.org/drawingml/2006/main">
              <a:ext uri="{FF2B5EF4-FFF2-40B4-BE49-F238E27FC236}">
                <a16:creationId xmlns:a16="http://schemas.microsoft.com/office/drawing/2014/main" id="{606D63A2-3DE3-4377-A065-F12811831675}"/>
              </a:ext>
            </a:extLst>
          </p:cNvPr>
          <p:cNvSpPr>
            <a:spLocks xmlns:a="http://schemas.openxmlformats.org/drawingml/2006/main" noGrp="1"/>
          </p:cNvSpPr>
          <p:nvPr/>
        </p:nvSpPr>
        <p:spPr>
          <a:xfrm xmlns:a="http://schemas.openxmlformats.org/drawingml/2006/main">
            <a:off x="956772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9" name="Rectangle 158">
            <a:extLst xmlns:a="http://schemas.openxmlformats.org/drawingml/2006/main">
              <a:ext uri="{FF2B5EF4-FFF2-40B4-BE49-F238E27FC236}">
                <a16:creationId xmlns:a16="http://schemas.microsoft.com/office/drawing/2014/main" id="{4EBB7E8F-E4AF-40D4-9DC5-332E1A768E6B}"/>
              </a:ext>
            </a:extLst>
          </p:cNvPr>
          <p:cNvSpPr>
            <a:spLocks xmlns:a="http://schemas.openxmlformats.org/drawingml/2006/main" noGrp="1"/>
          </p:cNvSpPr>
          <p:nvPr/>
        </p:nvSpPr>
        <p:spPr>
          <a:xfrm xmlns:a="http://schemas.openxmlformats.org/drawingml/2006/main">
            <a:off x="991849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0" name="Rectangle 159">
            <a:extLst xmlns:a="http://schemas.openxmlformats.org/drawingml/2006/main">
              <a:ext uri="{FF2B5EF4-FFF2-40B4-BE49-F238E27FC236}">
                <a16:creationId xmlns:a16="http://schemas.microsoft.com/office/drawing/2014/main" id="{D62FAC1E-33E5-473A-A5E4-E04A02093137}"/>
              </a:ext>
            </a:extLst>
          </p:cNvPr>
          <p:cNvSpPr>
            <a:spLocks xmlns:a="http://schemas.openxmlformats.org/drawingml/2006/main" noGrp="1"/>
          </p:cNvSpPr>
          <p:nvPr/>
        </p:nvSpPr>
        <p:spPr>
          <a:xfrm xmlns:a="http://schemas.openxmlformats.org/drawingml/2006/main">
            <a:off x="1026926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1" name="Rectangle 160">
            <a:extLst xmlns:a="http://schemas.openxmlformats.org/drawingml/2006/main">
              <a:ext uri="{FF2B5EF4-FFF2-40B4-BE49-F238E27FC236}">
                <a16:creationId xmlns:a16="http://schemas.microsoft.com/office/drawing/2014/main" id="{089FD77D-1F71-4FB3-AB8F-5C6ABBBD9807}"/>
              </a:ext>
            </a:extLst>
          </p:cNvPr>
          <p:cNvSpPr>
            <a:spLocks xmlns:a="http://schemas.openxmlformats.org/drawingml/2006/main" noGrp="1"/>
          </p:cNvSpPr>
          <p:nvPr/>
        </p:nvSpPr>
        <p:spPr>
          <a:xfrm xmlns:a="http://schemas.openxmlformats.org/drawingml/2006/main">
            <a:off x="106200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2" name="Rectangle 161">
            <a:extLst xmlns:a="http://schemas.openxmlformats.org/drawingml/2006/main">
              <a:ext uri="{FF2B5EF4-FFF2-40B4-BE49-F238E27FC236}">
                <a16:creationId xmlns:a16="http://schemas.microsoft.com/office/drawing/2014/main" id="{1C986A78-DE09-4FB4-859F-9B758EF7A06A}"/>
              </a:ext>
            </a:extLst>
          </p:cNvPr>
          <p:cNvSpPr>
            <a:spLocks xmlns:a="http://schemas.openxmlformats.org/drawingml/2006/main" noGrp="1"/>
          </p:cNvSpPr>
          <p:nvPr/>
        </p:nvSpPr>
        <p:spPr>
          <a:xfrm xmlns:a="http://schemas.openxmlformats.org/drawingml/2006/main">
            <a:off x="109708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3" name="Rectangle 162">
            <a:extLst xmlns:a="http://schemas.openxmlformats.org/drawingml/2006/main">
              <a:ext uri="{FF2B5EF4-FFF2-40B4-BE49-F238E27FC236}">
                <a16:creationId xmlns:a16="http://schemas.microsoft.com/office/drawing/2014/main" id="{3D22F1FF-6BBB-4E7C-86BA-5C23191BFE34}"/>
              </a:ext>
            </a:extLst>
          </p:cNvPr>
          <p:cNvSpPr>
            <a:spLocks xmlns:a="http://schemas.openxmlformats.org/drawingml/2006/main" noGrp="1"/>
          </p:cNvSpPr>
          <p:nvPr/>
        </p:nvSpPr>
        <p:spPr>
          <a:xfrm xmlns:a="http://schemas.openxmlformats.org/drawingml/2006/main">
            <a:off x="8164643"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4" name="Rectangle 163">
            <a:extLst xmlns:a="http://schemas.openxmlformats.org/drawingml/2006/main">
              <a:ext uri="{FF2B5EF4-FFF2-40B4-BE49-F238E27FC236}">
                <a16:creationId xmlns:a16="http://schemas.microsoft.com/office/drawing/2014/main" id="{34E09F15-BC0B-4C24-B8C6-F18B120D226F}"/>
              </a:ext>
            </a:extLst>
          </p:cNvPr>
          <p:cNvSpPr>
            <a:spLocks xmlns:a="http://schemas.openxmlformats.org/drawingml/2006/main" noGrp="1"/>
          </p:cNvSpPr>
          <p:nvPr/>
        </p:nvSpPr>
        <p:spPr>
          <a:xfrm xmlns:a="http://schemas.openxmlformats.org/drawingml/2006/main">
            <a:off x="851541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5" name="Rectangle 164">
            <a:extLst xmlns:a="http://schemas.openxmlformats.org/drawingml/2006/main">
              <a:ext uri="{FF2B5EF4-FFF2-40B4-BE49-F238E27FC236}">
                <a16:creationId xmlns:a16="http://schemas.microsoft.com/office/drawing/2014/main" id="{BFF18A66-9059-493D-8AAA-BD21A0973592}"/>
              </a:ext>
            </a:extLst>
          </p:cNvPr>
          <p:cNvSpPr>
            <a:spLocks xmlns:a="http://schemas.openxmlformats.org/drawingml/2006/main" noGrp="1"/>
          </p:cNvSpPr>
          <p:nvPr/>
        </p:nvSpPr>
        <p:spPr>
          <a:xfrm xmlns:a="http://schemas.openxmlformats.org/drawingml/2006/main">
            <a:off x="886618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6" name="Rectangle 165">
            <a:extLst xmlns:a="http://schemas.openxmlformats.org/drawingml/2006/main">
              <a:ext uri="{FF2B5EF4-FFF2-40B4-BE49-F238E27FC236}">
                <a16:creationId xmlns:a16="http://schemas.microsoft.com/office/drawing/2014/main" id="{C6EA5808-7DEC-4447-8B8C-426C739C5946}"/>
              </a:ext>
            </a:extLst>
          </p:cNvPr>
          <p:cNvSpPr>
            <a:spLocks xmlns:a="http://schemas.openxmlformats.org/drawingml/2006/main" noGrp="1"/>
          </p:cNvSpPr>
          <p:nvPr/>
        </p:nvSpPr>
        <p:spPr>
          <a:xfrm xmlns:a="http://schemas.openxmlformats.org/drawingml/2006/main">
            <a:off x="921695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7" name="Rectangle 166">
            <a:extLst xmlns:a="http://schemas.openxmlformats.org/drawingml/2006/main">
              <a:ext uri="{FF2B5EF4-FFF2-40B4-BE49-F238E27FC236}">
                <a16:creationId xmlns:a16="http://schemas.microsoft.com/office/drawing/2014/main" id="{3AB4860A-5C02-4F3E-BF50-94825D753CD2}"/>
              </a:ext>
            </a:extLst>
          </p:cNvPr>
          <p:cNvSpPr>
            <a:spLocks xmlns:a="http://schemas.openxmlformats.org/drawingml/2006/main" noGrp="1"/>
          </p:cNvSpPr>
          <p:nvPr/>
        </p:nvSpPr>
        <p:spPr>
          <a:xfrm xmlns:a="http://schemas.openxmlformats.org/drawingml/2006/main">
            <a:off x="956772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8" name="Rectangle 167">
            <a:extLst xmlns:a="http://schemas.openxmlformats.org/drawingml/2006/main">
              <a:ext uri="{FF2B5EF4-FFF2-40B4-BE49-F238E27FC236}">
                <a16:creationId xmlns:a16="http://schemas.microsoft.com/office/drawing/2014/main" id="{9D03B5CA-427F-4B05-8094-A48F72610C75}"/>
              </a:ext>
            </a:extLst>
          </p:cNvPr>
          <p:cNvSpPr>
            <a:spLocks xmlns:a="http://schemas.openxmlformats.org/drawingml/2006/main" noGrp="1"/>
          </p:cNvSpPr>
          <p:nvPr/>
        </p:nvSpPr>
        <p:spPr>
          <a:xfrm xmlns:a="http://schemas.openxmlformats.org/drawingml/2006/main">
            <a:off x="991849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9" name="Rectangle 168">
            <a:extLst xmlns:a="http://schemas.openxmlformats.org/drawingml/2006/main">
              <a:ext uri="{FF2B5EF4-FFF2-40B4-BE49-F238E27FC236}">
                <a16:creationId xmlns:a16="http://schemas.microsoft.com/office/drawing/2014/main" id="{40201B3C-8220-4E6B-AF15-89FC06BE082F}"/>
              </a:ext>
            </a:extLst>
          </p:cNvPr>
          <p:cNvSpPr>
            <a:spLocks xmlns:a="http://schemas.openxmlformats.org/drawingml/2006/main" noGrp="1"/>
          </p:cNvSpPr>
          <p:nvPr/>
        </p:nvSpPr>
        <p:spPr>
          <a:xfrm xmlns:a="http://schemas.openxmlformats.org/drawingml/2006/main">
            <a:off x="1026926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0" name="Rectangle 169">
            <a:extLst xmlns:a="http://schemas.openxmlformats.org/drawingml/2006/main">
              <a:ext uri="{FF2B5EF4-FFF2-40B4-BE49-F238E27FC236}">
                <a16:creationId xmlns:a16="http://schemas.microsoft.com/office/drawing/2014/main" id="{79C84B94-5EE8-4A92-ABF7-5A60DBCEB5F8}"/>
              </a:ext>
            </a:extLst>
          </p:cNvPr>
          <p:cNvSpPr>
            <a:spLocks xmlns:a="http://schemas.openxmlformats.org/drawingml/2006/main" noGrp="1"/>
          </p:cNvSpPr>
          <p:nvPr/>
        </p:nvSpPr>
        <p:spPr>
          <a:xfrm xmlns:a="http://schemas.openxmlformats.org/drawingml/2006/main">
            <a:off x="1062003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1" name="Rectangle 170">
            <a:extLst xmlns:a="http://schemas.openxmlformats.org/drawingml/2006/main">
              <a:ext uri="{FF2B5EF4-FFF2-40B4-BE49-F238E27FC236}">
                <a16:creationId xmlns:a16="http://schemas.microsoft.com/office/drawing/2014/main" id="{4A3C44B3-80A7-441B-827A-5B4006F4B3FE}"/>
              </a:ext>
            </a:extLst>
          </p:cNvPr>
          <p:cNvSpPr>
            <a:spLocks xmlns:a="http://schemas.openxmlformats.org/drawingml/2006/main" noGrp="1"/>
          </p:cNvSpPr>
          <p:nvPr/>
        </p:nvSpPr>
        <p:spPr>
          <a:xfrm xmlns:a="http://schemas.openxmlformats.org/drawingml/2006/main">
            <a:off x="109708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2" name="TextBox 171">
            <a:extLst xmlns:a="http://schemas.openxmlformats.org/drawingml/2006/main">
              <a:ext uri="{FF2B5EF4-FFF2-40B4-BE49-F238E27FC236}">
                <a16:creationId xmlns:a16="http://schemas.microsoft.com/office/drawing/2014/main" id="{2265CC3F-8357-48A9-9037-96881BDAF432}"/>
              </a:ext>
            </a:extLst>
          </p:cNvPr>
          <p:cNvSpPr>
            <a:spLocks xmlns:a="http://schemas.openxmlformats.org/drawingml/2006/main" noGrp="1"/>
          </p:cNvSpPr>
          <p:nvPr/>
        </p:nvSpPr>
        <p:spPr>
          <a:xfrm xmlns:a="http://schemas.openxmlformats.org/drawingml/2006/main">
            <a:off x="8164643"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73" name="TextBox 172">
            <a:extLst xmlns:a="http://schemas.openxmlformats.org/drawingml/2006/main">
              <a:ext uri="{FF2B5EF4-FFF2-40B4-BE49-F238E27FC236}">
                <a16:creationId xmlns:a16="http://schemas.microsoft.com/office/drawing/2014/main" id="{4A0D8DE9-3D8B-4C0F-8FBE-32AFEFC59C8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想一想：哪幅图最容易用几条规则完整表示？</a:t>
            </a:r>
          </a:p>
        </p:txBody>
      </p:sp>
    </p:spTree>
    <p:extLst>
      <p:ext uri="{BB962C8B-B14F-4D97-AF65-F5344CB8AC3E}">
        <p14:creationId xmlns:p14="http://schemas.microsoft.com/office/powerpoint/2010/main" val="1655399267"/>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7FCA1C-D4D1-4BED-8A64-1CF23119DE3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8B54A75-8D64-43CF-97BD-15E2AA0072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1221FE2-AEAD-4FF9-8743-820BD3F9915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2F34E1E8-21C0-4DF0-9EA4-62F257F05A7D}"/>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EA858B16-7BE2-4CE6-8E63-A93A9982E2F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7B3298F-13E5-4F27-B374-1C0E14B2BF23}"/>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394552553"/>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1CE5AC9-AB0D-4B62-9F74-CEDFAC924E6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AD310D5-014C-48CB-8BE4-B216A34A49A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E34E78A-0BDC-4D73-ADEB-CE0938B9CB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B03AE566-C3DF-464E-9F58-9B8B123FBCDC}"/>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88244B90-9BBE-4DC2-8AE5-9BD6C81C433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FAB4E18-B79E-4053-AABE-575EF268842C}"/>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答案：A通常最小。</a:t>
            </a:r>
          </a:p>
        </p:txBody>
      </p:sp>
      <p:sp>
        <p:nvSpPr>
          <p:cNvPr id="8" name="TextBox 7">
            <a:extLst xmlns:a="http://schemas.openxmlformats.org/drawingml/2006/main">
              <a:ext uri="{FF2B5EF4-FFF2-40B4-BE49-F238E27FC236}">
                <a16:creationId xmlns:a16="http://schemas.microsoft.com/office/drawing/2014/main" id="{44F12834-DB67-4201-BF3F-203324C6EA93}"/>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纯色图像的重复与规律性最强，一般更容易用简短规则表示。</a:t>
            </a:r>
          </a:p>
        </p:txBody>
      </p:sp>
    </p:spTree>
    <p:extLst>
      <p:ext uri="{BB962C8B-B14F-4D97-AF65-F5344CB8AC3E}">
        <p14:creationId xmlns:p14="http://schemas.microsoft.com/office/powerpoint/2010/main" val="257567988"/>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同一张图，JPEG能完全恢复原像素吗？</a:t>
            </a:r>
          </a:p>
        </p:txBody>
      </p:sp>
      <p:sp>
        <p:nvSpPr>
          <p:cNvPr id="5" name="text">
            <a:extLst xmlns:a="http://schemas.openxmlformats.org/drawingml/2006/main">
              <a:ext uri="{FF2B5EF4-FFF2-40B4-BE49-F238E27FC236}">
                <a16:creationId xmlns:a16="http://schemas.microsoft.com/office/drawing/2014/main" id="{D648512C-4A19-42EC-B1A8-830B4578B44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A与B尺寸相同。请观察指定区域，再判断。</a:t>
            </a:r>
          </a:p>
        </p:txBody>
      </p:sp>
      <p:sp>
        <p:nvSpPr>
          <p:cNvPr id="6" name="original-header">
            <a:extLst xmlns:a="http://schemas.openxmlformats.org/drawingml/2006/main">
              <a:ext uri="{FF2B5EF4-FFF2-40B4-BE49-F238E27FC236}">
                <a16:creationId xmlns:a16="http://schemas.microsoft.com/office/drawing/2014/main" id="{E539EDAF-6729-4EB4-9AD8-E2BBFEAFF712}"/>
              </a:ext>
            </a:extLst>
          </p:cNvPr>
          <p:cNvSpPr>
            <a:spLocks xmlns:a="http://schemas.openxmlformats.org/drawingml/2006/main" noGrp="1"/>
          </p:cNvSpPr>
          <p:nvPr/>
        </p:nvSpPr>
        <p:spPr>
          <a:xfrm xmlns:a="http://schemas.openxmlformats.org/drawingml/2006/main">
            <a:off x="1619250" y="2047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A：原始RGB</a:t>
            </a:r>
          </a:p>
        </p:txBody>
      </p:sp>
      <p:sp>
        <p:nvSpPr>
          <p:cNvPr id="7" name="jpeg-header">
            <a:extLst xmlns:a="http://schemas.openxmlformats.org/drawingml/2006/main">
              <a:ext uri="{FF2B5EF4-FFF2-40B4-BE49-F238E27FC236}">
                <a16:creationId xmlns:a16="http://schemas.microsoft.com/office/drawing/2014/main" id="{7A4128E3-4973-4DCC-B96C-D27D519C42E5}"/>
              </a:ext>
            </a:extLst>
          </p:cNvPr>
          <p:cNvSpPr>
            <a:spLocks xmlns:a="http://schemas.openxmlformats.org/drawingml/2006/main" noGrp="1"/>
          </p:cNvSpPr>
          <p:nvPr/>
        </p:nvSpPr>
        <p:spPr>
          <a:xfrm xmlns:a="http://schemas.openxmlformats.org/drawingml/2006/main">
            <a:off x="7667625" y="204787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B：JPEG解码后的RGB</a:t>
            </a:r>
          </a:p>
        </p:txBody>
      </p:sp>
      <p:pic>
        <p:nvPicPr>
          <p:cNvPr id="8" name="">
            <a:extLst xmlns:a="http://schemas.openxmlformats.org/drawingml/2006/main">
              <a:ext uri="{FF2B5EF4-FFF2-40B4-BE49-F238E27FC236}">
                <a16:creationId xmlns:a16="http://schemas.microsoft.com/office/drawing/2014/main" id="{FFA1F6DB-2635-4B17-BEA8-466D361D11E2}"/>
              </a:ext>
            </a:extLst>
          </p:cNvPr>
          <p:cNvPicPr>
            <a:picLocks xmlns:a="http://schemas.openxmlformats.org/drawingml/2006/main" noChangeAspect="1"/>
          </p:cNvPicPr>
          <p:nvPr/>
        </p:nvPicPr>
        <p:blipFill>
          <a:blip xmlns:r="http://schemas.openxmlformats.org/officeDocument/2006/relationships" xmlns:a="http://schemas.openxmlformats.org/drawingml/2006/main" r:embed="R81322c0d102148d6"/>
          <a:stretch xmlns:a="http://schemas.openxmlformats.org/drawingml/2006/main"/>
        </p:blipFill>
        <p:spPr>
          <a:xfrm xmlns:a="http://schemas.openxmlformats.org/drawingml/2006/main">
            <a:off x="1619250" y="2495550"/>
            <a:ext cx="2895600" cy="1583531"/>
          </a:xfrm>
          <a:prstGeom xmlns:a="http://schemas.openxmlformats.org/drawingml/2006/main" prst="rect">
            <a:avLst/>
          </a:prstGeom>
        </p:spPr>
      </p:pic>
      <p:sp>
        <p:nvSpPr>
          <p:cNvPr id="9" name="roi-0">
            <a:extLst xmlns:a="http://schemas.openxmlformats.org/drawingml/2006/main">
              <a:ext uri="{FF2B5EF4-FFF2-40B4-BE49-F238E27FC236}">
                <a16:creationId xmlns:a16="http://schemas.microsoft.com/office/drawing/2014/main" id="{4314A3C5-B2DA-4D82-A6FC-2325CB1C8E91}"/>
              </a:ext>
            </a:extLst>
          </p:cNvPr>
          <p:cNvSpPr>
            <a:spLocks xmlns:a="http://schemas.openxmlformats.org/drawingml/2006/main" noGrp="1"/>
          </p:cNvSpPr>
          <p:nvPr/>
        </p:nvSpPr>
        <p:spPr>
          <a:xfrm xmlns:a="http://schemas.openxmlformats.org/drawingml/2006/main">
            <a:off x="2659856"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pic>
        <p:nvPicPr>
          <p:cNvPr id="10" name="">
            <a:extLst xmlns:a="http://schemas.openxmlformats.org/drawingml/2006/main">
              <a:ext uri="{FF2B5EF4-FFF2-40B4-BE49-F238E27FC236}">
                <a16:creationId xmlns:a16="http://schemas.microsoft.com/office/drawing/2014/main" id="{69EF0A3E-CEA2-48F2-966E-5F49C9113B03}"/>
              </a:ext>
            </a:extLst>
          </p:cNvPr>
          <p:cNvPicPr>
            <a:picLocks xmlns:a="http://schemas.openxmlformats.org/drawingml/2006/main" noChangeAspect="1"/>
          </p:cNvPicPr>
          <p:nvPr/>
        </p:nvPicPr>
        <p:blipFill>
          <a:blip xmlns:r="http://schemas.openxmlformats.org/officeDocument/2006/relationships" xmlns:a="http://schemas.openxmlformats.org/drawingml/2006/main" r:embed="Rac59e1f2450c48f2"/>
          <a:stretch xmlns:a="http://schemas.openxmlformats.org/drawingml/2006/main"/>
        </p:blipFill>
        <p:spPr>
          <a:xfrm xmlns:a="http://schemas.openxmlformats.org/drawingml/2006/main">
            <a:off x="7667625" y="2495550"/>
            <a:ext cx="2895600" cy="1583531"/>
          </a:xfrm>
          <a:prstGeom xmlns:a="http://schemas.openxmlformats.org/drawingml/2006/main" prst="rect">
            <a:avLst/>
          </a:prstGeom>
        </p:spPr>
      </p:pic>
      <p:sp>
        <p:nvSpPr>
          <p:cNvPr id="11" name="roi-1">
            <a:extLst xmlns:a="http://schemas.openxmlformats.org/drawingml/2006/main">
              <a:ext uri="{FF2B5EF4-FFF2-40B4-BE49-F238E27FC236}">
                <a16:creationId xmlns:a16="http://schemas.microsoft.com/office/drawing/2014/main" id="{4E4818F1-EF83-400D-8BEE-C400C8ED9A8A}"/>
              </a:ext>
            </a:extLst>
          </p:cNvPr>
          <p:cNvSpPr>
            <a:spLocks xmlns:a="http://schemas.openxmlformats.org/drawingml/2006/main" noGrp="1"/>
          </p:cNvSpPr>
          <p:nvPr/>
        </p:nvSpPr>
        <p:spPr>
          <a:xfrm xmlns:a="http://schemas.openxmlformats.org/drawingml/2006/main">
            <a:off x="8708231"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spTree>
    <p:extLst>
      <p:ext uri="{BB962C8B-B14F-4D97-AF65-F5344CB8AC3E}">
        <p14:creationId xmlns:p14="http://schemas.microsoft.com/office/powerpoint/2010/main" val="1509452929"/>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同一张图，JPEG能完全恢复原像素吗？</a:t>
            </a:r>
          </a:p>
        </p:txBody>
      </p:sp>
      <p:sp>
        <p:nvSpPr>
          <p:cNvPr id="5" name="text">
            <a:extLst xmlns:a="http://schemas.openxmlformats.org/drawingml/2006/main">
              <a:ext uri="{FF2B5EF4-FFF2-40B4-BE49-F238E27FC236}">
                <a16:creationId xmlns:a16="http://schemas.microsoft.com/office/drawing/2014/main" id="{D648512C-4A19-42EC-B1A8-830B4578B44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A与B尺寸相同。请观察指定区域，再判断。</a:t>
            </a:r>
          </a:p>
        </p:txBody>
      </p:sp>
      <p:sp>
        <p:nvSpPr>
          <p:cNvPr id="6" name="original-header">
            <a:extLst xmlns:a="http://schemas.openxmlformats.org/drawingml/2006/main">
              <a:ext uri="{FF2B5EF4-FFF2-40B4-BE49-F238E27FC236}">
                <a16:creationId xmlns:a16="http://schemas.microsoft.com/office/drawing/2014/main" id="{E539EDAF-6729-4EB4-9AD8-E2BBFEAFF712}"/>
              </a:ext>
            </a:extLst>
          </p:cNvPr>
          <p:cNvSpPr>
            <a:spLocks xmlns:a="http://schemas.openxmlformats.org/drawingml/2006/main" noGrp="1"/>
          </p:cNvSpPr>
          <p:nvPr/>
        </p:nvSpPr>
        <p:spPr>
          <a:xfrm xmlns:a="http://schemas.openxmlformats.org/drawingml/2006/main">
            <a:off x="1619250" y="2047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A：原始RGB</a:t>
            </a:r>
          </a:p>
        </p:txBody>
      </p:sp>
      <p:sp>
        <p:nvSpPr>
          <p:cNvPr id="7" name="jpeg-header">
            <a:extLst xmlns:a="http://schemas.openxmlformats.org/drawingml/2006/main">
              <a:ext uri="{FF2B5EF4-FFF2-40B4-BE49-F238E27FC236}">
                <a16:creationId xmlns:a16="http://schemas.microsoft.com/office/drawing/2014/main" id="{7A4128E3-4973-4DCC-B96C-D27D519C42E5}"/>
              </a:ext>
            </a:extLst>
          </p:cNvPr>
          <p:cNvSpPr>
            <a:spLocks xmlns:a="http://schemas.openxmlformats.org/drawingml/2006/main" noGrp="1"/>
          </p:cNvSpPr>
          <p:nvPr/>
        </p:nvSpPr>
        <p:spPr>
          <a:xfrm xmlns:a="http://schemas.openxmlformats.org/drawingml/2006/main">
            <a:off x="7667625" y="204787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B：JPEG解码后的RGB</a:t>
            </a:r>
          </a:p>
        </p:txBody>
      </p:sp>
      <p:pic>
        <p:nvPicPr>
          <p:cNvPr id="8" name="">
            <a:extLst xmlns:a="http://schemas.openxmlformats.org/drawingml/2006/main">
              <a:ext uri="{FF2B5EF4-FFF2-40B4-BE49-F238E27FC236}">
                <a16:creationId xmlns:a16="http://schemas.microsoft.com/office/drawing/2014/main" id="{0FD3D105-0CE1-42ED-BFE9-ECD5A07BF12F}"/>
              </a:ext>
            </a:extLst>
          </p:cNvPr>
          <p:cNvPicPr>
            <a:picLocks xmlns:a="http://schemas.openxmlformats.org/drawingml/2006/main" noChangeAspect="1"/>
          </p:cNvPicPr>
          <p:nvPr/>
        </p:nvPicPr>
        <p:blipFill>
          <a:blip xmlns:r="http://schemas.openxmlformats.org/officeDocument/2006/relationships" xmlns:a="http://schemas.openxmlformats.org/drawingml/2006/main" r:embed="R5fdf54051cf140b9"/>
          <a:stretch xmlns:a="http://schemas.openxmlformats.org/drawingml/2006/main"/>
        </p:blipFill>
        <p:spPr>
          <a:xfrm xmlns:a="http://schemas.openxmlformats.org/drawingml/2006/main">
            <a:off x="1619250" y="2495550"/>
            <a:ext cx="2895600" cy="1583531"/>
          </a:xfrm>
          <a:prstGeom xmlns:a="http://schemas.openxmlformats.org/drawingml/2006/main" prst="rect">
            <a:avLst/>
          </a:prstGeom>
        </p:spPr>
      </p:pic>
      <p:sp>
        <p:nvSpPr>
          <p:cNvPr id="9" name="roi-0">
            <a:extLst xmlns:a="http://schemas.openxmlformats.org/drawingml/2006/main">
              <a:ext uri="{FF2B5EF4-FFF2-40B4-BE49-F238E27FC236}">
                <a16:creationId xmlns:a16="http://schemas.microsoft.com/office/drawing/2014/main" id="{C20AD118-BC61-4631-83EB-77C7C21EB8FE}"/>
              </a:ext>
            </a:extLst>
          </p:cNvPr>
          <p:cNvSpPr>
            <a:spLocks xmlns:a="http://schemas.openxmlformats.org/drawingml/2006/main" noGrp="1"/>
          </p:cNvSpPr>
          <p:nvPr/>
        </p:nvSpPr>
        <p:spPr>
          <a:xfrm xmlns:a="http://schemas.openxmlformats.org/drawingml/2006/main">
            <a:off x="2659856"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pic>
        <p:nvPicPr>
          <p:cNvPr id="10" name="">
            <a:extLst xmlns:a="http://schemas.openxmlformats.org/drawingml/2006/main">
              <a:ext uri="{FF2B5EF4-FFF2-40B4-BE49-F238E27FC236}">
                <a16:creationId xmlns:a16="http://schemas.microsoft.com/office/drawing/2014/main" id="{BA8B6FE8-165C-4513-ABF2-B9AA147224C0}"/>
              </a:ext>
            </a:extLst>
          </p:cNvPr>
          <p:cNvPicPr>
            <a:picLocks xmlns:a="http://schemas.openxmlformats.org/drawingml/2006/main" noChangeAspect="1"/>
          </p:cNvPicPr>
          <p:nvPr/>
        </p:nvPicPr>
        <p:blipFill>
          <a:blip xmlns:r="http://schemas.openxmlformats.org/officeDocument/2006/relationships" xmlns:a="http://schemas.openxmlformats.org/drawingml/2006/main" r:embed="R6b12f1c5cf39470f"/>
          <a:stretch xmlns:a="http://schemas.openxmlformats.org/drawingml/2006/main"/>
        </p:blipFill>
        <p:spPr>
          <a:xfrm xmlns:a="http://schemas.openxmlformats.org/drawingml/2006/main">
            <a:off x="7667625" y="2495550"/>
            <a:ext cx="2895600" cy="1583531"/>
          </a:xfrm>
          <a:prstGeom xmlns:a="http://schemas.openxmlformats.org/drawingml/2006/main" prst="rect">
            <a:avLst/>
          </a:prstGeom>
        </p:spPr>
      </p:pic>
      <p:sp>
        <p:nvSpPr>
          <p:cNvPr id="11" name="roi-1">
            <a:extLst xmlns:a="http://schemas.openxmlformats.org/drawingml/2006/main">
              <a:ext uri="{FF2B5EF4-FFF2-40B4-BE49-F238E27FC236}">
                <a16:creationId xmlns:a16="http://schemas.microsoft.com/office/drawing/2014/main" id="{4B5998B1-CE3C-4AEB-8E45-B14792807B1E}"/>
              </a:ext>
            </a:extLst>
          </p:cNvPr>
          <p:cNvSpPr>
            <a:spLocks xmlns:a="http://schemas.openxmlformats.org/drawingml/2006/main" noGrp="1"/>
          </p:cNvSpPr>
          <p:nvPr/>
        </p:nvSpPr>
        <p:spPr>
          <a:xfrm xmlns:a="http://schemas.openxmlformats.org/drawingml/2006/main">
            <a:off x="8708231"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pic>
        <p:nvPicPr>
          <p:cNvPr id="12" name="">
            <a:extLst xmlns:a="http://schemas.openxmlformats.org/drawingml/2006/main">
              <a:ext uri="{FF2B5EF4-FFF2-40B4-BE49-F238E27FC236}">
                <a16:creationId xmlns:a16="http://schemas.microsoft.com/office/drawing/2014/main" id="{6510E3C4-9929-4EFD-81AD-FABB0D06F92E}"/>
              </a:ext>
            </a:extLst>
          </p:cNvPr>
          <p:cNvPicPr>
            <a:picLocks xmlns:a="http://schemas.openxmlformats.org/drawingml/2006/main" noChangeAspect="1"/>
          </p:cNvPicPr>
          <p:nvPr/>
        </p:nvPicPr>
        <p:blipFill>
          <a:blip xmlns:r="http://schemas.openxmlformats.org/officeDocument/2006/relationships" xmlns:a="http://schemas.openxmlformats.org/drawingml/2006/main" r:embed="R861666cd5dc24685"/>
          <a:srcRect xmlns:a="http://schemas.openxmlformats.org/drawingml/2006/main" l="35938" t="40000" r="31250" b="14286"/>
          <a:stretch xmlns:a="http://schemas.openxmlformats.org/drawingml/2006/main"/>
        </p:blipFill>
        <p:spPr>
          <a:xfrm xmlns:a="http://schemas.openxmlformats.org/drawingml/2006/main">
            <a:off x="1619250" y="4257675"/>
            <a:ext cx="2400300" cy="1828800"/>
          </a:xfrm>
          <a:prstGeom xmlns:a="http://schemas.openxmlformats.org/drawingml/2006/main" prst="rect">
            <a:avLst/>
          </a:prstGeom>
        </p:spPr>
      </p:pic>
      <p:sp>
        <p:nvSpPr>
          <p:cNvPr id="13" name="zoom-guide-0">
            <a:extLst xmlns:a="http://schemas.openxmlformats.org/drawingml/2006/main">
              <a:ext uri="{FF2B5EF4-FFF2-40B4-BE49-F238E27FC236}">
                <a16:creationId xmlns:a16="http://schemas.microsoft.com/office/drawing/2014/main" id="{30DBDB07-3EEF-4AD1-93FF-136A8ED88205}"/>
              </a:ext>
            </a:extLst>
          </p:cNvPr>
          <p:cNvSpPr>
            <a:spLocks xmlns:a="http://schemas.openxmlformats.org/drawingml/2006/main" noGrp="1"/>
          </p:cNvSpPr>
          <p:nvPr/>
        </p:nvSpPr>
        <p:spPr>
          <a:xfrm xmlns:a="http://schemas.openxmlformats.org/drawingml/2006/main">
            <a:off x="1619250" y="4076700"/>
            <a:ext cx="1040606" cy="142875"/>
          </a:xfrm>
          <a:custGeom xmlns:a="http://schemas.openxmlformats.org/drawingml/2006/main">
            <a:pathLst>
              <a:path w="1040606" h="142875">
                <a:moveTo>
                  <a:pt x="1040606" y="0"/>
                </a:moveTo>
                <a:lnTo>
                  <a:pt x="0" y="142875"/>
                </a:lnTo>
              </a:path>
            </a:pathLst>
          </a:custGeom>
          <a:noFill xmlns:a="http://schemas.openxmlformats.org/drawingml/2006/main"/>
          <a:ln xmlns:a="http://schemas.openxmlformats.org/drawingml/2006/main" w="10478">
            <a:solidFill>
              <a:srgbClr val="D7D7DE"/>
            </a:solidFill>
          </a:ln>
        </p:spPr>
      </p:sp>
      <p:pic>
        <p:nvPicPr>
          <p:cNvPr id="14" name="">
            <a:extLst xmlns:a="http://schemas.openxmlformats.org/drawingml/2006/main">
              <a:ext uri="{FF2B5EF4-FFF2-40B4-BE49-F238E27FC236}">
                <a16:creationId xmlns:a16="http://schemas.microsoft.com/office/drawing/2014/main" id="{79EA9C28-CC56-4CE8-8852-9D90853AA1D6}"/>
              </a:ext>
            </a:extLst>
          </p:cNvPr>
          <p:cNvPicPr>
            <a:picLocks xmlns:a="http://schemas.openxmlformats.org/drawingml/2006/main" noChangeAspect="1"/>
          </p:cNvPicPr>
          <p:nvPr/>
        </p:nvPicPr>
        <p:blipFill>
          <a:blip xmlns:r="http://schemas.openxmlformats.org/officeDocument/2006/relationships" xmlns:a="http://schemas.openxmlformats.org/drawingml/2006/main" r:embed="R4932d36caac040e0"/>
          <a:srcRect xmlns:a="http://schemas.openxmlformats.org/drawingml/2006/main" l="35938" t="40000" r="31250" b="14286"/>
          <a:stretch xmlns:a="http://schemas.openxmlformats.org/drawingml/2006/main"/>
        </p:blipFill>
        <p:spPr>
          <a:xfrm xmlns:a="http://schemas.openxmlformats.org/drawingml/2006/main">
            <a:off x="7667625" y="4257675"/>
            <a:ext cx="2400300" cy="1828800"/>
          </a:xfrm>
          <a:prstGeom xmlns:a="http://schemas.openxmlformats.org/drawingml/2006/main" prst="rect">
            <a:avLst/>
          </a:prstGeom>
        </p:spPr>
      </p:pic>
      <p:sp>
        <p:nvSpPr>
          <p:cNvPr id="15" name="zoom-guide-1">
            <a:extLst xmlns:a="http://schemas.openxmlformats.org/drawingml/2006/main">
              <a:ext uri="{FF2B5EF4-FFF2-40B4-BE49-F238E27FC236}">
                <a16:creationId xmlns:a16="http://schemas.microsoft.com/office/drawing/2014/main" id="{9AA0DD71-F21F-40C2-A2A1-DBF7FD26FFC4}"/>
              </a:ext>
            </a:extLst>
          </p:cNvPr>
          <p:cNvSpPr>
            <a:spLocks xmlns:a="http://schemas.openxmlformats.org/drawingml/2006/main" noGrp="1"/>
          </p:cNvSpPr>
          <p:nvPr/>
        </p:nvSpPr>
        <p:spPr>
          <a:xfrm xmlns:a="http://schemas.openxmlformats.org/drawingml/2006/main">
            <a:off x="7667625" y="4076700"/>
            <a:ext cx="1040606" cy="142875"/>
          </a:xfrm>
          <a:custGeom xmlns:a="http://schemas.openxmlformats.org/drawingml/2006/main">
            <a:pathLst>
              <a:path w="1040606" h="142875">
                <a:moveTo>
                  <a:pt x="1040606" y="0"/>
                </a:moveTo>
                <a:lnTo>
                  <a:pt x="0" y="142875"/>
                </a:lnTo>
              </a:path>
            </a:pathLst>
          </a:custGeom>
          <a:noFill xmlns:a="http://schemas.openxmlformats.org/drawingml/2006/main"/>
          <a:ln xmlns:a="http://schemas.openxmlformats.org/drawingml/2006/main" w="10478">
            <a:solidFill>
              <a:srgbClr val="D7D7DE"/>
            </a:solidFill>
          </a:ln>
        </p:spPr>
      </p:sp>
      <p:sp>
        <p:nvSpPr>
          <p:cNvPr id="16" name="same-roi-label">
            <a:extLst xmlns:a="http://schemas.openxmlformats.org/drawingml/2006/main">
              <a:ext uri="{FF2B5EF4-FFF2-40B4-BE49-F238E27FC236}">
                <a16:creationId xmlns:a16="http://schemas.microsoft.com/office/drawing/2014/main" id="{93867B69-974D-455C-8E03-7611BC0E609F}"/>
              </a:ext>
            </a:extLst>
          </p:cNvPr>
          <p:cNvSpPr>
            <a:spLocks xmlns:a="http://schemas.openxmlformats.org/drawingml/2006/main" noGrp="1"/>
          </p:cNvSpPr>
          <p:nvPr/>
        </p:nvSpPr>
        <p:spPr>
          <a:xfrm xmlns:a="http://schemas.openxmlformats.org/drawingml/2006/main">
            <a:off x="4438650" y="3752850"/>
            <a:ext cx="3067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同一红框区域，等比放大</a:t>
            </a:r>
          </a:p>
        </p:txBody>
      </p:sp>
    </p:spTree>
    <p:extLst>
      <p:ext uri="{BB962C8B-B14F-4D97-AF65-F5344CB8AC3E}">
        <p14:creationId xmlns:p14="http://schemas.microsoft.com/office/powerpoint/2010/main" val="1509452929"/>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同一张图，JPEG能完全恢复原像素吗？</a:t>
            </a:r>
          </a:p>
        </p:txBody>
      </p:sp>
      <p:sp>
        <p:nvSpPr>
          <p:cNvPr id="5" name="text">
            <a:extLst xmlns:a="http://schemas.openxmlformats.org/drawingml/2006/main">
              <a:ext uri="{FF2B5EF4-FFF2-40B4-BE49-F238E27FC236}">
                <a16:creationId xmlns:a16="http://schemas.microsoft.com/office/drawing/2014/main" id="{D648512C-4A19-42EC-B1A8-830B4578B44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A与B尺寸相同。请观察指定区域，再判断。</a:t>
            </a:r>
          </a:p>
        </p:txBody>
      </p:sp>
      <p:sp>
        <p:nvSpPr>
          <p:cNvPr id="6" name="original-header">
            <a:extLst xmlns:a="http://schemas.openxmlformats.org/drawingml/2006/main">
              <a:ext uri="{FF2B5EF4-FFF2-40B4-BE49-F238E27FC236}">
                <a16:creationId xmlns:a16="http://schemas.microsoft.com/office/drawing/2014/main" id="{E539EDAF-6729-4EB4-9AD8-E2BBFEAFF712}"/>
              </a:ext>
            </a:extLst>
          </p:cNvPr>
          <p:cNvSpPr>
            <a:spLocks xmlns:a="http://schemas.openxmlformats.org/drawingml/2006/main" noGrp="1"/>
          </p:cNvSpPr>
          <p:nvPr/>
        </p:nvSpPr>
        <p:spPr>
          <a:xfrm xmlns:a="http://schemas.openxmlformats.org/drawingml/2006/main">
            <a:off x="1619250" y="2047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A：原始RGB</a:t>
            </a:r>
          </a:p>
        </p:txBody>
      </p:sp>
      <p:sp>
        <p:nvSpPr>
          <p:cNvPr id="7" name="jpeg-header">
            <a:extLst xmlns:a="http://schemas.openxmlformats.org/drawingml/2006/main">
              <a:ext uri="{FF2B5EF4-FFF2-40B4-BE49-F238E27FC236}">
                <a16:creationId xmlns:a16="http://schemas.microsoft.com/office/drawing/2014/main" id="{7A4128E3-4973-4DCC-B96C-D27D519C42E5}"/>
              </a:ext>
            </a:extLst>
          </p:cNvPr>
          <p:cNvSpPr>
            <a:spLocks xmlns:a="http://schemas.openxmlformats.org/drawingml/2006/main" noGrp="1"/>
          </p:cNvSpPr>
          <p:nvPr/>
        </p:nvSpPr>
        <p:spPr>
          <a:xfrm xmlns:a="http://schemas.openxmlformats.org/drawingml/2006/main">
            <a:off x="7667625" y="204787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B：JPEG解码后的RGB</a:t>
            </a:r>
          </a:p>
        </p:txBody>
      </p:sp>
      <p:pic>
        <p:nvPicPr>
          <p:cNvPr id="8" name="">
            <a:extLst xmlns:a="http://schemas.openxmlformats.org/drawingml/2006/main">
              <a:ext uri="{FF2B5EF4-FFF2-40B4-BE49-F238E27FC236}">
                <a16:creationId xmlns:a16="http://schemas.microsoft.com/office/drawing/2014/main" id="{0FD3D105-0CE1-42ED-BFE9-ECD5A07BF12F}"/>
              </a:ext>
            </a:extLst>
          </p:cNvPr>
          <p:cNvPicPr>
            <a:picLocks xmlns:a="http://schemas.openxmlformats.org/drawingml/2006/main" noChangeAspect="1"/>
          </p:cNvPicPr>
          <p:nvPr/>
        </p:nvPicPr>
        <p:blipFill>
          <a:blip xmlns:r="http://schemas.openxmlformats.org/officeDocument/2006/relationships" xmlns:a="http://schemas.openxmlformats.org/drawingml/2006/main" r:embed="Re94fb92acd9f469a"/>
          <a:stretch xmlns:a="http://schemas.openxmlformats.org/drawingml/2006/main"/>
        </p:blipFill>
        <p:spPr>
          <a:xfrm xmlns:a="http://schemas.openxmlformats.org/drawingml/2006/main">
            <a:off x="1619250" y="2495550"/>
            <a:ext cx="2895600" cy="1583531"/>
          </a:xfrm>
          <a:prstGeom xmlns:a="http://schemas.openxmlformats.org/drawingml/2006/main" prst="rect">
            <a:avLst/>
          </a:prstGeom>
        </p:spPr>
      </p:pic>
      <p:sp>
        <p:nvSpPr>
          <p:cNvPr id="9" name="roi-0">
            <a:extLst xmlns:a="http://schemas.openxmlformats.org/drawingml/2006/main">
              <a:ext uri="{FF2B5EF4-FFF2-40B4-BE49-F238E27FC236}">
                <a16:creationId xmlns:a16="http://schemas.microsoft.com/office/drawing/2014/main" id="{C20AD118-BC61-4631-83EB-77C7C21EB8FE}"/>
              </a:ext>
            </a:extLst>
          </p:cNvPr>
          <p:cNvSpPr>
            <a:spLocks xmlns:a="http://schemas.openxmlformats.org/drawingml/2006/main" noGrp="1"/>
          </p:cNvSpPr>
          <p:nvPr/>
        </p:nvSpPr>
        <p:spPr>
          <a:xfrm xmlns:a="http://schemas.openxmlformats.org/drawingml/2006/main">
            <a:off x="2659856"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pic>
        <p:nvPicPr>
          <p:cNvPr id="10" name="">
            <a:extLst xmlns:a="http://schemas.openxmlformats.org/drawingml/2006/main">
              <a:ext uri="{FF2B5EF4-FFF2-40B4-BE49-F238E27FC236}">
                <a16:creationId xmlns:a16="http://schemas.microsoft.com/office/drawing/2014/main" id="{BA8B6FE8-165C-4513-ABF2-B9AA147224C0}"/>
              </a:ext>
            </a:extLst>
          </p:cNvPr>
          <p:cNvPicPr>
            <a:picLocks xmlns:a="http://schemas.openxmlformats.org/drawingml/2006/main" noChangeAspect="1"/>
          </p:cNvPicPr>
          <p:nvPr/>
        </p:nvPicPr>
        <p:blipFill>
          <a:blip xmlns:r="http://schemas.openxmlformats.org/officeDocument/2006/relationships" xmlns:a="http://schemas.openxmlformats.org/drawingml/2006/main" r:embed="Ra722e3f5098549f6"/>
          <a:stretch xmlns:a="http://schemas.openxmlformats.org/drawingml/2006/main"/>
        </p:blipFill>
        <p:spPr>
          <a:xfrm xmlns:a="http://schemas.openxmlformats.org/drawingml/2006/main">
            <a:off x="7667625" y="2495550"/>
            <a:ext cx="2895600" cy="1583531"/>
          </a:xfrm>
          <a:prstGeom xmlns:a="http://schemas.openxmlformats.org/drawingml/2006/main" prst="rect">
            <a:avLst/>
          </a:prstGeom>
        </p:spPr>
      </p:pic>
      <p:sp>
        <p:nvSpPr>
          <p:cNvPr id="11" name="roi-1">
            <a:extLst xmlns:a="http://schemas.openxmlformats.org/drawingml/2006/main">
              <a:ext uri="{FF2B5EF4-FFF2-40B4-BE49-F238E27FC236}">
                <a16:creationId xmlns:a16="http://schemas.microsoft.com/office/drawing/2014/main" id="{4B5998B1-CE3C-4AEB-8E45-B14792807B1E}"/>
              </a:ext>
            </a:extLst>
          </p:cNvPr>
          <p:cNvSpPr>
            <a:spLocks xmlns:a="http://schemas.openxmlformats.org/drawingml/2006/main" noGrp="1"/>
          </p:cNvSpPr>
          <p:nvPr/>
        </p:nvSpPr>
        <p:spPr>
          <a:xfrm xmlns:a="http://schemas.openxmlformats.org/drawingml/2006/main">
            <a:off x="8708231"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pic>
        <p:nvPicPr>
          <p:cNvPr id="12" name="">
            <a:extLst xmlns:a="http://schemas.openxmlformats.org/drawingml/2006/main">
              <a:ext uri="{FF2B5EF4-FFF2-40B4-BE49-F238E27FC236}">
                <a16:creationId xmlns:a16="http://schemas.microsoft.com/office/drawing/2014/main" id="{6510E3C4-9929-4EFD-81AD-FABB0D06F92E}"/>
              </a:ext>
            </a:extLst>
          </p:cNvPr>
          <p:cNvPicPr>
            <a:picLocks xmlns:a="http://schemas.openxmlformats.org/drawingml/2006/main" noChangeAspect="1"/>
          </p:cNvPicPr>
          <p:nvPr/>
        </p:nvPicPr>
        <p:blipFill>
          <a:blip xmlns:r="http://schemas.openxmlformats.org/officeDocument/2006/relationships" xmlns:a="http://schemas.openxmlformats.org/drawingml/2006/main" r:embed="R0052bbb7987a418e"/>
          <a:srcRect xmlns:a="http://schemas.openxmlformats.org/drawingml/2006/main" l="35938" t="40000" r="31250" b="14286"/>
          <a:stretch xmlns:a="http://schemas.openxmlformats.org/drawingml/2006/main"/>
        </p:blipFill>
        <p:spPr>
          <a:xfrm xmlns:a="http://schemas.openxmlformats.org/drawingml/2006/main">
            <a:off x="1619250" y="4257675"/>
            <a:ext cx="2400300" cy="1828800"/>
          </a:xfrm>
          <a:prstGeom xmlns:a="http://schemas.openxmlformats.org/drawingml/2006/main" prst="rect">
            <a:avLst/>
          </a:prstGeom>
        </p:spPr>
      </p:pic>
      <p:sp>
        <p:nvSpPr>
          <p:cNvPr id="13" name="zoom-guide-0">
            <a:extLst xmlns:a="http://schemas.openxmlformats.org/drawingml/2006/main">
              <a:ext uri="{FF2B5EF4-FFF2-40B4-BE49-F238E27FC236}">
                <a16:creationId xmlns:a16="http://schemas.microsoft.com/office/drawing/2014/main" id="{30DBDB07-3EEF-4AD1-93FF-136A8ED88205}"/>
              </a:ext>
            </a:extLst>
          </p:cNvPr>
          <p:cNvSpPr>
            <a:spLocks xmlns:a="http://schemas.openxmlformats.org/drawingml/2006/main" noGrp="1"/>
          </p:cNvSpPr>
          <p:nvPr/>
        </p:nvSpPr>
        <p:spPr>
          <a:xfrm xmlns:a="http://schemas.openxmlformats.org/drawingml/2006/main">
            <a:off x="1619250" y="4076700"/>
            <a:ext cx="1040606" cy="142875"/>
          </a:xfrm>
          <a:custGeom xmlns:a="http://schemas.openxmlformats.org/drawingml/2006/main">
            <a:pathLst>
              <a:path w="1040606" h="142875">
                <a:moveTo>
                  <a:pt x="1040606" y="0"/>
                </a:moveTo>
                <a:lnTo>
                  <a:pt x="0" y="142875"/>
                </a:lnTo>
              </a:path>
            </a:pathLst>
          </a:custGeom>
          <a:noFill xmlns:a="http://schemas.openxmlformats.org/drawingml/2006/main"/>
          <a:ln xmlns:a="http://schemas.openxmlformats.org/drawingml/2006/main" w="10478">
            <a:solidFill>
              <a:srgbClr val="D7D7DE"/>
            </a:solidFill>
          </a:ln>
        </p:spPr>
      </p:sp>
      <p:pic>
        <p:nvPicPr>
          <p:cNvPr id="14" name="">
            <a:extLst xmlns:a="http://schemas.openxmlformats.org/drawingml/2006/main">
              <a:ext uri="{FF2B5EF4-FFF2-40B4-BE49-F238E27FC236}">
                <a16:creationId xmlns:a16="http://schemas.microsoft.com/office/drawing/2014/main" id="{79EA9C28-CC56-4CE8-8852-9D90853AA1D6}"/>
              </a:ext>
            </a:extLst>
          </p:cNvPr>
          <p:cNvPicPr>
            <a:picLocks xmlns:a="http://schemas.openxmlformats.org/drawingml/2006/main" noChangeAspect="1"/>
          </p:cNvPicPr>
          <p:nvPr/>
        </p:nvPicPr>
        <p:blipFill>
          <a:blip xmlns:r="http://schemas.openxmlformats.org/officeDocument/2006/relationships" xmlns:a="http://schemas.openxmlformats.org/drawingml/2006/main" r:embed="Rad183593b2cc4c72"/>
          <a:srcRect xmlns:a="http://schemas.openxmlformats.org/drawingml/2006/main" l="35938" t="40000" r="31250" b="14286"/>
          <a:stretch xmlns:a="http://schemas.openxmlformats.org/drawingml/2006/main"/>
        </p:blipFill>
        <p:spPr>
          <a:xfrm xmlns:a="http://schemas.openxmlformats.org/drawingml/2006/main">
            <a:off x="7667625" y="4257675"/>
            <a:ext cx="2400300" cy="1828800"/>
          </a:xfrm>
          <a:prstGeom xmlns:a="http://schemas.openxmlformats.org/drawingml/2006/main" prst="rect">
            <a:avLst/>
          </a:prstGeom>
        </p:spPr>
      </p:pic>
      <p:sp>
        <p:nvSpPr>
          <p:cNvPr id="15" name="zoom-guide-1">
            <a:extLst xmlns:a="http://schemas.openxmlformats.org/drawingml/2006/main">
              <a:ext uri="{FF2B5EF4-FFF2-40B4-BE49-F238E27FC236}">
                <a16:creationId xmlns:a16="http://schemas.microsoft.com/office/drawing/2014/main" id="{9AA0DD71-F21F-40C2-A2A1-DBF7FD26FFC4}"/>
              </a:ext>
            </a:extLst>
          </p:cNvPr>
          <p:cNvSpPr>
            <a:spLocks xmlns:a="http://schemas.openxmlformats.org/drawingml/2006/main" noGrp="1"/>
          </p:cNvSpPr>
          <p:nvPr/>
        </p:nvSpPr>
        <p:spPr>
          <a:xfrm xmlns:a="http://schemas.openxmlformats.org/drawingml/2006/main">
            <a:off x="7667625" y="4076700"/>
            <a:ext cx="1040606" cy="142875"/>
          </a:xfrm>
          <a:custGeom xmlns:a="http://schemas.openxmlformats.org/drawingml/2006/main">
            <a:pathLst>
              <a:path w="1040606" h="142875">
                <a:moveTo>
                  <a:pt x="1040606" y="0"/>
                </a:moveTo>
                <a:lnTo>
                  <a:pt x="0" y="142875"/>
                </a:lnTo>
              </a:path>
            </a:pathLst>
          </a:custGeom>
          <a:noFill xmlns:a="http://schemas.openxmlformats.org/drawingml/2006/main"/>
          <a:ln xmlns:a="http://schemas.openxmlformats.org/drawingml/2006/main" w="10478">
            <a:solidFill>
              <a:srgbClr val="D7D7DE"/>
            </a:solidFill>
          </a:ln>
        </p:spPr>
      </p:sp>
      <p:sp>
        <p:nvSpPr>
          <p:cNvPr id="16" name="same-roi-label">
            <a:extLst xmlns:a="http://schemas.openxmlformats.org/drawingml/2006/main">
              <a:ext uri="{FF2B5EF4-FFF2-40B4-BE49-F238E27FC236}">
                <a16:creationId xmlns:a16="http://schemas.microsoft.com/office/drawing/2014/main" id="{93867B69-974D-455C-8E03-7611BC0E609F}"/>
              </a:ext>
            </a:extLst>
          </p:cNvPr>
          <p:cNvSpPr>
            <a:spLocks xmlns:a="http://schemas.openxmlformats.org/drawingml/2006/main" noGrp="1"/>
          </p:cNvSpPr>
          <p:nvPr/>
        </p:nvSpPr>
        <p:spPr>
          <a:xfrm xmlns:a="http://schemas.openxmlformats.org/drawingml/2006/main">
            <a:off x="4438650" y="3752850"/>
            <a:ext cx="3067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同一红框区域，等比放大</a:t>
            </a:r>
          </a:p>
        </p:txBody>
      </p:sp>
      <p:sp>
        <p:nvSpPr>
          <p:cNvPr id="17" name="pixel-check-heading">
            <a:extLst xmlns:a="http://schemas.openxmlformats.org/drawingml/2006/main">
              <a:ext uri="{FF2B5EF4-FFF2-40B4-BE49-F238E27FC236}">
                <a16:creationId xmlns:a16="http://schemas.microsoft.com/office/drawing/2014/main" id="{BB30B9A2-1197-479B-95BE-302257019E64}"/>
              </a:ext>
            </a:extLst>
          </p:cNvPr>
          <p:cNvSpPr>
            <a:spLocks xmlns:a="http://schemas.openxmlformats.org/drawingml/2006/main" noGrp="1"/>
          </p:cNvSpPr>
          <p:nvPr/>
        </p:nvSpPr>
        <p:spPr>
          <a:xfrm xmlns:a="http://schemas.openxmlformats.org/drawingml/2006/main">
            <a:off x="4457700" y="432435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核对同一像素</a:t>
            </a:r>
          </a:p>
        </p:txBody>
      </p:sp>
      <p:sp>
        <p:nvSpPr>
          <p:cNvPr id="18" name="pixel-coordinate">
            <a:extLst xmlns:a="http://schemas.openxmlformats.org/drawingml/2006/main">
              <a:ext uri="{FF2B5EF4-FFF2-40B4-BE49-F238E27FC236}">
                <a16:creationId xmlns:a16="http://schemas.microsoft.com/office/drawing/2014/main" id="{B97FAA01-A51C-4E7A-AA56-1E594286F9F3}"/>
              </a:ext>
            </a:extLst>
          </p:cNvPr>
          <p:cNvSpPr>
            <a:spLocks xmlns:a="http://schemas.openxmlformats.org/drawingml/2006/main" noGrp="1"/>
          </p:cNvSpPr>
          <p:nvPr/>
        </p:nvSpPr>
        <p:spPr>
          <a:xfrm xmlns:a="http://schemas.openxmlformats.org/drawingml/2006/main">
            <a:off x="4457700" y="47815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(x=230, y=140)</a:t>
            </a:r>
          </a:p>
        </p:txBody>
      </p:sp>
      <p:sp>
        <p:nvSpPr>
          <p:cNvPr id="19" name="pixel-original-value">
            <a:extLst xmlns:a="http://schemas.openxmlformats.org/drawingml/2006/main">
              <a:ext uri="{FF2B5EF4-FFF2-40B4-BE49-F238E27FC236}">
                <a16:creationId xmlns:a16="http://schemas.microsoft.com/office/drawing/2014/main" id="{4C29DAD0-E7C7-41D1-914B-006675BBB44A}"/>
              </a:ext>
            </a:extLst>
          </p:cNvPr>
          <p:cNvSpPr>
            <a:spLocks xmlns:a="http://schemas.openxmlformats.org/drawingml/2006/main" noGrp="1"/>
          </p:cNvSpPr>
          <p:nvPr/>
        </p:nvSpPr>
        <p:spPr>
          <a:xfrm xmlns:a="http://schemas.openxmlformats.org/drawingml/2006/main">
            <a:off x="4362450" y="52387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A：(79,113,165)</a:t>
            </a:r>
          </a:p>
        </p:txBody>
      </p:sp>
      <p:sp>
        <p:nvSpPr>
          <p:cNvPr id="20" name="pixel-decoded-value">
            <a:extLst xmlns:a="http://schemas.openxmlformats.org/drawingml/2006/main">
              <a:ext uri="{FF2B5EF4-FFF2-40B4-BE49-F238E27FC236}">
                <a16:creationId xmlns:a16="http://schemas.microsoft.com/office/drawing/2014/main" id="{124BEB74-5AC7-4BDB-BC0B-93650238FB85}"/>
              </a:ext>
            </a:extLst>
          </p:cNvPr>
          <p:cNvSpPr>
            <a:spLocks xmlns:a="http://schemas.openxmlformats.org/drawingml/2006/main" noGrp="1"/>
          </p:cNvSpPr>
          <p:nvPr/>
        </p:nvSpPr>
        <p:spPr>
          <a:xfrm xmlns:a="http://schemas.openxmlformats.org/drawingml/2006/main">
            <a:off x="4362450" y="56292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B：(51,108,153)</a:t>
            </a:r>
          </a:p>
        </p:txBody>
      </p:sp>
    </p:spTree>
    <p:extLst>
      <p:ext uri="{BB962C8B-B14F-4D97-AF65-F5344CB8AC3E}">
        <p14:creationId xmlns:p14="http://schemas.microsoft.com/office/powerpoint/2010/main" val="1509452929"/>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06AA72F-704B-4A3D-905A-94D454EB24F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2E680AF-3F51-4CE1-B169-E3EE49C9B13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2A1C8D9-ABD3-4AF2-94E4-A79323C6D6D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MP3、JPG再用RAR压缩，会怎样？</a:t>
            </a:r>
          </a:p>
        </p:txBody>
      </p:sp>
      <p:sp>
        <p:nvSpPr>
          <p:cNvPr id="5" name="Connector 4">
            <a:extLst xmlns:a="http://schemas.openxmlformats.org/drawingml/2006/main">
              <a:ext uri="{FF2B5EF4-FFF2-40B4-BE49-F238E27FC236}">
                <a16:creationId xmlns:a16="http://schemas.microsoft.com/office/drawing/2014/main" id="{3F3A2829-0D88-47E2-AF93-3B86091B4D1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C6C0835B-CE48-4695-9800-BCC7915250AD}"/>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第一次压缩</a:t>
            </a:r>
          </a:p>
        </p:txBody>
      </p:sp>
      <p:sp>
        <p:nvSpPr>
          <p:cNvPr id="7" name="TextBox 6">
            <a:extLst xmlns:a="http://schemas.openxmlformats.org/drawingml/2006/main">
              <a:ext uri="{FF2B5EF4-FFF2-40B4-BE49-F238E27FC236}">
                <a16:creationId xmlns:a16="http://schemas.microsoft.com/office/drawing/2014/main" id="{4B271E2C-FC73-4C7C-9F06-623B19D54319}"/>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再次压缩</a:t>
            </a:r>
          </a:p>
        </p:txBody>
      </p:sp>
      <p:sp>
        <p:nvSpPr>
          <p:cNvPr id="8" name="TextBox 7">
            <a:extLst xmlns:a="http://schemas.openxmlformats.org/drawingml/2006/main">
              <a:ext uri="{FF2B5EF4-FFF2-40B4-BE49-F238E27FC236}">
                <a16:creationId xmlns:a16="http://schemas.microsoft.com/office/drawing/2014/main" id="{DFDCD88A-0B0D-4BF2-AC98-368C4BAE74F3}"/>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有些重复或不重要的信息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被更简洁地表示，文件大幅减小。</a:t>
            </a:r>
          </a:p>
        </p:txBody>
      </p:sp>
      <p:sp>
        <p:nvSpPr>
          <p:cNvPr id="9" name="TextBox 8">
            <a:extLst xmlns:a="http://schemas.openxmlformats.org/drawingml/2006/main">
              <a:ext uri="{FF2B5EF4-FFF2-40B4-BE49-F238E27FC236}">
                <a16:creationId xmlns:a16="http://schemas.microsoft.com/office/drawing/2014/main" id="{557734D2-7AE1-4AA2-8241-DC9F76C01B1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可进一步利用的冗余通常较少，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RAR再压往往收效不大。</a:t>
            </a:r>
          </a:p>
        </p:txBody>
      </p:sp>
      <p:sp>
        <p:nvSpPr>
          <p:cNvPr id="10" name="TextBox 9">
            <a:extLst xmlns:a="http://schemas.openxmlformats.org/drawingml/2006/main">
              <a:ext uri="{FF2B5EF4-FFF2-40B4-BE49-F238E27FC236}">
                <a16:creationId xmlns:a16="http://schemas.microsoft.com/office/drawing/2014/main" id="{44ED8C18-2382-4CAF-A3F3-214C9A61240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注意：再次用有损编码重新保存，还可能累积质量损失。</a:t>
            </a:r>
          </a:p>
        </p:txBody>
      </p:sp>
    </p:spTree>
    <p:extLst>
      <p:ext uri="{BB962C8B-B14F-4D97-AF65-F5344CB8AC3E}">
        <p14:creationId xmlns:p14="http://schemas.microsoft.com/office/powerpoint/2010/main" val="933221314"/>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2374F80-AC05-41F9-BC4E-6AF0F3F5B13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A654D59-D72D-4BC2-A920-5877C8D4F9C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2E9F7F-8144-40AF-8FD1-E3B3249B946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是不是压得越小就一定越好？</a:t>
            </a:r>
          </a:p>
        </p:txBody>
      </p:sp>
      <p:sp>
        <p:nvSpPr>
          <p:cNvPr id="5" name="backup-title">
            <a:extLst xmlns:a="http://schemas.openxmlformats.org/drawingml/2006/main">
              <a:ext uri="{FF2B5EF4-FFF2-40B4-BE49-F238E27FC236}">
                <a16:creationId xmlns:a16="http://schemas.microsoft.com/office/drawing/2014/main" id="{07BE8652-2CFB-48EA-B70D-3E1F57FA9C21}"/>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重要文档长期备份</a:t>
            </a:r>
          </a:p>
        </p:txBody>
      </p:sp>
      <p:sp>
        <p:nvSpPr>
          <p:cNvPr id="6" name="call-title">
            <a:extLst xmlns:a="http://schemas.openxmlformats.org/drawingml/2006/main">
              <a:ext uri="{FF2B5EF4-FFF2-40B4-BE49-F238E27FC236}">
                <a16:creationId xmlns:a16="http://schemas.microsoft.com/office/drawing/2014/main" id="{D623437A-4969-423C-83DD-A906B6B4C63C}"/>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实时视频通话</a:t>
            </a:r>
          </a:p>
        </p:txBody>
      </p:sp>
      <p:pic>
        <p:nvPicPr>
          <p:cNvPr id="7" name="">
            <a:extLst xmlns:a="http://schemas.openxmlformats.org/drawingml/2006/main">
              <a:ext uri="{FF2B5EF4-FFF2-40B4-BE49-F238E27FC236}">
                <a16:creationId xmlns:a16="http://schemas.microsoft.com/office/drawing/2014/main" id="{AEC7B071-D144-43C3-B187-6DD19E4447EE}"/>
              </a:ext>
            </a:extLst>
          </p:cNvPr>
          <p:cNvPicPr>
            <a:picLocks xmlns:a="http://schemas.openxmlformats.org/drawingml/2006/main" noChangeAspect="1"/>
          </p:cNvPicPr>
          <p:nvPr/>
        </p:nvPicPr>
        <p:blipFill>
          <a:blip xmlns:r="http://schemas.openxmlformats.org/officeDocument/2006/relationships" xmlns:a="http://schemas.openxmlformats.org/drawingml/2006/main" r:embed="R23f9a469a8aa4f0e"/>
          <a:stretch xmlns:a="http://schemas.openxmlformats.org/drawingml/2006/main"/>
        </p:blipFill>
        <p:spPr>
          <a:xfrm xmlns:a="http://schemas.openxmlformats.org/drawingml/2006/main">
            <a:off x="609621" y="2295525"/>
            <a:ext cx="5181559" cy="28003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D019700-5AFF-4C4D-8F7F-7EBA83283C8F}"/>
              </a:ext>
            </a:extLst>
          </p:cNvPr>
          <p:cNvPicPr>
            <a:picLocks xmlns:a="http://schemas.openxmlformats.org/drawingml/2006/main" noChangeAspect="1"/>
          </p:cNvPicPr>
          <p:nvPr/>
        </p:nvPicPr>
        <p:blipFill>
          <a:blip xmlns:r="http://schemas.openxmlformats.org/officeDocument/2006/relationships" xmlns:a="http://schemas.openxmlformats.org/drawingml/2006/main" r:embed="Rfce78d24e9f74010"/>
          <a:stretch xmlns:a="http://schemas.openxmlformats.org/drawingml/2006/main"/>
        </p:blipFill>
        <p:spPr>
          <a:xfrm xmlns:a="http://schemas.openxmlformats.org/drawingml/2006/main">
            <a:off x="6400821" y="2295525"/>
            <a:ext cx="5181559" cy="2800350"/>
          </a:xfrm>
          <a:prstGeom xmlns:a="http://schemas.openxmlformats.org/drawingml/2006/main" prst="rect">
            <a:avLst/>
          </a:prstGeom>
        </p:spPr>
      </p:pic>
      <p:sp>
        <p:nvSpPr>
          <p:cNvPr id="9" name="backup-criteria">
            <a:extLst xmlns:a="http://schemas.openxmlformats.org/drawingml/2006/main">
              <a:ext uri="{FF2B5EF4-FFF2-40B4-BE49-F238E27FC236}">
                <a16:creationId xmlns:a16="http://schemas.microsoft.com/office/drawing/2014/main" id="{DC0675A9-E53A-4285-A07D-6C35015D2091}"/>
              </a:ext>
            </a:extLst>
          </p:cNvPr>
          <p:cNvSpPr>
            <a:spLocks xmlns:a="http://schemas.openxmlformats.org/drawingml/2006/main" noGrp="1"/>
          </p:cNvSpPr>
          <p:nvPr/>
        </p:nvSpPr>
        <p:spPr>
          <a:xfrm xmlns:a="http://schemas.openxmlformats.org/drawingml/2006/main">
            <a:off x="6096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优先：信息完整、能恢复、可靠保存。</a:t>
            </a:r>
          </a:p>
        </p:txBody>
      </p:sp>
      <p:sp>
        <p:nvSpPr>
          <p:cNvPr id="10" name="call-criteria">
            <a:extLst xmlns:a="http://schemas.openxmlformats.org/drawingml/2006/main">
              <a:ext uri="{FF2B5EF4-FFF2-40B4-BE49-F238E27FC236}">
                <a16:creationId xmlns:a16="http://schemas.microsoft.com/office/drawing/2014/main" id="{E3457951-3B42-42B4-942C-E86107EDF265}"/>
              </a:ext>
            </a:extLst>
          </p:cNvPr>
          <p:cNvSpPr>
            <a:spLocks xmlns:a="http://schemas.openxmlformats.org/drawingml/2006/main" noGrp="1"/>
          </p:cNvSpPr>
          <p:nvPr/>
        </p:nvSpPr>
        <p:spPr>
          <a:xfrm xmlns:a="http://schemas.openxmlformats.org/drawingml/2006/main">
            <a:off x="64008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兼顾：延迟、流畅度、质量与传输量。</a:t>
            </a:r>
          </a:p>
        </p:txBody>
      </p:sp>
    </p:spTree>
    <p:extLst>
      <p:ext uri="{BB962C8B-B14F-4D97-AF65-F5344CB8AC3E}">
        <p14:creationId xmlns:p14="http://schemas.microsoft.com/office/powerpoint/2010/main" val="773889408"/>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4ECC57D-3EC2-4E82-BFDB-6B425EF4BED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51B0C2A-252A-4573-B386-F9E92B3F32B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AC6D563-4F4D-4E6B-A95A-F6972747DC6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8295C14A-D57C-4BBD-88B3-0849056DD12D}"/>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DD961FBF-9D13-4C1C-9CCA-D690D01C120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9711DFE-76B6-4FD8-A082-95D0F0D5B8D2}"/>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逐条作答，并解释理由。</a:t>
            </a:r>
          </a:p>
        </p:txBody>
      </p:sp>
    </p:spTree>
    <p:extLst>
      <p:ext uri="{BB962C8B-B14F-4D97-AF65-F5344CB8AC3E}">
        <p14:creationId xmlns:p14="http://schemas.microsoft.com/office/powerpoint/2010/main" val="1473862044"/>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609B9DD-694F-485B-B6C8-49C3361E130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72F7134-E441-4DA6-87C5-DA03E653B22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CC5BE53-9689-4207-B665-44827C3A9D5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BFE14377-6E70-4EE8-B768-713558A5CFF9}"/>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E79C305F-653C-4652-98AA-12B8FF00A3C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BF61D177-73CD-49B9-B4DD-F2CCA6C94618}"/>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答案：①错；②对；③对。</a:t>
            </a:r>
          </a:p>
        </p:txBody>
      </p:sp>
      <p:sp>
        <p:nvSpPr>
          <p:cNvPr id="8" name="TextBox 7">
            <a:extLst xmlns:a="http://schemas.openxmlformats.org/drawingml/2006/main">
              <a:ext uri="{FF2B5EF4-FFF2-40B4-BE49-F238E27FC236}">
                <a16:creationId xmlns:a16="http://schemas.microsoft.com/office/drawing/2014/main" id="{85AA293A-84C1-4F1F-BF91-C1D2AF183C16}"/>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①音轨不等于声道；②每帧的数据量相加可能很大；③ZIP为无损归档。</a:t>
            </a:r>
          </a:p>
        </p:txBody>
      </p:sp>
    </p:spTree>
    <p:extLst>
      <p:ext uri="{BB962C8B-B14F-4D97-AF65-F5344CB8AC3E}">
        <p14:creationId xmlns:p14="http://schemas.microsoft.com/office/powerpoint/2010/main" val="1238523999"/>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134AEC3-F7F9-41A6-B0D5-952E9215F7C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00E3C23-EE20-4E54-A8A3-61FC7D9A5A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9F4FB7B-8AD4-4807-B433-8ACDC5C6C3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离开课堂前，解释三个为什么</a:t>
            </a:r>
          </a:p>
        </p:txBody>
      </p:sp>
      <p:sp>
        <p:nvSpPr>
          <p:cNvPr id="5" name="TextBox 4">
            <a:extLst xmlns:a="http://schemas.openxmlformats.org/drawingml/2006/main">
              <a:ext uri="{FF2B5EF4-FFF2-40B4-BE49-F238E27FC236}">
                <a16:creationId xmlns:a16="http://schemas.microsoft.com/office/drawing/2014/main" id="{78C11642-739C-4B7F-B0E3-3546DFE46D92}"/>
              </a:ext>
            </a:extLst>
          </p:cNvPr>
          <p:cNvSpPr>
            <a:spLocks xmlns:a="http://schemas.openxmlformats.org/drawingml/2006/main" noGrp="1"/>
          </p:cNvSpPr>
          <p:nvPr/>
        </p:nvSpPr>
        <p:spPr>
          <a:xfrm xmlns:a="http://schemas.openxmlformats.org/drawingml/2006/main">
            <a:off x="786384" y="19526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① 声音为什么能变成一组0和1？</a:t>
            </a:r>
          </a:p>
        </p:txBody>
      </p:sp>
      <p:sp>
        <p:nvSpPr>
          <p:cNvPr id="6" name="TextBox 5">
            <a:extLst xmlns:a="http://schemas.openxmlformats.org/drawingml/2006/main">
              <a:ext uri="{FF2B5EF4-FFF2-40B4-BE49-F238E27FC236}">
                <a16:creationId xmlns:a16="http://schemas.microsoft.com/office/drawing/2014/main" id="{F7184CA6-1653-4AF3-91A0-6BD76E3B69E1}"/>
              </a:ext>
            </a:extLst>
          </p:cNvPr>
          <p:cNvSpPr>
            <a:spLocks xmlns:a="http://schemas.openxmlformats.org/drawingml/2006/main" noGrp="1"/>
          </p:cNvSpPr>
          <p:nvPr/>
        </p:nvSpPr>
        <p:spPr>
          <a:xfrm xmlns:a="http://schemas.openxmlformats.org/drawingml/2006/main">
            <a:off x="786384" y="338137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② 小视频为什么可能算出6.44 GiB？</a:t>
            </a:r>
          </a:p>
        </p:txBody>
      </p:sp>
      <p:sp>
        <p:nvSpPr>
          <p:cNvPr id="7" name="TextBox 6">
            <a:extLst xmlns:a="http://schemas.openxmlformats.org/drawingml/2006/main">
              <a:ext uri="{FF2B5EF4-FFF2-40B4-BE49-F238E27FC236}">
                <a16:creationId xmlns:a16="http://schemas.microsoft.com/office/drawing/2014/main" id="{5B94B5CC-23AD-4092-BE37-730824E196A6}"/>
              </a:ext>
            </a:extLst>
          </p:cNvPr>
          <p:cNvSpPr>
            <a:spLocks xmlns:a="http://schemas.openxmlformats.org/drawingml/2006/main" noGrp="1"/>
          </p:cNvSpPr>
          <p:nvPr/>
        </p:nvSpPr>
        <p:spPr>
          <a:xfrm xmlns:a="http://schemas.openxmlformats.org/drawingml/2006/main">
            <a:off x="786384" y="48101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③ 有些文件为什么压缩后变化很小？</a:t>
            </a:r>
          </a:p>
        </p:txBody>
      </p:sp>
    </p:spTree>
    <p:extLst>
      <p:ext uri="{BB962C8B-B14F-4D97-AF65-F5344CB8AC3E}">
        <p14:creationId xmlns:p14="http://schemas.microsoft.com/office/powerpoint/2010/main" val="1286529956"/>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Tree>
    <p:extLst>
      <p:ext uri="{BB962C8B-B14F-4D97-AF65-F5344CB8AC3E}">
        <p14:creationId xmlns:p14="http://schemas.microsoft.com/office/powerpoint/2010/main" val="1560500694"/>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
        <p:nvSpPr>
          <p:cNvPr id="29" name="tree-link-5">
            <a:extLst xmlns:a="http://schemas.openxmlformats.org/drawingml/2006/main">
              <a:ext uri="{FF2B5EF4-FFF2-40B4-BE49-F238E27FC236}">
                <a16:creationId xmlns:a16="http://schemas.microsoft.com/office/drawing/2014/main" id="{463759E1-DFF0-4CA4-B119-F8B7A0A4AEC5}"/>
              </a:ext>
            </a:extLst>
          </p:cNvPr>
          <p:cNvSpPr>
            <a:spLocks xmlns:a="http://schemas.openxmlformats.org/drawingml/2006/main" noGrp="1"/>
          </p:cNvSpPr>
          <p:nvPr/>
        </p:nvSpPr>
        <p:spPr>
          <a:xfrm xmlns:a="http://schemas.openxmlformats.org/drawingml/2006/main">
            <a:off x="2914650" y="57721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30" name="tree-trunk-5">
            <a:extLst xmlns:a="http://schemas.openxmlformats.org/drawingml/2006/main">
              <a:ext uri="{FF2B5EF4-FFF2-40B4-BE49-F238E27FC236}">
                <a16:creationId xmlns:a16="http://schemas.microsoft.com/office/drawing/2014/main" id="{04027E28-FED3-4483-AB7D-85199C0C18AF}"/>
              </a:ext>
            </a:extLst>
          </p:cNvPr>
          <p:cNvSpPr>
            <a:spLocks xmlns:a="http://schemas.openxmlformats.org/drawingml/2006/main" noGrp="1"/>
          </p:cNvSpPr>
          <p:nvPr/>
        </p:nvSpPr>
        <p:spPr>
          <a:xfrm xmlns:a="http://schemas.openxmlformats.org/drawingml/2006/main">
            <a:off x="2914650" y="50482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31" name="tree-focus-5">
            <a:extLst xmlns:a="http://schemas.openxmlformats.org/drawingml/2006/main">
              <a:ext uri="{FF2B5EF4-FFF2-40B4-BE49-F238E27FC236}">
                <a16:creationId xmlns:a16="http://schemas.microsoft.com/office/drawing/2014/main" id="{10C01FA3-20E4-4A7E-881E-2344A85AA799}"/>
              </a:ext>
            </a:extLst>
          </p:cNvPr>
          <p:cNvSpPr>
            <a:spLocks xmlns:a="http://schemas.openxmlformats.org/drawingml/2006/main" noGrp="1"/>
          </p:cNvSpPr>
          <p:nvPr/>
        </p:nvSpPr>
        <p:spPr>
          <a:xfrm xmlns:a="http://schemas.openxmlformats.org/drawingml/2006/main">
            <a:off x="3333750" y="54673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2" name="tree-node-5">
            <a:extLst xmlns:a="http://schemas.openxmlformats.org/drawingml/2006/main">
              <a:ext uri="{FF2B5EF4-FFF2-40B4-BE49-F238E27FC236}">
                <a16:creationId xmlns:a16="http://schemas.microsoft.com/office/drawing/2014/main" id="{650BEF4C-1A7E-4291-9282-166E29814291}"/>
              </a:ext>
            </a:extLst>
          </p:cNvPr>
          <p:cNvSpPr>
            <a:spLocks xmlns:a="http://schemas.openxmlformats.org/drawingml/2006/main" noGrp="1"/>
          </p:cNvSpPr>
          <p:nvPr/>
        </p:nvSpPr>
        <p:spPr>
          <a:xfrm xmlns:a="http://schemas.openxmlformats.org/drawingml/2006/main">
            <a:off x="3476625" y="56292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压缩与恢复</a:t>
            </a:r>
          </a:p>
        </p:txBody>
      </p:sp>
      <p:sp>
        <p:nvSpPr>
          <p:cNvPr id="33" name="tree-detail-5">
            <a:extLst xmlns:a="http://schemas.openxmlformats.org/drawingml/2006/main">
              <a:ext uri="{FF2B5EF4-FFF2-40B4-BE49-F238E27FC236}">
                <a16:creationId xmlns:a16="http://schemas.microsoft.com/office/drawing/2014/main" id="{D1EE542A-8447-4FA3-A14C-B7D0865E6AB0}"/>
              </a:ext>
            </a:extLst>
          </p:cNvPr>
          <p:cNvSpPr>
            <a:spLocks xmlns:a="http://schemas.openxmlformats.org/drawingml/2006/main" noGrp="1"/>
          </p:cNvSpPr>
          <p:nvPr/>
        </p:nvSpPr>
        <p:spPr>
          <a:xfrm xmlns:a="http://schemas.openxmlformats.org/drawingml/2006/main">
            <a:off x="6381750" y="54768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目标：减少数据量</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能否完整恢复，区分无损／有损</a:t>
            </a:r>
          </a:p>
        </p:txBody>
      </p:sp>
    </p:spTree>
    <p:extLst>
      <p:ext uri="{BB962C8B-B14F-4D97-AF65-F5344CB8AC3E}">
        <p14:creationId xmlns:p14="http://schemas.microsoft.com/office/powerpoint/2010/main" val="1560500694"/>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Tree>
    <p:extLst>
      <p:ext uri="{BB962C8B-B14F-4D97-AF65-F5344CB8AC3E}">
        <p14:creationId xmlns:p14="http://schemas.microsoft.com/office/powerpoint/2010/main" val="1752247001"/>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
        <p:nvSpPr>
          <p:cNvPr id="23" name="alias-wave-1">
            <a:extLst xmlns:a="http://schemas.openxmlformats.org/drawingml/2006/main">
              <a:ext uri="{FF2B5EF4-FFF2-40B4-BE49-F238E27FC236}">
                <a16:creationId xmlns:a16="http://schemas.microsoft.com/office/drawing/2014/main" id="{66BD239C-EBE9-49A2-91AE-33768DEAB976}"/>
              </a:ext>
            </a:extLst>
          </p:cNvPr>
          <p:cNvSpPr>
            <a:spLocks xmlns:a="http://schemas.openxmlformats.org/drawingml/2006/main" noGrp="1"/>
          </p:cNvSpPr>
          <p:nvPr/>
        </p:nvSpPr>
        <p:spPr>
          <a:xfrm xmlns:a="http://schemas.openxmlformats.org/drawingml/2006/main">
            <a:off x="2238375" y="2381250"/>
            <a:ext cx="8096250" cy="1238250"/>
          </a:xfrm>
          <a:custGeom xmlns:a="http://schemas.openxmlformats.org/drawingml/2006/main">
            <a:pathLst>
              <a:path w="8096250" h="1238250">
                <a:moveTo>
                  <a:pt x="0" y="0"/>
                </a:moveTo>
                <a:lnTo>
                  <a:pt x="26988" y="136"/>
                </a:lnTo>
                <a:lnTo>
                  <a:pt x="53975" y="543"/>
                </a:lnTo>
                <a:lnTo>
                  <a:pt x="80963" y="1222"/>
                </a:lnTo>
                <a:lnTo>
                  <a:pt x="107950" y="2171"/>
                </a:lnTo>
                <a:lnTo>
                  <a:pt x="134937" y="3392"/>
                </a:lnTo>
                <a:lnTo>
                  <a:pt x="161925" y="4882"/>
                </a:lnTo>
                <a:lnTo>
                  <a:pt x="188913" y="6642"/>
                </a:lnTo>
                <a:lnTo>
                  <a:pt x="215900" y="8670"/>
                </a:lnTo>
                <a:lnTo>
                  <a:pt x="242888" y="10966"/>
                </a:lnTo>
                <a:lnTo>
                  <a:pt x="269875" y="13529"/>
                </a:lnTo>
                <a:lnTo>
                  <a:pt x="296863" y="16358"/>
                </a:lnTo>
                <a:lnTo>
                  <a:pt x="323850" y="19451"/>
                </a:lnTo>
                <a:lnTo>
                  <a:pt x="350837" y="22807"/>
                </a:lnTo>
                <a:lnTo>
                  <a:pt x="377825" y="26425"/>
                </a:lnTo>
                <a:lnTo>
                  <a:pt x="404813" y="30302"/>
                </a:lnTo>
                <a:lnTo>
                  <a:pt x="431800" y="34438"/>
                </a:lnTo>
                <a:lnTo>
                  <a:pt x="458788" y="38830"/>
                </a:lnTo>
                <a:lnTo>
                  <a:pt x="485775" y="43477"/>
                </a:lnTo>
                <a:lnTo>
                  <a:pt x="512762" y="48376"/>
                </a:lnTo>
                <a:lnTo>
                  <a:pt x="539750" y="53526"/>
                </a:lnTo>
                <a:lnTo>
                  <a:pt x="566738" y="58924"/>
                </a:lnTo>
                <a:lnTo>
                  <a:pt x="593725" y="64567"/>
                </a:lnTo>
                <a:lnTo>
                  <a:pt x="620712" y="70454"/>
                </a:lnTo>
                <a:lnTo>
                  <a:pt x="647700" y="76582"/>
                </a:lnTo>
                <a:lnTo>
                  <a:pt x="674687" y="82947"/>
                </a:lnTo>
                <a:lnTo>
                  <a:pt x="701675" y="89548"/>
                </a:lnTo>
                <a:lnTo>
                  <a:pt x="728663" y="96380"/>
                </a:lnTo>
                <a:lnTo>
                  <a:pt x="755650" y="103443"/>
                </a:lnTo>
                <a:lnTo>
                  <a:pt x="782638" y="110731"/>
                </a:lnTo>
                <a:lnTo>
                  <a:pt x="809625" y="118242"/>
                </a:lnTo>
                <a:lnTo>
                  <a:pt x="836612" y="125973"/>
                </a:lnTo>
                <a:lnTo>
                  <a:pt x="863600" y="133921"/>
                </a:lnTo>
                <a:lnTo>
                  <a:pt x="890588" y="142081"/>
                </a:lnTo>
                <a:lnTo>
                  <a:pt x="917575" y="150450"/>
                </a:lnTo>
                <a:lnTo>
                  <a:pt x="944563" y="159025"/>
                </a:lnTo>
                <a:lnTo>
                  <a:pt x="971550" y="167802"/>
                </a:lnTo>
                <a:lnTo>
                  <a:pt x="998538" y="176777"/>
                </a:lnTo>
                <a:lnTo>
                  <a:pt x="1025525" y="185946"/>
                </a:lnTo>
                <a:lnTo>
                  <a:pt x="1052513" y="195305"/>
                </a:lnTo>
                <a:lnTo>
                  <a:pt x="1079500" y="204850"/>
                </a:lnTo>
                <a:lnTo>
                  <a:pt x="1106487" y="214576"/>
                </a:lnTo>
                <a:lnTo>
                  <a:pt x="1133475" y="224480"/>
                </a:lnTo>
                <a:lnTo>
                  <a:pt x="1160463" y="234557"/>
                </a:lnTo>
                <a:lnTo>
                  <a:pt x="1187450" y="244803"/>
                </a:lnTo>
                <a:lnTo>
                  <a:pt x="1214438" y="255212"/>
                </a:lnTo>
                <a:lnTo>
                  <a:pt x="1241425" y="265782"/>
                </a:lnTo>
                <a:lnTo>
                  <a:pt x="1268413" y="276506"/>
                </a:lnTo>
                <a:lnTo>
                  <a:pt x="1295400" y="287381"/>
                </a:lnTo>
                <a:lnTo>
                  <a:pt x="1322388" y="298402"/>
                </a:lnTo>
                <a:lnTo>
                  <a:pt x="1349375" y="309563"/>
                </a:lnTo>
                <a:lnTo>
                  <a:pt x="1376363" y="320859"/>
                </a:lnTo>
                <a:lnTo>
                  <a:pt x="1403350" y="332287"/>
                </a:lnTo>
                <a:lnTo>
                  <a:pt x="1430337" y="343840"/>
                </a:lnTo>
                <a:lnTo>
                  <a:pt x="1457325" y="355514"/>
                </a:lnTo>
                <a:lnTo>
                  <a:pt x="1484312" y="367304"/>
                </a:lnTo>
                <a:lnTo>
                  <a:pt x="1511300" y="379204"/>
                </a:lnTo>
                <a:lnTo>
                  <a:pt x="1538288" y="391210"/>
                </a:lnTo>
                <a:lnTo>
                  <a:pt x="1565275" y="403315"/>
                </a:lnTo>
                <a:lnTo>
                  <a:pt x="1592262" y="415515"/>
                </a:lnTo>
                <a:lnTo>
                  <a:pt x="1619250" y="427805"/>
                </a:lnTo>
                <a:lnTo>
                  <a:pt x="1646238" y="440178"/>
                </a:lnTo>
                <a:lnTo>
                  <a:pt x="1673225" y="452630"/>
                </a:lnTo>
                <a:lnTo>
                  <a:pt x="1700213" y="465155"/>
                </a:lnTo>
                <a:lnTo>
                  <a:pt x="1727200" y="477747"/>
                </a:lnTo>
                <a:lnTo>
                  <a:pt x="1754188" y="490402"/>
                </a:lnTo>
                <a:lnTo>
                  <a:pt x="1781175" y="503113"/>
                </a:lnTo>
                <a:lnTo>
                  <a:pt x="1808163" y="515874"/>
                </a:lnTo>
                <a:lnTo>
                  <a:pt x="1835150" y="528681"/>
                </a:lnTo>
                <a:lnTo>
                  <a:pt x="1862138" y="541528"/>
                </a:lnTo>
                <a:lnTo>
                  <a:pt x="1889125" y="554409"/>
                </a:lnTo>
                <a:lnTo>
                  <a:pt x="1916112" y="567318"/>
                </a:lnTo>
                <a:lnTo>
                  <a:pt x="1943100" y="580250"/>
                </a:lnTo>
                <a:lnTo>
                  <a:pt x="1970088" y="593199"/>
                </a:lnTo>
                <a:lnTo>
                  <a:pt x="1997075" y="606159"/>
                </a:lnTo>
                <a:lnTo>
                  <a:pt x="2024063" y="619125"/>
                </a:lnTo>
                <a:lnTo>
                  <a:pt x="2051050" y="632091"/>
                </a:lnTo>
                <a:lnTo>
                  <a:pt x="2078037" y="645051"/>
                </a:lnTo>
                <a:lnTo>
                  <a:pt x="2105025" y="658000"/>
                </a:lnTo>
                <a:lnTo>
                  <a:pt x="2132013" y="670932"/>
                </a:lnTo>
                <a:lnTo>
                  <a:pt x="2159000" y="683841"/>
                </a:lnTo>
                <a:lnTo>
                  <a:pt x="2185988" y="696722"/>
                </a:lnTo>
                <a:lnTo>
                  <a:pt x="2212975" y="709569"/>
                </a:lnTo>
                <a:lnTo>
                  <a:pt x="2239962" y="722376"/>
                </a:lnTo>
                <a:lnTo>
                  <a:pt x="2266950" y="735137"/>
                </a:lnTo>
                <a:lnTo>
                  <a:pt x="2293938" y="747848"/>
                </a:lnTo>
                <a:lnTo>
                  <a:pt x="2320925" y="760503"/>
                </a:lnTo>
                <a:lnTo>
                  <a:pt x="2347913" y="773095"/>
                </a:lnTo>
                <a:lnTo>
                  <a:pt x="2374900" y="785620"/>
                </a:lnTo>
                <a:lnTo>
                  <a:pt x="2401888" y="798072"/>
                </a:lnTo>
                <a:lnTo>
                  <a:pt x="2428875" y="810445"/>
                </a:lnTo>
                <a:lnTo>
                  <a:pt x="2455863" y="822735"/>
                </a:lnTo>
                <a:lnTo>
                  <a:pt x="2482850" y="834935"/>
                </a:lnTo>
                <a:lnTo>
                  <a:pt x="2509838" y="847040"/>
                </a:lnTo>
                <a:lnTo>
                  <a:pt x="2536825" y="859046"/>
                </a:lnTo>
                <a:lnTo>
                  <a:pt x="2563812" y="870946"/>
                </a:lnTo>
                <a:lnTo>
                  <a:pt x="2590800" y="882736"/>
                </a:lnTo>
                <a:lnTo>
                  <a:pt x="2617788" y="894410"/>
                </a:lnTo>
                <a:lnTo>
                  <a:pt x="2644775" y="905963"/>
                </a:lnTo>
                <a:lnTo>
                  <a:pt x="2671763" y="917391"/>
                </a:lnTo>
                <a:lnTo>
                  <a:pt x="2698750" y="928688"/>
                </a:lnTo>
                <a:lnTo>
                  <a:pt x="2725738" y="939848"/>
                </a:lnTo>
                <a:lnTo>
                  <a:pt x="2752725" y="950869"/>
                </a:lnTo>
                <a:lnTo>
                  <a:pt x="2779712" y="961744"/>
                </a:lnTo>
                <a:lnTo>
                  <a:pt x="2806700" y="972468"/>
                </a:lnTo>
                <a:lnTo>
                  <a:pt x="2833688" y="983038"/>
                </a:lnTo>
                <a:lnTo>
                  <a:pt x="2860675" y="993447"/>
                </a:lnTo>
                <a:lnTo>
                  <a:pt x="2887663" y="1003693"/>
                </a:lnTo>
                <a:lnTo>
                  <a:pt x="2914650" y="1013770"/>
                </a:lnTo>
                <a:lnTo>
                  <a:pt x="2941637" y="1023674"/>
                </a:lnTo>
                <a:lnTo>
                  <a:pt x="2968625" y="1033400"/>
                </a:lnTo>
                <a:lnTo>
                  <a:pt x="2995613" y="1042945"/>
                </a:lnTo>
                <a:lnTo>
                  <a:pt x="3022600" y="1052304"/>
                </a:lnTo>
                <a:lnTo>
                  <a:pt x="3049587" y="1061473"/>
                </a:lnTo>
                <a:lnTo>
                  <a:pt x="3076575" y="1070448"/>
                </a:lnTo>
                <a:lnTo>
                  <a:pt x="3103563" y="1079225"/>
                </a:lnTo>
                <a:lnTo>
                  <a:pt x="3130550" y="1087800"/>
                </a:lnTo>
                <a:lnTo>
                  <a:pt x="3157538" y="1096169"/>
                </a:lnTo>
                <a:lnTo>
                  <a:pt x="3184525" y="1104329"/>
                </a:lnTo>
                <a:lnTo>
                  <a:pt x="3211513" y="1112277"/>
                </a:lnTo>
                <a:lnTo>
                  <a:pt x="3238500" y="1120008"/>
                </a:lnTo>
                <a:lnTo>
                  <a:pt x="3265487" y="1127519"/>
                </a:lnTo>
                <a:lnTo>
                  <a:pt x="3292475" y="1134807"/>
                </a:lnTo>
                <a:lnTo>
                  <a:pt x="3319463" y="1141870"/>
                </a:lnTo>
                <a:lnTo>
                  <a:pt x="3346450" y="1148702"/>
                </a:lnTo>
                <a:lnTo>
                  <a:pt x="3373438" y="1155303"/>
                </a:lnTo>
                <a:lnTo>
                  <a:pt x="3400425" y="1161668"/>
                </a:lnTo>
                <a:lnTo>
                  <a:pt x="3427412" y="1167796"/>
                </a:lnTo>
                <a:lnTo>
                  <a:pt x="3454400" y="1173683"/>
                </a:lnTo>
                <a:lnTo>
                  <a:pt x="3481388" y="1179326"/>
                </a:lnTo>
                <a:lnTo>
                  <a:pt x="3508375" y="1184724"/>
                </a:lnTo>
                <a:lnTo>
                  <a:pt x="3535362" y="1189874"/>
                </a:lnTo>
                <a:lnTo>
                  <a:pt x="3562350" y="1194773"/>
                </a:lnTo>
                <a:lnTo>
                  <a:pt x="3589338" y="1199420"/>
                </a:lnTo>
                <a:lnTo>
                  <a:pt x="3616325" y="1203812"/>
                </a:lnTo>
                <a:lnTo>
                  <a:pt x="3643313" y="1207948"/>
                </a:lnTo>
                <a:lnTo>
                  <a:pt x="3670300" y="1211825"/>
                </a:lnTo>
                <a:lnTo>
                  <a:pt x="3697288" y="1215443"/>
                </a:lnTo>
                <a:lnTo>
                  <a:pt x="3724275" y="1218799"/>
                </a:lnTo>
                <a:lnTo>
                  <a:pt x="3751262" y="1221892"/>
                </a:lnTo>
                <a:lnTo>
                  <a:pt x="3778250" y="1224721"/>
                </a:lnTo>
                <a:lnTo>
                  <a:pt x="3805238" y="1227284"/>
                </a:lnTo>
                <a:lnTo>
                  <a:pt x="3832225" y="1229580"/>
                </a:lnTo>
                <a:lnTo>
                  <a:pt x="3859213" y="1231608"/>
                </a:lnTo>
                <a:lnTo>
                  <a:pt x="3886200" y="1233368"/>
                </a:lnTo>
                <a:lnTo>
                  <a:pt x="3913187" y="1234858"/>
                </a:lnTo>
                <a:lnTo>
                  <a:pt x="3940175" y="1236079"/>
                </a:lnTo>
                <a:lnTo>
                  <a:pt x="3967163" y="1237028"/>
                </a:lnTo>
                <a:lnTo>
                  <a:pt x="3994150" y="1237707"/>
                </a:lnTo>
                <a:lnTo>
                  <a:pt x="4021137" y="1238114"/>
                </a:lnTo>
                <a:lnTo>
                  <a:pt x="4048125" y="1238250"/>
                </a:lnTo>
                <a:lnTo>
                  <a:pt x="4075112" y="1238114"/>
                </a:lnTo>
                <a:lnTo>
                  <a:pt x="4102100" y="1237707"/>
                </a:lnTo>
                <a:lnTo>
                  <a:pt x="4129088" y="1237028"/>
                </a:lnTo>
                <a:lnTo>
                  <a:pt x="4156075" y="1236079"/>
                </a:lnTo>
                <a:lnTo>
                  <a:pt x="4183063" y="1234858"/>
                </a:lnTo>
                <a:lnTo>
                  <a:pt x="4210050" y="1233368"/>
                </a:lnTo>
                <a:lnTo>
                  <a:pt x="4237037" y="1231608"/>
                </a:lnTo>
                <a:lnTo>
                  <a:pt x="4264025" y="1229580"/>
                </a:lnTo>
                <a:lnTo>
                  <a:pt x="4291013" y="1227284"/>
                </a:lnTo>
                <a:lnTo>
                  <a:pt x="4318000" y="1224721"/>
                </a:lnTo>
                <a:lnTo>
                  <a:pt x="4344988" y="1221892"/>
                </a:lnTo>
                <a:lnTo>
                  <a:pt x="4371975" y="1218799"/>
                </a:lnTo>
                <a:lnTo>
                  <a:pt x="4398962" y="1215443"/>
                </a:lnTo>
                <a:lnTo>
                  <a:pt x="4425950" y="1211825"/>
                </a:lnTo>
                <a:lnTo>
                  <a:pt x="4452938" y="1207948"/>
                </a:lnTo>
                <a:lnTo>
                  <a:pt x="4479925" y="1203812"/>
                </a:lnTo>
                <a:lnTo>
                  <a:pt x="4506913" y="1199420"/>
                </a:lnTo>
                <a:lnTo>
                  <a:pt x="4533900" y="1194773"/>
                </a:lnTo>
                <a:lnTo>
                  <a:pt x="4560888" y="1189874"/>
                </a:lnTo>
                <a:lnTo>
                  <a:pt x="4587875" y="1184724"/>
                </a:lnTo>
                <a:lnTo>
                  <a:pt x="4614863" y="1179326"/>
                </a:lnTo>
                <a:lnTo>
                  <a:pt x="4641850" y="1173683"/>
                </a:lnTo>
                <a:lnTo>
                  <a:pt x="4668838" y="1167796"/>
                </a:lnTo>
                <a:lnTo>
                  <a:pt x="4695825" y="1161668"/>
                </a:lnTo>
                <a:lnTo>
                  <a:pt x="4722813" y="1155303"/>
                </a:lnTo>
                <a:lnTo>
                  <a:pt x="4749800" y="1148702"/>
                </a:lnTo>
                <a:lnTo>
                  <a:pt x="4776788" y="1141870"/>
                </a:lnTo>
                <a:lnTo>
                  <a:pt x="4803775" y="1134807"/>
                </a:lnTo>
                <a:lnTo>
                  <a:pt x="4830763" y="1127519"/>
                </a:lnTo>
                <a:lnTo>
                  <a:pt x="4857750" y="1120008"/>
                </a:lnTo>
                <a:lnTo>
                  <a:pt x="4884738" y="1112277"/>
                </a:lnTo>
                <a:lnTo>
                  <a:pt x="4911725" y="1104329"/>
                </a:lnTo>
                <a:lnTo>
                  <a:pt x="4938713" y="1096169"/>
                </a:lnTo>
                <a:lnTo>
                  <a:pt x="4965700" y="1087800"/>
                </a:lnTo>
                <a:lnTo>
                  <a:pt x="4992688" y="1079225"/>
                </a:lnTo>
                <a:lnTo>
                  <a:pt x="5019675" y="1070448"/>
                </a:lnTo>
                <a:lnTo>
                  <a:pt x="5046662" y="1061473"/>
                </a:lnTo>
                <a:lnTo>
                  <a:pt x="5073650" y="1052304"/>
                </a:lnTo>
                <a:lnTo>
                  <a:pt x="5100638" y="1042945"/>
                </a:lnTo>
                <a:lnTo>
                  <a:pt x="5127625" y="1033400"/>
                </a:lnTo>
                <a:lnTo>
                  <a:pt x="5154613" y="1023674"/>
                </a:lnTo>
                <a:lnTo>
                  <a:pt x="5181600" y="1013770"/>
                </a:lnTo>
                <a:lnTo>
                  <a:pt x="5208588" y="1003693"/>
                </a:lnTo>
                <a:lnTo>
                  <a:pt x="5235575" y="993447"/>
                </a:lnTo>
                <a:lnTo>
                  <a:pt x="5262563" y="983038"/>
                </a:lnTo>
                <a:lnTo>
                  <a:pt x="5289550" y="972468"/>
                </a:lnTo>
                <a:lnTo>
                  <a:pt x="5316538" y="961744"/>
                </a:lnTo>
                <a:lnTo>
                  <a:pt x="5343525" y="950869"/>
                </a:lnTo>
                <a:lnTo>
                  <a:pt x="5370513" y="939848"/>
                </a:lnTo>
                <a:lnTo>
                  <a:pt x="5397500" y="928688"/>
                </a:lnTo>
                <a:lnTo>
                  <a:pt x="5424488" y="917391"/>
                </a:lnTo>
                <a:lnTo>
                  <a:pt x="5451475" y="905963"/>
                </a:lnTo>
                <a:lnTo>
                  <a:pt x="5478463" y="894410"/>
                </a:lnTo>
                <a:lnTo>
                  <a:pt x="5505450" y="882736"/>
                </a:lnTo>
                <a:lnTo>
                  <a:pt x="5532438" y="870946"/>
                </a:lnTo>
                <a:lnTo>
                  <a:pt x="5559425" y="859046"/>
                </a:lnTo>
                <a:lnTo>
                  <a:pt x="5586413" y="847040"/>
                </a:lnTo>
                <a:lnTo>
                  <a:pt x="5613400" y="834935"/>
                </a:lnTo>
                <a:lnTo>
                  <a:pt x="5640388" y="822735"/>
                </a:lnTo>
                <a:lnTo>
                  <a:pt x="5667375" y="810445"/>
                </a:lnTo>
                <a:lnTo>
                  <a:pt x="5694363" y="798072"/>
                </a:lnTo>
                <a:lnTo>
                  <a:pt x="5721350" y="785620"/>
                </a:lnTo>
                <a:lnTo>
                  <a:pt x="5748338" y="773095"/>
                </a:lnTo>
                <a:lnTo>
                  <a:pt x="5775325" y="760503"/>
                </a:lnTo>
                <a:lnTo>
                  <a:pt x="5802313" y="747848"/>
                </a:lnTo>
                <a:lnTo>
                  <a:pt x="5829300" y="735137"/>
                </a:lnTo>
                <a:lnTo>
                  <a:pt x="5856288" y="722376"/>
                </a:lnTo>
                <a:lnTo>
                  <a:pt x="5883275" y="709569"/>
                </a:lnTo>
                <a:lnTo>
                  <a:pt x="5910263" y="696722"/>
                </a:lnTo>
                <a:lnTo>
                  <a:pt x="5937250" y="683841"/>
                </a:lnTo>
                <a:lnTo>
                  <a:pt x="5964238" y="670932"/>
                </a:lnTo>
                <a:lnTo>
                  <a:pt x="5991225" y="658000"/>
                </a:lnTo>
                <a:lnTo>
                  <a:pt x="6018212" y="645051"/>
                </a:lnTo>
                <a:lnTo>
                  <a:pt x="6045200" y="632091"/>
                </a:lnTo>
                <a:lnTo>
                  <a:pt x="6072188" y="619125"/>
                </a:lnTo>
                <a:lnTo>
                  <a:pt x="6099175" y="606159"/>
                </a:lnTo>
                <a:lnTo>
                  <a:pt x="6126163" y="593199"/>
                </a:lnTo>
                <a:lnTo>
                  <a:pt x="6153150" y="580250"/>
                </a:lnTo>
                <a:lnTo>
                  <a:pt x="6180137" y="567318"/>
                </a:lnTo>
                <a:lnTo>
                  <a:pt x="6207125" y="554409"/>
                </a:lnTo>
                <a:lnTo>
                  <a:pt x="6234113" y="541528"/>
                </a:lnTo>
                <a:lnTo>
                  <a:pt x="6261100" y="528681"/>
                </a:lnTo>
                <a:lnTo>
                  <a:pt x="6288088" y="515874"/>
                </a:lnTo>
                <a:lnTo>
                  <a:pt x="6315075" y="503113"/>
                </a:lnTo>
                <a:lnTo>
                  <a:pt x="6342063" y="490402"/>
                </a:lnTo>
                <a:lnTo>
                  <a:pt x="6369050" y="477747"/>
                </a:lnTo>
                <a:lnTo>
                  <a:pt x="6396038" y="465155"/>
                </a:lnTo>
                <a:lnTo>
                  <a:pt x="6423025" y="452630"/>
                </a:lnTo>
                <a:lnTo>
                  <a:pt x="6450013" y="440178"/>
                </a:lnTo>
                <a:lnTo>
                  <a:pt x="6477000" y="427805"/>
                </a:lnTo>
                <a:lnTo>
                  <a:pt x="6503988" y="415515"/>
                </a:lnTo>
                <a:lnTo>
                  <a:pt x="6530975" y="403315"/>
                </a:lnTo>
                <a:lnTo>
                  <a:pt x="6557963" y="391210"/>
                </a:lnTo>
                <a:lnTo>
                  <a:pt x="6584950" y="379204"/>
                </a:lnTo>
                <a:lnTo>
                  <a:pt x="6611938" y="367304"/>
                </a:lnTo>
                <a:lnTo>
                  <a:pt x="6638925" y="355514"/>
                </a:lnTo>
                <a:lnTo>
                  <a:pt x="6665913" y="343840"/>
                </a:lnTo>
                <a:lnTo>
                  <a:pt x="6692900" y="332287"/>
                </a:lnTo>
                <a:lnTo>
                  <a:pt x="6719888" y="320859"/>
                </a:lnTo>
                <a:lnTo>
                  <a:pt x="6746875" y="309563"/>
                </a:lnTo>
                <a:lnTo>
                  <a:pt x="6773863" y="298402"/>
                </a:lnTo>
                <a:lnTo>
                  <a:pt x="6800850" y="287381"/>
                </a:lnTo>
                <a:lnTo>
                  <a:pt x="6827838" y="276506"/>
                </a:lnTo>
                <a:lnTo>
                  <a:pt x="6854825" y="265782"/>
                </a:lnTo>
                <a:lnTo>
                  <a:pt x="6881813" y="255212"/>
                </a:lnTo>
                <a:lnTo>
                  <a:pt x="6908800" y="244803"/>
                </a:lnTo>
                <a:lnTo>
                  <a:pt x="6935788" y="234557"/>
                </a:lnTo>
                <a:lnTo>
                  <a:pt x="6962775" y="224480"/>
                </a:lnTo>
                <a:lnTo>
                  <a:pt x="6989762" y="214576"/>
                </a:lnTo>
                <a:lnTo>
                  <a:pt x="7016750" y="204850"/>
                </a:lnTo>
                <a:lnTo>
                  <a:pt x="7043738" y="195305"/>
                </a:lnTo>
                <a:lnTo>
                  <a:pt x="7070725" y="185946"/>
                </a:lnTo>
                <a:lnTo>
                  <a:pt x="7097713" y="176777"/>
                </a:lnTo>
                <a:lnTo>
                  <a:pt x="7124700" y="167802"/>
                </a:lnTo>
                <a:lnTo>
                  <a:pt x="7151687" y="159025"/>
                </a:lnTo>
                <a:lnTo>
                  <a:pt x="7178675" y="150450"/>
                </a:lnTo>
                <a:lnTo>
                  <a:pt x="7205663" y="142081"/>
                </a:lnTo>
                <a:lnTo>
                  <a:pt x="7232650" y="133921"/>
                </a:lnTo>
                <a:lnTo>
                  <a:pt x="7259638" y="125973"/>
                </a:lnTo>
                <a:lnTo>
                  <a:pt x="7286625" y="118242"/>
                </a:lnTo>
                <a:lnTo>
                  <a:pt x="7313613" y="110731"/>
                </a:lnTo>
                <a:lnTo>
                  <a:pt x="7340600" y="103443"/>
                </a:lnTo>
                <a:lnTo>
                  <a:pt x="7367588" y="96380"/>
                </a:lnTo>
                <a:lnTo>
                  <a:pt x="7394575" y="89548"/>
                </a:lnTo>
                <a:lnTo>
                  <a:pt x="7421563" y="82947"/>
                </a:lnTo>
                <a:lnTo>
                  <a:pt x="7448550" y="76582"/>
                </a:lnTo>
                <a:lnTo>
                  <a:pt x="7475538" y="70454"/>
                </a:lnTo>
                <a:lnTo>
                  <a:pt x="7502525" y="64567"/>
                </a:lnTo>
                <a:lnTo>
                  <a:pt x="7529513" y="58924"/>
                </a:lnTo>
                <a:lnTo>
                  <a:pt x="7556500" y="53526"/>
                </a:lnTo>
                <a:lnTo>
                  <a:pt x="7583487" y="48376"/>
                </a:lnTo>
                <a:lnTo>
                  <a:pt x="7610475" y="43477"/>
                </a:lnTo>
                <a:lnTo>
                  <a:pt x="7637463" y="38830"/>
                </a:lnTo>
                <a:lnTo>
                  <a:pt x="7664450" y="34438"/>
                </a:lnTo>
                <a:lnTo>
                  <a:pt x="7691438" y="30302"/>
                </a:lnTo>
                <a:lnTo>
                  <a:pt x="7718425" y="26425"/>
                </a:lnTo>
                <a:lnTo>
                  <a:pt x="7745412" y="22807"/>
                </a:lnTo>
                <a:lnTo>
                  <a:pt x="7772400" y="19451"/>
                </a:lnTo>
                <a:lnTo>
                  <a:pt x="7799388" y="16358"/>
                </a:lnTo>
                <a:lnTo>
                  <a:pt x="7826375" y="13529"/>
                </a:lnTo>
                <a:lnTo>
                  <a:pt x="7853363" y="10966"/>
                </a:lnTo>
                <a:lnTo>
                  <a:pt x="7880350" y="8670"/>
                </a:lnTo>
                <a:lnTo>
                  <a:pt x="7907337" y="6642"/>
                </a:lnTo>
                <a:lnTo>
                  <a:pt x="7934325" y="4882"/>
                </a:lnTo>
                <a:lnTo>
                  <a:pt x="7961312" y="3392"/>
                </a:lnTo>
                <a:lnTo>
                  <a:pt x="7988300" y="2171"/>
                </a:lnTo>
                <a:lnTo>
                  <a:pt x="8015288" y="1222"/>
                </a:lnTo>
                <a:lnTo>
                  <a:pt x="8042275" y="543"/>
                </a:lnTo>
                <a:lnTo>
                  <a:pt x="8069263" y="136"/>
                </a:lnTo>
                <a:lnTo>
                  <a:pt x="8096250" y="0"/>
                </a:lnTo>
              </a:path>
            </a:pathLst>
          </a:custGeom>
          <a:noFill xmlns:a="http://schemas.openxmlformats.org/drawingml/2006/main"/>
          <a:ln xmlns:a="http://schemas.openxmlformats.org/drawingml/2006/main" w="21908">
            <a:solidFill>
              <a:srgbClr val="8C64E1"/>
            </a:solidFill>
          </a:ln>
        </p:spPr>
      </p:sp>
      <p:sp>
        <p:nvSpPr>
          <p:cNvPr id="24" name="alias-wave-3">
            <a:extLst xmlns:a="http://schemas.openxmlformats.org/drawingml/2006/main">
              <a:ext uri="{FF2B5EF4-FFF2-40B4-BE49-F238E27FC236}">
                <a16:creationId xmlns:a16="http://schemas.microsoft.com/office/drawing/2014/main" id="{7640E2BC-4E8B-41C2-83DF-6AA101728DA5}"/>
              </a:ext>
            </a:extLst>
          </p:cNvPr>
          <p:cNvSpPr>
            <a:spLocks xmlns:a="http://schemas.openxmlformats.org/drawingml/2006/main" noGrp="1"/>
          </p:cNvSpPr>
          <p:nvPr/>
        </p:nvSpPr>
        <p:spPr>
          <a:xfrm xmlns:a="http://schemas.openxmlformats.org/drawingml/2006/main">
            <a:off x="2238375" y="4095750"/>
            <a:ext cx="8096250" cy="1238250"/>
          </a:xfrm>
          <a:custGeom xmlns:a="http://schemas.openxmlformats.org/drawingml/2006/main">
            <a:pathLst>
              <a:path w="8096250" h="1238250">
                <a:moveTo>
                  <a:pt x="0" y="0"/>
                </a:moveTo>
                <a:lnTo>
                  <a:pt x="26988" y="1222"/>
                </a:lnTo>
                <a:lnTo>
                  <a:pt x="53975" y="4882"/>
                </a:lnTo>
                <a:lnTo>
                  <a:pt x="80963" y="10966"/>
                </a:lnTo>
                <a:lnTo>
                  <a:pt x="107950" y="19451"/>
                </a:lnTo>
                <a:lnTo>
                  <a:pt x="134937" y="30302"/>
                </a:lnTo>
                <a:lnTo>
                  <a:pt x="161925" y="43477"/>
                </a:lnTo>
                <a:lnTo>
                  <a:pt x="188913" y="58924"/>
                </a:lnTo>
                <a:lnTo>
                  <a:pt x="215900" y="76582"/>
                </a:lnTo>
                <a:lnTo>
                  <a:pt x="242888" y="96380"/>
                </a:lnTo>
                <a:lnTo>
                  <a:pt x="269875" y="118242"/>
                </a:lnTo>
                <a:lnTo>
                  <a:pt x="296863" y="142081"/>
                </a:lnTo>
                <a:lnTo>
                  <a:pt x="323850" y="167802"/>
                </a:lnTo>
                <a:lnTo>
                  <a:pt x="350837" y="195305"/>
                </a:lnTo>
                <a:lnTo>
                  <a:pt x="377825" y="224480"/>
                </a:lnTo>
                <a:lnTo>
                  <a:pt x="404813" y="255212"/>
                </a:lnTo>
                <a:lnTo>
                  <a:pt x="431800" y="287381"/>
                </a:lnTo>
                <a:lnTo>
                  <a:pt x="458788" y="320859"/>
                </a:lnTo>
                <a:lnTo>
                  <a:pt x="485775" y="355514"/>
                </a:lnTo>
                <a:lnTo>
                  <a:pt x="512762" y="391210"/>
                </a:lnTo>
                <a:lnTo>
                  <a:pt x="539750" y="427805"/>
                </a:lnTo>
                <a:lnTo>
                  <a:pt x="566738" y="465155"/>
                </a:lnTo>
                <a:lnTo>
                  <a:pt x="593725" y="503113"/>
                </a:lnTo>
                <a:lnTo>
                  <a:pt x="620712" y="541528"/>
                </a:lnTo>
                <a:lnTo>
                  <a:pt x="647700" y="580250"/>
                </a:lnTo>
                <a:lnTo>
                  <a:pt x="674687" y="619125"/>
                </a:lnTo>
                <a:lnTo>
                  <a:pt x="701675" y="658000"/>
                </a:lnTo>
                <a:lnTo>
                  <a:pt x="728663" y="696722"/>
                </a:lnTo>
                <a:lnTo>
                  <a:pt x="755650" y="735137"/>
                </a:lnTo>
                <a:lnTo>
                  <a:pt x="782638" y="773095"/>
                </a:lnTo>
                <a:lnTo>
                  <a:pt x="809625" y="810445"/>
                </a:lnTo>
                <a:lnTo>
                  <a:pt x="836612" y="847040"/>
                </a:lnTo>
                <a:lnTo>
                  <a:pt x="863600" y="882736"/>
                </a:lnTo>
                <a:lnTo>
                  <a:pt x="890588" y="917391"/>
                </a:lnTo>
                <a:lnTo>
                  <a:pt x="917575" y="950869"/>
                </a:lnTo>
                <a:lnTo>
                  <a:pt x="944563" y="983038"/>
                </a:lnTo>
                <a:lnTo>
                  <a:pt x="971550" y="1013770"/>
                </a:lnTo>
                <a:lnTo>
                  <a:pt x="998538" y="1042945"/>
                </a:lnTo>
                <a:lnTo>
                  <a:pt x="1025525" y="1070448"/>
                </a:lnTo>
                <a:lnTo>
                  <a:pt x="1052513" y="1096169"/>
                </a:lnTo>
                <a:lnTo>
                  <a:pt x="1079500" y="1120008"/>
                </a:lnTo>
                <a:lnTo>
                  <a:pt x="1106487" y="1141870"/>
                </a:lnTo>
                <a:lnTo>
                  <a:pt x="1133475" y="1161668"/>
                </a:lnTo>
                <a:lnTo>
                  <a:pt x="1160463" y="1179326"/>
                </a:lnTo>
                <a:lnTo>
                  <a:pt x="1187450" y="1194773"/>
                </a:lnTo>
                <a:lnTo>
                  <a:pt x="1214438" y="1207948"/>
                </a:lnTo>
                <a:lnTo>
                  <a:pt x="1241425" y="1218799"/>
                </a:lnTo>
                <a:lnTo>
                  <a:pt x="1268413" y="1227284"/>
                </a:lnTo>
                <a:lnTo>
                  <a:pt x="1295400" y="1233368"/>
                </a:lnTo>
                <a:lnTo>
                  <a:pt x="1322388" y="1237028"/>
                </a:lnTo>
                <a:lnTo>
                  <a:pt x="1349375" y="1238250"/>
                </a:lnTo>
                <a:lnTo>
                  <a:pt x="1376363" y="1237028"/>
                </a:lnTo>
                <a:lnTo>
                  <a:pt x="1403350" y="1233368"/>
                </a:lnTo>
                <a:lnTo>
                  <a:pt x="1430337" y="1227284"/>
                </a:lnTo>
                <a:lnTo>
                  <a:pt x="1457325" y="1218799"/>
                </a:lnTo>
                <a:lnTo>
                  <a:pt x="1484312" y="1207948"/>
                </a:lnTo>
                <a:lnTo>
                  <a:pt x="1511300" y="1194773"/>
                </a:lnTo>
                <a:lnTo>
                  <a:pt x="1538288" y="1179326"/>
                </a:lnTo>
                <a:lnTo>
                  <a:pt x="1565275" y="1161668"/>
                </a:lnTo>
                <a:lnTo>
                  <a:pt x="1592262" y="1141870"/>
                </a:lnTo>
                <a:lnTo>
                  <a:pt x="1619250" y="1120008"/>
                </a:lnTo>
                <a:lnTo>
                  <a:pt x="1646238" y="1096169"/>
                </a:lnTo>
                <a:lnTo>
                  <a:pt x="1673225" y="1070448"/>
                </a:lnTo>
                <a:lnTo>
                  <a:pt x="1700213" y="1042945"/>
                </a:lnTo>
                <a:lnTo>
                  <a:pt x="1727200" y="1013770"/>
                </a:lnTo>
                <a:lnTo>
                  <a:pt x="1754188" y="983038"/>
                </a:lnTo>
                <a:lnTo>
                  <a:pt x="1781175" y="950869"/>
                </a:lnTo>
                <a:lnTo>
                  <a:pt x="1808163" y="917391"/>
                </a:lnTo>
                <a:lnTo>
                  <a:pt x="1835150" y="882736"/>
                </a:lnTo>
                <a:lnTo>
                  <a:pt x="1862138" y="847040"/>
                </a:lnTo>
                <a:lnTo>
                  <a:pt x="1889125" y="810445"/>
                </a:lnTo>
                <a:lnTo>
                  <a:pt x="1916112" y="773095"/>
                </a:lnTo>
                <a:lnTo>
                  <a:pt x="1943100" y="735137"/>
                </a:lnTo>
                <a:lnTo>
                  <a:pt x="1970088" y="696722"/>
                </a:lnTo>
                <a:lnTo>
                  <a:pt x="1997075" y="658000"/>
                </a:lnTo>
                <a:lnTo>
                  <a:pt x="2024063" y="619125"/>
                </a:lnTo>
                <a:lnTo>
                  <a:pt x="2051050" y="580250"/>
                </a:lnTo>
                <a:lnTo>
                  <a:pt x="2078037" y="541528"/>
                </a:lnTo>
                <a:lnTo>
                  <a:pt x="2105025" y="503113"/>
                </a:lnTo>
                <a:lnTo>
                  <a:pt x="2132013" y="465155"/>
                </a:lnTo>
                <a:lnTo>
                  <a:pt x="2159000" y="427805"/>
                </a:lnTo>
                <a:lnTo>
                  <a:pt x="2185988" y="391210"/>
                </a:lnTo>
                <a:lnTo>
                  <a:pt x="2212975" y="355514"/>
                </a:lnTo>
                <a:lnTo>
                  <a:pt x="2239962" y="320859"/>
                </a:lnTo>
                <a:lnTo>
                  <a:pt x="2266950" y="287381"/>
                </a:lnTo>
                <a:lnTo>
                  <a:pt x="2293938" y="255212"/>
                </a:lnTo>
                <a:lnTo>
                  <a:pt x="2320925" y="224480"/>
                </a:lnTo>
                <a:lnTo>
                  <a:pt x="2347913" y="195305"/>
                </a:lnTo>
                <a:lnTo>
                  <a:pt x="2374900" y="167802"/>
                </a:lnTo>
                <a:lnTo>
                  <a:pt x="2401888" y="142081"/>
                </a:lnTo>
                <a:lnTo>
                  <a:pt x="2428875" y="118242"/>
                </a:lnTo>
                <a:lnTo>
                  <a:pt x="2455863" y="96380"/>
                </a:lnTo>
                <a:lnTo>
                  <a:pt x="2482850" y="76582"/>
                </a:lnTo>
                <a:lnTo>
                  <a:pt x="2509838" y="58924"/>
                </a:lnTo>
                <a:lnTo>
                  <a:pt x="2536825" y="43477"/>
                </a:lnTo>
                <a:lnTo>
                  <a:pt x="2563812" y="30302"/>
                </a:lnTo>
                <a:lnTo>
                  <a:pt x="2590800" y="19451"/>
                </a:lnTo>
                <a:lnTo>
                  <a:pt x="2617788" y="10966"/>
                </a:lnTo>
                <a:lnTo>
                  <a:pt x="2644775" y="4882"/>
                </a:lnTo>
                <a:lnTo>
                  <a:pt x="2671763" y="1222"/>
                </a:lnTo>
                <a:lnTo>
                  <a:pt x="2698750" y="0"/>
                </a:lnTo>
                <a:lnTo>
                  <a:pt x="2725738" y="1222"/>
                </a:lnTo>
                <a:lnTo>
                  <a:pt x="2752725" y="4882"/>
                </a:lnTo>
                <a:lnTo>
                  <a:pt x="2779712" y="10966"/>
                </a:lnTo>
                <a:lnTo>
                  <a:pt x="2806700" y="19451"/>
                </a:lnTo>
                <a:lnTo>
                  <a:pt x="2833688" y="30302"/>
                </a:lnTo>
                <a:lnTo>
                  <a:pt x="2860675" y="43477"/>
                </a:lnTo>
                <a:lnTo>
                  <a:pt x="2887663" y="58924"/>
                </a:lnTo>
                <a:lnTo>
                  <a:pt x="2914650" y="76582"/>
                </a:lnTo>
                <a:lnTo>
                  <a:pt x="2941637" y="96380"/>
                </a:lnTo>
                <a:lnTo>
                  <a:pt x="2968625" y="118242"/>
                </a:lnTo>
                <a:lnTo>
                  <a:pt x="2995613" y="142081"/>
                </a:lnTo>
                <a:lnTo>
                  <a:pt x="3022600" y="167802"/>
                </a:lnTo>
                <a:lnTo>
                  <a:pt x="3049587" y="195305"/>
                </a:lnTo>
                <a:lnTo>
                  <a:pt x="3076575" y="224480"/>
                </a:lnTo>
                <a:lnTo>
                  <a:pt x="3103563" y="255212"/>
                </a:lnTo>
                <a:lnTo>
                  <a:pt x="3130550" y="287381"/>
                </a:lnTo>
                <a:lnTo>
                  <a:pt x="3157538" y="320859"/>
                </a:lnTo>
                <a:lnTo>
                  <a:pt x="3184525" y="355514"/>
                </a:lnTo>
                <a:lnTo>
                  <a:pt x="3211513" y="391210"/>
                </a:lnTo>
                <a:lnTo>
                  <a:pt x="3238500" y="427805"/>
                </a:lnTo>
                <a:lnTo>
                  <a:pt x="3265487" y="465155"/>
                </a:lnTo>
                <a:lnTo>
                  <a:pt x="3292475" y="503113"/>
                </a:lnTo>
                <a:lnTo>
                  <a:pt x="3319463" y="541528"/>
                </a:lnTo>
                <a:lnTo>
                  <a:pt x="3346450" y="580250"/>
                </a:lnTo>
                <a:lnTo>
                  <a:pt x="3373438" y="619125"/>
                </a:lnTo>
                <a:lnTo>
                  <a:pt x="3400425" y="658000"/>
                </a:lnTo>
                <a:lnTo>
                  <a:pt x="3427412" y="696722"/>
                </a:lnTo>
                <a:lnTo>
                  <a:pt x="3454400" y="735137"/>
                </a:lnTo>
                <a:lnTo>
                  <a:pt x="3481388" y="773095"/>
                </a:lnTo>
                <a:lnTo>
                  <a:pt x="3508375" y="810445"/>
                </a:lnTo>
                <a:lnTo>
                  <a:pt x="3535362" y="847040"/>
                </a:lnTo>
                <a:lnTo>
                  <a:pt x="3562350" y="882736"/>
                </a:lnTo>
                <a:lnTo>
                  <a:pt x="3589338" y="917391"/>
                </a:lnTo>
                <a:lnTo>
                  <a:pt x="3616325" y="950869"/>
                </a:lnTo>
                <a:lnTo>
                  <a:pt x="3643313" y="983038"/>
                </a:lnTo>
                <a:lnTo>
                  <a:pt x="3670300" y="1013770"/>
                </a:lnTo>
                <a:lnTo>
                  <a:pt x="3697288" y="1042945"/>
                </a:lnTo>
                <a:lnTo>
                  <a:pt x="3724275" y="1070448"/>
                </a:lnTo>
                <a:lnTo>
                  <a:pt x="3751262" y="1096169"/>
                </a:lnTo>
                <a:lnTo>
                  <a:pt x="3778250" y="1120008"/>
                </a:lnTo>
                <a:lnTo>
                  <a:pt x="3805238" y="1141870"/>
                </a:lnTo>
                <a:lnTo>
                  <a:pt x="3832225" y="1161668"/>
                </a:lnTo>
                <a:lnTo>
                  <a:pt x="3859213" y="1179326"/>
                </a:lnTo>
                <a:lnTo>
                  <a:pt x="3886200" y="1194773"/>
                </a:lnTo>
                <a:lnTo>
                  <a:pt x="3913187" y="1207948"/>
                </a:lnTo>
                <a:lnTo>
                  <a:pt x="3940175" y="1218799"/>
                </a:lnTo>
                <a:lnTo>
                  <a:pt x="3967163" y="1227284"/>
                </a:lnTo>
                <a:lnTo>
                  <a:pt x="3994150" y="1233368"/>
                </a:lnTo>
                <a:lnTo>
                  <a:pt x="4021137" y="1237028"/>
                </a:lnTo>
                <a:lnTo>
                  <a:pt x="4048125" y="1238250"/>
                </a:lnTo>
                <a:lnTo>
                  <a:pt x="4075112" y="1237028"/>
                </a:lnTo>
                <a:lnTo>
                  <a:pt x="4102100" y="1233368"/>
                </a:lnTo>
                <a:lnTo>
                  <a:pt x="4129088" y="1227284"/>
                </a:lnTo>
                <a:lnTo>
                  <a:pt x="4156075" y="1218799"/>
                </a:lnTo>
                <a:lnTo>
                  <a:pt x="4183063" y="1207948"/>
                </a:lnTo>
                <a:lnTo>
                  <a:pt x="4210050" y="1194773"/>
                </a:lnTo>
                <a:lnTo>
                  <a:pt x="4237037" y="1179326"/>
                </a:lnTo>
                <a:lnTo>
                  <a:pt x="4264025" y="1161668"/>
                </a:lnTo>
                <a:lnTo>
                  <a:pt x="4291013" y="1141870"/>
                </a:lnTo>
                <a:lnTo>
                  <a:pt x="4318000" y="1120008"/>
                </a:lnTo>
                <a:lnTo>
                  <a:pt x="4344988" y="1096169"/>
                </a:lnTo>
                <a:lnTo>
                  <a:pt x="4371975" y="1070448"/>
                </a:lnTo>
                <a:lnTo>
                  <a:pt x="4398962" y="1042945"/>
                </a:lnTo>
                <a:lnTo>
                  <a:pt x="4425950" y="1013770"/>
                </a:lnTo>
                <a:lnTo>
                  <a:pt x="4452938" y="983038"/>
                </a:lnTo>
                <a:lnTo>
                  <a:pt x="4479925" y="950869"/>
                </a:lnTo>
                <a:lnTo>
                  <a:pt x="4506913" y="917391"/>
                </a:lnTo>
                <a:lnTo>
                  <a:pt x="4533900" y="882736"/>
                </a:lnTo>
                <a:lnTo>
                  <a:pt x="4560888" y="847040"/>
                </a:lnTo>
                <a:lnTo>
                  <a:pt x="4587875" y="810445"/>
                </a:lnTo>
                <a:lnTo>
                  <a:pt x="4614863" y="773095"/>
                </a:lnTo>
                <a:lnTo>
                  <a:pt x="4641850" y="735137"/>
                </a:lnTo>
                <a:lnTo>
                  <a:pt x="4668838" y="696722"/>
                </a:lnTo>
                <a:lnTo>
                  <a:pt x="4695825" y="658000"/>
                </a:lnTo>
                <a:lnTo>
                  <a:pt x="4722813" y="619125"/>
                </a:lnTo>
                <a:lnTo>
                  <a:pt x="4749800" y="580250"/>
                </a:lnTo>
                <a:lnTo>
                  <a:pt x="4776788" y="541528"/>
                </a:lnTo>
                <a:lnTo>
                  <a:pt x="4803775" y="503113"/>
                </a:lnTo>
                <a:lnTo>
                  <a:pt x="4830763" y="465155"/>
                </a:lnTo>
                <a:lnTo>
                  <a:pt x="4857750" y="427805"/>
                </a:lnTo>
                <a:lnTo>
                  <a:pt x="4884738" y="391210"/>
                </a:lnTo>
                <a:lnTo>
                  <a:pt x="4911725" y="355514"/>
                </a:lnTo>
                <a:lnTo>
                  <a:pt x="4938713" y="320859"/>
                </a:lnTo>
                <a:lnTo>
                  <a:pt x="4965700" y="287381"/>
                </a:lnTo>
                <a:lnTo>
                  <a:pt x="4992688" y="255212"/>
                </a:lnTo>
                <a:lnTo>
                  <a:pt x="5019675" y="224480"/>
                </a:lnTo>
                <a:lnTo>
                  <a:pt x="5046662" y="195305"/>
                </a:lnTo>
                <a:lnTo>
                  <a:pt x="5073650" y="167802"/>
                </a:lnTo>
                <a:lnTo>
                  <a:pt x="5100638" y="142081"/>
                </a:lnTo>
                <a:lnTo>
                  <a:pt x="5127625" y="118242"/>
                </a:lnTo>
                <a:lnTo>
                  <a:pt x="5154613" y="96380"/>
                </a:lnTo>
                <a:lnTo>
                  <a:pt x="5181600" y="76582"/>
                </a:lnTo>
                <a:lnTo>
                  <a:pt x="5208588" y="58924"/>
                </a:lnTo>
                <a:lnTo>
                  <a:pt x="5235575" y="43477"/>
                </a:lnTo>
                <a:lnTo>
                  <a:pt x="5262563" y="30302"/>
                </a:lnTo>
                <a:lnTo>
                  <a:pt x="5289550" y="19451"/>
                </a:lnTo>
                <a:lnTo>
                  <a:pt x="5316538" y="10966"/>
                </a:lnTo>
                <a:lnTo>
                  <a:pt x="5343525" y="4882"/>
                </a:lnTo>
                <a:lnTo>
                  <a:pt x="5370513" y="1222"/>
                </a:lnTo>
                <a:lnTo>
                  <a:pt x="5397500" y="0"/>
                </a:lnTo>
                <a:lnTo>
                  <a:pt x="5424488" y="1222"/>
                </a:lnTo>
                <a:lnTo>
                  <a:pt x="5451475" y="4882"/>
                </a:lnTo>
                <a:lnTo>
                  <a:pt x="5478463" y="10966"/>
                </a:lnTo>
                <a:lnTo>
                  <a:pt x="5505450" y="19451"/>
                </a:lnTo>
                <a:lnTo>
                  <a:pt x="5532438" y="30302"/>
                </a:lnTo>
                <a:lnTo>
                  <a:pt x="5559425" y="43477"/>
                </a:lnTo>
                <a:lnTo>
                  <a:pt x="5586413" y="58924"/>
                </a:lnTo>
                <a:lnTo>
                  <a:pt x="5613400" y="76582"/>
                </a:lnTo>
                <a:lnTo>
                  <a:pt x="5640388" y="96380"/>
                </a:lnTo>
                <a:lnTo>
                  <a:pt x="5667375" y="118242"/>
                </a:lnTo>
                <a:lnTo>
                  <a:pt x="5694363" y="142081"/>
                </a:lnTo>
                <a:lnTo>
                  <a:pt x="5721350" y="167802"/>
                </a:lnTo>
                <a:lnTo>
                  <a:pt x="5748338" y="195305"/>
                </a:lnTo>
                <a:lnTo>
                  <a:pt x="5775325" y="224480"/>
                </a:lnTo>
                <a:lnTo>
                  <a:pt x="5802313" y="255212"/>
                </a:lnTo>
                <a:lnTo>
                  <a:pt x="5829300" y="287381"/>
                </a:lnTo>
                <a:lnTo>
                  <a:pt x="5856288" y="320859"/>
                </a:lnTo>
                <a:lnTo>
                  <a:pt x="5883275" y="355514"/>
                </a:lnTo>
                <a:lnTo>
                  <a:pt x="5910263" y="391210"/>
                </a:lnTo>
                <a:lnTo>
                  <a:pt x="5937250" y="427805"/>
                </a:lnTo>
                <a:lnTo>
                  <a:pt x="5964238" y="465155"/>
                </a:lnTo>
                <a:lnTo>
                  <a:pt x="5991225" y="503113"/>
                </a:lnTo>
                <a:lnTo>
                  <a:pt x="6018212" y="541528"/>
                </a:lnTo>
                <a:lnTo>
                  <a:pt x="6045200" y="580250"/>
                </a:lnTo>
                <a:lnTo>
                  <a:pt x="6072188" y="619125"/>
                </a:lnTo>
                <a:lnTo>
                  <a:pt x="6099175" y="658000"/>
                </a:lnTo>
                <a:lnTo>
                  <a:pt x="6126163" y="696722"/>
                </a:lnTo>
                <a:lnTo>
                  <a:pt x="6153150" y="735137"/>
                </a:lnTo>
                <a:lnTo>
                  <a:pt x="6180137" y="773095"/>
                </a:lnTo>
                <a:lnTo>
                  <a:pt x="6207125" y="810445"/>
                </a:lnTo>
                <a:lnTo>
                  <a:pt x="6234113" y="847040"/>
                </a:lnTo>
                <a:lnTo>
                  <a:pt x="6261100" y="882736"/>
                </a:lnTo>
                <a:lnTo>
                  <a:pt x="6288088" y="917391"/>
                </a:lnTo>
                <a:lnTo>
                  <a:pt x="6315075" y="950869"/>
                </a:lnTo>
                <a:lnTo>
                  <a:pt x="6342063" y="983038"/>
                </a:lnTo>
                <a:lnTo>
                  <a:pt x="6369050" y="1013770"/>
                </a:lnTo>
                <a:lnTo>
                  <a:pt x="6396038" y="1042945"/>
                </a:lnTo>
                <a:lnTo>
                  <a:pt x="6423025" y="1070448"/>
                </a:lnTo>
                <a:lnTo>
                  <a:pt x="6450013" y="1096169"/>
                </a:lnTo>
                <a:lnTo>
                  <a:pt x="6477000" y="1120008"/>
                </a:lnTo>
                <a:lnTo>
                  <a:pt x="6503988" y="1141870"/>
                </a:lnTo>
                <a:lnTo>
                  <a:pt x="6530975" y="1161668"/>
                </a:lnTo>
                <a:lnTo>
                  <a:pt x="6557963" y="1179326"/>
                </a:lnTo>
                <a:lnTo>
                  <a:pt x="6584950" y="1194773"/>
                </a:lnTo>
                <a:lnTo>
                  <a:pt x="6611938" y="1207948"/>
                </a:lnTo>
                <a:lnTo>
                  <a:pt x="6638925" y="1218799"/>
                </a:lnTo>
                <a:lnTo>
                  <a:pt x="6665913" y="1227284"/>
                </a:lnTo>
                <a:lnTo>
                  <a:pt x="6692900" y="1233368"/>
                </a:lnTo>
                <a:lnTo>
                  <a:pt x="6719888" y="1237028"/>
                </a:lnTo>
                <a:lnTo>
                  <a:pt x="6746875" y="1238250"/>
                </a:lnTo>
                <a:lnTo>
                  <a:pt x="6773863" y="1237028"/>
                </a:lnTo>
                <a:lnTo>
                  <a:pt x="6800850" y="1233368"/>
                </a:lnTo>
                <a:lnTo>
                  <a:pt x="6827838" y="1227284"/>
                </a:lnTo>
                <a:lnTo>
                  <a:pt x="6854825" y="1218799"/>
                </a:lnTo>
                <a:lnTo>
                  <a:pt x="6881813" y="1207948"/>
                </a:lnTo>
                <a:lnTo>
                  <a:pt x="6908800" y="1194773"/>
                </a:lnTo>
                <a:lnTo>
                  <a:pt x="6935788" y="1179326"/>
                </a:lnTo>
                <a:lnTo>
                  <a:pt x="6962775" y="1161668"/>
                </a:lnTo>
                <a:lnTo>
                  <a:pt x="6989762" y="1141870"/>
                </a:lnTo>
                <a:lnTo>
                  <a:pt x="7016750" y="1120008"/>
                </a:lnTo>
                <a:lnTo>
                  <a:pt x="7043738" y="1096169"/>
                </a:lnTo>
                <a:lnTo>
                  <a:pt x="7070725" y="1070448"/>
                </a:lnTo>
                <a:lnTo>
                  <a:pt x="7097713" y="1042945"/>
                </a:lnTo>
                <a:lnTo>
                  <a:pt x="7124700" y="1013770"/>
                </a:lnTo>
                <a:lnTo>
                  <a:pt x="7151687" y="983038"/>
                </a:lnTo>
                <a:lnTo>
                  <a:pt x="7178675" y="950869"/>
                </a:lnTo>
                <a:lnTo>
                  <a:pt x="7205663" y="917391"/>
                </a:lnTo>
                <a:lnTo>
                  <a:pt x="7232650" y="882736"/>
                </a:lnTo>
                <a:lnTo>
                  <a:pt x="7259638" y="847040"/>
                </a:lnTo>
                <a:lnTo>
                  <a:pt x="7286625" y="810445"/>
                </a:lnTo>
                <a:lnTo>
                  <a:pt x="7313613" y="773095"/>
                </a:lnTo>
                <a:lnTo>
                  <a:pt x="7340600" y="735137"/>
                </a:lnTo>
                <a:lnTo>
                  <a:pt x="7367588" y="696722"/>
                </a:lnTo>
                <a:lnTo>
                  <a:pt x="7394575" y="658000"/>
                </a:lnTo>
                <a:lnTo>
                  <a:pt x="7421563" y="619125"/>
                </a:lnTo>
                <a:lnTo>
                  <a:pt x="7448550" y="580250"/>
                </a:lnTo>
                <a:lnTo>
                  <a:pt x="7475538" y="541528"/>
                </a:lnTo>
                <a:lnTo>
                  <a:pt x="7502525" y="503113"/>
                </a:lnTo>
                <a:lnTo>
                  <a:pt x="7529513" y="465155"/>
                </a:lnTo>
                <a:lnTo>
                  <a:pt x="7556500" y="427805"/>
                </a:lnTo>
                <a:lnTo>
                  <a:pt x="7583487" y="391210"/>
                </a:lnTo>
                <a:lnTo>
                  <a:pt x="7610475" y="355514"/>
                </a:lnTo>
                <a:lnTo>
                  <a:pt x="7637463" y="320859"/>
                </a:lnTo>
                <a:lnTo>
                  <a:pt x="7664450" y="287381"/>
                </a:lnTo>
                <a:lnTo>
                  <a:pt x="7691438" y="255212"/>
                </a:lnTo>
                <a:lnTo>
                  <a:pt x="7718425" y="224480"/>
                </a:lnTo>
                <a:lnTo>
                  <a:pt x="7745412" y="195305"/>
                </a:lnTo>
                <a:lnTo>
                  <a:pt x="7772400" y="167802"/>
                </a:lnTo>
                <a:lnTo>
                  <a:pt x="7799388" y="142081"/>
                </a:lnTo>
                <a:lnTo>
                  <a:pt x="7826375" y="118242"/>
                </a:lnTo>
                <a:lnTo>
                  <a:pt x="7853363" y="96380"/>
                </a:lnTo>
                <a:lnTo>
                  <a:pt x="7880350" y="76582"/>
                </a:lnTo>
                <a:lnTo>
                  <a:pt x="7907337" y="58924"/>
                </a:lnTo>
                <a:lnTo>
                  <a:pt x="7934325" y="43477"/>
                </a:lnTo>
                <a:lnTo>
                  <a:pt x="7961312" y="30302"/>
                </a:lnTo>
                <a:lnTo>
                  <a:pt x="7988300" y="19451"/>
                </a:lnTo>
                <a:lnTo>
                  <a:pt x="8015288" y="10966"/>
                </a:lnTo>
                <a:lnTo>
                  <a:pt x="8042275" y="4882"/>
                </a:lnTo>
                <a:lnTo>
                  <a:pt x="8069263" y="1222"/>
                </a:lnTo>
                <a:lnTo>
                  <a:pt x="8096250" y="0"/>
                </a:lnTo>
              </a:path>
            </a:pathLst>
          </a:custGeom>
          <a:noFill xmlns:a="http://schemas.openxmlformats.org/drawingml/2006/main"/>
          <a:ln xmlns:a="http://schemas.openxmlformats.org/drawingml/2006/main" w="21908">
            <a:solidFill>
              <a:srgbClr val="00B0F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Tree>
    <p:extLst>
      <p:ext uri="{BB962C8B-B14F-4D97-AF65-F5344CB8AC3E}">
        <p14:creationId xmlns:p14="http://schemas.microsoft.com/office/powerpoint/2010/main" val="1752247001"/>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26A4A03-3554-417B-96A8-3425FB44436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8183C2C-8EEA-4B58-926E-F881813EAC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6A2495-BAF8-4A17-A395-28D23909A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可选拓展：编码与压缩不同</a:t>
            </a:r>
          </a:p>
        </p:txBody>
      </p:sp>
      <p:sp>
        <p:nvSpPr>
          <p:cNvPr id="5" name="Connector 4">
            <a:extLst xmlns:a="http://schemas.openxmlformats.org/drawingml/2006/main">
              <a:ext uri="{FF2B5EF4-FFF2-40B4-BE49-F238E27FC236}">
                <a16:creationId xmlns:a16="http://schemas.microsoft.com/office/drawing/2014/main" id="{0BAC6CAC-2F0C-4F97-B0AF-A5531B60E821}"/>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B40ABDBB-E8BC-4644-9A98-ED08991987A2}"/>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声音编码</a:t>
            </a:r>
          </a:p>
        </p:txBody>
      </p:sp>
      <p:sp>
        <p:nvSpPr>
          <p:cNvPr id="7" name="TextBox 6">
            <a:extLst xmlns:a="http://schemas.openxmlformats.org/drawingml/2006/main">
              <a:ext uri="{FF2B5EF4-FFF2-40B4-BE49-F238E27FC236}">
                <a16:creationId xmlns:a16="http://schemas.microsoft.com/office/drawing/2014/main" id="{A8C8103F-923B-41A4-9309-E19129D6248F}"/>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数据压缩</a:t>
            </a:r>
          </a:p>
        </p:txBody>
      </p:sp>
      <p:sp>
        <p:nvSpPr>
          <p:cNvPr id="8" name="TextBox 7">
            <a:extLst xmlns:a="http://schemas.openxmlformats.org/drawingml/2006/main">
              <a:ext uri="{FF2B5EF4-FFF2-40B4-BE49-F238E27FC236}">
                <a16:creationId xmlns:a16="http://schemas.microsoft.com/office/drawing/2014/main" id="{8237B643-E5F9-4F6D-8168-D34020CA7575}"/>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让连续声音能够用数字样本记录；</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也包括后续数据表示。</a:t>
            </a:r>
          </a:p>
        </p:txBody>
      </p:sp>
      <p:sp>
        <p:nvSpPr>
          <p:cNvPr id="9" name="TextBox 8">
            <a:extLst xmlns:a="http://schemas.openxmlformats.org/drawingml/2006/main">
              <a:ext uri="{FF2B5EF4-FFF2-40B4-BE49-F238E27FC236}">
                <a16:creationId xmlns:a16="http://schemas.microsoft.com/office/drawing/2014/main" id="{45760B4B-77B5-4FAD-B53E-4531EE4CAD4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重新表示相同或近似相同的信息，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目标是减少数据量。</a:t>
            </a:r>
          </a:p>
        </p:txBody>
      </p:sp>
      <p:sp>
        <p:nvSpPr>
          <p:cNvPr id="10" name="TextBox 9">
            <a:extLst xmlns:a="http://schemas.openxmlformats.org/drawingml/2006/main">
              <a:ext uri="{FF2B5EF4-FFF2-40B4-BE49-F238E27FC236}">
                <a16:creationId xmlns:a16="http://schemas.microsoft.com/office/drawing/2014/main" id="{DD1E5658-23F1-4586-B7D7-A2A24643D36F}"/>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数字化、容器封装、压缩，是相关但不同的概念。</a:t>
            </a:r>
          </a:p>
        </p:txBody>
      </p:sp>
    </p:spTree>
    <p:extLst>
      <p:ext uri="{BB962C8B-B14F-4D97-AF65-F5344CB8AC3E}">
        <p14:creationId xmlns:p14="http://schemas.microsoft.com/office/powerpoint/2010/main" val="6397219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2026-10-13T19:17:40.8810000Z</dcterms:created>
  <dcterms:modified xsi:type="dcterms:W3CDTF">2026-10-13T19:17:40.8810000Z</dcterms:modified>
</coreProperties>
</file>