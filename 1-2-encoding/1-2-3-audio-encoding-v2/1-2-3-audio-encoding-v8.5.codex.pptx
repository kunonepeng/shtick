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669b325dbcb47c0" /><Relationship Type="http://schemas.openxmlformats.org/officeDocument/2006/relationships/extended-properties" Target="/docProps/app.xml" Id="Rd01cf7bb40f54c86" /><Relationship Type="http://schemas.openxmlformats.org/officeDocument/2006/relationships/officeDocument" Target="/ppt/presentation.xml" Id="R8e795b53275a4b05" /></Relationships>
</file>

<file path=ppt/presentation.xml><?xml version="1.0" encoding="utf-8"?>
<p:presentation xmlns:a="http://schemas.openxmlformats.org/drawingml/2006/main" xmlns:p="http://schemas.openxmlformats.org/presentationml/2006/main" xmlns:r="http://schemas.openxmlformats.org/officeDocument/2006/relationships">
  <p:sldMasterIdLst>
    <p:sldMasterId id="2147483648" r:id="R0c2fcc3c69964b83"/>
  </p:sldMasterIdLst>
  <p:notesMasterIdLst>
    <p:notesMasterId r:id="R05d73e040b454658"/>
  </p:notesMasterIdLst>
  <p:sldIdLst>
    <p:sldId id="256" r:id="R825cad9a0ebd4c64"/>
    <p:sldId id="257" r:id="R6d5a8fc1148742d7"/>
    <p:sldId id="258" r:id="Rd74f823a9d0d4c51"/>
    <p:sldId id="259" r:id="R92b43b88b1074624"/>
    <p:sldId id="260" r:id="R0e3d7e8ca448451e"/>
    <p:sldId id="261" r:id="R9f598e4696234e63"/>
    <p:sldId id="262" r:id="R7565a7763be04dbe"/>
    <p:sldId id="263" r:id="Rc206f9fbddc541ea"/>
    <p:sldId id="264" r:id="Rfa9e6ac856ec430d"/>
    <p:sldId id="265" r:id="R8c979ba2189a4044"/>
    <p:sldId id="266" r:id="R646d37fe364342e7"/>
    <p:sldId id="267" r:id="Rd92618c68c9c44d3"/>
    <p:sldId id="268" r:id="R5d012b01682e4a33"/>
    <p:sldId id="269" r:id="R8c675cd957974aef"/>
    <p:sldId id="270" r:id="Rd9bae521b9b84a47"/>
    <p:sldId id="271" r:id="R45bee233632a4bb0"/>
    <p:sldId id="272" r:id="R3329c286e8a44a4d"/>
    <p:sldId id="273" r:id="Rd623386ba00847ea"/>
    <p:sldId id="274" r:id="Rb0d5c4a6dc3a4136"/>
    <p:sldId id="275" r:id="Rc5d6edd1ae634fcc"/>
    <p:sldId id="276" r:id="R4f51e603b59745a7"/>
    <p:sldId id="277" r:id="Re406ca1f35374c1d"/>
    <p:sldId id="278" r:id="Rc38a482cc24b43c8"/>
    <p:sldId id="279" r:id="Rbe94edc338514a2f"/>
    <p:sldId id="280" r:id="R4a1e85900cdd414e"/>
    <p:sldId id="281" r:id="R35741b2658d44510"/>
    <p:sldId id="282" r:id="R297082e7396c4b0a"/>
    <p:sldId id="283" r:id="Rb3757f56a69a4dfb"/>
    <p:sldId id="284" r:id="R5e4c86507bc645ae"/>
    <p:sldId id="285" r:id="R5e7b0ca69950491e"/>
    <p:sldId id="286" r:id="R767e2592b9a44e4a"/>
    <p:sldId id="287" r:id="R5ea2fa0db1864d66"/>
    <p:sldId id="288" r:id="R244ab9e1169c4faa"/>
    <p:sldId id="289" r:id="Rf3b72c352d0e4b1e"/>
    <p:sldId id="290" r:id="R121c922ddaee48f6"/>
    <p:sldId id="291" r:id="R5620c6f949f94786"/>
    <p:sldId id="292" r:id="R8e6b5af9ad9e42c1"/>
    <p:sldId id="293" r:id="Rc7b9da82eed74d90"/>
    <p:sldId id="294" r:id="R2505dec54bbb464f"/>
    <p:sldId id="295" r:id="R572da8c296134a4e"/>
    <p:sldId id="296" r:id="R4f1c25ad21064725"/>
    <p:sldId id="297" r:id="R2ae3579a0fee4874"/>
    <p:sldId id="298" r:id="Rf4ae364f02ab4a0e"/>
    <p:sldId id="299" r:id="R497c694708bc43fc"/>
    <p:sldId id="300" r:id="Rb33c103bf4c348cb"/>
    <p:sldId id="301" r:id="Rf61c0ad4a4ac4bdf"/>
    <p:sldId id="302" r:id="Re10b6c574c174239"/>
    <p:sldId id="303" r:id="R72223f02396340c0"/>
    <p:sldId id="304" r:id="R99e150545c26407b"/>
    <p:sldId id="305" r:id="Rbf1617342cc545ab"/>
    <p:sldId id="306" r:id="R8e1b2f1b16bc489e"/>
    <p:sldId id="307" r:id="R8e30bfc860d1406f"/>
    <p:sldId id="308" r:id="R75ef8e5e1fa04552"/>
    <p:sldId id="309" r:id="Rd8ab810a5f054e6e"/>
    <p:sldId id="310" r:id="R2c1ecfab75aa483e"/>
    <p:sldId id="311" r:id="R3f171c4cb2314d7b"/>
    <p:sldId id="312" r:id="Ra61c558e393444d6"/>
    <p:sldId id="313" r:id="R58bf53692ecf42b7"/>
    <p:sldId id="314" r:id="R7d3d3df69d224ac6"/>
    <p:sldId id="315" r:id="R184c65f5acd041d7"/>
    <p:sldId id="316" r:id="R33f122dd8e594a3c"/>
    <p:sldId id="317" r:id="R663d911e881a448b"/>
    <p:sldId id="318" r:id="Rc282768846744b5d"/>
    <p:sldId id="319" r:id="R81b7f1fa4fdb41d1"/>
    <p:sldId id="320" r:id="Rb2441f5d2b394544"/>
    <p:sldId id="321" r:id="R8bcc14fc63bb4380"/>
    <p:sldId id="322" r:id="Rf21cf2a1c9494096"/>
    <p:sldId id="323" r:id="R1558b132998747a2"/>
    <p:sldId id="324" r:id="R0d6aed5c10bc4024"/>
    <p:sldId id="325" r:id="Rc558b0381b7a444c"/>
    <p:sldId id="326" r:id="Rca30a3cead9f4a99"/>
    <p:sldId id="327" r:id="Re7f6fac4f3bd44a1"/>
    <p:sldId id="328" r:id="R08c620292d6c4c06"/>
    <p:sldId id="329" r:id="Re2bcfa7ed39e4523"/>
    <p:sldId id="330" r:id="R429209c4100b491a"/>
    <p:sldId id="331" r:id="R54a40d929ba44741"/>
    <p:sldId id="332" r:id="Radad4296131c4b3e"/>
    <p:sldId id="333" r:id="R9d442923796d4724"/>
    <p:sldId id="334" r:id="R206faa1c4be64f56"/>
    <p:sldId id="335" r:id="R5d30e4d827494de1"/>
    <p:sldId id="336" r:id="Re7f2a49833e147d9"/>
    <p:sldId id="337" r:id="R3505942fb732464d"/>
    <p:sldId id="338" r:id="Rd31befbd339d4cdb"/>
  </p:sldIdLst>
  <p:sldSz cx="12191695" cy="6858000"/>
  <p:notesSz cx="6858000" cy="9144000"/>
  <p:defaultTextStyle>
    <a:defPPr>
      <a:buNone/>
    </a:defPPr>
    <a:lvl1pPr marL="0" algn="l" defTabSz="457200">
      <a:buNone/>
      <a:defRPr sz="1800" kern="1200">
        <a:solidFill>
          <a:schemeClr val="tx1"/>
        </a:solidFill>
        <a:latin typeface="Alibaba PuHuiTi 3.0 55 Regular"/>
        <a:ea typeface="Alibaba PuHuiTi 3.0 55 Regular"/>
        <a:cs typeface="Alibaba PuHuiTi 3.0 55 Regular"/>
      </a:defRPr>
    </a:lvl1pPr>
    <a:lvl2pPr marL="457200" algn="l" defTabSz="457200">
      <a:buNone/>
      <a:defRPr sz="1800" kern="1200">
        <a:solidFill>
          <a:schemeClr val="tx1"/>
        </a:solidFill>
        <a:latin typeface="Alibaba PuHuiTi 3.0 55 Regular"/>
        <a:ea typeface="Alibaba PuHuiTi 3.0 55 Regular"/>
        <a:cs typeface="Alibaba PuHuiTi 3.0 55 Regular"/>
      </a:defRPr>
    </a:lvl2pPr>
    <a:lvl3pPr marL="914400" algn="l" defTabSz="457200">
      <a:buNone/>
      <a:defRPr sz="1800" kern="1200">
        <a:solidFill>
          <a:schemeClr val="tx1"/>
        </a:solidFill>
        <a:latin typeface="Alibaba PuHuiTi 3.0 55 Regular"/>
        <a:ea typeface="Alibaba PuHuiTi 3.0 55 Regular"/>
        <a:cs typeface="Alibaba PuHuiTi 3.0 55 Regular"/>
      </a:defRPr>
    </a:lvl3pPr>
    <a:lvl4pPr marL="1371600" algn="l" defTabSz="457200">
      <a:buNone/>
      <a:defRPr sz="1800" kern="1200">
        <a:solidFill>
          <a:schemeClr val="tx1"/>
        </a:solidFill>
        <a:latin typeface="Alibaba PuHuiTi 3.0 55 Regular"/>
        <a:ea typeface="Alibaba PuHuiTi 3.0 55 Regular"/>
        <a:cs typeface="Alibaba PuHuiTi 3.0 55 Regular"/>
      </a:defRPr>
    </a:lvl4pPr>
    <a:lvl5pPr marL="1828800" algn="l" defTabSz="457200">
      <a:buNone/>
      <a:defRPr sz="1800" kern="1200">
        <a:solidFill>
          <a:schemeClr val="tx1"/>
        </a:solidFill>
        <a:latin typeface="Alibaba PuHuiTi 3.0 55 Regular"/>
        <a:ea typeface="Alibaba PuHuiTi 3.0 55 Regular"/>
        <a:cs typeface="Alibaba PuHuiTi 3.0 55 Regular"/>
      </a:defRPr>
    </a:lvl5pPr>
    <a:lvl6pPr marL="2286000" algn="l" defTabSz="457200">
      <a:buNone/>
      <a:defRPr sz="1800" kern="1200">
        <a:solidFill>
          <a:schemeClr val="tx1"/>
        </a:solidFill>
        <a:latin typeface="Alibaba PuHuiTi 3.0 55 Regular"/>
        <a:ea typeface="Alibaba PuHuiTi 3.0 55 Regular"/>
        <a:cs typeface="Alibaba PuHuiTi 3.0 55 Regular"/>
      </a:defRPr>
    </a:lvl6pPr>
    <a:lvl7pPr marL="2743200" algn="l" defTabSz="457200">
      <a:buNone/>
      <a:defRPr sz="1800" kern="1200">
        <a:solidFill>
          <a:schemeClr val="tx1"/>
        </a:solidFill>
        <a:latin typeface="Alibaba PuHuiTi 3.0 55 Regular"/>
        <a:ea typeface="Alibaba PuHuiTi 3.0 55 Regular"/>
        <a:cs typeface="Alibaba PuHuiTi 3.0 55 Regular"/>
      </a:defRPr>
    </a:lvl7pPr>
    <a:lvl8pPr marL="3200400" algn="l" defTabSz="457200">
      <a:buNone/>
      <a:defRPr sz="1800" kern="1200">
        <a:solidFill>
          <a:schemeClr val="tx1"/>
        </a:solidFill>
        <a:latin typeface="Alibaba PuHuiTi 3.0 55 Regular"/>
        <a:ea typeface="Alibaba PuHuiTi 3.0 55 Regular"/>
        <a:cs typeface="Alibaba PuHuiTi 3.0 55 Regular"/>
      </a:defRPr>
    </a:lvl8pPr>
    <a:lvl9pPr marL="3657600" algn="l" defTabSz="457200">
      <a:buNone/>
      <a:defRPr sz="1800" kern="1200">
        <a:solidFill>
          <a:schemeClr val="tx1"/>
        </a:solidFill>
        <a:latin typeface="Alibaba PuHuiTi 3.0 55 Regular"/>
        <a:ea typeface="Alibaba PuHuiTi 3.0 55 Regular"/>
        <a:cs typeface="Alibaba PuHuiTi 3.0 55 Regular"/>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02afabdf7814f9e" /><Relationship Type="http://schemas.openxmlformats.org/officeDocument/2006/relationships/slideMaster" Target="/ppt/slideMasters/slideMaster1.xml" Id="R0c2fcc3c69964b83" /><Relationship Type="http://schemas.openxmlformats.org/officeDocument/2006/relationships/notesMaster" Target="/ppt/notesMasters/notesMaster1.xml" Id="R05d73e040b454658" /><Relationship Type="http://schemas.openxmlformats.org/officeDocument/2006/relationships/presProps" Target="/ppt/presProps.xml" Id="R42745b99c8904530" /><Relationship Type="http://schemas.openxmlformats.org/officeDocument/2006/relationships/viewProps" Target="/ppt/viewProps.xml" Id="Rc90b485b86324ba2" /><Relationship Type="http://schemas.openxmlformats.org/officeDocument/2006/relationships/tableStyles" Target="/ppt/tableStyles.xml" Id="Rb2280912dd3545cb" /><Relationship Type="http://schemas.openxmlformats.org/officeDocument/2006/relationships/slide" Target="/ppt/slides/slide1.xml" Id="R825cad9a0ebd4c64" /><Relationship Type="http://schemas.openxmlformats.org/officeDocument/2006/relationships/slide" Target="/ppt/slides/slide2.xml" Id="R6d5a8fc1148742d7" /><Relationship Type="http://schemas.openxmlformats.org/officeDocument/2006/relationships/slide" Target="/ppt/slides/slide3.xml" Id="Rd74f823a9d0d4c51" /><Relationship Type="http://schemas.openxmlformats.org/officeDocument/2006/relationships/slide" Target="/ppt/slides/slide4.xml" Id="R92b43b88b1074624" /><Relationship Type="http://schemas.openxmlformats.org/officeDocument/2006/relationships/slide" Target="/ppt/slides/slide5.xml" Id="R0e3d7e8ca448451e" /><Relationship Type="http://schemas.openxmlformats.org/officeDocument/2006/relationships/slide" Target="/ppt/slides/slide6.xml" Id="R9f598e4696234e63" /><Relationship Type="http://schemas.openxmlformats.org/officeDocument/2006/relationships/slide" Target="/ppt/slides/slide7.xml" Id="R7565a7763be04dbe" /><Relationship Type="http://schemas.openxmlformats.org/officeDocument/2006/relationships/slide" Target="/ppt/slides/slide8.xml" Id="Rc206f9fbddc541ea" /><Relationship Type="http://schemas.openxmlformats.org/officeDocument/2006/relationships/slide" Target="/ppt/slides/slide9.xml" Id="Rfa9e6ac856ec430d" /><Relationship Type="http://schemas.openxmlformats.org/officeDocument/2006/relationships/slide" Target="/ppt/slides/slide10.xml" Id="R8c979ba2189a4044" /><Relationship Type="http://schemas.openxmlformats.org/officeDocument/2006/relationships/slide" Target="/ppt/slides/slide11.xml" Id="R646d37fe364342e7" /><Relationship Type="http://schemas.openxmlformats.org/officeDocument/2006/relationships/slide" Target="/ppt/slides/slide12.xml" Id="Rd92618c68c9c44d3" /><Relationship Type="http://schemas.openxmlformats.org/officeDocument/2006/relationships/slide" Target="/ppt/slides/slide13.xml" Id="R5d012b01682e4a33" /><Relationship Type="http://schemas.openxmlformats.org/officeDocument/2006/relationships/slide" Target="/ppt/slides/slide14.xml" Id="R8c675cd957974aef" /><Relationship Type="http://schemas.openxmlformats.org/officeDocument/2006/relationships/slide" Target="/ppt/slides/slide15.xml" Id="Rd9bae521b9b84a47" /><Relationship Type="http://schemas.openxmlformats.org/officeDocument/2006/relationships/slide" Target="/ppt/slides/slide16.xml" Id="R45bee233632a4bb0" /><Relationship Type="http://schemas.openxmlformats.org/officeDocument/2006/relationships/slide" Target="/ppt/slides/slide17.xml" Id="R3329c286e8a44a4d" /><Relationship Type="http://schemas.openxmlformats.org/officeDocument/2006/relationships/slide" Target="/ppt/slides/slide18.xml" Id="Rd623386ba00847ea" /><Relationship Type="http://schemas.openxmlformats.org/officeDocument/2006/relationships/slide" Target="/ppt/slides/slide19.xml" Id="Rb0d5c4a6dc3a4136" /><Relationship Type="http://schemas.openxmlformats.org/officeDocument/2006/relationships/slide" Target="/ppt/slides/slide20.xml" Id="Rc5d6edd1ae634fcc" /><Relationship Type="http://schemas.openxmlformats.org/officeDocument/2006/relationships/slide" Target="/ppt/slides/slide21.xml" Id="R4f51e603b59745a7" /><Relationship Type="http://schemas.openxmlformats.org/officeDocument/2006/relationships/slide" Target="/ppt/slides/slide22.xml" Id="Re406ca1f35374c1d" /><Relationship Type="http://schemas.openxmlformats.org/officeDocument/2006/relationships/slide" Target="/ppt/slides/slide23.xml" Id="Rc38a482cc24b43c8" /><Relationship Type="http://schemas.openxmlformats.org/officeDocument/2006/relationships/slide" Target="/ppt/slides/slide24.xml" Id="Rbe94edc338514a2f" /><Relationship Type="http://schemas.openxmlformats.org/officeDocument/2006/relationships/slide" Target="/ppt/slides/slide25.xml" Id="R4a1e85900cdd414e" /><Relationship Type="http://schemas.openxmlformats.org/officeDocument/2006/relationships/slide" Target="/ppt/slides/slide26.xml" Id="R35741b2658d44510" /><Relationship Type="http://schemas.openxmlformats.org/officeDocument/2006/relationships/slide" Target="/ppt/slides/slide27.xml" Id="R297082e7396c4b0a" /><Relationship Type="http://schemas.openxmlformats.org/officeDocument/2006/relationships/slide" Target="/ppt/slides/slide28.xml" Id="Rb3757f56a69a4dfb" /><Relationship Type="http://schemas.openxmlformats.org/officeDocument/2006/relationships/slide" Target="/ppt/slides/slide29.xml" Id="R5e4c86507bc645ae" /><Relationship Type="http://schemas.openxmlformats.org/officeDocument/2006/relationships/slide" Target="/ppt/slides/slide30.xml" Id="R5e7b0ca69950491e" /><Relationship Type="http://schemas.openxmlformats.org/officeDocument/2006/relationships/slide" Target="/ppt/slides/slide31.xml" Id="R767e2592b9a44e4a" /><Relationship Type="http://schemas.openxmlformats.org/officeDocument/2006/relationships/slide" Target="/ppt/slides/slide32.xml" Id="R5ea2fa0db1864d66" /><Relationship Type="http://schemas.openxmlformats.org/officeDocument/2006/relationships/slide" Target="/ppt/slides/slide33.xml" Id="R244ab9e1169c4faa" /><Relationship Type="http://schemas.openxmlformats.org/officeDocument/2006/relationships/slide" Target="/ppt/slides/slide34.xml" Id="Rf3b72c352d0e4b1e" /><Relationship Type="http://schemas.openxmlformats.org/officeDocument/2006/relationships/slide" Target="/ppt/slides/slide35.xml" Id="R121c922ddaee48f6" /><Relationship Type="http://schemas.openxmlformats.org/officeDocument/2006/relationships/slide" Target="/ppt/slides/slide36.xml" Id="R5620c6f949f94786" /><Relationship Type="http://schemas.openxmlformats.org/officeDocument/2006/relationships/slide" Target="/ppt/slides/slide37.xml" Id="R8e6b5af9ad9e42c1" /><Relationship Type="http://schemas.openxmlformats.org/officeDocument/2006/relationships/slide" Target="/ppt/slides/slide38.xml" Id="Rc7b9da82eed74d90" /><Relationship Type="http://schemas.openxmlformats.org/officeDocument/2006/relationships/slide" Target="/ppt/slides/slide39.xml" Id="R2505dec54bbb464f" /><Relationship Type="http://schemas.openxmlformats.org/officeDocument/2006/relationships/slide" Target="/ppt/slides/slide40.xml" Id="R572da8c296134a4e" /><Relationship Type="http://schemas.openxmlformats.org/officeDocument/2006/relationships/slide" Target="/ppt/slides/slide41.xml" Id="R4f1c25ad21064725" /><Relationship Type="http://schemas.openxmlformats.org/officeDocument/2006/relationships/slide" Target="/ppt/slides/slide42.xml" Id="R2ae3579a0fee4874" /><Relationship Type="http://schemas.openxmlformats.org/officeDocument/2006/relationships/slide" Target="/ppt/slides/slide43.xml" Id="Rf4ae364f02ab4a0e" /><Relationship Type="http://schemas.openxmlformats.org/officeDocument/2006/relationships/slide" Target="/ppt/slides/slide44.xml" Id="R497c694708bc43fc" /><Relationship Type="http://schemas.openxmlformats.org/officeDocument/2006/relationships/slide" Target="/ppt/slides/slide45.xml" Id="Rb33c103bf4c348cb" /><Relationship Type="http://schemas.openxmlformats.org/officeDocument/2006/relationships/slide" Target="/ppt/slides/slide46.xml" Id="Rf61c0ad4a4ac4bdf" /><Relationship Type="http://schemas.openxmlformats.org/officeDocument/2006/relationships/slide" Target="/ppt/slides/slide47.xml" Id="Re10b6c574c174239" /><Relationship Type="http://schemas.openxmlformats.org/officeDocument/2006/relationships/slide" Target="/ppt/slides/slide48.xml" Id="R72223f02396340c0" /><Relationship Type="http://schemas.openxmlformats.org/officeDocument/2006/relationships/slide" Target="/ppt/slides/slide49.xml" Id="R99e150545c26407b" /><Relationship Type="http://schemas.openxmlformats.org/officeDocument/2006/relationships/slide" Target="/ppt/slides/slide50.xml" Id="Rbf1617342cc545ab" /><Relationship Type="http://schemas.openxmlformats.org/officeDocument/2006/relationships/slide" Target="/ppt/slides/slide51.xml" Id="R8e1b2f1b16bc489e" /><Relationship Type="http://schemas.openxmlformats.org/officeDocument/2006/relationships/slide" Target="/ppt/slides/slide52.xml" Id="R8e30bfc860d1406f" /><Relationship Type="http://schemas.openxmlformats.org/officeDocument/2006/relationships/slide" Target="/ppt/slides/slide53.xml" Id="R75ef8e5e1fa04552" /><Relationship Type="http://schemas.openxmlformats.org/officeDocument/2006/relationships/slide" Target="/ppt/slides/slide54.xml" Id="Rd8ab810a5f054e6e" /><Relationship Type="http://schemas.openxmlformats.org/officeDocument/2006/relationships/slide" Target="/ppt/slides/slide55.xml" Id="R2c1ecfab75aa483e" /><Relationship Type="http://schemas.openxmlformats.org/officeDocument/2006/relationships/slide" Target="/ppt/slides/slide56.xml" Id="R3f171c4cb2314d7b" /><Relationship Type="http://schemas.openxmlformats.org/officeDocument/2006/relationships/slide" Target="/ppt/slides/slide57.xml" Id="Ra61c558e393444d6" /><Relationship Type="http://schemas.openxmlformats.org/officeDocument/2006/relationships/slide" Target="/ppt/slides/slide58.xml" Id="R58bf53692ecf42b7" /><Relationship Type="http://schemas.openxmlformats.org/officeDocument/2006/relationships/slide" Target="/ppt/slides/slide59.xml" Id="R7d3d3df69d224ac6" /><Relationship Type="http://schemas.openxmlformats.org/officeDocument/2006/relationships/slide" Target="/ppt/slides/slide60.xml" Id="R184c65f5acd041d7" /><Relationship Type="http://schemas.openxmlformats.org/officeDocument/2006/relationships/slide" Target="/ppt/slides/slide61.xml" Id="R33f122dd8e594a3c" /><Relationship Type="http://schemas.openxmlformats.org/officeDocument/2006/relationships/slide" Target="/ppt/slides/slide62.xml" Id="R663d911e881a448b" /><Relationship Type="http://schemas.openxmlformats.org/officeDocument/2006/relationships/slide" Target="/ppt/slides/slide63.xml" Id="Rc282768846744b5d" /><Relationship Type="http://schemas.openxmlformats.org/officeDocument/2006/relationships/slide" Target="/ppt/slides/slide64.xml" Id="R81b7f1fa4fdb41d1" /><Relationship Type="http://schemas.openxmlformats.org/officeDocument/2006/relationships/slide" Target="/ppt/slides/slide65.xml" Id="Rb2441f5d2b394544" /><Relationship Type="http://schemas.openxmlformats.org/officeDocument/2006/relationships/slide" Target="/ppt/slides/slide66.xml" Id="R8bcc14fc63bb4380" /><Relationship Type="http://schemas.openxmlformats.org/officeDocument/2006/relationships/slide" Target="/ppt/slides/slide67.xml" Id="Rf21cf2a1c9494096" /><Relationship Type="http://schemas.openxmlformats.org/officeDocument/2006/relationships/slide" Target="/ppt/slides/slide68.xml" Id="R1558b132998747a2" /><Relationship Type="http://schemas.openxmlformats.org/officeDocument/2006/relationships/slide" Target="/ppt/slides/slide69.xml" Id="R0d6aed5c10bc4024" /><Relationship Type="http://schemas.openxmlformats.org/officeDocument/2006/relationships/slide" Target="/ppt/slides/slide70.xml" Id="Rc558b0381b7a444c" /><Relationship Type="http://schemas.openxmlformats.org/officeDocument/2006/relationships/slide" Target="/ppt/slides/slide71.xml" Id="Rca30a3cead9f4a99" /><Relationship Type="http://schemas.openxmlformats.org/officeDocument/2006/relationships/slide" Target="/ppt/slides/slide72.xml" Id="Re7f6fac4f3bd44a1" /><Relationship Type="http://schemas.openxmlformats.org/officeDocument/2006/relationships/slide" Target="/ppt/slides/slide73.xml" Id="R08c620292d6c4c06" /><Relationship Type="http://schemas.openxmlformats.org/officeDocument/2006/relationships/slide" Target="/ppt/slides/slide74.xml" Id="Re2bcfa7ed39e4523" /><Relationship Type="http://schemas.openxmlformats.org/officeDocument/2006/relationships/slide" Target="/ppt/slides/slide75.xml" Id="R429209c4100b491a" /><Relationship Type="http://schemas.openxmlformats.org/officeDocument/2006/relationships/slide" Target="/ppt/slides/slide76.xml" Id="R54a40d929ba44741" /><Relationship Type="http://schemas.openxmlformats.org/officeDocument/2006/relationships/slide" Target="/ppt/slides/slide77.xml" Id="Radad4296131c4b3e" /><Relationship Type="http://schemas.openxmlformats.org/officeDocument/2006/relationships/slide" Target="/ppt/slides/slide78.xml" Id="R9d442923796d4724" /><Relationship Type="http://schemas.openxmlformats.org/officeDocument/2006/relationships/slide" Target="/ppt/slides/slide79.xml" Id="R206faa1c4be64f56" /><Relationship Type="http://schemas.openxmlformats.org/officeDocument/2006/relationships/slide" Target="/ppt/slides/slide80.xml" Id="R5d30e4d827494de1" /><Relationship Type="http://schemas.openxmlformats.org/officeDocument/2006/relationships/slide" Target="/ppt/slides/slide81.xml" Id="Re7f2a49833e147d9" /><Relationship Type="http://schemas.openxmlformats.org/officeDocument/2006/relationships/slide" Target="/ppt/slides/slide82.xml" Id="R3505942fb732464d" /><Relationship Type="http://schemas.openxmlformats.org/officeDocument/2006/relationships/slide" Target="/ppt/slides/slide83.xml" Id="Rd31befbd339d4cd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ccd8ee9ae384466" /></Relationships>
</file>

<file path=ppt/notesMasters/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atin typeface="Alibaba PuHuiTi 3.0 55 Regular"/>
        <a:ea typeface="Alibaba PuHuiTi 3.0 55 Regular"/>
        <a:cs typeface="Alibaba PuHuiTi 3.0 55 Regular"/>
      </a:defRPr>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libaba PuHuiTi 3.0 115 Black"/>
        <a:ea typeface="Alibaba PuHuiTi 3.0 115 Black"/>
        <a:cs typeface="Alibaba PuHuiTi 3.0 115 Black"/>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libaba PuHuiTi 3.0 55 Regular"/>
        <a:ea typeface="Alibaba PuHuiTi 3.0 55 Regular"/>
        <a:cs typeface="Alibaba PuHuiTi 3.0 55 Regular"/>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320a0e19fa347db" /><Relationship Type="http://schemas.openxmlformats.org/officeDocument/2006/relationships/notesMaster" Target="/ppt/notesMasters/notesMaster1.xml" Id="Ree78a41d15ae44e7" /></Relationships>
</file>

<file path=ppt/notesSlides/_rels/notesSlide2.xml.rels>&#65279;<?xml version="1.0" encoding="utf-8"?><Relationships xmlns="http://schemas.openxmlformats.org/package/2006/relationships"><Relationship Type="http://schemas.openxmlformats.org/officeDocument/2006/relationships/slide" Target="/ppt/slides/slide2.xml" Id="R933c55d75e9140f7" /><Relationship Type="http://schemas.openxmlformats.org/officeDocument/2006/relationships/notesMaster" Target="/ppt/notesMasters/notesMaster1.xml" Id="Rd02480ddfdb74450" /></Relationships>
</file>

<file path=ppt/notesSlides/_rels/notesSlide3.xml.rels>&#65279;<?xml version="1.0" encoding="utf-8"?><Relationships xmlns="http://schemas.openxmlformats.org/package/2006/relationships"><Relationship Type="http://schemas.openxmlformats.org/officeDocument/2006/relationships/slide" Target="/ppt/slides/slide3.xml" Id="Re24af3fedcab48fa" /><Relationship Type="http://schemas.openxmlformats.org/officeDocument/2006/relationships/notesMaster" Target="/ppt/notesMasters/notesMaster1.xml" Id="R4e83463211804456" /></Relationships>
</file>

<file path=ppt/notesSlides/_rels/notesSlide4.xml.rels>&#65279;<?xml version="1.0" encoding="utf-8"?><Relationships xmlns="http://schemas.openxmlformats.org/package/2006/relationships"><Relationship Type="http://schemas.openxmlformats.org/officeDocument/2006/relationships/slide" Target="/ppt/slides/slide4.xml" Id="R33e7a42563bb477b" /><Relationship Type="http://schemas.openxmlformats.org/officeDocument/2006/relationships/notesMaster" Target="/ppt/notesMasters/notesMaster1.xml" Id="R7f5f8a7478744d5f" /></Relationships>
</file>

<file path=ppt/notesSlides/_rels/notesSlide5.xml.rels>&#65279;<?xml version="1.0" encoding="utf-8"?><Relationships xmlns="http://schemas.openxmlformats.org/package/2006/relationships"><Relationship Type="http://schemas.openxmlformats.org/officeDocument/2006/relationships/slide" Target="/ppt/slides/slide5.xml" Id="R6f2e978a84fd4c73" /><Relationship Type="http://schemas.openxmlformats.org/officeDocument/2006/relationships/notesMaster" Target="/ppt/notesMasters/notesMaster1.xml" Id="R4da43b5029534860" /></Relationships>
</file>

<file path=ppt/notesSlides/_rels/notesSlide6.xml.rels>&#65279;<?xml version="1.0" encoding="utf-8"?><Relationships xmlns="http://schemas.openxmlformats.org/package/2006/relationships"><Relationship Type="http://schemas.openxmlformats.org/officeDocument/2006/relationships/slide" Target="/ppt/slides/slide6.xml" Id="R79cd810cfc884a34" /><Relationship Type="http://schemas.openxmlformats.org/officeDocument/2006/relationships/notesMaster" Target="/ppt/notesMasters/notesMaster1.xml" Id="R337db49025e14ecc" /></Relationships>
</file>

<file path=ppt/notesSlides/_rels/notesSlide7.xml.rels>&#65279;<?xml version="1.0" encoding="utf-8"?><Relationships xmlns="http://schemas.openxmlformats.org/package/2006/relationships"><Relationship Type="http://schemas.openxmlformats.org/officeDocument/2006/relationships/slide" Target="/ppt/slides/slide7.xml" Id="R8de91a063e6d4356" /><Relationship Type="http://schemas.openxmlformats.org/officeDocument/2006/relationships/notesMaster" Target="/ppt/notesMasters/notesMaster1.xml" Id="Rc5d93da621d64c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73594f37cd0c47d9" /><Relationship Type="http://schemas.openxmlformats.org/officeDocument/2006/relationships/notesMaster" Target="/ppt/notesMasters/notesMaster1.xml" Id="R935740809f85402d" /></Relationships>
</file>

<file path=ppt/notesSlides/_rels/notesSlide9.xml.rels>&#65279;<?xml version="1.0" encoding="utf-8"?><Relationships xmlns="http://schemas.openxmlformats.org/package/2006/relationships"><Relationship Type="http://schemas.openxmlformats.org/officeDocument/2006/relationships/slide" Target="/ppt/slides/slide9.xml" Id="Rb0d252b0a3604749" /><Relationship Type="http://schemas.openxmlformats.org/officeDocument/2006/relationships/notesMaster" Target="/ppt/notesMasters/notesMaster1.xml" Id="Re22c864bb9a44d7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11eefbfcf714de4" /><Relationship Type="http://schemas.openxmlformats.org/officeDocument/2006/relationships/notesMaster" Target="/ppt/notesMasters/notesMaster1.xml" Id="Rfbcfcbe1dc62442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1f8692734344fb0" /><Relationship Type="http://schemas.openxmlformats.org/officeDocument/2006/relationships/notesMaster" Target="/ppt/notesMasters/notesMaster1.xml" Id="R95d0721cde5b4ba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9bb9133665949a6" /><Relationship Type="http://schemas.openxmlformats.org/officeDocument/2006/relationships/notesMaster" Target="/ppt/notesMasters/notesMaster1.xml" Id="Rb05a9175a89e43c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9ab105541364caa" /><Relationship Type="http://schemas.openxmlformats.org/officeDocument/2006/relationships/notesMaster" Target="/ppt/notesMasters/notesMaster1.xml" Id="Rd454b5021fe64b7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c0c67cf301649e1" /><Relationship Type="http://schemas.openxmlformats.org/officeDocument/2006/relationships/notesMaster" Target="/ppt/notesMasters/notesMaster1.xml" Id="R193eccf03d204e6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6ea2a73ea934ab7" /><Relationship Type="http://schemas.openxmlformats.org/officeDocument/2006/relationships/notesMaster" Target="/ppt/notesMasters/notesMaster1.xml" Id="R51d038795bd3416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4dfdd9affa0458f" /><Relationship Type="http://schemas.openxmlformats.org/officeDocument/2006/relationships/notesMaster" Target="/ppt/notesMasters/notesMaster1.xml" Id="Rd77c1ddc0d2745c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14206564b2f43c8" /><Relationship Type="http://schemas.openxmlformats.org/officeDocument/2006/relationships/notesMaster" Target="/ppt/notesMasters/notesMaster1.xml" Id="R5d27dd2f579c47a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3b605fff84d4cfc" /><Relationship Type="http://schemas.openxmlformats.org/officeDocument/2006/relationships/notesMaster" Target="/ppt/notesMasters/notesMaster1.xml" Id="R24fabe76c68b4ec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2800f47c28a40bd" /><Relationship Type="http://schemas.openxmlformats.org/officeDocument/2006/relationships/notesMaster" Target="/ppt/notesMasters/notesMaster1.xml" Id="R83f8c4ac77a9419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acbb12172a94fce" /><Relationship Type="http://schemas.openxmlformats.org/officeDocument/2006/relationships/notesMaster" Target="/ppt/notesMasters/notesMaster1.xml" Id="Rc287226e5d7e457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92d2194f5174fd1" /><Relationship Type="http://schemas.openxmlformats.org/officeDocument/2006/relationships/notesMaster" Target="/ppt/notesMasters/notesMaster1.xml" Id="Rd9ff722682bc420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e95f7c9bdeb4567" /><Relationship Type="http://schemas.openxmlformats.org/officeDocument/2006/relationships/notesMaster" Target="/ppt/notesMasters/notesMaster1.xml" Id="R1deee6cf79cf4e2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8870bd5daea40d6" /><Relationship Type="http://schemas.openxmlformats.org/officeDocument/2006/relationships/notesMaster" Target="/ppt/notesMasters/notesMaster1.xml" Id="Rf966c67d045443e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5af2ee75bda4ff8" /><Relationship Type="http://schemas.openxmlformats.org/officeDocument/2006/relationships/notesMaster" Target="/ppt/notesMasters/notesMaster1.xml" Id="Rc7c2d8f8f2a341c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7474b935f8443eb" /><Relationship Type="http://schemas.openxmlformats.org/officeDocument/2006/relationships/notesMaster" Target="/ppt/notesMasters/notesMaster1.xml" Id="R08cdac4912634f6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8bfa5812aaa40f7" /><Relationship Type="http://schemas.openxmlformats.org/officeDocument/2006/relationships/notesMaster" Target="/ppt/notesMasters/notesMaster1.xml" Id="R6ba2178e660840e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aab68108f734486" /><Relationship Type="http://schemas.openxmlformats.org/officeDocument/2006/relationships/notesMaster" Target="/ppt/notesMasters/notesMaster1.xml" Id="R6cc6b870390543e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38c8f8686254143" /><Relationship Type="http://schemas.openxmlformats.org/officeDocument/2006/relationships/notesMaster" Target="/ppt/notesMasters/notesMaster1.xml" Id="R7b10d9c875a34ab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b1b309cdc9f44aa" /><Relationship Type="http://schemas.openxmlformats.org/officeDocument/2006/relationships/notesMaster" Target="/ppt/notesMasters/notesMaster1.xml" Id="Rdb54424f6a4f4a2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95d37c516c84f53" /><Relationship Type="http://schemas.openxmlformats.org/officeDocument/2006/relationships/notesMaster" Target="/ppt/notesMasters/notesMaster1.xml" Id="R367f56039e0e435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f19e4200f2c4378" /><Relationship Type="http://schemas.openxmlformats.org/officeDocument/2006/relationships/notesMaster" Target="/ppt/notesMasters/notesMaster1.xml" Id="R1c9fd547a1fa41d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8f41daeef574a9b" /><Relationship Type="http://schemas.openxmlformats.org/officeDocument/2006/relationships/notesMaster" Target="/ppt/notesMasters/notesMaster1.xml" Id="R467f51b2ea06455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40f37beddd7499a" /><Relationship Type="http://schemas.openxmlformats.org/officeDocument/2006/relationships/notesMaster" Target="/ppt/notesMasters/notesMaster1.xml" Id="Ra193b59c21654b9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a0c90f097504d9f" /><Relationship Type="http://schemas.openxmlformats.org/officeDocument/2006/relationships/notesMaster" Target="/ppt/notesMasters/notesMaster1.xml" Id="R6f05c36c736440b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1530983596d4920" /><Relationship Type="http://schemas.openxmlformats.org/officeDocument/2006/relationships/notesMaster" Target="/ppt/notesMasters/notesMaster1.xml" Id="R5c875a2fb1d84d1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d07dfe65a9e414d" /><Relationship Type="http://schemas.openxmlformats.org/officeDocument/2006/relationships/notesMaster" Target="/ppt/notesMasters/notesMaster1.xml" Id="R2e1e201540494a8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8d53df5570f4a6b" /><Relationship Type="http://schemas.openxmlformats.org/officeDocument/2006/relationships/notesMaster" Target="/ppt/notesMasters/notesMaster1.xml" Id="R863ce391e97046f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74c1efb15c14d03" /><Relationship Type="http://schemas.openxmlformats.org/officeDocument/2006/relationships/notesMaster" Target="/ppt/notesMasters/notesMaster1.xml" Id="Rb5a862e9699941ad"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8131a9f007254f49" /><Relationship Type="http://schemas.openxmlformats.org/officeDocument/2006/relationships/notesMaster" Target="/ppt/notesMasters/notesMaster1.xml" Id="Rfc30bacf43284b2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6a7db933b5f4f51" /><Relationship Type="http://schemas.openxmlformats.org/officeDocument/2006/relationships/notesMaster" Target="/ppt/notesMasters/notesMaster1.xml" Id="Rc587c57b8e974acc"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e064a9eedfd4734" /><Relationship Type="http://schemas.openxmlformats.org/officeDocument/2006/relationships/notesMaster" Target="/ppt/notesMasters/notesMaster1.xml" Id="Rd037154970eb4cd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19d063fc3a54915" /><Relationship Type="http://schemas.openxmlformats.org/officeDocument/2006/relationships/notesMaster" Target="/ppt/notesMasters/notesMaster1.xml" Id="R69e52f13fca04583"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853e4c7b2b0d4e92" /><Relationship Type="http://schemas.openxmlformats.org/officeDocument/2006/relationships/notesMaster" Target="/ppt/notesMasters/notesMaster1.xml" Id="R41a958bb6c0248df"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2b789bdf1e3b4e53" /><Relationship Type="http://schemas.openxmlformats.org/officeDocument/2006/relationships/notesMaster" Target="/ppt/notesMasters/notesMaster1.xml" Id="R2cedfb969a7b4217"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896f340146e34ad4" /><Relationship Type="http://schemas.openxmlformats.org/officeDocument/2006/relationships/notesMaster" Target="/ppt/notesMasters/notesMaster1.xml" Id="Rb007dfe6cf734166"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335a7a8e84324b94" /><Relationship Type="http://schemas.openxmlformats.org/officeDocument/2006/relationships/notesMaster" Target="/ppt/notesMasters/notesMaster1.xml" Id="R18bef361abcf432b"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3200319926124df5" /><Relationship Type="http://schemas.openxmlformats.org/officeDocument/2006/relationships/notesMaster" Target="/ppt/notesMasters/notesMaster1.xml" Id="Rd1e7cb0edcff40b3"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771c464c29d34eff" /><Relationship Type="http://schemas.openxmlformats.org/officeDocument/2006/relationships/notesMaster" Target="/ppt/notesMasters/notesMaster1.xml" Id="Rb9f9b99ab5704424"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deaeb22e416c429b" /><Relationship Type="http://schemas.openxmlformats.org/officeDocument/2006/relationships/notesMaster" Target="/ppt/notesMasters/notesMaster1.xml" Id="R8b54ad7593eb4154"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0f56c08e77864de0" /><Relationship Type="http://schemas.openxmlformats.org/officeDocument/2006/relationships/notesMaster" Target="/ppt/notesMasters/notesMaster1.xml" Id="R99729a51248947d9"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ac38b57d73e346d2" /><Relationship Type="http://schemas.openxmlformats.org/officeDocument/2006/relationships/notesMaster" Target="/ppt/notesMasters/notesMaster1.xml" Id="Rbc3ea4c62b9f4806"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e38591f83288407c" /><Relationship Type="http://schemas.openxmlformats.org/officeDocument/2006/relationships/notesMaster" Target="/ppt/notesMasters/notesMaster1.xml" Id="Raeead879fd1646d9"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48b7736ab40c4f4a" /><Relationship Type="http://schemas.openxmlformats.org/officeDocument/2006/relationships/notesMaster" Target="/ppt/notesMasters/notesMaster1.xml" Id="Rb85ea90c59594bf2"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6526b4d0ad9b4504" /><Relationship Type="http://schemas.openxmlformats.org/officeDocument/2006/relationships/notesMaster" Target="/ppt/notesMasters/notesMaster1.xml" Id="R6c3ce2f5fcc0474e"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9cf6569d942c4b93" /><Relationship Type="http://schemas.openxmlformats.org/officeDocument/2006/relationships/notesMaster" Target="/ppt/notesMasters/notesMaster1.xml" Id="R65600e3b7e7e4a37"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8e20622777514668" /><Relationship Type="http://schemas.openxmlformats.org/officeDocument/2006/relationships/notesMaster" Target="/ppt/notesMasters/notesMaster1.xml" Id="Rc7030539c4004c26"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3eefec0e3cb846b1" /><Relationship Type="http://schemas.openxmlformats.org/officeDocument/2006/relationships/notesMaster" Target="/ppt/notesMasters/notesMaster1.xml" Id="R809a9336c7134a5a"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00763e210e864f9c" /><Relationship Type="http://schemas.openxmlformats.org/officeDocument/2006/relationships/notesMaster" Target="/ppt/notesMasters/notesMaster1.xml" Id="Rde673d45ac944fd8"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91af2a7c814049d3" /><Relationship Type="http://schemas.openxmlformats.org/officeDocument/2006/relationships/notesMaster" Target="/ppt/notesMasters/notesMaster1.xml" Id="Ra43c172e685f40d0"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d199690325e8434b" /><Relationship Type="http://schemas.openxmlformats.org/officeDocument/2006/relationships/notesMaster" Target="/ppt/notesMasters/notesMaster1.xml" Id="R42bb2c7e80fa40a2"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b0af198309e944c7" /><Relationship Type="http://schemas.openxmlformats.org/officeDocument/2006/relationships/notesMaster" Target="/ppt/notesMasters/notesMaster1.xml" Id="R23bbf0a2ad604265"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cf9ddd99bc7d446c" /><Relationship Type="http://schemas.openxmlformats.org/officeDocument/2006/relationships/notesMaster" Target="/ppt/notesMasters/notesMaster1.xml" Id="R79e7bd3ad19b4e46"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93bd150336a0495f" /><Relationship Type="http://schemas.openxmlformats.org/officeDocument/2006/relationships/notesMaster" Target="/ppt/notesMasters/notesMaster1.xml" Id="Rd78316eaed1b45e4"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b2db8fa5341d40e0" /><Relationship Type="http://schemas.openxmlformats.org/officeDocument/2006/relationships/notesMaster" Target="/ppt/notesMasters/notesMaster1.xml" Id="Re806739db6d246d7"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7a1e546ae4e442a9" /><Relationship Type="http://schemas.openxmlformats.org/officeDocument/2006/relationships/notesMaster" Target="/ppt/notesMasters/notesMaster1.xml" Id="Ref699ab4ec7e45c6"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d06c1aabfd3b409d" /><Relationship Type="http://schemas.openxmlformats.org/officeDocument/2006/relationships/notesMaster" Target="/ppt/notesMasters/notesMaster1.xml" Id="R10bc31a303e2433a"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9ffb832bfbb94437" /><Relationship Type="http://schemas.openxmlformats.org/officeDocument/2006/relationships/notesMaster" Target="/ppt/notesMasters/notesMaster1.xml" Id="R26c723320ad7479e"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ee3c2e4d6546468a" /><Relationship Type="http://schemas.openxmlformats.org/officeDocument/2006/relationships/notesMaster" Target="/ppt/notesMasters/notesMaster1.xml" Id="Ra7a13bb779a54ede"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38319537854a44d9" /><Relationship Type="http://schemas.openxmlformats.org/officeDocument/2006/relationships/notesMaster" Target="/ppt/notesMasters/notesMaster1.xml" Id="Rcd925aa680e4462b"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9f37900d420a4b29" /><Relationship Type="http://schemas.openxmlformats.org/officeDocument/2006/relationships/notesMaster" Target="/ppt/notesMasters/notesMaster1.xml" Id="Re827d2d56bfe4634"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74d501ff66e34330" /><Relationship Type="http://schemas.openxmlformats.org/officeDocument/2006/relationships/notesMaster" Target="/ppt/notesMasters/notesMaster1.xml" Id="R3daaf2420c8b4e99"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05afc4be9ad44523" /><Relationship Type="http://schemas.openxmlformats.org/officeDocument/2006/relationships/notesMaster" Target="/ppt/notesMasters/notesMaster1.xml" Id="R65230f01561f4898"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6aea04e8ee2a4ece" /><Relationship Type="http://schemas.openxmlformats.org/officeDocument/2006/relationships/notesMaster" Target="/ppt/notesMasters/notesMaster1.xml" Id="Rf85d3c1cf83a4ae7"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eb1132763aa14fb2" /><Relationship Type="http://schemas.openxmlformats.org/officeDocument/2006/relationships/notesMaster" Target="/ppt/notesMasters/notesMaster1.xml" Id="R345b2be5bd38441c"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d87f3ec362864ee7" /><Relationship Type="http://schemas.openxmlformats.org/officeDocument/2006/relationships/notesMaster" Target="/ppt/notesMasters/notesMaster1.xml" Id="Re7ab36f271b94dd5"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8e3b7048b0cc49fe" /><Relationship Type="http://schemas.openxmlformats.org/officeDocument/2006/relationships/notesMaster" Target="/ppt/notesMasters/notesMaster1.xml" Id="R62c40169eb2945f2"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d0e242dc59864853" /><Relationship Type="http://schemas.openxmlformats.org/officeDocument/2006/relationships/notesMaster" Target="/ppt/notesMasters/notesMaster1.xml" Id="R04ee2b4100974b7d"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6248afac2144485e" /><Relationship Type="http://schemas.openxmlformats.org/officeDocument/2006/relationships/notesMaster" Target="/ppt/notesMasters/notesMaster1.xml" Id="R9dd1e38c6ad3462a"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4d7e3dbd4e784c59" /><Relationship Type="http://schemas.openxmlformats.org/officeDocument/2006/relationships/notesMaster" Target="/ppt/notesMasters/notesMaster1.xml" Id="Rc674de17b36544ad"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fb6687ee34e4420b" /><Relationship Type="http://schemas.openxmlformats.org/officeDocument/2006/relationships/notesMaster" Target="/ppt/notesMasters/notesMaster1.xml" Id="Raca4143165174ffd"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3055de5346d34239" /><Relationship Type="http://schemas.openxmlformats.org/officeDocument/2006/relationships/notesMaster" Target="/ppt/notesMasters/notesMaster1.xml" Id="R3e75cdf260034360"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e8debda016c74b3f" /><Relationship Type="http://schemas.openxmlformats.org/officeDocument/2006/relationships/notesMaster" Target="/ppt/notesMasters/notesMaster1.xml" Id="R89ee02be5acd482b"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4cc8fe76f2d74569" /><Relationship Type="http://schemas.openxmlformats.org/officeDocument/2006/relationships/notesMaster" Target="/ppt/notesMasters/notesMaster1.xml" Id="R440cbdb5cf814aa1"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声音怎样变成0和1？</a:t>
            </a:r>
          </a:p>
          <a:p>
            <a:r>
              <a:t>[内部编号] V81-01</a:t>
            </a:r>
          </a:p>
          <a:p>
            <a:r>
              <a:t>[阶段] 课时开场</a:t>
            </a:r>
          </a:p>
          <a:p>
            <a:r>
              <a:t>[教师逐字稿]</a:t>
            </a:r>
          </a:p>
          <a:p>
            <a:r>
              <a:t>【教师讲述／组织】开场。问：“上一节课学习了图像编码。那么在手机里录下我们的声音，计算机保存的到底是什么？”不要直接报出采样、量化、编码，先让学生提出问题。</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文字、图像能编码，声音呢？</a:t>
            </a:r>
          </a:p>
          <a:p>
            <a:r>
              <a:t>[内部编号] V81-02</a:t>
            </a:r>
          </a:p>
          <a:p>
            <a:r>
              <a:t>[阶段] 提问／独立作答</a:t>
            </a:r>
          </a:p>
          <a:p>
            <a:r>
              <a:t>[教师逐字稿]</a:t>
            </a:r>
          </a:p>
          <a:p>
            <a:r>
              <a:t>【设计意图】回忆旧知识：字符编码记录符号，图像编码记录像素。请学生预测：自然声音没有像素，计算机怎么办？指向本课总问题，不求答对。</a:t>
            </a:r>
          </a:p>
          <a:p>
            <a:r>
              <a:t>【教师可以这样讲】大家想一想，我们能把一个汉字或一张图片保存进电脑。那么正在说话的声音是不是也能保存？它与图像的最大区别在哪里？</a:t>
            </a:r>
          </a:p>
          <a:p>
            <a:r>
              <a:t>【预判回答与追问】有人会说只要“录下来”就行；追问“录下来”在计算机里究竟记录什么？</a:t>
            </a:r>
          </a:p>
          <a:p>
            <a:r>
              <a:t>【本页收束】收束到核心问题：原来连续的声音如何变成数字。</a:t>
            </a:r>
          </a:p>
          <a:p>
            <a:r>
              <a:t/>
            </a:r>
          </a:p>
          <a:p>
            <a:r>
              <a:t>先请学生复述文字和图片怎样编码，再让学生预测麦克风后是什么、计算机需要什么。教师不预告完整三步。</a:t>
            </a:r>
          </a:p>
          <a:p>
            <a:br/>
            <a:r>
              <a:t>[图片生成提示词]</a:t>
            </a:r>
            <a:br/>
            <a:r>
              <a:t>IMG-01；用途：情境插图，不作为技术或软件事实证据。</a:t>
            </a:r>
            <a:br/>
            <a:r>
              <a:t>Create a classroom teaching illustration for a Chinese senior-high information technology lesson.</a:t>
            </a:r>
            <a:br/>
            <a:r>
              <a:t>Use case: illustration-story.</a:t>
            </a:r>
            <a:br/>
            <a:r>
              <a:t>Teaching purpose: students should wonder how a spoken voice can be saved by a phone, without being shown the technical answer.</a:t>
            </a:r>
            <a:br/>
            <a:r>
              <a:t>Slide role: question and cognitive-conflict context.</a:t>
            </a:r>
            <a:br/>
            <a:r>
              <a:t>Intended placement: right column of a white PowerPoint slide, approximately 536 by 402 pixels; 4:3 aspect ratio.</a:t>
            </a:r>
            <a:br/>
            <a:r>
              <a:t>Subject and scene: one fictional senior-high student, seen in a calm three-quarter view, speaking a short sentence toward a generic smartphone held naturally in one hand near the mouth. The phone is plainly visible and the student's mouth is slightly open in ordinary speech. The smartphone screen is a plain neutral surface, with no interface, text, waveform, record button, icon, or numbers. Show the head, upper torso, hand and phone clearly. No additional devices or people.</a:t>
            </a:r>
            <a:br/>
            <a:r>
              <a:t>Composition: clear large subject in the center of this 4:3 illustration; leave modest white breathing room around the silhouette. Keep face and phone fully within the crop. Do not include slide titles or labels.</a:t>
            </a:r>
            <a:br/>
            <a:r>
              <a:t>Visual style: clean, restrained editorial educational illustration with realistic human proportions, subtly rendered materials and quiet thin contours; white or very light neutral background, muted charcoal, light gray and restrained violet clothing accents. Serious but friendly high-school tone; compatible with a white technical teaching deck.</a:t>
            </a:r>
            <a:br/>
            <a:r>
              <a:t>Important constraints: no explanatory text, no Chinese labels, no binary strings, no byte values, no arrows, no waveforms, no speech bubbles, no diagrams, no conclusion, no brand logo, no watermark, no decorative border, no shadowed card, no gradient background. Do not depict sound as a visible curving path. This is a fictional situation illustration, not technical or software evidence.</a:t>
            </a:r>
            <a:br/>
            <a:r>
              <a:t>[图片编辑]</a:t>
            </a:r>
            <a:br/>
            <a:r>
              <a:t>使用原图，等比contain，无拉伸、无二次编辑；精确标签为原生PPT对象。</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振动怎样把声音传到麦克风？</a:t>
            </a:r>
          </a:p>
          <a:p>
            <a:r>
              <a:t>[内部编号] p3</a:t>
            </a:r>
          </a:p>
          <a:p>
            <a:r>
              <a:t>[阶段] 解释</a:t>
            </a:r>
          </a:p>
          <a:p>
            <a:r>
              <a:t>[教师逐字稿]</a:t>
            </a:r>
          </a:p>
          <a:p>
            <a:r>
              <a:t>请看音叉和麦克风。音叉振动，使空气中的声压发生变化；变化传播到麦克风的位置。先请学生用手势指出“振动源”和“接收位置”。接下来要解释麦克风怎样把这种变化变成电信号。</a:t>
            </a:r>
          </a:p>
          <a:p>
            <a:r>
              <a:t>[图示边界]</a:t>
            </a:r>
          </a:p>
          <a:p>
            <a:r>
              <a:t>复用v8.4.10的程序示意图，圆弧是传播示意，不是空气质点或声音走过的轨迹。原图等比contain，未改写内容。</a:t>
            </a:r>
          </a:p>
          <a:p>
            <a:r>
              <a:t>[来源]</a:t>
            </a:r>
          </a:p>
          <a:p>
            <a:r>
              <a:t>v8.4.10 ppt/media/image4.png；validation/audio-v84-20261013/build_ten_visual_rounds.py 的artwork_tuning_fork。</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声音和电脑里的音频文件，是同一种量吗？</a:t>
            </a:r>
          </a:p>
          <a:p>
            <a:r>
              <a:t>[内部编号] V81-04</a:t>
            </a:r>
          </a:p>
          <a:p>
            <a:r>
              <a:t>[阶段] 证据／解释</a:t>
            </a:r>
          </a:p>
          <a:p>
            <a:r>
              <a:t>[教师逐字稿]</a:t>
            </a:r>
          </a:p>
          <a:p>
            <a:r>
              <a:t>【设计意图】先让学生表态：声波在时间上连续变化；文件保存的是离散数字。问麦克风前后，哪一阶段发生改变？</a:t>
            </a:r>
          </a:p>
          <a:p>
            <a:r>
              <a:t>【教师可以这样讲】请先判断：空气中的声音和电脑里的音频文件，是不是同一种东西？举一个理由。</a:t>
            </a:r>
          </a:p>
          <a:p>
            <a:r>
              <a:t>【预判回答与追问】“电脑播放出来还是声音，所以是模拟量”是可能的误解；分清存储形式和播放后的物理振动。</a:t>
            </a:r>
          </a:p>
          <a:p>
            <a:r>
              <a:t>【本页收束】声音属于物理模拟信号；数字文件以离散的数据保存音频。</a:t>
            </a:r>
          </a:p>
          <a:p>
            <a:r>
              <a:t/>
            </a:r>
          </a:p>
          <a:p>
            <a:r>
              <a:t>对比模拟声波与文件中的数字，问连续变化的声音如何变成离散数据；先让学生说两者有何不同。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麦克风把声波变成什么？</a:t>
            </a:r>
          </a:p>
          <a:p>
            <a:r>
              <a:t>[内部编号] V81-05</a:t>
            </a:r>
          </a:p>
          <a:p>
            <a:r>
              <a:t>[阶段] 证据／解释</a:t>
            </a:r>
          </a:p>
          <a:p>
            <a:r>
              <a:t>[教师逐字稿]</a:t>
            </a:r>
          </a:p>
          <a:p>
            <a:r>
              <a:t>【设计意图】承接实录1：猜需要哪些设备。麦克风将声压变化转为连续电信号；此时仍是模拟信号。不要说麦克风直接保存WAV。</a:t>
            </a:r>
          </a:p>
          <a:p>
            <a:r>
              <a:t>【教师可以这样讲】请观察这条流程。麦克风是不是已经把声波变成0和1了？请指出转换前后各是什么。</a:t>
            </a:r>
          </a:p>
          <a:p>
            <a:r>
              <a:t>【预判回答与追问】学生可能认为麦克风就是“录音机”。追问：麦克风输出的电压能否在每个时刻连续变化？</a:t>
            </a:r>
          </a:p>
          <a:p>
            <a:r>
              <a:t>【本页收束】麦克风把声压变化变成模拟电信号，数字化还没有完成。</a:t>
            </a:r>
          </a:p>
          <a:p>
            <a:r>
              <a:t/>
            </a:r>
          </a:p>
          <a:p>
            <a:r>
              <a:t>麦克风负责把声压变化变成连续电信号；先预测“是数字还是模拟？”学生说出依据。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连续电信号，怎样变成数字？</a:t>
            </a:r>
          </a:p>
          <a:p>
            <a:r>
              <a:t>[内部编号] V81-06</a:t>
            </a:r>
          </a:p>
          <a:p>
            <a:r>
              <a:t>[阶段] 证据／解释</a:t>
            </a:r>
          </a:p>
          <a:p>
            <a:r>
              <a:t>[教师逐字稿]</a:t>
            </a:r>
          </a:p>
          <a:p>
            <a:r>
              <a:t>【设计意图】先问：谁来把模拟电信号转换成0和1？鼓励学生猜CPU、麦克风等。展示声卡音频接口或画流程，以ADC为答案。设备可集成在主板或外置。</a:t>
            </a:r>
          </a:p>
          <a:p>
            <a:r>
              <a:t>【教师可以这样讲】如果麦克风输出还是连续电信号，计算机怎样读懂它？需要什么设备？</a:t>
            </a:r>
          </a:p>
          <a:p>
            <a:r>
              <a:t>【预判回答与追问】学生可能猜CPU，先认可其计算作用，再追问哪个音频部件把模拟信号变成离散样本。</a:t>
            </a:r>
          </a:p>
          <a:p>
            <a:r>
              <a:t>【本页收束】声卡中的ADC完成模数转换。无需记电子线路结构。</a:t>
            </a:r>
          </a:p>
          <a:p>
            <a:r>
              <a:t/>
            </a:r>
          </a:p>
          <a:p>
            <a:r>
              <a:t>声卡ADC把模拟信号变为数字数据；不要求硬件电路细节，用前后变化解释。</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录音与播放，各转换了什么？</a:t>
            </a:r>
          </a:p>
          <a:p>
            <a:r>
              <a:t>[内部编号] p7</a:t>
            </a:r>
          </a:p>
          <a:p>
            <a:r>
              <a:t>[阶段] 解释</a:t>
            </a:r>
          </a:p>
          <a:p>
            <a:r>
              <a:t>[教师逐字稿]</a:t>
            </a:r>
          </a:p>
          <a:p>
            <a:r>
              <a:t>先让学生沿上行读录音过程，再沿下行读播放过程。每个箭头都对应一种操作：麦克风转换、ADC、保存；读取文件后取出样本，经DAC和扬声器播放。追问：电脑文件里保存的是空气振动，还是样本的数字表示？</a:t>
            </a:r>
          </a:p>
          <a:p>
            <a:r>
              <a:t>[模型边界]</a:t>
            </a:r>
          </a:p>
          <a:p>
            <a:r>
              <a:t>简化链路省略放大、滤波与功率放大等；文件可能需要解码才能得到PCM样本。</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波形图的横轴，表示距离还是时间？</a:t>
            </a:r>
          </a:p>
          <a:p>
            <a:r>
              <a:t>[内部编号] p8</a:t>
            </a:r>
          </a:p>
          <a:p>
            <a:r>
              <a:t>[阶段] 提问</a:t>
            </a:r>
          </a:p>
          <a:p>
            <a:r>
              <a:t>[教师逐字稿]</a:t>
            </a:r>
          </a:p>
          <a:p>
            <a:r>
              <a:t>先请学生判断横轴表示什么，给20秒，同桌用一句话说明依据。此时不显示答案图。</a:t>
            </a:r>
          </a:p>
          <a:p>
            <a:r>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波形图的横轴，表示距离还是时间？</a:t>
            </a:r>
          </a:p>
          <a:p>
            <a:r>
              <a:t>[内部编号] p8-reveal</a:t>
            </a:r>
          </a:p>
          <a:p>
            <a:r>
              <a:t>[阶段] 证据揭示</a:t>
            </a:r>
          </a:p>
          <a:p>
            <a:r>
              <a:t>[教师逐字稿]</a:t>
            </a:r>
          </a:p>
          <a:p>
            <a:r>
              <a:t>两种图讨论不同问题。左图画空间里的传播，右图在固定位置记录信号随时间的变化。请学生分别指出横轴的含义。</a:t>
            </a:r>
          </a:p>
          <a:p>
            <a:r>
              <a:t/>
            </a:r>
          </a:p>
          <a:p>
            <a:br/>
            <a:r>
              <a:t>[图示边界]</a:t>
            </a:r>
            <a:br/>
            <a:r>
              <a:t>左侧复用程序示意图image5的左半部分，等比裁切，无技术数值。右侧是sin(10πt+0.3)的数学示意信号，不是录音实测。</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演示A：红线向右，表示什么？</a:t>
            </a:r>
          </a:p>
          <a:p>
            <a:r>
              <a:t>[内部编号] V81-09</a:t>
            </a:r>
          </a:p>
          <a:p>
            <a:r>
              <a:t>[阶段] 证据／解释</a:t>
            </a:r>
          </a:p>
          <a:p>
            <a:r>
              <a:t>[教师逐字稿]</a:t>
            </a:r>
          </a:p>
          <a:p>
            <a:r>
              <a:t>运行notebooks/01_听见声音_看见波形.ipynb。请教师从Windows浏览器直接点击播放；让学生预测红线表示空间位置还是播放时间，然后暂停再播放。观察教室音箱发声，Mac只是运算和提供数据。约2分钟。网络失败时直接使用本页示意和原第8页。</a:t>
            </a:r>
          </a:p>
          <a:p>
            <a:r>
              <a:t/>
            </a:r>
          </a:p>
          <a:p>
            <a:r>
              <a:t>打开远程JupyterLab Notebook 01，在Windows浏览器播放声音，问红线向右是不是声波向右传播；让学生说横轴是时间。</a:t>
            </a:r>
          </a:p>
          <a:p>
            <a:br/>
            <a:r>
              <a:t>[提问阶段]</a:t>
            </a:r>
            <a:br/>
            <a:r>
              <a:t>先请学生预测红线表示什么，停顿20秒，播放后才比较波形固定与播放位置变化。横轴的解释留到观察之后。</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只能留下有限个数字，该在哪些时刻取样？</a:t>
            </a:r>
          </a:p>
          <a:p>
            <a:r>
              <a:t>[内部编号] V81-10</a:t>
            </a:r>
          </a:p>
          <a:p>
            <a:r>
              <a:t>[阶段] 提问／独立作答</a:t>
            </a:r>
          </a:p>
          <a:p>
            <a:r>
              <a:t>[教师逐字稿]</a:t>
            </a:r>
          </a:p>
          <a:p>
            <a:r>
              <a:t>【设计意图】先在波形上让学生指出选取若干时刻的方法，预测“隔一段时间取一个值”；不要急着宣布定义。</a:t>
            </a:r>
          </a:p>
          <a:p>
            <a:r>
              <a:t>【教师可以这样讲】现在只允许保存若干个数字，你会在哪些时刻记录这条曲线？让同桌先各提出一条规则。</a:t>
            </a:r>
          </a:p>
          <a:p>
            <a:r>
              <a:t>【预判回答与追问】有人会只选最高点和最低点。追问：如果换一段波形，这个规则是否容易统一实现？</a:t>
            </a:r>
          </a:p>
          <a:p>
            <a:r>
              <a:t>【本页收束】用固定时间间隔连续记录，形成采样时刻。</a:t>
            </a:r>
          </a:p>
          <a:p>
            <a:r>
              <a:t/>
            </a:r>
          </a:p>
          <a:p>
            <a:r>
              <a:t>请学生先在波形上建议记录时刻，再比较哪种规则稳定；引出等时间间隔采样。</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每隔相同时间，取一个幅度值</a:t>
            </a:r>
          </a:p>
          <a:p>
            <a:r>
              <a:t>[内部编号] V81-11</a:t>
            </a:r>
          </a:p>
          <a:p>
            <a:r>
              <a:t>[阶段] 证据／解释</a:t>
            </a:r>
          </a:p>
          <a:p>
            <a:r>
              <a:t>[教师逐字稿]</a:t>
            </a:r>
          </a:p>
          <a:p>
            <a:r>
              <a:t>【设计意图】保留前页坐标与波形，叠加等间隔采样点。追问：采样之后还保留每个时刻的原始值吗？概括“时间上离散”。</a:t>
            </a:r>
          </a:p>
          <a:p>
            <a:r>
              <a:t>【教师可以这样讲】我们按固定时间间隔记录了12个点。灰色曲线不再直接保存，每个点有自己的时间和值。</a:t>
            </a:r>
          </a:p>
          <a:p>
            <a:r>
              <a:t>【预判回答与追问】学生可能把连点线当作新的连续信号。追问：文件实际存的是曲线，还是这些点对应的数字？</a:t>
            </a:r>
          </a:p>
          <a:p>
            <a:r>
              <a:t>【本页收束】采样的结果是时间上离散的一组样本。</a:t>
            </a:r>
          </a:p>
          <a:p>
            <a:r>
              <a:t/>
            </a:r>
          </a:p>
          <a:p>
            <a:r>
              <a:t>【v7 Demo B，约3分钟】运行 notebooks/02_放大波形_看见采样点.ipynb，将观察范围从100毫秒缩至20、4毫秒，直到看见一个个真实样本点。与完整波形极值包络对照，不要把包络竖线叫采样点。先问“看似连续的曲线，计算机究竟保存了什么？”</a:t>
            </a:r>
          </a:p>
          <a:p>
            <a:r>
              <a:t/>
            </a:r>
          </a:p>
          <a:p>
            <a:r>
              <a:t>先观察时间刻度和蓝色点，教师追问记录的是什么量，说明在指定时刻记录幅度。</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演示B：放大红框，能看到什么？</a:t>
            </a:r>
          </a:p>
          <a:p>
            <a:r>
              <a:t>[内部编号] p12</a:t>
            </a:r>
          </a:p>
          <a:p>
            <a:r>
              <a:t>[阶段] 提问</a:t>
            </a:r>
          </a:p>
          <a:p>
            <a:r>
              <a:t>[教师逐字稿]</a:t>
            </a:r>
          </a:p>
          <a:p>
            <a:r>
              <a:t>先看左侧全段与红框时刻。请预测放大后会看到什么，停顿20秒。右侧暂不画样本，不提前给出点数。</a:t>
            </a:r>
          </a:p>
          <a:p>
            <a:r>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演示B：放大红框，能看到什么？</a:t>
            </a:r>
          </a:p>
          <a:p>
            <a:r>
              <a:t>[内部编号] p12-reveal</a:t>
            </a:r>
          </a:p>
          <a:p>
            <a:r>
              <a:t>[阶段] 证据揭示</a:t>
            </a:r>
          </a:p>
          <a:p>
            <a:r>
              <a:t>[教师逐字稿]</a:t>
            </a:r>
          </a:p>
          <a:p>
            <a:r>
              <a:t>请核对右图从0.30到0.50秒，与左图红框相同；纵轴比例相同，只有横轴放大。逐个数点，再解释这是一段数字记录，而不是声音传播的路线。</a:t>
            </a:r>
          </a:p>
          <a:p>
            <a:r>
              <a:t/>
            </a:r>
          </a:p>
          <a:p>
            <a:br/>
            <a:r>
              <a:t>[数学证据]</a:t>
            </a:r>
            <a:br/>
            <a:r>
              <a:t>共享模型0.72sin(10πt+0.3)。采样时刻j/50，j=15..25，共11个观测点，包含窗口两端。全段[0,1)为50样本；不要把封闭观察窗的11个点当作0.2秒新增11样本。</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1 Hz和2 Hz，一秒内取几个样本？</a:t>
            </a:r>
          </a:p>
          <a:p>
            <a:r>
              <a:t>[内部编号] V81-13</a:t>
            </a:r>
          </a:p>
          <a:p>
            <a:r>
              <a:t>[阶段] 证据／解释</a:t>
            </a:r>
          </a:p>
          <a:p>
            <a:r>
              <a:t>[教师逐字稿]</a:t>
            </a:r>
          </a:p>
          <a:p>
            <a:r>
              <a:t>【设计意图】先让学生预测1 Hz、2 Hz分别表示每秒几个点；同一时间范围，不同点数。讲采样率=单位时间样本数，间隔Δt=1/fs。</a:t>
            </a:r>
          </a:p>
          <a:p>
            <a:r>
              <a:t>【教师可以这样讲】预测：1 Hz每秒几个点？2 Hz每秒几个点？都记录4秒，两个例子的样本数分别是多少？</a:t>
            </a:r>
          </a:p>
          <a:p>
            <a:r>
              <a:t>【预判回答与追问】注意“赫兹”还可表示声音本身频率；本页说的是“采样的次数”。</a:t>
            </a:r>
          </a:p>
          <a:p>
            <a:r>
              <a:t>【本页收束】采样率是每秒采样数；更密意味着相邻采样时刻间隔更短。</a:t>
            </a:r>
          </a:p>
          <a:p>
            <a:r>
              <a:t/>
            </a:r>
          </a:p>
          <a:p>
            <a:r>
              <a:t>【v7回扣】演示切换到本页后，要求学生解释采样率和每秒样本数之间的关系。Notebook中的4毫秒局部窗口只是观察尺度。</a:t>
            </a:r>
          </a:p>
          <a:p>
            <a:r>
              <a:t/>
            </a:r>
          </a:p>
          <a:p>
            <a:r>
              <a:t>1Hz=每秒1个记录点；2Hz=每秒2个。这里用于放大理解，绝非实际音频录制建议。</a:t>
            </a:r>
          </a:p>
          <a:p>
            <a:br/>
            <a:r>
              <a:t>[模型边界]</a:t>
            </a:r>
            <a:br/>
            <a:r>
              <a:t>图为同一数学示意信号，不是实际录音建议；只用来数记录时刻。1Hz取t=0；2Hz取t=0、0.5s；区间[0,1)。示意不证明重建或听感。</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提高采样率，时间轴上的什么变了？</a:t>
            </a:r>
          </a:p>
          <a:p>
            <a:r>
              <a:t>[内部编号] V81-14</a:t>
            </a:r>
          </a:p>
          <a:p>
            <a:r>
              <a:t>[阶段] 证据／解释</a:t>
            </a:r>
          </a:p>
          <a:p>
            <a:r>
              <a:t>[教师逐字稿]</a:t>
            </a:r>
          </a:p>
          <a:p>
            <a:r>
              <a:t>【教师讲述／组织】同一波形、同一个时长，采样点由少到多。先比较时间方向的点密度，不谈“采样后连线就完全恢复”。</a:t>
            </a:r>
          </a:p>
          <a:p>
            <a:r>
              <a:t>【反馈】先听学生如何解释，再决定是否揭示结论；注意控制本页停留时间。</a:t>
            </a:r>
          </a:p>
          <a:p>
            <a:r>
              <a:t/>
            </a:r>
          </a:p>
          <a:p>
            <a:r>
              <a:t>上下保持同一条曲线不变，只改变时间方向的样本密度，让学生辨认控制变量。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采样值可能是3.71，怎样记录？</a:t>
            </a:r>
          </a:p>
          <a:p>
            <a:r>
              <a:t>[内部编号] V81-15</a:t>
            </a:r>
          </a:p>
          <a:p>
            <a:r>
              <a:t>[阶段] 提问／独立作答</a:t>
            </a:r>
          </a:p>
          <a:p>
            <a:r>
              <a:t>[教师逐字稿]</a:t>
            </a:r>
          </a:p>
          <a:p>
            <a:r>
              <a:t>【设计意图】实录2第二步：采样点的振幅可在连续范围取值，设备却计划使用有限等级。让学生意识到有第二个问题尚未解决。</a:t>
            </a:r>
          </a:p>
          <a:p>
            <a:r>
              <a:t>【教师可以这样讲】假设某个时刻取得3.71这样的振幅值。如果设备只准记录8个整数等级，会怎么办？</a:t>
            </a:r>
          </a:p>
          <a:p>
            <a:r>
              <a:t>【预判回答与追问】学生可能直接回答“四舍五入”，要追问必须先规定可用的代表值与映射规则。</a:t>
            </a:r>
          </a:p>
          <a:p>
            <a:r>
              <a:t>【本页收束】量化解决幅度的离散化，下一页构建0到7的教学模型。</a:t>
            </a:r>
          </a:p>
          <a:p>
            <a:r>
              <a:t/>
            </a:r>
          </a:p>
          <a:p>
            <a:r>
              <a:t>【v7 Demo C预告】现在只解决了采样时刻；纵向幅度可能是任意连续值，需要量化，稍后用实验台在同一坐标中比较。</a:t>
            </a:r>
          </a:p>
          <a:p>
            <a:r>
              <a:t/>
            </a:r>
          </a:p>
          <a:p>
            <a:r>
              <a:t>讨论3.71这样的幅度怎样用有限个等级近似记录，不让量化等同四舍五入。</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把振幅划分成0～7，共几个等级？</a:t>
            </a:r>
          </a:p>
          <a:p>
            <a:r>
              <a:t>[内部编号] V81-16</a:t>
            </a:r>
          </a:p>
          <a:p>
            <a:r>
              <a:t>[阶段] 证据／解释</a:t>
            </a:r>
          </a:p>
          <a:p>
            <a:r>
              <a:t>[教师逐字稿]</a:t>
            </a:r>
          </a:p>
          <a:p>
            <a:r>
              <a:t>【设计意图】坚持实录2的首个量化模型：等级从0数到7含0，共八级。提醒这里是教学简化例，真实PCM可正可负。让学生先自己数等级。</a:t>
            </a:r>
          </a:p>
          <a:p>
            <a:r>
              <a:t>【教师可以这样讲】请同学数一数，从0到7一共几个数字。0算不算一个等级？</a:t>
            </a:r>
          </a:p>
          <a:p>
            <a:r>
              <a:t>【预判回答与追问】最容易出现7级的误答。让学生逐个数：0、1、2、3、4、5、6、7。</a:t>
            </a:r>
          </a:p>
          <a:p>
            <a:r>
              <a:t>【本页收束】共8个等级。这里是简化模型，并非真实声压只有非负值。</a:t>
            </a:r>
          </a:p>
          <a:p>
            <a:r>
              <a:t/>
            </a:r>
          </a:p>
          <a:p>
            <a:r>
              <a:t>讲授0~7是等级编号；不要把取样数、幅度值、等级编号混为一谈，先让学生预测。</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3.71 应记为等级3，还是等级4？</a:t>
            </a:r>
          </a:p>
          <a:p>
            <a:r>
              <a:t>[内部编号] p17</a:t>
            </a:r>
          </a:p>
          <a:p>
            <a:r>
              <a:t>[阶段] 提问</a:t>
            </a:r>
          </a:p>
          <a:p>
            <a:r>
              <a:t>[教师逐字稿]</a:t>
            </a:r>
          </a:p>
          <a:p>
            <a:r>
              <a:t>请先独立判断3.71的等级编号，并写出规则。所有档的样式相同。不要用“四舍五入”抢答；先说题目怎样定义区间。给20秒后请两人解释。</a:t>
            </a:r>
          </a:p>
          <a:p>
            <a:r>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量化：用有限代表值近似样本</a:t>
            </a:r>
          </a:p>
          <a:p>
            <a:r>
              <a:t>[内部编号] V81-18</a:t>
            </a:r>
          </a:p>
          <a:p>
            <a:r>
              <a:t>[阶段] 证据／解释</a:t>
            </a:r>
          </a:p>
          <a:p>
            <a:r>
              <a:t>[教师逐字稿]</a:t>
            </a:r>
          </a:p>
          <a:p>
            <a:r>
              <a:t>【设计意图】此页展示明确的取整规则：教学用向下取整（非真实所有PCM的唯一规则）；把3.71映射到3。解释损失了细节，产生量化误差。</a:t>
            </a:r>
          </a:p>
          <a:p>
            <a:r>
              <a:t>【教师可以这样讲】规定一个简化规则：向下取整。原值3.71会落在哪个等级？屏幕上的红点与蓝点哪个是原值？</a:t>
            </a:r>
          </a:p>
          <a:p>
            <a:r>
              <a:t>【预判回答与追问】可能误以为蓝点恰好是原始值。追问：3.71与3有什么不同？少了哪些信息？</a:t>
            </a:r>
          </a:p>
          <a:p>
            <a:r>
              <a:t>【本页收束】量化是用有限代表值近似原值，存在量化误差。</a:t>
            </a:r>
          </a:p>
          <a:p>
            <a:r>
              <a:t/>
            </a:r>
          </a:p>
          <a:p>
            <a:r>
              <a:t>这里按[n,n+1)归入Ln，3.71属于L3；量化代表值可取3.5。让学生回看先前错误猜测。</a:t>
            </a:r>
          </a:p>
          <a:p>
            <a:br/>
            <a:r>
              <a:t>[图示条件]</a:t>
            </a:r>
            <a:br/>
            <a:r>
              <a:t>横坐标表示输入幅度，区间[3,4)归为L3；以中点3.5近似3.71。等级编号3不是幅度代表值3.5。Demo C使用另一个幅度范围，不混用数值。</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10个样本，怎样依次编码？</a:t>
            </a:r>
          </a:p>
          <a:p>
            <a:r>
              <a:t>[内部编号] V81-19</a:t>
            </a:r>
          </a:p>
          <a:p>
            <a:r>
              <a:t>[阶段] 证据／解释</a:t>
            </a:r>
          </a:p>
          <a:p>
            <a:r>
              <a:t>[教师逐字稿]</a:t>
            </a:r>
          </a:p>
          <a:p>
            <a:r>
              <a:t>【设计意图】引导从单样本迁移到样本序列：强调时间先后、量化值与3位二进制对应。不要把10个样本误说为10个量化等级。</a:t>
            </a:r>
          </a:p>
          <a:p>
            <a:r>
              <a:t>【教师可以这样讲】请从第3个样本找起：它的量化值是多少？对应的三位码字是什么？再找第7个。</a:t>
            </a:r>
          </a:p>
          <a:p>
            <a:r>
              <a:t>【预判回答与追问】注意区分“样本数量10”和“等级数量8”，不能把十个样本说成十个等级。</a:t>
            </a:r>
          </a:p>
          <a:p>
            <a:r>
              <a:t>【本页收束】编码按时间顺序保存各个样本的定长码字。</a:t>
            </a:r>
          </a:p>
          <a:p>
            <a:r>
              <a:t/>
            </a:r>
          </a:p>
          <a:p>
            <a:r>
              <a:t>三位二进制可以表达8种组合；先问学生最少需要几bit，再揭示全部码字。</a:t>
            </a:r>
          </a:p>
          <a:p>
            <a:br/>
            <a:r>
              <a:t>[观察顺序]</a:t>
            </a:r>
            <a:br/>
            <a:r>
              <a:t>先只看红框内的第一个样本：顺序1，量化等级3，等长码字011。让学生沿列互读，再看其余九列；不是把3bit当作幅度值。</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3.71为什么写成011，而不是100？</a:t>
            </a:r>
          </a:p>
          <a:p>
            <a:r>
              <a:t>[内部编号] V81-20</a:t>
            </a:r>
          </a:p>
          <a:p>
            <a:r>
              <a:t>[阶段] 证据／解释</a:t>
            </a:r>
          </a:p>
          <a:p>
            <a:r>
              <a:t>[教师逐字稿]</a:t>
            </a:r>
          </a:p>
          <a:p>
            <a:r>
              <a:t>逐步指着四个框引导：输入原值3.71，属于区间[3,4)，所以等级编号是3；把3写成三位等长码字011。反例4.15属于L4，码字100。本例幅度[0,8)，Demo C用[-1,1]，逻辑完全相同。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一个样本需要几个二进制位？</a:t>
            </a:r>
          </a:p>
          <a:p>
            <a:r>
              <a:t>[内部编号] V81-21</a:t>
            </a:r>
          </a:p>
          <a:p>
            <a:r>
              <a:t>[阶段] 证据／解释</a:t>
            </a:r>
          </a:p>
          <a:p>
            <a:r>
              <a:t>[教师逐字稿]</a:t>
            </a:r>
          </a:p>
          <a:p>
            <a:r>
              <a:t>【设计意图】出选择：8个等级需要2位、3位还是8位？请学生复习2的n次方。按最简单映射列出对应表，避免一次上来10个样本。</a:t>
            </a:r>
          </a:p>
          <a:p>
            <a:r>
              <a:t>【教师可以这样讲】刚才有8级，若只有两个二进制位可以表示多少种不同情况？三个呢？</a:t>
            </a:r>
          </a:p>
          <a:p>
            <a:r>
              <a:t>【预判回答与追问】让学生亲自枚举00、01、10、11，然后观察000到111共有八种。</a:t>
            </a:r>
          </a:p>
          <a:p>
            <a:r>
              <a:t>【本页收束】2^3=8，所以这八个等级可以用3 bit表示。</a:t>
            </a:r>
          </a:p>
          <a:p>
            <a:r>
              <a:t/>
            </a:r>
          </a:p>
          <a:p>
            <a:r>
              <a:t>该比较图与Notebook 03采用不同示例幅度范围，但都是先采样、划区间、记录等级；先建立3bit=8级再操作。</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同一个3.71，4bit会怎样近似它？</a:t>
            </a:r>
          </a:p>
          <a:p>
            <a:r>
              <a:t>[内部编号] p22</a:t>
            </a:r>
          </a:p>
          <a:p>
            <a:r>
              <a:t>[阶段] 提问</a:t>
            </a:r>
          </a:p>
          <a:p>
            <a:r>
              <a:t>[教师逐字稿]</a:t>
            </a:r>
          </a:p>
          <a:p>
            <a:r>
              <a:t>沿用上一页的幅度范围和中点规则，只改变每样本位数。先请学生找4bit下对应的区间，不显示答案，停顿20秒。</a:t>
            </a:r>
          </a:p>
          <a:p>
            <a:r>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同一个3.71，4bit会怎样近似它？</a:t>
            </a:r>
          </a:p>
          <a:p>
            <a:r>
              <a:t>[内部编号] p22-reveal</a:t>
            </a:r>
          </a:p>
          <a:p>
            <a:r>
              <a:t>[阶段] 证据揭示</a:t>
            </a:r>
          </a:p>
          <a:p>
            <a:r>
              <a:t>[教师逐字稿]</a:t>
            </a:r>
          </a:p>
          <a:p>
            <a:r>
              <a:t>先听学生给出的区间，再揭示红框。[3.5,4)的中点是3.75，用它近似3.71。这里的7是等级编号，3.75是幅度代表值。更细分档没有增加记录时刻。</a:t>
            </a:r>
          </a:p>
          <a:p>
            <a:r>
              <a:t/>
            </a:r>
          </a:p>
          <a:p>
            <a:br/>
            <a:r>
              <a:t>[计算]</a:t>
            </a:r>
            <a:br/>
            <a:r>
              <a:t>Δ=8/16=0.5，floor(3.71/0.5)=7，代表值(7+0.5)×0.5=3.75。3bit中点为3.5。仅为非负幅度教学模型，实际PCM通常使用有符号幅度。</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采样率与量化位数，分别控制什么？</a:t>
            </a:r>
          </a:p>
          <a:p>
            <a:r>
              <a:t>[内部编号] V81-23</a:t>
            </a:r>
          </a:p>
          <a:p>
            <a:r>
              <a:t>[阶段] 证据／解释</a:t>
            </a:r>
          </a:p>
          <a:p>
            <a:r>
              <a:t>[教师逐字稿]</a:t>
            </a:r>
          </a:p>
          <a:p>
            <a:r>
              <a:t>【设计意图】学生两两互问：采样率改变什么方向？量化位数改变什么方向？画时间与幅度两个方向的粗箭头，对照两种概念。</a:t>
            </a:r>
          </a:p>
          <a:p>
            <a:r>
              <a:t>【教师可以这样讲】请指出采样率与量化位数分别控制这张图的哪个方向。</a:t>
            </a:r>
          </a:p>
          <a:p>
            <a:r>
              <a:t>【预判回答与追问】如学生认为量化位数决定点的多少，重新回看每一秒有几个采样时刻。</a:t>
            </a:r>
          </a:p>
          <a:p>
            <a:r>
              <a:t>【本页收束】采样率决定时间方向的密度，量化位数决定幅度方向的精细程度。</a:t>
            </a:r>
          </a:p>
          <a:p>
            <a:r>
              <a:t/>
            </a:r>
          </a:p>
          <a:p>
            <a:r>
              <a:t>【v7 Demo C，约5分钟】运行 notebooks/03_采样_量化_编码实验台.ipynb，按①原波形→②采样→③量化→④编码进行。学生先预测调高采样率会变哪些点，再预测保持采样率改bit数时横向点数会否变化。实验台使用归一化-1到1幅度，量化等级编号仍为0～2^n-1，与本页0～7教学例的单位尺度不同。</a:t>
            </a:r>
          </a:p>
          <a:p>
            <a:r>
              <a:t/>
            </a:r>
          </a:p>
          <a:p>
            <a:r>
              <a:t>对比3bit与4bit的等级数，先让学生预测会不会增加样本点个数；解释是纵向可选值更密。</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演示C：3bit变4bit，样本点会变多吗？</a:t>
            </a:r>
          </a:p>
          <a:p>
            <a:r>
              <a:t>[内部编号] p24</a:t>
            </a:r>
          </a:p>
          <a:p>
            <a:r>
              <a:t>[阶段] 提问</a:t>
            </a:r>
          </a:p>
          <a:p>
            <a:r>
              <a:t>[教师逐字稿]</a:t>
            </a:r>
          </a:p>
          <a:p>
            <a:r>
              <a:t>先只读实验条件。请每人预测改变位数会不会增加采样时刻，再写出还会改变什么。没有运行前不要用网格或点数给出答案。</a:t>
            </a:r>
          </a:p>
          <a:p>
            <a:r>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演示C：3bit变4bit，样本点会变多吗？</a:t>
            </a:r>
          </a:p>
          <a:p>
            <a:r>
              <a:t>[内部编号] p24-reveal</a:t>
            </a:r>
          </a:p>
          <a:p>
            <a:r>
              <a:t>[阶段] 证据揭示</a:t>
            </a:r>
          </a:p>
          <a:p>
            <a:r>
              <a:t>[教师逐字稿]</a:t>
            </a:r>
          </a:p>
          <a:p>
            <a:r>
              <a:t>对齐上下相同的10个时刻，空心点的输入完全相同。比较实心点可取的纵向位置。请学生解释改变的是幅度分档和码字长度，记录时刻没有增加。</a:t>
            </a:r>
          </a:p>
          <a:p>
            <a:r>
              <a:t/>
            </a:r>
          </a:p>
          <a:p>
            <a:br/>
            <a:r>
              <a:t>[数学证据]</a:t>
            </a:r>
            <a:br/>
            <a:r>
              <a:t>同一10个输入：[3.71,5.2,7.1,6.4,4.15,2.3,0.65,1.4,3.2,4.8]，范围[0,8)，3bit/4bit均为中点量化。本页是控制变量模型，不冒充remote-demos-v7的实际波形。</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采样更多、等级更密，就一定听得更好吗？</a:t>
            </a:r>
          </a:p>
          <a:p>
            <a:r>
              <a:t>[内部编号] V81-25</a:t>
            </a:r>
          </a:p>
          <a:p>
            <a:r>
              <a:t>[阶段] 证据／解释</a:t>
            </a:r>
          </a:p>
          <a:p>
            <a:r>
              <a:t>[教师逐字稿]</a:t>
            </a:r>
          </a:p>
          <a:p>
            <a:r>
              <a:t>【教师讲述／组织】技术纠偏：在其他条件一致且原先不足时通常改善还原保真度；但达到合理条件后并非“数字越大越好”，设备、声源、听觉与滤波都会限制。中学只需掌握趋势和条件。</a:t>
            </a:r>
          </a:p>
          <a:p>
            <a:r>
              <a:t>【反馈】先听学生如何解释，再决定是否揭示结论；注意控制本页停留时间。</a:t>
            </a:r>
          </a:p>
          <a:p>
            <a:r>
              <a:t/>
            </a:r>
          </a:p>
          <a:p>
            <a:r>
              <a:t>【v7实验台回扣】在实验台选择3 bit，点击一个点，要求学生报出等级编号和3 bit码字。注意实验台使用[-1,1]输入范围；本页0～7演示是另一种简化尺度，编码原理相同。</a:t>
            </a:r>
          </a:p>
          <a:p>
            <a:r>
              <a:t/>
            </a:r>
          </a:p>
          <a:p>
            <a:r>
              <a:t>纠正“设置越高听觉效果必然越好”的绝对化说法，讨论保真能力与具体条件。</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3bit模型与16bit实际存储</a:t>
            </a:r>
          </a:p>
          <a:p>
            <a:r>
              <a:t>[内部编号] V81-26</a:t>
            </a:r>
          </a:p>
          <a:p>
            <a:r>
              <a:t>[阶段] 证据／解释</a:t>
            </a:r>
          </a:p>
          <a:p>
            <a:r>
              <a:t>[教师逐字稿]</a:t>
            </a:r>
          </a:p>
          <a:p>
            <a:r>
              <a:t>【教师讲述／组织】避免从课堂3位例子跳到真实16位时困惑。说明用3位为了看清规律，不是说实际音乐普遍使用3位。</a:t>
            </a:r>
          </a:p>
          <a:p>
            <a:r>
              <a:t>【反馈】先听学生如何解释，再决定是否揭示结论；注意控制本页停留时间。</a:t>
            </a:r>
          </a:p>
          <a:p>
            <a:r>
              <a:t/>
            </a:r>
          </a:p>
          <a:p>
            <a:r>
              <a:t>【v7学习证据】让学生说出：“采样确定何时记录，量化决定用哪个代表值，编码将编号写成固定长度的二进制码字。”如果答不出，回实验台查看同一个样本，避免只背步骤名称。</a:t>
            </a:r>
          </a:p>
          <a:p>
            <a:br/>
            <a:r>
              <a:t>[来源] Microsoft WAVEFORMATEX, nBlockAlign、nAvgBytesPerSec、wBitsPerSample, 2021-04-02，检索2026-10-13：https://learn.microsoft.com/en-us/windows/win32/api/mmeapi/ns-mmeapi-waveformatex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PCM样本和WAV文件，分别指什么？</a:t>
            </a:r>
          </a:p>
          <a:p>
            <a:r>
              <a:t>[内部编号] p27</a:t>
            </a:r>
          </a:p>
          <a:p>
            <a:r>
              <a:t>[阶段] 解释</a:t>
            </a:r>
          </a:p>
          <a:p>
            <a:r>
              <a:t>[教师逐字稿]</a:t>
            </a:r>
          </a:p>
          <a:p>
            <a:r>
              <a:t>先指出大框表示一个完整WAV文件，里面既有说明信息，也有样本数据。请学生找到采样率和声道在哪里描述，再逐个读样本字节。计算题数的是样本数据，文件结构要另外计入。</a:t>
            </a:r>
          </a:p>
          <a:p>
            <a:r>
              <a:t>[技术边界]</a:t>
            </a:r>
          </a:p>
          <a:p>
            <a:r>
              <a:t>WAV是RIFF容器，可装其他编码；这里只画含PCM的情况。结构不固定为44Byte，图框宽度不表示实际比例。</a:t>
            </a:r>
          </a:p>
          <a:p>
            <a:r>
              <a:t>[来源]</a:t>
            </a:r>
          </a:p>
          <a:p>
            <a:r>
              <a:t>Microsoft RIFF overview：https://learn.microsoft.com/en-us/windows/win32/xaudio2/resource-interchange-file-format--riff-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播放时，数字样本怎样变成声音？</a:t>
            </a:r>
          </a:p>
          <a:p>
            <a:r>
              <a:t>[内部编号] V81-28</a:t>
            </a:r>
          </a:p>
          <a:p>
            <a:r>
              <a:t>[阶段] 证据／解释</a:t>
            </a:r>
          </a:p>
          <a:p>
            <a:r>
              <a:t>[教师逐字稿]</a:t>
            </a:r>
          </a:p>
          <a:p>
            <a:r>
              <a:t>【设计意图】回扣开场录音/播放闭环：读PCM样本→转换为连续电信号→推动扬声器振动；波形经过重建，不是简单用折线连接采样点。</a:t>
            </a:r>
          </a:p>
          <a:p>
            <a:r>
              <a:t>【教师可以这样讲】复盘完整流程：数字文件里的样本为什么还能被扬声器播放成声音？</a:t>
            </a:r>
          </a:p>
          <a:p>
            <a:r>
              <a:t>【预判回答与追问】不要讲成简单把点连成折线。输出经过数模转换及适当的信号处理。</a:t>
            </a:r>
          </a:p>
          <a:p>
            <a:r>
              <a:t>【本页收束】录音是ADC，播放是DAC，音频数字化形成闭环。</a:t>
            </a:r>
          </a:p>
          <a:p>
            <a:r>
              <a:t/>
            </a:r>
          </a:p>
          <a:p>
            <a:r>
              <a:t>沿数字样本→DAC→扬声器→声音完成录放闭环，不在主线要求复述滤波细节。</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声音数据量为什么与四个参数有关？</a:t>
            </a:r>
          </a:p>
          <a:p>
            <a:r>
              <a:t>[内部编号] V81-29</a:t>
            </a:r>
          </a:p>
          <a:p>
            <a:r>
              <a:t>[阶段] 证据／解释</a:t>
            </a:r>
          </a:p>
          <a:p>
            <a:r>
              <a:t>[教师逐字稿]</a:t>
            </a:r>
          </a:p>
          <a:p>
            <a:r>
              <a:t>【教师讲述／组织】从实录2由学生提出因素：越长录音越大，每秒越多点越大，每个点越多bit越大，左右两路各记录一次。请先预测四项，不马上展示公式。</a:t>
            </a:r>
          </a:p>
          <a:p>
            <a:r>
              <a:t>【反馈】先听学生如何解释，再决定是否揭示结论；注意控制本页停留时间。</a:t>
            </a:r>
          </a:p>
          <a:p>
            <a:r>
              <a:t/>
            </a:r>
          </a:p>
          <a:p>
            <a:r>
              <a:t>先让学生自己说PCM数据量四个因素，而不是直接背公式。</a:t>
            </a:r>
          </a:p>
          <a:p>
            <a:br/>
            <a:r>
              <a:t>[容量条件]</a:t>
            </a:r>
            <a:br/>
            <a:r>
              <a:t>容量按固定存储位宽的未压缩PCM样本计数；量化模型的有效等级数不一定等于文件的存储位宽。</a:t>
            </a:r>
          </a:p>
          <a:p>
            <a:br/>
            <a:r>
              <a:t>[来源] Microsoft WAVEFORMATEX, nBlockAlign、nAvgBytesPerSec、wBitsPerSample, 2021-04-02，检索2026-10-13：https://learn.microsoft.com/en-us/windows/win32/api/mmeapi/ns-mmeapi-waveformatex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先数样本，再数bit，最后换成Byte</a:t>
            </a:r>
          </a:p>
          <a:p>
            <a:r>
              <a:t>[内部编号] V81-30</a:t>
            </a:r>
          </a:p>
          <a:p>
            <a:r>
              <a:t>[阶段] 证据／解释</a:t>
            </a:r>
          </a:p>
          <a:p>
            <a:r>
              <a:t>[教师逐字稿]</a:t>
            </a:r>
          </a:p>
          <a:p>
            <a:r>
              <a:t>【设计意图】用小模型实推：每秒2个样本×4秒×1声道=8个样本，每样本3bit共24bit=3Byte。用8个小方块表示样本，而不是一上来给公式。</a:t>
            </a:r>
          </a:p>
          <a:p>
            <a:r>
              <a:t>【教师可以这样讲】请口算每秒2个样本，录4秒，一路声道，共得到多少个样本？每个3位，要几个bit？</a:t>
            </a:r>
          </a:p>
          <a:p>
            <a:r>
              <a:t>【预判回答与追问】学生可能直接乘完得到24 Byte。请指着八个框数，再从bit换到Byte。</a:t>
            </a:r>
          </a:p>
          <a:p>
            <a:r>
              <a:t>【本页收束】8个样本、每个3bit，共24bit，等于3Byte。</a:t>
            </a:r>
          </a:p>
          <a:p>
            <a:r>
              <a:t/>
            </a:r>
          </a:p>
          <a:p>
            <a:r>
              <a:t>让学生数8个样本，每个3bit共24bit，除8得到3Byte，单位帮助理解公式。</a:t>
            </a:r>
          </a:p>
          <a:p>
            <a:br/>
            <a:r>
              <a:t>[计数边界]</a:t>
            </a:r>
            <a:br/>
            <a:r>
              <a:t>这里8个3bit码字连续打包为24bit，即3Byte，不包含结构或填充。实际PCM容量使用每样本存储位宽；不能把真实16bit PCM文件按有效3bit计算。</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未压缩PCM的数据量，怎样数出来？</a:t>
            </a:r>
          </a:p>
          <a:p>
            <a:r>
              <a:t>[内部编号] p31</a:t>
            </a:r>
          </a:p>
          <a:p>
            <a:r>
              <a:t>[阶段] 解释</a:t>
            </a:r>
          </a:p>
          <a:p>
            <a:r>
              <a:t>[教师逐字稿]</a:t>
            </a:r>
          </a:p>
          <a:p>
            <a:r>
              <a:t>请先解释左右两项各在数什么。左边按每秒每声道的样本数乘秒数，得到每个声道的记录次数；右边数每个时刻所有声道合起来占多少Byte。把两项相乘才得到总量。不要先背五个数字的乘法。</a:t>
            </a:r>
          </a:p>
          <a:p>
            <a:r>
              <a:t>[公式条件]</a:t>
            </a:r>
          </a:p>
          <a:p>
            <a:r>
              <a:t>未压缩、固定存储位宽、整数样本计数。存储位宽可能大于有效量化位数。真实文件优先从帧数和块对齐读取payload。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1</a:t>
            </a:r>
          </a:p>
          <a:p>
            <a:r>
              <a:t>[内部编号] V81-32</a:t>
            </a:r>
          </a:p>
          <a:p>
            <a:r>
              <a:t>[阶段] 提问／独立作答</a:t>
            </a:r>
          </a:p>
          <a:p>
            <a:r>
              <a:t>[教师逐字稿]</a:t>
            </a:r>
          </a:p>
          <a:p>
            <a:r>
              <a:t>【教师讲述／组织】问题页。给学生独立列式。若学生写16×8×2×5，追问16kHz应等于多少Hz。</a:t>
            </a:r>
          </a:p>
          <a:p>
            <a:r>
              <a:t>【反馈】先听学生如何解释，再决定是否揭示结论；注意控制本页停留时间。</a:t>
            </a:r>
          </a:p>
          <a:p>
            <a:r>
              <a:t/>
            </a:r>
          </a:p>
          <a:p>
            <a:r>
              <a:t>独立列式后再揭示；提问哪一个乘数是双声道、为什么还要除以8。</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1</a:t>
            </a:r>
          </a:p>
          <a:p>
            <a:r>
              <a:t>[内部编号] V81-33</a:t>
            </a:r>
          </a:p>
          <a:p>
            <a:r>
              <a:t>[阶段] 证据／解释</a:t>
            </a:r>
          </a:p>
          <a:p>
            <a:r>
              <a:t>[教师逐字稿]</a:t>
            </a:r>
          </a:p>
          <a:p>
            <a:r>
              <a:t>【教师讲述／组织】答案页。问：如果双声道改成单声道，结果会怎样？</a:t>
            </a:r>
          </a:p>
          <a:p>
            <a:r>
              <a:t>【反馈】先听学生如何解释，再决定是否揭示结论；注意控制本页停留时间。</a:t>
            </a:r>
          </a:p>
          <a:p>
            <a:r>
              <a:t/>
            </a:r>
          </a:p>
          <a:p>
            <a:r>
              <a:t>答案160000 Byte。让学生先说思路，再对照上一页原位置的题干与下方答案。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本节课你能解释三件事吗？</a:t>
            </a:r>
          </a:p>
          <a:p>
            <a:r>
              <a:t>[内部编号] V81-34</a:t>
            </a:r>
          </a:p>
          <a:p>
            <a:r>
              <a:t>[阶段] 学生总结，知识树未揭示</a:t>
            </a:r>
          </a:p>
          <a:p>
            <a:r>
              <a:t>[教师逐字稿]</a:t>
            </a:r>
          </a:p>
          <a:p>
            <a:r>
              <a:t>请先用自己的话回答这三个问题。每一问都要指出一页图或一个演示作为依据。给30秒整理，同桌互说后请三位同学各说一问。此时不要显示后面的知识树，先记录学生的概括。</a:t>
            </a:r>
          </a:p>
          <a:p>
            <a:r>
              <a:t>[教师参考，留到后页]</a:t>
            </a:r>
          </a:p>
          <a:p>
            <a:r>
              <a:t>录音链是麦克风把声压转为电信号，ADC生成样本；采样定时刻，量化定代表值，编码写码字；固定宽度PCM样本数乘声道数和每样本存储字节数。</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本节课你能解释三件事吗？</a:t>
            </a:r>
          </a:p>
          <a:p>
            <a:r>
              <a:t>[内部编号] TREE-1</a:t>
            </a:r>
          </a:p>
          <a:p>
            <a:r>
              <a:t>[阶段] 学生总结后的知识树更新</a:t>
            </a:r>
          </a:p>
          <a:p>
            <a:r>
              <a:t>[教师逐字稿]</a:t>
            </a:r>
          </a:p>
          <a:p>
            <a:r>
              <a:t>先让学生概括本次新增的这一个关系，并指出依据。听完回答，再切到这页。红框是本次补上的录音与播放，此前已经建立的关系继续保留。请学生沿连接线读：麦克风→ADC→数字样本；数字样本→DAC→扬声器。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本节课你能解释三件事吗？</a:t>
            </a:r>
          </a:p>
          <a:p>
            <a:r>
              <a:t>[内部编号] TREE-2</a:t>
            </a:r>
          </a:p>
          <a:p>
            <a:r>
              <a:t>[阶段] 学生总结后的知识树更新</a:t>
            </a:r>
          </a:p>
          <a:p>
            <a:r>
              <a:t>[教师逐字稿]</a:t>
            </a:r>
          </a:p>
          <a:p>
            <a:r>
              <a:t>先让学生概括本次新增的这一个关系，并指出依据。听完回答，再切到这页。红框是本次补上的采样、量化、编码，此前已经建立的关系继续保留。请学生沿连接线读：定时刻；定代表值；写码字。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本节课你能解释三件事吗？</a:t>
            </a:r>
          </a:p>
          <a:p>
            <a:r>
              <a:t>[内部编号] TREE-3</a:t>
            </a:r>
          </a:p>
          <a:p>
            <a:r>
              <a:t>[阶段] 学生总结后的知识树更新</a:t>
            </a:r>
          </a:p>
          <a:p>
            <a:r>
              <a:t>[教师逐字稿]</a:t>
            </a:r>
          </a:p>
          <a:p>
            <a:r>
              <a:t>先让学生概括本次新增的这一个关系，并指出依据。听完回答，再切到这页。红框是本次补上的未压缩PCM，此前已经建立的关系继续保留。请学生沿连接线读：每声道样本数×声道数；×每样本存储字节数。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为什么文件还需要压缩？</a:t>
            </a:r>
          </a:p>
          <a:p>
            <a:r>
              <a:t>[内部编号] V81-35</a:t>
            </a:r>
          </a:p>
          <a:p>
            <a:r>
              <a:t>[阶段] 课时开场</a:t>
            </a:r>
          </a:p>
          <a:p>
            <a:r>
              <a:t>[教师逐字稿]</a:t>
            </a:r>
          </a:p>
          <a:p>
            <a:r>
              <a:t>【教师讲述／组织】第二课时导入。说明第一节学的是数字化与PCM数据量，第二节学数据量计算、音轨和声道、视频数据量冲突及压缩。</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先回忆：这四个数字，分别是什么意思？</a:t>
            </a:r>
          </a:p>
          <a:p>
            <a:r>
              <a:t>[内部编号] V81-36</a:t>
            </a:r>
          </a:p>
          <a:p>
            <a:r>
              <a:t>[阶段] 证据／解释</a:t>
            </a:r>
          </a:p>
          <a:p>
            <a:r>
              <a:t>[教师逐字稿]</a:t>
            </a:r>
          </a:p>
          <a:p>
            <a:r>
              <a:t>【教师讲述／组织】实录3起手计算前，先让学生能解释参数。分组对答48,000Hz、16bit、2声道、60秒。</a:t>
            </a:r>
          </a:p>
          <a:p>
            <a:r>
              <a:t>【反馈】先听学生如何解释，再决定是否揭示结论；注意控制本页停留时间。</a:t>
            </a:r>
          </a:p>
          <a:p>
            <a:r>
              <a:t/>
            </a:r>
          </a:p>
          <a:p>
            <a:r>
              <a:t>先只看48000、16、2、60，要求学生用自己的话说明每个参数是什么。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2</a:t>
            </a:r>
          </a:p>
          <a:p>
            <a:r>
              <a:t>[内部编号] V81-37</a:t>
            </a:r>
          </a:p>
          <a:p>
            <a:r>
              <a:t>[阶段] 提问／独立作答</a:t>
            </a:r>
          </a:p>
          <a:p>
            <a:r>
              <a:t>[教师逐字稿]</a:t>
            </a:r>
          </a:p>
          <a:p>
            <a:r>
              <a:t>【教师讲述／组织】问题页。复现实录3的DVD参数题，强调对参数意义的解释，而不只是按键计算。</a:t>
            </a:r>
          </a:p>
          <a:p>
            <a:r>
              <a:t>【反馈】先听学生如何解释，再决定是否揭示结论；注意控制本页停留时间。</a:t>
            </a:r>
          </a:p>
          <a:p>
            <a:r>
              <a:t/>
            </a:r>
          </a:p>
          <a:p>
            <a:r>
              <a:t>先从PCM字节数算起，再转换MiB；强调1024²与1000²换算不同。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2</a:t>
            </a:r>
          </a:p>
          <a:p>
            <a:r>
              <a:t>[内部编号] V81-38</a:t>
            </a:r>
          </a:p>
          <a:p>
            <a:r>
              <a:t>[阶段] 证据／解释</a:t>
            </a:r>
          </a:p>
          <a:p>
            <a:r>
              <a:t>[教师逐字稿]</a:t>
            </a:r>
          </a:p>
          <a:p>
            <a:r>
              <a:t>【教师讲述／组织】答案页。实录转写常写10.98MB，这是截断近似；按四舍五入保留两位应10.99 MiB。</a:t>
            </a:r>
          </a:p>
          <a:p>
            <a:r>
              <a:t>【反馈】先听学生如何解释，再决定是否揭示结论；注意控制本页停留时间。</a:t>
            </a:r>
          </a:p>
          <a:p>
            <a:r>
              <a:t/>
            </a:r>
          </a:p>
          <a:p>
            <a:r>
              <a:t>约10.99 MiB；验证11520000 B/1048576。不把带少量文件头的WAV大小当作PCM样本大小。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3</a:t>
            </a:r>
          </a:p>
          <a:p>
            <a:r>
              <a:t>[内部编号] V81-39</a:t>
            </a:r>
          </a:p>
          <a:p>
            <a:r>
              <a:t>[阶段] 提问／独立作答</a:t>
            </a:r>
          </a:p>
          <a:p>
            <a:r>
              <a:t>[教师逐字稿]</a:t>
            </a:r>
          </a:p>
          <a:p>
            <a:r>
              <a:t>【设计意图】问题页。先让学生预测。这是实录3较长的认知冲突案例，不要马上公布答案。</a:t>
            </a:r>
          </a:p>
          <a:p>
            <a:r>
              <a:t>【教师可以这样讲】再次提问：多加了一条背景音乐音轨，新的未压缩PCM文件一定比原文件大吗？请先投票并说明依据。</a:t>
            </a:r>
          </a:p>
          <a:p>
            <a:r>
              <a:t>【预判回答与追问】真实课堂里学生曾将音轨误认为声道；暂不判断两种观点谁对。</a:t>
            </a:r>
          </a:p>
          <a:p>
            <a:r>
              <a:t>【本页收束】下一页让两种解释并存，定位分歧。</a:t>
            </a:r>
          </a:p>
          <a:p>
            <a:r>
              <a:t/>
            </a:r>
          </a:p>
          <a:p>
            <a:r>
              <a:t>投票多一条编辑音轨容量是否翻倍；不同学生给出理由，暂不揭示正确答案。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两个看似有道理的答案，你支持哪一个？</a:t>
            </a:r>
          </a:p>
          <a:p>
            <a:r>
              <a:t>[内部编号] V81-40</a:t>
            </a:r>
          </a:p>
          <a:p>
            <a:r>
              <a:t>[阶段] 证据／解释</a:t>
            </a:r>
          </a:p>
          <a:p>
            <a:r>
              <a:t>[教师逐字稿]</a:t>
            </a:r>
          </a:p>
          <a:p>
            <a:r>
              <a:t>【设计意图】把实录中两位学生的理由换一种说法重现。引导学生指出分歧其实在“音轨和声道是不是一回事”。仍不公布答案。</a:t>
            </a:r>
          </a:p>
          <a:p>
            <a:r>
              <a:t>【教师可以这样讲】有人支持不变，有人支持翻倍。注意我们的目标不是投票决定真理，而是检验关键假设。</a:t>
            </a:r>
          </a:p>
          <a:p>
            <a:r>
              <a:t>【预判回答与追问】追问：增加的是“编辑音轨”，还是“导出声道”？哪个出现在容量公式里？</a:t>
            </a:r>
          </a:p>
          <a:p>
            <a:r>
              <a:t>【本页收束】到图示页验证音轨与声道不同。</a:t>
            </a:r>
          </a:p>
          <a:p>
            <a:r>
              <a:t/>
            </a:r>
          </a:p>
          <a:p>
            <a:r>
              <a:t>两种观点的矛盾来自把编辑音轨当作输出声道。追问最后导出文件是几声道。</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编辑音轨与输出声道，有什么不同？</a:t>
            </a:r>
          </a:p>
          <a:p>
            <a:r>
              <a:t>[内部编号] V81-41</a:t>
            </a:r>
          </a:p>
          <a:p>
            <a:r>
              <a:t>[阶段] 证据／解释</a:t>
            </a:r>
          </a:p>
          <a:p>
            <a:r>
              <a:t>[教师逐字稿]</a:t>
            </a:r>
          </a:p>
          <a:p>
            <a:r>
              <a:t>【设计意图】直观图示：两条音轨经混音成为两个输出声道，注意不是左右各有一条编辑音轨。解释可单声道或双声道输出。</a:t>
            </a:r>
          </a:p>
          <a:p>
            <a:r>
              <a:t>【教师可以这样讲】请指向编辑左边两行，它们是两条音轨；再指向右边的L/R，这才是导出的两路声道。</a:t>
            </a:r>
          </a:p>
          <a:p>
            <a:r>
              <a:t>【预判回答与追问】如果学生说“左音轨变左声道”，让他想一想人声与伴奏是否都能同时从左右扬声器传出。</a:t>
            </a:r>
          </a:p>
          <a:p>
            <a:r>
              <a:t>【本页收束】混合不会自动增加声道数，保持四参数则未压缩样本数据量不变。</a:t>
            </a:r>
          </a:p>
          <a:p>
            <a:r>
              <a:t/>
            </a:r>
          </a:p>
          <a:p>
            <a:r>
              <a:t>先看两条轨，再揭示混音之后仍可输出L/R两路数据。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3</a:t>
            </a:r>
          </a:p>
          <a:p>
            <a:r>
              <a:t>[内部编号] V81-42</a:t>
            </a:r>
          </a:p>
          <a:p>
            <a:r>
              <a:t>[阶段] 证据／解释</a:t>
            </a:r>
          </a:p>
          <a:p>
            <a:r>
              <a:t>[教师逐字稿]</a:t>
            </a:r>
          </a:p>
          <a:p>
            <a:r>
              <a:t>【教师讲述／组织】答案页。让学生回看第一个预测，承认纠正了哪一个概念。提醒不同格式和压缩参数会影响最终文件大小。</a:t>
            </a:r>
          </a:p>
          <a:p>
            <a:r>
              <a:t>【反馈】先听学生如何解释，再决定是否揭示结论；注意控制本页停留时间。</a:t>
            </a:r>
          </a:p>
          <a:p>
            <a:r>
              <a:t/>
            </a:r>
          </a:p>
          <a:p>
            <a:r>
              <a:t>回到初始投票，解释四个PCM参数保持不变，因此样本数据量不变。</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迁移：把双声道改成单声道，会怎样？</a:t>
            </a:r>
          </a:p>
          <a:p>
            <a:r>
              <a:t>[内部编号] V81-43</a:t>
            </a:r>
          </a:p>
          <a:p>
            <a:r>
              <a:t>[阶段] 证据／解释</a:t>
            </a:r>
          </a:p>
          <a:p>
            <a:r>
              <a:t>[教师逐字稿]</a:t>
            </a:r>
          </a:p>
          <a:p>
            <a:r>
              <a:t>【教师讲述／组织】让学生应用四因素公式。声道数2→1，其他不变，PCM样本数据量减半。音轨增减并不直接决定总量。</a:t>
            </a:r>
          </a:p>
          <a:p>
            <a:r>
              <a:t>【反馈】先听学生如何解释，再决定是否揭示结论；注意控制本页停留时间。</a:t>
            </a:r>
          </a:p>
          <a:p>
            <a:r>
              <a:t/>
            </a:r>
          </a:p>
          <a:p>
            <a:r>
              <a:t>迁移：把立体声变成单声道，其他参数相同，PCM样本数据量减半。</a:t>
            </a:r>
          </a:p>
          <a:p>
            <a:br/>
            <a:r>
              <a:t>[计数模型]</a:t>
            </a:r>
            <a:br/>
            <a:r>
              <a:t>三个时刻t0/t1/t2，双声道共6个样本，单声道3个。各值是计数示意，不是音轨混音结果，也不规定立体声转单声道的混音算法。</a:t>
            </a:r>
          </a:p>
          <a:p>
            <a:br/>
            <a:r>
              <a:t>[来源] Microsoft WAVEFORMATEX, nBlockAlign、nAvgBytesPerSec、wBitsPerSample, 2021-04-02，检索2026-10-13：https://learn.microsoft.com/en-us/windows/win32/api/mmeapi/ns-mmeapi-waveformatex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图像和声音，在哪里取样？</a:t>
            </a:r>
          </a:p>
          <a:p>
            <a:r>
              <a:t>[内部编号] p47</a:t>
            </a:r>
          </a:p>
          <a:p>
            <a:r>
              <a:t>[阶段] 比较</a:t>
            </a:r>
          </a:p>
          <a:p>
            <a:r>
              <a:t>[教师逐字稿]</a:t>
            </a:r>
          </a:p>
          <a:p>
            <a:r>
              <a:t>左图先数列与行，每个格子是一个空间位置的像素；右图逐个数时间点，每个点是一个时刻的幅度记录。两者都先数有多少份，再计算每份大小。请学生说出图像和声音的取样位置有何不同。</a:t>
            </a:r>
          </a:p>
          <a:p>
            <a:r>
              <a:t>[模型边界]</a:t>
            </a:r>
          </a:p>
          <a:p>
            <a:r>
              <a:t>24像素与6样本是计数示意，不是相同信息量或相同采样率的声明。</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连续的图片，怎样让我们看到运动？</a:t>
            </a:r>
          </a:p>
          <a:p>
            <a:r>
              <a:t>[内部编号] V81-45</a:t>
            </a:r>
          </a:p>
          <a:p>
            <a:r>
              <a:t>[阶段] 证据／解释</a:t>
            </a:r>
          </a:p>
          <a:p>
            <a:r>
              <a:t>[教师逐字稿]</a:t>
            </a:r>
          </a:p>
          <a:p>
            <a:r>
              <a:t>【设计意图】借鉴实录3翻页小人的经验。每一帧呈现同一圆的位置改变。问学生：视频需保存几个画面？帧率如何描述？不用严格视觉暂留时间阈值。</a:t>
            </a:r>
          </a:p>
          <a:p>
            <a:r>
              <a:t>【教师可以这样讲】五张小图中蓝点位置发生变化，连续播放后我们会感到它在运动。你生活里见过翻页动画吗？</a:t>
            </a:r>
          </a:p>
          <a:p>
            <a:r>
              <a:t>【预判回答与追问】不要把“视觉暂留0.024秒”当成唯一且固定的生理阈值。</a:t>
            </a:r>
          </a:p>
          <a:p>
            <a:r>
              <a:t>【本页收束】视频可以用连续图像帧与帧率的概念来理解。</a:t>
            </a:r>
          </a:p>
          <a:p>
            <a:r>
              <a:t/>
            </a:r>
          </a:p>
          <a:p>
            <a:r>
              <a:t>五帧是同一个运动小球在五个时刻的状态。帧率25fps是每秒25帧，不应解释为人眼严格生理阈值。</a:t>
            </a:r>
          </a:p>
          <a:p>
            <a:r>
              <a:t/>
            </a:r>
          </a:p>
          <a:p>
            <a:r>
              <a:t>球在每一帧的位置不同，同样场景取不同时间画面；fps是每秒帧数。</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10分钟、25fps，要保存多少帧？</a:t>
            </a:r>
          </a:p>
          <a:p>
            <a:r>
              <a:t>[内部编号] V81-46</a:t>
            </a:r>
          </a:p>
          <a:p>
            <a:r>
              <a:t>[阶段] 证据／解释</a:t>
            </a:r>
          </a:p>
          <a:p>
            <a:r>
              <a:t>[教师逐字稿]</a:t>
            </a:r>
          </a:p>
          <a:p>
            <a:r>
              <a:t>【教师讲述／组织】从学生已经理解的“视频是连续图像”计算总帧数。先让学生口算25×60×10=15000帧。</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4</a:t>
            </a:r>
          </a:p>
          <a:p>
            <a:r>
              <a:t>[内部编号] V81-47</a:t>
            </a:r>
          </a:p>
          <a:p>
            <a:r>
              <a:t>[阶段] 提问／独立作答</a:t>
            </a:r>
          </a:p>
          <a:p>
            <a:r>
              <a:t>[教师逐字稿]</a:t>
            </a:r>
          </a:p>
          <a:p>
            <a:r>
              <a:t>【设计意图】问题页。来源实录3。不要把帧率误认为采样率，一帧是一张完整图。给3分钟列式，计算可用计算器。</a:t>
            </a:r>
          </a:p>
          <a:p>
            <a:r>
              <a:t>【教师可以这样讲】先算一帧480×320像素，需要多少bit和Byte；再乘上25帧/秒和600秒。</a:t>
            </a:r>
          </a:p>
          <a:p>
            <a:r>
              <a:t>【预判回答与追问】学生可能只乘25或只乘10。追问十分钟共有多少秒、多少帧？</a:t>
            </a:r>
          </a:p>
          <a:p>
            <a:r>
              <a:t>【本页收束】未压缩视频等于单帧数据量乘总帧数。</a:t>
            </a:r>
          </a:p>
          <a:p>
            <a:r>
              <a:t/>
            </a:r>
          </a:p>
          <a:p>
            <a:r>
              <a:t>10分钟无声逐帧未压缩视频，先算单帧字节，再算15000帧，单位换算为GiB。</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4</a:t>
            </a:r>
          </a:p>
          <a:p>
            <a:r>
              <a:t>[内部编号] V81-48</a:t>
            </a:r>
          </a:p>
          <a:p>
            <a:r>
              <a:t>[阶段] 证据／解释</a:t>
            </a:r>
          </a:p>
          <a:p>
            <a:r>
              <a:t>[教师逐字稿]</a:t>
            </a:r>
          </a:p>
          <a:p>
            <a:r>
              <a:t>【教师讲述／组织】答案页。把公式拆成两段并让学生自己解释。按十进制GB约6.912 GB。</a:t>
            </a:r>
          </a:p>
          <a:p>
            <a:r>
              <a:t>【反馈】先听学生如何解释，再决定是否揭示结论；注意控制本页停留时间。</a:t>
            </a:r>
          </a:p>
          <a:p>
            <a:r>
              <a:t/>
            </a:r>
          </a:p>
          <a:p>
            <a:r>
              <a:t>答案约6.44GiB，检验帧数、bit转Byte以及B转GiB三步。</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视频文件为什么可能小于6.44 GiB？</a:t>
            </a:r>
          </a:p>
          <a:p>
            <a:r>
              <a:t>[内部编号] p52</a:t>
            </a:r>
          </a:p>
          <a:p>
            <a:r>
              <a:t>[阶段] 提问</a:t>
            </a:r>
          </a:p>
          <a:p>
            <a:r>
              <a:t>[教师逐字稿]</a:t>
            </a:r>
          </a:p>
          <a:p>
            <a:r>
              <a:t>刚才算出了逐帧未压缩的量。先保证屏幕上的题设不变，再请学生解释为什么一个视频文件可能更小。先收预测，不把压缩算法和帧间变化图提前揭示。</a:t>
            </a:r>
          </a:p>
          <a:p>
            <a:r>
              <a:t>[图示边界]</a:t>
            </a:r>
          </a:p>
          <a:p>
            <a:r>
              <a:t>只画5张代表帧，不是全部15000帧，也不按存储比例画框。视频文件大小还受编码和封装等影响。</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刚才计算的是逐帧未压缩数据量</a:t>
            </a:r>
          </a:p>
          <a:p>
            <a:r>
              <a:t>[内部编号] V81-50</a:t>
            </a:r>
          </a:p>
          <a:p>
            <a:r>
              <a:t>[阶段] 证据／解释</a:t>
            </a:r>
          </a:p>
          <a:p>
            <a:r>
              <a:t>[教师逐字稿]</a:t>
            </a:r>
          </a:p>
          <a:p>
            <a:r>
              <a:t>【教师讲述／组织】强调不是估计所有真实视频的固定大小。实际视频通常通过压缩编码，如利用相邻帧相似部分与人眼不敏感的某些信息。高中只解释为什么可能缩小。</a:t>
            </a:r>
          </a:p>
          <a:p>
            <a:r>
              <a:t>【反馈】先听学生如何解释，再决定是否揭示结论；注意控制本页停留时间。</a:t>
            </a:r>
          </a:p>
          <a:p>
            <a:r>
              <a:t/>
            </a:r>
          </a:p>
          <a:p>
            <a:r>
              <a:t>实际压缩技术还包括多种预测与表示方式；本课只要求理解重复规律允许节省比特，不学习具体codec算法。</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为什么要压缩？先想两种真实需求</a:t>
            </a:r>
          </a:p>
          <a:p>
            <a:r>
              <a:t>[内部编号] V81-51</a:t>
            </a:r>
          </a:p>
          <a:p>
            <a:r>
              <a:t>[阶段] 证据／解释</a:t>
            </a:r>
          </a:p>
          <a:p>
            <a:r>
              <a:t>[教师逐字稿]</a:t>
            </a:r>
          </a:p>
          <a:p>
            <a:r>
              <a:t>【教师讲述／组织】实录3行李箱类比：整理行李节约空间；通过网络分享文件缩短传输时间。学生可以自举例，不要说压缩必然提升感知画质。</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“中国”重复100次，怎样写得更短？</a:t>
            </a:r>
          </a:p>
          <a:p>
            <a:r>
              <a:t>[内部编号] V81-52</a:t>
            </a:r>
          </a:p>
          <a:p>
            <a:r>
              <a:t>[阶段] 证据／解释</a:t>
            </a:r>
          </a:p>
          <a:p>
            <a:r>
              <a:t>[教师逐字稿]</a:t>
            </a:r>
          </a:p>
          <a:p>
            <a:r>
              <a:t>【设计意图】实录3的经典冗余案例。向学生展示短短的“（中国）×100”与重复文字。说明这仅是启发性的编码例子，不代表真实RAR算法。</a:t>
            </a:r>
          </a:p>
          <a:p>
            <a:r>
              <a:t>【教师可以这样讲】两种写法能不能表示相同文字？“中国”重复一百次与“中国×100”，哪种通常更省符号？</a:t>
            </a:r>
          </a:p>
          <a:p>
            <a:r>
              <a:t>【预判回答与追问】提醒这只是解释冗余的教学模型，不是真实RAR编码的说明。</a:t>
            </a:r>
          </a:p>
          <a:p>
            <a:r>
              <a:t>【本页收束】规律、重复让人有机会用更短的规则表达同一内容。</a:t>
            </a:r>
          </a:p>
          <a:p>
            <a:r>
              <a:t/>
            </a:r>
          </a:p>
          <a:p>
            <a:r>
              <a:t>中国重复100次只用“字词×次数”表达是思想模型，不代表RAR或zlib唯一工作机制。</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为什么重复内容更容易压缩？</a:t>
            </a:r>
          </a:p>
          <a:p>
            <a:r>
              <a:t>[内部编号] V81-53</a:t>
            </a:r>
          </a:p>
          <a:p>
            <a:r>
              <a:t>[阶段] 证据／解释</a:t>
            </a:r>
          </a:p>
          <a:p>
            <a:r>
              <a:t>[教师逐字稿]</a:t>
            </a:r>
          </a:p>
          <a:p>
            <a:r>
              <a:t>【教师讲述／组织】把“冗余”与重复的内容联系：A有规律，B无规律，但原长度相同。实际压缩算法实现不同，因此“通常更易”而非必然。</a:t>
            </a:r>
          </a:p>
          <a:p>
            <a:r>
              <a:t>【反馈】先听学生如何解释，再决定是否揭示结论；注意控制本页停留时间。</a:t>
            </a:r>
          </a:p>
          <a:p>
            <a:r>
              <a:t/>
            </a:r>
          </a:p>
          <a:p>
            <a:r>
              <a:t>重复多往往可用更短的规则表示，但实际压缩要看数据及算法。</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两份都是1000Byte，压缩后谁更小？</a:t>
            </a:r>
          </a:p>
          <a:p>
            <a:r>
              <a:t>[内部编号] V81-54</a:t>
            </a:r>
          </a:p>
          <a:p>
            <a:r>
              <a:t>[阶段] 提问／独立作答</a:t>
            </a:r>
          </a:p>
          <a:p>
            <a:r>
              <a:t>[教师逐字稿]</a:t>
            </a:r>
          </a:p>
          <a:p>
            <a:r>
              <a:t>【设计意图】可以用Python标准库zlib演示，代码放Notes。生成1000个A与1000个伪随机字节（固定seed），比较同一无损压缩方法所得字节数并检验完全还原。先预测再运行。</a:t>
            </a:r>
          </a:p>
          <a:p>
            <a:r>
              <a:t>【教师可以这样讲】两个数据各1000Byte：一个全是A，一个随机变化。请预测谁压缩后更小，以及能否恢复原数据。</a:t>
            </a:r>
          </a:p>
          <a:p>
            <a:r>
              <a:t>【预判回答与追问】学生可能认为所有文件都会变小。下一页结果显示随机数据在容器开销下甚至略微变大。</a:t>
            </a:r>
          </a:p>
          <a:p>
            <a:r>
              <a:t>【本页收束】测试无损压缩的冗余利用，而不是展示具体算法。</a:t>
            </a:r>
          </a:p>
          <a:p>
            <a:r>
              <a:t/>
            </a:r>
          </a:p>
          <a:p>
            <a:r>
              <a:t>【v7 Demo D】先预测两份原始都是1000 Byte的文件哪一个被压得更小，再运行 notebooks/04_压缩前先预测.ipynb。Python zlib在Mac执行，Windows浏览器只展示结果，不依赖音频或py5。</a:t>
            </a:r>
          </a:p>
          <a:p>
            <a:r>
              <a:t/>
            </a:r>
          </a:p>
          <a:p>
            <a:r>
              <a:t>A和B均1000Byte，学生先预测谁更省空间、B是否可能压完更大。</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演示D：同样1000Byte，压缩后会相同吗？</a:t>
            </a:r>
          </a:p>
          <a:p>
            <a:r>
              <a:t>[内部编号] V81-55</a:t>
            </a:r>
          </a:p>
          <a:p>
            <a:r>
              <a:t>[阶段] 证据／解释</a:t>
            </a:r>
          </a:p>
          <a:p>
            <a:r>
              <a:t>[教师逐字稿]</a:t>
            </a:r>
          </a:p>
          <a:p>
            <a:r>
              <a:t>运行remote-demos-v7/notebooks/04_压缩前先预测.ipynb（Mac计算zlib，教室Windows浏览器呈现结果）。学生先猜，再运行，再对照下一页17Byte/1011Byte。B可能变大，包含必要编码开销。zlib不是RAR算法本身。</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同样原始大小，压缩结果为何不同？</a:t>
            </a:r>
          </a:p>
          <a:p>
            <a:r>
              <a:t>[内部编号] V81-56</a:t>
            </a:r>
          </a:p>
          <a:p>
            <a:r>
              <a:t>[阶段] 证据／解释</a:t>
            </a:r>
          </a:p>
          <a:p>
            <a:r>
              <a:t>[教师逐字稿]</a:t>
            </a:r>
          </a:p>
          <a:p>
            <a:r>
              <a:t>【设计意图】演示代码（Windows课堂pt环境，Python标准库即可）：</a:t>
            </a:r>
          </a:p>
          <a:p>
            <a:r>
              <a:t>import zlib, random</a:t>
            </a:r>
          </a:p>
          <a:p>
            <a:r>
              <a:t>a=b"A"*1000</a:t>
            </a:r>
          </a:p>
          <a:p>
            <a:r>
              <a:t>r=random.Random(2026)</a:t>
            </a:r>
          </a:p>
          <a:p>
            <a:r>
              <a:t>b=bytes(r.randrange(256) for _ in range(1000))</a:t>
            </a:r>
          </a:p>
          <a:p>
            <a:r>
              <a:t>for name,x in [("A",a),("B",b)]:</a:t>
            </a:r>
          </a:p>
          <a:p>
            <a:r>
              <a:t>    packed=zlib.compress(x)</a:t>
            </a:r>
          </a:p>
          <a:p>
            <a:r>
              <a:t>    print(name,len(x),len(packed),zlib.decompress(packed)==x)</a:t>
            </a:r>
          </a:p>
          <a:p>
            <a:r>
              <a:t>本次固定随机种子得到A=17 Byte，B=1011 Byte。学生关注重复和冗余；算法细节不展开。</a:t>
            </a:r>
          </a:p>
          <a:p>
            <a:r>
              <a:t>【教师可以这样讲】运行标准库实验或直接展示结果：重复内容1000Byte压后17Byte，随机内容1000Byte压后1011Byte。为什么会这样？</a:t>
            </a:r>
          </a:p>
          <a:p>
            <a:r>
              <a:t>【预判回答与追问】别把高熵文件变大误判为程序出错：压缩文件自身有格式开销。检查两者解压完全一致。</a:t>
            </a:r>
          </a:p>
          <a:p>
            <a:r>
              <a:t>【本页收束】这是无损压缩，且压缩效果取决于可利用的规律与编码方式。</a:t>
            </a:r>
          </a:p>
          <a:p>
            <a:r>
              <a:t/>
            </a:r>
          </a:p>
          <a:p>
            <a:r>
              <a:t>【v7实际实验】Notebook 04使用确定性随机字节与重复字节，打印压缩前后真实长度。如果随机字节压缩后略大，是格式开销而非代码错误。让学生总结“能够用规律简洁表示的信息通常更容易压缩”。</a:t>
            </a:r>
          </a:p>
          <a:p>
            <a:r>
              <a:t/>
            </a:r>
          </a:p>
          <a:p>
            <a:r>
              <a:t>17Byte与1011Byte是采用Python标准库zlib、固定随机种子的这一次课堂实验结果。数值取决于内容与算法，不是普遍常数；B数据因格式开销而可能变大。</a:t>
            </a:r>
          </a:p>
          <a:p>
            <a:br/>
            <a:r>
              <a:t>[比例尺]</a:t>
            </a:r>
            <a:br/>
            <a:r>
              <a:t>两列原始1000B均为500px；17B为8.5px；1011B为505.5px，多11B为5.5px。数值仅对应本次zlib实验；不是普遍压缩率。</a:t>
            </a:r>
          </a:p>
          <a:p>
            <a:br/>
            <a:r>
              <a:t>[来源] Python3.12 zlib API，检索2026-10-13：https://docs.python.org/3.12/library/zlib.html；本地独立复算：A=b"A"*1000；B=random.Random(2026)逐项randrange(256)共1000Byte，默认zlib.compress，两者逐字节解压恢复。</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压缩到底改变了什么？</a:t>
            </a:r>
          </a:p>
          <a:p>
            <a:r>
              <a:t>[内部编号] V81-57</a:t>
            </a:r>
          </a:p>
          <a:p>
            <a:r>
              <a:t>[阶段] 证据／解释</a:t>
            </a:r>
          </a:p>
          <a:p>
            <a:r>
              <a:t>[教师逐字稿]</a:t>
            </a:r>
          </a:p>
          <a:p>
            <a:r>
              <a:t>【教师讲述／组织】实录3解释重新编码：数据压缩主要是改变表示方式，无损靠高效编码，允许有损时还可舍弃部分信息。目的与实质分开讲。</a:t>
            </a:r>
          </a:p>
          <a:p>
            <a:r>
              <a:t>【反馈】先听学生如何解释，再决定是否揭示结论；注意控制本页停留时间。</a:t>
            </a:r>
          </a:p>
          <a:p>
            <a:r>
              <a:t/>
            </a:r>
          </a:p>
          <a:p>
            <a:r>
              <a:t>归纳数据压缩是更高效的表示；要不要完整恢复决定无损与有损路径。</a:t>
            </a:r>
          </a:p>
          <a:p>
            <a:br/>
            <a:r>
              <a:t>[边界]</a:t>
            </a:r>
            <a:br/>
            <a:r>
              <a:t>目标不保证每个输入都变小。刚才B经zlib后多11Byte；数据结构与算法开销也占空间。先比较证据，再作这一概括。</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看起来相同，能证明完全恢复吗？</a:t>
            </a:r>
          </a:p>
          <a:p>
            <a:r>
              <a:t>[内部编号] p61</a:t>
            </a:r>
          </a:p>
          <a:p>
            <a:r>
              <a:t>[阶段] 提问</a:t>
            </a:r>
          </a:p>
          <a:p>
            <a:r>
              <a:t>[教师逐字稿]</a:t>
            </a:r>
          </a:p>
          <a:p>
            <a:r>
              <a:t>请先看原始4×4像素，独立提出检验方法。只凭远处“看起来一样”够不够？先收方法，再展示恢复结果。</a:t>
            </a:r>
          </a:p>
          <a:p>
            <a:r>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看起来相同，能证明完全恢复吗？</a:t>
            </a:r>
          </a:p>
          <a:p>
            <a:r>
              <a:t>[内部编号] p61-reveal</a:t>
            </a:r>
          </a:p>
          <a:p>
            <a:r>
              <a:t>[阶段] 证据揭示</a:t>
            </a:r>
          </a:p>
          <a:p>
            <a:r>
              <a:t>[教师逐字稿]</a:t>
            </a:r>
          </a:p>
          <a:p>
            <a:r>
              <a:t>中间16处都与原值相同；右侧至少有一处不同。请学生逐格核对红框位置。区分无损与有损，要检验能否完整恢复原始数据，而不能只凭肉眼相似。</a:t>
            </a:r>
          </a:p>
          <a:p>
            <a:r>
              <a:t/>
            </a:r>
          </a:p>
          <a:p>
            <a:br/>
            <a:r>
              <a:t>[图示边界]</a:t>
            </a:r>
            <a:br/>
            <a:r>
              <a:t>这是原生可编辑的概念模型，右侧仅交换一个像素值，不冒充JPEG或某个真实算法的实验输出。实际例证接下来使用源文件/JPEG解码后的RGB数据。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ZIP、MP3、WAV、MP4，是同一层吗？</a:t>
            </a:r>
          </a:p>
          <a:p>
            <a:r>
              <a:t>[内部编号] V81-59</a:t>
            </a:r>
          </a:p>
          <a:p>
            <a:r>
              <a:t>[阶段] 证据／解释</a:t>
            </a:r>
          </a:p>
          <a:p>
            <a:r>
              <a:t>[教师逐字稿]</a:t>
            </a:r>
          </a:p>
          <a:p>
            <a:r>
              <a:t>【教师讲述／组织】从实录拓展一点格式分层：ZIP/RAR是典型无损归档，MP3是常见有损音频编码，WAV是音频容器可装PCM，MP4是多媒体容器可含有损或无损编码。不要说全部文件扩展名都代表一种压缩算法。</a:t>
            </a:r>
          </a:p>
          <a:p>
            <a:r>
              <a:t>【反馈】先听学生如何解释，再决定是否揭示结论；注意控制本页停留时间。</a:t>
            </a:r>
          </a:p>
          <a:p>
            <a:r>
              <a:t/>
            </a:r>
          </a:p>
          <a:p>
            <a:r>
              <a:t>ZIP/RAR属于无损归档，MP3是有损音频编码，WAV和MP4属于容器（MP4常装有损编码视频）。文件后缀与编码算法不是完全同一层级。</a:t>
            </a:r>
          </a:p>
          <a:p>
            <a:br/>
            <a:r>
              <a:t>[技术边界]</a:t>
            </a:r>
            <a:br/>
            <a:r>
              <a:t>沿用v8的分类。这里MP3指音频编码；WAV与MP4指封装容器。WAV不一定是PCM，MP4也不固定装某种有损编码，按具体内部编码判定。ZIP/RAR按本课通常的无损归档用途讨论。</a:t>
            </a:r>
          </a:p>
          <a:p>
            <a:br/>
            <a:r>
              <a:t>[来源] MDN Media container formats（MP4/WAV及容器与codec）, 检索2026-10-13：https://developer.mozilla.org/en-US/docs/Web/Media/Guides/Formats/Containers；Microsoft RIFF overview；RFC2361 WAVE registry, 1998：https://www.rfc-editor.org/rfc/rfc2361</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相同尺寸的三幅图，谁容易无损压缩？</a:t>
            </a:r>
          </a:p>
          <a:p>
            <a:r>
              <a:t>[内部编号] V81-60</a:t>
            </a:r>
          </a:p>
          <a:p>
            <a:r>
              <a:t>[阶段] 证据／解释</a:t>
            </a:r>
          </a:p>
          <a:p>
            <a:r>
              <a:t>[教师逐字稿]</a:t>
            </a:r>
          </a:p>
          <a:p>
            <a:r>
              <a:t>【设计意图】实录3三种图像案例。画同尺寸位图：纯色、规则色块、较复杂花纹（不是声称真实风景照片）。首先预测排序，再归纳冗余。</a:t>
            </a:r>
          </a:p>
          <a:p>
            <a:r>
              <a:t>【教师可以这样讲】这三幅图显示的是相同大小、相同位深的像素网格，哪张最容易找到重复的规律？</a:t>
            </a:r>
          </a:p>
          <a:p>
            <a:r>
              <a:t>【预判回答与追问】强调“通常”和“对合适的算法而言”，避免将图像颜色多少当作绝对压缩决定因素。</a:t>
            </a:r>
          </a:p>
          <a:p>
            <a:r>
              <a:t>【本页收束】纯色数据具有明显规律，适合无损压缩；比较结论再迁移到实际图像。</a:t>
            </a:r>
          </a:p>
          <a:p>
            <a:r>
              <a:t/>
            </a:r>
          </a:p>
          <a:p>
            <a:r>
              <a:t>三图尺寸和位深一致，让学生预测哪个更规律，判断无损压缩的可能差异。</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5</a:t>
            </a:r>
          </a:p>
          <a:p>
            <a:r>
              <a:t>[内部编号] V81-61</a:t>
            </a:r>
          </a:p>
          <a:p>
            <a:r>
              <a:t>[阶段] 提问／独立作答</a:t>
            </a:r>
          </a:p>
          <a:p>
            <a:r>
              <a:t>[教师逐字稿]</a:t>
            </a:r>
          </a:p>
          <a:p>
            <a:r>
              <a:t>【教师讲述／组织】问题页。此题迁移文字实验到图像。先解释冗余，再揭示。</a:t>
            </a:r>
          </a:p>
          <a:p>
            <a:r>
              <a:t>【反馈】先听学生如何解释，再决定是否揭示结论；注意控制本页停留时间。</a:t>
            </a:r>
          </a:p>
          <a:p>
            <a:r>
              <a:t/>
            </a:r>
          </a:p>
          <a:p>
            <a:r>
              <a:t>练习答案不能只选A，要解释重复和规律性带来更多可利用冗余。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5</a:t>
            </a:r>
          </a:p>
          <a:p>
            <a:r>
              <a:t>[内部编号] V81-62</a:t>
            </a:r>
          </a:p>
          <a:p>
            <a:r>
              <a:t>[阶段] 证据／解释</a:t>
            </a:r>
          </a:p>
          <a:p>
            <a:r>
              <a:t>[教师逐字稿]</a:t>
            </a:r>
          </a:p>
          <a:p>
            <a:r>
              <a:t>【教师讲述／组织】答案页。强调不是一切文件和算法都绝对如此。</a:t>
            </a:r>
          </a:p>
          <a:p>
            <a:r>
              <a:t>【反馈】先听学生如何解释，再决定是否揭示结论；注意控制本页停留时间。</a:t>
            </a:r>
          </a:p>
          <a:p>
            <a:r>
              <a:t/>
            </a:r>
          </a:p>
          <a:p>
            <a:r>
              <a:t>答案中的“通常”必须保留，不同压缩方案有例外。</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同一张图，JPEG能完全恢复原像素吗？</a:t>
            </a:r>
          </a:p>
          <a:p>
            <a:r>
              <a:t>[内部编号] p66</a:t>
            </a:r>
          </a:p>
          <a:p>
            <a:r>
              <a:t>[阶段] 提问</a:t>
            </a:r>
          </a:p>
          <a:p>
            <a:r>
              <a:t>[教师逐字稿]</a:t>
            </a:r>
          </a:p>
          <a:p>
            <a:r>
              <a:t>先看两幅完整图；它们的尺寸相同。请在红框区域寻找差异，并判断“大小和外观相近”能否证明恢复了所有像素。停顿20秒。</a:t>
            </a:r>
          </a:p>
          <a:p>
            <a:r>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同一张图，JPEG能完全恢复原像素吗？</a:t>
            </a:r>
          </a:p>
          <a:p>
            <a:r>
              <a:t>[内部编号] p66-reveal</a:t>
            </a:r>
          </a:p>
          <a:p>
            <a:r>
              <a:t>[阶段] 证据揭示</a:t>
            </a:r>
          </a:p>
          <a:p>
            <a:r>
              <a:t>[教师逐字稿]</a:t>
            </a:r>
          </a:p>
          <a:p>
            <a:r>
              <a:t>放大同一坐标区域，比较线条与纹理。两边使用相同裁剪、相同倍率和正确长宽比。低质量JPEG的变化只是这个受控例子，不能由肉眼相似推断逐像素完全相等。</a:t>
            </a:r>
          </a:p>
          <a:p>
            <a:r>
              <a:t/>
            </a:r>
          </a:p>
          <a:p>
            <a:br/>
            <a:r>
              <a:t>[证据与来源]</a:t>
            </a:r>
            <a:br/>
            <a:r>
              <a:t>原图及JPEG解码图直接提取自v8.4.10的ppt/media/image2.png和image3.png。原始RGB为640×350，procedural_picture；JPEG质量3、subsampling=2。ROI=[230,140,440,300)，210×160，PPT原生裁剪至252×192，等比1.2倍。没有生成或伪造压缩痕迹。Pillow JPEG参数文档：https://pillow.readthedocs.io/en/stable/handbook/image-file-formats.html#jpeg，检索2026-10-14。</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MP3、JPG再用RAR压缩，会怎样？</a:t>
            </a:r>
          </a:p>
          <a:p>
            <a:r>
              <a:t>[内部编号] V81-64</a:t>
            </a:r>
          </a:p>
          <a:p>
            <a:r>
              <a:t>[阶段] 证据／解释</a:t>
            </a:r>
          </a:p>
          <a:p>
            <a:r>
              <a:t>[教师逐字稿]</a:t>
            </a:r>
          </a:p>
          <a:p>
            <a:r>
              <a:t>【教师讲述／组织】实录3脱水比喻，但不把其当算法。说明高效压缩过的数据通常不容易进一步缩小，可能因为已缺少可利用冗余。再次有损转码可能进一步恶化质量。</a:t>
            </a:r>
          </a:p>
          <a:p>
            <a:r>
              <a:t>【反馈】先听学生如何解释，再决定是否揭示结论；注意控制本页停留时间。</a:t>
            </a:r>
          </a:p>
          <a:p>
            <a:r>
              <a:t/>
            </a:r>
          </a:p>
          <a:p>
            <a:r>
              <a:t>已经是MP3/JPG，用RAR压缩通常收益有限，再次有损编码还可能降低质量。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是不是压得越小就一定越好？</a:t>
            </a:r>
          </a:p>
          <a:p>
            <a:r>
              <a:t>[内部编号] V81-65</a:t>
            </a:r>
          </a:p>
          <a:p>
            <a:r>
              <a:t>[阶段] 证据／解释</a:t>
            </a:r>
          </a:p>
          <a:p>
            <a:r>
              <a:t>[教师逐字稿]</a:t>
            </a:r>
          </a:p>
          <a:p>
            <a:r>
              <a:t>【设计意图】实录3结尾的情境决策：长期备份要完整可还原；实时通话要平衡延迟和质量。用对比培养信息社会责任意识，不只追求压缩比。</a:t>
            </a:r>
          </a:p>
          <a:p>
            <a:r>
              <a:t>【教师可以这样讲】某个班级要长期备份源代码，另一个班级要用手机实时视频通话。两种场景需要的编码选择一样吗？</a:t>
            </a:r>
          </a:p>
          <a:p>
            <a:r>
              <a:t>【预判回答与追问】引导学生考虑完整性、质量、延迟与存储，不要只说压缩得越小越好。</a:t>
            </a:r>
          </a:p>
          <a:p>
            <a:r>
              <a:t>【本页收束】算法与压缩方法要与任务目标匹配。</a:t>
            </a:r>
          </a:p>
          <a:p>
            <a:r>
              <a:t/>
            </a:r>
          </a:p>
          <a:p>
            <a:r>
              <a:t>文档备份要求完整，视频通话权衡时延/带宽/质量，反对越小必然越好。</a:t>
            </a:r>
          </a:p>
          <a:p>
            <a:br/>
            <a:r>
              <a:t>[图片生成提示词]</a:t>
            </a:r>
            <a:br/>
            <a:r>
              <a:t>IMG-02；用途：情境插图，不作为技术或软件事实证据。</a:t>
            </a:r>
            <a:br/>
            <a:r>
              <a:t>Create a classroom teaching illustration for a Chinese senior-high information technology lesson.</a:t>
            </a:r>
            <a:br/>
            <a:r>
              <a:t>Use case: illustration-story.</a:t>
            </a:r>
            <a:br/>
            <a:r>
              <a:t>Teaching purpose: make the situation of preserving important digital documents concrete so students can discuss exact recovery and reliable backup; do not illustrate a compression algorithm or its result.</a:t>
            </a:r>
            <a:br/>
            <a:r>
              <a:t>Slide role: application and comparison context.</a:t>
            </a:r>
            <a:br/>
            <a:r>
              <a:t>Intended placement: left half of a two-column white PowerPoint slide; 4:3 aspect ratio. The final illustration will occupy a roughly 500 by 270 pixel region above native PowerPoint criteria labels.</a:t>
            </a:r>
            <a:br/>
            <a:r>
              <a:t>Subject and scene: a restrained close view of one person's hands working at an unbranded laptop on a clean desk, with a small unbranded external solid-state drive connected by one ordinary cable. This represents preparing a digital document backup. The laptop screen is plain neutral gray, with no interface, icons, file names, document text, graphs or numbers. Focus on the laptop, hands and external drive; do not include physical paper files, locks, archive boxes or floating file symbols.</a:t>
            </a:r>
            <a:br/>
            <a:r>
              <a:t>Composition: all essential objects centered and fully visible, generous white background, clear silhouette, minimal desk edge. The drive should be visible beside the laptop. Do not place technical annotations or conclusions inside the illustration.</a:t>
            </a:r>
            <a:br/>
            <a:r>
              <a:t>Visual style: clean, restrained editorial educational illustration with realistic proportions, subtly rendered materials and quiet thin contours; white or very light neutral background, muted charcoal, light gray and a restrained violet clothing accent. Serious but friendly high-school tone; compatible with a white technical teaching deck. Match the simplicity and palette of a student holding a phone illustration.</a:t>
            </a:r>
            <a:br/>
            <a:r>
              <a:t>Important constraints: no explanatory text, no Chinese labels, no binary strings, no byte values, no arrows, no charts, no fabricated software screenshot, no conclusion, no logos, no watermark, no decorative border, no shadowed card, no gradient background. Do not depict physical objects shrinking. This is a fictional application context, not evidence of successful backup or lossless recovery.</a:t>
            </a:r>
            <a:br/>
            <a:r>
              <a:t>[图片编辑]</a:t>
            </a:r>
            <a:br/>
            <a:r>
              <a:t>使用原图，等比contain，无拉伸、无二次编辑；精确标签为原生PPT对象。</a:t>
            </a:r>
          </a:p>
          <a:p>
            <a:br/>
            <a:r>
              <a:t>[图片生成提示词]</a:t>
            </a:r>
            <a:br/>
            <a:r>
              <a:t>IMG-03；用途：情境插图，不作为技术或软件事实证据。</a:t>
            </a:r>
            <a:br/>
            <a:r>
              <a:t>Create a classroom teaching illustration for a Chinese senior-high information technology lesson.</a:t>
            </a:r>
            <a:br/>
            <a:r>
              <a:t>Use case: illustration-story.</a:t>
            </a:r>
            <a:br/>
            <a:r>
              <a:t>Teaching purpose: make a real-time video conversation concrete so students can discuss delay, bandwidth and acceptable audio/video quality; do not announce which encoding is best.</a:t>
            </a:r>
            <a:br/>
            <a:r>
              <a:t>Slide role: application and comparison context.</a:t>
            </a:r>
            <a:br/>
            <a:r>
              <a:t>Intended placement: right half of a two-column white PowerPoint slide; 4:3 aspect ratio. The final illustration will occupy a roughly 500 by 270 pixel region above native PowerPoint criteria labels.</a:t>
            </a:r>
            <a:br/>
            <a:r>
              <a:t>Subject and scene: a fictional senior-high student sitting at a simple desk, engaged in an ordinary video conversation on an unbranded laptop. See the student's upper torso and a three-quarter view of the laptop screen, which contains only a simple portrait of a fictional friend against a neutral background. The portrait is part of a clearly illustrated fictional scene, not a software screenshot. No interface buttons, text, names, logos, numbers, message bubbles or UI chrome. The two people appear attentive and relaxed, without exaggerated expressions.</a:t>
            </a:r>
            <a:br/>
            <a:r>
              <a:t>Composition: center the student's face and laptop, keep both faces and the device fully within the crop, generous white breathing room and minimal environment. No extra icons, arrows or labels.</a:t>
            </a:r>
            <a:br/>
            <a:r>
              <a:t>Visual style: clean, restrained editorial educational illustration with realistic human proportions, subtly rendered materials and quiet thin contours; white or very light neutral background, muted charcoal, light gray and restrained violet clothing accents. Serious but friendly high-school tone; compatible with a white technical teaching deck. Match the simplicity and palette of an unbranded laptop and external drive illustration.</a:t>
            </a:r>
            <a:br/>
            <a:r>
              <a:t>Important constraints: no explanatory text, no Chinese labels, no binary strings, no byte values, no arrows, no charts, no invented performance metrics, no lag icon, no conclusion, no brand logo, no watermark, no decorative border, no shadowed card, no gradient background. This is a fictional video-call situation, not factual software or network-performance evidence.</a:t>
            </a:r>
            <a:br/>
            <a:r>
              <a:t>[图片编辑]</a:t>
            </a:r>
            <a:br/>
            <a:r>
              <a:t>使用原图，等比contain，无拉伸、无二次编辑；精确标签为原生PPT对象。</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6</a:t>
            </a:r>
          </a:p>
          <a:p>
            <a:r>
              <a:t>[内部编号] V81-66</a:t>
            </a:r>
          </a:p>
          <a:p>
            <a:r>
              <a:t>[阶段] 提问／独立作答</a:t>
            </a:r>
          </a:p>
          <a:p>
            <a:r>
              <a:t>[教师逐字稿]</a:t>
            </a:r>
          </a:p>
          <a:p>
            <a:r>
              <a:t>【教师讲述／组织】问题页。综合三种理解：音轨声道、原始视频大小、无损还原。</a:t>
            </a:r>
          </a:p>
          <a:p>
            <a:r>
              <a:t>【反馈】先听学生如何解释，再决定是否揭示结论；注意控制本页停留时间。</a:t>
            </a:r>
          </a:p>
          <a:p>
            <a:r>
              <a:t/>
            </a:r>
          </a:p>
          <a:p>
            <a:r>
              <a:t>请学生独立判断三句话，指明每句对应的模型或证据。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6</a:t>
            </a:r>
          </a:p>
          <a:p>
            <a:r>
              <a:t>[内部编号] V81-67</a:t>
            </a:r>
          </a:p>
          <a:p>
            <a:r>
              <a:t>[阶段] 证据／解释</a:t>
            </a:r>
          </a:p>
          <a:p>
            <a:r>
              <a:t>[教师逐字稿]</a:t>
            </a:r>
          </a:p>
          <a:p>
            <a:r>
              <a:t>【教师讲述／组织】答案页。不接受只给三个对错而不给依据的回答。</a:t>
            </a:r>
          </a:p>
          <a:p>
            <a:r>
              <a:t>【反馈】先听学生如何解释，再决定是否揭示结论；注意控制本页停留时间。</a:t>
            </a:r>
          </a:p>
          <a:p>
            <a:r>
              <a:t/>
            </a:r>
          </a:p>
          <a:p>
            <a:r>
              <a:t>先让学生口头解释，再展示①错②对③对，强化数据量与ZIP的两种知识。</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离开课堂前，解释三个为什么</a:t>
            </a:r>
          </a:p>
          <a:p>
            <a:r>
              <a:t>[内部编号] V81-68</a:t>
            </a:r>
          </a:p>
          <a:p>
            <a:r>
              <a:t>[阶段] 提问／独立作答</a:t>
            </a:r>
          </a:p>
          <a:p>
            <a:r>
              <a:t>[教师逐字稿]</a:t>
            </a:r>
          </a:p>
          <a:p>
            <a:r>
              <a:t>【教师讲述／组织】出口评价：任选一个问题让学生用自己的话解释。重点检查概念因果：数字化、视频容量、压缩选择。</a:t>
            </a:r>
          </a:p>
          <a:p>
            <a:r>
              <a:t>【反馈】先听学生如何解释，再决定是否揭示结论；注意控制本页停留时间。</a:t>
            </a:r>
          </a:p>
          <a:p>
            <a:r>
              <a:t/>
            </a:r>
          </a:p>
          <a:p>
            <a:r>
              <a:t>退出条检查解释能力而非术语背诵；答不出则回到图示逐步重建。</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用证据，把今天的关系补到树上</a:t>
            </a:r>
          </a:p>
          <a:p>
            <a:r>
              <a:t>[内部编号] TREE-SUMMARY-2</a:t>
            </a:r>
          </a:p>
          <a:p>
            <a:r>
              <a:t>[阶段] 退出条收取后的学生总结</a:t>
            </a:r>
          </a:p>
          <a:p>
            <a:r>
              <a:t>[教师逐字稿]</a:t>
            </a:r>
          </a:p>
          <a:p>
            <a:r>
              <a:t>先收起前一页每个人的独立退出条。现在看已有的三条关系，谁能用15000帧的计算说明视频数据量？谁能用17Byte和1011Byte说明压缩的目标与局限？请先概括，下一页才补新关系。</a:t>
            </a:r>
          </a:p>
          <a:p>
            <a:r>
              <a:t>[节奏]</a:t>
            </a:r>
          </a:p>
          <a:p>
            <a:r>
              <a:t>总结与两次揭示共约90秒；若时间不足，保留独立退出条，第二课时从这棵已有树继续。</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用证据，把今天的关系补到树上</a:t>
            </a:r>
          </a:p>
          <a:p>
            <a:r>
              <a:t>[内部编号] TREE-4</a:t>
            </a:r>
          </a:p>
          <a:p>
            <a:r>
              <a:t>[阶段] 学生总结后的知识树更新</a:t>
            </a:r>
          </a:p>
          <a:p>
            <a:r>
              <a:t>[教师逐字稿]</a:t>
            </a:r>
          </a:p>
          <a:p>
            <a:r>
              <a:t>先让学生概括本次新增的这一个关系，并指出依据。听完回答，再切到这页。红框是本次补上的逐帧未压缩视频，此前已经建立的关系继续保留。请学生沿连接线读：单帧字节数×总帧数。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用证据，把今天的关系补到树上</a:t>
            </a:r>
          </a:p>
          <a:p>
            <a:r>
              <a:t>[内部编号] TREE-5</a:t>
            </a:r>
          </a:p>
          <a:p>
            <a:r>
              <a:t>[阶段] 学生总结后的知识树更新</a:t>
            </a:r>
          </a:p>
          <a:p>
            <a:r>
              <a:t>[教师逐字稿]</a:t>
            </a:r>
          </a:p>
          <a:p>
            <a:r>
              <a:t>先让学生概括本次新增的这一个关系，并指出依据。听完回答，再切到这页。红框是本次补上的压缩与恢复，此前已经建立的关系继续保留。请学生沿连接线读：目标：减少数据量；能否完整恢复，区分无损／有损。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可选拓展：这些采样值能唯一确定波形吗？</a:t>
            </a:r>
          </a:p>
          <a:p>
            <a:r>
              <a:t>[内部编号] EXT-SAMPLING</a:t>
            </a:r>
          </a:p>
          <a:p>
            <a:r>
              <a:t>[阶段] 提问</a:t>
            </a:r>
          </a:p>
          <a:p>
            <a:r>
              <a:t>[教师逐字稿]</a:t>
            </a:r>
          </a:p>
          <a:p>
            <a:r>
              <a:t>只给这三个时刻和三个值。两行是同一组记录，先不要补连续曲线。请判断能否唯一确定原波形，停顿20秒，再说明依据；不要先说采样定理或揭示候选曲线。</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可选拓展：这些采样值能唯一确定波形吗？</a:t>
            </a:r>
          </a:p>
          <a:p>
            <a:r>
              <a:t>[内部编号] EXT-SAMPLING-REVEAL</a:t>
            </a:r>
          </a:p>
          <a:p>
            <a:r>
              <a:t>[阶段] 证据揭示</a:t>
            </a:r>
          </a:p>
          <a:p>
            <a:r>
              <a:t>[教师逐字稿]</a:t>
            </a:r>
          </a:p>
          <a:p>
            <a:r>
              <a:t>现在把两条候选曲线补上。请核对：两条曲线都经过同样三个黑点，却在点之间不同。因此只有这些观测值，不能唯一确定连续信号。</a:t>
            </a:r>
          </a:p>
          <a:p>
            <a:r>
              <a:t>[数学证据]</a:t>
            </a:r>
          </a:p>
          <a:p>
            <a:r>
              <a:t>A=cos(2πt)，B=cos(6πt)，在0、0.5、1s都为1、−1、1。此例含区间右端点；是三个观测值，不用来宣称1秒2Hz只有三个新增样本。也不以听感判断。</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可选拓展：编码与压缩不同</a:t>
            </a:r>
          </a:p>
          <a:p>
            <a:r>
              <a:t>[内部编号] V81-70</a:t>
            </a:r>
          </a:p>
          <a:p>
            <a:r>
              <a:t>[阶段] 证据／解释</a:t>
            </a:r>
          </a:p>
          <a:p>
            <a:r>
              <a:t>[教师逐字稿]</a:t>
            </a:r>
          </a:p>
          <a:p>
            <a:r>
              <a:t>【教师讲述／组织】这一页可留作下一单元。PCM编码是样本的表示方式；压缩编码改变数据表示量。部分WAV容器可以保存其他编码形式，不能仅凭扩展名断言完全未压缩。</a:t>
            </a:r>
          </a:p>
          <a:p>
            <a:r>
              <a:t>【反馈】先听学生如何解释，再决定是否揭示结论；注意控制本页停留时间。</a:t>
            </a:r>
          </a:p>
          <a:p>
            <a:r>
              <a:t/>
            </a:r>
          </a:p>
          <a:p>
            <a:r>
              <a:t>可选拓展：不是45分钟主线必讲内容，有时间且学生已完成必要理解才展示。</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e0a28b72c394d2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b42c6c73b8e422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50f56e2475449d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e499c18b50b4a2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6c94f6555ef4c1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13513ae40c64fc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3fb504e15cf4a9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f2952e8270f4be1"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38e7e2c9b104dd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3bee8b66e7ef4ca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dd3a18c6bee48bb"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6BD5117-51D4-4681-ADCE-DF50AC310A14}"/>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6BDED072-DEC9-4E2B-9FD2-69D70854114E}"/>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01834239-CD18-4410-A160-589BE1A4368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71FD5F1E-53F6-4A17-BE79-6B3B63B0BC5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952A777-E27C-49F8-8C09-E61A81ECF3B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359249E-02B2-46C1-B6E9-BA7AD1445CE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769D111-D627-4E7E-9F8E-69045B12A2E8}"/>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284DC843-A24D-4BB7-A13C-C674F6E9666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F30B8B7E-E519-4D33-8B9D-513385DD1C4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B0FA73D-C244-4AFF-9483-327166514B7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E1B3EAE-3FB5-4214-A151-EA0703FE6C18}"/>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471D73D-377F-43B8-9B0B-5A439268FF15}"/>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69B77A82-5DEF-4259-9886-5F363879899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8E2D7A1C-2661-43FD-9E71-F5CE6997B4A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A003DDC-39D4-47C1-8343-4630C67E824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1FE31DC-2EF0-420C-9831-46939366236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C91E0AA3-9560-4597-9F95-CF5F2D6F8613}"/>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F99E0189-BA28-45B5-A641-5C279C170F37}"/>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180B1CC2-BDF2-4065-9C6C-32F7E4A2424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9295B0D4-788D-4EC2-8F94-FCE348FD64D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DEA751C-DB35-4347-B0BC-7B75CFA7300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7A8656A-BE3E-456F-99B0-7E4DB5F4891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662F175B-4EF7-49D3-B129-046D7060C539}"/>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02E582CE-9649-4F64-BC4D-E652DAB51B6D}"/>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1A331D56-B987-4F48-B0FD-710829559336}"/>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873E4A8E-9935-425C-B010-C561E705D58B}"/>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7678D77E-A01A-48C0-8C5B-CD9C96B56F9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BCA45E55-E53B-4D1F-93A5-344A4B5FD40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91509872-C230-4F72-B6F4-679EEACF9E8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9C1836F-5C8F-4D0D-B784-F6F273EF620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92C8646E-E881-4FD5-9CA4-03C7CA6CA9E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C85704B4-4779-4DE0-A21D-A41EA43D4C2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8AF3AB2F-72DC-4C8F-AEEE-95322FCA193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6B5AA6A5-2232-4BF0-A85D-FE8180CA78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104E653B-27E9-4F3B-A73F-A28D26CF4EC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519B5CB-C6BE-49E0-B8C3-58740787DD3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949A48C-023E-44BF-A37B-A8643AE4A6DB}"/>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8233C552-9197-4018-A465-960F4CEA5146}"/>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E97FEBB7-27AC-4584-B3B4-4959EC0F75E0}"/>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8AA6B109-EEDC-4A54-975B-0F97E5E7807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CE64034B-986B-419B-BBAB-3DDB3B653BB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891B262-5920-4654-903C-A4B2D6DCC4F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CBCCC08-169A-472D-A41D-73AF791245B5}"/>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ACBE52CA-D146-4379-9384-A9C9BBA206F1}"/>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118F177C-4A27-4BD4-87BA-295743B711BF}"/>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5E7986F-F4FF-405F-AA8F-5B41922A960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29E72C89-68B0-4391-8990-6971E44086D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451301F4-895D-477C-B4C0-6D8A1063ECB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4442F64-AB3E-4151-A2A8-09247B9AACE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5722FB11-BF84-405A-AFFB-B27DD1ECE645}"/>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58B078DF-FDBC-4939-AB78-7434E63D508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37DA031C-A2E5-4852-AE62-0570F89E127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00836AE-14C2-43F4-9E8F-E388F87D145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51FB315B-A7BA-44EF-AF11-FF9E9405B005}"/>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B58CB541-09C9-4C0A-858A-7992C6445507}"/>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05495EF-5EED-43FB-8458-8E7E349BD00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9A276B21-E35E-4778-BAA7-723ACA6D1BA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FDBA387-8012-4CA8-B95E-CB3BD5FAA47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d33ab4127c14a14" /><Relationship Type="http://schemas.openxmlformats.org/officeDocument/2006/relationships/slideLayout" Target="/ppt/slideLayouts/slideLayout1.xml" Id="R59b2d2ae1b784bfe" /><Relationship Type="http://schemas.openxmlformats.org/officeDocument/2006/relationships/slideLayout" Target="/ppt/slideLayouts/slideLayout2.xml" Id="R26a76f6d6e784bcb" /><Relationship Type="http://schemas.openxmlformats.org/officeDocument/2006/relationships/slideLayout" Target="/ppt/slideLayouts/slideLayout3.xml" Id="R9d0611d2539a4123" /><Relationship Type="http://schemas.openxmlformats.org/officeDocument/2006/relationships/slideLayout" Target="/ppt/slideLayouts/slideLayout4.xml" Id="Rf1f55a7e37a241e7" /><Relationship Type="http://schemas.openxmlformats.org/officeDocument/2006/relationships/slideLayout" Target="/ppt/slideLayouts/slideLayout5.xml" Id="Rb869c85f693f4a2d" /><Relationship Type="http://schemas.openxmlformats.org/officeDocument/2006/relationships/slideLayout" Target="/ppt/slideLayouts/slideLayout6.xml" Id="R1a907ba88c364218" /><Relationship Type="http://schemas.openxmlformats.org/officeDocument/2006/relationships/slideLayout" Target="/ppt/slideLayouts/slideLayout7.xml" Id="R28ac37c8b11840f3" /><Relationship Type="http://schemas.openxmlformats.org/officeDocument/2006/relationships/slideLayout" Target="/ppt/slideLayouts/slideLayout8.xml" Id="R6f03d5f2e54c4cdd" /><Relationship Type="http://schemas.openxmlformats.org/officeDocument/2006/relationships/slideLayout" Target="/ppt/slideLayouts/slideLayout9.xml" Id="R902df2ad3e1a4468" /><Relationship Type="http://schemas.openxmlformats.org/officeDocument/2006/relationships/slideLayout" Target="/ppt/slideLayouts/slideLayout10.xml" Id="Rd4cab1c37bea4c18" /><Relationship Type="http://schemas.openxmlformats.org/officeDocument/2006/relationships/slideLayout" Target="/ppt/slideLayouts/slideLayout11.xml" Id="R97fc43c406c94e48" /></Relationships>
</file>

<file path=ppt/slideMasters/slideMaster1.xml><?xml version="1.0" encoding="utf-8"?>
<p:sldMaster xmlns:a="http://schemas.openxmlformats.org/drawingml/2006/main" xmlns:ns2="http://schemas.microsoft.com/office/drawing/2014/main" xmlns:p="http://schemas.openxmlformats.org/presentationml/2006/main" xmlns:r="http://schemas.openxmlformats.org/officeDocument/2006/relationships">
  <p:cSld>
    <p:bg>
      <p:bgRef idx="1001">
        <a:schemeClr val="bg1"/>
      </p:bgRef>
    </p:bg>
    <p:spTree>
      <p:nvGrpSpPr>
        <p:cNvPr id="1" name=""/>
        <p:cNvGrpSpPr/>
        <p:nvPr/>
      </p:nvGrpSpPr>
      <p:grpSpPr>
        <a:xfrm/>
      </p:grpSpPr>
      <p:sp>
        <p:nvSpPr>
          <p:cNvPr id="2" name="Title Placeholder 1">
            <a:extLst>
              <a:ext uri="{FF2B5EF4-FFF2-40B4-BE49-F238E27FC236}">
                <ns2:creationId id="{CD7AAD72-C7DB-4DB1-B32D-28BCACD5B363}"/>
              </a:ext>
            </a:extLst>
          </p:cNvPr>
          <p:cNvSpPr>
            <a:spLocks noGrp="1"/>
          </p:cNvSpPr>
          <p:nvPr>
            <p:ph type="title" idx="0"/>
          </p:nvPr>
        </p:nvSpPr>
        <p:spPr>
          <a:xfrm>
            <a:off x="457200" y="274638"/>
            <a:ext cx="8229600" cy="1143000"/>
          </a:xfrm>
          <a:prstGeom prst="rect">
            <a:avLst/>
          </a:prstGeom>
        </p:spPr>
        <p:txBody>
          <a:bodyPr vert="horz" lIns="91440" tIns="45720" rIns="91440" bIns="45720" anchor="ctr">
            <a:normAutofit/>
          </a:bodyPr>
          <a:lstStyle/>
          <a:p>
            <a:r>
              <a:t>Click to edit Master title style</a:t>
            </a:r>
            <a:endParaRPr/>
          </a:p>
        </p:txBody>
      </p:sp>
      <p:sp>
        <p:nvSpPr>
          <p:cNvPr id="3" name="Text Placeholder 2">
            <a:extLst>
              <a:ext uri="{FF2B5EF4-FFF2-40B4-BE49-F238E27FC236}">
                <ns2:creationId id="{396EE06F-C1AC-4CB4-8FDD-DC42CE80E54E}"/>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endParaRPr/>
          </a:p>
        </p:txBody>
      </p:sp>
      <p:sp>
        <p:nvSpPr>
          <p:cNvPr id="4" name="Date Placeholder 3">
            <a:extLst>
              <a:ext uri="{FF2B5EF4-FFF2-40B4-BE49-F238E27FC236}">
                <ns2:creationId id="{87E61B60-6A8F-4AA5-89D6-A801022B3158}"/>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latin typeface="Alibaba PuHuiTi 3.0 55 Regular"/>
                <a:ea typeface="Alibaba PuHuiTi 3.0 55 Regular"/>
                <a:cs typeface="Alibaba PuHuiTi 3.0 55 Regular"/>
              </a:defRPr>
            </a:lvl1pPr>
          </a:lstStyle>
          <a:p>
            <a:fld id="{5BCAD085-E8A6-8845-BD4E-CB4CCA059FC4}" type="datetimeFigureOut">
              <a:t>1/27/13</a:t>
            </a:fld>
            <a:endParaRPr/>
          </a:p>
        </p:txBody>
      </p:sp>
      <p:sp>
        <p:nvSpPr>
          <p:cNvPr id="5" name="Footer Placeholder 4">
            <a:extLst>
              <a:ext uri="{FF2B5EF4-FFF2-40B4-BE49-F238E27FC236}">
                <ns2:creationId id="{A0A12A25-B136-4382-BED7-5894DC391C1C}"/>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latin typeface="Alibaba PuHuiTi 3.0 55 Regular"/>
                <a:ea typeface="Alibaba PuHuiTi 3.0 55 Regular"/>
                <a:cs typeface="Alibaba PuHuiTi 3.0 55 Regular"/>
              </a:defRPr>
            </a:lvl1pPr>
          </a:lstStyle>
          <a:p>
            <a:endParaRPr/>
          </a:p>
        </p:txBody>
      </p:sp>
      <p:sp>
        <p:nvSpPr>
          <p:cNvPr id="6" name="Slide Number Placeholder 5">
            <a:extLst>
              <a:ext uri="{FF2B5EF4-FFF2-40B4-BE49-F238E27FC236}">
                <ns2:creationId id="{76A7760D-185F-4DB6-871D-4D598F3403EF}"/>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latin typeface="Alibaba PuHuiTi 3.0 55 Regular"/>
                <a:ea typeface="Alibaba PuHuiTi 3.0 55 Regular"/>
                <a:cs typeface="Alibaba PuHuiTi 3.0 55 Regular"/>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59b2d2ae1b784bfe"/>
    <p:sldLayoutId id="2147483650" r:id="R26a76f6d6e784bcb"/>
    <p:sldLayoutId id="2147483651" r:id="R9d0611d2539a4123"/>
    <p:sldLayoutId id="2147483652" r:id="Rf1f55a7e37a241e7"/>
    <p:sldLayoutId id="2147483653" r:id="Rb869c85f693f4a2d"/>
    <p:sldLayoutId id="2147483654" r:id="R1a907ba88c364218"/>
    <p:sldLayoutId id="2147483655" r:id="R28ac37c8b11840f3"/>
    <p:sldLayoutId id="2147483656" r:id="R6f03d5f2e54c4cdd"/>
    <p:sldLayoutId id="2147483657" r:id="R902df2ad3e1a4468"/>
    <p:sldLayoutId id="2147483658" r:id="Rd4cab1c37bea4c18"/>
    <p:sldLayoutId id="2147483659" r:id="R97fc43c406c94e48"/>
  </p:sldLayoutIdLst>
  <p:txStyles>
    <p:titleStyle>
      <a:lvl1pPr algn="ctr" defTabSz="457200">
        <a:spcBef>
          <a:spcPct val="0"/>
        </a:spcBef>
        <a:buNone/>
        <a:defRPr sz="4400" kern="1200">
          <a:solidFill>
            <a:schemeClr val="tx1"/>
          </a:solidFill>
          <a:latin typeface="Alibaba PuHuiTi 3.0 55 Regular"/>
          <a:ea typeface="Alibaba PuHuiTi 3.0 55 Regular"/>
          <a:cs typeface="Alibaba PuHuiTi 3.0 55 Regular"/>
        </a:defRPr>
      </a:lvl1pPr>
    </p:titleStyle>
    <p:bodyStyle>
      <a:lvl1pPr marL="342900" indent="-342900" algn="l" defTabSz="457200">
        <a:spcBef>
          <a:spcPct val="20000"/>
        </a:spcBef>
        <a:buFont typeface="Arial"/>
        <a:buChar char="•"/>
        <a:defRPr sz="3200" kern="1200">
          <a:solidFill>
            <a:schemeClr val="tx1"/>
          </a:solidFill>
          <a:latin typeface="Alibaba PuHuiTi 3.0 55 Regular"/>
          <a:ea typeface="Alibaba PuHuiTi 3.0 55 Regular"/>
          <a:cs typeface="Alibaba PuHuiTi 3.0 55 Regular"/>
        </a:defRPr>
      </a:lvl1pPr>
      <a:lvl2pPr marL="742950" indent="-285750" algn="l" defTabSz="457200">
        <a:spcBef>
          <a:spcPct val="20000"/>
        </a:spcBef>
        <a:buFont typeface="Arial"/>
        <a:buChar char="–"/>
        <a:defRPr sz="2800" kern="1200">
          <a:solidFill>
            <a:schemeClr val="tx1"/>
          </a:solidFill>
          <a:latin typeface="Alibaba PuHuiTi 3.0 55 Regular"/>
          <a:ea typeface="Alibaba PuHuiTi 3.0 55 Regular"/>
          <a:cs typeface="Alibaba PuHuiTi 3.0 55 Regular"/>
        </a:defRPr>
      </a:lvl2pPr>
      <a:lvl3pPr marL="1143000" indent="-228600" algn="l" defTabSz="457200">
        <a:spcBef>
          <a:spcPct val="20000"/>
        </a:spcBef>
        <a:buFont typeface="Arial"/>
        <a:buChar char="•"/>
        <a:defRPr sz="2400" kern="1200">
          <a:solidFill>
            <a:schemeClr val="tx1"/>
          </a:solidFill>
          <a:latin typeface="Alibaba PuHuiTi 3.0 55 Regular"/>
          <a:ea typeface="Alibaba PuHuiTi 3.0 55 Regular"/>
          <a:cs typeface="Alibaba PuHuiTi 3.0 55 Regular"/>
        </a:defRPr>
      </a:lvl3pPr>
      <a:lvl4pPr marL="16002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4pPr>
      <a:lvl5pPr marL="20574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5pPr>
      <a:lvl6pPr marL="25146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6pPr>
      <a:lvl7pPr marL="29718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7pPr>
      <a:lvl8pPr marL="34290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8pPr>
      <a:lvl9pPr marL="38862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9pPr>
    </p:bodyStyle>
    <p:otherStyle>
      <a:lvl1pPr marL="0" algn="l" defTabSz="457200">
        <a:buNone/>
        <a:defRPr sz="1800" kern="1200">
          <a:solidFill>
            <a:schemeClr val="tx1"/>
          </a:solidFill>
          <a:latin typeface="Alibaba PuHuiTi 3.0 55 Regular"/>
          <a:ea typeface="Alibaba PuHuiTi 3.0 55 Regular"/>
          <a:cs typeface="Alibaba PuHuiTi 3.0 55 Regular"/>
        </a:defRPr>
      </a:lvl1pPr>
      <a:lvl2pPr marL="457200" algn="l" defTabSz="457200">
        <a:buNone/>
        <a:defRPr sz="1800" kern="1200">
          <a:solidFill>
            <a:schemeClr val="tx1"/>
          </a:solidFill>
          <a:latin typeface="Alibaba PuHuiTi 3.0 55 Regular"/>
          <a:ea typeface="Alibaba PuHuiTi 3.0 55 Regular"/>
          <a:cs typeface="Alibaba PuHuiTi 3.0 55 Regular"/>
        </a:defRPr>
      </a:lvl2pPr>
      <a:lvl3pPr marL="914400" algn="l" defTabSz="457200">
        <a:buNone/>
        <a:defRPr sz="1800" kern="1200">
          <a:solidFill>
            <a:schemeClr val="tx1"/>
          </a:solidFill>
          <a:latin typeface="Alibaba PuHuiTi 3.0 55 Regular"/>
          <a:ea typeface="Alibaba PuHuiTi 3.0 55 Regular"/>
          <a:cs typeface="Alibaba PuHuiTi 3.0 55 Regular"/>
        </a:defRPr>
      </a:lvl3pPr>
      <a:lvl4pPr marL="1371600" algn="l" defTabSz="457200">
        <a:buNone/>
        <a:defRPr sz="1800" kern="1200">
          <a:solidFill>
            <a:schemeClr val="tx1"/>
          </a:solidFill>
          <a:latin typeface="Alibaba PuHuiTi 3.0 55 Regular"/>
          <a:ea typeface="Alibaba PuHuiTi 3.0 55 Regular"/>
          <a:cs typeface="Alibaba PuHuiTi 3.0 55 Regular"/>
        </a:defRPr>
      </a:lvl4pPr>
      <a:lvl5pPr marL="1828800" algn="l" defTabSz="457200">
        <a:buNone/>
        <a:defRPr sz="1800" kern="1200">
          <a:solidFill>
            <a:schemeClr val="tx1"/>
          </a:solidFill>
          <a:latin typeface="Alibaba PuHuiTi 3.0 55 Regular"/>
          <a:ea typeface="Alibaba PuHuiTi 3.0 55 Regular"/>
          <a:cs typeface="Alibaba PuHuiTi 3.0 55 Regular"/>
        </a:defRPr>
      </a:lvl5pPr>
      <a:lvl6pPr marL="2286000" algn="l" defTabSz="457200">
        <a:buNone/>
        <a:defRPr sz="1800" kern="1200">
          <a:solidFill>
            <a:schemeClr val="tx1"/>
          </a:solidFill>
          <a:latin typeface="Alibaba PuHuiTi 3.0 55 Regular"/>
          <a:ea typeface="Alibaba PuHuiTi 3.0 55 Regular"/>
          <a:cs typeface="Alibaba PuHuiTi 3.0 55 Regular"/>
        </a:defRPr>
      </a:lvl6pPr>
      <a:lvl7pPr marL="2743200" algn="l" defTabSz="457200">
        <a:buNone/>
        <a:defRPr sz="1800" kern="1200">
          <a:solidFill>
            <a:schemeClr val="tx1"/>
          </a:solidFill>
          <a:latin typeface="Alibaba PuHuiTi 3.0 55 Regular"/>
          <a:ea typeface="Alibaba PuHuiTi 3.0 55 Regular"/>
          <a:cs typeface="Alibaba PuHuiTi 3.0 55 Regular"/>
        </a:defRPr>
      </a:lvl7pPr>
      <a:lvl8pPr marL="3200400" algn="l" defTabSz="457200">
        <a:buNone/>
        <a:defRPr sz="1800" kern="1200">
          <a:solidFill>
            <a:schemeClr val="tx1"/>
          </a:solidFill>
          <a:latin typeface="Alibaba PuHuiTi 3.0 55 Regular"/>
          <a:ea typeface="Alibaba PuHuiTi 3.0 55 Regular"/>
          <a:cs typeface="Alibaba PuHuiTi 3.0 55 Regular"/>
        </a:defRPr>
      </a:lvl8pPr>
      <a:lvl9pPr marL="3657600" algn="l" defTabSz="457200">
        <a:buNone/>
        <a:defRPr sz="1800" kern="1200">
          <a:solidFill>
            <a:schemeClr val="tx1"/>
          </a:solidFill>
          <a:latin typeface="Alibaba PuHuiTi 3.0 55 Regular"/>
          <a:ea typeface="Alibaba PuHuiTi 3.0 55 Regular"/>
          <a:cs typeface="Alibaba PuHuiTi 3.0 55 Regular"/>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libaba PuHuiTi 3.0 115 Black"/>
        <a:ea typeface="Alibaba PuHuiTi 3.0 115 Black"/>
        <a:cs typeface="Alibaba PuHuiTi 3.0 115 Black"/>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libaba PuHuiTi 3.0 55 Regular"/>
        <a:ea typeface="Alibaba PuHuiTi 3.0 55 Regular"/>
        <a:cs typeface="Alibaba PuHuiTi 3.0 55 Regular"/>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0ed2b327967e44f0" /><Relationship Type="http://schemas.openxmlformats.org/officeDocument/2006/relationships/notesSlide" Target="/ppt/notesSlides/notesSlide1.xml" Id="R5d519dd3453f41a7"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6e142cb11db24968" /><Relationship Type="http://schemas.openxmlformats.org/officeDocument/2006/relationships/image" Target="/ppt/media/image.png" Id="R0dfba78d551e4951" /><Relationship Type="http://schemas.openxmlformats.org/officeDocument/2006/relationships/notesSlide" Target="/ppt/notesSlides/notesSlide2.xml" Id="R7cf800e106b842ce"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8d73fc226bcc4651" /><Relationship Type="http://schemas.openxmlformats.org/officeDocument/2006/relationships/image" Target="/ppt/media/image2.png" Id="Rd2f2eb62ecef4d40" /><Relationship Type="http://schemas.openxmlformats.org/officeDocument/2006/relationships/notesSlide" Target="/ppt/notesSlides/notesSlide3.xml" Id="R90a6b3fcff4b4659"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be907397051b497a" /><Relationship Type="http://schemas.openxmlformats.org/officeDocument/2006/relationships/notesSlide" Target="/ppt/notesSlides/notesSlide4.xml" Id="R242e8cea033541ed"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7d8a2cc46df146fc" /><Relationship Type="http://schemas.openxmlformats.org/officeDocument/2006/relationships/notesSlide" Target="/ppt/notesSlides/notesSlide5.xml" Id="Rcb739b95d5814278"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6502b0b458814833" /><Relationship Type="http://schemas.openxmlformats.org/officeDocument/2006/relationships/notesSlide" Target="/ppt/notesSlides/notesSlide6.xml" Id="Rb955456e279d4c49"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6df865b7099b4ec5" /><Relationship Type="http://schemas.openxmlformats.org/officeDocument/2006/relationships/notesSlide" Target="/ppt/notesSlides/notesSlide7.xml" Id="R155e89e161684211"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b185b8ef50454766" /><Relationship Type="http://schemas.openxmlformats.org/officeDocument/2006/relationships/notesSlide" Target="/ppt/notesSlides/notesSlide8.xml" Id="R00dd330d66a84762"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e2249a610b4f4c90" /><Relationship Type="http://schemas.openxmlformats.org/officeDocument/2006/relationships/image" Target="/ppt/media/image3.png" Id="Rcaceab1411fd40cc" /><Relationship Type="http://schemas.openxmlformats.org/officeDocument/2006/relationships/notesSlide" Target="/ppt/notesSlides/notesSlide9.xml" Id="R6d7f00b3a250417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94e22ec2ab96499d" /><Relationship Type="http://schemas.openxmlformats.org/officeDocument/2006/relationships/notesSlide" Target="/ppt/notesSlides/notesSlide10.xml" Id="Rbf2bca82ac65405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e6fe7d0931624b97" /><Relationship Type="http://schemas.openxmlformats.org/officeDocument/2006/relationships/notesSlide" Target="/ppt/notesSlides/notesSlide11.xml" Id="R73433efb98aa4e8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cfd0a4a096234378" /><Relationship Type="http://schemas.openxmlformats.org/officeDocument/2006/relationships/notesSlide" Target="/ppt/notesSlides/notesSlide12.xml" Id="R338256daf61c464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e67ed821daf346f8" /><Relationship Type="http://schemas.openxmlformats.org/officeDocument/2006/relationships/notesSlide" Target="/ppt/notesSlides/notesSlide13.xml" Id="R1f4794736eff428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8bd7fd4941c34a78" /><Relationship Type="http://schemas.openxmlformats.org/officeDocument/2006/relationships/notesSlide" Target="/ppt/notesSlides/notesSlide14.xml" Id="R5dc7ac626e45420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c0b40bdb589640cb" /><Relationship Type="http://schemas.openxmlformats.org/officeDocument/2006/relationships/notesSlide" Target="/ppt/notesSlides/notesSlide15.xml" Id="R4f0c51c6f3b34ac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ff0615d6512349d9" /><Relationship Type="http://schemas.openxmlformats.org/officeDocument/2006/relationships/notesSlide" Target="/ppt/notesSlides/notesSlide16.xml" Id="Rc0790dc5a32a4e9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1d6e9818d1a84480" /><Relationship Type="http://schemas.openxmlformats.org/officeDocument/2006/relationships/notesSlide" Target="/ppt/notesSlides/notesSlide17.xml" Id="Re7243f706c65455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d4300b326d454a96" /><Relationship Type="http://schemas.openxmlformats.org/officeDocument/2006/relationships/notesSlide" Target="/ppt/notesSlides/notesSlide18.xml" Id="Ree858aa652d44f2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47c38bd512dc4aa3" /><Relationship Type="http://schemas.openxmlformats.org/officeDocument/2006/relationships/notesSlide" Target="/ppt/notesSlides/notesSlide19.xml" Id="R2eaf16f6aea0493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c13a35c2fe6547f4" /><Relationship Type="http://schemas.openxmlformats.org/officeDocument/2006/relationships/notesSlide" Target="/ppt/notesSlides/notesSlide20.xml" Id="R3fd5683b03b1481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3c4990acc4814fe8" /><Relationship Type="http://schemas.openxmlformats.org/officeDocument/2006/relationships/notesSlide" Target="/ppt/notesSlides/notesSlide21.xml" Id="R6b09ef539d69402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7.xml" Id="R78aa595c1fad4beb" /><Relationship Type="http://schemas.openxmlformats.org/officeDocument/2006/relationships/notesSlide" Target="/ppt/notesSlides/notesSlide22.xml" Id="R7e706756f4f24e6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7.xml" Id="Rc172b0cae0304930" /><Relationship Type="http://schemas.openxmlformats.org/officeDocument/2006/relationships/notesSlide" Target="/ppt/notesSlides/notesSlide23.xml" Id="R4ab4138eccf8499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7.xml" Id="R7d208215e3054ba2" /><Relationship Type="http://schemas.openxmlformats.org/officeDocument/2006/relationships/notesSlide" Target="/ppt/notesSlides/notesSlide24.xml" Id="R75f46bc2ee4e42a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7.xml" Id="R654b5bb31e3a4d05" /><Relationship Type="http://schemas.openxmlformats.org/officeDocument/2006/relationships/notesSlide" Target="/ppt/notesSlides/notesSlide25.xml" Id="R22c5f444e259460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7.xml" Id="R42f275a1703a4457" /><Relationship Type="http://schemas.openxmlformats.org/officeDocument/2006/relationships/notesSlide" Target="/ppt/notesSlides/notesSlide26.xml" Id="R77a1f9a815a34cc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7.xml" Id="R8ab2a7444d2d44b5" /><Relationship Type="http://schemas.openxmlformats.org/officeDocument/2006/relationships/notesSlide" Target="/ppt/notesSlides/notesSlide27.xml" Id="R6f418338a5da491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7.xml" Id="R59515af0e22e4f35" /><Relationship Type="http://schemas.openxmlformats.org/officeDocument/2006/relationships/notesSlide" Target="/ppt/notesSlides/notesSlide28.xml" Id="Ra584e7d861e945f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7.xml" Id="R3367c6dcdfa949ca" /><Relationship Type="http://schemas.openxmlformats.org/officeDocument/2006/relationships/notesSlide" Target="/ppt/notesSlides/notesSlide29.xml" Id="Rec86dcf6a67c499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7.xml" Id="R9e5ab36c8bed436f" /><Relationship Type="http://schemas.openxmlformats.org/officeDocument/2006/relationships/notesSlide" Target="/ppt/notesSlides/notesSlide30.xml" Id="R15c5a9102a724c4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7.xml" Id="Rf699f97af69e4d37" /><Relationship Type="http://schemas.openxmlformats.org/officeDocument/2006/relationships/notesSlide" Target="/ppt/notesSlides/notesSlide31.xml" Id="R08ebe4c03c6b46f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7.xml" Id="R19d619418e91454b" /><Relationship Type="http://schemas.openxmlformats.org/officeDocument/2006/relationships/notesSlide" Target="/ppt/notesSlides/notesSlide32.xml" Id="R4773c706e07645c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7.xml" Id="Rd4f2682e438a419d" /><Relationship Type="http://schemas.openxmlformats.org/officeDocument/2006/relationships/notesSlide" Target="/ppt/notesSlides/notesSlide33.xml" Id="Rd9a8866ea9374ecf" /></Relationships>
</file>

<file path=ppt/slides/_rels/slide34.xml.rels>&#65279;<?xml version="1.0" encoding="utf-8"?><Relationships xmlns="http://schemas.openxmlformats.org/package/2006/relationships"><Relationship Type="http://schemas.openxmlformats.org/officeDocument/2006/relationships/slideLayout" Target="/ppt/slideLayouts/slideLayout7.xml" Id="R84375cb624a647ff" /><Relationship Type="http://schemas.openxmlformats.org/officeDocument/2006/relationships/notesSlide" Target="/ppt/notesSlides/notesSlide34.xml" Id="Rf268237695a9425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7.xml" Id="R8178e404b1b244c9" /><Relationship Type="http://schemas.openxmlformats.org/officeDocument/2006/relationships/notesSlide" Target="/ppt/notesSlides/notesSlide35.xml" Id="R3d6c270a8bc14b5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7.xml" Id="R7873a63606ce4889" /><Relationship Type="http://schemas.openxmlformats.org/officeDocument/2006/relationships/notesSlide" Target="/ppt/notesSlides/notesSlide36.xml" Id="R1d2395fdd9c34b5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7.xml" Id="Reae50be6b60941e0" /><Relationship Type="http://schemas.openxmlformats.org/officeDocument/2006/relationships/notesSlide" Target="/ppt/notesSlides/notesSlide37.xml" Id="R09c66d6d854e4f7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7.xml" Id="R0af98063811545ea" /><Relationship Type="http://schemas.openxmlformats.org/officeDocument/2006/relationships/notesSlide" Target="/ppt/notesSlides/notesSlide38.xml" Id="R02c42a876041493f" /></Relationships>
</file>

<file path=ppt/slides/_rels/slide39.xml.rels>&#65279;<?xml version="1.0" encoding="utf-8"?><Relationships xmlns="http://schemas.openxmlformats.org/package/2006/relationships"><Relationship Type="http://schemas.openxmlformats.org/officeDocument/2006/relationships/slideLayout" Target="/ppt/slideLayouts/slideLayout7.xml" Id="R4e743d75854e434c" /><Relationship Type="http://schemas.openxmlformats.org/officeDocument/2006/relationships/notesSlide" Target="/ppt/notesSlides/notesSlide39.xml" Id="Ra18678de4a434ce8" /></Relationships>
</file>

<file path=ppt/slides/_rels/slide40.xml.rels>&#65279;<?xml version="1.0" encoding="utf-8"?><Relationships xmlns="http://schemas.openxmlformats.org/package/2006/relationships"><Relationship Type="http://schemas.openxmlformats.org/officeDocument/2006/relationships/slideLayout" Target="/ppt/slideLayouts/slideLayout7.xml" Id="Rd615dc37a841449b" /><Relationship Type="http://schemas.openxmlformats.org/officeDocument/2006/relationships/notesSlide" Target="/ppt/notesSlides/notesSlide40.xml" Id="R9c5123ffba4a49cc" /></Relationships>
</file>

<file path=ppt/slides/_rels/slide41.xml.rels>&#65279;<?xml version="1.0" encoding="utf-8"?><Relationships xmlns="http://schemas.openxmlformats.org/package/2006/relationships"><Relationship Type="http://schemas.openxmlformats.org/officeDocument/2006/relationships/slideLayout" Target="/ppt/slideLayouts/slideLayout7.xml" Id="R5974b9a6a698419a" /><Relationship Type="http://schemas.openxmlformats.org/officeDocument/2006/relationships/notesSlide" Target="/ppt/notesSlides/notesSlide41.xml" Id="R0de670483c3047ee" /></Relationships>
</file>

<file path=ppt/slides/_rels/slide42.xml.rels>&#65279;<?xml version="1.0" encoding="utf-8"?><Relationships xmlns="http://schemas.openxmlformats.org/package/2006/relationships"><Relationship Type="http://schemas.openxmlformats.org/officeDocument/2006/relationships/slideLayout" Target="/ppt/slideLayouts/slideLayout7.xml" Id="R3e95d59340b045ab" /><Relationship Type="http://schemas.openxmlformats.org/officeDocument/2006/relationships/notesSlide" Target="/ppt/notesSlides/notesSlide42.xml" Id="R6146d66cb3be4ee4" /></Relationships>
</file>

<file path=ppt/slides/_rels/slide43.xml.rels>&#65279;<?xml version="1.0" encoding="utf-8"?><Relationships xmlns="http://schemas.openxmlformats.org/package/2006/relationships"><Relationship Type="http://schemas.openxmlformats.org/officeDocument/2006/relationships/slideLayout" Target="/ppt/slideLayouts/slideLayout7.xml" Id="Rdce6f90230eb433c" /><Relationship Type="http://schemas.openxmlformats.org/officeDocument/2006/relationships/notesSlide" Target="/ppt/notesSlides/notesSlide43.xml" Id="R6e4b419f32394091" /></Relationships>
</file>

<file path=ppt/slides/_rels/slide44.xml.rels>&#65279;<?xml version="1.0" encoding="utf-8"?><Relationships xmlns="http://schemas.openxmlformats.org/package/2006/relationships"><Relationship Type="http://schemas.openxmlformats.org/officeDocument/2006/relationships/slideLayout" Target="/ppt/slideLayouts/slideLayout7.xml" Id="Rd59e7c54590046c0" /><Relationship Type="http://schemas.openxmlformats.org/officeDocument/2006/relationships/notesSlide" Target="/ppt/notesSlides/notesSlide44.xml" Id="Re074b7f9556549c3" /></Relationships>
</file>

<file path=ppt/slides/_rels/slide45.xml.rels>&#65279;<?xml version="1.0" encoding="utf-8"?><Relationships xmlns="http://schemas.openxmlformats.org/package/2006/relationships"><Relationship Type="http://schemas.openxmlformats.org/officeDocument/2006/relationships/slideLayout" Target="/ppt/slideLayouts/slideLayout7.xml" Id="Rcbb98c44caf64e02" /><Relationship Type="http://schemas.openxmlformats.org/officeDocument/2006/relationships/notesSlide" Target="/ppt/notesSlides/notesSlide45.xml" Id="R35fa5e60f23f4250" /></Relationships>
</file>

<file path=ppt/slides/_rels/slide46.xml.rels>&#65279;<?xml version="1.0" encoding="utf-8"?><Relationships xmlns="http://schemas.openxmlformats.org/package/2006/relationships"><Relationship Type="http://schemas.openxmlformats.org/officeDocument/2006/relationships/slideLayout" Target="/ppt/slideLayouts/slideLayout7.xml" Id="Rbac4c67fd35447ba" /><Relationship Type="http://schemas.openxmlformats.org/officeDocument/2006/relationships/notesSlide" Target="/ppt/notesSlides/notesSlide46.xml" Id="R9d530222feeb4ed6" /></Relationships>
</file>

<file path=ppt/slides/_rels/slide47.xml.rels>&#65279;<?xml version="1.0" encoding="utf-8"?><Relationships xmlns="http://schemas.openxmlformats.org/package/2006/relationships"><Relationship Type="http://schemas.openxmlformats.org/officeDocument/2006/relationships/slideLayout" Target="/ppt/slideLayouts/slideLayout7.xml" Id="Rf4578d6f23904423" /><Relationship Type="http://schemas.openxmlformats.org/officeDocument/2006/relationships/notesSlide" Target="/ppt/notesSlides/notesSlide47.xml" Id="Rdac7c6c321d847ac" /></Relationships>
</file>

<file path=ppt/slides/_rels/slide48.xml.rels>&#65279;<?xml version="1.0" encoding="utf-8"?><Relationships xmlns="http://schemas.openxmlformats.org/package/2006/relationships"><Relationship Type="http://schemas.openxmlformats.org/officeDocument/2006/relationships/slideLayout" Target="/ppt/slideLayouts/slideLayout7.xml" Id="R6b8b853d7f6340ec" /><Relationship Type="http://schemas.openxmlformats.org/officeDocument/2006/relationships/notesSlide" Target="/ppt/notesSlides/notesSlide48.xml" Id="Ra99f6a67610549b8" /></Relationships>
</file>

<file path=ppt/slides/_rels/slide49.xml.rels>&#65279;<?xml version="1.0" encoding="utf-8"?><Relationships xmlns="http://schemas.openxmlformats.org/package/2006/relationships"><Relationship Type="http://schemas.openxmlformats.org/officeDocument/2006/relationships/slideLayout" Target="/ppt/slideLayouts/slideLayout7.xml" Id="R3391a0f620354e1e" /><Relationship Type="http://schemas.openxmlformats.org/officeDocument/2006/relationships/notesSlide" Target="/ppt/notesSlides/notesSlide49.xml" Id="Rf22a30e3437a4386" /></Relationships>
</file>

<file path=ppt/slides/_rels/slide50.xml.rels>&#65279;<?xml version="1.0" encoding="utf-8"?><Relationships xmlns="http://schemas.openxmlformats.org/package/2006/relationships"><Relationship Type="http://schemas.openxmlformats.org/officeDocument/2006/relationships/slideLayout" Target="/ppt/slideLayouts/slideLayout7.xml" Id="Rd3083540a9774593" /><Relationship Type="http://schemas.openxmlformats.org/officeDocument/2006/relationships/notesSlide" Target="/ppt/notesSlides/notesSlide50.xml" Id="R9c89e5a72d544aac" /></Relationships>
</file>

<file path=ppt/slides/_rels/slide51.xml.rels>&#65279;<?xml version="1.0" encoding="utf-8"?><Relationships xmlns="http://schemas.openxmlformats.org/package/2006/relationships"><Relationship Type="http://schemas.openxmlformats.org/officeDocument/2006/relationships/slideLayout" Target="/ppt/slideLayouts/slideLayout7.xml" Id="R8579672562314976" /><Relationship Type="http://schemas.openxmlformats.org/officeDocument/2006/relationships/notesSlide" Target="/ppt/notesSlides/notesSlide51.xml" Id="R6bb3666250f54fed" /></Relationships>
</file>

<file path=ppt/slides/_rels/slide52.xml.rels>&#65279;<?xml version="1.0" encoding="utf-8"?><Relationships xmlns="http://schemas.openxmlformats.org/package/2006/relationships"><Relationship Type="http://schemas.openxmlformats.org/officeDocument/2006/relationships/slideLayout" Target="/ppt/slideLayouts/slideLayout7.xml" Id="R01a230a997314c7a" /><Relationship Type="http://schemas.openxmlformats.org/officeDocument/2006/relationships/notesSlide" Target="/ppt/notesSlides/notesSlide52.xml" Id="R514f27d77ebb482c" /></Relationships>
</file>

<file path=ppt/slides/_rels/slide53.xml.rels>&#65279;<?xml version="1.0" encoding="utf-8"?><Relationships xmlns="http://schemas.openxmlformats.org/package/2006/relationships"><Relationship Type="http://schemas.openxmlformats.org/officeDocument/2006/relationships/slideLayout" Target="/ppt/slideLayouts/slideLayout7.xml" Id="Rb897791e879d4ff6" /><Relationship Type="http://schemas.openxmlformats.org/officeDocument/2006/relationships/notesSlide" Target="/ppt/notesSlides/notesSlide53.xml" Id="Rd0239c959f08453b" /></Relationships>
</file>

<file path=ppt/slides/_rels/slide54.xml.rels>&#65279;<?xml version="1.0" encoding="utf-8"?><Relationships xmlns="http://schemas.openxmlformats.org/package/2006/relationships"><Relationship Type="http://schemas.openxmlformats.org/officeDocument/2006/relationships/slideLayout" Target="/ppt/slideLayouts/slideLayout7.xml" Id="R598253327404474a" /><Relationship Type="http://schemas.openxmlformats.org/officeDocument/2006/relationships/notesSlide" Target="/ppt/notesSlides/notesSlide54.xml" Id="Rb015f78d4a284fd7" /></Relationships>
</file>

<file path=ppt/slides/_rels/slide55.xml.rels>&#65279;<?xml version="1.0" encoding="utf-8"?><Relationships xmlns="http://schemas.openxmlformats.org/package/2006/relationships"><Relationship Type="http://schemas.openxmlformats.org/officeDocument/2006/relationships/slideLayout" Target="/ppt/slideLayouts/slideLayout7.xml" Id="R85d4c69d94234c83" /><Relationship Type="http://schemas.openxmlformats.org/officeDocument/2006/relationships/notesSlide" Target="/ppt/notesSlides/notesSlide55.xml" Id="R749782796e01432e" /></Relationships>
</file>

<file path=ppt/slides/_rels/slide56.xml.rels>&#65279;<?xml version="1.0" encoding="utf-8"?><Relationships xmlns="http://schemas.openxmlformats.org/package/2006/relationships"><Relationship Type="http://schemas.openxmlformats.org/officeDocument/2006/relationships/slideLayout" Target="/ppt/slideLayouts/slideLayout7.xml" Id="Reb2118c98e4847ba" /><Relationship Type="http://schemas.openxmlformats.org/officeDocument/2006/relationships/notesSlide" Target="/ppt/notesSlides/notesSlide56.xml" Id="R136b941984a74602" /></Relationships>
</file>

<file path=ppt/slides/_rels/slide57.xml.rels>&#65279;<?xml version="1.0" encoding="utf-8"?><Relationships xmlns="http://schemas.openxmlformats.org/package/2006/relationships"><Relationship Type="http://schemas.openxmlformats.org/officeDocument/2006/relationships/slideLayout" Target="/ppt/slideLayouts/slideLayout7.xml" Id="R082e174c346d43bb" /><Relationship Type="http://schemas.openxmlformats.org/officeDocument/2006/relationships/notesSlide" Target="/ppt/notesSlides/notesSlide57.xml" Id="Rf9f942271d47497f" /></Relationships>
</file>

<file path=ppt/slides/_rels/slide58.xml.rels>&#65279;<?xml version="1.0" encoding="utf-8"?><Relationships xmlns="http://schemas.openxmlformats.org/package/2006/relationships"><Relationship Type="http://schemas.openxmlformats.org/officeDocument/2006/relationships/slideLayout" Target="/ppt/slideLayouts/slideLayout7.xml" Id="R962848fe86fe41b0" /><Relationship Type="http://schemas.openxmlformats.org/officeDocument/2006/relationships/notesSlide" Target="/ppt/notesSlides/notesSlide58.xml" Id="R3882467379e042ba" /></Relationships>
</file>

<file path=ppt/slides/_rels/slide59.xml.rels>&#65279;<?xml version="1.0" encoding="utf-8"?><Relationships xmlns="http://schemas.openxmlformats.org/package/2006/relationships"><Relationship Type="http://schemas.openxmlformats.org/officeDocument/2006/relationships/slideLayout" Target="/ppt/slideLayouts/slideLayout7.xml" Id="R88a681e2ea6e439d" /><Relationship Type="http://schemas.openxmlformats.org/officeDocument/2006/relationships/notesSlide" Target="/ppt/notesSlides/notesSlide59.xml" Id="R385d4979f7bc4bd2" /></Relationships>
</file>

<file path=ppt/slides/_rels/slide60.xml.rels>&#65279;<?xml version="1.0" encoding="utf-8"?><Relationships xmlns="http://schemas.openxmlformats.org/package/2006/relationships"><Relationship Type="http://schemas.openxmlformats.org/officeDocument/2006/relationships/slideLayout" Target="/ppt/slideLayouts/slideLayout7.xml" Id="Rf7e66834a77142e9" /><Relationship Type="http://schemas.openxmlformats.org/officeDocument/2006/relationships/notesSlide" Target="/ppt/notesSlides/notesSlide60.xml" Id="Rb99648e7c6174a51" /></Relationships>
</file>

<file path=ppt/slides/_rels/slide61.xml.rels>&#65279;<?xml version="1.0" encoding="utf-8"?><Relationships xmlns="http://schemas.openxmlformats.org/package/2006/relationships"><Relationship Type="http://schemas.openxmlformats.org/officeDocument/2006/relationships/slideLayout" Target="/ppt/slideLayouts/slideLayout7.xml" Id="R8de149526eec4cfc" /><Relationship Type="http://schemas.openxmlformats.org/officeDocument/2006/relationships/notesSlide" Target="/ppt/notesSlides/notesSlide61.xml" Id="R3dc9f3a95b174c74" /></Relationships>
</file>

<file path=ppt/slides/_rels/slide62.xml.rels>&#65279;<?xml version="1.0" encoding="utf-8"?><Relationships xmlns="http://schemas.openxmlformats.org/package/2006/relationships"><Relationship Type="http://schemas.openxmlformats.org/officeDocument/2006/relationships/slideLayout" Target="/ppt/slideLayouts/slideLayout7.xml" Id="R5eecfbe22ab44e1a" /><Relationship Type="http://schemas.openxmlformats.org/officeDocument/2006/relationships/notesSlide" Target="/ppt/notesSlides/notesSlide62.xml" Id="R61c1904763984185" /></Relationships>
</file>

<file path=ppt/slides/_rels/slide63.xml.rels>&#65279;<?xml version="1.0" encoding="utf-8"?><Relationships xmlns="http://schemas.openxmlformats.org/package/2006/relationships"><Relationship Type="http://schemas.openxmlformats.org/officeDocument/2006/relationships/slideLayout" Target="/ppt/slideLayouts/slideLayout7.xml" Id="R8ca1a36ac0c44e8a" /><Relationship Type="http://schemas.openxmlformats.org/officeDocument/2006/relationships/notesSlide" Target="/ppt/notesSlides/notesSlide63.xml" Id="R5edfef5661944e15" /></Relationships>
</file>

<file path=ppt/slides/_rels/slide64.xml.rels>&#65279;<?xml version="1.0" encoding="utf-8"?><Relationships xmlns="http://schemas.openxmlformats.org/package/2006/relationships"><Relationship Type="http://schemas.openxmlformats.org/officeDocument/2006/relationships/slideLayout" Target="/ppt/slideLayouts/slideLayout7.xml" Id="Rc5476cecfaed45f2" /><Relationship Type="http://schemas.openxmlformats.org/officeDocument/2006/relationships/notesSlide" Target="/ppt/notesSlides/notesSlide64.xml" Id="R6aa77a5a3be34b58" /></Relationships>
</file>

<file path=ppt/slides/_rels/slide65.xml.rels>&#65279;<?xml version="1.0" encoding="utf-8"?><Relationships xmlns="http://schemas.openxmlformats.org/package/2006/relationships"><Relationship Type="http://schemas.openxmlformats.org/officeDocument/2006/relationships/slideLayout" Target="/ppt/slideLayouts/slideLayout7.xml" Id="R654d4b2985e54f69" /><Relationship Type="http://schemas.openxmlformats.org/officeDocument/2006/relationships/notesSlide" Target="/ppt/notesSlides/notesSlide65.xml" Id="R6eed2ab7a89041eb" /></Relationships>
</file>

<file path=ppt/slides/_rels/slide66.xml.rels>&#65279;<?xml version="1.0" encoding="utf-8"?><Relationships xmlns="http://schemas.openxmlformats.org/package/2006/relationships"><Relationship Type="http://schemas.openxmlformats.org/officeDocument/2006/relationships/slideLayout" Target="/ppt/slideLayouts/slideLayout7.xml" Id="R92f321a86c6a4b5f" /><Relationship Type="http://schemas.openxmlformats.org/officeDocument/2006/relationships/notesSlide" Target="/ppt/notesSlides/notesSlide66.xml" Id="Rf293de34ed0b4f0e" /></Relationships>
</file>

<file path=ppt/slides/_rels/slide67.xml.rels>&#65279;<?xml version="1.0" encoding="utf-8"?><Relationships xmlns="http://schemas.openxmlformats.org/package/2006/relationships"><Relationship Type="http://schemas.openxmlformats.org/officeDocument/2006/relationships/slideLayout" Target="/ppt/slideLayouts/slideLayout7.xml" Id="R3f8263d7c9724b9b" /><Relationship Type="http://schemas.openxmlformats.org/officeDocument/2006/relationships/notesSlide" Target="/ppt/notesSlides/notesSlide67.xml" Id="Rc539d4d98fd24afb" /></Relationships>
</file>

<file path=ppt/slides/_rels/slide68.xml.rels>&#65279;<?xml version="1.0" encoding="utf-8"?><Relationships xmlns="http://schemas.openxmlformats.org/package/2006/relationships"><Relationship Type="http://schemas.openxmlformats.org/officeDocument/2006/relationships/slideLayout" Target="/ppt/slideLayouts/slideLayout7.xml" Id="R751bcc34f05b48b3" /><Relationship Type="http://schemas.openxmlformats.org/officeDocument/2006/relationships/notesSlide" Target="/ppt/notesSlides/notesSlide68.xml" Id="Reca66404bea6452e" /></Relationships>
</file>

<file path=ppt/slides/_rels/slide69.xml.rels>&#65279;<?xml version="1.0" encoding="utf-8"?><Relationships xmlns="http://schemas.openxmlformats.org/package/2006/relationships"><Relationship Type="http://schemas.openxmlformats.org/officeDocument/2006/relationships/slideLayout" Target="/ppt/slideLayouts/slideLayout7.xml" Id="R70f589fc01874789" /><Relationship Type="http://schemas.openxmlformats.org/officeDocument/2006/relationships/notesSlide" Target="/ppt/notesSlides/notesSlide69.xml" Id="R6ea01ab6ae52444d" /></Relationships>
</file>

<file path=ppt/slides/_rels/slide70.xml.rels>&#65279;<?xml version="1.0" encoding="utf-8"?><Relationships xmlns="http://schemas.openxmlformats.org/package/2006/relationships"><Relationship Type="http://schemas.openxmlformats.org/officeDocument/2006/relationships/slideLayout" Target="/ppt/slideLayouts/slideLayout7.xml" Id="Rb648e6540b9548e0" /><Relationship Type="http://schemas.openxmlformats.org/officeDocument/2006/relationships/notesSlide" Target="/ppt/notesSlides/notesSlide70.xml" Id="Rc243cd85fb624362" /></Relationships>
</file>

<file path=ppt/slides/_rels/slide71.xml.rels>&#65279;<?xml version="1.0" encoding="utf-8"?><Relationships xmlns="http://schemas.openxmlformats.org/package/2006/relationships"><Relationship Type="http://schemas.openxmlformats.org/officeDocument/2006/relationships/slideLayout" Target="/ppt/slideLayouts/slideLayout7.xml" Id="Rdad78267f1814f97" /><Relationship Type="http://schemas.openxmlformats.org/officeDocument/2006/relationships/image" Target="/ppt/media/image4.png" Id="R309c34ce2f844be0" /><Relationship Type="http://schemas.openxmlformats.org/officeDocument/2006/relationships/image" Target="/ppt/media/image5.png" Id="R58729d6714db438d" /><Relationship Type="http://schemas.openxmlformats.org/officeDocument/2006/relationships/notesSlide" Target="/ppt/notesSlides/notesSlide71.xml" Id="R9dcdcca197794a3f" /></Relationships>
</file>

<file path=ppt/slides/_rels/slide72.xml.rels>&#65279;<?xml version="1.0" encoding="utf-8"?><Relationships xmlns="http://schemas.openxmlformats.org/package/2006/relationships"><Relationship Type="http://schemas.openxmlformats.org/officeDocument/2006/relationships/slideLayout" Target="/ppt/slideLayouts/slideLayout7.xml" Id="Ra7b7cf4c14cc4221" /><Relationship Type="http://schemas.openxmlformats.org/officeDocument/2006/relationships/image" Target="/ppt/media/image6.png" Id="R94a9248d1b734f60" /><Relationship Type="http://schemas.openxmlformats.org/officeDocument/2006/relationships/image" Target="/ppt/media/image7.png" Id="R964eb353ec2e42d5" /><Relationship Type="http://schemas.openxmlformats.org/officeDocument/2006/relationships/image" Target="/ppt/media/image8.png" Id="R052c5c2581474ed7" /><Relationship Type="http://schemas.openxmlformats.org/officeDocument/2006/relationships/image" Target="/ppt/media/image9.png" Id="R7e76c70a46cf441d" /><Relationship Type="http://schemas.openxmlformats.org/officeDocument/2006/relationships/notesSlide" Target="/ppt/notesSlides/notesSlide72.xml" Id="R59923dba75a7476b" /></Relationships>
</file>

<file path=ppt/slides/_rels/slide73.xml.rels>&#65279;<?xml version="1.0" encoding="utf-8"?><Relationships xmlns="http://schemas.openxmlformats.org/package/2006/relationships"><Relationship Type="http://schemas.openxmlformats.org/officeDocument/2006/relationships/slideLayout" Target="/ppt/slideLayouts/slideLayout7.xml" Id="R0a8b4cd0f1524dad" /><Relationship Type="http://schemas.openxmlformats.org/officeDocument/2006/relationships/notesSlide" Target="/ppt/notesSlides/notesSlide73.xml" Id="R8b3f27359d4146e2" /></Relationships>
</file>

<file path=ppt/slides/_rels/slide74.xml.rels>&#65279;<?xml version="1.0" encoding="utf-8"?><Relationships xmlns="http://schemas.openxmlformats.org/package/2006/relationships"><Relationship Type="http://schemas.openxmlformats.org/officeDocument/2006/relationships/slideLayout" Target="/ppt/slideLayouts/slideLayout7.xml" Id="Re43ecb7db4d049ca" /><Relationship Type="http://schemas.openxmlformats.org/officeDocument/2006/relationships/image" Target="/ppt/media/image10.png" Id="Rebe5839fe0634f55" /><Relationship Type="http://schemas.openxmlformats.org/officeDocument/2006/relationships/image" Target="/ppt/media/image11.png" Id="R37169497c9384de5" /><Relationship Type="http://schemas.openxmlformats.org/officeDocument/2006/relationships/notesSlide" Target="/ppt/notesSlides/notesSlide74.xml" Id="R265c685743534d67" /></Relationships>
</file>

<file path=ppt/slides/_rels/slide75.xml.rels>&#65279;<?xml version="1.0" encoding="utf-8"?><Relationships xmlns="http://schemas.openxmlformats.org/package/2006/relationships"><Relationship Type="http://schemas.openxmlformats.org/officeDocument/2006/relationships/slideLayout" Target="/ppt/slideLayouts/slideLayout7.xml" Id="Rc5e635cb34424c62" /><Relationship Type="http://schemas.openxmlformats.org/officeDocument/2006/relationships/notesSlide" Target="/ppt/notesSlides/notesSlide75.xml" Id="Rac3983d871814555" /></Relationships>
</file>

<file path=ppt/slides/_rels/slide76.xml.rels>&#65279;<?xml version="1.0" encoding="utf-8"?><Relationships xmlns="http://schemas.openxmlformats.org/package/2006/relationships"><Relationship Type="http://schemas.openxmlformats.org/officeDocument/2006/relationships/slideLayout" Target="/ppt/slideLayouts/slideLayout7.xml" Id="Recebed1099bd4a4f" /><Relationship Type="http://schemas.openxmlformats.org/officeDocument/2006/relationships/notesSlide" Target="/ppt/notesSlides/notesSlide76.xml" Id="R60a3a390d7404888" /></Relationships>
</file>

<file path=ppt/slides/_rels/slide77.xml.rels>&#65279;<?xml version="1.0" encoding="utf-8"?><Relationships xmlns="http://schemas.openxmlformats.org/package/2006/relationships"><Relationship Type="http://schemas.openxmlformats.org/officeDocument/2006/relationships/slideLayout" Target="/ppt/slideLayouts/slideLayout7.xml" Id="R0655171e3141420a" /><Relationship Type="http://schemas.openxmlformats.org/officeDocument/2006/relationships/notesSlide" Target="/ppt/notesSlides/notesSlide77.xml" Id="R3554402a078844e9" /></Relationships>
</file>

<file path=ppt/slides/_rels/slide78.xml.rels>&#65279;<?xml version="1.0" encoding="utf-8"?><Relationships xmlns="http://schemas.openxmlformats.org/package/2006/relationships"><Relationship Type="http://schemas.openxmlformats.org/officeDocument/2006/relationships/slideLayout" Target="/ppt/slideLayouts/slideLayout7.xml" Id="Rff20745894844627" /><Relationship Type="http://schemas.openxmlformats.org/officeDocument/2006/relationships/notesSlide" Target="/ppt/notesSlides/notesSlide78.xml" Id="Rc0631b7155164ac3" /></Relationships>
</file>

<file path=ppt/slides/_rels/slide79.xml.rels>&#65279;<?xml version="1.0" encoding="utf-8"?><Relationships xmlns="http://schemas.openxmlformats.org/package/2006/relationships"><Relationship Type="http://schemas.openxmlformats.org/officeDocument/2006/relationships/slideLayout" Target="/ppt/slideLayouts/slideLayout7.xml" Id="Rd96e8900fa514f06" /><Relationship Type="http://schemas.openxmlformats.org/officeDocument/2006/relationships/notesSlide" Target="/ppt/notesSlides/notesSlide79.xml" Id="Rbe1d0cfee12142c6" /></Relationships>
</file>

<file path=ppt/slides/_rels/slide80.xml.rels>&#65279;<?xml version="1.0" encoding="utf-8"?><Relationships xmlns="http://schemas.openxmlformats.org/package/2006/relationships"><Relationship Type="http://schemas.openxmlformats.org/officeDocument/2006/relationships/slideLayout" Target="/ppt/slideLayouts/slideLayout7.xml" Id="Rf312358e4b7b4587" /><Relationship Type="http://schemas.openxmlformats.org/officeDocument/2006/relationships/notesSlide" Target="/ppt/notesSlides/notesSlide80.xml" Id="R455ca320749d4c8b" /></Relationships>
</file>

<file path=ppt/slides/_rels/slide81.xml.rels>&#65279;<?xml version="1.0" encoding="utf-8"?><Relationships xmlns="http://schemas.openxmlformats.org/package/2006/relationships"><Relationship Type="http://schemas.openxmlformats.org/officeDocument/2006/relationships/slideLayout" Target="/ppt/slideLayouts/slideLayout7.xml" Id="Rbf00507442de488a" /><Relationship Type="http://schemas.openxmlformats.org/officeDocument/2006/relationships/notesSlide" Target="/ppt/notesSlides/notesSlide81.xml" Id="R68826e7a9cd9490a" /></Relationships>
</file>

<file path=ppt/slides/_rels/slide82.xml.rels>&#65279;<?xml version="1.0" encoding="utf-8"?><Relationships xmlns="http://schemas.openxmlformats.org/package/2006/relationships"><Relationship Type="http://schemas.openxmlformats.org/officeDocument/2006/relationships/slideLayout" Target="/ppt/slideLayouts/slideLayout7.xml" Id="Ra1472549136d4d25" /><Relationship Type="http://schemas.openxmlformats.org/officeDocument/2006/relationships/notesSlide" Target="/ppt/notesSlides/notesSlide82.xml" Id="R26544a231c004738" /></Relationships>
</file>

<file path=ppt/slides/_rels/slide83.xml.rels>&#65279;<?xml version="1.0" encoding="utf-8"?><Relationships xmlns="http://schemas.openxmlformats.org/package/2006/relationships"><Relationship Type="http://schemas.openxmlformats.org/officeDocument/2006/relationships/slideLayout" Target="/ppt/slideLayouts/slideLayout7.xml" Id="Raa7da053b6cc42c5" /><Relationship Type="http://schemas.openxmlformats.org/officeDocument/2006/relationships/notesSlide" Target="/ppt/notesSlides/notesSlide83.xml" Id="Rda870f5bf91a4bf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5F532A61-BE87-4AC7-919F-D18905BE81B6}"/>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E4A13DA3-366D-4E5A-9D85-F3AE438165B4}"/>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9CBAC89-9B51-4AA2-AD00-790193A3991D}"/>
              </a:ext>
            </a:extLst>
          </p:cNvPr>
          <p:cNvSpPr>
            <a:spLocks xmlns:a="http://schemas.openxmlformats.org/drawingml/2006/main" noGrp="1"/>
          </p:cNvSpPr>
          <p:nvPr/>
        </p:nvSpPr>
        <p:spPr>
          <a:xfrm xmlns:a="http://schemas.openxmlformats.org/drawingml/2006/main">
            <a:off x="608076" y="2114550"/>
            <a:ext cx="10972800" cy="114300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ctr">
              <a:defRPr sz="6000" b="1">
                <a:solidFill>
                  <a:srgbClr val="262626"/>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6000" b="1">
                <a:solidFill>
                  <a:srgbClr val="262626"/>
                </a:solidFill>
                <a:latin typeface="Alibaba PuHuiTi 3.0 115 Black"/>
                <a:ea typeface="Alibaba PuHuiTi 3.0 115 Black"/>
                <a:cs typeface="Alibaba PuHuiTi 3.0 115 Black"/>
              </a:defRPr>
            </a:pPr>
            <a:r>
              <a:rPr sz="6000" b="1">
                <a:solidFill>
                  <a:srgbClr val="262626"/>
                </a:solidFill>
                <a:latin typeface="Alibaba PuHuiTi 3.0 115 Black"/>
                <a:ea typeface="Alibaba PuHuiTi 3.0 115 Black"/>
                <a:cs typeface="Alibaba PuHuiTi 3.0 115 Black"/>
              </a:rPr>
              <a:t>声音怎样变成0和1？</a:t>
            </a:r>
          </a:p>
        </p:txBody>
      </p:sp>
      <p:sp>
        <p:nvSpPr>
          <p:cNvPr id="5" name="TextBox 4">
            <a:extLst xmlns:a="http://schemas.openxmlformats.org/drawingml/2006/main">
              <a:ext uri="{FF2B5EF4-FFF2-40B4-BE49-F238E27FC236}">
                <a16:creationId xmlns:a16="http://schemas.microsoft.com/office/drawing/2014/main" id="{7EF4285C-1D96-4CAA-962A-1B5C493372A4}"/>
              </a:ext>
            </a:extLst>
          </p:cNvPr>
          <p:cNvSpPr>
            <a:spLocks xmlns:a="http://schemas.openxmlformats.org/drawingml/2006/main" noGrp="1"/>
          </p:cNvSpPr>
          <p:nvPr/>
        </p:nvSpPr>
        <p:spPr>
          <a:xfrm xmlns:a="http://schemas.openxmlformats.org/drawingml/2006/main">
            <a:off x="608076" y="3714750"/>
            <a:ext cx="10972800" cy="7429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ctr">
              <a:defRPr sz="37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3700" b="0">
                <a:solidFill>
                  <a:srgbClr val="808080"/>
                </a:solidFill>
                <a:latin typeface="Alibaba PuHuiTi 3.0 55 Regular"/>
                <a:ea typeface="Alibaba PuHuiTi 3.0 55 Regular"/>
                <a:cs typeface="Alibaba PuHuiTi 3.0 55 Regular"/>
              </a:defRPr>
            </a:pPr>
            <a:r>
              <a:rPr sz="3700" b="0">
                <a:solidFill>
                  <a:srgbClr val="808080"/>
                </a:solidFill>
                <a:latin typeface="Alibaba PuHuiTi 3.0 55 Regular"/>
                <a:ea typeface="Alibaba PuHuiTi 3.0 55 Regular"/>
                <a:cs typeface="Alibaba PuHuiTi 3.0 55 Regular"/>
              </a:rPr>
              <a:t>第一课时｜从声音到数字音频</a:t>
            </a:r>
          </a:p>
        </p:txBody>
      </p:sp>
    </p:spTree>
    <p:extLst>
      <p:ext uri="{BB962C8B-B14F-4D97-AF65-F5344CB8AC3E}">
        <p14:creationId xmlns:p14="http://schemas.microsoft.com/office/powerpoint/2010/main" val="13117391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76929DE2-02F7-461C-B2EC-FF94F68B16D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6A11E05-4770-4C02-9F90-D612B20467E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A4AED58-8F25-4E3D-9184-B30A0F8C980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文字、图像能编码，声音呢？</a:t>
            </a:r>
          </a:p>
        </p:txBody>
      </p:sp>
      <p:sp>
        <p:nvSpPr>
          <p:cNvPr id="5" name="known-text">
            <a:extLst xmlns:a="http://schemas.openxmlformats.org/drawingml/2006/main">
              <a:ext uri="{FF2B5EF4-FFF2-40B4-BE49-F238E27FC236}">
                <a16:creationId xmlns:a16="http://schemas.microsoft.com/office/drawing/2014/main" id="{6963490E-E0CC-4809-9DC2-73D38B39C24F}"/>
              </a:ext>
            </a:extLst>
          </p:cNvPr>
          <p:cNvSpPr>
            <a:spLocks xmlns:a="http://schemas.openxmlformats.org/drawingml/2006/main" noGrp="1"/>
          </p:cNvSpPr>
          <p:nvPr/>
        </p:nvSpPr>
        <p:spPr>
          <a:xfrm xmlns:a="http://schemas.openxmlformats.org/drawingml/2006/main">
            <a:off x="609600" y="214312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文字 → 编码</a:t>
            </a:r>
          </a:p>
        </p:txBody>
      </p:sp>
      <p:sp>
        <p:nvSpPr>
          <p:cNvPr id="6" name="known-image">
            <a:extLst xmlns:a="http://schemas.openxmlformats.org/drawingml/2006/main">
              <a:ext uri="{FF2B5EF4-FFF2-40B4-BE49-F238E27FC236}">
                <a16:creationId xmlns:a16="http://schemas.microsoft.com/office/drawing/2014/main" id="{B8892108-A65F-41BE-B1AF-1185CB6824C1}"/>
              </a:ext>
            </a:extLst>
          </p:cNvPr>
          <p:cNvSpPr>
            <a:spLocks xmlns:a="http://schemas.openxmlformats.org/drawingml/2006/main" noGrp="1"/>
          </p:cNvSpPr>
          <p:nvPr/>
        </p:nvSpPr>
        <p:spPr>
          <a:xfrm xmlns:a="http://schemas.openxmlformats.org/drawingml/2006/main">
            <a:off x="609600" y="319087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图像 → 编码</a:t>
            </a:r>
          </a:p>
        </p:txBody>
      </p:sp>
      <p:sp>
        <p:nvSpPr>
          <p:cNvPr id="7" name="current-question">
            <a:extLst xmlns:a="http://schemas.openxmlformats.org/drawingml/2006/main">
              <a:ext uri="{FF2B5EF4-FFF2-40B4-BE49-F238E27FC236}">
                <a16:creationId xmlns:a16="http://schemas.microsoft.com/office/drawing/2014/main" id="{0851E32F-3D03-4F67-876C-B18712B96AE9}"/>
              </a:ext>
            </a:extLst>
          </p:cNvPr>
          <p:cNvSpPr>
            <a:spLocks xmlns:a="http://schemas.openxmlformats.org/drawingml/2006/main" noGrp="1"/>
          </p:cNvSpPr>
          <p:nvPr/>
        </p:nvSpPr>
        <p:spPr>
          <a:xfrm xmlns:a="http://schemas.openxmlformats.org/drawingml/2006/main">
            <a:off x="609600" y="423862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3300" b="1">
                <a:solidFill>
                  <a:srgbClr val="262626"/>
                </a:solidFill>
                <a:latin typeface="Alibaba PuHuiTi 3.0 115 Black"/>
                <a:ea typeface="Alibaba PuHuiTi 3.0 115 Black"/>
                <a:cs typeface="Alibaba PuHuiTi 3.0 115 Black"/>
              </a:defRPr>
            </a:pPr>
            <a:r>
              <a:rPr sz="3300" b="1">
                <a:solidFill>
                  <a:srgbClr val="262626"/>
                </a:solidFill>
                <a:latin typeface="Alibaba PuHuiTi 3.0 115 Black"/>
                <a:ea typeface="Alibaba PuHuiTi 3.0 115 Black"/>
                <a:cs typeface="Alibaba PuHuiTi 3.0 115 Black"/>
              </a:rPr>
              <a:t>声音 → ？</a:t>
            </a:r>
          </a:p>
        </p:txBody>
      </p:sp>
      <p:sp>
        <p:nvSpPr>
          <p:cNvPr id="8" name="recording-question">
            <a:extLst xmlns:a="http://schemas.openxmlformats.org/drawingml/2006/main">
              <a:ext uri="{FF2B5EF4-FFF2-40B4-BE49-F238E27FC236}">
                <a16:creationId xmlns:a16="http://schemas.microsoft.com/office/drawing/2014/main" id="{6F8F495E-96A3-4C97-9FB1-2BDA21B47057}"/>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手机为什么能把说话声保存成文件？</a:t>
            </a:r>
          </a:p>
        </p:txBody>
      </p:sp>
      <p:pic>
        <p:nvPicPr>
          <p:cNvPr id="9" name="">
            <a:extLst xmlns:a="http://schemas.openxmlformats.org/drawingml/2006/main">
              <a:ext uri="{FF2B5EF4-FFF2-40B4-BE49-F238E27FC236}">
                <a16:creationId xmlns:a16="http://schemas.microsoft.com/office/drawing/2014/main" id="{72A5DC36-417E-41A9-B100-8D062BFB064F}"/>
              </a:ext>
            </a:extLst>
          </p:cNvPr>
          <p:cNvPicPr>
            <a:picLocks xmlns:a="http://schemas.openxmlformats.org/drawingml/2006/main" noChangeAspect="1"/>
          </p:cNvPicPr>
          <p:nvPr/>
        </p:nvPicPr>
        <p:blipFill>
          <a:blip xmlns:r="http://schemas.openxmlformats.org/officeDocument/2006/relationships" xmlns:a="http://schemas.openxmlformats.org/drawingml/2006/main" r:embed="R0dfba78d551e4951"/>
          <a:stretch xmlns:a="http://schemas.openxmlformats.org/drawingml/2006/main"/>
        </p:blipFill>
        <p:spPr>
          <a:xfrm xmlns:a="http://schemas.openxmlformats.org/drawingml/2006/main">
            <a:off x="6381750" y="1581150"/>
            <a:ext cx="5105400" cy="3829050"/>
          </a:xfrm>
          <a:prstGeom xmlns:a="http://schemas.openxmlformats.org/drawingml/2006/main" prst="rect">
            <a:avLst/>
          </a:prstGeom>
        </p:spPr>
      </p:pic>
    </p:spTree>
    <p:extLst>
      <p:ext uri="{BB962C8B-B14F-4D97-AF65-F5344CB8AC3E}">
        <p14:creationId xmlns:p14="http://schemas.microsoft.com/office/powerpoint/2010/main" val="129535636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2B25DE94-8CCD-4C77-B872-534D9D8DA135}"/>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D5F86909-7944-4BD6-8935-9A2648CFC3E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07CE13E-7669-447B-A2CA-A6DF171FC2B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振动怎样把声音传到麦克风？</a:t>
            </a:r>
          </a:p>
        </p:txBody>
      </p:sp>
      <p:pic>
        <p:nvPicPr>
          <p:cNvPr id="5" name="">
            <a:extLst xmlns:a="http://schemas.openxmlformats.org/drawingml/2006/main">
              <a:ext uri="{FF2B5EF4-FFF2-40B4-BE49-F238E27FC236}">
                <a16:creationId xmlns:a16="http://schemas.microsoft.com/office/drawing/2014/main" id="{B01B4907-E38B-4237-BAA8-A1F063182E0A}"/>
              </a:ext>
            </a:extLst>
          </p:cNvPr>
          <p:cNvPicPr>
            <a:picLocks xmlns:a="http://schemas.openxmlformats.org/drawingml/2006/main" noChangeAspect="1"/>
          </p:cNvPicPr>
          <p:nvPr/>
        </p:nvPicPr>
        <p:blipFill>
          <a:blip xmlns:r="http://schemas.openxmlformats.org/officeDocument/2006/relationships" xmlns:a="http://schemas.openxmlformats.org/drawingml/2006/main" r:embed="Rd2f2eb62ecef4d40"/>
          <a:stretch xmlns:a="http://schemas.openxmlformats.org/drawingml/2006/main"/>
        </p:blipFill>
        <p:spPr>
          <a:xfrm xmlns:a="http://schemas.openxmlformats.org/drawingml/2006/main">
            <a:off x="1799167" y="2238375"/>
            <a:ext cx="8593667" cy="3867150"/>
          </a:xfrm>
          <a:prstGeom xmlns:a="http://schemas.openxmlformats.org/drawingml/2006/main" prst="rect">
            <a:avLst/>
          </a:prstGeom>
        </p:spPr>
      </p:pic>
      <p:sp>
        <p:nvSpPr>
          <p:cNvPr id="6" name="fork-label">
            <a:extLst xmlns:a="http://schemas.openxmlformats.org/drawingml/2006/main">
              <a:ext uri="{FF2B5EF4-FFF2-40B4-BE49-F238E27FC236}">
                <a16:creationId xmlns:a16="http://schemas.microsoft.com/office/drawing/2014/main" id="{424C1F5B-42CD-420B-8A7C-F4583A5F546C}"/>
              </a:ext>
            </a:extLst>
          </p:cNvPr>
          <p:cNvSpPr>
            <a:spLocks xmlns:a="http://schemas.openxmlformats.org/drawingml/2006/main" noGrp="1"/>
          </p:cNvSpPr>
          <p:nvPr/>
        </p:nvSpPr>
        <p:spPr>
          <a:xfrm xmlns:a="http://schemas.openxmlformats.org/drawingml/2006/main">
            <a:off x="1219200" y="1647825"/>
            <a:ext cx="2895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音叉振动</a:t>
            </a:r>
          </a:p>
        </p:txBody>
      </p:sp>
      <p:sp>
        <p:nvSpPr>
          <p:cNvPr id="7" name="air-label">
            <a:extLst xmlns:a="http://schemas.openxmlformats.org/drawingml/2006/main">
              <a:ext uri="{FF2B5EF4-FFF2-40B4-BE49-F238E27FC236}">
                <a16:creationId xmlns:a16="http://schemas.microsoft.com/office/drawing/2014/main" id="{E7B4CB99-4A1D-4598-B816-88D7D9426923}"/>
              </a:ext>
            </a:extLst>
          </p:cNvPr>
          <p:cNvSpPr>
            <a:spLocks xmlns:a="http://schemas.openxmlformats.org/drawingml/2006/main" noGrp="1"/>
          </p:cNvSpPr>
          <p:nvPr/>
        </p:nvSpPr>
        <p:spPr>
          <a:xfrm xmlns:a="http://schemas.openxmlformats.org/drawingml/2006/main">
            <a:off x="4248150" y="1647825"/>
            <a:ext cx="4219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空气中的声压变化</a:t>
            </a:r>
          </a:p>
        </p:txBody>
      </p:sp>
      <p:sp>
        <p:nvSpPr>
          <p:cNvPr id="8" name="mic-label">
            <a:extLst xmlns:a="http://schemas.openxmlformats.org/drawingml/2006/main">
              <a:ext uri="{FF2B5EF4-FFF2-40B4-BE49-F238E27FC236}">
                <a16:creationId xmlns:a16="http://schemas.microsoft.com/office/drawing/2014/main" id="{9F1F22E8-9195-4767-ABD6-E6331189B648}"/>
              </a:ext>
            </a:extLst>
          </p:cNvPr>
          <p:cNvSpPr>
            <a:spLocks xmlns:a="http://schemas.openxmlformats.org/drawingml/2006/main" noGrp="1"/>
          </p:cNvSpPr>
          <p:nvPr/>
        </p:nvSpPr>
        <p:spPr>
          <a:xfrm xmlns:a="http://schemas.openxmlformats.org/drawingml/2006/main">
            <a:off x="8696325" y="1647825"/>
            <a:ext cx="2895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麦克风接收</a:t>
            </a:r>
          </a:p>
        </p:txBody>
      </p:sp>
    </p:spTree>
    <p:extLst>
      <p:ext uri="{BB962C8B-B14F-4D97-AF65-F5344CB8AC3E}">
        <p14:creationId xmlns:p14="http://schemas.microsoft.com/office/powerpoint/2010/main" val="148977565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447FADA-62EF-4FBC-AE52-6C5E1B7F643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60007CBB-4C10-4B5C-A760-BD841609D864}"/>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FAEFE55-FBEC-4735-80C3-C399179A863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声音和电脑里的音频文件，是同一种量吗？</a:t>
            </a:r>
          </a:p>
        </p:txBody>
      </p:sp>
      <p:sp>
        <p:nvSpPr>
          <p:cNvPr id="5" name="Connector 4">
            <a:extLst xmlns:a="http://schemas.openxmlformats.org/drawingml/2006/main">
              <a:ext uri="{FF2B5EF4-FFF2-40B4-BE49-F238E27FC236}">
                <a16:creationId xmlns:a16="http://schemas.microsoft.com/office/drawing/2014/main" id="{98D5F168-2926-4682-B4DC-531A961B7DEA}"/>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D38F8097-7BAB-4D35-877C-C17414B39713}"/>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自然界的声音</a:t>
            </a:r>
          </a:p>
        </p:txBody>
      </p:sp>
      <p:sp>
        <p:nvSpPr>
          <p:cNvPr id="7" name="TextBox 6">
            <a:extLst xmlns:a="http://schemas.openxmlformats.org/drawingml/2006/main">
              <a:ext uri="{FF2B5EF4-FFF2-40B4-BE49-F238E27FC236}">
                <a16:creationId xmlns:a16="http://schemas.microsoft.com/office/drawing/2014/main" id="{BB2381F9-C68C-4E72-AB7B-04DB058C82C4}"/>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电脑中的音频文件</a:t>
            </a:r>
          </a:p>
        </p:txBody>
      </p:sp>
      <p:sp>
        <p:nvSpPr>
          <p:cNvPr id="8" name="TextBox 7">
            <a:extLst xmlns:a="http://schemas.openxmlformats.org/drawingml/2006/main">
              <a:ext uri="{FF2B5EF4-FFF2-40B4-BE49-F238E27FC236}">
                <a16:creationId xmlns:a16="http://schemas.microsoft.com/office/drawing/2014/main" id="{71795A58-8C22-4A35-AFAC-59F22C21DBFC}"/>
              </a:ext>
            </a:extLst>
          </p:cNvPr>
          <p:cNvSpPr>
            <a:spLocks xmlns:a="http://schemas.openxmlformats.org/drawingml/2006/main" noGrp="1"/>
          </p:cNvSpPr>
          <p:nvPr/>
        </p:nvSpPr>
        <p:spPr>
          <a:xfrm xmlns:a="http://schemas.openxmlformats.org/drawingml/2006/main">
            <a:off x="822960" y="2743200"/>
            <a:ext cx="501091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空气中的声压随时间连续变化。</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这是模拟量。</a:t>
            </a:r>
          </a:p>
        </p:txBody>
      </p:sp>
      <p:sp>
        <p:nvSpPr>
          <p:cNvPr id="9" name="TextBox 8">
            <a:extLst xmlns:a="http://schemas.openxmlformats.org/drawingml/2006/main">
              <a:ext uri="{FF2B5EF4-FFF2-40B4-BE49-F238E27FC236}">
                <a16:creationId xmlns:a16="http://schemas.microsoft.com/office/drawing/2014/main" id="{FA88D3A7-4E31-4372-ADF3-51F7ACBFA30F}"/>
              </a:ext>
            </a:extLst>
          </p:cNvPr>
          <p:cNvSpPr>
            <a:spLocks xmlns:a="http://schemas.openxmlformats.org/drawingml/2006/main" noGrp="1"/>
          </p:cNvSpPr>
          <p:nvPr/>
        </p:nvSpPr>
        <p:spPr>
          <a:xfrm xmlns:a="http://schemas.openxmlformats.org/drawingml/2006/main">
            <a:off x="6455664" y="2743200"/>
            <a:ext cx="487375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计算机记录一串数值。</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这是数字量。</a:t>
            </a:r>
          </a:p>
        </p:txBody>
      </p:sp>
      <p:sp>
        <p:nvSpPr>
          <p:cNvPr id="10" name="TextBox 9">
            <a:extLst xmlns:a="http://schemas.openxmlformats.org/drawingml/2006/main">
              <a:ext uri="{FF2B5EF4-FFF2-40B4-BE49-F238E27FC236}">
                <a16:creationId xmlns:a16="http://schemas.microsoft.com/office/drawing/2014/main" id="{F373078E-6CEB-44C3-BE7B-C183D31802B1}"/>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我们的任务：让连续的声音变成计算机能够记录的数字。</a:t>
            </a:r>
          </a:p>
        </p:txBody>
      </p:sp>
    </p:spTree>
    <p:extLst>
      <p:ext uri="{BB962C8B-B14F-4D97-AF65-F5344CB8AC3E}">
        <p14:creationId xmlns:p14="http://schemas.microsoft.com/office/powerpoint/2010/main" val="57187774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89ED1A0C-E4E3-4F6E-A78E-CB6B2FF2E5BD}"/>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ECC3E5B-9420-4F26-9537-2C75EC6A3B1C}"/>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5A28AC2-3489-40B8-B62C-32C36D33C8F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麦克风把声波变成什么？</a:t>
            </a:r>
          </a:p>
        </p:txBody>
      </p:sp>
      <p:sp>
        <p:nvSpPr>
          <p:cNvPr id="5" name="Rectangle 4">
            <a:extLst xmlns:a="http://schemas.openxmlformats.org/drawingml/2006/main">
              <a:ext uri="{FF2B5EF4-FFF2-40B4-BE49-F238E27FC236}">
                <a16:creationId xmlns:a16="http://schemas.microsoft.com/office/drawing/2014/main" id="{94BB9978-1AE0-40FC-8435-AFCBA6F93947}"/>
              </a:ext>
            </a:extLst>
          </p:cNvPr>
          <p:cNvSpPr>
            <a:spLocks xmlns:a="http://schemas.openxmlformats.org/drawingml/2006/main" noGrp="1"/>
          </p:cNvSpPr>
          <p:nvPr/>
        </p:nvSpPr>
        <p:spPr>
          <a:xfrm xmlns:a="http://schemas.openxmlformats.org/drawingml/2006/main">
            <a:off x="749808" y="2286000"/>
            <a:ext cx="310896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DEC8C73E-BB41-4244-9A13-031C41054A76}"/>
              </a:ext>
            </a:extLst>
          </p:cNvPr>
          <p:cNvSpPr>
            <a:spLocks xmlns:a="http://schemas.openxmlformats.org/drawingml/2006/main" noGrp="1"/>
          </p:cNvSpPr>
          <p:nvPr/>
        </p:nvSpPr>
        <p:spPr>
          <a:xfrm xmlns:a="http://schemas.openxmlformats.org/drawingml/2006/main">
            <a:off x="822959" y="2404872"/>
            <a:ext cx="296265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空气中的声音</a:t>
            </a:r>
          </a:p>
        </p:txBody>
      </p:sp>
      <p:sp>
        <p:nvSpPr>
          <p:cNvPr id="7" name="Connector 6">
            <a:extLst xmlns:a="http://schemas.openxmlformats.org/drawingml/2006/main">
              <a:ext uri="{FF2B5EF4-FFF2-40B4-BE49-F238E27FC236}">
                <a16:creationId xmlns:a16="http://schemas.microsoft.com/office/drawing/2014/main" id="{EA4B3AC9-B45F-40F1-8A91-DB982D1FF57B}"/>
              </a:ext>
            </a:extLst>
          </p:cNvPr>
          <p:cNvSpPr>
            <a:spLocks xmlns:a="http://schemas.openxmlformats.org/drawingml/2006/main" noGrp="1"/>
          </p:cNvSpPr>
          <p:nvPr/>
        </p:nvSpPr>
        <p:spPr>
          <a:xfrm xmlns:a="http://schemas.openxmlformats.org/drawingml/2006/main">
            <a:off x="3986784" y="2624328"/>
            <a:ext cx="76809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8D8A320A-2701-445E-B107-8E514313E65A}"/>
              </a:ext>
            </a:extLst>
          </p:cNvPr>
          <p:cNvSpPr>
            <a:spLocks xmlns:a="http://schemas.openxmlformats.org/drawingml/2006/main" noGrp="1"/>
          </p:cNvSpPr>
          <p:nvPr/>
        </p:nvSpPr>
        <p:spPr>
          <a:xfrm xmlns:a="http://schemas.openxmlformats.org/drawingml/2006/main">
            <a:off x="4800600" y="2286000"/>
            <a:ext cx="2331720"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586DE6A8-52AA-4657-9227-EF7B7AEF898C}"/>
              </a:ext>
            </a:extLst>
          </p:cNvPr>
          <p:cNvSpPr>
            <a:spLocks xmlns:a="http://schemas.openxmlformats.org/drawingml/2006/main" noGrp="1"/>
          </p:cNvSpPr>
          <p:nvPr/>
        </p:nvSpPr>
        <p:spPr>
          <a:xfrm xmlns:a="http://schemas.openxmlformats.org/drawingml/2006/main">
            <a:off x="4873752" y="2404872"/>
            <a:ext cx="2185415"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麦克风</a:t>
            </a:r>
          </a:p>
        </p:txBody>
      </p:sp>
      <p:sp>
        <p:nvSpPr>
          <p:cNvPr id="10" name="Connector 9">
            <a:extLst xmlns:a="http://schemas.openxmlformats.org/drawingml/2006/main">
              <a:ext uri="{FF2B5EF4-FFF2-40B4-BE49-F238E27FC236}">
                <a16:creationId xmlns:a16="http://schemas.microsoft.com/office/drawing/2014/main" id="{BC4922E7-76A1-4C19-9784-E14A9163156D}"/>
              </a:ext>
            </a:extLst>
          </p:cNvPr>
          <p:cNvSpPr>
            <a:spLocks xmlns:a="http://schemas.openxmlformats.org/drawingml/2006/main" noGrp="1"/>
          </p:cNvSpPr>
          <p:nvPr/>
        </p:nvSpPr>
        <p:spPr>
          <a:xfrm xmlns:a="http://schemas.openxmlformats.org/drawingml/2006/main">
            <a:off x="7251192" y="2624328"/>
            <a:ext cx="81381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Rectangle 10">
            <a:extLst xmlns:a="http://schemas.openxmlformats.org/drawingml/2006/main">
              <a:ext uri="{FF2B5EF4-FFF2-40B4-BE49-F238E27FC236}">
                <a16:creationId xmlns:a16="http://schemas.microsoft.com/office/drawing/2014/main" id="{E1523FD9-0D7B-423F-BF53-59B1B936ED9E}"/>
              </a:ext>
            </a:extLst>
          </p:cNvPr>
          <p:cNvSpPr>
            <a:spLocks xmlns:a="http://schemas.openxmlformats.org/drawingml/2006/main" noGrp="1"/>
          </p:cNvSpPr>
          <p:nvPr/>
        </p:nvSpPr>
        <p:spPr>
          <a:xfrm xmlns:a="http://schemas.openxmlformats.org/drawingml/2006/main">
            <a:off x="8119872" y="2286000"/>
            <a:ext cx="297180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CA4CB9FC-E6BE-4B8C-938D-5DC4CD473039}"/>
              </a:ext>
            </a:extLst>
          </p:cNvPr>
          <p:cNvSpPr>
            <a:spLocks xmlns:a="http://schemas.openxmlformats.org/drawingml/2006/main" noGrp="1"/>
          </p:cNvSpPr>
          <p:nvPr/>
        </p:nvSpPr>
        <p:spPr>
          <a:xfrm xmlns:a="http://schemas.openxmlformats.org/drawingml/2006/main">
            <a:off x="8193024" y="2404872"/>
            <a:ext cx="28254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连续电信号</a:t>
            </a:r>
          </a:p>
        </p:txBody>
      </p:sp>
      <p:sp>
        <p:nvSpPr>
          <p:cNvPr id="13" name="TextBox 12">
            <a:extLst xmlns:a="http://schemas.openxmlformats.org/drawingml/2006/main">
              <a:ext uri="{FF2B5EF4-FFF2-40B4-BE49-F238E27FC236}">
                <a16:creationId xmlns:a16="http://schemas.microsoft.com/office/drawing/2014/main" id="{FEB5F5C5-87CD-416F-8505-8861C9B02276}"/>
              </a:ext>
            </a:extLst>
          </p:cNvPr>
          <p:cNvSpPr>
            <a:spLocks xmlns:a="http://schemas.openxmlformats.org/drawingml/2006/main" noGrp="1"/>
          </p:cNvSpPr>
          <p:nvPr/>
        </p:nvSpPr>
        <p:spPr>
          <a:xfrm xmlns:a="http://schemas.openxmlformats.org/drawingml/2006/main">
            <a:off x="777240" y="4919472"/>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麦克风完成了“声波 → 电信号”，但信号仍然连续。</a:t>
            </a:r>
          </a:p>
        </p:txBody>
      </p:sp>
    </p:spTree>
    <p:extLst>
      <p:ext uri="{BB962C8B-B14F-4D97-AF65-F5344CB8AC3E}">
        <p14:creationId xmlns:p14="http://schemas.microsoft.com/office/powerpoint/2010/main" val="108925707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E0D36D5-F715-48FC-AF93-10B5FC740B8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AC35179-0F69-48A1-8A9A-0450FD71FFD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51914D3-6BA1-475D-B625-A775B4716D8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连续电信号，怎样变成数字？</a:t>
            </a:r>
          </a:p>
        </p:txBody>
      </p:sp>
      <p:sp>
        <p:nvSpPr>
          <p:cNvPr id="5" name="Rectangle 4">
            <a:extLst xmlns:a="http://schemas.openxmlformats.org/drawingml/2006/main">
              <a:ext uri="{FF2B5EF4-FFF2-40B4-BE49-F238E27FC236}">
                <a16:creationId xmlns:a16="http://schemas.microsoft.com/office/drawing/2014/main" id="{3B2435E7-022F-4701-B1A1-953FA4E3B789}"/>
              </a:ext>
            </a:extLst>
          </p:cNvPr>
          <p:cNvSpPr>
            <a:spLocks xmlns:a="http://schemas.openxmlformats.org/drawingml/2006/main" noGrp="1"/>
          </p:cNvSpPr>
          <p:nvPr/>
        </p:nvSpPr>
        <p:spPr>
          <a:xfrm xmlns:a="http://schemas.openxmlformats.org/drawingml/2006/main">
            <a:off x="804672" y="2286000"/>
            <a:ext cx="320040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21071FA6-AC6C-4550-9717-313596C95B77}"/>
              </a:ext>
            </a:extLst>
          </p:cNvPr>
          <p:cNvSpPr>
            <a:spLocks xmlns:a="http://schemas.openxmlformats.org/drawingml/2006/main" noGrp="1"/>
          </p:cNvSpPr>
          <p:nvPr/>
        </p:nvSpPr>
        <p:spPr>
          <a:xfrm xmlns:a="http://schemas.openxmlformats.org/drawingml/2006/main">
            <a:off x="877824" y="2404872"/>
            <a:ext cx="30540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模拟电信号</a:t>
            </a:r>
          </a:p>
        </p:txBody>
      </p:sp>
      <p:sp>
        <p:nvSpPr>
          <p:cNvPr id="7" name="Connector 6">
            <a:extLst xmlns:a="http://schemas.openxmlformats.org/drawingml/2006/main">
              <a:ext uri="{FF2B5EF4-FFF2-40B4-BE49-F238E27FC236}">
                <a16:creationId xmlns:a16="http://schemas.microsoft.com/office/drawing/2014/main" id="{F6CA36E3-A70D-42DE-BBD6-A17556875555}"/>
              </a:ext>
            </a:extLst>
          </p:cNvPr>
          <p:cNvSpPr>
            <a:spLocks xmlns:a="http://schemas.openxmlformats.org/drawingml/2006/main" noGrp="1"/>
          </p:cNvSpPr>
          <p:nvPr/>
        </p:nvSpPr>
        <p:spPr>
          <a:xfrm xmlns:a="http://schemas.openxmlformats.org/drawingml/2006/main">
            <a:off x="4133087" y="2624328"/>
            <a:ext cx="603505"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9FD02697-9791-442D-BA4E-781BD3902661}"/>
              </a:ext>
            </a:extLst>
          </p:cNvPr>
          <p:cNvSpPr>
            <a:spLocks xmlns:a="http://schemas.openxmlformats.org/drawingml/2006/main" noGrp="1"/>
          </p:cNvSpPr>
          <p:nvPr/>
        </p:nvSpPr>
        <p:spPr>
          <a:xfrm xmlns:a="http://schemas.openxmlformats.org/drawingml/2006/main">
            <a:off x="4828032" y="2286000"/>
            <a:ext cx="2743200"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63001608-154D-4EE6-8A11-2E6899A46168}"/>
              </a:ext>
            </a:extLst>
          </p:cNvPr>
          <p:cNvSpPr>
            <a:spLocks xmlns:a="http://schemas.openxmlformats.org/drawingml/2006/main" noGrp="1"/>
          </p:cNvSpPr>
          <p:nvPr/>
        </p:nvSpPr>
        <p:spPr>
          <a:xfrm xmlns:a="http://schemas.openxmlformats.org/drawingml/2006/main">
            <a:off x="4901184" y="2404872"/>
            <a:ext cx="25968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声卡：ADC</a:t>
            </a:r>
          </a:p>
        </p:txBody>
      </p:sp>
      <p:sp>
        <p:nvSpPr>
          <p:cNvPr id="10" name="Connector 9">
            <a:extLst xmlns:a="http://schemas.openxmlformats.org/drawingml/2006/main">
              <a:ext uri="{FF2B5EF4-FFF2-40B4-BE49-F238E27FC236}">
                <a16:creationId xmlns:a16="http://schemas.microsoft.com/office/drawing/2014/main" id="{5EF18314-C563-4A3F-A573-2DEE28285E40}"/>
              </a:ext>
            </a:extLst>
          </p:cNvPr>
          <p:cNvSpPr>
            <a:spLocks xmlns:a="http://schemas.openxmlformats.org/drawingml/2006/main" noGrp="1"/>
          </p:cNvSpPr>
          <p:nvPr/>
        </p:nvSpPr>
        <p:spPr>
          <a:xfrm xmlns:a="http://schemas.openxmlformats.org/drawingml/2006/main">
            <a:off x="7708392" y="2624328"/>
            <a:ext cx="612648"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Rectangle 10">
            <a:extLst xmlns:a="http://schemas.openxmlformats.org/drawingml/2006/main">
              <a:ext uri="{FF2B5EF4-FFF2-40B4-BE49-F238E27FC236}">
                <a16:creationId xmlns:a16="http://schemas.microsoft.com/office/drawing/2014/main" id="{91290FD8-17D8-4F6F-A7A1-AC6E909AB082}"/>
              </a:ext>
            </a:extLst>
          </p:cNvPr>
          <p:cNvSpPr>
            <a:spLocks xmlns:a="http://schemas.openxmlformats.org/drawingml/2006/main" noGrp="1"/>
          </p:cNvSpPr>
          <p:nvPr/>
        </p:nvSpPr>
        <p:spPr>
          <a:xfrm xmlns:a="http://schemas.openxmlformats.org/drawingml/2006/main">
            <a:off x="8412480" y="2286000"/>
            <a:ext cx="274320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17128C3F-6DFF-4078-A77B-F233FC88DCDA}"/>
              </a:ext>
            </a:extLst>
          </p:cNvPr>
          <p:cNvSpPr>
            <a:spLocks xmlns:a="http://schemas.openxmlformats.org/drawingml/2006/main" noGrp="1"/>
          </p:cNvSpPr>
          <p:nvPr/>
        </p:nvSpPr>
        <p:spPr>
          <a:xfrm xmlns:a="http://schemas.openxmlformats.org/drawingml/2006/main">
            <a:off x="8485632" y="2404872"/>
            <a:ext cx="25968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数字音频</a:t>
            </a:r>
          </a:p>
        </p:txBody>
      </p:sp>
      <p:sp>
        <p:nvSpPr>
          <p:cNvPr id="13" name="TextBox 12">
            <a:extLst xmlns:a="http://schemas.openxmlformats.org/drawingml/2006/main">
              <a:ext uri="{FF2B5EF4-FFF2-40B4-BE49-F238E27FC236}">
                <a16:creationId xmlns:a16="http://schemas.microsoft.com/office/drawing/2014/main" id="{9497DB24-D047-41F6-8511-E5B6F59D95DE}"/>
              </a:ext>
            </a:extLst>
          </p:cNvPr>
          <p:cNvSpPr>
            <a:spLocks xmlns:a="http://schemas.openxmlformats.org/drawingml/2006/main" noGrp="1"/>
          </p:cNvSpPr>
          <p:nvPr/>
        </p:nvSpPr>
        <p:spPr>
          <a:xfrm xmlns:a="http://schemas.openxmlformats.org/drawingml/2006/main">
            <a:off x="960120" y="4069080"/>
            <a:ext cx="105156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8C64E1"/>
                </a:solidFill>
                <a:latin typeface="Alibaba PuHuiTi 3.0 115 Black"/>
                <a:ea typeface="Alibaba PuHuiTi 3.0 115 Black"/>
                <a:cs typeface="Alibaba PuHuiTi 3.0 115 Black"/>
              </a:defRPr>
            </a:pPr>
            <a:r>
              <a:rPr sz="2500" b="1">
                <a:solidFill>
                  <a:srgbClr val="8C64E1"/>
                </a:solidFill>
                <a:latin typeface="Alibaba PuHuiTi 3.0 115 Black"/>
                <a:ea typeface="Alibaba PuHuiTi 3.0 115 Black"/>
                <a:cs typeface="Alibaba PuHuiTi 3.0 115 Black"/>
              </a:rPr>
              <a:t>ADC = 模数转换（模拟信号 → 数字信号）</a:t>
            </a:r>
          </a:p>
        </p:txBody>
      </p:sp>
      <p:sp>
        <p:nvSpPr>
          <p:cNvPr id="14" name="TextBox 13">
            <a:extLst xmlns:a="http://schemas.openxmlformats.org/drawingml/2006/main">
              <a:ext uri="{FF2B5EF4-FFF2-40B4-BE49-F238E27FC236}">
                <a16:creationId xmlns:a16="http://schemas.microsoft.com/office/drawing/2014/main" id="{E3B5BCC8-5AFD-4E8B-A422-8438B144ED81}"/>
              </a:ext>
            </a:extLst>
          </p:cNvPr>
          <p:cNvSpPr>
            <a:spLocks xmlns:a="http://schemas.openxmlformats.org/drawingml/2006/main" noGrp="1"/>
          </p:cNvSpPr>
          <p:nvPr/>
        </p:nvSpPr>
        <p:spPr>
          <a:xfrm xmlns:a="http://schemas.openxmlformats.org/drawingml/2006/main">
            <a:off x="777240" y="5184648"/>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声卡负责完成这一转换；它不等于“存储音频文件”。</a:t>
            </a:r>
          </a:p>
        </p:txBody>
      </p:sp>
    </p:spTree>
    <p:extLst>
      <p:ext uri="{BB962C8B-B14F-4D97-AF65-F5344CB8AC3E}">
        <p14:creationId xmlns:p14="http://schemas.microsoft.com/office/powerpoint/2010/main" val="213383276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7F74F4E-C6C0-4FAF-B144-C13DBC13B2F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999621FA-1E52-45E5-9EDC-444548792A8A}"/>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B64C1EC-D2E3-4047-91D8-7F535807C8A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录音与播放，各转换了什么？</a:t>
            </a:r>
          </a:p>
        </p:txBody>
      </p:sp>
      <p:sp>
        <p:nvSpPr>
          <p:cNvPr id="5" name="process-label-0">
            <a:extLst xmlns:a="http://schemas.openxmlformats.org/drawingml/2006/main">
              <a:ext uri="{FF2B5EF4-FFF2-40B4-BE49-F238E27FC236}">
                <a16:creationId xmlns:a16="http://schemas.microsoft.com/office/drawing/2014/main" id="{A888E819-ACC2-435C-95AC-727C2AA172AB}"/>
              </a:ext>
            </a:extLst>
          </p:cNvPr>
          <p:cNvSpPr>
            <a:spLocks xmlns:a="http://schemas.openxmlformats.org/drawingml/2006/main" noGrp="1"/>
          </p:cNvSpPr>
          <p:nvPr/>
        </p:nvSpPr>
        <p:spPr>
          <a:xfrm xmlns:a="http://schemas.openxmlformats.org/drawingml/2006/main">
            <a:off x="609600" y="1971675"/>
            <a:ext cx="1714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录音</a:t>
            </a:r>
          </a:p>
        </p:txBody>
      </p:sp>
      <p:sp>
        <p:nvSpPr>
          <p:cNvPr id="6" name="process-node-0-0">
            <a:extLst xmlns:a="http://schemas.openxmlformats.org/drawingml/2006/main">
              <a:ext uri="{FF2B5EF4-FFF2-40B4-BE49-F238E27FC236}">
                <a16:creationId xmlns:a16="http://schemas.microsoft.com/office/drawing/2014/main" id="{446D666D-8023-40E8-92EA-8BE6D869A911}"/>
              </a:ext>
            </a:extLst>
          </p:cNvPr>
          <p:cNvSpPr>
            <a:spLocks xmlns:a="http://schemas.openxmlformats.org/drawingml/2006/main" noGrp="1"/>
          </p:cNvSpPr>
          <p:nvPr/>
        </p:nvSpPr>
        <p:spPr>
          <a:xfrm xmlns:a="http://schemas.openxmlformats.org/drawingml/2006/main">
            <a:off x="609600" y="2638425"/>
            <a:ext cx="2228850" cy="666750"/>
          </a:xfrm>
          <a:prstGeom xmlns:a="http://schemas.openxmlformats.org/drawingml/2006/main" prst="rect">
            <a:avLst/>
          </a:prstGeom>
          <a:noFill xmlns:a="http://schemas.openxmlformats.org/drawingml/2006/main"/>
          <a:ln xmlns:a="http://schemas.openxmlformats.org/drawingml/2006/main" w="14288">
            <a:solidFill>
              <a:srgbClr val="D7D7DE"/>
            </a:solidFill>
          </a:ln>
        </p:spPr>
      </p:sp>
      <p:sp>
        <p:nvSpPr>
          <p:cNvPr id="7" name="process-text-0-0">
            <a:extLst xmlns:a="http://schemas.openxmlformats.org/drawingml/2006/main">
              <a:ext uri="{FF2B5EF4-FFF2-40B4-BE49-F238E27FC236}">
                <a16:creationId xmlns:a16="http://schemas.microsoft.com/office/drawing/2014/main" id="{8BCBC69E-66B9-4812-9B22-827D103575E6}"/>
              </a:ext>
            </a:extLst>
          </p:cNvPr>
          <p:cNvSpPr>
            <a:spLocks xmlns:a="http://schemas.openxmlformats.org/drawingml/2006/main" noGrp="1"/>
          </p:cNvSpPr>
          <p:nvPr/>
        </p:nvSpPr>
        <p:spPr>
          <a:xfrm xmlns:a="http://schemas.openxmlformats.org/drawingml/2006/main">
            <a:off x="685800" y="2781300"/>
            <a:ext cx="2076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声音</a:t>
            </a:r>
          </a:p>
        </p:txBody>
      </p:sp>
      <p:sp>
        <p:nvSpPr>
          <p:cNvPr id="8" name="process-arrow-0-0">
            <a:extLst xmlns:a="http://schemas.openxmlformats.org/drawingml/2006/main">
              <a:ext uri="{FF2B5EF4-FFF2-40B4-BE49-F238E27FC236}">
                <a16:creationId xmlns:a16="http://schemas.microsoft.com/office/drawing/2014/main" id="{5B02AEB0-E057-4574-AC55-6160A5544565}"/>
              </a:ext>
            </a:extLst>
          </p:cNvPr>
          <p:cNvSpPr>
            <a:spLocks xmlns:a="http://schemas.openxmlformats.org/drawingml/2006/main" noGrp="1"/>
          </p:cNvSpPr>
          <p:nvPr/>
        </p:nvSpPr>
        <p:spPr>
          <a:xfrm xmlns:a="http://schemas.openxmlformats.org/drawingml/2006/main">
            <a:off x="2933700" y="2876550"/>
            <a:ext cx="485775"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9" name="converter-0-0">
            <a:extLst xmlns:a="http://schemas.openxmlformats.org/drawingml/2006/main">
              <a:ext uri="{FF2B5EF4-FFF2-40B4-BE49-F238E27FC236}">
                <a16:creationId xmlns:a16="http://schemas.microsoft.com/office/drawing/2014/main" id="{609FCAFF-B6CB-4E68-B093-21697AB2AB7D}"/>
              </a:ext>
            </a:extLst>
          </p:cNvPr>
          <p:cNvSpPr>
            <a:spLocks xmlns:a="http://schemas.openxmlformats.org/drawingml/2006/main" noGrp="1"/>
          </p:cNvSpPr>
          <p:nvPr/>
        </p:nvSpPr>
        <p:spPr>
          <a:xfrm xmlns:a="http://schemas.openxmlformats.org/drawingml/2006/main">
            <a:off x="2333625" y="3495675"/>
            <a:ext cx="1752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麦克风</a:t>
            </a:r>
          </a:p>
        </p:txBody>
      </p:sp>
      <p:sp>
        <p:nvSpPr>
          <p:cNvPr id="10" name="process-node-0-1">
            <a:extLst xmlns:a="http://schemas.openxmlformats.org/drawingml/2006/main">
              <a:ext uri="{FF2B5EF4-FFF2-40B4-BE49-F238E27FC236}">
                <a16:creationId xmlns:a16="http://schemas.microsoft.com/office/drawing/2014/main" id="{3E8195DB-7DBD-49B3-B71B-4999CFBC86BB}"/>
              </a:ext>
            </a:extLst>
          </p:cNvPr>
          <p:cNvSpPr>
            <a:spLocks xmlns:a="http://schemas.openxmlformats.org/drawingml/2006/main" noGrp="1"/>
          </p:cNvSpPr>
          <p:nvPr/>
        </p:nvSpPr>
        <p:spPr>
          <a:xfrm xmlns:a="http://schemas.openxmlformats.org/drawingml/2006/main">
            <a:off x="3524250" y="2638425"/>
            <a:ext cx="2228850" cy="666750"/>
          </a:xfrm>
          <a:prstGeom xmlns:a="http://schemas.openxmlformats.org/drawingml/2006/main" prst="rect">
            <a:avLst/>
          </a:prstGeom>
          <a:noFill xmlns:a="http://schemas.openxmlformats.org/drawingml/2006/main"/>
          <a:ln xmlns:a="http://schemas.openxmlformats.org/drawingml/2006/main" w="14288">
            <a:solidFill>
              <a:srgbClr val="D7D7DE"/>
            </a:solidFill>
          </a:ln>
        </p:spPr>
      </p:sp>
      <p:sp>
        <p:nvSpPr>
          <p:cNvPr id="11" name="process-text-0-1">
            <a:extLst xmlns:a="http://schemas.openxmlformats.org/drawingml/2006/main">
              <a:ext uri="{FF2B5EF4-FFF2-40B4-BE49-F238E27FC236}">
                <a16:creationId xmlns:a16="http://schemas.microsoft.com/office/drawing/2014/main" id="{7527B9C0-0E60-498C-9F37-63EC8C369B43}"/>
              </a:ext>
            </a:extLst>
          </p:cNvPr>
          <p:cNvSpPr>
            <a:spLocks xmlns:a="http://schemas.openxmlformats.org/drawingml/2006/main" noGrp="1"/>
          </p:cNvSpPr>
          <p:nvPr/>
        </p:nvSpPr>
        <p:spPr>
          <a:xfrm xmlns:a="http://schemas.openxmlformats.org/drawingml/2006/main">
            <a:off x="3600450" y="2781300"/>
            <a:ext cx="2076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电信号</a:t>
            </a:r>
          </a:p>
        </p:txBody>
      </p:sp>
      <p:sp>
        <p:nvSpPr>
          <p:cNvPr id="12" name="process-arrow-0-1">
            <a:extLst xmlns:a="http://schemas.openxmlformats.org/drawingml/2006/main">
              <a:ext uri="{FF2B5EF4-FFF2-40B4-BE49-F238E27FC236}">
                <a16:creationId xmlns:a16="http://schemas.microsoft.com/office/drawing/2014/main" id="{92AF10D8-18BD-4AD5-897E-390C7A50FF44}"/>
              </a:ext>
            </a:extLst>
          </p:cNvPr>
          <p:cNvSpPr>
            <a:spLocks xmlns:a="http://schemas.openxmlformats.org/drawingml/2006/main" noGrp="1"/>
          </p:cNvSpPr>
          <p:nvPr/>
        </p:nvSpPr>
        <p:spPr>
          <a:xfrm xmlns:a="http://schemas.openxmlformats.org/drawingml/2006/main">
            <a:off x="5848350" y="2876550"/>
            <a:ext cx="485775"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13" name="converter-0-1">
            <a:extLst xmlns:a="http://schemas.openxmlformats.org/drawingml/2006/main">
              <a:ext uri="{FF2B5EF4-FFF2-40B4-BE49-F238E27FC236}">
                <a16:creationId xmlns:a16="http://schemas.microsoft.com/office/drawing/2014/main" id="{CDEF2857-EFAF-4C0B-B5C8-46F2B7482B58}"/>
              </a:ext>
            </a:extLst>
          </p:cNvPr>
          <p:cNvSpPr>
            <a:spLocks xmlns:a="http://schemas.openxmlformats.org/drawingml/2006/main" noGrp="1"/>
          </p:cNvSpPr>
          <p:nvPr/>
        </p:nvSpPr>
        <p:spPr>
          <a:xfrm xmlns:a="http://schemas.openxmlformats.org/drawingml/2006/main">
            <a:off x="5248275" y="3495675"/>
            <a:ext cx="1752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ADC</a:t>
            </a:r>
          </a:p>
        </p:txBody>
      </p:sp>
      <p:sp>
        <p:nvSpPr>
          <p:cNvPr id="14" name="process-node-0-2">
            <a:extLst xmlns:a="http://schemas.openxmlformats.org/drawingml/2006/main">
              <a:ext uri="{FF2B5EF4-FFF2-40B4-BE49-F238E27FC236}">
                <a16:creationId xmlns:a16="http://schemas.microsoft.com/office/drawing/2014/main" id="{B72E66E1-94E4-429D-9144-8209462AD02E}"/>
              </a:ext>
            </a:extLst>
          </p:cNvPr>
          <p:cNvSpPr>
            <a:spLocks xmlns:a="http://schemas.openxmlformats.org/drawingml/2006/main" noGrp="1"/>
          </p:cNvSpPr>
          <p:nvPr/>
        </p:nvSpPr>
        <p:spPr>
          <a:xfrm xmlns:a="http://schemas.openxmlformats.org/drawingml/2006/main">
            <a:off x="6438900" y="2638425"/>
            <a:ext cx="2228850" cy="66675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15" name="process-text-0-2">
            <a:extLst xmlns:a="http://schemas.openxmlformats.org/drawingml/2006/main">
              <a:ext uri="{FF2B5EF4-FFF2-40B4-BE49-F238E27FC236}">
                <a16:creationId xmlns:a16="http://schemas.microsoft.com/office/drawing/2014/main" id="{0D4BB5A0-ED82-4DB1-AAFD-F4D66B7F1550}"/>
              </a:ext>
            </a:extLst>
          </p:cNvPr>
          <p:cNvSpPr>
            <a:spLocks xmlns:a="http://schemas.openxmlformats.org/drawingml/2006/main" noGrp="1"/>
          </p:cNvSpPr>
          <p:nvPr/>
        </p:nvSpPr>
        <p:spPr>
          <a:xfrm xmlns:a="http://schemas.openxmlformats.org/drawingml/2006/main">
            <a:off x="6515100" y="2781300"/>
            <a:ext cx="2076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007C9B"/>
                </a:solidFill>
                <a:latin typeface="Alibaba PuHuiTi 3.0 55 Regular"/>
                <a:ea typeface="Alibaba PuHuiTi 3.0 55 Regular"/>
                <a:cs typeface="Alibaba PuHuiTi 3.0 55 Regular"/>
              </a:defRPr>
            </a:defPPr>
          </a:lstStyle>
          <a:p xmlns:a="http://schemas.openxmlformats.org/drawingml/2006/main">
            <a:pPr algn="ctr">
              <a:defRPr sz="2200" b="0">
                <a:solidFill>
                  <a:srgbClr val="007C9B"/>
                </a:solidFill>
                <a:latin typeface="Alibaba PuHuiTi 3.0 55 Regular"/>
                <a:ea typeface="Alibaba PuHuiTi 3.0 55 Regular"/>
                <a:cs typeface="Alibaba PuHuiTi 3.0 55 Regular"/>
              </a:defRPr>
            </a:pPr>
            <a:r>
              <a:rPr sz="2200" b="0">
                <a:solidFill>
                  <a:srgbClr val="007C9B"/>
                </a:solidFill>
                <a:latin typeface="Alibaba PuHuiTi 3.0 55 Regular"/>
                <a:ea typeface="Alibaba PuHuiTi 3.0 55 Regular"/>
                <a:cs typeface="Alibaba PuHuiTi 3.0 55 Regular"/>
              </a:rPr>
              <a:t>数字样本</a:t>
            </a:r>
          </a:p>
        </p:txBody>
      </p:sp>
      <p:sp>
        <p:nvSpPr>
          <p:cNvPr id="16" name="process-arrow-0-2">
            <a:extLst xmlns:a="http://schemas.openxmlformats.org/drawingml/2006/main">
              <a:ext uri="{FF2B5EF4-FFF2-40B4-BE49-F238E27FC236}">
                <a16:creationId xmlns:a16="http://schemas.microsoft.com/office/drawing/2014/main" id="{E1AD9BDC-9FCE-4237-AF7B-DEC756555194}"/>
              </a:ext>
            </a:extLst>
          </p:cNvPr>
          <p:cNvSpPr>
            <a:spLocks xmlns:a="http://schemas.openxmlformats.org/drawingml/2006/main" noGrp="1"/>
          </p:cNvSpPr>
          <p:nvPr/>
        </p:nvSpPr>
        <p:spPr>
          <a:xfrm xmlns:a="http://schemas.openxmlformats.org/drawingml/2006/main">
            <a:off x="8763000" y="2876550"/>
            <a:ext cx="485775"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17" name="converter-0-2">
            <a:extLst xmlns:a="http://schemas.openxmlformats.org/drawingml/2006/main">
              <a:ext uri="{FF2B5EF4-FFF2-40B4-BE49-F238E27FC236}">
                <a16:creationId xmlns:a16="http://schemas.microsoft.com/office/drawing/2014/main" id="{38F2B0B6-D509-4012-B1A0-4C581867B956}"/>
              </a:ext>
            </a:extLst>
          </p:cNvPr>
          <p:cNvSpPr>
            <a:spLocks xmlns:a="http://schemas.openxmlformats.org/drawingml/2006/main" noGrp="1"/>
          </p:cNvSpPr>
          <p:nvPr/>
        </p:nvSpPr>
        <p:spPr>
          <a:xfrm xmlns:a="http://schemas.openxmlformats.org/drawingml/2006/main">
            <a:off x="8162925" y="3495675"/>
            <a:ext cx="1752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保存</a:t>
            </a:r>
          </a:p>
        </p:txBody>
      </p:sp>
      <p:sp>
        <p:nvSpPr>
          <p:cNvPr id="18" name="process-node-0-3">
            <a:extLst xmlns:a="http://schemas.openxmlformats.org/drawingml/2006/main">
              <a:ext uri="{FF2B5EF4-FFF2-40B4-BE49-F238E27FC236}">
                <a16:creationId xmlns:a16="http://schemas.microsoft.com/office/drawing/2014/main" id="{F0DCCE6C-CAFE-4A5C-84A3-FE5B486BB9AC}"/>
              </a:ext>
            </a:extLst>
          </p:cNvPr>
          <p:cNvSpPr>
            <a:spLocks xmlns:a="http://schemas.openxmlformats.org/drawingml/2006/main" noGrp="1"/>
          </p:cNvSpPr>
          <p:nvPr/>
        </p:nvSpPr>
        <p:spPr>
          <a:xfrm xmlns:a="http://schemas.openxmlformats.org/drawingml/2006/main">
            <a:off x="9353550" y="2638425"/>
            <a:ext cx="2228850" cy="666750"/>
          </a:xfrm>
          <a:prstGeom xmlns:a="http://schemas.openxmlformats.org/drawingml/2006/main" prst="rect">
            <a:avLst/>
          </a:prstGeom>
          <a:noFill xmlns:a="http://schemas.openxmlformats.org/drawingml/2006/main"/>
          <a:ln xmlns:a="http://schemas.openxmlformats.org/drawingml/2006/main" w="14288">
            <a:solidFill>
              <a:srgbClr val="D7D7DE"/>
            </a:solidFill>
          </a:ln>
        </p:spPr>
      </p:sp>
      <p:sp>
        <p:nvSpPr>
          <p:cNvPr id="19" name="process-text-0-3">
            <a:extLst xmlns:a="http://schemas.openxmlformats.org/drawingml/2006/main">
              <a:ext uri="{FF2B5EF4-FFF2-40B4-BE49-F238E27FC236}">
                <a16:creationId xmlns:a16="http://schemas.microsoft.com/office/drawing/2014/main" id="{9BBD9C59-9D5A-4C75-9E5B-2D6016FED72A}"/>
              </a:ext>
            </a:extLst>
          </p:cNvPr>
          <p:cNvSpPr>
            <a:spLocks xmlns:a="http://schemas.openxmlformats.org/drawingml/2006/main" noGrp="1"/>
          </p:cNvSpPr>
          <p:nvPr/>
        </p:nvSpPr>
        <p:spPr>
          <a:xfrm xmlns:a="http://schemas.openxmlformats.org/drawingml/2006/main">
            <a:off x="9429750" y="2781300"/>
            <a:ext cx="2076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文件</a:t>
            </a:r>
          </a:p>
        </p:txBody>
      </p:sp>
      <p:sp>
        <p:nvSpPr>
          <p:cNvPr id="20" name="process-label-1">
            <a:extLst xmlns:a="http://schemas.openxmlformats.org/drawingml/2006/main">
              <a:ext uri="{FF2B5EF4-FFF2-40B4-BE49-F238E27FC236}">
                <a16:creationId xmlns:a16="http://schemas.microsoft.com/office/drawing/2014/main" id="{CB349D55-9FAA-4E65-9B66-02575D29364D}"/>
              </a:ext>
            </a:extLst>
          </p:cNvPr>
          <p:cNvSpPr>
            <a:spLocks xmlns:a="http://schemas.openxmlformats.org/drawingml/2006/main" noGrp="1"/>
          </p:cNvSpPr>
          <p:nvPr/>
        </p:nvSpPr>
        <p:spPr>
          <a:xfrm xmlns:a="http://schemas.openxmlformats.org/drawingml/2006/main">
            <a:off x="609600" y="4000500"/>
            <a:ext cx="1714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播放</a:t>
            </a:r>
          </a:p>
        </p:txBody>
      </p:sp>
      <p:sp>
        <p:nvSpPr>
          <p:cNvPr id="21" name="process-node-1-0">
            <a:extLst xmlns:a="http://schemas.openxmlformats.org/drawingml/2006/main">
              <a:ext uri="{FF2B5EF4-FFF2-40B4-BE49-F238E27FC236}">
                <a16:creationId xmlns:a16="http://schemas.microsoft.com/office/drawing/2014/main" id="{0D45124D-FF25-4881-8D4D-4A43759245EC}"/>
              </a:ext>
            </a:extLst>
          </p:cNvPr>
          <p:cNvSpPr>
            <a:spLocks xmlns:a="http://schemas.openxmlformats.org/drawingml/2006/main" noGrp="1"/>
          </p:cNvSpPr>
          <p:nvPr/>
        </p:nvSpPr>
        <p:spPr>
          <a:xfrm xmlns:a="http://schemas.openxmlformats.org/drawingml/2006/main">
            <a:off x="609600" y="4667250"/>
            <a:ext cx="2228850" cy="666750"/>
          </a:xfrm>
          <a:prstGeom xmlns:a="http://schemas.openxmlformats.org/drawingml/2006/main" prst="rect">
            <a:avLst/>
          </a:prstGeom>
          <a:noFill xmlns:a="http://schemas.openxmlformats.org/drawingml/2006/main"/>
          <a:ln xmlns:a="http://schemas.openxmlformats.org/drawingml/2006/main" w="14288">
            <a:solidFill>
              <a:srgbClr val="D7D7DE"/>
            </a:solidFill>
          </a:ln>
        </p:spPr>
      </p:sp>
      <p:sp>
        <p:nvSpPr>
          <p:cNvPr id="22" name="process-text-1-0">
            <a:extLst xmlns:a="http://schemas.openxmlformats.org/drawingml/2006/main">
              <a:ext uri="{FF2B5EF4-FFF2-40B4-BE49-F238E27FC236}">
                <a16:creationId xmlns:a16="http://schemas.microsoft.com/office/drawing/2014/main" id="{ACCF8E93-3915-4351-987C-6D6ED8CA50EE}"/>
              </a:ext>
            </a:extLst>
          </p:cNvPr>
          <p:cNvSpPr>
            <a:spLocks xmlns:a="http://schemas.openxmlformats.org/drawingml/2006/main" noGrp="1"/>
          </p:cNvSpPr>
          <p:nvPr/>
        </p:nvSpPr>
        <p:spPr>
          <a:xfrm xmlns:a="http://schemas.openxmlformats.org/drawingml/2006/main">
            <a:off x="685800" y="4810125"/>
            <a:ext cx="2076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文件</a:t>
            </a:r>
          </a:p>
        </p:txBody>
      </p:sp>
      <p:sp>
        <p:nvSpPr>
          <p:cNvPr id="23" name="process-arrow-1-0">
            <a:extLst xmlns:a="http://schemas.openxmlformats.org/drawingml/2006/main">
              <a:ext uri="{FF2B5EF4-FFF2-40B4-BE49-F238E27FC236}">
                <a16:creationId xmlns:a16="http://schemas.microsoft.com/office/drawing/2014/main" id="{EE2B31FB-5F6F-4F50-B328-0A0AC480FD74}"/>
              </a:ext>
            </a:extLst>
          </p:cNvPr>
          <p:cNvSpPr>
            <a:spLocks xmlns:a="http://schemas.openxmlformats.org/drawingml/2006/main" noGrp="1"/>
          </p:cNvSpPr>
          <p:nvPr/>
        </p:nvSpPr>
        <p:spPr>
          <a:xfrm xmlns:a="http://schemas.openxmlformats.org/drawingml/2006/main">
            <a:off x="2933700" y="4905375"/>
            <a:ext cx="485775"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24" name="converter-1-0">
            <a:extLst xmlns:a="http://schemas.openxmlformats.org/drawingml/2006/main">
              <a:ext uri="{FF2B5EF4-FFF2-40B4-BE49-F238E27FC236}">
                <a16:creationId xmlns:a16="http://schemas.microsoft.com/office/drawing/2014/main" id="{327879E4-2FC8-48BB-AAD0-69473548700E}"/>
              </a:ext>
            </a:extLst>
          </p:cNvPr>
          <p:cNvSpPr>
            <a:spLocks xmlns:a="http://schemas.openxmlformats.org/drawingml/2006/main" noGrp="1"/>
          </p:cNvSpPr>
          <p:nvPr/>
        </p:nvSpPr>
        <p:spPr>
          <a:xfrm xmlns:a="http://schemas.openxmlformats.org/drawingml/2006/main">
            <a:off x="2333625" y="5524500"/>
            <a:ext cx="1752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读取／解码</a:t>
            </a:r>
          </a:p>
        </p:txBody>
      </p:sp>
      <p:sp>
        <p:nvSpPr>
          <p:cNvPr id="25" name="process-node-1-1">
            <a:extLst xmlns:a="http://schemas.openxmlformats.org/drawingml/2006/main">
              <a:ext uri="{FF2B5EF4-FFF2-40B4-BE49-F238E27FC236}">
                <a16:creationId xmlns:a16="http://schemas.microsoft.com/office/drawing/2014/main" id="{CA08DF9A-3242-4E5F-8496-DA79ADD875D7}"/>
              </a:ext>
            </a:extLst>
          </p:cNvPr>
          <p:cNvSpPr>
            <a:spLocks xmlns:a="http://schemas.openxmlformats.org/drawingml/2006/main" noGrp="1"/>
          </p:cNvSpPr>
          <p:nvPr/>
        </p:nvSpPr>
        <p:spPr>
          <a:xfrm xmlns:a="http://schemas.openxmlformats.org/drawingml/2006/main">
            <a:off x="3524250" y="4667250"/>
            <a:ext cx="2228850" cy="666750"/>
          </a:xfrm>
          <a:prstGeom xmlns:a="http://schemas.openxmlformats.org/drawingml/2006/main" prst="rect">
            <a:avLst/>
          </a:prstGeom>
          <a:noFill xmlns:a="http://schemas.openxmlformats.org/drawingml/2006/main"/>
          <a:ln xmlns:a="http://schemas.openxmlformats.org/drawingml/2006/main" w="14288">
            <a:solidFill>
              <a:srgbClr val="D7D7DE"/>
            </a:solidFill>
          </a:ln>
        </p:spPr>
      </p:sp>
      <p:sp>
        <p:nvSpPr>
          <p:cNvPr id="26" name="process-text-1-1">
            <a:extLst xmlns:a="http://schemas.openxmlformats.org/drawingml/2006/main">
              <a:ext uri="{FF2B5EF4-FFF2-40B4-BE49-F238E27FC236}">
                <a16:creationId xmlns:a16="http://schemas.microsoft.com/office/drawing/2014/main" id="{4C9795A3-19DD-41F9-AC70-461C358AD4E4}"/>
              </a:ext>
            </a:extLst>
          </p:cNvPr>
          <p:cNvSpPr>
            <a:spLocks xmlns:a="http://schemas.openxmlformats.org/drawingml/2006/main" noGrp="1"/>
          </p:cNvSpPr>
          <p:nvPr/>
        </p:nvSpPr>
        <p:spPr>
          <a:xfrm xmlns:a="http://schemas.openxmlformats.org/drawingml/2006/main">
            <a:off x="3600450" y="4810125"/>
            <a:ext cx="2076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a:t>
            </a:r>
          </a:p>
        </p:txBody>
      </p:sp>
      <p:sp>
        <p:nvSpPr>
          <p:cNvPr id="27" name="process-arrow-1-1">
            <a:extLst xmlns:a="http://schemas.openxmlformats.org/drawingml/2006/main">
              <a:ext uri="{FF2B5EF4-FFF2-40B4-BE49-F238E27FC236}">
                <a16:creationId xmlns:a16="http://schemas.microsoft.com/office/drawing/2014/main" id="{CEB340F1-A852-4E53-8AE9-416DAAFD58C7}"/>
              </a:ext>
            </a:extLst>
          </p:cNvPr>
          <p:cNvSpPr>
            <a:spLocks xmlns:a="http://schemas.openxmlformats.org/drawingml/2006/main" noGrp="1"/>
          </p:cNvSpPr>
          <p:nvPr/>
        </p:nvSpPr>
        <p:spPr>
          <a:xfrm xmlns:a="http://schemas.openxmlformats.org/drawingml/2006/main">
            <a:off x="5848350" y="4905375"/>
            <a:ext cx="485775"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28" name="converter-1-1">
            <a:extLst xmlns:a="http://schemas.openxmlformats.org/drawingml/2006/main">
              <a:ext uri="{FF2B5EF4-FFF2-40B4-BE49-F238E27FC236}">
                <a16:creationId xmlns:a16="http://schemas.microsoft.com/office/drawing/2014/main" id="{89742E9A-D5D7-4D87-AD08-19580A667005}"/>
              </a:ext>
            </a:extLst>
          </p:cNvPr>
          <p:cNvSpPr>
            <a:spLocks xmlns:a="http://schemas.openxmlformats.org/drawingml/2006/main" noGrp="1"/>
          </p:cNvSpPr>
          <p:nvPr/>
        </p:nvSpPr>
        <p:spPr>
          <a:xfrm xmlns:a="http://schemas.openxmlformats.org/drawingml/2006/main">
            <a:off x="5248275" y="5524500"/>
            <a:ext cx="1752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DAC</a:t>
            </a:r>
          </a:p>
        </p:txBody>
      </p:sp>
      <p:sp>
        <p:nvSpPr>
          <p:cNvPr id="29" name="process-node-1-2">
            <a:extLst xmlns:a="http://schemas.openxmlformats.org/drawingml/2006/main">
              <a:ext uri="{FF2B5EF4-FFF2-40B4-BE49-F238E27FC236}">
                <a16:creationId xmlns:a16="http://schemas.microsoft.com/office/drawing/2014/main" id="{B3C768DC-7441-426B-A062-1DD8AE429F9D}"/>
              </a:ext>
            </a:extLst>
          </p:cNvPr>
          <p:cNvSpPr>
            <a:spLocks xmlns:a="http://schemas.openxmlformats.org/drawingml/2006/main" noGrp="1"/>
          </p:cNvSpPr>
          <p:nvPr/>
        </p:nvSpPr>
        <p:spPr>
          <a:xfrm xmlns:a="http://schemas.openxmlformats.org/drawingml/2006/main">
            <a:off x="6438900" y="4667250"/>
            <a:ext cx="2228850" cy="66675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30" name="process-text-1-2">
            <a:extLst xmlns:a="http://schemas.openxmlformats.org/drawingml/2006/main">
              <a:ext uri="{FF2B5EF4-FFF2-40B4-BE49-F238E27FC236}">
                <a16:creationId xmlns:a16="http://schemas.microsoft.com/office/drawing/2014/main" id="{B5805462-7B67-4849-82CE-3C39B32C8B7F}"/>
              </a:ext>
            </a:extLst>
          </p:cNvPr>
          <p:cNvSpPr>
            <a:spLocks xmlns:a="http://schemas.openxmlformats.org/drawingml/2006/main" noGrp="1"/>
          </p:cNvSpPr>
          <p:nvPr/>
        </p:nvSpPr>
        <p:spPr>
          <a:xfrm xmlns:a="http://schemas.openxmlformats.org/drawingml/2006/main">
            <a:off x="6515100" y="4810125"/>
            <a:ext cx="2076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007C9B"/>
                </a:solidFill>
                <a:latin typeface="Alibaba PuHuiTi 3.0 55 Regular"/>
                <a:ea typeface="Alibaba PuHuiTi 3.0 55 Regular"/>
                <a:cs typeface="Alibaba PuHuiTi 3.0 55 Regular"/>
              </a:defRPr>
            </a:defPPr>
          </a:lstStyle>
          <a:p xmlns:a="http://schemas.openxmlformats.org/drawingml/2006/main">
            <a:pPr algn="ctr">
              <a:defRPr sz="2200" b="0">
                <a:solidFill>
                  <a:srgbClr val="007C9B"/>
                </a:solidFill>
                <a:latin typeface="Alibaba PuHuiTi 3.0 55 Regular"/>
                <a:ea typeface="Alibaba PuHuiTi 3.0 55 Regular"/>
                <a:cs typeface="Alibaba PuHuiTi 3.0 55 Regular"/>
              </a:defRPr>
            </a:pPr>
            <a:r>
              <a:rPr sz="2200" b="0">
                <a:solidFill>
                  <a:srgbClr val="007C9B"/>
                </a:solidFill>
                <a:latin typeface="Alibaba PuHuiTi 3.0 55 Regular"/>
                <a:ea typeface="Alibaba PuHuiTi 3.0 55 Regular"/>
                <a:cs typeface="Alibaba PuHuiTi 3.0 55 Regular"/>
              </a:rPr>
              <a:t>电信号</a:t>
            </a:r>
          </a:p>
        </p:txBody>
      </p:sp>
      <p:sp>
        <p:nvSpPr>
          <p:cNvPr id="31" name="process-arrow-1-2">
            <a:extLst xmlns:a="http://schemas.openxmlformats.org/drawingml/2006/main">
              <a:ext uri="{FF2B5EF4-FFF2-40B4-BE49-F238E27FC236}">
                <a16:creationId xmlns:a16="http://schemas.microsoft.com/office/drawing/2014/main" id="{14919E4E-0612-44DD-9CAF-C0C104E78364}"/>
              </a:ext>
            </a:extLst>
          </p:cNvPr>
          <p:cNvSpPr>
            <a:spLocks xmlns:a="http://schemas.openxmlformats.org/drawingml/2006/main" noGrp="1"/>
          </p:cNvSpPr>
          <p:nvPr/>
        </p:nvSpPr>
        <p:spPr>
          <a:xfrm xmlns:a="http://schemas.openxmlformats.org/drawingml/2006/main">
            <a:off x="8763000" y="4905375"/>
            <a:ext cx="485775"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32" name="converter-1-2">
            <a:extLst xmlns:a="http://schemas.openxmlformats.org/drawingml/2006/main">
              <a:ext uri="{FF2B5EF4-FFF2-40B4-BE49-F238E27FC236}">
                <a16:creationId xmlns:a16="http://schemas.microsoft.com/office/drawing/2014/main" id="{5877A417-F35D-48A2-8B76-9BBD66909872}"/>
              </a:ext>
            </a:extLst>
          </p:cNvPr>
          <p:cNvSpPr>
            <a:spLocks xmlns:a="http://schemas.openxmlformats.org/drawingml/2006/main" noGrp="1"/>
          </p:cNvSpPr>
          <p:nvPr/>
        </p:nvSpPr>
        <p:spPr>
          <a:xfrm xmlns:a="http://schemas.openxmlformats.org/drawingml/2006/main">
            <a:off x="8162925" y="5524500"/>
            <a:ext cx="1752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扬声器</a:t>
            </a:r>
          </a:p>
        </p:txBody>
      </p:sp>
      <p:sp>
        <p:nvSpPr>
          <p:cNvPr id="33" name="process-node-1-3">
            <a:extLst xmlns:a="http://schemas.openxmlformats.org/drawingml/2006/main">
              <a:ext uri="{FF2B5EF4-FFF2-40B4-BE49-F238E27FC236}">
                <a16:creationId xmlns:a16="http://schemas.microsoft.com/office/drawing/2014/main" id="{ADC321A8-8522-42FF-88F2-97A2A97A571B}"/>
              </a:ext>
            </a:extLst>
          </p:cNvPr>
          <p:cNvSpPr>
            <a:spLocks xmlns:a="http://schemas.openxmlformats.org/drawingml/2006/main" noGrp="1"/>
          </p:cNvSpPr>
          <p:nvPr/>
        </p:nvSpPr>
        <p:spPr>
          <a:xfrm xmlns:a="http://schemas.openxmlformats.org/drawingml/2006/main">
            <a:off x="9353550" y="4667250"/>
            <a:ext cx="2228850" cy="666750"/>
          </a:xfrm>
          <a:prstGeom xmlns:a="http://schemas.openxmlformats.org/drawingml/2006/main" prst="rect">
            <a:avLst/>
          </a:prstGeom>
          <a:noFill xmlns:a="http://schemas.openxmlformats.org/drawingml/2006/main"/>
          <a:ln xmlns:a="http://schemas.openxmlformats.org/drawingml/2006/main" w="14288">
            <a:solidFill>
              <a:srgbClr val="D7D7DE"/>
            </a:solidFill>
          </a:ln>
        </p:spPr>
      </p:sp>
      <p:sp>
        <p:nvSpPr>
          <p:cNvPr id="34" name="process-text-1-3">
            <a:extLst xmlns:a="http://schemas.openxmlformats.org/drawingml/2006/main">
              <a:ext uri="{FF2B5EF4-FFF2-40B4-BE49-F238E27FC236}">
                <a16:creationId xmlns:a16="http://schemas.microsoft.com/office/drawing/2014/main" id="{A358A383-9E3D-48BD-AB8A-05CECB607873}"/>
              </a:ext>
            </a:extLst>
          </p:cNvPr>
          <p:cNvSpPr>
            <a:spLocks xmlns:a="http://schemas.openxmlformats.org/drawingml/2006/main" noGrp="1"/>
          </p:cNvSpPr>
          <p:nvPr/>
        </p:nvSpPr>
        <p:spPr>
          <a:xfrm xmlns:a="http://schemas.openxmlformats.org/drawingml/2006/main">
            <a:off x="9429750" y="4810125"/>
            <a:ext cx="2076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声音</a:t>
            </a:r>
          </a:p>
        </p:txBody>
      </p:sp>
    </p:spTree>
    <p:extLst>
      <p:ext uri="{BB962C8B-B14F-4D97-AF65-F5344CB8AC3E}">
        <p14:creationId xmlns:p14="http://schemas.microsoft.com/office/powerpoint/2010/main" val="53666489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1CBA5104-83EE-4017-A7A7-3684D7984EA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CFF6FD2-3B07-4E04-AE13-34B8A2BC2E16}"/>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6F665B3-5B35-454F-B262-6F7CB44ED622}"/>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波形图的横轴，表示距离还是时间？</a:t>
            </a:r>
          </a:p>
        </p:txBody>
      </p:sp>
      <p:sp>
        <p:nvSpPr>
          <p:cNvPr id="5" name="text">
            <a:extLst xmlns:a="http://schemas.openxmlformats.org/drawingml/2006/main">
              <a:ext uri="{FF2B5EF4-FFF2-40B4-BE49-F238E27FC236}">
                <a16:creationId xmlns:a16="http://schemas.microsoft.com/office/drawing/2014/main" id="{AB03DD7F-BD91-4776-AEE8-42F0416FB87C}"/>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请先判断：图中的起伏描述了什么？</a:t>
            </a:r>
          </a:p>
        </p:txBody>
      </p:sp>
    </p:spTree>
    <p:extLst>
      <p:ext uri="{BB962C8B-B14F-4D97-AF65-F5344CB8AC3E}">
        <p14:creationId xmlns:p14="http://schemas.microsoft.com/office/powerpoint/2010/main" val="82119004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1CBA5104-83EE-4017-A7A7-3684D7984EA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CFF6FD2-3B07-4E04-AE13-34B8A2BC2E16}"/>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6F665B3-5B35-454F-B262-6F7CB44ED622}"/>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波形图的横轴，表示距离还是时间？</a:t>
            </a:r>
          </a:p>
        </p:txBody>
      </p:sp>
      <p:sp>
        <p:nvSpPr>
          <p:cNvPr id="5" name="text">
            <a:extLst xmlns:a="http://schemas.openxmlformats.org/drawingml/2006/main">
              <a:ext uri="{FF2B5EF4-FFF2-40B4-BE49-F238E27FC236}">
                <a16:creationId xmlns:a16="http://schemas.microsoft.com/office/drawing/2014/main" id="{AB03DD7F-BD91-4776-AEE8-42F0416FB87C}"/>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请先判断：图中的起伏描述了什么？</a:t>
            </a:r>
          </a:p>
        </p:txBody>
      </p:sp>
      <p:sp>
        <p:nvSpPr>
          <p:cNvPr id="6" name="space-heading">
            <a:extLst xmlns:a="http://schemas.openxmlformats.org/drawingml/2006/main">
              <a:ext uri="{FF2B5EF4-FFF2-40B4-BE49-F238E27FC236}">
                <a16:creationId xmlns:a16="http://schemas.microsoft.com/office/drawing/2014/main" id="{AC575F18-BE26-4378-980D-CB179507B034}"/>
              </a:ext>
            </a:extLst>
          </p:cNvPr>
          <p:cNvSpPr>
            <a:spLocks xmlns:a="http://schemas.openxmlformats.org/drawingml/2006/main" noGrp="1"/>
          </p:cNvSpPr>
          <p:nvPr/>
        </p:nvSpPr>
        <p:spPr>
          <a:xfrm xmlns:a="http://schemas.openxmlformats.org/drawingml/2006/main">
            <a:off x="609600" y="2228850"/>
            <a:ext cx="5181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空间里的传播（示意）</a:t>
            </a:r>
          </a:p>
        </p:txBody>
      </p:sp>
      <p:sp>
        <p:nvSpPr>
          <p:cNvPr id="7" name="time-heading">
            <a:extLst xmlns:a="http://schemas.openxmlformats.org/drawingml/2006/main">
              <a:ext uri="{FF2B5EF4-FFF2-40B4-BE49-F238E27FC236}">
                <a16:creationId xmlns:a16="http://schemas.microsoft.com/office/drawing/2014/main" id="{53B788A1-13CF-4053-A563-7DA18C30F215}"/>
              </a:ext>
            </a:extLst>
          </p:cNvPr>
          <p:cNvSpPr>
            <a:spLocks xmlns:a="http://schemas.openxmlformats.org/drawingml/2006/main" noGrp="1"/>
          </p:cNvSpPr>
          <p:nvPr/>
        </p:nvSpPr>
        <p:spPr>
          <a:xfrm xmlns:a="http://schemas.openxmlformats.org/drawingml/2006/main">
            <a:off x="6400800" y="2228850"/>
            <a:ext cx="5181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固定位置的时间记录</a:t>
            </a:r>
          </a:p>
        </p:txBody>
      </p:sp>
      <p:pic>
        <p:nvPicPr>
          <p:cNvPr id="8" name="">
            <a:extLst xmlns:a="http://schemas.openxmlformats.org/drawingml/2006/main">
              <a:ext uri="{FF2B5EF4-FFF2-40B4-BE49-F238E27FC236}">
                <a16:creationId xmlns:a16="http://schemas.microsoft.com/office/drawing/2014/main" id="{B28B9BB3-8E7D-4687-9EA0-0D17D50ACC23}"/>
              </a:ext>
            </a:extLst>
          </p:cNvPr>
          <p:cNvPicPr>
            <a:picLocks xmlns:a="http://schemas.openxmlformats.org/drawingml/2006/main" noChangeAspect="1"/>
          </p:cNvPicPr>
          <p:nvPr/>
        </p:nvPicPr>
        <p:blipFill>
          <a:blip xmlns:r="http://schemas.openxmlformats.org/officeDocument/2006/relationships" xmlns:a="http://schemas.openxmlformats.org/drawingml/2006/main" r:embed="Rcaceab1411fd40cc"/>
          <a:srcRect xmlns:a="http://schemas.openxmlformats.org/drawingml/2006/main" l="0" t="0" r="51000" b="0"/>
          <a:stretch xmlns:a="http://schemas.openxmlformats.org/drawingml/2006/main"/>
        </p:blipFill>
        <p:spPr>
          <a:xfrm xmlns:a="http://schemas.openxmlformats.org/drawingml/2006/main">
            <a:off x="723900" y="2800350"/>
            <a:ext cx="4876800" cy="2714625"/>
          </a:xfrm>
          <a:prstGeom xmlns:a="http://schemas.openxmlformats.org/drawingml/2006/main" prst="rect">
            <a:avLst/>
          </a:prstGeom>
        </p:spPr>
      </p:pic>
      <p:sp>
        <p:nvSpPr>
          <p:cNvPr id="9" name="time-axis">
            <a:extLst xmlns:a="http://schemas.openxmlformats.org/drawingml/2006/main">
              <a:ext uri="{FF2B5EF4-FFF2-40B4-BE49-F238E27FC236}">
                <a16:creationId xmlns:a16="http://schemas.microsoft.com/office/drawing/2014/main" id="{EB25DE18-6B37-465E-90C7-21A9673A7417}"/>
              </a:ext>
            </a:extLst>
          </p:cNvPr>
          <p:cNvSpPr>
            <a:spLocks xmlns:a="http://schemas.openxmlformats.org/drawingml/2006/main" noGrp="1"/>
          </p:cNvSpPr>
          <p:nvPr/>
        </p:nvSpPr>
        <p:spPr>
          <a:xfrm xmlns:a="http://schemas.openxmlformats.org/drawingml/2006/main">
            <a:off x="6915150" y="4143375"/>
            <a:ext cx="4305300" cy="9525"/>
          </a:xfrm>
          <a:custGeom xmlns:a="http://schemas.openxmlformats.org/drawingml/2006/main">
            <a:pathLst>
              <a:path w="4305300" h="9525">
                <a:moveTo>
                  <a:pt x="0" y="0"/>
                </a:moveTo>
                <a:lnTo>
                  <a:pt x="4305300" y="0"/>
                </a:lnTo>
              </a:path>
            </a:pathLst>
          </a:custGeom>
          <a:noFill xmlns:a="http://schemas.openxmlformats.org/drawingml/2006/main"/>
          <a:ln xmlns:a="http://schemas.openxmlformats.org/drawingml/2006/main" w="13335">
            <a:solidFill>
              <a:srgbClr val="808080"/>
            </a:solidFill>
          </a:ln>
        </p:spPr>
      </p:sp>
      <p:sp>
        <p:nvSpPr>
          <p:cNvPr id="10" name="amplitude-axis">
            <a:extLst xmlns:a="http://schemas.openxmlformats.org/drawingml/2006/main">
              <a:ext uri="{FF2B5EF4-FFF2-40B4-BE49-F238E27FC236}">
                <a16:creationId xmlns:a16="http://schemas.microsoft.com/office/drawing/2014/main" id="{3B1D945E-0AE6-4430-9781-9F5E73F3AAD6}"/>
              </a:ext>
            </a:extLst>
          </p:cNvPr>
          <p:cNvSpPr>
            <a:spLocks xmlns:a="http://schemas.openxmlformats.org/drawingml/2006/main" noGrp="1"/>
          </p:cNvSpPr>
          <p:nvPr/>
        </p:nvSpPr>
        <p:spPr>
          <a:xfrm xmlns:a="http://schemas.openxmlformats.org/drawingml/2006/main">
            <a:off x="6915150" y="2943225"/>
            <a:ext cx="9525" cy="2428875"/>
          </a:xfrm>
          <a:custGeom xmlns:a="http://schemas.openxmlformats.org/drawingml/2006/main">
            <a:pathLst>
              <a:path w="9525" h="2428875">
                <a:moveTo>
                  <a:pt x="0" y="0"/>
                </a:moveTo>
                <a:lnTo>
                  <a:pt x="0" y="2428875"/>
                </a:lnTo>
              </a:path>
            </a:pathLst>
          </a:custGeom>
          <a:noFill xmlns:a="http://schemas.openxmlformats.org/drawingml/2006/main"/>
          <a:ln xmlns:a="http://schemas.openxmlformats.org/drawingml/2006/main" w="13335">
            <a:solidFill>
              <a:srgbClr val="808080"/>
            </a:solidFill>
          </a:ln>
        </p:spPr>
      </p:sp>
      <p:sp>
        <p:nvSpPr>
          <p:cNvPr id="11" name="fixed-position-signal">
            <a:extLst xmlns:a="http://schemas.openxmlformats.org/drawingml/2006/main">
              <a:ext uri="{FF2B5EF4-FFF2-40B4-BE49-F238E27FC236}">
                <a16:creationId xmlns:a16="http://schemas.microsoft.com/office/drawing/2014/main" id="{B91C5296-AE2E-4123-A885-392C66148DF0}"/>
              </a:ext>
            </a:extLst>
          </p:cNvPr>
          <p:cNvSpPr>
            <a:spLocks xmlns:a="http://schemas.openxmlformats.org/drawingml/2006/main" noGrp="1"/>
          </p:cNvSpPr>
          <p:nvPr/>
        </p:nvSpPr>
        <p:spPr>
          <a:xfrm xmlns:a="http://schemas.openxmlformats.org/drawingml/2006/main">
            <a:off x="6915150" y="3492649"/>
            <a:ext cx="4305300" cy="1301452"/>
          </a:xfrm>
          <a:custGeom xmlns:a="http://schemas.openxmlformats.org/drawingml/2006/main">
            <a:pathLst>
              <a:path w="4305300" h="1301452">
                <a:moveTo>
                  <a:pt x="0" y="458192"/>
                </a:moveTo>
                <a:lnTo>
                  <a:pt x="23918" y="353036"/>
                </a:lnTo>
                <a:lnTo>
                  <a:pt x="47837" y="256926"/>
                </a:lnTo>
                <a:lnTo>
                  <a:pt x="71755" y="172781"/>
                </a:lnTo>
                <a:lnTo>
                  <a:pt x="95673" y="103158"/>
                </a:lnTo>
                <a:lnTo>
                  <a:pt x="119592" y="50173"/>
                </a:lnTo>
                <a:lnTo>
                  <a:pt x="143510" y="15435"/>
                </a:lnTo>
                <a:lnTo>
                  <a:pt x="167428" y="0"/>
                </a:lnTo>
                <a:lnTo>
                  <a:pt x="191347" y="4337"/>
                </a:lnTo>
                <a:lnTo>
                  <a:pt x="215265" y="28315"/>
                </a:lnTo>
                <a:lnTo>
                  <a:pt x="239183" y="71204"/>
                </a:lnTo>
                <a:lnTo>
                  <a:pt x="263102" y="131701"/>
                </a:lnTo>
                <a:lnTo>
                  <a:pt x="287020" y="207969"/>
                </a:lnTo>
                <a:lnTo>
                  <a:pt x="310938" y="297690"/>
                </a:lnTo>
                <a:lnTo>
                  <a:pt x="334857" y="398138"/>
                </a:lnTo>
                <a:lnTo>
                  <a:pt x="358775" y="506260"/>
                </a:lnTo>
                <a:lnTo>
                  <a:pt x="382693" y="618772"/>
                </a:lnTo>
                <a:lnTo>
                  <a:pt x="406612" y="732255"/>
                </a:lnTo>
                <a:lnTo>
                  <a:pt x="430530" y="843260"/>
                </a:lnTo>
                <a:lnTo>
                  <a:pt x="454448" y="948416"/>
                </a:lnTo>
                <a:lnTo>
                  <a:pt x="478367" y="1044526"/>
                </a:lnTo>
                <a:lnTo>
                  <a:pt x="502285" y="1128671"/>
                </a:lnTo>
                <a:lnTo>
                  <a:pt x="526203" y="1198294"/>
                </a:lnTo>
                <a:lnTo>
                  <a:pt x="550122" y="1251279"/>
                </a:lnTo>
                <a:lnTo>
                  <a:pt x="574040" y="1286017"/>
                </a:lnTo>
                <a:lnTo>
                  <a:pt x="597958" y="1301452"/>
                </a:lnTo>
                <a:lnTo>
                  <a:pt x="621877" y="1297115"/>
                </a:lnTo>
                <a:lnTo>
                  <a:pt x="645795" y="1273137"/>
                </a:lnTo>
                <a:lnTo>
                  <a:pt x="669713" y="1230248"/>
                </a:lnTo>
                <a:lnTo>
                  <a:pt x="693632" y="1169751"/>
                </a:lnTo>
                <a:lnTo>
                  <a:pt x="717550" y="1093483"/>
                </a:lnTo>
                <a:lnTo>
                  <a:pt x="741468" y="1003762"/>
                </a:lnTo>
                <a:lnTo>
                  <a:pt x="765387" y="903314"/>
                </a:lnTo>
                <a:lnTo>
                  <a:pt x="789305" y="795192"/>
                </a:lnTo>
                <a:lnTo>
                  <a:pt x="813223" y="682680"/>
                </a:lnTo>
                <a:lnTo>
                  <a:pt x="837142" y="569197"/>
                </a:lnTo>
                <a:lnTo>
                  <a:pt x="861060" y="458192"/>
                </a:lnTo>
                <a:lnTo>
                  <a:pt x="884978" y="353036"/>
                </a:lnTo>
                <a:lnTo>
                  <a:pt x="908897" y="256926"/>
                </a:lnTo>
                <a:lnTo>
                  <a:pt x="932815" y="172781"/>
                </a:lnTo>
                <a:lnTo>
                  <a:pt x="956733" y="103158"/>
                </a:lnTo>
                <a:lnTo>
                  <a:pt x="980652" y="50173"/>
                </a:lnTo>
                <a:lnTo>
                  <a:pt x="1004570" y="15435"/>
                </a:lnTo>
                <a:lnTo>
                  <a:pt x="1028488" y="0"/>
                </a:lnTo>
                <a:lnTo>
                  <a:pt x="1052407" y="4337"/>
                </a:lnTo>
                <a:lnTo>
                  <a:pt x="1076325" y="28315"/>
                </a:lnTo>
                <a:lnTo>
                  <a:pt x="1100243" y="71204"/>
                </a:lnTo>
                <a:lnTo>
                  <a:pt x="1124162" y="131701"/>
                </a:lnTo>
                <a:lnTo>
                  <a:pt x="1148080" y="207969"/>
                </a:lnTo>
                <a:lnTo>
                  <a:pt x="1171998" y="297690"/>
                </a:lnTo>
                <a:lnTo>
                  <a:pt x="1195917" y="398138"/>
                </a:lnTo>
                <a:lnTo>
                  <a:pt x="1219835" y="506260"/>
                </a:lnTo>
                <a:lnTo>
                  <a:pt x="1243753" y="618772"/>
                </a:lnTo>
                <a:lnTo>
                  <a:pt x="1267672" y="732255"/>
                </a:lnTo>
                <a:lnTo>
                  <a:pt x="1291590" y="843260"/>
                </a:lnTo>
                <a:lnTo>
                  <a:pt x="1315508" y="948416"/>
                </a:lnTo>
                <a:lnTo>
                  <a:pt x="1339427" y="1044526"/>
                </a:lnTo>
                <a:lnTo>
                  <a:pt x="1363345" y="1128671"/>
                </a:lnTo>
                <a:lnTo>
                  <a:pt x="1387263" y="1198294"/>
                </a:lnTo>
                <a:lnTo>
                  <a:pt x="1411182" y="1251279"/>
                </a:lnTo>
                <a:lnTo>
                  <a:pt x="1435100" y="1286017"/>
                </a:lnTo>
                <a:lnTo>
                  <a:pt x="1459018" y="1301452"/>
                </a:lnTo>
                <a:lnTo>
                  <a:pt x="1482937" y="1297115"/>
                </a:lnTo>
                <a:lnTo>
                  <a:pt x="1506855" y="1273137"/>
                </a:lnTo>
                <a:lnTo>
                  <a:pt x="1530773" y="1230248"/>
                </a:lnTo>
                <a:lnTo>
                  <a:pt x="1554692" y="1169751"/>
                </a:lnTo>
                <a:lnTo>
                  <a:pt x="1578610" y="1093483"/>
                </a:lnTo>
                <a:lnTo>
                  <a:pt x="1602528" y="1003762"/>
                </a:lnTo>
                <a:lnTo>
                  <a:pt x="1626447" y="903314"/>
                </a:lnTo>
                <a:lnTo>
                  <a:pt x="1650365" y="795192"/>
                </a:lnTo>
                <a:lnTo>
                  <a:pt x="1674283" y="682680"/>
                </a:lnTo>
                <a:lnTo>
                  <a:pt x="1698202" y="569197"/>
                </a:lnTo>
                <a:lnTo>
                  <a:pt x="1722120" y="458192"/>
                </a:lnTo>
                <a:lnTo>
                  <a:pt x="1746038" y="353036"/>
                </a:lnTo>
                <a:lnTo>
                  <a:pt x="1769957" y="256926"/>
                </a:lnTo>
                <a:lnTo>
                  <a:pt x="1793875" y="172781"/>
                </a:lnTo>
                <a:lnTo>
                  <a:pt x="1817793" y="103158"/>
                </a:lnTo>
                <a:lnTo>
                  <a:pt x="1841712" y="50173"/>
                </a:lnTo>
                <a:lnTo>
                  <a:pt x="1865630" y="15435"/>
                </a:lnTo>
                <a:lnTo>
                  <a:pt x="1889548" y="0"/>
                </a:lnTo>
                <a:lnTo>
                  <a:pt x="1913467" y="4337"/>
                </a:lnTo>
                <a:lnTo>
                  <a:pt x="1937385" y="28315"/>
                </a:lnTo>
                <a:lnTo>
                  <a:pt x="1961303" y="71204"/>
                </a:lnTo>
                <a:lnTo>
                  <a:pt x="1985222" y="131701"/>
                </a:lnTo>
                <a:lnTo>
                  <a:pt x="2009140" y="207969"/>
                </a:lnTo>
                <a:lnTo>
                  <a:pt x="2033058" y="297690"/>
                </a:lnTo>
                <a:lnTo>
                  <a:pt x="2056977" y="398138"/>
                </a:lnTo>
                <a:lnTo>
                  <a:pt x="2080895" y="506260"/>
                </a:lnTo>
                <a:lnTo>
                  <a:pt x="2104813" y="618772"/>
                </a:lnTo>
                <a:lnTo>
                  <a:pt x="2128732" y="732255"/>
                </a:lnTo>
                <a:lnTo>
                  <a:pt x="2152650" y="843260"/>
                </a:lnTo>
                <a:lnTo>
                  <a:pt x="2176568" y="948416"/>
                </a:lnTo>
                <a:lnTo>
                  <a:pt x="2200487" y="1044526"/>
                </a:lnTo>
                <a:lnTo>
                  <a:pt x="2224405" y="1128671"/>
                </a:lnTo>
                <a:lnTo>
                  <a:pt x="2248323" y="1198294"/>
                </a:lnTo>
                <a:lnTo>
                  <a:pt x="2272242" y="1251279"/>
                </a:lnTo>
                <a:lnTo>
                  <a:pt x="2296160" y="1286017"/>
                </a:lnTo>
                <a:lnTo>
                  <a:pt x="2320078" y="1301452"/>
                </a:lnTo>
                <a:lnTo>
                  <a:pt x="2343997" y="1297115"/>
                </a:lnTo>
                <a:lnTo>
                  <a:pt x="2367915" y="1273137"/>
                </a:lnTo>
                <a:lnTo>
                  <a:pt x="2391833" y="1230248"/>
                </a:lnTo>
                <a:lnTo>
                  <a:pt x="2415752" y="1169751"/>
                </a:lnTo>
                <a:lnTo>
                  <a:pt x="2439670" y="1093483"/>
                </a:lnTo>
                <a:lnTo>
                  <a:pt x="2463588" y="1003762"/>
                </a:lnTo>
                <a:lnTo>
                  <a:pt x="2487507" y="903314"/>
                </a:lnTo>
                <a:lnTo>
                  <a:pt x="2511425" y="795192"/>
                </a:lnTo>
                <a:lnTo>
                  <a:pt x="2535343" y="682680"/>
                </a:lnTo>
                <a:lnTo>
                  <a:pt x="2559262" y="569197"/>
                </a:lnTo>
                <a:lnTo>
                  <a:pt x="2583180" y="458192"/>
                </a:lnTo>
                <a:lnTo>
                  <a:pt x="2607098" y="353036"/>
                </a:lnTo>
                <a:lnTo>
                  <a:pt x="2631017" y="256926"/>
                </a:lnTo>
                <a:lnTo>
                  <a:pt x="2654935" y="172781"/>
                </a:lnTo>
                <a:lnTo>
                  <a:pt x="2678853" y="103158"/>
                </a:lnTo>
                <a:lnTo>
                  <a:pt x="2702772" y="50173"/>
                </a:lnTo>
                <a:lnTo>
                  <a:pt x="2726690" y="15435"/>
                </a:lnTo>
                <a:lnTo>
                  <a:pt x="2750608" y="0"/>
                </a:lnTo>
                <a:lnTo>
                  <a:pt x="2774527" y="4337"/>
                </a:lnTo>
                <a:lnTo>
                  <a:pt x="2798445" y="28315"/>
                </a:lnTo>
                <a:lnTo>
                  <a:pt x="2822363" y="71204"/>
                </a:lnTo>
                <a:lnTo>
                  <a:pt x="2846282" y="131701"/>
                </a:lnTo>
                <a:lnTo>
                  <a:pt x="2870200" y="207969"/>
                </a:lnTo>
                <a:lnTo>
                  <a:pt x="2894118" y="297690"/>
                </a:lnTo>
                <a:lnTo>
                  <a:pt x="2918037" y="398138"/>
                </a:lnTo>
                <a:lnTo>
                  <a:pt x="2941955" y="506260"/>
                </a:lnTo>
                <a:lnTo>
                  <a:pt x="2965873" y="618772"/>
                </a:lnTo>
                <a:lnTo>
                  <a:pt x="2989792" y="732255"/>
                </a:lnTo>
                <a:lnTo>
                  <a:pt x="3013710" y="843260"/>
                </a:lnTo>
                <a:lnTo>
                  <a:pt x="3037628" y="948416"/>
                </a:lnTo>
                <a:lnTo>
                  <a:pt x="3061547" y="1044526"/>
                </a:lnTo>
                <a:lnTo>
                  <a:pt x="3085465" y="1128671"/>
                </a:lnTo>
                <a:lnTo>
                  <a:pt x="3109383" y="1198294"/>
                </a:lnTo>
                <a:lnTo>
                  <a:pt x="3133302" y="1251279"/>
                </a:lnTo>
                <a:lnTo>
                  <a:pt x="3157220" y="1286017"/>
                </a:lnTo>
                <a:lnTo>
                  <a:pt x="3181138" y="1301452"/>
                </a:lnTo>
                <a:lnTo>
                  <a:pt x="3205057" y="1297115"/>
                </a:lnTo>
                <a:lnTo>
                  <a:pt x="3228975" y="1273137"/>
                </a:lnTo>
                <a:lnTo>
                  <a:pt x="3252893" y="1230248"/>
                </a:lnTo>
                <a:lnTo>
                  <a:pt x="3276812" y="1169751"/>
                </a:lnTo>
                <a:lnTo>
                  <a:pt x="3300730" y="1093483"/>
                </a:lnTo>
                <a:lnTo>
                  <a:pt x="3324648" y="1003762"/>
                </a:lnTo>
                <a:lnTo>
                  <a:pt x="3348567" y="903314"/>
                </a:lnTo>
                <a:lnTo>
                  <a:pt x="3372485" y="795192"/>
                </a:lnTo>
                <a:lnTo>
                  <a:pt x="3396403" y="682680"/>
                </a:lnTo>
                <a:lnTo>
                  <a:pt x="3420322" y="569197"/>
                </a:lnTo>
                <a:lnTo>
                  <a:pt x="3444240" y="458192"/>
                </a:lnTo>
                <a:lnTo>
                  <a:pt x="3468158" y="353036"/>
                </a:lnTo>
                <a:lnTo>
                  <a:pt x="3492077" y="256926"/>
                </a:lnTo>
                <a:lnTo>
                  <a:pt x="3515995" y="172781"/>
                </a:lnTo>
                <a:lnTo>
                  <a:pt x="3539913" y="103158"/>
                </a:lnTo>
                <a:lnTo>
                  <a:pt x="3563832" y="50173"/>
                </a:lnTo>
                <a:lnTo>
                  <a:pt x="3587750" y="15435"/>
                </a:lnTo>
                <a:lnTo>
                  <a:pt x="3611668" y="0"/>
                </a:lnTo>
                <a:lnTo>
                  <a:pt x="3635587" y="4337"/>
                </a:lnTo>
                <a:lnTo>
                  <a:pt x="3659505" y="28315"/>
                </a:lnTo>
                <a:lnTo>
                  <a:pt x="3683423" y="71204"/>
                </a:lnTo>
                <a:lnTo>
                  <a:pt x="3707342" y="131701"/>
                </a:lnTo>
                <a:lnTo>
                  <a:pt x="3731260" y="207969"/>
                </a:lnTo>
                <a:lnTo>
                  <a:pt x="3755178" y="297690"/>
                </a:lnTo>
                <a:lnTo>
                  <a:pt x="3779097" y="398138"/>
                </a:lnTo>
                <a:lnTo>
                  <a:pt x="3803015" y="506260"/>
                </a:lnTo>
                <a:lnTo>
                  <a:pt x="3826933" y="618772"/>
                </a:lnTo>
                <a:lnTo>
                  <a:pt x="3850852" y="732255"/>
                </a:lnTo>
                <a:lnTo>
                  <a:pt x="3874770" y="843260"/>
                </a:lnTo>
                <a:lnTo>
                  <a:pt x="3898688" y="948416"/>
                </a:lnTo>
                <a:lnTo>
                  <a:pt x="3922607" y="1044526"/>
                </a:lnTo>
                <a:lnTo>
                  <a:pt x="3946525" y="1128671"/>
                </a:lnTo>
                <a:lnTo>
                  <a:pt x="3970443" y="1198294"/>
                </a:lnTo>
                <a:lnTo>
                  <a:pt x="3994362" y="1251279"/>
                </a:lnTo>
                <a:lnTo>
                  <a:pt x="4018280" y="1286017"/>
                </a:lnTo>
                <a:lnTo>
                  <a:pt x="4042198" y="1301452"/>
                </a:lnTo>
                <a:lnTo>
                  <a:pt x="4066117" y="1297115"/>
                </a:lnTo>
                <a:lnTo>
                  <a:pt x="4090035" y="1273137"/>
                </a:lnTo>
                <a:lnTo>
                  <a:pt x="4113953" y="1230248"/>
                </a:lnTo>
                <a:lnTo>
                  <a:pt x="4137872" y="1169751"/>
                </a:lnTo>
                <a:lnTo>
                  <a:pt x="4161790" y="1093483"/>
                </a:lnTo>
                <a:lnTo>
                  <a:pt x="4185708" y="1003762"/>
                </a:lnTo>
                <a:lnTo>
                  <a:pt x="4209627" y="903314"/>
                </a:lnTo>
                <a:lnTo>
                  <a:pt x="4233545" y="795192"/>
                </a:lnTo>
                <a:lnTo>
                  <a:pt x="4257463" y="682680"/>
                </a:lnTo>
                <a:lnTo>
                  <a:pt x="4281382" y="569197"/>
                </a:lnTo>
                <a:lnTo>
                  <a:pt x="4305300" y="458192"/>
                </a:lnTo>
              </a:path>
            </a:pathLst>
          </a:custGeom>
          <a:noFill xmlns:a="http://schemas.openxmlformats.org/drawingml/2006/main"/>
          <a:ln xmlns:a="http://schemas.openxmlformats.org/drawingml/2006/main" w="20955">
            <a:solidFill>
              <a:srgbClr val="8C64E1"/>
            </a:solidFill>
          </a:ln>
        </p:spPr>
      </p:sp>
      <p:sp>
        <p:nvSpPr>
          <p:cNvPr id="12" name="amplitude-label">
            <a:extLst xmlns:a="http://schemas.openxmlformats.org/drawingml/2006/main">
              <a:ext uri="{FF2B5EF4-FFF2-40B4-BE49-F238E27FC236}">
                <a16:creationId xmlns:a16="http://schemas.microsoft.com/office/drawing/2014/main" id="{763A194F-7647-417E-91F5-166C4EFAB2FE}"/>
              </a:ext>
            </a:extLst>
          </p:cNvPr>
          <p:cNvSpPr>
            <a:spLocks xmlns:a="http://schemas.openxmlformats.org/drawingml/2006/main" noGrp="1"/>
          </p:cNvSpPr>
          <p:nvPr/>
        </p:nvSpPr>
        <p:spPr>
          <a:xfrm xmlns:a="http://schemas.openxmlformats.org/drawingml/2006/main">
            <a:off x="6400800" y="2752725"/>
            <a:ext cx="800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13" name="time-label">
            <a:extLst xmlns:a="http://schemas.openxmlformats.org/drawingml/2006/main">
              <a:ext uri="{FF2B5EF4-FFF2-40B4-BE49-F238E27FC236}">
                <a16:creationId xmlns:a16="http://schemas.microsoft.com/office/drawing/2014/main" id="{84B91082-3C85-4815-BBE4-073C840585F3}"/>
              </a:ext>
            </a:extLst>
          </p:cNvPr>
          <p:cNvSpPr>
            <a:spLocks xmlns:a="http://schemas.openxmlformats.org/drawingml/2006/main" noGrp="1"/>
          </p:cNvSpPr>
          <p:nvPr/>
        </p:nvSpPr>
        <p:spPr>
          <a:xfrm xmlns:a="http://schemas.openxmlformats.org/drawingml/2006/main">
            <a:off x="10372725" y="5400675"/>
            <a:ext cx="104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
        <p:nvSpPr>
          <p:cNvPr id="14" name="text">
            <a:extLst xmlns:a="http://schemas.openxmlformats.org/drawingml/2006/main">
              <a:ext uri="{FF2B5EF4-FFF2-40B4-BE49-F238E27FC236}">
                <a16:creationId xmlns:a16="http://schemas.microsoft.com/office/drawing/2014/main" id="{A7430DCD-BA0A-4A3D-A7C7-812BCB7E28B2}"/>
              </a:ext>
            </a:extLst>
          </p:cNvPr>
          <p:cNvSpPr>
            <a:spLocks xmlns:a="http://schemas.openxmlformats.org/drawingml/2006/main" noGrp="1"/>
          </p:cNvSpPr>
          <p:nvPr/>
        </p:nvSpPr>
        <p:spPr>
          <a:xfrm xmlns:a="http://schemas.openxmlformats.org/drawingml/2006/main">
            <a:off x="6400800" y="5810250"/>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在一个位置测量，横轴是时间。</a:t>
            </a:r>
          </a:p>
        </p:txBody>
      </p:sp>
    </p:spTree>
    <p:extLst>
      <p:ext uri="{BB962C8B-B14F-4D97-AF65-F5344CB8AC3E}">
        <p14:creationId xmlns:p14="http://schemas.microsoft.com/office/powerpoint/2010/main" val="82119004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3A9E9E24-A107-4F96-8ADB-E582907A66C4}"/>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75B7C85-CA0C-4E5F-9C3C-D332D17CB29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B529AE40-1D8F-48F5-B70C-61178E587137}"/>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演示A：红线向右，表示什么？</a:t>
            </a:r>
          </a:p>
        </p:txBody>
      </p:sp>
      <p:sp>
        <p:nvSpPr>
          <p:cNvPr id="5" name="TextBox 4">
            <a:extLst xmlns:a="http://schemas.openxmlformats.org/drawingml/2006/main">
              <a:ext uri="{FF2B5EF4-FFF2-40B4-BE49-F238E27FC236}">
                <a16:creationId xmlns:a16="http://schemas.microsoft.com/office/drawing/2014/main" id="{B0984BCC-1384-4310-9D9A-FDC3C102BFD1}"/>
              </a:ext>
            </a:extLst>
          </p:cNvPr>
          <p:cNvSpPr>
            <a:spLocks xmlns:a="http://schemas.openxmlformats.org/drawingml/2006/main" noGrp="1"/>
          </p:cNvSpPr>
          <p:nvPr/>
        </p:nvSpPr>
        <p:spPr>
          <a:xfrm xmlns:a="http://schemas.openxmlformats.org/drawingml/2006/main">
            <a:off x="786384" y="1517904"/>
            <a:ext cx="1069848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500" b="1">
                <a:solidFill>
                  <a:srgbClr val="8C64E1"/>
                </a:solidFill>
                <a:latin typeface="Alibaba PuHuiTi 3.0 115 Black"/>
                <a:ea typeface="Alibaba PuHuiTi 3.0 115 Black"/>
                <a:cs typeface="Alibaba PuHuiTi 3.0 115 Black"/>
              </a:defRPr>
            </a:pPr>
            <a:r>
              <a:rPr sz="2500" b="1">
                <a:solidFill>
                  <a:srgbClr val="262626"/>
                </a:solidFill>
                <a:latin typeface="Alibaba PuHuiTi 3.0 115 Black"/>
                <a:ea typeface="Alibaba PuHuiTi 3.0 115 Black"/>
                <a:cs typeface="Alibaba PuHuiTi 3.0 115 Black"/>
              </a:rPr>
              <a:t>先预测：红线移动时，波形图的横轴表示什么？</a:t>
            </a:r>
          </a:p>
        </p:txBody>
      </p:sp>
      <p:sp>
        <p:nvSpPr>
          <p:cNvPr id="6" name="Connector 5">
            <a:extLst xmlns:a="http://schemas.openxmlformats.org/drawingml/2006/main">
              <a:ext uri="{FF2B5EF4-FFF2-40B4-BE49-F238E27FC236}">
                <a16:creationId xmlns:a16="http://schemas.microsoft.com/office/drawing/2014/main" id="{CA582613-AF4A-48C5-972F-A772CE2505CD}"/>
              </a:ext>
            </a:extLst>
          </p:cNvPr>
          <p:cNvSpPr>
            <a:spLocks xmlns:a="http://schemas.openxmlformats.org/drawingml/2006/main" noGrp="1"/>
          </p:cNvSpPr>
          <p:nvPr/>
        </p:nvSpPr>
        <p:spPr>
          <a:xfrm xmlns:a="http://schemas.openxmlformats.org/drawingml/2006/main">
            <a:off x="941832" y="3712464"/>
            <a:ext cx="10222992" cy="0"/>
          </a:xfrm>
          <a:prstGeom xmlns:a="http://schemas.openxmlformats.org/drawingml/2006/main" prst="line">
            <a:avLst/>
          </a:prstGeom>
          <a:ln xmlns:a="http://schemas.openxmlformats.org/drawingml/2006/main" w="1778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Connector 6">
            <a:extLst xmlns:a="http://schemas.openxmlformats.org/drawingml/2006/main">
              <a:ext uri="{FF2B5EF4-FFF2-40B4-BE49-F238E27FC236}">
                <a16:creationId xmlns:a16="http://schemas.microsoft.com/office/drawing/2014/main" id="{56BB4197-2B07-4DDA-9BF2-A5819041852A}"/>
              </a:ext>
            </a:extLst>
          </p:cNvPr>
          <p:cNvSpPr>
            <a:spLocks xmlns:a="http://schemas.openxmlformats.org/drawingml/2006/main" noGrp="1"/>
          </p:cNvSpPr>
          <p:nvPr/>
        </p:nvSpPr>
        <p:spPr>
          <a:xfrm xmlns:a="http://schemas.openxmlformats.org/drawingml/2006/main">
            <a:off x="987552" y="2523744"/>
            <a:ext cx="0" cy="2423160"/>
          </a:xfrm>
          <a:prstGeom xmlns:a="http://schemas.openxmlformats.org/drawingml/2006/main" prst="line">
            <a:avLst/>
          </a:prstGeom>
          <a:ln xmlns:a="http://schemas.openxmlformats.org/drawingml/2006/main" w="1397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3C9938D1-63DB-4FF6-BE97-674791C05B2A}"/>
              </a:ext>
            </a:extLst>
          </p:cNvPr>
          <p:cNvSpPr>
            <a:spLocks xmlns:a="http://schemas.openxmlformats.org/drawingml/2006/main" noGrp="1"/>
          </p:cNvSpPr>
          <p:nvPr/>
        </p:nvSpPr>
        <p:spPr>
          <a:xfrm xmlns:a="http://schemas.openxmlformats.org/drawingml/2006/main" flipV="1">
            <a:off x="1060704" y="3458819"/>
            <a:ext cx="98572" cy="1063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5CA362E8-F424-4121-9DA9-A0E358D0CA30}"/>
              </a:ext>
            </a:extLst>
          </p:cNvPr>
          <p:cNvSpPr>
            <a:spLocks xmlns:a="http://schemas.openxmlformats.org/drawingml/2006/main" noGrp="1"/>
          </p:cNvSpPr>
          <p:nvPr/>
        </p:nvSpPr>
        <p:spPr>
          <a:xfrm xmlns:a="http://schemas.openxmlformats.org/drawingml/2006/main" flipV="1">
            <a:off x="1159276" y="3356450"/>
            <a:ext cx="98572" cy="1023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FC67CAE1-3A16-4C20-8BA8-2F7FC4B295A2}"/>
              </a:ext>
            </a:extLst>
          </p:cNvPr>
          <p:cNvSpPr>
            <a:spLocks xmlns:a="http://schemas.openxmlformats.org/drawingml/2006/main" noGrp="1"/>
          </p:cNvSpPr>
          <p:nvPr/>
        </p:nvSpPr>
        <p:spPr>
          <a:xfrm xmlns:a="http://schemas.openxmlformats.org/drawingml/2006/main" flipV="1">
            <a:off x="1257848" y="3259695"/>
            <a:ext cx="98572" cy="967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38438CD0-6DEA-4461-AED4-B4A692FD17ED}"/>
              </a:ext>
            </a:extLst>
          </p:cNvPr>
          <p:cNvSpPr>
            <a:spLocks xmlns:a="http://schemas.openxmlformats.org/drawingml/2006/main" noGrp="1"/>
          </p:cNvSpPr>
          <p:nvPr/>
        </p:nvSpPr>
        <p:spPr>
          <a:xfrm xmlns:a="http://schemas.openxmlformats.org/drawingml/2006/main" flipV="1">
            <a:off x="1356420" y="3170080"/>
            <a:ext cx="98573" cy="89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E54DEDD4-B3C3-4CB1-9726-9A6036028173}"/>
              </a:ext>
            </a:extLst>
          </p:cNvPr>
          <p:cNvSpPr>
            <a:spLocks xmlns:a="http://schemas.openxmlformats.org/drawingml/2006/main" noGrp="1"/>
          </p:cNvSpPr>
          <p:nvPr/>
        </p:nvSpPr>
        <p:spPr>
          <a:xfrm xmlns:a="http://schemas.openxmlformats.org/drawingml/2006/main" flipV="1">
            <a:off x="1454993" y="3089019"/>
            <a:ext cx="98572" cy="8106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CD5FE8A1-5DC2-4155-AF28-93C56C0B1157}"/>
              </a:ext>
            </a:extLst>
          </p:cNvPr>
          <p:cNvSpPr>
            <a:spLocks xmlns:a="http://schemas.openxmlformats.org/drawingml/2006/main" noGrp="1"/>
          </p:cNvSpPr>
          <p:nvPr/>
        </p:nvSpPr>
        <p:spPr>
          <a:xfrm xmlns:a="http://schemas.openxmlformats.org/drawingml/2006/main" flipV="1">
            <a:off x="1553565" y="3017791"/>
            <a:ext cx="98572" cy="7122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E4FD96B1-5614-4916-A57C-1200414BA45A}"/>
              </a:ext>
            </a:extLst>
          </p:cNvPr>
          <p:cNvSpPr>
            <a:spLocks xmlns:a="http://schemas.openxmlformats.org/drawingml/2006/main" noGrp="1"/>
          </p:cNvSpPr>
          <p:nvPr/>
        </p:nvSpPr>
        <p:spPr>
          <a:xfrm xmlns:a="http://schemas.openxmlformats.org/drawingml/2006/main" flipV="1">
            <a:off x="1652137" y="2957517"/>
            <a:ext cx="98573" cy="6027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0C89DCFE-C3D6-4B10-A36C-9F81B066965B}"/>
              </a:ext>
            </a:extLst>
          </p:cNvPr>
          <p:cNvSpPr>
            <a:spLocks xmlns:a="http://schemas.openxmlformats.org/drawingml/2006/main" noGrp="1"/>
          </p:cNvSpPr>
          <p:nvPr/>
        </p:nvSpPr>
        <p:spPr>
          <a:xfrm xmlns:a="http://schemas.openxmlformats.org/drawingml/2006/main" flipV="1">
            <a:off x="1750710" y="2909150"/>
            <a:ext cx="98572" cy="483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33F98A36-2780-4AB6-8278-4640250CC24C}"/>
              </a:ext>
            </a:extLst>
          </p:cNvPr>
          <p:cNvSpPr>
            <a:spLocks xmlns:a="http://schemas.openxmlformats.org/drawingml/2006/main" noGrp="1"/>
          </p:cNvSpPr>
          <p:nvPr/>
        </p:nvSpPr>
        <p:spPr>
          <a:xfrm xmlns:a="http://schemas.openxmlformats.org/drawingml/2006/main" flipV="1">
            <a:off x="1849282" y="2873451"/>
            <a:ext cx="98572" cy="356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78706398-850F-4A6E-9FA6-058EEB1A110A}"/>
              </a:ext>
            </a:extLst>
          </p:cNvPr>
          <p:cNvSpPr>
            <a:spLocks xmlns:a="http://schemas.openxmlformats.org/drawingml/2006/main" noGrp="1"/>
          </p:cNvSpPr>
          <p:nvPr/>
        </p:nvSpPr>
        <p:spPr>
          <a:xfrm xmlns:a="http://schemas.openxmlformats.org/drawingml/2006/main" flipV="1">
            <a:off x="1947854" y="2850984"/>
            <a:ext cx="98573" cy="224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5CFEBE84-814D-4C7F-A834-C59EF33C8C82}"/>
              </a:ext>
            </a:extLst>
          </p:cNvPr>
          <p:cNvSpPr>
            <a:spLocks xmlns:a="http://schemas.openxmlformats.org/drawingml/2006/main" noGrp="1"/>
          </p:cNvSpPr>
          <p:nvPr/>
        </p:nvSpPr>
        <p:spPr>
          <a:xfrm xmlns:a="http://schemas.openxmlformats.org/drawingml/2006/main" flipV="1">
            <a:off x="2046427" y="2842104"/>
            <a:ext cx="98572" cy="888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190F8DB9-F15D-44AF-8075-133847599B8E}"/>
              </a:ext>
            </a:extLst>
          </p:cNvPr>
          <p:cNvSpPr>
            <a:spLocks xmlns:a="http://schemas.openxmlformats.org/drawingml/2006/main" noGrp="1"/>
          </p:cNvSpPr>
          <p:nvPr/>
        </p:nvSpPr>
        <p:spPr>
          <a:xfrm xmlns:a="http://schemas.openxmlformats.org/drawingml/2006/main">
            <a:off x="2144999" y="2842104"/>
            <a:ext cx="98572" cy="484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3F4AED87-0EC8-4CDE-97C5-201779AC8B0F}"/>
              </a:ext>
            </a:extLst>
          </p:cNvPr>
          <p:cNvSpPr>
            <a:spLocks xmlns:a="http://schemas.openxmlformats.org/drawingml/2006/main" noGrp="1"/>
          </p:cNvSpPr>
          <p:nvPr/>
        </p:nvSpPr>
        <p:spPr>
          <a:xfrm xmlns:a="http://schemas.openxmlformats.org/drawingml/2006/main">
            <a:off x="2243571" y="2846949"/>
            <a:ext cx="98573" cy="1849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6BE05061-A1EA-4F2B-A0B8-BCB1B68E9815}"/>
              </a:ext>
            </a:extLst>
          </p:cNvPr>
          <p:cNvSpPr>
            <a:spLocks xmlns:a="http://schemas.openxmlformats.org/drawingml/2006/main" noGrp="1"/>
          </p:cNvSpPr>
          <p:nvPr/>
        </p:nvSpPr>
        <p:spPr>
          <a:xfrm xmlns:a="http://schemas.openxmlformats.org/drawingml/2006/main">
            <a:off x="2342144" y="2865444"/>
            <a:ext cx="98572" cy="3185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51967088-355B-488B-B1EB-B18593B5F851}"/>
              </a:ext>
            </a:extLst>
          </p:cNvPr>
          <p:cNvSpPr>
            <a:spLocks xmlns:a="http://schemas.openxmlformats.org/drawingml/2006/main" noGrp="1"/>
          </p:cNvSpPr>
          <p:nvPr/>
        </p:nvSpPr>
        <p:spPr>
          <a:xfrm xmlns:a="http://schemas.openxmlformats.org/drawingml/2006/main">
            <a:off x="2440716" y="2897297"/>
            <a:ext cx="98572" cy="4470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AFE38DC7-F6F8-4E0B-96E3-E6B54BE4F264}"/>
              </a:ext>
            </a:extLst>
          </p:cNvPr>
          <p:cNvSpPr>
            <a:spLocks xmlns:a="http://schemas.openxmlformats.org/drawingml/2006/main" noGrp="1"/>
          </p:cNvSpPr>
          <p:nvPr/>
        </p:nvSpPr>
        <p:spPr>
          <a:xfrm xmlns:a="http://schemas.openxmlformats.org/drawingml/2006/main">
            <a:off x="2539288" y="2942005"/>
            <a:ext cx="98573" cy="5685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F3E8C399-C8E9-4641-B6BF-2B83774E3B32}"/>
              </a:ext>
            </a:extLst>
          </p:cNvPr>
          <p:cNvSpPr>
            <a:spLocks xmlns:a="http://schemas.openxmlformats.org/drawingml/2006/main" noGrp="1"/>
          </p:cNvSpPr>
          <p:nvPr/>
        </p:nvSpPr>
        <p:spPr>
          <a:xfrm xmlns:a="http://schemas.openxmlformats.org/drawingml/2006/main">
            <a:off x="2637861" y="2998864"/>
            <a:ext cx="98572" cy="6811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F9886E2B-BC52-495C-B9D9-CF15B91CC4F2}"/>
              </a:ext>
            </a:extLst>
          </p:cNvPr>
          <p:cNvSpPr>
            <a:spLocks xmlns:a="http://schemas.openxmlformats.org/drawingml/2006/main" noGrp="1"/>
          </p:cNvSpPr>
          <p:nvPr/>
        </p:nvSpPr>
        <p:spPr>
          <a:xfrm xmlns:a="http://schemas.openxmlformats.org/drawingml/2006/main">
            <a:off x="2736433" y="3066977"/>
            <a:ext cx="98572" cy="7829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2EDB85B1-66A4-48D0-BA01-58DF488EDF2E}"/>
              </a:ext>
            </a:extLst>
          </p:cNvPr>
          <p:cNvSpPr>
            <a:spLocks xmlns:a="http://schemas.openxmlformats.org/drawingml/2006/main" noGrp="1"/>
          </p:cNvSpPr>
          <p:nvPr/>
        </p:nvSpPr>
        <p:spPr>
          <a:xfrm xmlns:a="http://schemas.openxmlformats.org/drawingml/2006/main">
            <a:off x="2835005" y="3145270"/>
            <a:ext cx="98573" cy="8723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EA34C4B8-EEF7-4734-9EB9-EFF7F7BA6FD5}"/>
              </a:ext>
            </a:extLst>
          </p:cNvPr>
          <p:cNvSpPr>
            <a:spLocks xmlns:a="http://schemas.openxmlformats.org/drawingml/2006/main" noGrp="1"/>
          </p:cNvSpPr>
          <p:nvPr/>
        </p:nvSpPr>
        <p:spPr>
          <a:xfrm xmlns:a="http://schemas.openxmlformats.org/drawingml/2006/main">
            <a:off x="2933578" y="3232508"/>
            <a:ext cx="98572" cy="9480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E79AC3EB-94A4-459E-A192-D7C8A8BDDEF4}"/>
              </a:ext>
            </a:extLst>
          </p:cNvPr>
          <p:cNvSpPr>
            <a:spLocks xmlns:a="http://schemas.openxmlformats.org/drawingml/2006/main" noGrp="1"/>
          </p:cNvSpPr>
          <p:nvPr/>
        </p:nvSpPr>
        <p:spPr>
          <a:xfrm xmlns:a="http://schemas.openxmlformats.org/drawingml/2006/main">
            <a:off x="3032150" y="3327315"/>
            <a:ext cx="98572" cy="1008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91957174-747E-4693-8DA6-4BD2492DCB2A}"/>
              </a:ext>
            </a:extLst>
          </p:cNvPr>
          <p:cNvSpPr>
            <a:spLocks xmlns:a="http://schemas.openxmlformats.org/drawingml/2006/main" noGrp="1"/>
          </p:cNvSpPr>
          <p:nvPr/>
        </p:nvSpPr>
        <p:spPr>
          <a:xfrm xmlns:a="http://schemas.openxmlformats.org/drawingml/2006/main">
            <a:off x="3130722" y="3428196"/>
            <a:ext cx="98573" cy="10536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40350272-0F90-41E0-9413-F6116903D708}"/>
              </a:ext>
            </a:extLst>
          </p:cNvPr>
          <p:cNvSpPr>
            <a:spLocks xmlns:a="http://schemas.openxmlformats.org/drawingml/2006/main" noGrp="1"/>
          </p:cNvSpPr>
          <p:nvPr/>
        </p:nvSpPr>
        <p:spPr>
          <a:xfrm xmlns:a="http://schemas.openxmlformats.org/drawingml/2006/main">
            <a:off x="3229295" y="3533560"/>
            <a:ext cx="98572" cy="10818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081C1C21-8EA7-41E9-951A-3207645FC213}"/>
              </a:ext>
            </a:extLst>
          </p:cNvPr>
          <p:cNvSpPr>
            <a:spLocks xmlns:a="http://schemas.openxmlformats.org/drawingml/2006/main" noGrp="1"/>
          </p:cNvSpPr>
          <p:nvPr/>
        </p:nvSpPr>
        <p:spPr>
          <a:xfrm xmlns:a="http://schemas.openxmlformats.org/drawingml/2006/main">
            <a:off x="3327867" y="3641745"/>
            <a:ext cx="98572" cy="10930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C2DBE798-E59D-4D91-AFB0-B34E3C3F5CE4}"/>
              </a:ext>
            </a:extLst>
          </p:cNvPr>
          <p:cNvSpPr>
            <a:spLocks xmlns:a="http://schemas.openxmlformats.org/drawingml/2006/main" noGrp="1"/>
          </p:cNvSpPr>
          <p:nvPr/>
        </p:nvSpPr>
        <p:spPr>
          <a:xfrm xmlns:a="http://schemas.openxmlformats.org/drawingml/2006/main">
            <a:off x="3426439" y="3751046"/>
            <a:ext cx="98573" cy="1086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A93B8263-F15F-4E94-AAB6-905796E6D4E5}"/>
              </a:ext>
            </a:extLst>
          </p:cNvPr>
          <p:cNvSpPr>
            <a:spLocks xmlns:a="http://schemas.openxmlformats.org/drawingml/2006/main" noGrp="1"/>
          </p:cNvSpPr>
          <p:nvPr/>
        </p:nvSpPr>
        <p:spPr>
          <a:xfrm xmlns:a="http://schemas.openxmlformats.org/drawingml/2006/main">
            <a:off x="3525012" y="3859738"/>
            <a:ext cx="98572" cy="1063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9A844229-2768-4283-8CFB-136F3740E421}"/>
              </a:ext>
            </a:extLst>
          </p:cNvPr>
          <p:cNvSpPr>
            <a:spLocks xmlns:a="http://schemas.openxmlformats.org/drawingml/2006/main" noGrp="1"/>
          </p:cNvSpPr>
          <p:nvPr/>
        </p:nvSpPr>
        <p:spPr>
          <a:xfrm xmlns:a="http://schemas.openxmlformats.org/drawingml/2006/main">
            <a:off x="3623584" y="3966108"/>
            <a:ext cx="98572" cy="1023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72CD556F-87F5-4FE5-8096-85D0FD4102A2}"/>
              </a:ext>
            </a:extLst>
          </p:cNvPr>
          <p:cNvSpPr>
            <a:spLocks xmlns:a="http://schemas.openxmlformats.org/drawingml/2006/main" noGrp="1"/>
          </p:cNvSpPr>
          <p:nvPr/>
        </p:nvSpPr>
        <p:spPr>
          <a:xfrm xmlns:a="http://schemas.openxmlformats.org/drawingml/2006/main">
            <a:off x="3722156" y="4068477"/>
            <a:ext cx="98572" cy="967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CA72231D-6247-4F3C-996B-73C521D5704F}"/>
              </a:ext>
            </a:extLst>
          </p:cNvPr>
          <p:cNvSpPr>
            <a:spLocks xmlns:a="http://schemas.openxmlformats.org/drawingml/2006/main" noGrp="1"/>
          </p:cNvSpPr>
          <p:nvPr/>
        </p:nvSpPr>
        <p:spPr>
          <a:xfrm xmlns:a="http://schemas.openxmlformats.org/drawingml/2006/main">
            <a:off x="3820728" y="4165232"/>
            <a:ext cx="98573" cy="89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4ED4C333-A99E-4C93-8DC1-7C48FD944F2F}"/>
              </a:ext>
            </a:extLst>
          </p:cNvPr>
          <p:cNvSpPr>
            <a:spLocks xmlns:a="http://schemas.openxmlformats.org/drawingml/2006/main" noGrp="1"/>
          </p:cNvSpPr>
          <p:nvPr/>
        </p:nvSpPr>
        <p:spPr>
          <a:xfrm xmlns:a="http://schemas.openxmlformats.org/drawingml/2006/main">
            <a:off x="3919301" y="4254847"/>
            <a:ext cx="98572" cy="8106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61B68E35-8DC8-4382-AF08-BA8D28D662D8}"/>
              </a:ext>
            </a:extLst>
          </p:cNvPr>
          <p:cNvSpPr>
            <a:spLocks xmlns:a="http://schemas.openxmlformats.org/drawingml/2006/main" noGrp="1"/>
          </p:cNvSpPr>
          <p:nvPr/>
        </p:nvSpPr>
        <p:spPr>
          <a:xfrm xmlns:a="http://schemas.openxmlformats.org/drawingml/2006/main">
            <a:off x="4017873" y="4335908"/>
            <a:ext cx="98572" cy="7122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0FEADA84-924D-42A0-9C60-4E4B1E9CFD69}"/>
              </a:ext>
            </a:extLst>
          </p:cNvPr>
          <p:cNvSpPr>
            <a:spLocks xmlns:a="http://schemas.openxmlformats.org/drawingml/2006/main" noGrp="1"/>
          </p:cNvSpPr>
          <p:nvPr/>
        </p:nvSpPr>
        <p:spPr>
          <a:xfrm xmlns:a="http://schemas.openxmlformats.org/drawingml/2006/main">
            <a:off x="4116445" y="4407136"/>
            <a:ext cx="98573" cy="6027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8FF35BBD-9367-4F77-9C5C-88441B9F793F}"/>
              </a:ext>
            </a:extLst>
          </p:cNvPr>
          <p:cNvSpPr>
            <a:spLocks xmlns:a="http://schemas.openxmlformats.org/drawingml/2006/main" noGrp="1"/>
          </p:cNvSpPr>
          <p:nvPr/>
        </p:nvSpPr>
        <p:spPr>
          <a:xfrm xmlns:a="http://schemas.openxmlformats.org/drawingml/2006/main">
            <a:off x="4215018" y="4467410"/>
            <a:ext cx="98572" cy="483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87A3B6A5-DBA2-46DB-A116-EE6193FC5B33}"/>
              </a:ext>
            </a:extLst>
          </p:cNvPr>
          <p:cNvSpPr>
            <a:spLocks xmlns:a="http://schemas.openxmlformats.org/drawingml/2006/main" noGrp="1"/>
          </p:cNvSpPr>
          <p:nvPr/>
        </p:nvSpPr>
        <p:spPr>
          <a:xfrm xmlns:a="http://schemas.openxmlformats.org/drawingml/2006/main">
            <a:off x="4313590" y="4515777"/>
            <a:ext cx="98572" cy="356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22E8B24F-57F2-49B0-8708-01284BDFC077}"/>
              </a:ext>
            </a:extLst>
          </p:cNvPr>
          <p:cNvSpPr>
            <a:spLocks xmlns:a="http://schemas.openxmlformats.org/drawingml/2006/main" noGrp="1"/>
          </p:cNvSpPr>
          <p:nvPr/>
        </p:nvSpPr>
        <p:spPr>
          <a:xfrm xmlns:a="http://schemas.openxmlformats.org/drawingml/2006/main">
            <a:off x="4412162" y="4551476"/>
            <a:ext cx="98573" cy="224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36B1FC55-C248-4E7F-98A4-EFAE1C68E686}"/>
              </a:ext>
            </a:extLst>
          </p:cNvPr>
          <p:cNvSpPr>
            <a:spLocks xmlns:a="http://schemas.openxmlformats.org/drawingml/2006/main" noGrp="1"/>
          </p:cNvSpPr>
          <p:nvPr/>
        </p:nvSpPr>
        <p:spPr>
          <a:xfrm xmlns:a="http://schemas.openxmlformats.org/drawingml/2006/main">
            <a:off x="4510735" y="4573943"/>
            <a:ext cx="98572" cy="888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EE1AC7AA-55B6-48B2-B0E2-0A40EEA6D2FA}"/>
              </a:ext>
            </a:extLst>
          </p:cNvPr>
          <p:cNvSpPr>
            <a:spLocks xmlns:a="http://schemas.openxmlformats.org/drawingml/2006/main" noGrp="1"/>
          </p:cNvSpPr>
          <p:nvPr/>
        </p:nvSpPr>
        <p:spPr>
          <a:xfrm xmlns:a="http://schemas.openxmlformats.org/drawingml/2006/main" flipV="1">
            <a:off x="4609307" y="4577978"/>
            <a:ext cx="98572" cy="484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553337CC-5EA6-481D-9849-1A07B77D1B17}"/>
              </a:ext>
            </a:extLst>
          </p:cNvPr>
          <p:cNvSpPr>
            <a:spLocks xmlns:a="http://schemas.openxmlformats.org/drawingml/2006/main" noGrp="1"/>
          </p:cNvSpPr>
          <p:nvPr/>
        </p:nvSpPr>
        <p:spPr>
          <a:xfrm xmlns:a="http://schemas.openxmlformats.org/drawingml/2006/main" flipV="1">
            <a:off x="4707879" y="4559483"/>
            <a:ext cx="98573" cy="1849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74CCB796-369F-4494-A8D5-9617FD09C0C2}"/>
              </a:ext>
            </a:extLst>
          </p:cNvPr>
          <p:cNvSpPr>
            <a:spLocks xmlns:a="http://schemas.openxmlformats.org/drawingml/2006/main" noGrp="1"/>
          </p:cNvSpPr>
          <p:nvPr/>
        </p:nvSpPr>
        <p:spPr>
          <a:xfrm xmlns:a="http://schemas.openxmlformats.org/drawingml/2006/main" flipV="1">
            <a:off x="4806452" y="4527630"/>
            <a:ext cx="98572" cy="3185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D942DDF3-13A5-4E06-8131-709D7010BEDD}"/>
              </a:ext>
            </a:extLst>
          </p:cNvPr>
          <p:cNvSpPr>
            <a:spLocks xmlns:a="http://schemas.openxmlformats.org/drawingml/2006/main" noGrp="1"/>
          </p:cNvSpPr>
          <p:nvPr/>
        </p:nvSpPr>
        <p:spPr>
          <a:xfrm xmlns:a="http://schemas.openxmlformats.org/drawingml/2006/main" flipV="1">
            <a:off x="4905024" y="4482922"/>
            <a:ext cx="98572" cy="4470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CBAE74D4-0E40-4114-8C40-90CC0BA0CAF3}"/>
              </a:ext>
            </a:extLst>
          </p:cNvPr>
          <p:cNvSpPr>
            <a:spLocks xmlns:a="http://schemas.openxmlformats.org/drawingml/2006/main" noGrp="1"/>
          </p:cNvSpPr>
          <p:nvPr/>
        </p:nvSpPr>
        <p:spPr>
          <a:xfrm xmlns:a="http://schemas.openxmlformats.org/drawingml/2006/main" flipV="1">
            <a:off x="5003596" y="4426063"/>
            <a:ext cx="98573" cy="5685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8AC31212-A2CC-430F-B8E5-67A0882B3A9E}"/>
              </a:ext>
            </a:extLst>
          </p:cNvPr>
          <p:cNvSpPr>
            <a:spLocks xmlns:a="http://schemas.openxmlformats.org/drawingml/2006/main" noGrp="1"/>
          </p:cNvSpPr>
          <p:nvPr/>
        </p:nvSpPr>
        <p:spPr>
          <a:xfrm xmlns:a="http://schemas.openxmlformats.org/drawingml/2006/main" flipV="1">
            <a:off x="5102169" y="4357950"/>
            <a:ext cx="98572" cy="6811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59FFC54E-04C8-49FA-B797-F57C1F25FD8C}"/>
              </a:ext>
            </a:extLst>
          </p:cNvPr>
          <p:cNvSpPr>
            <a:spLocks xmlns:a="http://schemas.openxmlformats.org/drawingml/2006/main" noGrp="1"/>
          </p:cNvSpPr>
          <p:nvPr/>
        </p:nvSpPr>
        <p:spPr>
          <a:xfrm xmlns:a="http://schemas.openxmlformats.org/drawingml/2006/main" flipV="1">
            <a:off x="5200741" y="4279657"/>
            <a:ext cx="98572" cy="7829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811161A3-354A-4A0B-AF65-57F2FE0F651A}"/>
              </a:ext>
            </a:extLst>
          </p:cNvPr>
          <p:cNvSpPr>
            <a:spLocks xmlns:a="http://schemas.openxmlformats.org/drawingml/2006/main" noGrp="1"/>
          </p:cNvSpPr>
          <p:nvPr/>
        </p:nvSpPr>
        <p:spPr>
          <a:xfrm xmlns:a="http://schemas.openxmlformats.org/drawingml/2006/main" flipV="1">
            <a:off x="5299313" y="4192419"/>
            <a:ext cx="98573" cy="8723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049501B2-86A7-4365-98F8-B15757AAFAFF}"/>
              </a:ext>
            </a:extLst>
          </p:cNvPr>
          <p:cNvSpPr>
            <a:spLocks xmlns:a="http://schemas.openxmlformats.org/drawingml/2006/main" noGrp="1"/>
          </p:cNvSpPr>
          <p:nvPr/>
        </p:nvSpPr>
        <p:spPr>
          <a:xfrm xmlns:a="http://schemas.openxmlformats.org/drawingml/2006/main" flipV="1">
            <a:off x="5397886" y="4097612"/>
            <a:ext cx="98572" cy="9480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18441D02-3AFF-4313-9917-7845C55AE72B}"/>
              </a:ext>
            </a:extLst>
          </p:cNvPr>
          <p:cNvSpPr>
            <a:spLocks xmlns:a="http://schemas.openxmlformats.org/drawingml/2006/main" noGrp="1"/>
          </p:cNvSpPr>
          <p:nvPr/>
        </p:nvSpPr>
        <p:spPr>
          <a:xfrm xmlns:a="http://schemas.openxmlformats.org/drawingml/2006/main" flipV="1">
            <a:off x="5496458" y="3996731"/>
            <a:ext cx="98572" cy="1008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4ECAB28F-21A6-4FCE-AD2D-AD4BDD802F86}"/>
              </a:ext>
            </a:extLst>
          </p:cNvPr>
          <p:cNvSpPr>
            <a:spLocks xmlns:a="http://schemas.openxmlformats.org/drawingml/2006/main" noGrp="1"/>
          </p:cNvSpPr>
          <p:nvPr/>
        </p:nvSpPr>
        <p:spPr>
          <a:xfrm xmlns:a="http://schemas.openxmlformats.org/drawingml/2006/main" flipV="1">
            <a:off x="5595030" y="3891367"/>
            <a:ext cx="98573" cy="10536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628FE6C7-5A11-4030-BE33-B6C3CFE72C30}"/>
              </a:ext>
            </a:extLst>
          </p:cNvPr>
          <p:cNvSpPr>
            <a:spLocks xmlns:a="http://schemas.openxmlformats.org/drawingml/2006/main" noGrp="1"/>
          </p:cNvSpPr>
          <p:nvPr/>
        </p:nvSpPr>
        <p:spPr>
          <a:xfrm xmlns:a="http://schemas.openxmlformats.org/drawingml/2006/main" flipV="1">
            <a:off x="5693603" y="3783182"/>
            <a:ext cx="98572" cy="10818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C79072D5-8A6F-4E7D-A6C8-A8289C03EEF3}"/>
              </a:ext>
            </a:extLst>
          </p:cNvPr>
          <p:cNvSpPr>
            <a:spLocks xmlns:a="http://schemas.openxmlformats.org/drawingml/2006/main" noGrp="1"/>
          </p:cNvSpPr>
          <p:nvPr/>
        </p:nvSpPr>
        <p:spPr>
          <a:xfrm xmlns:a="http://schemas.openxmlformats.org/drawingml/2006/main" flipV="1">
            <a:off x="5792175" y="3673881"/>
            <a:ext cx="98572" cy="10930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C1CB1AC9-BF61-45FD-B39C-C1FABEA26C9F}"/>
              </a:ext>
            </a:extLst>
          </p:cNvPr>
          <p:cNvSpPr>
            <a:spLocks xmlns:a="http://schemas.openxmlformats.org/drawingml/2006/main" noGrp="1"/>
          </p:cNvSpPr>
          <p:nvPr/>
        </p:nvSpPr>
        <p:spPr>
          <a:xfrm xmlns:a="http://schemas.openxmlformats.org/drawingml/2006/main" flipV="1">
            <a:off x="5890747" y="3565189"/>
            <a:ext cx="98573" cy="1086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72E9F673-C504-4E60-9C90-69EA0B2B0C3D}"/>
              </a:ext>
            </a:extLst>
          </p:cNvPr>
          <p:cNvSpPr>
            <a:spLocks xmlns:a="http://schemas.openxmlformats.org/drawingml/2006/main" noGrp="1"/>
          </p:cNvSpPr>
          <p:nvPr/>
        </p:nvSpPr>
        <p:spPr>
          <a:xfrm xmlns:a="http://schemas.openxmlformats.org/drawingml/2006/main" flipV="1">
            <a:off x="5989320" y="3458819"/>
            <a:ext cx="98572" cy="1063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AF8CC25C-9669-4002-8D26-E2411D9B0E96}"/>
              </a:ext>
            </a:extLst>
          </p:cNvPr>
          <p:cNvSpPr>
            <a:spLocks xmlns:a="http://schemas.openxmlformats.org/drawingml/2006/main" noGrp="1"/>
          </p:cNvSpPr>
          <p:nvPr/>
        </p:nvSpPr>
        <p:spPr>
          <a:xfrm xmlns:a="http://schemas.openxmlformats.org/drawingml/2006/main" flipV="1">
            <a:off x="6087892" y="3356450"/>
            <a:ext cx="98572" cy="1023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03199B06-8ABA-4F58-9AC2-DCD841A8B387}"/>
              </a:ext>
            </a:extLst>
          </p:cNvPr>
          <p:cNvSpPr>
            <a:spLocks xmlns:a="http://schemas.openxmlformats.org/drawingml/2006/main" noGrp="1"/>
          </p:cNvSpPr>
          <p:nvPr/>
        </p:nvSpPr>
        <p:spPr>
          <a:xfrm xmlns:a="http://schemas.openxmlformats.org/drawingml/2006/main" flipV="1">
            <a:off x="6186464" y="3259695"/>
            <a:ext cx="98572" cy="967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DA4507AC-13F5-43FB-B38F-D4EB22A64853}"/>
              </a:ext>
            </a:extLst>
          </p:cNvPr>
          <p:cNvSpPr>
            <a:spLocks xmlns:a="http://schemas.openxmlformats.org/drawingml/2006/main" noGrp="1"/>
          </p:cNvSpPr>
          <p:nvPr/>
        </p:nvSpPr>
        <p:spPr>
          <a:xfrm xmlns:a="http://schemas.openxmlformats.org/drawingml/2006/main" flipV="1">
            <a:off x="6285036" y="3170080"/>
            <a:ext cx="98573" cy="89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6416475F-5828-4218-877D-864D1035E8B6}"/>
              </a:ext>
            </a:extLst>
          </p:cNvPr>
          <p:cNvSpPr>
            <a:spLocks xmlns:a="http://schemas.openxmlformats.org/drawingml/2006/main" noGrp="1"/>
          </p:cNvSpPr>
          <p:nvPr/>
        </p:nvSpPr>
        <p:spPr>
          <a:xfrm xmlns:a="http://schemas.openxmlformats.org/drawingml/2006/main" flipV="1">
            <a:off x="6383609" y="3089019"/>
            <a:ext cx="98572" cy="8106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7646E705-360D-42F3-A186-668DBD1B9A88}"/>
              </a:ext>
            </a:extLst>
          </p:cNvPr>
          <p:cNvSpPr>
            <a:spLocks xmlns:a="http://schemas.openxmlformats.org/drawingml/2006/main" noGrp="1"/>
          </p:cNvSpPr>
          <p:nvPr/>
        </p:nvSpPr>
        <p:spPr>
          <a:xfrm xmlns:a="http://schemas.openxmlformats.org/drawingml/2006/main" flipV="1">
            <a:off x="6482181" y="3017791"/>
            <a:ext cx="98572" cy="7122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7760C994-8305-4C69-AABA-035A5023A6BE}"/>
              </a:ext>
            </a:extLst>
          </p:cNvPr>
          <p:cNvSpPr>
            <a:spLocks xmlns:a="http://schemas.openxmlformats.org/drawingml/2006/main" noGrp="1"/>
          </p:cNvSpPr>
          <p:nvPr/>
        </p:nvSpPr>
        <p:spPr>
          <a:xfrm xmlns:a="http://schemas.openxmlformats.org/drawingml/2006/main" flipV="1">
            <a:off x="6580753" y="2957517"/>
            <a:ext cx="98573" cy="6027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A877276B-849E-4E1E-9987-2FFC478ACED2}"/>
              </a:ext>
            </a:extLst>
          </p:cNvPr>
          <p:cNvSpPr>
            <a:spLocks xmlns:a="http://schemas.openxmlformats.org/drawingml/2006/main" noGrp="1"/>
          </p:cNvSpPr>
          <p:nvPr/>
        </p:nvSpPr>
        <p:spPr>
          <a:xfrm xmlns:a="http://schemas.openxmlformats.org/drawingml/2006/main" flipV="1">
            <a:off x="6679326" y="2909150"/>
            <a:ext cx="98572" cy="483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1BD43234-E68C-4DD6-882B-6991701C8178}"/>
              </a:ext>
            </a:extLst>
          </p:cNvPr>
          <p:cNvSpPr>
            <a:spLocks xmlns:a="http://schemas.openxmlformats.org/drawingml/2006/main" noGrp="1"/>
          </p:cNvSpPr>
          <p:nvPr/>
        </p:nvSpPr>
        <p:spPr>
          <a:xfrm xmlns:a="http://schemas.openxmlformats.org/drawingml/2006/main" flipV="1">
            <a:off x="6777898" y="2873451"/>
            <a:ext cx="98572" cy="356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3B671476-2467-4B01-BED7-2DDA1FB941F9}"/>
              </a:ext>
            </a:extLst>
          </p:cNvPr>
          <p:cNvSpPr>
            <a:spLocks xmlns:a="http://schemas.openxmlformats.org/drawingml/2006/main" noGrp="1"/>
          </p:cNvSpPr>
          <p:nvPr/>
        </p:nvSpPr>
        <p:spPr>
          <a:xfrm xmlns:a="http://schemas.openxmlformats.org/drawingml/2006/main" flipV="1">
            <a:off x="6876470" y="2850984"/>
            <a:ext cx="98573" cy="224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2ED6529E-6322-44DB-8229-AFC7EA2B21A1}"/>
              </a:ext>
            </a:extLst>
          </p:cNvPr>
          <p:cNvSpPr>
            <a:spLocks xmlns:a="http://schemas.openxmlformats.org/drawingml/2006/main" noGrp="1"/>
          </p:cNvSpPr>
          <p:nvPr/>
        </p:nvSpPr>
        <p:spPr>
          <a:xfrm xmlns:a="http://schemas.openxmlformats.org/drawingml/2006/main" flipV="1">
            <a:off x="6975043" y="2842104"/>
            <a:ext cx="98572" cy="888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5CB1C1D7-87CA-42EA-85BB-C74EA488BDE2}"/>
              </a:ext>
            </a:extLst>
          </p:cNvPr>
          <p:cNvSpPr>
            <a:spLocks xmlns:a="http://schemas.openxmlformats.org/drawingml/2006/main" noGrp="1"/>
          </p:cNvSpPr>
          <p:nvPr/>
        </p:nvSpPr>
        <p:spPr>
          <a:xfrm xmlns:a="http://schemas.openxmlformats.org/drawingml/2006/main">
            <a:off x="7073615" y="2842104"/>
            <a:ext cx="98572" cy="484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3D29275D-DF24-4E2F-8621-3E932D1C240D}"/>
              </a:ext>
            </a:extLst>
          </p:cNvPr>
          <p:cNvSpPr>
            <a:spLocks xmlns:a="http://schemas.openxmlformats.org/drawingml/2006/main" noGrp="1"/>
          </p:cNvSpPr>
          <p:nvPr/>
        </p:nvSpPr>
        <p:spPr>
          <a:xfrm xmlns:a="http://schemas.openxmlformats.org/drawingml/2006/main">
            <a:off x="7172187" y="2846949"/>
            <a:ext cx="98573" cy="1849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A15F2C63-ACCA-4420-929A-65F13B78933C}"/>
              </a:ext>
            </a:extLst>
          </p:cNvPr>
          <p:cNvSpPr>
            <a:spLocks xmlns:a="http://schemas.openxmlformats.org/drawingml/2006/main" noGrp="1"/>
          </p:cNvSpPr>
          <p:nvPr/>
        </p:nvSpPr>
        <p:spPr>
          <a:xfrm xmlns:a="http://schemas.openxmlformats.org/drawingml/2006/main">
            <a:off x="7270760" y="2865444"/>
            <a:ext cx="98572" cy="3185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825D26E3-6DAF-4B31-9B25-B62A830C0A2F}"/>
              </a:ext>
            </a:extLst>
          </p:cNvPr>
          <p:cNvSpPr>
            <a:spLocks xmlns:a="http://schemas.openxmlformats.org/drawingml/2006/main" noGrp="1"/>
          </p:cNvSpPr>
          <p:nvPr/>
        </p:nvSpPr>
        <p:spPr>
          <a:xfrm xmlns:a="http://schemas.openxmlformats.org/drawingml/2006/main">
            <a:off x="7369332" y="2897297"/>
            <a:ext cx="98572" cy="4470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5CEF1BBB-A50C-4149-862D-280939E35B6F}"/>
              </a:ext>
            </a:extLst>
          </p:cNvPr>
          <p:cNvSpPr>
            <a:spLocks xmlns:a="http://schemas.openxmlformats.org/drawingml/2006/main" noGrp="1"/>
          </p:cNvSpPr>
          <p:nvPr/>
        </p:nvSpPr>
        <p:spPr>
          <a:xfrm xmlns:a="http://schemas.openxmlformats.org/drawingml/2006/main">
            <a:off x="7467904" y="2942005"/>
            <a:ext cx="98573" cy="5685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ADB92A38-D3B1-4923-8590-DE47D4813BD0}"/>
              </a:ext>
            </a:extLst>
          </p:cNvPr>
          <p:cNvSpPr>
            <a:spLocks xmlns:a="http://schemas.openxmlformats.org/drawingml/2006/main" noGrp="1"/>
          </p:cNvSpPr>
          <p:nvPr/>
        </p:nvSpPr>
        <p:spPr>
          <a:xfrm xmlns:a="http://schemas.openxmlformats.org/drawingml/2006/main">
            <a:off x="7566477" y="2998864"/>
            <a:ext cx="98572" cy="6811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C8927733-C8CB-4A34-8E84-DBB19270A7F8}"/>
              </a:ext>
            </a:extLst>
          </p:cNvPr>
          <p:cNvSpPr>
            <a:spLocks xmlns:a="http://schemas.openxmlformats.org/drawingml/2006/main" noGrp="1"/>
          </p:cNvSpPr>
          <p:nvPr/>
        </p:nvSpPr>
        <p:spPr>
          <a:xfrm xmlns:a="http://schemas.openxmlformats.org/drawingml/2006/main">
            <a:off x="7665049" y="3066977"/>
            <a:ext cx="98572" cy="7829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C2BAC33B-54C2-4B47-93CA-4B8EB4A0866F}"/>
              </a:ext>
            </a:extLst>
          </p:cNvPr>
          <p:cNvSpPr>
            <a:spLocks xmlns:a="http://schemas.openxmlformats.org/drawingml/2006/main" noGrp="1"/>
          </p:cNvSpPr>
          <p:nvPr/>
        </p:nvSpPr>
        <p:spPr>
          <a:xfrm xmlns:a="http://schemas.openxmlformats.org/drawingml/2006/main">
            <a:off x="7763621" y="3145270"/>
            <a:ext cx="98573" cy="8723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AE385079-D0C9-484B-9312-EF6A3CC5B4EE}"/>
              </a:ext>
            </a:extLst>
          </p:cNvPr>
          <p:cNvSpPr>
            <a:spLocks xmlns:a="http://schemas.openxmlformats.org/drawingml/2006/main" noGrp="1"/>
          </p:cNvSpPr>
          <p:nvPr/>
        </p:nvSpPr>
        <p:spPr>
          <a:xfrm xmlns:a="http://schemas.openxmlformats.org/drawingml/2006/main">
            <a:off x="7862194" y="3232508"/>
            <a:ext cx="98572" cy="9480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8BD48B10-3564-4C56-8D95-15797A98F86F}"/>
              </a:ext>
            </a:extLst>
          </p:cNvPr>
          <p:cNvSpPr>
            <a:spLocks xmlns:a="http://schemas.openxmlformats.org/drawingml/2006/main" noGrp="1"/>
          </p:cNvSpPr>
          <p:nvPr/>
        </p:nvSpPr>
        <p:spPr>
          <a:xfrm xmlns:a="http://schemas.openxmlformats.org/drawingml/2006/main">
            <a:off x="7960766" y="3327315"/>
            <a:ext cx="98572" cy="1008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817A835F-8929-4450-927C-BCDC48B4609F}"/>
              </a:ext>
            </a:extLst>
          </p:cNvPr>
          <p:cNvSpPr>
            <a:spLocks xmlns:a="http://schemas.openxmlformats.org/drawingml/2006/main" noGrp="1"/>
          </p:cNvSpPr>
          <p:nvPr/>
        </p:nvSpPr>
        <p:spPr>
          <a:xfrm xmlns:a="http://schemas.openxmlformats.org/drawingml/2006/main">
            <a:off x="8059338" y="3428196"/>
            <a:ext cx="98573" cy="10536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B61A88F4-2A34-49B3-8E06-696632D7B50B}"/>
              </a:ext>
            </a:extLst>
          </p:cNvPr>
          <p:cNvSpPr>
            <a:spLocks xmlns:a="http://schemas.openxmlformats.org/drawingml/2006/main" noGrp="1"/>
          </p:cNvSpPr>
          <p:nvPr/>
        </p:nvSpPr>
        <p:spPr>
          <a:xfrm xmlns:a="http://schemas.openxmlformats.org/drawingml/2006/main">
            <a:off x="8157911" y="3533560"/>
            <a:ext cx="98572" cy="10818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B616161F-B6A0-473F-81D3-27E3DF374FED}"/>
              </a:ext>
            </a:extLst>
          </p:cNvPr>
          <p:cNvSpPr>
            <a:spLocks xmlns:a="http://schemas.openxmlformats.org/drawingml/2006/main" noGrp="1"/>
          </p:cNvSpPr>
          <p:nvPr/>
        </p:nvSpPr>
        <p:spPr>
          <a:xfrm xmlns:a="http://schemas.openxmlformats.org/drawingml/2006/main">
            <a:off x="8256483" y="3641745"/>
            <a:ext cx="98572" cy="10930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376F117A-71DF-4918-8492-823C4D0C08E8}"/>
              </a:ext>
            </a:extLst>
          </p:cNvPr>
          <p:cNvSpPr>
            <a:spLocks xmlns:a="http://schemas.openxmlformats.org/drawingml/2006/main" noGrp="1"/>
          </p:cNvSpPr>
          <p:nvPr/>
        </p:nvSpPr>
        <p:spPr>
          <a:xfrm xmlns:a="http://schemas.openxmlformats.org/drawingml/2006/main">
            <a:off x="8355055" y="3751046"/>
            <a:ext cx="98573" cy="1086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24709EDC-B145-4687-BC56-57960645F637}"/>
              </a:ext>
            </a:extLst>
          </p:cNvPr>
          <p:cNvSpPr>
            <a:spLocks xmlns:a="http://schemas.openxmlformats.org/drawingml/2006/main" noGrp="1"/>
          </p:cNvSpPr>
          <p:nvPr/>
        </p:nvSpPr>
        <p:spPr>
          <a:xfrm xmlns:a="http://schemas.openxmlformats.org/drawingml/2006/main">
            <a:off x="8453628" y="3859738"/>
            <a:ext cx="98572" cy="1063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D604D740-44BB-4B88-AA27-A9A1FCCF9FAC}"/>
              </a:ext>
            </a:extLst>
          </p:cNvPr>
          <p:cNvSpPr>
            <a:spLocks xmlns:a="http://schemas.openxmlformats.org/drawingml/2006/main" noGrp="1"/>
          </p:cNvSpPr>
          <p:nvPr/>
        </p:nvSpPr>
        <p:spPr>
          <a:xfrm xmlns:a="http://schemas.openxmlformats.org/drawingml/2006/main">
            <a:off x="8552200" y="3966108"/>
            <a:ext cx="98572" cy="1023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110CF6B9-B666-4942-B4F3-7E578D940D75}"/>
              </a:ext>
            </a:extLst>
          </p:cNvPr>
          <p:cNvSpPr>
            <a:spLocks xmlns:a="http://schemas.openxmlformats.org/drawingml/2006/main" noGrp="1"/>
          </p:cNvSpPr>
          <p:nvPr/>
        </p:nvSpPr>
        <p:spPr>
          <a:xfrm xmlns:a="http://schemas.openxmlformats.org/drawingml/2006/main">
            <a:off x="8650772" y="4068477"/>
            <a:ext cx="98572" cy="967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2E4C7106-120B-4CAA-B296-517BF3177375}"/>
              </a:ext>
            </a:extLst>
          </p:cNvPr>
          <p:cNvSpPr>
            <a:spLocks xmlns:a="http://schemas.openxmlformats.org/drawingml/2006/main" noGrp="1"/>
          </p:cNvSpPr>
          <p:nvPr/>
        </p:nvSpPr>
        <p:spPr>
          <a:xfrm xmlns:a="http://schemas.openxmlformats.org/drawingml/2006/main">
            <a:off x="8749344" y="4165232"/>
            <a:ext cx="98573" cy="89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F3FE9CD2-3B95-4F6A-A5C7-C647EABD0F7A}"/>
              </a:ext>
            </a:extLst>
          </p:cNvPr>
          <p:cNvSpPr>
            <a:spLocks xmlns:a="http://schemas.openxmlformats.org/drawingml/2006/main" noGrp="1"/>
          </p:cNvSpPr>
          <p:nvPr/>
        </p:nvSpPr>
        <p:spPr>
          <a:xfrm xmlns:a="http://schemas.openxmlformats.org/drawingml/2006/main">
            <a:off x="8847917" y="4254847"/>
            <a:ext cx="98572" cy="8106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6C576B5A-9A00-48AD-B5E5-89B0BB826932}"/>
              </a:ext>
            </a:extLst>
          </p:cNvPr>
          <p:cNvSpPr>
            <a:spLocks xmlns:a="http://schemas.openxmlformats.org/drawingml/2006/main" noGrp="1"/>
          </p:cNvSpPr>
          <p:nvPr/>
        </p:nvSpPr>
        <p:spPr>
          <a:xfrm xmlns:a="http://schemas.openxmlformats.org/drawingml/2006/main">
            <a:off x="8946489" y="4335908"/>
            <a:ext cx="98572" cy="7122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3C9404F7-96CF-4211-A48D-C832321A1D2B}"/>
              </a:ext>
            </a:extLst>
          </p:cNvPr>
          <p:cNvSpPr>
            <a:spLocks xmlns:a="http://schemas.openxmlformats.org/drawingml/2006/main" noGrp="1"/>
          </p:cNvSpPr>
          <p:nvPr/>
        </p:nvSpPr>
        <p:spPr>
          <a:xfrm xmlns:a="http://schemas.openxmlformats.org/drawingml/2006/main">
            <a:off x="9045061" y="4407136"/>
            <a:ext cx="98573" cy="6027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106A5A97-BC83-4CED-8E84-41B6A12D4560}"/>
              </a:ext>
            </a:extLst>
          </p:cNvPr>
          <p:cNvSpPr>
            <a:spLocks xmlns:a="http://schemas.openxmlformats.org/drawingml/2006/main" noGrp="1"/>
          </p:cNvSpPr>
          <p:nvPr/>
        </p:nvSpPr>
        <p:spPr>
          <a:xfrm xmlns:a="http://schemas.openxmlformats.org/drawingml/2006/main">
            <a:off x="9143634" y="4467410"/>
            <a:ext cx="98572" cy="483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F5A75400-8D8F-43D7-A511-9EE8D948DD1E}"/>
              </a:ext>
            </a:extLst>
          </p:cNvPr>
          <p:cNvSpPr>
            <a:spLocks xmlns:a="http://schemas.openxmlformats.org/drawingml/2006/main" noGrp="1"/>
          </p:cNvSpPr>
          <p:nvPr/>
        </p:nvSpPr>
        <p:spPr>
          <a:xfrm xmlns:a="http://schemas.openxmlformats.org/drawingml/2006/main">
            <a:off x="9242206" y="4515777"/>
            <a:ext cx="98572" cy="356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F029113B-B4EE-4FC5-87BE-FB96929105BE}"/>
              </a:ext>
            </a:extLst>
          </p:cNvPr>
          <p:cNvSpPr>
            <a:spLocks xmlns:a="http://schemas.openxmlformats.org/drawingml/2006/main" noGrp="1"/>
          </p:cNvSpPr>
          <p:nvPr/>
        </p:nvSpPr>
        <p:spPr>
          <a:xfrm xmlns:a="http://schemas.openxmlformats.org/drawingml/2006/main">
            <a:off x="9340778" y="4551476"/>
            <a:ext cx="98573" cy="224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A13B1C4B-97E4-40E2-A4DE-D710097B7F9E}"/>
              </a:ext>
            </a:extLst>
          </p:cNvPr>
          <p:cNvSpPr>
            <a:spLocks xmlns:a="http://schemas.openxmlformats.org/drawingml/2006/main" noGrp="1"/>
          </p:cNvSpPr>
          <p:nvPr/>
        </p:nvSpPr>
        <p:spPr>
          <a:xfrm xmlns:a="http://schemas.openxmlformats.org/drawingml/2006/main">
            <a:off x="9439351" y="4573943"/>
            <a:ext cx="98572" cy="888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1BD442AA-6F39-406C-B84A-E014C12688BE}"/>
              </a:ext>
            </a:extLst>
          </p:cNvPr>
          <p:cNvSpPr>
            <a:spLocks xmlns:a="http://schemas.openxmlformats.org/drawingml/2006/main" noGrp="1"/>
          </p:cNvSpPr>
          <p:nvPr/>
        </p:nvSpPr>
        <p:spPr>
          <a:xfrm xmlns:a="http://schemas.openxmlformats.org/drawingml/2006/main" flipV="1">
            <a:off x="9537923" y="4577978"/>
            <a:ext cx="98572" cy="484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334EA92D-87FF-4959-B532-759832533391}"/>
              </a:ext>
            </a:extLst>
          </p:cNvPr>
          <p:cNvSpPr>
            <a:spLocks xmlns:a="http://schemas.openxmlformats.org/drawingml/2006/main" noGrp="1"/>
          </p:cNvSpPr>
          <p:nvPr/>
        </p:nvSpPr>
        <p:spPr>
          <a:xfrm xmlns:a="http://schemas.openxmlformats.org/drawingml/2006/main" flipV="1">
            <a:off x="9636495" y="4559483"/>
            <a:ext cx="98573" cy="1849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CE8500B7-2A18-4183-974B-5A792A33B8D2}"/>
              </a:ext>
            </a:extLst>
          </p:cNvPr>
          <p:cNvSpPr>
            <a:spLocks xmlns:a="http://schemas.openxmlformats.org/drawingml/2006/main" noGrp="1"/>
          </p:cNvSpPr>
          <p:nvPr/>
        </p:nvSpPr>
        <p:spPr>
          <a:xfrm xmlns:a="http://schemas.openxmlformats.org/drawingml/2006/main" flipV="1">
            <a:off x="9735068" y="4527630"/>
            <a:ext cx="98572" cy="3185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D936EEC8-DF79-4516-9AD9-593B05F0E544}"/>
              </a:ext>
            </a:extLst>
          </p:cNvPr>
          <p:cNvSpPr>
            <a:spLocks xmlns:a="http://schemas.openxmlformats.org/drawingml/2006/main" noGrp="1"/>
          </p:cNvSpPr>
          <p:nvPr/>
        </p:nvSpPr>
        <p:spPr>
          <a:xfrm xmlns:a="http://schemas.openxmlformats.org/drawingml/2006/main" flipV="1">
            <a:off x="9833640" y="4482922"/>
            <a:ext cx="98572" cy="4470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72939458-4541-47C9-AC61-32E6C7A63BEB}"/>
              </a:ext>
            </a:extLst>
          </p:cNvPr>
          <p:cNvSpPr>
            <a:spLocks xmlns:a="http://schemas.openxmlformats.org/drawingml/2006/main" noGrp="1"/>
          </p:cNvSpPr>
          <p:nvPr/>
        </p:nvSpPr>
        <p:spPr>
          <a:xfrm xmlns:a="http://schemas.openxmlformats.org/drawingml/2006/main" flipV="1">
            <a:off x="9932212" y="4426063"/>
            <a:ext cx="98573" cy="5685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BE8DFA60-D42B-430F-9F49-5A4557468250}"/>
              </a:ext>
            </a:extLst>
          </p:cNvPr>
          <p:cNvSpPr>
            <a:spLocks xmlns:a="http://schemas.openxmlformats.org/drawingml/2006/main" noGrp="1"/>
          </p:cNvSpPr>
          <p:nvPr/>
        </p:nvSpPr>
        <p:spPr>
          <a:xfrm xmlns:a="http://schemas.openxmlformats.org/drawingml/2006/main" flipV="1">
            <a:off x="10030785" y="4357950"/>
            <a:ext cx="98572" cy="6811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49C77810-077D-4184-B3CD-6E7692B34725}"/>
              </a:ext>
            </a:extLst>
          </p:cNvPr>
          <p:cNvSpPr>
            <a:spLocks xmlns:a="http://schemas.openxmlformats.org/drawingml/2006/main" noGrp="1"/>
          </p:cNvSpPr>
          <p:nvPr/>
        </p:nvSpPr>
        <p:spPr>
          <a:xfrm xmlns:a="http://schemas.openxmlformats.org/drawingml/2006/main" flipV="1">
            <a:off x="10129357" y="4279657"/>
            <a:ext cx="98572" cy="7829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37CE1A9F-ECCC-43A6-8B35-2DA3A536A350}"/>
              </a:ext>
            </a:extLst>
          </p:cNvPr>
          <p:cNvSpPr>
            <a:spLocks xmlns:a="http://schemas.openxmlformats.org/drawingml/2006/main" noGrp="1"/>
          </p:cNvSpPr>
          <p:nvPr/>
        </p:nvSpPr>
        <p:spPr>
          <a:xfrm xmlns:a="http://schemas.openxmlformats.org/drawingml/2006/main" flipV="1">
            <a:off x="10227929" y="4192419"/>
            <a:ext cx="98573" cy="8723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77CE0F25-5537-4B88-83F0-09A3611241E0}"/>
              </a:ext>
            </a:extLst>
          </p:cNvPr>
          <p:cNvSpPr>
            <a:spLocks xmlns:a="http://schemas.openxmlformats.org/drawingml/2006/main" noGrp="1"/>
          </p:cNvSpPr>
          <p:nvPr/>
        </p:nvSpPr>
        <p:spPr>
          <a:xfrm xmlns:a="http://schemas.openxmlformats.org/drawingml/2006/main" flipV="1">
            <a:off x="10326502" y="4097612"/>
            <a:ext cx="98572" cy="9480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AC3946DB-5605-4DC0-8182-E1BAD4226616}"/>
              </a:ext>
            </a:extLst>
          </p:cNvPr>
          <p:cNvSpPr>
            <a:spLocks xmlns:a="http://schemas.openxmlformats.org/drawingml/2006/main" noGrp="1"/>
          </p:cNvSpPr>
          <p:nvPr/>
        </p:nvSpPr>
        <p:spPr>
          <a:xfrm xmlns:a="http://schemas.openxmlformats.org/drawingml/2006/main" flipV="1">
            <a:off x="10425074" y="3996731"/>
            <a:ext cx="98572" cy="1008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026A675D-A802-4C8A-BB42-265E87B2C0F6}"/>
              </a:ext>
            </a:extLst>
          </p:cNvPr>
          <p:cNvSpPr>
            <a:spLocks xmlns:a="http://schemas.openxmlformats.org/drawingml/2006/main" noGrp="1"/>
          </p:cNvSpPr>
          <p:nvPr/>
        </p:nvSpPr>
        <p:spPr>
          <a:xfrm xmlns:a="http://schemas.openxmlformats.org/drawingml/2006/main" flipV="1">
            <a:off x="10523646" y="3891367"/>
            <a:ext cx="98573" cy="10536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795B9E89-455F-48BA-94F4-3C2945A0DFA9}"/>
              </a:ext>
            </a:extLst>
          </p:cNvPr>
          <p:cNvSpPr>
            <a:spLocks xmlns:a="http://schemas.openxmlformats.org/drawingml/2006/main" noGrp="1"/>
          </p:cNvSpPr>
          <p:nvPr/>
        </p:nvSpPr>
        <p:spPr>
          <a:xfrm xmlns:a="http://schemas.openxmlformats.org/drawingml/2006/main" flipV="1">
            <a:off x="10622219" y="3783182"/>
            <a:ext cx="98572" cy="10818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E0F85DCB-48A3-4265-9E3E-A904B02BACE1}"/>
              </a:ext>
            </a:extLst>
          </p:cNvPr>
          <p:cNvSpPr>
            <a:spLocks xmlns:a="http://schemas.openxmlformats.org/drawingml/2006/main" noGrp="1"/>
          </p:cNvSpPr>
          <p:nvPr/>
        </p:nvSpPr>
        <p:spPr>
          <a:xfrm xmlns:a="http://schemas.openxmlformats.org/drawingml/2006/main" flipV="1">
            <a:off x="10720791" y="3673881"/>
            <a:ext cx="98572" cy="10930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Connector 108">
            <a:extLst xmlns:a="http://schemas.openxmlformats.org/drawingml/2006/main">
              <a:ext uri="{FF2B5EF4-FFF2-40B4-BE49-F238E27FC236}">
                <a16:creationId xmlns:a16="http://schemas.microsoft.com/office/drawing/2014/main" id="{CD2CD8EF-D494-431D-9205-3778E84A00BD}"/>
              </a:ext>
            </a:extLst>
          </p:cNvPr>
          <p:cNvSpPr>
            <a:spLocks xmlns:a="http://schemas.openxmlformats.org/drawingml/2006/main" noGrp="1"/>
          </p:cNvSpPr>
          <p:nvPr/>
        </p:nvSpPr>
        <p:spPr>
          <a:xfrm xmlns:a="http://schemas.openxmlformats.org/drawingml/2006/main" flipV="1">
            <a:off x="10819363" y="3565189"/>
            <a:ext cx="98573" cy="1086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0" name="Connector 109">
            <a:extLst xmlns:a="http://schemas.openxmlformats.org/drawingml/2006/main">
              <a:ext uri="{FF2B5EF4-FFF2-40B4-BE49-F238E27FC236}">
                <a16:creationId xmlns:a16="http://schemas.microsoft.com/office/drawing/2014/main" id="{C001C97E-DE61-4AD0-A64C-4EA89E56230E}"/>
              </a:ext>
            </a:extLst>
          </p:cNvPr>
          <p:cNvSpPr>
            <a:spLocks xmlns:a="http://schemas.openxmlformats.org/drawingml/2006/main" noGrp="1"/>
          </p:cNvSpPr>
          <p:nvPr/>
        </p:nvSpPr>
        <p:spPr>
          <a:xfrm xmlns:a="http://schemas.openxmlformats.org/drawingml/2006/main">
            <a:off x="6638544" y="2587752"/>
            <a:ext cx="0" cy="2286000"/>
          </a:xfrm>
          <a:prstGeom xmlns:a="http://schemas.openxmlformats.org/drawingml/2006/main" prst="line">
            <a:avLst/>
          </a:prstGeom>
          <a:ln xmlns:a="http://schemas.openxmlformats.org/drawingml/2006/main" w="40640">
            <a:solidFill>
              <a:srgbClr val="FF000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1" name="TextBox 110">
            <a:extLst xmlns:a="http://schemas.openxmlformats.org/drawingml/2006/main">
              <a:ext uri="{FF2B5EF4-FFF2-40B4-BE49-F238E27FC236}">
                <a16:creationId xmlns:a16="http://schemas.microsoft.com/office/drawing/2014/main" id="{1C36E5B3-4CFB-4BD8-AEE0-BBE53707F0BE}"/>
              </a:ext>
            </a:extLst>
          </p:cNvPr>
          <p:cNvSpPr>
            <a:spLocks xmlns:a="http://schemas.openxmlformats.org/drawingml/2006/main" noGrp="1"/>
          </p:cNvSpPr>
          <p:nvPr/>
        </p:nvSpPr>
        <p:spPr>
          <a:xfrm xmlns:a="http://schemas.openxmlformats.org/drawingml/2006/main">
            <a:off x="914400" y="5330952"/>
            <a:ext cx="57607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300" b="1">
                <a:solidFill>
                  <a:srgbClr val="262626"/>
                </a:solidFill>
                <a:latin typeface="Alibaba PuHuiTi 3.0 115 Black"/>
                <a:ea typeface="Alibaba PuHuiTi 3.0 115 Black"/>
                <a:cs typeface="Alibaba PuHuiTi 3.0 115 Black"/>
              </a:defRPr>
            </a:pPr>
            <a:r>
              <a:rPr sz="2300" b="1">
                <a:solidFill>
                  <a:srgbClr val="262626"/>
                </a:solidFill>
                <a:latin typeface="Alibaba PuHuiTi 3.0 115 Black"/>
                <a:ea typeface="Alibaba PuHuiTi 3.0 115 Black"/>
                <a:cs typeface="Alibaba PuHuiTi 3.0 115 Black"/>
              </a:rPr>
              <a:t>在教室浏览器播放</a:t>
            </a:r>
          </a:p>
        </p:txBody>
      </p:sp>
      <p:sp>
        <p:nvSpPr>
          <p:cNvPr id="8" name="TextBox 7">
            <a:extLst xmlns:a="http://schemas.openxmlformats.org/drawingml/2006/main">
              <a:ext uri="{FF2B5EF4-FFF2-40B4-BE49-F238E27FC236}">
                <a16:creationId xmlns:a16="http://schemas.microsoft.com/office/drawing/2014/main" id="{9C680741-C0F7-43BC-9FD8-4DAEC3434E02}"/>
              </a:ext>
            </a:extLst>
          </p:cNvPr>
          <p:cNvSpPr>
            <a:spLocks xmlns:a="http://schemas.openxmlformats.org/drawingml/2006/main" noGrp="1"/>
          </p:cNvSpPr>
          <p:nvPr/>
        </p:nvSpPr>
        <p:spPr>
          <a:xfrm xmlns:a="http://schemas.openxmlformats.org/drawingml/2006/main">
            <a:off x="941832" y="2093976"/>
            <a:ext cx="1143000" cy="25908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17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9" name="TextBox 8">
            <a:extLst xmlns:a="http://schemas.openxmlformats.org/drawingml/2006/main">
              <a:ext uri="{FF2B5EF4-FFF2-40B4-BE49-F238E27FC236}">
                <a16:creationId xmlns:a16="http://schemas.microsoft.com/office/drawing/2014/main" id="{CB9B8B08-ECDD-4CDE-9896-8351D680B2D1}"/>
              </a:ext>
            </a:extLst>
          </p:cNvPr>
          <p:cNvSpPr>
            <a:spLocks xmlns:a="http://schemas.openxmlformats.org/drawingml/2006/main" noGrp="1"/>
          </p:cNvSpPr>
          <p:nvPr/>
        </p:nvSpPr>
        <p:spPr>
          <a:xfrm xmlns:a="http://schemas.openxmlformats.org/drawingml/2006/main">
            <a:off x="10334625" y="4981575"/>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17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Tree>
    <p:extLst>
      <p:ext uri="{BB962C8B-B14F-4D97-AF65-F5344CB8AC3E}">
        <p14:creationId xmlns:p14="http://schemas.microsoft.com/office/powerpoint/2010/main" val="19335892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F1158D4-DA83-4C6E-84E8-DDB62C513F9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1ED65DF-D8D0-4568-8A7B-D2984991D14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6BC40F0-4746-4AEC-B5FB-A95B217C707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只能留下有限个数字，该在哪些时刻取样？</a:t>
            </a:r>
          </a:p>
        </p:txBody>
      </p:sp>
      <p:sp>
        <p:nvSpPr>
          <p:cNvPr id="5" name="Connector 4">
            <a:extLst xmlns:a="http://schemas.openxmlformats.org/drawingml/2006/main">
              <a:ext uri="{FF2B5EF4-FFF2-40B4-BE49-F238E27FC236}">
                <a16:creationId xmlns:a16="http://schemas.microsoft.com/office/drawing/2014/main" id="{35D914D2-C480-4996-B332-7DEA014B1397}"/>
              </a:ext>
            </a:extLst>
          </p:cNvPr>
          <p:cNvSpPr>
            <a:spLocks xmlns:a="http://schemas.openxmlformats.org/drawingml/2006/main" noGrp="1"/>
          </p:cNvSpPr>
          <p:nvPr/>
        </p:nvSpPr>
        <p:spPr>
          <a:xfrm xmlns:a="http://schemas.openxmlformats.org/drawingml/2006/main">
            <a:off x="914400" y="3483864"/>
            <a:ext cx="10058400"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F16977D2-5D9C-4173-9176-0AC48D7C1330}"/>
              </a:ext>
            </a:extLst>
          </p:cNvPr>
          <p:cNvSpPr>
            <a:spLocks xmlns:a="http://schemas.openxmlformats.org/drawingml/2006/main" noGrp="1"/>
          </p:cNvSpPr>
          <p:nvPr/>
        </p:nvSpPr>
        <p:spPr>
          <a:xfrm xmlns:a="http://schemas.openxmlformats.org/drawingml/2006/main">
            <a:off x="1005840" y="1956816"/>
            <a:ext cx="0" cy="3063239"/>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86E198C7-DE33-487C-A988-CE636540B3A7}"/>
              </a:ext>
            </a:extLst>
          </p:cNvPr>
          <p:cNvSpPr>
            <a:spLocks xmlns:a="http://schemas.openxmlformats.org/drawingml/2006/main" noGrp="1"/>
          </p:cNvSpPr>
          <p:nvPr/>
        </p:nvSpPr>
        <p:spPr>
          <a:xfrm xmlns:a="http://schemas.openxmlformats.org/drawingml/2006/main">
            <a:off x="1033271" y="1645920"/>
            <a:ext cx="12801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BB52822A-F415-4A08-93EF-F1D1DEF5F03A}"/>
              </a:ext>
            </a:extLst>
          </p:cNvPr>
          <p:cNvSpPr>
            <a:spLocks xmlns:a="http://schemas.openxmlformats.org/drawingml/2006/main" noGrp="1"/>
          </p:cNvSpPr>
          <p:nvPr/>
        </p:nvSpPr>
        <p:spPr>
          <a:xfrm xmlns:a="http://schemas.openxmlformats.org/drawingml/2006/main">
            <a:off x="10058400" y="3602736"/>
            <a:ext cx="8229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时间</a:t>
            </a:r>
          </a:p>
        </p:txBody>
      </p:sp>
      <p:sp>
        <p:nvSpPr>
          <p:cNvPr id="9" name="Connector 8">
            <a:extLst xmlns:a="http://schemas.openxmlformats.org/drawingml/2006/main">
              <a:ext uri="{FF2B5EF4-FFF2-40B4-BE49-F238E27FC236}">
                <a16:creationId xmlns:a16="http://schemas.microsoft.com/office/drawing/2014/main" id="{F7B4082F-87E9-450F-BE0E-838AEFDC5302}"/>
              </a:ext>
            </a:extLst>
          </p:cNvPr>
          <p:cNvSpPr>
            <a:spLocks xmlns:a="http://schemas.openxmlformats.org/drawingml/2006/main" noGrp="1"/>
          </p:cNvSpPr>
          <p:nvPr/>
        </p:nvSpPr>
        <p:spPr>
          <a:xfrm xmlns:a="http://schemas.openxmlformats.org/drawingml/2006/main" flipV="1">
            <a:off x="1069848" y="3279400"/>
            <a:ext cx="93543" cy="12673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5E1C6C77-FFE4-464C-A291-63CC3C030462}"/>
              </a:ext>
            </a:extLst>
          </p:cNvPr>
          <p:cNvSpPr>
            <a:spLocks xmlns:a="http://schemas.openxmlformats.org/drawingml/2006/main" noGrp="1"/>
          </p:cNvSpPr>
          <p:nvPr/>
        </p:nvSpPr>
        <p:spPr>
          <a:xfrm xmlns:a="http://schemas.openxmlformats.org/drawingml/2006/main" flipV="1">
            <a:off x="1163391" y="3154370"/>
            <a:ext cx="93543" cy="12503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5BBC82A6-87E0-4AE3-925E-1E80D1C9F10D}"/>
              </a:ext>
            </a:extLst>
          </p:cNvPr>
          <p:cNvSpPr>
            <a:spLocks xmlns:a="http://schemas.openxmlformats.org/drawingml/2006/main" noGrp="1"/>
          </p:cNvSpPr>
          <p:nvPr/>
        </p:nvSpPr>
        <p:spPr>
          <a:xfrm xmlns:a="http://schemas.openxmlformats.org/drawingml/2006/main" flipV="1">
            <a:off x="1256934" y="3032739"/>
            <a:ext cx="93543" cy="12163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176BC19B-ECC1-44DE-893D-F231E6A409AE}"/>
              </a:ext>
            </a:extLst>
          </p:cNvPr>
          <p:cNvSpPr>
            <a:spLocks xmlns:a="http://schemas.openxmlformats.org/drawingml/2006/main" noGrp="1"/>
          </p:cNvSpPr>
          <p:nvPr/>
        </p:nvSpPr>
        <p:spPr>
          <a:xfrm xmlns:a="http://schemas.openxmlformats.org/drawingml/2006/main" flipV="1">
            <a:off x="1350477" y="2916147"/>
            <a:ext cx="93543" cy="11659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75D0546F-4A07-4A74-A81D-4350E2568969}"/>
              </a:ext>
            </a:extLst>
          </p:cNvPr>
          <p:cNvSpPr>
            <a:spLocks xmlns:a="http://schemas.openxmlformats.org/drawingml/2006/main" noGrp="1"/>
          </p:cNvSpPr>
          <p:nvPr/>
        </p:nvSpPr>
        <p:spPr>
          <a:xfrm xmlns:a="http://schemas.openxmlformats.org/drawingml/2006/main" flipV="1">
            <a:off x="1444020" y="2806168"/>
            <a:ext cx="93543" cy="10997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616033C2-1138-42DA-8D66-53C7673BF272}"/>
              </a:ext>
            </a:extLst>
          </p:cNvPr>
          <p:cNvSpPr>
            <a:spLocks xmlns:a="http://schemas.openxmlformats.org/drawingml/2006/main" noGrp="1"/>
          </p:cNvSpPr>
          <p:nvPr/>
        </p:nvSpPr>
        <p:spPr>
          <a:xfrm xmlns:a="http://schemas.openxmlformats.org/drawingml/2006/main" flipV="1">
            <a:off x="1537563" y="2704286"/>
            <a:ext cx="93543" cy="10188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C373AECE-A2C0-4602-AB48-6E748D57A1F2}"/>
              </a:ext>
            </a:extLst>
          </p:cNvPr>
          <p:cNvSpPr>
            <a:spLocks xmlns:a="http://schemas.openxmlformats.org/drawingml/2006/main" noGrp="1"/>
          </p:cNvSpPr>
          <p:nvPr/>
        </p:nvSpPr>
        <p:spPr>
          <a:xfrm xmlns:a="http://schemas.openxmlformats.org/drawingml/2006/main" flipV="1">
            <a:off x="1631106" y="2611877"/>
            <a:ext cx="93543" cy="9240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EB09CCD7-C2D1-4213-840B-37FB3C2F0766}"/>
              </a:ext>
            </a:extLst>
          </p:cNvPr>
          <p:cNvSpPr>
            <a:spLocks xmlns:a="http://schemas.openxmlformats.org/drawingml/2006/main" noGrp="1"/>
          </p:cNvSpPr>
          <p:nvPr/>
        </p:nvSpPr>
        <p:spPr>
          <a:xfrm xmlns:a="http://schemas.openxmlformats.org/drawingml/2006/main" flipV="1">
            <a:off x="1724649" y="2530188"/>
            <a:ext cx="93543" cy="8168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A02C1D48-F6B5-49CE-B0E2-6FD66A33A3E5}"/>
              </a:ext>
            </a:extLst>
          </p:cNvPr>
          <p:cNvSpPr>
            <a:spLocks xmlns:a="http://schemas.openxmlformats.org/drawingml/2006/main" noGrp="1"/>
          </p:cNvSpPr>
          <p:nvPr/>
        </p:nvSpPr>
        <p:spPr>
          <a:xfrm xmlns:a="http://schemas.openxmlformats.org/drawingml/2006/main" flipV="1">
            <a:off x="1818192" y="2460320"/>
            <a:ext cx="93544" cy="6986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63D8D5CF-4208-4BF2-8D32-ADC261D70A64}"/>
              </a:ext>
            </a:extLst>
          </p:cNvPr>
          <p:cNvSpPr>
            <a:spLocks xmlns:a="http://schemas.openxmlformats.org/drawingml/2006/main" noGrp="1"/>
          </p:cNvSpPr>
          <p:nvPr/>
        </p:nvSpPr>
        <p:spPr>
          <a:xfrm xmlns:a="http://schemas.openxmlformats.org/drawingml/2006/main" flipV="1">
            <a:off x="1911736" y="2403218"/>
            <a:ext cx="93543" cy="5710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CAA64A62-B3AE-41F0-AD03-26B9ECDA57D6}"/>
              </a:ext>
            </a:extLst>
          </p:cNvPr>
          <p:cNvSpPr>
            <a:spLocks xmlns:a="http://schemas.openxmlformats.org/drawingml/2006/main" noGrp="1"/>
          </p:cNvSpPr>
          <p:nvPr/>
        </p:nvSpPr>
        <p:spPr>
          <a:xfrm xmlns:a="http://schemas.openxmlformats.org/drawingml/2006/main" flipV="1">
            <a:off x="2005279" y="2359651"/>
            <a:ext cx="93543" cy="4356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7FEB0F76-1FBF-4229-9BDD-B256F58D82D3}"/>
              </a:ext>
            </a:extLst>
          </p:cNvPr>
          <p:cNvSpPr>
            <a:spLocks xmlns:a="http://schemas.openxmlformats.org/drawingml/2006/main" noGrp="1"/>
          </p:cNvSpPr>
          <p:nvPr/>
        </p:nvSpPr>
        <p:spPr>
          <a:xfrm xmlns:a="http://schemas.openxmlformats.org/drawingml/2006/main" flipV="1">
            <a:off x="2098822" y="2330208"/>
            <a:ext cx="93543" cy="2944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E755BC19-3A8E-4FFA-A9B4-50F95E1CCC71}"/>
              </a:ext>
            </a:extLst>
          </p:cNvPr>
          <p:cNvSpPr>
            <a:spLocks xmlns:a="http://schemas.openxmlformats.org/drawingml/2006/main" noGrp="1"/>
          </p:cNvSpPr>
          <p:nvPr/>
        </p:nvSpPr>
        <p:spPr>
          <a:xfrm xmlns:a="http://schemas.openxmlformats.org/drawingml/2006/main" flipV="1">
            <a:off x="2192365" y="2315286"/>
            <a:ext cx="93543" cy="1492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73DC7B2F-1A1F-4F6E-8DB8-67C064BF4FE8}"/>
              </a:ext>
            </a:extLst>
          </p:cNvPr>
          <p:cNvSpPr>
            <a:spLocks xmlns:a="http://schemas.openxmlformats.org/drawingml/2006/main" noGrp="1"/>
          </p:cNvSpPr>
          <p:nvPr/>
        </p:nvSpPr>
        <p:spPr>
          <a:xfrm xmlns:a="http://schemas.openxmlformats.org/drawingml/2006/main" flipV="1">
            <a:off x="2285908" y="2315087"/>
            <a:ext cx="93543" cy="19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3C501925-3568-4F12-BC6A-28F7A528B141}"/>
              </a:ext>
            </a:extLst>
          </p:cNvPr>
          <p:cNvSpPr>
            <a:spLocks xmlns:a="http://schemas.openxmlformats.org/drawingml/2006/main" noGrp="1"/>
          </p:cNvSpPr>
          <p:nvPr/>
        </p:nvSpPr>
        <p:spPr>
          <a:xfrm xmlns:a="http://schemas.openxmlformats.org/drawingml/2006/main">
            <a:off x="2379451" y="2315087"/>
            <a:ext cx="93543" cy="1452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95BA2B02-CC7D-46B7-AD6D-496748011E9D}"/>
              </a:ext>
            </a:extLst>
          </p:cNvPr>
          <p:cNvSpPr>
            <a:spLocks xmlns:a="http://schemas.openxmlformats.org/drawingml/2006/main" noGrp="1"/>
          </p:cNvSpPr>
          <p:nvPr/>
        </p:nvSpPr>
        <p:spPr>
          <a:xfrm xmlns:a="http://schemas.openxmlformats.org/drawingml/2006/main">
            <a:off x="2472994" y="2329613"/>
            <a:ext cx="93543" cy="2905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41F183F9-2987-484E-B10A-48D98C5A9DF3}"/>
              </a:ext>
            </a:extLst>
          </p:cNvPr>
          <p:cNvSpPr>
            <a:spLocks xmlns:a="http://schemas.openxmlformats.org/drawingml/2006/main" noGrp="1"/>
          </p:cNvSpPr>
          <p:nvPr/>
        </p:nvSpPr>
        <p:spPr>
          <a:xfrm xmlns:a="http://schemas.openxmlformats.org/drawingml/2006/main">
            <a:off x="2566537" y="2358667"/>
            <a:ext cx="93544" cy="4319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C50DE05F-DD25-4A57-A0FA-7A7F75CEC200}"/>
              </a:ext>
            </a:extLst>
          </p:cNvPr>
          <p:cNvSpPr>
            <a:spLocks xmlns:a="http://schemas.openxmlformats.org/drawingml/2006/main" noGrp="1"/>
          </p:cNvSpPr>
          <p:nvPr/>
        </p:nvSpPr>
        <p:spPr>
          <a:xfrm xmlns:a="http://schemas.openxmlformats.org/drawingml/2006/main">
            <a:off x="2660081" y="2401859"/>
            <a:ext cx="93543" cy="5674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E3A13AA4-F803-46F0-8CCC-05674DB87D58}"/>
              </a:ext>
            </a:extLst>
          </p:cNvPr>
          <p:cNvSpPr>
            <a:spLocks xmlns:a="http://schemas.openxmlformats.org/drawingml/2006/main" noGrp="1"/>
          </p:cNvSpPr>
          <p:nvPr/>
        </p:nvSpPr>
        <p:spPr>
          <a:xfrm xmlns:a="http://schemas.openxmlformats.org/drawingml/2006/main">
            <a:off x="2753624" y="2458605"/>
            <a:ext cx="93543" cy="6953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DD4FAD38-1089-432F-8C0F-05FF8B0B3641}"/>
              </a:ext>
            </a:extLst>
          </p:cNvPr>
          <p:cNvSpPr>
            <a:spLocks xmlns:a="http://schemas.openxmlformats.org/drawingml/2006/main" noGrp="1"/>
          </p:cNvSpPr>
          <p:nvPr/>
        </p:nvSpPr>
        <p:spPr>
          <a:xfrm xmlns:a="http://schemas.openxmlformats.org/drawingml/2006/main">
            <a:off x="2847167" y="2528139"/>
            <a:ext cx="93543" cy="8138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1A949255-4BC2-42F5-8B9B-6C0A98FB6A6B}"/>
              </a:ext>
            </a:extLst>
          </p:cNvPr>
          <p:cNvSpPr>
            <a:spLocks xmlns:a="http://schemas.openxmlformats.org/drawingml/2006/main" noGrp="1"/>
          </p:cNvSpPr>
          <p:nvPr/>
        </p:nvSpPr>
        <p:spPr>
          <a:xfrm xmlns:a="http://schemas.openxmlformats.org/drawingml/2006/main">
            <a:off x="2940710" y="2609523"/>
            <a:ext cx="93543" cy="9213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48DBBB23-1A71-4195-907F-7CA5FB4CACE8}"/>
              </a:ext>
            </a:extLst>
          </p:cNvPr>
          <p:cNvSpPr>
            <a:spLocks xmlns:a="http://schemas.openxmlformats.org/drawingml/2006/main" noGrp="1"/>
          </p:cNvSpPr>
          <p:nvPr/>
        </p:nvSpPr>
        <p:spPr>
          <a:xfrm xmlns:a="http://schemas.openxmlformats.org/drawingml/2006/main">
            <a:off x="3034253" y="2701658"/>
            <a:ext cx="93543" cy="10164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F512CA77-F6F7-4463-8C01-82D1D143322B}"/>
              </a:ext>
            </a:extLst>
          </p:cNvPr>
          <p:cNvSpPr>
            <a:spLocks xmlns:a="http://schemas.openxmlformats.org/drawingml/2006/main" noGrp="1"/>
          </p:cNvSpPr>
          <p:nvPr/>
        </p:nvSpPr>
        <p:spPr>
          <a:xfrm xmlns:a="http://schemas.openxmlformats.org/drawingml/2006/main">
            <a:off x="3127796" y="2803301"/>
            <a:ext cx="93543" cy="10977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E649EA00-4F02-4A74-A50D-CD9F034E1E14}"/>
              </a:ext>
            </a:extLst>
          </p:cNvPr>
          <p:cNvSpPr>
            <a:spLocks xmlns:a="http://schemas.openxmlformats.org/drawingml/2006/main" noGrp="1"/>
          </p:cNvSpPr>
          <p:nvPr/>
        </p:nvSpPr>
        <p:spPr>
          <a:xfrm xmlns:a="http://schemas.openxmlformats.org/drawingml/2006/main">
            <a:off x="3221339" y="2913080"/>
            <a:ext cx="93543" cy="11643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E38FD3A1-EE26-4029-8FF8-2DF3A3153170}"/>
              </a:ext>
            </a:extLst>
          </p:cNvPr>
          <p:cNvSpPr>
            <a:spLocks xmlns:a="http://schemas.openxmlformats.org/drawingml/2006/main" noGrp="1"/>
          </p:cNvSpPr>
          <p:nvPr/>
        </p:nvSpPr>
        <p:spPr>
          <a:xfrm xmlns:a="http://schemas.openxmlformats.org/drawingml/2006/main">
            <a:off x="3314882" y="3029514"/>
            <a:ext cx="93544" cy="12151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7DD02AC9-A1DB-4208-8629-9423BB4A122C}"/>
              </a:ext>
            </a:extLst>
          </p:cNvPr>
          <p:cNvSpPr>
            <a:spLocks xmlns:a="http://schemas.openxmlformats.org/drawingml/2006/main" noGrp="1"/>
          </p:cNvSpPr>
          <p:nvPr/>
        </p:nvSpPr>
        <p:spPr>
          <a:xfrm xmlns:a="http://schemas.openxmlformats.org/drawingml/2006/main">
            <a:off x="3408426" y="3151031"/>
            <a:ext cx="93543" cy="12495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74AD8F7A-4AC5-4BF1-A71C-6146F30539E7}"/>
              </a:ext>
            </a:extLst>
          </p:cNvPr>
          <p:cNvSpPr>
            <a:spLocks xmlns:a="http://schemas.openxmlformats.org/drawingml/2006/main" noGrp="1"/>
          </p:cNvSpPr>
          <p:nvPr/>
        </p:nvSpPr>
        <p:spPr>
          <a:xfrm xmlns:a="http://schemas.openxmlformats.org/drawingml/2006/main">
            <a:off x="3501969" y="3275990"/>
            <a:ext cx="93543" cy="12671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BC6AEDA3-219D-4CE6-9E29-8DA8F7B33504}"/>
              </a:ext>
            </a:extLst>
          </p:cNvPr>
          <p:cNvSpPr>
            <a:spLocks xmlns:a="http://schemas.openxmlformats.org/drawingml/2006/main" noGrp="1"/>
          </p:cNvSpPr>
          <p:nvPr/>
        </p:nvSpPr>
        <p:spPr>
          <a:xfrm xmlns:a="http://schemas.openxmlformats.org/drawingml/2006/main">
            <a:off x="3595512" y="3402706"/>
            <a:ext cx="93543" cy="12676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D108CDCB-FA26-4ED9-B6B3-CE22CD4FB7B6}"/>
              </a:ext>
            </a:extLst>
          </p:cNvPr>
          <p:cNvSpPr>
            <a:spLocks xmlns:a="http://schemas.openxmlformats.org/drawingml/2006/main" noGrp="1"/>
          </p:cNvSpPr>
          <p:nvPr/>
        </p:nvSpPr>
        <p:spPr>
          <a:xfrm xmlns:a="http://schemas.openxmlformats.org/drawingml/2006/main">
            <a:off x="3689055" y="3529469"/>
            <a:ext cx="93543" cy="12509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2BEF19CD-5E5E-46C6-86C5-2A0244DCCD8B}"/>
              </a:ext>
            </a:extLst>
          </p:cNvPr>
          <p:cNvSpPr>
            <a:spLocks xmlns:a="http://schemas.openxmlformats.org/drawingml/2006/main" noGrp="1"/>
          </p:cNvSpPr>
          <p:nvPr/>
        </p:nvSpPr>
        <p:spPr>
          <a:xfrm xmlns:a="http://schemas.openxmlformats.org/drawingml/2006/main">
            <a:off x="3782598" y="3654567"/>
            <a:ext cx="93543" cy="12174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FD95BA14-5936-4CB9-BB4F-983C67FA3867}"/>
              </a:ext>
            </a:extLst>
          </p:cNvPr>
          <p:cNvSpPr>
            <a:spLocks xmlns:a="http://schemas.openxmlformats.org/drawingml/2006/main" noGrp="1"/>
          </p:cNvSpPr>
          <p:nvPr/>
        </p:nvSpPr>
        <p:spPr>
          <a:xfrm xmlns:a="http://schemas.openxmlformats.org/drawingml/2006/main">
            <a:off x="3876141" y="3776312"/>
            <a:ext cx="93543" cy="11674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91F7AFD3-E4EC-472D-9B3D-DDFCCAD269A4}"/>
              </a:ext>
            </a:extLst>
          </p:cNvPr>
          <p:cNvSpPr>
            <a:spLocks xmlns:a="http://schemas.openxmlformats.org/drawingml/2006/main" noGrp="1"/>
          </p:cNvSpPr>
          <p:nvPr/>
        </p:nvSpPr>
        <p:spPr>
          <a:xfrm xmlns:a="http://schemas.openxmlformats.org/drawingml/2006/main">
            <a:off x="3969684" y="3893061"/>
            <a:ext cx="93543" cy="11017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FAD9F7C0-54C8-47BF-A6A0-57CEAC45F702}"/>
              </a:ext>
            </a:extLst>
          </p:cNvPr>
          <p:cNvSpPr>
            <a:spLocks xmlns:a="http://schemas.openxmlformats.org/drawingml/2006/main" noGrp="1"/>
          </p:cNvSpPr>
          <p:nvPr/>
        </p:nvSpPr>
        <p:spPr>
          <a:xfrm xmlns:a="http://schemas.openxmlformats.org/drawingml/2006/main">
            <a:off x="4063227" y="4003239"/>
            <a:ext cx="93543" cy="10211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43FD2BC2-9FF2-45C3-B216-B624A066663F}"/>
              </a:ext>
            </a:extLst>
          </p:cNvPr>
          <p:cNvSpPr>
            <a:spLocks xmlns:a="http://schemas.openxmlformats.org/drawingml/2006/main" noGrp="1"/>
          </p:cNvSpPr>
          <p:nvPr/>
        </p:nvSpPr>
        <p:spPr>
          <a:xfrm xmlns:a="http://schemas.openxmlformats.org/drawingml/2006/main">
            <a:off x="4156770" y="4105358"/>
            <a:ext cx="93544" cy="9268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4CE31BD9-51CA-4F78-9019-3E85D85D2AA7}"/>
              </a:ext>
            </a:extLst>
          </p:cNvPr>
          <p:cNvSpPr>
            <a:spLocks xmlns:a="http://schemas.openxmlformats.org/drawingml/2006/main" noGrp="1"/>
          </p:cNvSpPr>
          <p:nvPr/>
        </p:nvSpPr>
        <p:spPr>
          <a:xfrm xmlns:a="http://schemas.openxmlformats.org/drawingml/2006/main">
            <a:off x="4250314" y="4198040"/>
            <a:ext cx="93543" cy="8199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C2B060BB-7681-4E43-97AC-D767D238312A}"/>
              </a:ext>
            </a:extLst>
          </p:cNvPr>
          <p:cNvSpPr>
            <a:spLocks xmlns:a="http://schemas.openxmlformats.org/drawingml/2006/main" noGrp="1"/>
          </p:cNvSpPr>
          <p:nvPr/>
        </p:nvSpPr>
        <p:spPr>
          <a:xfrm xmlns:a="http://schemas.openxmlformats.org/drawingml/2006/main">
            <a:off x="4343857" y="4280034"/>
            <a:ext cx="93543" cy="7020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A498F4E6-F0B5-4091-8118-CDCB405829C5}"/>
              </a:ext>
            </a:extLst>
          </p:cNvPr>
          <p:cNvSpPr>
            <a:spLocks xmlns:a="http://schemas.openxmlformats.org/drawingml/2006/main" noGrp="1"/>
          </p:cNvSpPr>
          <p:nvPr/>
        </p:nvSpPr>
        <p:spPr>
          <a:xfrm xmlns:a="http://schemas.openxmlformats.org/drawingml/2006/main">
            <a:off x="4437400" y="4350235"/>
            <a:ext cx="93543" cy="5745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BE818C61-D3EF-4CF9-AC13-05190F888CEC}"/>
              </a:ext>
            </a:extLst>
          </p:cNvPr>
          <p:cNvSpPr>
            <a:spLocks xmlns:a="http://schemas.openxmlformats.org/drawingml/2006/main" noGrp="1"/>
          </p:cNvSpPr>
          <p:nvPr/>
        </p:nvSpPr>
        <p:spPr>
          <a:xfrm xmlns:a="http://schemas.openxmlformats.org/drawingml/2006/main">
            <a:off x="4530943" y="4407693"/>
            <a:ext cx="93543" cy="4394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06E0887B-6451-4E1D-8B3B-621630E00D82}"/>
              </a:ext>
            </a:extLst>
          </p:cNvPr>
          <p:cNvSpPr>
            <a:spLocks xmlns:a="http://schemas.openxmlformats.org/drawingml/2006/main" noGrp="1"/>
          </p:cNvSpPr>
          <p:nvPr/>
        </p:nvSpPr>
        <p:spPr>
          <a:xfrm xmlns:a="http://schemas.openxmlformats.org/drawingml/2006/main">
            <a:off x="4624486" y="4451634"/>
            <a:ext cx="93543" cy="2983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DDB50932-FDD0-4005-9540-F80E2FEDB403}"/>
              </a:ext>
            </a:extLst>
          </p:cNvPr>
          <p:cNvSpPr>
            <a:spLocks xmlns:a="http://schemas.openxmlformats.org/drawingml/2006/main" noGrp="1"/>
          </p:cNvSpPr>
          <p:nvPr/>
        </p:nvSpPr>
        <p:spPr>
          <a:xfrm xmlns:a="http://schemas.openxmlformats.org/drawingml/2006/main">
            <a:off x="4718029" y="4481465"/>
            <a:ext cx="93543" cy="1531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9BCEE02F-1122-4403-A1AD-B844AD07DB80}"/>
              </a:ext>
            </a:extLst>
          </p:cNvPr>
          <p:cNvSpPr>
            <a:spLocks xmlns:a="http://schemas.openxmlformats.org/drawingml/2006/main" noGrp="1"/>
          </p:cNvSpPr>
          <p:nvPr/>
        </p:nvSpPr>
        <p:spPr>
          <a:xfrm xmlns:a="http://schemas.openxmlformats.org/drawingml/2006/main">
            <a:off x="4811572" y="4496783"/>
            <a:ext cx="93543" cy="59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037FA471-1E71-4E62-AA13-5404229C105F}"/>
              </a:ext>
            </a:extLst>
          </p:cNvPr>
          <p:cNvSpPr>
            <a:spLocks xmlns:a="http://schemas.openxmlformats.org/drawingml/2006/main" noGrp="1"/>
          </p:cNvSpPr>
          <p:nvPr/>
        </p:nvSpPr>
        <p:spPr>
          <a:xfrm xmlns:a="http://schemas.openxmlformats.org/drawingml/2006/main" flipV="1">
            <a:off x="4905115" y="4483251"/>
            <a:ext cx="93544" cy="1413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9C861624-CFF5-4E98-A47A-DD754BC65F51}"/>
              </a:ext>
            </a:extLst>
          </p:cNvPr>
          <p:cNvSpPr>
            <a:spLocks xmlns:a="http://schemas.openxmlformats.org/drawingml/2006/main" noGrp="1"/>
          </p:cNvSpPr>
          <p:nvPr/>
        </p:nvSpPr>
        <p:spPr>
          <a:xfrm xmlns:a="http://schemas.openxmlformats.org/drawingml/2006/main" flipV="1">
            <a:off x="4998659" y="4454585"/>
            <a:ext cx="93543" cy="2866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C85AAA03-2728-498D-A74A-F55135A55034}"/>
              </a:ext>
            </a:extLst>
          </p:cNvPr>
          <p:cNvSpPr>
            <a:spLocks xmlns:a="http://schemas.openxmlformats.org/drawingml/2006/main" noGrp="1"/>
          </p:cNvSpPr>
          <p:nvPr/>
        </p:nvSpPr>
        <p:spPr>
          <a:xfrm xmlns:a="http://schemas.openxmlformats.org/drawingml/2006/main" flipV="1">
            <a:off x="5092202" y="4411768"/>
            <a:ext cx="93543" cy="4281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741C63CB-3EED-4D69-8CC3-30C0D70CDF20}"/>
              </a:ext>
            </a:extLst>
          </p:cNvPr>
          <p:cNvSpPr>
            <a:spLocks xmlns:a="http://schemas.openxmlformats.org/drawingml/2006/main" noGrp="1"/>
          </p:cNvSpPr>
          <p:nvPr/>
        </p:nvSpPr>
        <p:spPr>
          <a:xfrm xmlns:a="http://schemas.openxmlformats.org/drawingml/2006/main" flipV="1">
            <a:off x="5185745" y="4355380"/>
            <a:ext cx="93543" cy="563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757AED6F-56D0-41F3-88B5-239920E47A3B}"/>
              </a:ext>
            </a:extLst>
          </p:cNvPr>
          <p:cNvSpPr>
            <a:spLocks xmlns:a="http://schemas.openxmlformats.org/drawingml/2006/main" noGrp="1"/>
          </p:cNvSpPr>
          <p:nvPr/>
        </p:nvSpPr>
        <p:spPr>
          <a:xfrm xmlns:a="http://schemas.openxmlformats.org/drawingml/2006/main" flipV="1">
            <a:off x="5279288" y="4286180"/>
            <a:ext cx="93543" cy="6920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9AB4072C-8004-450B-9AD2-7EDCA33C271A}"/>
              </a:ext>
            </a:extLst>
          </p:cNvPr>
          <p:cNvSpPr>
            <a:spLocks xmlns:a="http://schemas.openxmlformats.org/drawingml/2006/main" noGrp="1"/>
          </p:cNvSpPr>
          <p:nvPr/>
        </p:nvSpPr>
        <p:spPr>
          <a:xfrm xmlns:a="http://schemas.openxmlformats.org/drawingml/2006/main" flipV="1">
            <a:off x="5372831" y="4205102"/>
            <a:ext cx="93543" cy="8107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B6EB2482-8FCC-4B10-942F-0B8EA7C8DA02}"/>
              </a:ext>
            </a:extLst>
          </p:cNvPr>
          <p:cNvSpPr>
            <a:spLocks xmlns:a="http://schemas.openxmlformats.org/drawingml/2006/main" noGrp="1"/>
          </p:cNvSpPr>
          <p:nvPr/>
        </p:nvSpPr>
        <p:spPr>
          <a:xfrm xmlns:a="http://schemas.openxmlformats.org/drawingml/2006/main" flipV="1">
            <a:off x="5466374" y="4113242"/>
            <a:ext cx="93543" cy="9186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A961FED1-D9F9-4A88-97E0-358093789C6A}"/>
              </a:ext>
            </a:extLst>
          </p:cNvPr>
          <p:cNvSpPr>
            <a:spLocks xmlns:a="http://schemas.openxmlformats.org/drawingml/2006/main" noGrp="1"/>
          </p:cNvSpPr>
          <p:nvPr/>
        </p:nvSpPr>
        <p:spPr>
          <a:xfrm xmlns:a="http://schemas.openxmlformats.org/drawingml/2006/main" flipV="1">
            <a:off x="5559917" y="4011838"/>
            <a:ext cx="93543" cy="10140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8D08A537-F83E-4EB9-AD29-D72958CBD30D}"/>
              </a:ext>
            </a:extLst>
          </p:cNvPr>
          <p:cNvSpPr>
            <a:spLocks xmlns:a="http://schemas.openxmlformats.org/drawingml/2006/main" noGrp="1"/>
          </p:cNvSpPr>
          <p:nvPr/>
        </p:nvSpPr>
        <p:spPr>
          <a:xfrm xmlns:a="http://schemas.openxmlformats.org/drawingml/2006/main" flipV="1">
            <a:off x="5653460" y="3902260"/>
            <a:ext cx="93544" cy="10957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0A1017BC-861F-4E6C-80BA-8486060B7112}"/>
              </a:ext>
            </a:extLst>
          </p:cNvPr>
          <p:cNvSpPr>
            <a:spLocks xmlns:a="http://schemas.openxmlformats.org/drawingml/2006/main" noGrp="1"/>
          </p:cNvSpPr>
          <p:nvPr/>
        </p:nvSpPr>
        <p:spPr>
          <a:xfrm xmlns:a="http://schemas.openxmlformats.org/drawingml/2006/main" flipV="1">
            <a:off x="5747004" y="3785986"/>
            <a:ext cx="93543" cy="11627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21F9F62F-C97A-4CE8-ACDB-D00F19F0C49F}"/>
              </a:ext>
            </a:extLst>
          </p:cNvPr>
          <p:cNvSpPr>
            <a:spLocks xmlns:a="http://schemas.openxmlformats.org/drawingml/2006/main" noGrp="1"/>
          </p:cNvSpPr>
          <p:nvPr/>
        </p:nvSpPr>
        <p:spPr>
          <a:xfrm xmlns:a="http://schemas.openxmlformats.org/drawingml/2006/main" flipV="1">
            <a:off x="5840547" y="3664585"/>
            <a:ext cx="93543" cy="12140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7E7BFAFD-4CA0-4928-AD77-A8D925E4C172}"/>
              </a:ext>
            </a:extLst>
          </p:cNvPr>
          <p:cNvSpPr>
            <a:spLocks xmlns:a="http://schemas.openxmlformats.org/drawingml/2006/main" noGrp="1"/>
          </p:cNvSpPr>
          <p:nvPr/>
        </p:nvSpPr>
        <p:spPr>
          <a:xfrm xmlns:a="http://schemas.openxmlformats.org/drawingml/2006/main" flipV="1">
            <a:off x="5934090" y="3539697"/>
            <a:ext cx="93543" cy="1248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D7342961-24F6-4D6A-A9CB-562F846876A8}"/>
              </a:ext>
            </a:extLst>
          </p:cNvPr>
          <p:cNvSpPr>
            <a:spLocks xmlns:a="http://schemas.openxmlformats.org/drawingml/2006/main" noGrp="1"/>
          </p:cNvSpPr>
          <p:nvPr/>
        </p:nvSpPr>
        <p:spPr>
          <a:xfrm xmlns:a="http://schemas.openxmlformats.org/drawingml/2006/main" flipV="1">
            <a:off x="6027633" y="3413006"/>
            <a:ext cx="93543" cy="12669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10B1D28E-8342-414A-8CB2-B431AFC76E9E}"/>
              </a:ext>
            </a:extLst>
          </p:cNvPr>
          <p:cNvSpPr>
            <a:spLocks xmlns:a="http://schemas.openxmlformats.org/drawingml/2006/main" noGrp="1"/>
          </p:cNvSpPr>
          <p:nvPr/>
        </p:nvSpPr>
        <p:spPr>
          <a:xfrm xmlns:a="http://schemas.openxmlformats.org/drawingml/2006/main" flipV="1">
            <a:off x="6121176" y="3286222"/>
            <a:ext cx="93543" cy="12678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CD095F79-DD1E-4472-B4AA-D9624F08AF4E}"/>
              </a:ext>
            </a:extLst>
          </p:cNvPr>
          <p:cNvSpPr>
            <a:spLocks xmlns:a="http://schemas.openxmlformats.org/drawingml/2006/main" noGrp="1"/>
          </p:cNvSpPr>
          <p:nvPr/>
        </p:nvSpPr>
        <p:spPr>
          <a:xfrm xmlns:a="http://schemas.openxmlformats.org/drawingml/2006/main" flipV="1">
            <a:off x="6214719" y="3161057"/>
            <a:ext cx="93543" cy="12516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01C8A243-689C-4AA5-9380-F43525442E60}"/>
              </a:ext>
            </a:extLst>
          </p:cNvPr>
          <p:cNvSpPr>
            <a:spLocks xmlns:a="http://schemas.openxmlformats.org/drawingml/2006/main" noGrp="1"/>
          </p:cNvSpPr>
          <p:nvPr/>
        </p:nvSpPr>
        <p:spPr>
          <a:xfrm xmlns:a="http://schemas.openxmlformats.org/drawingml/2006/main" flipV="1">
            <a:off x="6308262" y="3039199"/>
            <a:ext cx="93543" cy="12185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01930833-AC55-4FA9-90B5-0347DB668077}"/>
              </a:ext>
            </a:extLst>
          </p:cNvPr>
          <p:cNvSpPr>
            <a:spLocks xmlns:a="http://schemas.openxmlformats.org/drawingml/2006/main" noGrp="1"/>
          </p:cNvSpPr>
          <p:nvPr/>
        </p:nvSpPr>
        <p:spPr>
          <a:xfrm xmlns:a="http://schemas.openxmlformats.org/drawingml/2006/main" flipV="1">
            <a:off x="6401805" y="2922294"/>
            <a:ext cx="93543" cy="11690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006F6C62-EC57-44E0-8FB0-7BDEE0786632}"/>
              </a:ext>
            </a:extLst>
          </p:cNvPr>
          <p:cNvSpPr>
            <a:spLocks xmlns:a="http://schemas.openxmlformats.org/drawingml/2006/main" noGrp="1"/>
          </p:cNvSpPr>
          <p:nvPr/>
        </p:nvSpPr>
        <p:spPr>
          <a:xfrm xmlns:a="http://schemas.openxmlformats.org/drawingml/2006/main" flipV="1">
            <a:off x="6495348" y="2811918"/>
            <a:ext cx="93544" cy="11037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4A03FFB5-9EEE-4FA3-BA63-13A039839045}"/>
              </a:ext>
            </a:extLst>
          </p:cNvPr>
          <p:cNvSpPr>
            <a:spLocks xmlns:a="http://schemas.openxmlformats.org/drawingml/2006/main" noGrp="1"/>
          </p:cNvSpPr>
          <p:nvPr/>
        </p:nvSpPr>
        <p:spPr>
          <a:xfrm xmlns:a="http://schemas.openxmlformats.org/drawingml/2006/main" flipV="1">
            <a:off x="6588892" y="2709563"/>
            <a:ext cx="93543" cy="10235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2C401028-3ECC-4A2F-93B4-E3ADC804E9A1}"/>
              </a:ext>
            </a:extLst>
          </p:cNvPr>
          <p:cNvSpPr>
            <a:spLocks xmlns:a="http://schemas.openxmlformats.org/drawingml/2006/main" noGrp="1"/>
          </p:cNvSpPr>
          <p:nvPr/>
        </p:nvSpPr>
        <p:spPr>
          <a:xfrm xmlns:a="http://schemas.openxmlformats.org/drawingml/2006/main" flipV="1">
            <a:off x="6682435" y="2616609"/>
            <a:ext cx="93543" cy="9295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AE387218-CC1B-464B-ABF1-C57759C0AC64}"/>
              </a:ext>
            </a:extLst>
          </p:cNvPr>
          <p:cNvSpPr>
            <a:spLocks xmlns:a="http://schemas.openxmlformats.org/drawingml/2006/main" noGrp="1"/>
          </p:cNvSpPr>
          <p:nvPr/>
        </p:nvSpPr>
        <p:spPr>
          <a:xfrm xmlns:a="http://schemas.openxmlformats.org/drawingml/2006/main" flipV="1">
            <a:off x="6775978" y="2534310"/>
            <a:ext cx="93543" cy="8229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0B3F8DD2-EC7C-4D2F-BD2F-7E7B0A15CA3B}"/>
              </a:ext>
            </a:extLst>
          </p:cNvPr>
          <p:cNvSpPr>
            <a:spLocks xmlns:a="http://schemas.openxmlformats.org/drawingml/2006/main" noGrp="1"/>
          </p:cNvSpPr>
          <p:nvPr/>
        </p:nvSpPr>
        <p:spPr>
          <a:xfrm xmlns:a="http://schemas.openxmlformats.org/drawingml/2006/main" flipV="1">
            <a:off x="6869521" y="2463778"/>
            <a:ext cx="93543" cy="7053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90B9E7F8-9A7A-4738-97D8-6C835D5FEE90}"/>
              </a:ext>
            </a:extLst>
          </p:cNvPr>
          <p:cNvSpPr>
            <a:spLocks xmlns:a="http://schemas.openxmlformats.org/drawingml/2006/main" noGrp="1"/>
          </p:cNvSpPr>
          <p:nvPr/>
        </p:nvSpPr>
        <p:spPr>
          <a:xfrm xmlns:a="http://schemas.openxmlformats.org/drawingml/2006/main" flipV="1">
            <a:off x="6963064" y="2405964"/>
            <a:ext cx="93543" cy="5781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4EFF7E65-9DB1-4750-A997-1DFC68DF60D6}"/>
              </a:ext>
            </a:extLst>
          </p:cNvPr>
          <p:cNvSpPr>
            <a:spLocks xmlns:a="http://schemas.openxmlformats.org/drawingml/2006/main" noGrp="1"/>
          </p:cNvSpPr>
          <p:nvPr/>
        </p:nvSpPr>
        <p:spPr>
          <a:xfrm xmlns:a="http://schemas.openxmlformats.org/drawingml/2006/main" flipV="1">
            <a:off x="7056607" y="2361649"/>
            <a:ext cx="93543" cy="4431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19430D91-0D43-4784-948F-9D399A9D6D84}"/>
              </a:ext>
            </a:extLst>
          </p:cNvPr>
          <p:cNvSpPr>
            <a:spLocks xmlns:a="http://schemas.openxmlformats.org/drawingml/2006/main" noGrp="1"/>
          </p:cNvSpPr>
          <p:nvPr/>
        </p:nvSpPr>
        <p:spPr>
          <a:xfrm xmlns:a="http://schemas.openxmlformats.org/drawingml/2006/main" flipV="1">
            <a:off x="7150150" y="2331431"/>
            <a:ext cx="93543" cy="3021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C4C74F91-0557-4027-A700-2C189FAE8D09}"/>
              </a:ext>
            </a:extLst>
          </p:cNvPr>
          <p:cNvSpPr>
            <a:spLocks xmlns:a="http://schemas.openxmlformats.org/drawingml/2006/main" noGrp="1"/>
          </p:cNvSpPr>
          <p:nvPr/>
        </p:nvSpPr>
        <p:spPr>
          <a:xfrm xmlns:a="http://schemas.openxmlformats.org/drawingml/2006/main" flipV="1">
            <a:off x="7243693" y="2315717"/>
            <a:ext cx="93544" cy="1571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E0D2E23F-5B97-490E-93C1-867E79E802C7}"/>
              </a:ext>
            </a:extLst>
          </p:cNvPr>
          <p:cNvSpPr>
            <a:spLocks xmlns:a="http://schemas.openxmlformats.org/drawingml/2006/main" noGrp="1"/>
          </p:cNvSpPr>
          <p:nvPr/>
        </p:nvSpPr>
        <p:spPr>
          <a:xfrm xmlns:a="http://schemas.openxmlformats.org/drawingml/2006/main" flipV="1">
            <a:off x="7337237" y="2314720"/>
            <a:ext cx="93543" cy="99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85B7BCB6-2DE4-4891-B593-66E4159A77BA}"/>
              </a:ext>
            </a:extLst>
          </p:cNvPr>
          <p:cNvSpPr>
            <a:spLocks xmlns:a="http://schemas.openxmlformats.org/drawingml/2006/main" noGrp="1"/>
          </p:cNvSpPr>
          <p:nvPr/>
        </p:nvSpPr>
        <p:spPr>
          <a:xfrm xmlns:a="http://schemas.openxmlformats.org/drawingml/2006/main">
            <a:off x="7430780" y="2314720"/>
            <a:ext cx="93543" cy="1373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2674A954-9383-40A0-AB66-128F3CE417E0}"/>
              </a:ext>
            </a:extLst>
          </p:cNvPr>
          <p:cNvSpPr>
            <a:spLocks xmlns:a="http://schemas.openxmlformats.org/drawingml/2006/main" noGrp="1"/>
          </p:cNvSpPr>
          <p:nvPr/>
        </p:nvSpPr>
        <p:spPr>
          <a:xfrm xmlns:a="http://schemas.openxmlformats.org/drawingml/2006/main">
            <a:off x="7524323" y="2328453"/>
            <a:ext cx="93543" cy="2827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A931F89D-C53A-4184-B899-894FAD866752}"/>
              </a:ext>
            </a:extLst>
          </p:cNvPr>
          <p:cNvSpPr>
            <a:spLocks xmlns:a="http://schemas.openxmlformats.org/drawingml/2006/main" noGrp="1"/>
          </p:cNvSpPr>
          <p:nvPr/>
        </p:nvSpPr>
        <p:spPr>
          <a:xfrm xmlns:a="http://schemas.openxmlformats.org/drawingml/2006/main">
            <a:off x="7617866" y="2356731"/>
            <a:ext cx="93543" cy="4244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53CCF68D-C608-4B18-92AD-CED08879DA42}"/>
              </a:ext>
            </a:extLst>
          </p:cNvPr>
          <p:cNvSpPr>
            <a:spLocks xmlns:a="http://schemas.openxmlformats.org/drawingml/2006/main" noGrp="1"/>
          </p:cNvSpPr>
          <p:nvPr/>
        </p:nvSpPr>
        <p:spPr>
          <a:xfrm xmlns:a="http://schemas.openxmlformats.org/drawingml/2006/main">
            <a:off x="7711409" y="2399172"/>
            <a:ext cx="93543" cy="5603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93713B57-92AB-47FC-8519-EF336A8E576F}"/>
              </a:ext>
            </a:extLst>
          </p:cNvPr>
          <p:cNvSpPr>
            <a:spLocks xmlns:a="http://schemas.openxmlformats.org/drawingml/2006/main" noGrp="1"/>
          </p:cNvSpPr>
          <p:nvPr/>
        </p:nvSpPr>
        <p:spPr>
          <a:xfrm xmlns:a="http://schemas.openxmlformats.org/drawingml/2006/main">
            <a:off x="7804952" y="2455203"/>
            <a:ext cx="93543" cy="6886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CC4BD8E5-7BF0-44B7-83F2-CF756A5B63A2}"/>
              </a:ext>
            </a:extLst>
          </p:cNvPr>
          <p:cNvSpPr>
            <a:spLocks xmlns:a="http://schemas.openxmlformats.org/drawingml/2006/main" noGrp="1"/>
          </p:cNvSpPr>
          <p:nvPr/>
        </p:nvSpPr>
        <p:spPr>
          <a:xfrm xmlns:a="http://schemas.openxmlformats.org/drawingml/2006/main">
            <a:off x="7898495" y="2524068"/>
            <a:ext cx="93543" cy="8077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EA1BC380-0F62-4B2C-9442-73B9C572E2AC}"/>
              </a:ext>
            </a:extLst>
          </p:cNvPr>
          <p:cNvSpPr>
            <a:spLocks xmlns:a="http://schemas.openxmlformats.org/drawingml/2006/main" noGrp="1"/>
          </p:cNvSpPr>
          <p:nvPr/>
        </p:nvSpPr>
        <p:spPr>
          <a:xfrm xmlns:a="http://schemas.openxmlformats.org/drawingml/2006/main">
            <a:off x="7992038" y="2604838"/>
            <a:ext cx="93544" cy="9158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28E3C05C-BA52-46BE-991B-0F22D5A86C68}"/>
              </a:ext>
            </a:extLst>
          </p:cNvPr>
          <p:cNvSpPr>
            <a:spLocks xmlns:a="http://schemas.openxmlformats.org/drawingml/2006/main" noGrp="1"/>
          </p:cNvSpPr>
          <p:nvPr/>
        </p:nvSpPr>
        <p:spPr>
          <a:xfrm xmlns:a="http://schemas.openxmlformats.org/drawingml/2006/main">
            <a:off x="8085582" y="2696423"/>
            <a:ext cx="93543" cy="10116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A6FCEF39-51FA-4939-8F1C-CBC00842AD07}"/>
              </a:ext>
            </a:extLst>
          </p:cNvPr>
          <p:cNvSpPr>
            <a:spLocks xmlns:a="http://schemas.openxmlformats.org/drawingml/2006/main" noGrp="1"/>
          </p:cNvSpPr>
          <p:nvPr/>
        </p:nvSpPr>
        <p:spPr>
          <a:xfrm xmlns:a="http://schemas.openxmlformats.org/drawingml/2006/main">
            <a:off x="8179125" y="2797586"/>
            <a:ext cx="93543" cy="10937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D3E7A8DC-F6AE-4B62-AB24-7BFB21C1798D}"/>
              </a:ext>
            </a:extLst>
          </p:cNvPr>
          <p:cNvSpPr>
            <a:spLocks xmlns:a="http://schemas.openxmlformats.org/drawingml/2006/main" noGrp="1"/>
          </p:cNvSpPr>
          <p:nvPr/>
        </p:nvSpPr>
        <p:spPr>
          <a:xfrm xmlns:a="http://schemas.openxmlformats.org/drawingml/2006/main">
            <a:off x="8272668" y="2906962"/>
            <a:ext cx="93543" cy="11611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AD9F580E-B12F-4890-B3DB-CD3D38BA5C02}"/>
              </a:ext>
            </a:extLst>
          </p:cNvPr>
          <p:cNvSpPr>
            <a:spLocks xmlns:a="http://schemas.openxmlformats.org/drawingml/2006/main" noGrp="1"/>
          </p:cNvSpPr>
          <p:nvPr/>
        </p:nvSpPr>
        <p:spPr>
          <a:xfrm xmlns:a="http://schemas.openxmlformats.org/drawingml/2006/main">
            <a:off x="8366211" y="3023076"/>
            <a:ext cx="93543" cy="12128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E77E58BA-2142-4A76-8446-F75AFE2548E8}"/>
              </a:ext>
            </a:extLst>
          </p:cNvPr>
          <p:cNvSpPr>
            <a:spLocks xmlns:a="http://schemas.openxmlformats.org/drawingml/2006/main" noGrp="1"/>
          </p:cNvSpPr>
          <p:nvPr/>
        </p:nvSpPr>
        <p:spPr>
          <a:xfrm xmlns:a="http://schemas.openxmlformats.org/drawingml/2006/main">
            <a:off x="8459754" y="3144359"/>
            <a:ext cx="93543" cy="12481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795CEC70-678C-4FDC-97E9-1468928A3819}"/>
              </a:ext>
            </a:extLst>
          </p:cNvPr>
          <p:cNvSpPr>
            <a:spLocks xmlns:a="http://schemas.openxmlformats.org/drawingml/2006/main" noGrp="1"/>
          </p:cNvSpPr>
          <p:nvPr/>
        </p:nvSpPr>
        <p:spPr>
          <a:xfrm xmlns:a="http://schemas.openxmlformats.org/drawingml/2006/main">
            <a:off x="8553297" y="3269175"/>
            <a:ext cx="93543" cy="12666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54814E2A-DA64-4098-A24F-F0980BD78440}"/>
              </a:ext>
            </a:extLst>
          </p:cNvPr>
          <p:cNvSpPr>
            <a:spLocks xmlns:a="http://schemas.openxmlformats.org/drawingml/2006/main" noGrp="1"/>
          </p:cNvSpPr>
          <p:nvPr/>
        </p:nvSpPr>
        <p:spPr>
          <a:xfrm xmlns:a="http://schemas.openxmlformats.org/drawingml/2006/main">
            <a:off x="8646840" y="3395840"/>
            <a:ext cx="93543" cy="12680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B221D9D6-8197-4F7A-986B-342C18B37CE8}"/>
              </a:ext>
            </a:extLst>
          </p:cNvPr>
          <p:cNvSpPr>
            <a:spLocks xmlns:a="http://schemas.openxmlformats.org/drawingml/2006/main" noGrp="1"/>
          </p:cNvSpPr>
          <p:nvPr/>
        </p:nvSpPr>
        <p:spPr>
          <a:xfrm xmlns:a="http://schemas.openxmlformats.org/drawingml/2006/main">
            <a:off x="8740383" y="3522644"/>
            <a:ext cx="93543" cy="12523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7C3723D6-46B0-4B74-80EE-004806F04B4E}"/>
              </a:ext>
            </a:extLst>
          </p:cNvPr>
          <p:cNvSpPr>
            <a:spLocks xmlns:a="http://schemas.openxmlformats.org/drawingml/2006/main" noGrp="1"/>
          </p:cNvSpPr>
          <p:nvPr/>
        </p:nvSpPr>
        <p:spPr>
          <a:xfrm xmlns:a="http://schemas.openxmlformats.org/drawingml/2006/main">
            <a:off x="8833926" y="3647876"/>
            <a:ext cx="93544" cy="12196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35C7EDE2-BB4C-42C0-9798-C6B80752E7B6}"/>
              </a:ext>
            </a:extLst>
          </p:cNvPr>
          <p:cNvSpPr>
            <a:spLocks xmlns:a="http://schemas.openxmlformats.org/drawingml/2006/main" noGrp="1"/>
          </p:cNvSpPr>
          <p:nvPr/>
        </p:nvSpPr>
        <p:spPr>
          <a:xfrm xmlns:a="http://schemas.openxmlformats.org/drawingml/2006/main">
            <a:off x="8927470" y="3769845"/>
            <a:ext cx="93543" cy="11706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C23BFB5D-C46E-4698-8911-E21272442938}"/>
              </a:ext>
            </a:extLst>
          </p:cNvPr>
          <p:cNvSpPr>
            <a:spLocks xmlns:a="http://schemas.openxmlformats.org/drawingml/2006/main" noGrp="1"/>
          </p:cNvSpPr>
          <p:nvPr/>
        </p:nvSpPr>
        <p:spPr>
          <a:xfrm xmlns:a="http://schemas.openxmlformats.org/drawingml/2006/main">
            <a:off x="9021013" y="3886905"/>
            <a:ext cx="93543" cy="11057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3EE3AA71-576E-4B7C-A629-20D8C3C7AD58}"/>
              </a:ext>
            </a:extLst>
          </p:cNvPr>
          <p:cNvSpPr>
            <a:spLocks xmlns:a="http://schemas.openxmlformats.org/drawingml/2006/main" noGrp="1"/>
          </p:cNvSpPr>
          <p:nvPr/>
        </p:nvSpPr>
        <p:spPr>
          <a:xfrm xmlns:a="http://schemas.openxmlformats.org/drawingml/2006/main">
            <a:off x="9114556" y="3997477"/>
            <a:ext cx="93543" cy="10259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2492E6F1-2CC0-4A04-B084-F0CB221C027D}"/>
              </a:ext>
            </a:extLst>
          </p:cNvPr>
          <p:cNvSpPr>
            <a:spLocks xmlns:a="http://schemas.openxmlformats.org/drawingml/2006/main" noGrp="1"/>
          </p:cNvSpPr>
          <p:nvPr/>
        </p:nvSpPr>
        <p:spPr>
          <a:xfrm xmlns:a="http://schemas.openxmlformats.org/drawingml/2006/main">
            <a:off x="9208099" y="4100067"/>
            <a:ext cx="93543" cy="9322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87E66172-3B32-47D8-AD00-39EC518F5CA5}"/>
              </a:ext>
            </a:extLst>
          </p:cNvPr>
          <p:cNvSpPr>
            <a:spLocks xmlns:a="http://schemas.openxmlformats.org/drawingml/2006/main" noGrp="1"/>
          </p:cNvSpPr>
          <p:nvPr/>
        </p:nvSpPr>
        <p:spPr>
          <a:xfrm xmlns:a="http://schemas.openxmlformats.org/drawingml/2006/main">
            <a:off x="9301642" y="4193293"/>
            <a:ext cx="93543" cy="8260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603CF8FE-5ECF-451D-8E95-0AAB037EF9D3}"/>
              </a:ext>
            </a:extLst>
          </p:cNvPr>
          <p:cNvSpPr>
            <a:spLocks xmlns:a="http://schemas.openxmlformats.org/drawingml/2006/main" noGrp="1"/>
          </p:cNvSpPr>
          <p:nvPr/>
        </p:nvSpPr>
        <p:spPr>
          <a:xfrm xmlns:a="http://schemas.openxmlformats.org/drawingml/2006/main">
            <a:off x="9395185" y="4275895"/>
            <a:ext cx="93543" cy="7086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EF282F72-8D21-42E0-9CA6-3659465ED8AE}"/>
              </a:ext>
            </a:extLst>
          </p:cNvPr>
          <p:cNvSpPr>
            <a:spLocks xmlns:a="http://schemas.openxmlformats.org/drawingml/2006/main" noGrp="1"/>
          </p:cNvSpPr>
          <p:nvPr/>
        </p:nvSpPr>
        <p:spPr>
          <a:xfrm xmlns:a="http://schemas.openxmlformats.org/drawingml/2006/main">
            <a:off x="9488728" y="4346758"/>
            <a:ext cx="93543" cy="5816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4AD63853-F52A-4967-84A7-6FACC6B61E9E}"/>
              </a:ext>
            </a:extLst>
          </p:cNvPr>
          <p:cNvSpPr>
            <a:spLocks xmlns:a="http://schemas.openxmlformats.org/drawingml/2006/main" noGrp="1"/>
          </p:cNvSpPr>
          <p:nvPr/>
        </p:nvSpPr>
        <p:spPr>
          <a:xfrm xmlns:a="http://schemas.openxmlformats.org/drawingml/2006/main">
            <a:off x="9582271" y="4404926"/>
            <a:ext cx="93544" cy="4468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0E777739-1654-42F4-BBBB-FF099DF4634E}"/>
              </a:ext>
            </a:extLst>
          </p:cNvPr>
          <p:cNvSpPr>
            <a:spLocks xmlns:a="http://schemas.openxmlformats.org/drawingml/2006/main" noGrp="1"/>
          </p:cNvSpPr>
          <p:nvPr/>
        </p:nvSpPr>
        <p:spPr>
          <a:xfrm xmlns:a="http://schemas.openxmlformats.org/drawingml/2006/main">
            <a:off x="9675815" y="4449615"/>
            <a:ext cx="93543" cy="3060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ABF9DBB7-06E4-417D-9A6D-5AA390EE8F0D}"/>
              </a:ext>
            </a:extLst>
          </p:cNvPr>
          <p:cNvSpPr>
            <a:spLocks xmlns:a="http://schemas.openxmlformats.org/drawingml/2006/main" noGrp="1"/>
          </p:cNvSpPr>
          <p:nvPr/>
        </p:nvSpPr>
        <p:spPr>
          <a:xfrm xmlns:a="http://schemas.openxmlformats.org/drawingml/2006/main">
            <a:off x="9769358" y="4480220"/>
            <a:ext cx="93543" cy="1611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53B1E1D3-C451-4BF2-A3D6-00D06E1C0FC6}"/>
              </a:ext>
            </a:extLst>
          </p:cNvPr>
          <p:cNvSpPr>
            <a:spLocks xmlns:a="http://schemas.openxmlformats.org/drawingml/2006/main" noGrp="1"/>
          </p:cNvSpPr>
          <p:nvPr/>
        </p:nvSpPr>
        <p:spPr>
          <a:xfrm xmlns:a="http://schemas.openxmlformats.org/drawingml/2006/main">
            <a:off x="9862901" y="4496330"/>
            <a:ext cx="93543" cy="139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7F104B7C-EF04-4C1A-B2B4-A5D93EA3AC1B}"/>
              </a:ext>
            </a:extLst>
          </p:cNvPr>
          <p:cNvSpPr>
            <a:spLocks xmlns:a="http://schemas.openxmlformats.org/drawingml/2006/main" noGrp="1"/>
          </p:cNvSpPr>
          <p:nvPr/>
        </p:nvSpPr>
        <p:spPr>
          <a:xfrm xmlns:a="http://schemas.openxmlformats.org/drawingml/2006/main" flipV="1">
            <a:off x="9956444" y="4484389"/>
            <a:ext cx="93543" cy="1333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18329DFF-4AE8-4B7B-9486-20C480312918}"/>
              </a:ext>
            </a:extLst>
          </p:cNvPr>
          <p:cNvSpPr>
            <a:spLocks xmlns:a="http://schemas.openxmlformats.org/drawingml/2006/main" noGrp="1"/>
          </p:cNvSpPr>
          <p:nvPr/>
        </p:nvSpPr>
        <p:spPr>
          <a:xfrm xmlns:a="http://schemas.openxmlformats.org/drawingml/2006/main" flipV="1">
            <a:off x="10049987" y="4456501"/>
            <a:ext cx="93543" cy="278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5780313B-AFEE-49B6-BBB4-B41F55C88EEB}"/>
              </a:ext>
            </a:extLst>
          </p:cNvPr>
          <p:cNvSpPr>
            <a:spLocks xmlns:a="http://schemas.openxmlformats.org/drawingml/2006/main" noGrp="1"/>
          </p:cNvSpPr>
          <p:nvPr/>
        </p:nvSpPr>
        <p:spPr>
          <a:xfrm xmlns:a="http://schemas.openxmlformats.org/drawingml/2006/main" flipV="1">
            <a:off x="10143530" y="4414436"/>
            <a:ext cx="93543" cy="4206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AD80D719-7271-41D9-A391-50738DA491C3}"/>
              </a:ext>
            </a:extLst>
          </p:cNvPr>
          <p:cNvSpPr>
            <a:spLocks xmlns:a="http://schemas.openxmlformats.org/drawingml/2006/main" noGrp="1"/>
          </p:cNvSpPr>
          <p:nvPr/>
        </p:nvSpPr>
        <p:spPr>
          <a:xfrm xmlns:a="http://schemas.openxmlformats.org/drawingml/2006/main" flipV="1">
            <a:off x="10237073" y="4358763"/>
            <a:ext cx="93543" cy="5567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B39DE307-5DAE-4B62-9DA6-18926DC037CA}"/>
              </a:ext>
            </a:extLst>
          </p:cNvPr>
          <p:cNvSpPr>
            <a:spLocks xmlns:a="http://schemas.openxmlformats.org/drawingml/2006/main" noGrp="1"/>
          </p:cNvSpPr>
          <p:nvPr/>
        </p:nvSpPr>
        <p:spPr>
          <a:xfrm xmlns:a="http://schemas.openxmlformats.org/drawingml/2006/main" flipV="1">
            <a:off x="10330616" y="4290233"/>
            <a:ext cx="93544" cy="6853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TextBox 108">
            <a:extLst xmlns:a="http://schemas.openxmlformats.org/drawingml/2006/main">
              <a:ext uri="{FF2B5EF4-FFF2-40B4-BE49-F238E27FC236}">
                <a16:creationId xmlns:a16="http://schemas.microsoft.com/office/drawing/2014/main" id="{96AF5F13-857F-490A-B88E-76BA476178E7}"/>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请提出一个规则：怎样公平地选出一组采样时刻？</a:t>
            </a:r>
          </a:p>
        </p:txBody>
      </p:sp>
    </p:spTree>
    <p:extLst>
      <p:ext uri="{BB962C8B-B14F-4D97-AF65-F5344CB8AC3E}">
        <p14:creationId xmlns:p14="http://schemas.microsoft.com/office/powerpoint/2010/main" val="67850499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26A5BE5A-D3A5-40DE-B698-78978871FF4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EF60D04-7B66-46A7-B2B7-990CCD957CB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1EFFB1B-124E-4E04-B768-3957724AB74B}"/>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每隔相同时间，取一个幅度值</a:t>
            </a:r>
          </a:p>
        </p:txBody>
      </p:sp>
      <p:sp>
        <p:nvSpPr>
          <p:cNvPr id="5" name="Connector 4">
            <a:extLst xmlns:a="http://schemas.openxmlformats.org/drawingml/2006/main">
              <a:ext uri="{FF2B5EF4-FFF2-40B4-BE49-F238E27FC236}">
                <a16:creationId xmlns:a16="http://schemas.microsoft.com/office/drawing/2014/main" id="{99E51E75-D3C7-4789-876C-CABBE58BADA5}"/>
              </a:ext>
            </a:extLst>
          </p:cNvPr>
          <p:cNvSpPr>
            <a:spLocks xmlns:a="http://schemas.openxmlformats.org/drawingml/2006/main" noGrp="1"/>
          </p:cNvSpPr>
          <p:nvPr/>
        </p:nvSpPr>
        <p:spPr>
          <a:xfrm xmlns:a="http://schemas.openxmlformats.org/drawingml/2006/main">
            <a:off x="914400" y="3483864"/>
            <a:ext cx="10058400"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52691582-E6D8-459E-81E1-A2DDCEC3295A}"/>
              </a:ext>
            </a:extLst>
          </p:cNvPr>
          <p:cNvSpPr>
            <a:spLocks xmlns:a="http://schemas.openxmlformats.org/drawingml/2006/main" noGrp="1"/>
          </p:cNvSpPr>
          <p:nvPr/>
        </p:nvSpPr>
        <p:spPr>
          <a:xfrm xmlns:a="http://schemas.openxmlformats.org/drawingml/2006/main">
            <a:off x="1005840" y="1956816"/>
            <a:ext cx="0" cy="3063239"/>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3CA88E7A-14BC-477D-A637-B6DBC4664841}"/>
              </a:ext>
            </a:extLst>
          </p:cNvPr>
          <p:cNvSpPr>
            <a:spLocks xmlns:a="http://schemas.openxmlformats.org/drawingml/2006/main" noGrp="1"/>
          </p:cNvSpPr>
          <p:nvPr/>
        </p:nvSpPr>
        <p:spPr>
          <a:xfrm xmlns:a="http://schemas.openxmlformats.org/drawingml/2006/main">
            <a:off x="1033271" y="1645920"/>
            <a:ext cx="12801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957A477B-118C-48E5-ADE8-B82BB835E522}"/>
              </a:ext>
            </a:extLst>
          </p:cNvPr>
          <p:cNvSpPr>
            <a:spLocks xmlns:a="http://schemas.openxmlformats.org/drawingml/2006/main" noGrp="1"/>
          </p:cNvSpPr>
          <p:nvPr/>
        </p:nvSpPr>
        <p:spPr>
          <a:xfrm xmlns:a="http://schemas.openxmlformats.org/drawingml/2006/main">
            <a:off x="10058400" y="3602736"/>
            <a:ext cx="8229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时间</a:t>
            </a:r>
          </a:p>
        </p:txBody>
      </p:sp>
      <p:sp>
        <p:nvSpPr>
          <p:cNvPr id="9" name="Connector 8">
            <a:extLst xmlns:a="http://schemas.openxmlformats.org/drawingml/2006/main">
              <a:ext uri="{FF2B5EF4-FFF2-40B4-BE49-F238E27FC236}">
                <a16:creationId xmlns:a16="http://schemas.microsoft.com/office/drawing/2014/main" id="{7F8CF580-2133-49FF-9413-9EFB28E84B24}"/>
              </a:ext>
            </a:extLst>
          </p:cNvPr>
          <p:cNvSpPr>
            <a:spLocks xmlns:a="http://schemas.openxmlformats.org/drawingml/2006/main" noGrp="1"/>
          </p:cNvSpPr>
          <p:nvPr/>
        </p:nvSpPr>
        <p:spPr>
          <a:xfrm xmlns:a="http://schemas.openxmlformats.org/drawingml/2006/main" flipV="1">
            <a:off x="1069848" y="3279400"/>
            <a:ext cx="93543" cy="12673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A1977854-26AE-48FD-B0B1-462E3C7D45DC}"/>
              </a:ext>
            </a:extLst>
          </p:cNvPr>
          <p:cNvSpPr>
            <a:spLocks xmlns:a="http://schemas.openxmlformats.org/drawingml/2006/main" noGrp="1"/>
          </p:cNvSpPr>
          <p:nvPr/>
        </p:nvSpPr>
        <p:spPr>
          <a:xfrm xmlns:a="http://schemas.openxmlformats.org/drawingml/2006/main" flipV="1">
            <a:off x="1163391" y="3154370"/>
            <a:ext cx="93543" cy="1250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588E8FBD-B192-4394-8247-75B91D66AE29}"/>
              </a:ext>
            </a:extLst>
          </p:cNvPr>
          <p:cNvSpPr>
            <a:spLocks xmlns:a="http://schemas.openxmlformats.org/drawingml/2006/main" noGrp="1"/>
          </p:cNvSpPr>
          <p:nvPr/>
        </p:nvSpPr>
        <p:spPr>
          <a:xfrm xmlns:a="http://schemas.openxmlformats.org/drawingml/2006/main" flipV="1">
            <a:off x="1256934" y="3032739"/>
            <a:ext cx="93543" cy="1216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0F850087-4D92-4F22-8CD3-6D9C106F9FAB}"/>
              </a:ext>
            </a:extLst>
          </p:cNvPr>
          <p:cNvSpPr>
            <a:spLocks xmlns:a="http://schemas.openxmlformats.org/drawingml/2006/main" noGrp="1"/>
          </p:cNvSpPr>
          <p:nvPr/>
        </p:nvSpPr>
        <p:spPr>
          <a:xfrm xmlns:a="http://schemas.openxmlformats.org/drawingml/2006/main" flipV="1">
            <a:off x="1350477" y="2916147"/>
            <a:ext cx="93543" cy="11659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61F20829-E5EB-4A34-BD40-4B1089E4A022}"/>
              </a:ext>
            </a:extLst>
          </p:cNvPr>
          <p:cNvSpPr>
            <a:spLocks xmlns:a="http://schemas.openxmlformats.org/drawingml/2006/main" noGrp="1"/>
          </p:cNvSpPr>
          <p:nvPr/>
        </p:nvSpPr>
        <p:spPr>
          <a:xfrm xmlns:a="http://schemas.openxmlformats.org/drawingml/2006/main" flipV="1">
            <a:off x="1444020" y="2806168"/>
            <a:ext cx="93543" cy="10997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88A6A632-8AB0-4567-93D5-A9854F23DE90}"/>
              </a:ext>
            </a:extLst>
          </p:cNvPr>
          <p:cNvSpPr>
            <a:spLocks xmlns:a="http://schemas.openxmlformats.org/drawingml/2006/main" noGrp="1"/>
          </p:cNvSpPr>
          <p:nvPr/>
        </p:nvSpPr>
        <p:spPr>
          <a:xfrm xmlns:a="http://schemas.openxmlformats.org/drawingml/2006/main" flipV="1">
            <a:off x="1537563" y="2704286"/>
            <a:ext cx="93543" cy="10188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1AD21E06-066C-467C-8D6C-AE97D050A2A1}"/>
              </a:ext>
            </a:extLst>
          </p:cNvPr>
          <p:cNvSpPr>
            <a:spLocks xmlns:a="http://schemas.openxmlformats.org/drawingml/2006/main" noGrp="1"/>
          </p:cNvSpPr>
          <p:nvPr/>
        </p:nvSpPr>
        <p:spPr>
          <a:xfrm xmlns:a="http://schemas.openxmlformats.org/drawingml/2006/main" flipV="1">
            <a:off x="1631106" y="2611877"/>
            <a:ext cx="93543" cy="924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AF605CF9-2763-4EEA-9DDF-7A83FECEE0EA}"/>
              </a:ext>
            </a:extLst>
          </p:cNvPr>
          <p:cNvSpPr>
            <a:spLocks xmlns:a="http://schemas.openxmlformats.org/drawingml/2006/main" noGrp="1"/>
          </p:cNvSpPr>
          <p:nvPr/>
        </p:nvSpPr>
        <p:spPr>
          <a:xfrm xmlns:a="http://schemas.openxmlformats.org/drawingml/2006/main" flipV="1">
            <a:off x="1724649" y="2530188"/>
            <a:ext cx="93543" cy="8168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772CD8F9-6B2A-4820-A01E-31E2DF24B872}"/>
              </a:ext>
            </a:extLst>
          </p:cNvPr>
          <p:cNvSpPr>
            <a:spLocks xmlns:a="http://schemas.openxmlformats.org/drawingml/2006/main" noGrp="1"/>
          </p:cNvSpPr>
          <p:nvPr/>
        </p:nvSpPr>
        <p:spPr>
          <a:xfrm xmlns:a="http://schemas.openxmlformats.org/drawingml/2006/main" flipV="1">
            <a:off x="1818192" y="2460320"/>
            <a:ext cx="93544" cy="6986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5E61E849-D853-4099-9B9F-F5A3D6BF8033}"/>
              </a:ext>
            </a:extLst>
          </p:cNvPr>
          <p:cNvSpPr>
            <a:spLocks xmlns:a="http://schemas.openxmlformats.org/drawingml/2006/main" noGrp="1"/>
          </p:cNvSpPr>
          <p:nvPr/>
        </p:nvSpPr>
        <p:spPr>
          <a:xfrm xmlns:a="http://schemas.openxmlformats.org/drawingml/2006/main" flipV="1">
            <a:off x="1911736" y="2403218"/>
            <a:ext cx="93543" cy="5710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B4D4893A-94A2-462F-BA5D-3AE643FDAE76}"/>
              </a:ext>
            </a:extLst>
          </p:cNvPr>
          <p:cNvSpPr>
            <a:spLocks xmlns:a="http://schemas.openxmlformats.org/drawingml/2006/main" noGrp="1"/>
          </p:cNvSpPr>
          <p:nvPr/>
        </p:nvSpPr>
        <p:spPr>
          <a:xfrm xmlns:a="http://schemas.openxmlformats.org/drawingml/2006/main" flipV="1">
            <a:off x="2005279" y="2359651"/>
            <a:ext cx="93543" cy="4356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4C639608-965E-4C14-847B-F7FCCDE18DEA}"/>
              </a:ext>
            </a:extLst>
          </p:cNvPr>
          <p:cNvSpPr>
            <a:spLocks xmlns:a="http://schemas.openxmlformats.org/drawingml/2006/main" noGrp="1"/>
          </p:cNvSpPr>
          <p:nvPr/>
        </p:nvSpPr>
        <p:spPr>
          <a:xfrm xmlns:a="http://schemas.openxmlformats.org/drawingml/2006/main" flipV="1">
            <a:off x="2098822" y="2330208"/>
            <a:ext cx="93543" cy="2944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7200E2AD-A124-403E-B7BF-63167282491D}"/>
              </a:ext>
            </a:extLst>
          </p:cNvPr>
          <p:cNvSpPr>
            <a:spLocks xmlns:a="http://schemas.openxmlformats.org/drawingml/2006/main" noGrp="1"/>
          </p:cNvSpPr>
          <p:nvPr/>
        </p:nvSpPr>
        <p:spPr>
          <a:xfrm xmlns:a="http://schemas.openxmlformats.org/drawingml/2006/main" flipV="1">
            <a:off x="2192365" y="2315286"/>
            <a:ext cx="93543" cy="1492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C00A7EFA-F56A-457D-9A02-2CA136D08EB1}"/>
              </a:ext>
            </a:extLst>
          </p:cNvPr>
          <p:cNvSpPr>
            <a:spLocks xmlns:a="http://schemas.openxmlformats.org/drawingml/2006/main" noGrp="1"/>
          </p:cNvSpPr>
          <p:nvPr/>
        </p:nvSpPr>
        <p:spPr>
          <a:xfrm xmlns:a="http://schemas.openxmlformats.org/drawingml/2006/main" flipV="1">
            <a:off x="2285908" y="2315087"/>
            <a:ext cx="93543" cy="19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4015E8A5-4086-4882-8CF2-76B1C6F888B5}"/>
              </a:ext>
            </a:extLst>
          </p:cNvPr>
          <p:cNvSpPr>
            <a:spLocks xmlns:a="http://schemas.openxmlformats.org/drawingml/2006/main" noGrp="1"/>
          </p:cNvSpPr>
          <p:nvPr/>
        </p:nvSpPr>
        <p:spPr>
          <a:xfrm xmlns:a="http://schemas.openxmlformats.org/drawingml/2006/main">
            <a:off x="2379451" y="2315087"/>
            <a:ext cx="93543" cy="1452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44E910DC-5B91-4657-B672-42ECD9308848}"/>
              </a:ext>
            </a:extLst>
          </p:cNvPr>
          <p:cNvSpPr>
            <a:spLocks xmlns:a="http://schemas.openxmlformats.org/drawingml/2006/main" noGrp="1"/>
          </p:cNvSpPr>
          <p:nvPr/>
        </p:nvSpPr>
        <p:spPr>
          <a:xfrm xmlns:a="http://schemas.openxmlformats.org/drawingml/2006/main">
            <a:off x="2472994" y="2329613"/>
            <a:ext cx="93543" cy="2905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B616DBDC-2B58-4CC8-BF08-CBDCA6CF64A7}"/>
              </a:ext>
            </a:extLst>
          </p:cNvPr>
          <p:cNvSpPr>
            <a:spLocks xmlns:a="http://schemas.openxmlformats.org/drawingml/2006/main" noGrp="1"/>
          </p:cNvSpPr>
          <p:nvPr/>
        </p:nvSpPr>
        <p:spPr>
          <a:xfrm xmlns:a="http://schemas.openxmlformats.org/drawingml/2006/main">
            <a:off x="2566537" y="2358667"/>
            <a:ext cx="93544" cy="4319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2E55F3CF-120B-4352-B152-096809543DC6}"/>
              </a:ext>
            </a:extLst>
          </p:cNvPr>
          <p:cNvSpPr>
            <a:spLocks xmlns:a="http://schemas.openxmlformats.org/drawingml/2006/main" noGrp="1"/>
          </p:cNvSpPr>
          <p:nvPr/>
        </p:nvSpPr>
        <p:spPr>
          <a:xfrm xmlns:a="http://schemas.openxmlformats.org/drawingml/2006/main">
            <a:off x="2660081" y="2401859"/>
            <a:ext cx="93543" cy="5674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7332955C-F486-4F34-A267-7009627D8B55}"/>
              </a:ext>
            </a:extLst>
          </p:cNvPr>
          <p:cNvSpPr>
            <a:spLocks xmlns:a="http://schemas.openxmlformats.org/drawingml/2006/main" noGrp="1"/>
          </p:cNvSpPr>
          <p:nvPr/>
        </p:nvSpPr>
        <p:spPr>
          <a:xfrm xmlns:a="http://schemas.openxmlformats.org/drawingml/2006/main">
            <a:off x="2753624" y="2458605"/>
            <a:ext cx="93543" cy="6953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78700895-DE65-455D-A504-6B7A6D8D5AAE}"/>
              </a:ext>
            </a:extLst>
          </p:cNvPr>
          <p:cNvSpPr>
            <a:spLocks xmlns:a="http://schemas.openxmlformats.org/drawingml/2006/main" noGrp="1"/>
          </p:cNvSpPr>
          <p:nvPr/>
        </p:nvSpPr>
        <p:spPr>
          <a:xfrm xmlns:a="http://schemas.openxmlformats.org/drawingml/2006/main">
            <a:off x="2847167" y="2528139"/>
            <a:ext cx="93543" cy="8138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C2CC5AF2-3C41-495F-9F83-8203829645A1}"/>
              </a:ext>
            </a:extLst>
          </p:cNvPr>
          <p:cNvSpPr>
            <a:spLocks xmlns:a="http://schemas.openxmlformats.org/drawingml/2006/main" noGrp="1"/>
          </p:cNvSpPr>
          <p:nvPr/>
        </p:nvSpPr>
        <p:spPr>
          <a:xfrm xmlns:a="http://schemas.openxmlformats.org/drawingml/2006/main">
            <a:off x="2940710" y="2609523"/>
            <a:ext cx="93543" cy="9213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0B2BE139-74A8-4AE5-BEDB-B793CA718633}"/>
              </a:ext>
            </a:extLst>
          </p:cNvPr>
          <p:cNvSpPr>
            <a:spLocks xmlns:a="http://schemas.openxmlformats.org/drawingml/2006/main" noGrp="1"/>
          </p:cNvSpPr>
          <p:nvPr/>
        </p:nvSpPr>
        <p:spPr>
          <a:xfrm xmlns:a="http://schemas.openxmlformats.org/drawingml/2006/main">
            <a:off x="3034253" y="2701658"/>
            <a:ext cx="93543" cy="10164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C0BA1412-4E2F-4028-8903-0600EEF9726E}"/>
              </a:ext>
            </a:extLst>
          </p:cNvPr>
          <p:cNvSpPr>
            <a:spLocks xmlns:a="http://schemas.openxmlformats.org/drawingml/2006/main" noGrp="1"/>
          </p:cNvSpPr>
          <p:nvPr/>
        </p:nvSpPr>
        <p:spPr>
          <a:xfrm xmlns:a="http://schemas.openxmlformats.org/drawingml/2006/main">
            <a:off x="3127796" y="2803301"/>
            <a:ext cx="93543" cy="10977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F6728393-82CE-406B-953A-0D51C2DD4812}"/>
              </a:ext>
            </a:extLst>
          </p:cNvPr>
          <p:cNvSpPr>
            <a:spLocks xmlns:a="http://schemas.openxmlformats.org/drawingml/2006/main" noGrp="1"/>
          </p:cNvSpPr>
          <p:nvPr/>
        </p:nvSpPr>
        <p:spPr>
          <a:xfrm xmlns:a="http://schemas.openxmlformats.org/drawingml/2006/main">
            <a:off x="3221339" y="2913080"/>
            <a:ext cx="93543" cy="11643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6C42266B-687A-4E3F-AE0E-6C2A197D396C}"/>
              </a:ext>
            </a:extLst>
          </p:cNvPr>
          <p:cNvSpPr>
            <a:spLocks xmlns:a="http://schemas.openxmlformats.org/drawingml/2006/main" noGrp="1"/>
          </p:cNvSpPr>
          <p:nvPr/>
        </p:nvSpPr>
        <p:spPr>
          <a:xfrm xmlns:a="http://schemas.openxmlformats.org/drawingml/2006/main">
            <a:off x="3314882" y="3029514"/>
            <a:ext cx="93544" cy="12151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AB2A7B43-12DB-4F56-B112-EEA935D278D6}"/>
              </a:ext>
            </a:extLst>
          </p:cNvPr>
          <p:cNvSpPr>
            <a:spLocks xmlns:a="http://schemas.openxmlformats.org/drawingml/2006/main" noGrp="1"/>
          </p:cNvSpPr>
          <p:nvPr/>
        </p:nvSpPr>
        <p:spPr>
          <a:xfrm xmlns:a="http://schemas.openxmlformats.org/drawingml/2006/main">
            <a:off x="3408426" y="3151031"/>
            <a:ext cx="93543" cy="12495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D6E77577-CCB2-40EE-ADB4-E01636AD4D02}"/>
              </a:ext>
            </a:extLst>
          </p:cNvPr>
          <p:cNvSpPr>
            <a:spLocks xmlns:a="http://schemas.openxmlformats.org/drawingml/2006/main" noGrp="1"/>
          </p:cNvSpPr>
          <p:nvPr/>
        </p:nvSpPr>
        <p:spPr>
          <a:xfrm xmlns:a="http://schemas.openxmlformats.org/drawingml/2006/main">
            <a:off x="3501969" y="3275990"/>
            <a:ext cx="93543" cy="12671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981AB875-06FD-4D94-9846-0295C033E538}"/>
              </a:ext>
            </a:extLst>
          </p:cNvPr>
          <p:cNvSpPr>
            <a:spLocks xmlns:a="http://schemas.openxmlformats.org/drawingml/2006/main" noGrp="1"/>
          </p:cNvSpPr>
          <p:nvPr/>
        </p:nvSpPr>
        <p:spPr>
          <a:xfrm xmlns:a="http://schemas.openxmlformats.org/drawingml/2006/main">
            <a:off x="3595512" y="3402706"/>
            <a:ext cx="93543" cy="12676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B651E330-5B9F-4CB9-A5BF-D4088A2CFA41}"/>
              </a:ext>
            </a:extLst>
          </p:cNvPr>
          <p:cNvSpPr>
            <a:spLocks xmlns:a="http://schemas.openxmlformats.org/drawingml/2006/main" noGrp="1"/>
          </p:cNvSpPr>
          <p:nvPr/>
        </p:nvSpPr>
        <p:spPr>
          <a:xfrm xmlns:a="http://schemas.openxmlformats.org/drawingml/2006/main">
            <a:off x="3689055" y="3529469"/>
            <a:ext cx="93543" cy="12509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0387D04F-126A-48D1-8050-25E60BE10340}"/>
              </a:ext>
            </a:extLst>
          </p:cNvPr>
          <p:cNvSpPr>
            <a:spLocks xmlns:a="http://schemas.openxmlformats.org/drawingml/2006/main" noGrp="1"/>
          </p:cNvSpPr>
          <p:nvPr/>
        </p:nvSpPr>
        <p:spPr>
          <a:xfrm xmlns:a="http://schemas.openxmlformats.org/drawingml/2006/main">
            <a:off x="3782598" y="3654567"/>
            <a:ext cx="93543" cy="12174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4A3961B2-85E0-4428-86F5-05DAF4465514}"/>
              </a:ext>
            </a:extLst>
          </p:cNvPr>
          <p:cNvSpPr>
            <a:spLocks xmlns:a="http://schemas.openxmlformats.org/drawingml/2006/main" noGrp="1"/>
          </p:cNvSpPr>
          <p:nvPr/>
        </p:nvSpPr>
        <p:spPr>
          <a:xfrm xmlns:a="http://schemas.openxmlformats.org/drawingml/2006/main">
            <a:off x="3876141" y="3776312"/>
            <a:ext cx="93543" cy="11674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9B33061C-9B35-41E7-A3AB-EA32611F4535}"/>
              </a:ext>
            </a:extLst>
          </p:cNvPr>
          <p:cNvSpPr>
            <a:spLocks xmlns:a="http://schemas.openxmlformats.org/drawingml/2006/main" noGrp="1"/>
          </p:cNvSpPr>
          <p:nvPr/>
        </p:nvSpPr>
        <p:spPr>
          <a:xfrm xmlns:a="http://schemas.openxmlformats.org/drawingml/2006/main">
            <a:off x="3969684" y="3893061"/>
            <a:ext cx="93543" cy="1101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AEC62957-0EF2-45F5-892A-3A11093C31A2}"/>
              </a:ext>
            </a:extLst>
          </p:cNvPr>
          <p:cNvSpPr>
            <a:spLocks xmlns:a="http://schemas.openxmlformats.org/drawingml/2006/main" noGrp="1"/>
          </p:cNvSpPr>
          <p:nvPr/>
        </p:nvSpPr>
        <p:spPr>
          <a:xfrm xmlns:a="http://schemas.openxmlformats.org/drawingml/2006/main">
            <a:off x="4063227" y="4003239"/>
            <a:ext cx="93543" cy="10211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A4CF74AA-E359-4D54-AB2A-097CAEC200A5}"/>
              </a:ext>
            </a:extLst>
          </p:cNvPr>
          <p:cNvSpPr>
            <a:spLocks xmlns:a="http://schemas.openxmlformats.org/drawingml/2006/main" noGrp="1"/>
          </p:cNvSpPr>
          <p:nvPr/>
        </p:nvSpPr>
        <p:spPr>
          <a:xfrm xmlns:a="http://schemas.openxmlformats.org/drawingml/2006/main">
            <a:off x="4156770" y="4105358"/>
            <a:ext cx="93544" cy="9268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5D25EB30-B8E5-4254-A017-D3D03DA85311}"/>
              </a:ext>
            </a:extLst>
          </p:cNvPr>
          <p:cNvSpPr>
            <a:spLocks xmlns:a="http://schemas.openxmlformats.org/drawingml/2006/main" noGrp="1"/>
          </p:cNvSpPr>
          <p:nvPr/>
        </p:nvSpPr>
        <p:spPr>
          <a:xfrm xmlns:a="http://schemas.openxmlformats.org/drawingml/2006/main">
            <a:off x="4250314" y="4198040"/>
            <a:ext cx="93543" cy="8199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001123FC-614A-4573-A0CC-76817BF71A50}"/>
              </a:ext>
            </a:extLst>
          </p:cNvPr>
          <p:cNvSpPr>
            <a:spLocks xmlns:a="http://schemas.openxmlformats.org/drawingml/2006/main" noGrp="1"/>
          </p:cNvSpPr>
          <p:nvPr/>
        </p:nvSpPr>
        <p:spPr>
          <a:xfrm xmlns:a="http://schemas.openxmlformats.org/drawingml/2006/main">
            <a:off x="4343857" y="4280034"/>
            <a:ext cx="93543" cy="7020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3C03A9B3-C5D4-4D1D-9364-D2E0DEAC5CDF}"/>
              </a:ext>
            </a:extLst>
          </p:cNvPr>
          <p:cNvSpPr>
            <a:spLocks xmlns:a="http://schemas.openxmlformats.org/drawingml/2006/main" noGrp="1"/>
          </p:cNvSpPr>
          <p:nvPr/>
        </p:nvSpPr>
        <p:spPr>
          <a:xfrm xmlns:a="http://schemas.openxmlformats.org/drawingml/2006/main">
            <a:off x="4437400" y="4350235"/>
            <a:ext cx="93543" cy="5745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7522A940-12D7-4E60-ACD6-F3498A8FF719}"/>
              </a:ext>
            </a:extLst>
          </p:cNvPr>
          <p:cNvSpPr>
            <a:spLocks xmlns:a="http://schemas.openxmlformats.org/drawingml/2006/main" noGrp="1"/>
          </p:cNvSpPr>
          <p:nvPr/>
        </p:nvSpPr>
        <p:spPr>
          <a:xfrm xmlns:a="http://schemas.openxmlformats.org/drawingml/2006/main">
            <a:off x="4530943" y="4407693"/>
            <a:ext cx="93543" cy="4394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DDDD8FB2-5085-4A62-9269-2B842879769C}"/>
              </a:ext>
            </a:extLst>
          </p:cNvPr>
          <p:cNvSpPr>
            <a:spLocks xmlns:a="http://schemas.openxmlformats.org/drawingml/2006/main" noGrp="1"/>
          </p:cNvSpPr>
          <p:nvPr/>
        </p:nvSpPr>
        <p:spPr>
          <a:xfrm xmlns:a="http://schemas.openxmlformats.org/drawingml/2006/main">
            <a:off x="4624486" y="4451634"/>
            <a:ext cx="93543" cy="298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02A5D64B-D066-4FD7-BA52-1B15E1FF036C}"/>
              </a:ext>
            </a:extLst>
          </p:cNvPr>
          <p:cNvSpPr>
            <a:spLocks xmlns:a="http://schemas.openxmlformats.org/drawingml/2006/main" noGrp="1"/>
          </p:cNvSpPr>
          <p:nvPr/>
        </p:nvSpPr>
        <p:spPr>
          <a:xfrm xmlns:a="http://schemas.openxmlformats.org/drawingml/2006/main">
            <a:off x="4718029" y="4481465"/>
            <a:ext cx="93543" cy="153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210F2EC0-332F-464D-828D-C7A5148FB89E}"/>
              </a:ext>
            </a:extLst>
          </p:cNvPr>
          <p:cNvSpPr>
            <a:spLocks xmlns:a="http://schemas.openxmlformats.org/drawingml/2006/main" noGrp="1"/>
          </p:cNvSpPr>
          <p:nvPr/>
        </p:nvSpPr>
        <p:spPr>
          <a:xfrm xmlns:a="http://schemas.openxmlformats.org/drawingml/2006/main">
            <a:off x="4811572" y="4496783"/>
            <a:ext cx="93543" cy="59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A6C98150-388E-450B-95A5-326F894AB55D}"/>
              </a:ext>
            </a:extLst>
          </p:cNvPr>
          <p:cNvSpPr>
            <a:spLocks xmlns:a="http://schemas.openxmlformats.org/drawingml/2006/main" noGrp="1"/>
          </p:cNvSpPr>
          <p:nvPr/>
        </p:nvSpPr>
        <p:spPr>
          <a:xfrm xmlns:a="http://schemas.openxmlformats.org/drawingml/2006/main" flipV="1">
            <a:off x="4905115" y="4483251"/>
            <a:ext cx="93544" cy="141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AF0A8C55-76B2-4E70-8A58-6D4C4DEAD211}"/>
              </a:ext>
            </a:extLst>
          </p:cNvPr>
          <p:cNvSpPr>
            <a:spLocks xmlns:a="http://schemas.openxmlformats.org/drawingml/2006/main" noGrp="1"/>
          </p:cNvSpPr>
          <p:nvPr/>
        </p:nvSpPr>
        <p:spPr>
          <a:xfrm xmlns:a="http://schemas.openxmlformats.org/drawingml/2006/main" flipV="1">
            <a:off x="4998659" y="4454585"/>
            <a:ext cx="93543" cy="2866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0D22B39D-C326-4B2B-AE10-9AE89C95E9D6}"/>
              </a:ext>
            </a:extLst>
          </p:cNvPr>
          <p:cNvSpPr>
            <a:spLocks xmlns:a="http://schemas.openxmlformats.org/drawingml/2006/main" noGrp="1"/>
          </p:cNvSpPr>
          <p:nvPr/>
        </p:nvSpPr>
        <p:spPr>
          <a:xfrm xmlns:a="http://schemas.openxmlformats.org/drawingml/2006/main" flipV="1">
            <a:off x="5092202" y="4411768"/>
            <a:ext cx="93543" cy="4281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DF57E3B1-8C36-4C95-B019-641A1ADBD5D6}"/>
              </a:ext>
            </a:extLst>
          </p:cNvPr>
          <p:cNvSpPr>
            <a:spLocks xmlns:a="http://schemas.openxmlformats.org/drawingml/2006/main" noGrp="1"/>
          </p:cNvSpPr>
          <p:nvPr/>
        </p:nvSpPr>
        <p:spPr>
          <a:xfrm xmlns:a="http://schemas.openxmlformats.org/drawingml/2006/main" flipV="1">
            <a:off x="5185745" y="4355380"/>
            <a:ext cx="93543" cy="5638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56175A01-D5D9-4388-BA10-14B6788C7762}"/>
              </a:ext>
            </a:extLst>
          </p:cNvPr>
          <p:cNvSpPr>
            <a:spLocks xmlns:a="http://schemas.openxmlformats.org/drawingml/2006/main" noGrp="1"/>
          </p:cNvSpPr>
          <p:nvPr/>
        </p:nvSpPr>
        <p:spPr>
          <a:xfrm xmlns:a="http://schemas.openxmlformats.org/drawingml/2006/main" flipV="1">
            <a:off x="5279288" y="4286180"/>
            <a:ext cx="93543" cy="6920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612E3460-554F-427B-8DF5-C0FA58B36E1F}"/>
              </a:ext>
            </a:extLst>
          </p:cNvPr>
          <p:cNvSpPr>
            <a:spLocks xmlns:a="http://schemas.openxmlformats.org/drawingml/2006/main" noGrp="1"/>
          </p:cNvSpPr>
          <p:nvPr/>
        </p:nvSpPr>
        <p:spPr>
          <a:xfrm xmlns:a="http://schemas.openxmlformats.org/drawingml/2006/main" flipV="1">
            <a:off x="5372831" y="4205102"/>
            <a:ext cx="93543" cy="810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B3597B4B-09F6-44C7-AAB3-E4780759B1CE}"/>
              </a:ext>
            </a:extLst>
          </p:cNvPr>
          <p:cNvSpPr>
            <a:spLocks xmlns:a="http://schemas.openxmlformats.org/drawingml/2006/main" noGrp="1"/>
          </p:cNvSpPr>
          <p:nvPr/>
        </p:nvSpPr>
        <p:spPr>
          <a:xfrm xmlns:a="http://schemas.openxmlformats.org/drawingml/2006/main" flipV="1">
            <a:off x="5466374" y="4113242"/>
            <a:ext cx="93543" cy="9186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CD450CF1-8E3C-407A-8F15-57CE7A1883FD}"/>
              </a:ext>
            </a:extLst>
          </p:cNvPr>
          <p:cNvSpPr>
            <a:spLocks xmlns:a="http://schemas.openxmlformats.org/drawingml/2006/main" noGrp="1"/>
          </p:cNvSpPr>
          <p:nvPr/>
        </p:nvSpPr>
        <p:spPr>
          <a:xfrm xmlns:a="http://schemas.openxmlformats.org/drawingml/2006/main" flipV="1">
            <a:off x="5559917" y="4011838"/>
            <a:ext cx="93543" cy="10140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B7E52724-4ED9-47F2-8D95-966311BA5ECB}"/>
              </a:ext>
            </a:extLst>
          </p:cNvPr>
          <p:cNvSpPr>
            <a:spLocks xmlns:a="http://schemas.openxmlformats.org/drawingml/2006/main" noGrp="1"/>
          </p:cNvSpPr>
          <p:nvPr/>
        </p:nvSpPr>
        <p:spPr>
          <a:xfrm xmlns:a="http://schemas.openxmlformats.org/drawingml/2006/main" flipV="1">
            <a:off x="5653460" y="3902260"/>
            <a:ext cx="93544" cy="1095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C57DDE6D-735D-438D-A188-A8D2B82856E9}"/>
              </a:ext>
            </a:extLst>
          </p:cNvPr>
          <p:cNvSpPr>
            <a:spLocks xmlns:a="http://schemas.openxmlformats.org/drawingml/2006/main" noGrp="1"/>
          </p:cNvSpPr>
          <p:nvPr/>
        </p:nvSpPr>
        <p:spPr>
          <a:xfrm xmlns:a="http://schemas.openxmlformats.org/drawingml/2006/main" flipV="1">
            <a:off x="5747004" y="3785986"/>
            <a:ext cx="93543" cy="11627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A06128C1-B7DA-4748-8A3F-1B5C25B0FABF}"/>
              </a:ext>
            </a:extLst>
          </p:cNvPr>
          <p:cNvSpPr>
            <a:spLocks xmlns:a="http://schemas.openxmlformats.org/drawingml/2006/main" noGrp="1"/>
          </p:cNvSpPr>
          <p:nvPr/>
        </p:nvSpPr>
        <p:spPr>
          <a:xfrm xmlns:a="http://schemas.openxmlformats.org/drawingml/2006/main" flipV="1">
            <a:off x="5840547" y="3664585"/>
            <a:ext cx="93543" cy="12140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75BD82ED-3FF9-4550-8F23-AAC0F2401071}"/>
              </a:ext>
            </a:extLst>
          </p:cNvPr>
          <p:cNvSpPr>
            <a:spLocks xmlns:a="http://schemas.openxmlformats.org/drawingml/2006/main" noGrp="1"/>
          </p:cNvSpPr>
          <p:nvPr/>
        </p:nvSpPr>
        <p:spPr>
          <a:xfrm xmlns:a="http://schemas.openxmlformats.org/drawingml/2006/main" flipV="1">
            <a:off x="5934090" y="3539697"/>
            <a:ext cx="93543" cy="12488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54A40599-1C8A-46FB-BC63-9362815DF810}"/>
              </a:ext>
            </a:extLst>
          </p:cNvPr>
          <p:cNvSpPr>
            <a:spLocks xmlns:a="http://schemas.openxmlformats.org/drawingml/2006/main" noGrp="1"/>
          </p:cNvSpPr>
          <p:nvPr/>
        </p:nvSpPr>
        <p:spPr>
          <a:xfrm xmlns:a="http://schemas.openxmlformats.org/drawingml/2006/main" flipV="1">
            <a:off x="6027633" y="3413006"/>
            <a:ext cx="93543" cy="12669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33549292-9318-4AFC-A1CA-9228FA0F0BED}"/>
              </a:ext>
            </a:extLst>
          </p:cNvPr>
          <p:cNvSpPr>
            <a:spLocks xmlns:a="http://schemas.openxmlformats.org/drawingml/2006/main" noGrp="1"/>
          </p:cNvSpPr>
          <p:nvPr/>
        </p:nvSpPr>
        <p:spPr>
          <a:xfrm xmlns:a="http://schemas.openxmlformats.org/drawingml/2006/main" flipV="1">
            <a:off x="6121176" y="3286222"/>
            <a:ext cx="93543" cy="12678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BFFFF4A4-EC16-4CF0-A2F9-DF1B2CFFB7E8}"/>
              </a:ext>
            </a:extLst>
          </p:cNvPr>
          <p:cNvSpPr>
            <a:spLocks xmlns:a="http://schemas.openxmlformats.org/drawingml/2006/main" noGrp="1"/>
          </p:cNvSpPr>
          <p:nvPr/>
        </p:nvSpPr>
        <p:spPr>
          <a:xfrm xmlns:a="http://schemas.openxmlformats.org/drawingml/2006/main" flipV="1">
            <a:off x="6214719" y="3161057"/>
            <a:ext cx="93543" cy="12516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2EB792B6-55D8-4304-AC55-CB67E3F7DC98}"/>
              </a:ext>
            </a:extLst>
          </p:cNvPr>
          <p:cNvSpPr>
            <a:spLocks xmlns:a="http://schemas.openxmlformats.org/drawingml/2006/main" noGrp="1"/>
          </p:cNvSpPr>
          <p:nvPr/>
        </p:nvSpPr>
        <p:spPr>
          <a:xfrm xmlns:a="http://schemas.openxmlformats.org/drawingml/2006/main" flipV="1">
            <a:off x="6308262" y="3039199"/>
            <a:ext cx="93543" cy="12185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18EA3F9F-FFDD-4E55-B979-7BAB68E76585}"/>
              </a:ext>
            </a:extLst>
          </p:cNvPr>
          <p:cNvSpPr>
            <a:spLocks xmlns:a="http://schemas.openxmlformats.org/drawingml/2006/main" noGrp="1"/>
          </p:cNvSpPr>
          <p:nvPr/>
        </p:nvSpPr>
        <p:spPr>
          <a:xfrm xmlns:a="http://schemas.openxmlformats.org/drawingml/2006/main" flipV="1">
            <a:off x="6401805" y="2922294"/>
            <a:ext cx="93543" cy="11690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D24EAA99-B43C-4652-9A4A-D0B63958DBFC}"/>
              </a:ext>
            </a:extLst>
          </p:cNvPr>
          <p:cNvSpPr>
            <a:spLocks xmlns:a="http://schemas.openxmlformats.org/drawingml/2006/main" noGrp="1"/>
          </p:cNvSpPr>
          <p:nvPr/>
        </p:nvSpPr>
        <p:spPr>
          <a:xfrm xmlns:a="http://schemas.openxmlformats.org/drawingml/2006/main" flipV="1">
            <a:off x="6495348" y="2811918"/>
            <a:ext cx="93544" cy="11037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C7B377AE-5224-41EF-93DF-5EEB0DFBB95D}"/>
              </a:ext>
            </a:extLst>
          </p:cNvPr>
          <p:cNvSpPr>
            <a:spLocks xmlns:a="http://schemas.openxmlformats.org/drawingml/2006/main" noGrp="1"/>
          </p:cNvSpPr>
          <p:nvPr/>
        </p:nvSpPr>
        <p:spPr>
          <a:xfrm xmlns:a="http://schemas.openxmlformats.org/drawingml/2006/main" flipV="1">
            <a:off x="6588892" y="2709563"/>
            <a:ext cx="93543" cy="10235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DB91F321-5F4E-4362-B28B-CADC0420D4A1}"/>
              </a:ext>
            </a:extLst>
          </p:cNvPr>
          <p:cNvSpPr>
            <a:spLocks xmlns:a="http://schemas.openxmlformats.org/drawingml/2006/main" noGrp="1"/>
          </p:cNvSpPr>
          <p:nvPr/>
        </p:nvSpPr>
        <p:spPr>
          <a:xfrm xmlns:a="http://schemas.openxmlformats.org/drawingml/2006/main" flipV="1">
            <a:off x="6682435" y="2616609"/>
            <a:ext cx="93543" cy="9295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0E04DA00-E0D3-4C06-B721-4F7747903C26}"/>
              </a:ext>
            </a:extLst>
          </p:cNvPr>
          <p:cNvSpPr>
            <a:spLocks xmlns:a="http://schemas.openxmlformats.org/drawingml/2006/main" noGrp="1"/>
          </p:cNvSpPr>
          <p:nvPr/>
        </p:nvSpPr>
        <p:spPr>
          <a:xfrm xmlns:a="http://schemas.openxmlformats.org/drawingml/2006/main" flipV="1">
            <a:off x="6775978" y="2534310"/>
            <a:ext cx="93543" cy="8229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4288781A-3AC0-4B4A-9F0F-120A4A452105}"/>
              </a:ext>
            </a:extLst>
          </p:cNvPr>
          <p:cNvSpPr>
            <a:spLocks xmlns:a="http://schemas.openxmlformats.org/drawingml/2006/main" noGrp="1"/>
          </p:cNvSpPr>
          <p:nvPr/>
        </p:nvSpPr>
        <p:spPr>
          <a:xfrm xmlns:a="http://schemas.openxmlformats.org/drawingml/2006/main" flipV="1">
            <a:off x="6869521" y="2463778"/>
            <a:ext cx="93543" cy="7053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C9D71A47-8D3E-4285-B57E-201A738995B1}"/>
              </a:ext>
            </a:extLst>
          </p:cNvPr>
          <p:cNvSpPr>
            <a:spLocks xmlns:a="http://schemas.openxmlformats.org/drawingml/2006/main" noGrp="1"/>
          </p:cNvSpPr>
          <p:nvPr/>
        </p:nvSpPr>
        <p:spPr>
          <a:xfrm xmlns:a="http://schemas.openxmlformats.org/drawingml/2006/main" flipV="1">
            <a:off x="6963064" y="2405964"/>
            <a:ext cx="93543" cy="578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FC7D1668-90CE-4636-9B89-293EE552C0BF}"/>
              </a:ext>
            </a:extLst>
          </p:cNvPr>
          <p:cNvSpPr>
            <a:spLocks xmlns:a="http://schemas.openxmlformats.org/drawingml/2006/main" noGrp="1"/>
          </p:cNvSpPr>
          <p:nvPr/>
        </p:nvSpPr>
        <p:spPr>
          <a:xfrm xmlns:a="http://schemas.openxmlformats.org/drawingml/2006/main" flipV="1">
            <a:off x="7056607" y="2361649"/>
            <a:ext cx="93543" cy="4431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8FB8B972-B8F8-4491-A91A-715C73C36FD3}"/>
              </a:ext>
            </a:extLst>
          </p:cNvPr>
          <p:cNvSpPr>
            <a:spLocks xmlns:a="http://schemas.openxmlformats.org/drawingml/2006/main" noGrp="1"/>
          </p:cNvSpPr>
          <p:nvPr/>
        </p:nvSpPr>
        <p:spPr>
          <a:xfrm xmlns:a="http://schemas.openxmlformats.org/drawingml/2006/main" flipV="1">
            <a:off x="7150150" y="2331431"/>
            <a:ext cx="93543" cy="302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74B6B3AA-171B-4A44-8A07-362D811000FB}"/>
              </a:ext>
            </a:extLst>
          </p:cNvPr>
          <p:cNvSpPr>
            <a:spLocks xmlns:a="http://schemas.openxmlformats.org/drawingml/2006/main" noGrp="1"/>
          </p:cNvSpPr>
          <p:nvPr/>
        </p:nvSpPr>
        <p:spPr>
          <a:xfrm xmlns:a="http://schemas.openxmlformats.org/drawingml/2006/main" flipV="1">
            <a:off x="7243693" y="2315717"/>
            <a:ext cx="93544" cy="157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D9429AEF-3D21-4562-B6FE-3F7637CB3C56}"/>
              </a:ext>
            </a:extLst>
          </p:cNvPr>
          <p:cNvSpPr>
            <a:spLocks xmlns:a="http://schemas.openxmlformats.org/drawingml/2006/main" noGrp="1"/>
          </p:cNvSpPr>
          <p:nvPr/>
        </p:nvSpPr>
        <p:spPr>
          <a:xfrm xmlns:a="http://schemas.openxmlformats.org/drawingml/2006/main" flipV="1">
            <a:off x="7337237" y="2314720"/>
            <a:ext cx="93543" cy="99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5F61EF12-0F1F-48BE-8409-7F4857EF0374}"/>
              </a:ext>
            </a:extLst>
          </p:cNvPr>
          <p:cNvSpPr>
            <a:spLocks xmlns:a="http://schemas.openxmlformats.org/drawingml/2006/main" noGrp="1"/>
          </p:cNvSpPr>
          <p:nvPr/>
        </p:nvSpPr>
        <p:spPr>
          <a:xfrm xmlns:a="http://schemas.openxmlformats.org/drawingml/2006/main">
            <a:off x="7430780" y="2314720"/>
            <a:ext cx="93543" cy="1373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3470F1A4-2C4F-4A27-9257-5FBBBBD2B41B}"/>
              </a:ext>
            </a:extLst>
          </p:cNvPr>
          <p:cNvSpPr>
            <a:spLocks xmlns:a="http://schemas.openxmlformats.org/drawingml/2006/main" noGrp="1"/>
          </p:cNvSpPr>
          <p:nvPr/>
        </p:nvSpPr>
        <p:spPr>
          <a:xfrm xmlns:a="http://schemas.openxmlformats.org/drawingml/2006/main">
            <a:off x="7524323" y="2328453"/>
            <a:ext cx="93543" cy="282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53F8353C-072D-4364-AB31-244BD80CA783}"/>
              </a:ext>
            </a:extLst>
          </p:cNvPr>
          <p:cNvSpPr>
            <a:spLocks xmlns:a="http://schemas.openxmlformats.org/drawingml/2006/main" noGrp="1"/>
          </p:cNvSpPr>
          <p:nvPr/>
        </p:nvSpPr>
        <p:spPr>
          <a:xfrm xmlns:a="http://schemas.openxmlformats.org/drawingml/2006/main">
            <a:off x="7617866" y="2356731"/>
            <a:ext cx="93543" cy="4244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14AE902D-676C-4702-8AF8-21FBCB9B08A6}"/>
              </a:ext>
            </a:extLst>
          </p:cNvPr>
          <p:cNvSpPr>
            <a:spLocks xmlns:a="http://schemas.openxmlformats.org/drawingml/2006/main" noGrp="1"/>
          </p:cNvSpPr>
          <p:nvPr/>
        </p:nvSpPr>
        <p:spPr>
          <a:xfrm xmlns:a="http://schemas.openxmlformats.org/drawingml/2006/main">
            <a:off x="7711409" y="2399172"/>
            <a:ext cx="93543" cy="560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19223A9A-6812-4960-A68F-3CB444A1B960}"/>
              </a:ext>
            </a:extLst>
          </p:cNvPr>
          <p:cNvSpPr>
            <a:spLocks xmlns:a="http://schemas.openxmlformats.org/drawingml/2006/main" noGrp="1"/>
          </p:cNvSpPr>
          <p:nvPr/>
        </p:nvSpPr>
        <p:spPr>
          <a:xfrm xmlns:a="http://schemas.openxmlformats.org/drawingml/2006/main">
            <a:off x="7804952" y="2455203"/>
            <a:ext cx="93543" cy="6886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00CC0324-D836-425E-973F-2844FBA748AD}"/>
              </a:ext>
            </a:extLst>
          </p:cNvPr>
          <p:cNvSpPr>
            <a:spLocks xmlns:a="http://schemas.openxmlformats.org/drawingml/2006/main" noGrp="1"/>
          </p:cNvSpPr>
          <p:nvPr/>
        </p:nvSpPr>
        <p:spPr>
          <a:xfrm xmlns:a="http://schemas.openxmlformats.org/drawingml/2006/main">
            <a:off x="7898495" y="2524068"/>
            <a:ext cx="93543" cy="8077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C2F4F1D9-A28A-40E2-A268-6F74C849F8F4}"/>
              </a:ext>
            </a:extLst>
          </p:cNvPr>
          <p:cNvSpPr>
            <a:spLocks xmlns:a="http://schemas.openxmlformats.org/drawingml/2006/main" noGrp="1"/>
          </p:cNvSpPr>
          <p:nvPr/>
        </p:nvSpPr>
        <p:spPr>
          <a:xfrm xmlns:a="http://schemas.openxmlformats.org/drawingml/2006/main">
            <a:off x="7992038" y="2604838"/>
            <a:ext cx="93544" cy="9158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D6A26FD6-1DFA-46F0-A414-B1CC68B87917}"/>
              </a:ext>
            </a:extLst>
          </p:cNvPr>
          <p:cNvSpPr>
            <a:spLocks xmlns:a="http://schemas.openxmlformats.org/drawingml/2006/main" noGrp="1"/>
          </p:cNvSpPr>
          <p:nvPr/>
        </p:nvSpPr>
        <p:spPr>
          <a:xfrm xmlns:a="http://schemas.openxmlformats.org/drawingml/2006/main">
            <a:off x="8085582" y="2696423"/>
            <a:ext cx="93543" cy="10116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9713FE0F-B23B-416D-AD2B-F4668B998594}"/>
              </a:ext>
            </a:extLst>
          </p:cNvPr>
          <p:cNvSpPr>
            <a:spLocks xmlns:a="http://schemas.openxmlformats.org/drawingml/2006/main" noGrp="1"/>
          </p:cNvSpPr>
          <p:nvPr/>
        </p:nvSpPr>
        <p:spPr>
          <a:xfrm xmlns:a="http://schemas.openxmlformats.org/drawingml/2006/main">
            <a:off x="8179125" y="2797586"/>
            <a:ext cx="93543" cy="10937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FABB505A-69AB-411B-A68F-C28A2EE4E021}"/>
              </a:ext>
            </a:extLst>
          </p:cNvPr>
          <p:cNvSpPr>
            <a:spLocks xmlns:a="http://schemas.openxmlformats.org/drawingml/2006/main" noGrp="1"/>
          </p:cNvSpPr>
          <p:nvPr/>
        </p:nvSpPr>
        <p:spPr>
          <a:xfrm xmlns:a="http://schemas.openxmlformats.org/drawingml/2006/main">
            <a:off x="8272668" y="2906962"/>
            <a:ext cx="93543" cy="1161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EDA8D3EA-260D-46FB-B098-EADA81256F85}"/>
              </a:ext>
            </a:extLst>
          </p:cNvPr>
          <p:cNvSpPr>
            <a:spLocks xmlns:a="http://schemas.openxmlformats.org/drawingml/2006/main" noGrp="1"/>
          </p:cNvSpPr>
          <p:nvPr/>
        </p:nvSpPr>
        <p:spPr>
          <a:xfrm xmlns:a="http://schemas.openxmlformats.org/drawingml/2006/main">
            <a:off x="8366211" y="3023076"/>
            <a:ext cx="93543" cy="12128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EC036828-76E6-4022-8AE7-03489B958379}"/>
              </a:ext>
            </a:extLst>
          </p:cNvPr>
          <p:cNvSpPr>
            <a:spLocks xmlns:a="http://schemas.openxmlformats.org/drawingml/2006/main" noGrp="1"/>
          </p:cNvSpPr>
          <p:nvPr/>
        </p:nvSpPr>
        <p:spPr>
          <a:xfrm xmlns:a="http://schemas.openxmlformats.org/drawingml/2006/main">
            <a:off x="8459754" y="3144359"/>
            <a:ext cx="93543" cy="12481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61D82C3D-2BAB-4576-A6CB-1AEE285ECA84}"/>
              </a:ext>
            </a:extLst>
          </p:cNvPr>
          <p:cNvSpPr>
            <a:spLocks xmlns:a="http://schemas.openxmlformats.org/drawingml/2006/main" noGrp="1"/>
          </p:cNvSpPr>
          <p:nvPr/>
        </p:nvSpPr>
        <p:spPr>
          <a:xfrm xmlns:a="http://schemas.openxmlformats.org/drawingml/2006/main">
            <a:off x="8553297" y="3269175"/>
            <a:ext cx="93543" cy="12666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DC6525B9-8BF3-42C7-8A48-04AABF61A082}"/>
              </a:ext>
            </a:extLst>
          </p:cNvPr>
          <p:cNvSpPr>
            <a:spLocks xmlns:a="http://schemas.openxmlformats.org/drawingml/2006/main" noGrp="1"/>
          </p:cNvSpPr>
          <p:nvPr/>
        </p:nvSpPr>
        <p:spPr>
          <a:xfrm xmlns:a="http://schemas.openxmlformats.org/drawingml/2006/main">
            <a:off x="8646840" y="3395840"/>
            <a:ext cx="93543" cy="12680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A60BD5D5-54E8-4FC5-BA43-B69FAF894600}"/>
              </a:ext>
            </a:extLst>
          </p:cNvPr>
          <p:cNvSpPr>
            <a:spLocks xmlns:a="http://schemas.openxmlformats.org/drawingml/2006/main" noGrp="1"/>
          </p:cNvSpPr>
          <p:nvPr/>
        </p:nvSpPr>
        <p:spPr>
          <a:xfrm xmlns:a="http://schemas.openxmlformats.org/drawingml/2006/main">
            <a:off x="8740383" y="3522644"/>
            <a:ext cx="93543" cy="12523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BC7F1389-E1B6-4530-82A3-E8FC7C724566}"/>
              </a:ext>
            </a:extLst>
          </p:cNvPr>
          <p:cNvSpPr>
            <a:spLocks xmlns:a="http://schemas.openxmlformats.org/drawingml/2006/main" noGrp="1"/>
          </p:cNvSpPr>
          <p:nvPr/>
        </p:nvSpPr>
        <p:spPr>
          <a:xfrm xmlns:a="http://schemas.openxmlformats.org/drawingml/2006/main">
            <a:off x="8833926" y="3647876"/>
            <a:ext cx="93544" cy="12196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0378AC41-8F27-4A2E-94B8-86AE158480E6}"/>
              </a:ext>
            </a:extLst>
          </p:cNvPr>
          <p:cNvSpPr>
            <a:spLocks xmlns:a="http://schemas.openxmlformats.org/drawingml/2006/main" noGrp="1"/>
          </p:cNvSpPr>
          <p:nvPr/>
        </p:nvSpPr>
        <p:spPr>
          <a:xfrm xmlns:a="http://schemas.openxmlformats.org/drawingml/2006/main">
            <a:off x="8927470" y="3769845"/>
            <a:ext cx="93543" cy="11706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8A24C044-770B-44C1-9687-003EF4F41F9F}"/>
              </a:ext>
            </a:extLst>
          </p:cNvPr>
          <p:cNvSpPr>
            <a:spLocks xmlns:a="http://schemas.openxmlformats.org/drawingml/2006/main" noGrp="1"/>
          </p:cNvSpPr>
          <p:nvPr/>
        </p:nvSpPr>
        <p:spPr>
          <a:xfrm xmlns:a="http://schemas.openxmlformats.org/drawingml/2006/main">
            <a:off x="9021013" y="3886905"/>
            <a:ext cx="93543" cy="11057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73C32349-AFED-4407-B54D-46A7937A164A}"/>
              </a:ext>
            </a:extLst>
          </p:cNvPr>
          <p:cNvSpPr>
            <a:spLocks xmlns:a="http://schemas.openxmlformats.org/drawingml/2006/main" noGrp="1"/>
          </p:cNvSpPr>
          <p:nvPr/>
        </p:nvSpPr>
        <p:spPr>
          <a:xfrm xmlns:a="http://schemas.openxmlformats.org/drawingml/2006/main">
            <a:off x="9114556" y="3997477"/>
            <a:ext cx="93543" cy="10259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3CE87D33-E7FF-4315-AAEA-8FD6946F9BF2}"/>
              </a:ext>
            </a:extLst>
          </p:cNvPr>
          <p:cNvSpPr>
            <a:spLocks xmlns:a="http://schemas.openxmlformats.org/drawingml/2006/main" noGrp="1"/>
          </p:cNvSpPr>
          <p:nvPr/>
        </p:nvSpPr>
        <p:spPr>
          <a:xfrm xmlns:a="http://schemas.openxmlformats.org/drawingml/2006/main">
            <a:off x="9208099" y="4100067"/>
            <a:ext cx="93543" cy="9322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65B9410C-8ACC-4C40-8116-AE8C02209252}"/>
              </a:ext>
            </a:extLst>
          </p:cNvPr>
          <p:cNvSpPr>
            <a:spLocks xmlns:a="http://schemas.openxmlformats.org/drawingml/2006/main" noGrp="1"/>
          </p:cNvSpPr>
          <p:nvPr/>
        </p:nvSpPr>
        <p:spPr>
          <a:xfrm xmlns:a="http://schemas.openxmlformats.org/drawingml/2006/main">
            <a:off x="9301642" y="4193293"/>
            <a:ext cx="93543" cy="8260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A201A309-D782-4560-B66F-A8CADF4F3B50}"/>
              </a:ext>
            </a:extLst>
          </p:cNvPr>
          <p:cNvSpPr>
            <a:spLocks xmlns:a="http://schemas.openxmlformats.org/drawingml/2006/main" noGrp="1"/>
          </p:cNvSpPr>
          <p:nvPr/>
        </p:nvSpPr>
        <p:spPr>
          <a:xfrm xmlns:a="http://schemas.openxmlformats.org/drawingml/2006/main">
            <a:off x="9395185" y="4275895"/>
            <a:ext cx="93543" cy="7086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29C14A15-21EF-4BF2-8EA9-2B0DDB88E592}"/>
              </a:ext>
            </a:extLst>
          </p:cNvPr>
          <p:cNvSpPr>
            <a:spLocks xmlns:a="http://schemas.openxmlformats.org/drawingml/2006/main" noGrp="1"/>
          </p:cNvSpPr>
          <p:nvPr/>
        </p:nvSpPr>
        <p:spPr>
          <a:xfrm xmlns:a="http://schemas.openxmlformats.org/drawingml/2006/main">
            <a:off x="9488728" y="4346758"/>
            <a:ext cx="93543" cy="5816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4706810A-2289-489F-B84C-9424CEB9943C}"/>
              </a:ext>
            </a:extLst>
          </p:cNvPr>
          <p:cNvSpPr>
            <a:spLocks xmlns:a="http://schemas.openxmlformats.org/drawingml/2006/main" noGrp="1"/>
          </p:cNvSpPr>
          <p:nvPr/>
        </p:nvSpPr>
        <p:spPr>
          <a:xfrm xmlns:a="http://schemas.openxmlformats.org/drawingml/2006/main">
            <a:off x="9582271" y="4404926"/>
            <a:ext cx="93544" cy="4468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AA6FB917-28F3-4312-8A3F-EBA5A1E01F61}"/>
              </a:ext>
            </a:extLst>
          </p:cNvPr>
          <p:cNvSpPr>
            <a:spLocks xmlns:a="http://schemas.openxmlformats.org/drawingml/2006/main" noGrp="1"/>
          </p:cNvSpPr>
          <p:nvPr/>
        </p:nvSpPr>
        <p:spPr>
          <a:xfrm xmlns:a="http://schemas.openxmlformats.org/drawingml/2006/main">
            <a:off x="9675815" y="4449615"/>
            <a:ext cx="93543" cy="3060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B38DD42F-A9C8-4696-96B5-96E089F50BA6}"/>
              </a:ext>
            </a:extLst>
          </p:cNvPr>
          <p:cNvSpPr>
            <a:spLocks xmlns:a="http://schemas.openxmlformats.org/drawingml/2006/main" noGrp="1"/>
          </p:cNvSpPr>
          <p:nvPr/>
        </p:nvSpPr>
        <p:spPr>
          <a:xfrm xmlns:a="http://schemas.openxmlformats.org/drawingml/2006/main">
            <a:off x="9769358" y="4480220"/>
            <a:ext cx="93543" cy="1611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8FB1FE1E-6D72-4119-AE06-B77C809BB358}"/>
              </a:ext>
            </a:extLst>
          </p:cNvPr>
          <p:cNvSpPr>
            <a:spLocks xmlns:a="http://schemas.openxmlformats.org/drawingml/2006/main" noGrp="1"/>
          </p:cNvSpPr>
          <p:nvPr/>
        </p:nvSpPr>
        <p:spPr>
          <a:xfrm xmlns:a="http://schemas.openxmlformats.org/drawingml/2006/main">
            <a:off x="9862901" y="4496330"/>
            <a:ext cx="93543" cy="139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35A0B7AF-19E2-4AB8-A206-DF3CACF6F07E}"/>
              </a:ext>
            </a:extLst>
          </p:cNvPr>
          <p:cNvSpPr>
            <a:spLocks xmlns:a="http://schemas.openxmlformats.org/drawingml/2006/main" noGrp="1"/>
          </p:cNvSpPr>
          <p:nvPr/>
        </p:nvSpPr>
        <p:spPr>
          <a:xfrm xmlns:a="http://schemas.openxmlformats.org/drawingml/2006/main" flipV="1">
            <a:off x="9956444" y="4484389"/>
            <a:ext cx="93543" cy="1333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B630414A-33AF-40DB-B1C0-337268084801}"/>
              </a:ext>
            </a:extLst>
          </p:cNvPr>
          <p:cNvSpPr>
            <a:spLocks xmlns:a="http://schemas.openxmlformats.org/drawingml/2006/main" noGrp="1"/>
          </p:cNvSpPr>
          <p:nvPr/>
        </p:nvSpPr>
        <p:spPr>
          <a:xfrm xmlns:a="http://schemas.openxmlformats.org/drawingml/2006/main" flipV="1">
            <a:off x="10049987" y="4456501"/>
            <a:ext cx="93543" cy="2788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F0A545B8-FA76-463A-BE7E-2E50E6324216}"/>
              </a:ext>
            </a:extLst>
          </p:cNvPr>
          <p:cNvSpPr>
            <a:spLocks xmlns:a="http://schemas.openxmlformats.org/drawingml/2006/main" noGrp="1"/>
          </p:cNvSpPr>
          <p:nvPr/>
        </p:nvSpPr>
        <p:spPr>
          <a:xfrm xmlns:a="http://schemas.openxmlformats.org/drawingml/2006/main" flipV="1">
            <a:off x="10143530" y="4414436"/>
            <a:ext cx="93543" cy="4206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789F6E15-0122-4A57-BB34-04313F1BAE03}"/>
              </a:ext>
            </a:extLst>
          </p:cNvPr>
          <p:cNvSpPr>
            <a:spLocks xmlns:a="http://schemas.openxmlformats.org/drawingml/2006/main" noGrp="1"/>
          </p:cNvSpPr>
          <p:nvPr/>
        </p:nvSpPr>
        <p:spPr>
          <a:xfrm xmlns:a="http://schemas.openxmlformats.org/drawingml/2006/main" flipV="1">
            <a:off x="10237073" y="4358763"/>
            <a:ext cx="93543" cy="5567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EE0BF661-A8DA-42EF-B9FB-3BA01F1C2311}"/>
              </a:ext>
            </a:extLst>
          </p:cNvPr>
          <p:cNvSpPr>
            <a:spLocks xmlns:a="http://schemas.openxmlformats.org/drawingml/2006/main" noGrp="1"/>
          </p:cNvSpPr>
          <p:nvPr/>
        </p:nvSpPr>
        <p:spPr>
          <a:xfrm xmlns:a="http://schemas.openxmlformats.org/drawingml/2006/main" flipV="1">
            <a:off x="10330616" y="4290233"/>
            <a:ext cx="93544" cy="685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Connector 108">
            <a:extLst xmlns:a="http://schemas.openxmlformats.org/drawingml/2006/main">
              <a:ext uri="{FF2B5EF4-FFF2-40B4-BE49-F238E27FC236}">
                <a16:creationId xmlns:a16="http://schemas.microsoft.com/office/drawing/2014/main" id="{86C33069-DBCD-4F17-A923-F125147507E1}"/>
              </a:ext>
            </a:extLst>
          </p:cNvPr>
          <p:cNvSpPr>
            <a:spLocks xmlns:a="http://schemas.openxmlformats.org/drawingml/2006/main" noGrp="1"/>
          </p:cNvSpPr>
          <p:nvPr/>
        </p:nvSpPr>
        <p:spPr>
          <a:xfrm xmlns:a="http://schemas.openxmlformats.org/drawingml/2006/main">
            <a:off x="1069848"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0" name="Oval 109">
            <a:extLst xmlns:a="http://schemas.openxmlformats.org/drawingml/2006/main">
              <a:ext uri="{FF2B5EF4-FFF2-40B4-BE49-F238E27FC236}">
                <a16:creationId xmlns:a16="http://schemas.microsoft.com/office/drawing/2014/main" id="{0C50F695-A36A-4D3E-AD01-15065B5FE015}"/>
              </a:ext>
            </a:extLst>
          </p:cNvPr>
          <p:cNvSpPr>
            <a:spLocks xmlns:a="http://schemas.openxmlformats.org/drawingml/2006/main" noGrp="1"/>
          </p:cNvSpPr>
          <p:nvPr/>
        </p:nvSpPr>
        <p:spPr>
          <a:xfrm xmlns:a="http://schemas.openxmlformats.org/drawingml/2006/main">
            <a:off x="1008583" y="334487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Connector 110">
            <a:extLst xmlns:a="http://schemas.openxmlformats.org/drawingml/2006/main">
              <a:ext uri="{FF2B5EF4-FFF2-40B4-BE49-F238E27FC236}">
                <a16:creationId xmlns:a16="http://schemas.microsoft.com/office/drawing/2014/main" id="{488B0890-E6AB-4D2B-8802-E4EEAEB44292}"/>
              </a:ext>
            </a:extLst>
          </p:cNvPr>
          <p:cNvSpPr>
            <a:spLocks xmlns:a="http://schemas.openxmlformats.org/drawingml/2006/main" noGrp="1"/>
          </p:cNvSpPr>
          <p:nvPr/>
        </p:nvSpPr>
        <p:spPr>
          <a:xfrm xmlns:a="http://schemas.openxmlformats.org/drawingml/2006/main">
            <a:off x="1849374"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2" name="Oval 111">
            <a:extLst xmlns:a="http://schemas.openxmlformats.org/drawingml/2006/main">
              <a:ext uri="{FF2B5EF4-FFF2-40B4-BE49-F238E27FC236}">
                <a16:creationId xmlns:a16="http://schemas.microsoft.com/office/drawing/2014/main" id="{B7AAB716-91CF-4ADA-A4E4-6DBD1C653390}"/>
              </a:ext>
            </a:extLst>
          </p:cNvPr>
          <p:cNvSpPr>
            <a:spLocks xmlns:a="http://schemas.openxmlformats.org/drawingml/2006/main" noGrp="1"/>
          </p:cNvSpPr>
          <p:nvPr/>
        </p:nvSpPr>
        <p:spPr>
          <a:xfrm xmlns:a="http://schemas.openxmlformats.org/drawingml/2006/main">
            <a:off x="1788109" y="2444270"/>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Connector 112">
            <a:extLst xmlns:a="http://schemas.openxmlformats.org/drawingml/2006/main">
              <a:ext uri="{FF2B5EF4-FFF2-40B4-BE49-F238E27FC236}">
                <a16:creationId xmlns:a16="http://schemas.microsoft.com/office/drawing/2014/main" id="{B3CF9AF4-EA0E-4BF6-87D2-70CC4A8E0F99}"/>
              </a:ext>
            </a:extLst>
          </p:cNvPr>
          <p:cNvSpPr>
            <a:spLocks xmlns:a="http://schemas.openxmlformats.org/drawingml/2006/main" noGrp="1"/>
          </p:cNvSpPr>
          <p:nvPr/>
        </p:nvSpPr>
        <p:spPr>
          <a:xfrm xmlns:a="http://schemas.openxmlformats.org/drawingml/2006/main">
            <a:off x="2628900"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4" name="Oval 113">
            <a:extLst xmlns:a="http://schemas.openxmlformats.org/drawingml/2006/main">
              <a:ext uri="{FF2B5EF4-FFF2-40B4-BE49-F238E27FC236}">
                <a16:creationId xmlns:a16="http://schemas.microsoft.com/office/drawing/2014/main" id="{5E30C716-CF29-4E6C-A564-A2C713EC46A6}"/>
              </a:ext>
            </a:extLst>
          </p:cNvPr>
          <p:cNvSpPr>
            <a:spLocks xmlns:a="http://schemas.openxmlformats.org/drawingml/2006/main" noGrp="1"/>
          </p:cNvSpPr>
          <p:nvPr/>
        </p:nvSpPr>
        <p:spPr>
          <a:xfrm xmlns:a="http://schemas.openxmlformats.org/drawingml/2006/main">
            <a:off x="2567635" y="232465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Connector 114">
            <a:extLst xmlns:a="http://schemas.openxmlformats.org/drawingml/2006/main">
              <a:ext uri="{FF2B5EF4-FFF2-40B4-BE49-F238E27FC236}">
                <a16:creationId xmlns:a16="http://schemas.microsoft.com/office/drawing/2014/main" id="{00D0DA8D-3A3F-42E0-9AB7-9082A254F9B2}"/>
              </a:ext>
            </a:extLst>
          </p:cNvPr>
          <p:cNvSpPr>
            <a:spLocks xmlns:a="http://schemas.openxmlformats.org/drawingml/2006/main" noGrp="1"/>
          </p:cNvSpPr>
          <p:nvPr/>
        </p:nvSpPr>
        <p:spPr>
          <a:xfrm xmlns:a="http://schemas.openxmlformats.org/drawingml/2006/main">
            <a:off x="3408426"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6" name="Oval 115">
            <a:extLst xmlns:a="http://schemas.openxmlformats.org/drawingml/2006/main">
              <a:ext uri="{FF2B5EF4-FFF2-40B4-BE49-F238E27FC236}">
                <a16:creationId xmlns:a16="http://schemas.microsoft.com/office/drawing/2014/main" id="{3ACBD89F-6433-44DC-BA27-FDB912608352}"/>
              </a:ext>
            </a:extLst>
          </p:cNvPr>
          <p:cNvSpPr>
            <a:spLocks xmlns:a="http://schemas.openxmlformats.org/drawingml/2006/main" noGrp="1"/>
          </p:cNvSpPr>
          <p:nvPr/>
        </p:nvSpPr>
        <p:spPr>
          <a:xfrm xmlns:a="http://schemas.openxmlformats.org/drawingml/2006/main">
            <a:off x="3347161" y="3089766"/>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7" name="Connector 116">
            <a:extLst xmlns:a="http://schemas.openxmlformats.org/drawingml/2006/main">
              <a:ext uri="{FF2B5EF4-FFF2-40B4-BE49-F238E27FC236}">
                <a16:creationId xmlns:a16="http://schemas.microsoft.com/office/drawing/2014/main" id="{FBEF84E7-7E1A-481A-839B-B6D7D720F22C}"/>
              </a:ext>
            </a:extLst>
          </p:cNvPr>
          <p:cNvSpPr>
            <a:spLocks xmlns:a="http://schemas.openxmlformats.org/drawingml/2006/main" noGrp="1"/>
          </p:cNvSpPr>
          <p:nvPr/>
        </p:nvSpPr>
        <p:spPr>
          <a:xfrm xmlns:a="http://schemas.openxmlformats.org/drawingml/2006/main">
            <a:off x="4187952"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8" name="Oval 117">
            <a:extLst xmlns:a="http://schemas.openxmlformats.org/drawingml/2006/main">
              <a:ext uri="{FF2B5EF4-FFF2-40B4-BE49-F238E27FC236}">
                <a16:creationId xmlns:a16="http://schemas.microsoft.com/office/drawing/2014/main" id="{5EBC1DB9-BE1C-4E93-BCED-B1DF68390602}"/>
              </a:ext>
            </a:extLst>
          </p:cNvPr>
          <p:cNvSpPr>
            <a:spLocks xmlns:a="http://schemas.openxmlformats.org/drawingml/2006/main" noGrp="1"/>
          </p:cNvSpPr>
          <p:nvPr/>
        </p:nvSpPr>
        <p:spPr>
          <a:xfrm xmlns:a="http://schemas.openxmlformats.org/drawingml/2006/main">
            <a:off x="4126687" y="4076100"/>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9" name="Connector 118">
            <a:extLst xmlns:a="http://schemas.openxmlformats.org/drawingml/2006/main">
              <a:ext uri="{FF2B5EF4-FFF2-40B4-BE49-F238E27FC236}">
                <a16:creationId xmlns:a16="http://schemas.microsoft.com/office/drawing/2014/main" id="{190DD52B-9A40-4765-B970-171CBFCA1125}"/>
              </a:ext>
            </a:extLst>
          </p:cNvPr>
          <p:cNvSpPr>
            <a:spLocks xmlns:a="http://schemas.openxmlformats.org/drawingml/2006/main" noGrp="1"/>
          </p:cNvSpPr>
          <p:nvPr/>
        </p:nvSpPr>
        <p:spPr>
          <a:xfrm xmlns:a="http://schemas.openxmlformats.org/drawingml/2006/main">
            <a:off x="4967478"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0" name="Oval 119">
            <a:extLst xmlns:a="http://schemas.openxmlformats.org/drawingml/2006/main">
              <a:ext uri="{FF2B5EF4-FFF2-40B4-BE49-F238E27FC236}">
                <a16:creationId xmlns:a16="http://schemas.microsoft.com/office/drawing/2014/main" id="{7D378103-AC57-4101-A7A8-00AA3902B7BD}"/>
              </a:ext>
            </a:extLst>
          </p:cNvPr>
          <p:cNvSpPr>
            <a:spLocks xmlns:a="http://schemas.openxmlformats.org/drawingml/2006/main" noGrp="1"/>
          </p:cNvSpPr>
          <p:nvPr/>
        </p:nvSpPr>
        <p:spPr>
          <a:xfrm xmlns:a="http://schemas.openxmlformats.org/drawingml/2006/main">
            <a:off x="4906213" y="442832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1" name="Connector 120">
            <a:extLst xmlns:a="http://schemas.openxmlformats.org/drawingml/2006/main">
              <a:ext uri="{FF2B5EF4-FFF2-40B4-BE49-F238E27FC236}">
                <a16:creationId xmlns:a16="http://schemas.microsoft.com/office/drawing/2014/main" id="{D1AC30C5-DBD5-45AA-A829-A9EC0768CC65}"/>
              </a:ext>
            </a:extLst>
          </p:cNvPr>
          <p:cNvSpPr>
            <a:spLocks xmlns:a="http://schemas.openxmlformats.org/drawingml/2006/main" noGrp="1"/>
          </p:cNvSpPr>
          <p:nvPr/>
        </p:nvSpPr>
        <p:spPr>
          <a:xfrm xmlns:a="http://schemas.openxmlformats.org/drawingml/2006/main">
            <a:off x="5747004"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2" name="Oval 121">
            <a:extLst xmlns:a="http://schemas.openxmlformats.org/drawingml/2006/main">
              <a:ext uri="{FF2B5EF4-FFF2-40B4-BE49-F238E27FC236}">
                <a16:creationId xmlns:a16="http://schemas.microsoft.com/office/drawing/2014/main" id="{9D57EAE5-226C-4AB1-B69A-6E0049132403}"/>
              </a:ext>
            </a:extLst>
          </p:cNvPr>
          <p:cNvSpPr>
            <a:spLocks xmlns:a="http://schemas.openxmlformats.org/drawingml/2006/main" noGrp="1"/>
          </p:cNvSpPr>
          <p:nvPr/>
        </p:nvSpPr>
        <p:spPr>
          <a:xfrm xmlns:a="http://schemas.openxmlformats.org/drawingml/2006/main">
            <a:off x="5685739" y="384099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3" name="Connector 122">
            <a:extLst xmlns:a="http://schemas.openxmlformats.org/drawingml/2006/main">
              <a:ext uri="{FF2B5EF4-FFF2-40B4-BE49-F238E27FC236}">
                <a16:creationId xmlns:a16="http://schemas.microsoft.com/office/drawing/2014/main" id="{1E5803B4-8769-452E-9480-CA84FEC05362}"/>
              </a:ext>
            </a:extLst>
          </p:cNvPr>
          <p:cNvSpPr>
            <a:spLocks xmlns:a="http://schemas.openxmlformats.org/drawingml/2006/main" noGrp="1"/>
          </p:cNvSpPr>
          <p:nvPr/>
        </p:nvSpPr>
        <p:spPr>
          <a:xfrm xmlns:a="http://schemas.openxmlformats.org/drawingml/2006/main">
            <a:off x="6526530"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4" name="Oval 123">
            <a:extLst xmlns:a="http://schemas.openxmlformats.org/drawingml/2006/main">
              <a:ext uri="{FF2B5EF4-FFF2-40B4-BE49-F238E27FC236}">
                <a16:creationId xmlns:a16="http://schemas.microsoft.com/office/drawing/2014/main" id="{8B98AC29-BC64-4517-851A-C208D4BC6354}"/>
              </a:ext>
            </a:extLst>
          </p:cNvPr>
          <p:cNvSpPr>
            <a:spLocks xmlns:a="http://schemas.openxmlformats.org/drawingml/2006/main" noGrp="1"/>
          </p:cNvSpPr>
          <p:nvPr/>
        </p:nvSpPr>
        <p:spPr>
          <a:xfrm xmlns:a="http://schemas.openxmlformats.org/drawingml/2006/main">
            <a:off x="6465265" y="2823436"/>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5" name="Connector 124">
            <a:extLst xmlns:a="http://schemas.openxmlformats.org/drawingml/2006/main">
              <a:ext uri="{FF2B5EF4-FFF2-40B4-BE49-F238E27FC236}">
                <a16:creationId xmlns:a16="http://schemas.microsoft.com/office/drawing/2014/main" id="{7346AE70-5051-428B-8CF8-4E18DDBA2282}"/>
              </a:ext>
            </a:extLst>
          </p:cNvPr>
          <p:cNvSpPr>
            <a:spLocks xmlns:a="http://schemas.openxmlformats.org/drawingml/2006/main" noGrp="1"/>
          </p:cNvSpPr>
          <p:nvPr/>
        </p:nvSpPr>
        <p:spPr>
          <a:xfrm xmlns:a="http://schemas.openxmlformats.org/drawingml/2006/main">
            <a:off x="7306056"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6" name="Oval 125">
            <a:extLst xmlns:a="http://schemas.openxmlformats.org/drawingml/2006/main">
              <a:ext uri="{FF2B5EF4-FFF2-40B4-BE49-F238E27FC236}">
                <a16:creationId xmlns:a16="http://schemas.microsoft.com/office/drawing/2014/main" id="{3B831310-8861-4C64-B508-92451AF99740}"/>
              </a:ext>
            </a:extLst>
          </p:cNvPr>
          <p:cNvSpPr>
            <a:spLocks xmlns:a="http://schemas.openxmlformats.org/drawingml/2006/main" noGrp="1"/>
          </p:cNvSpPr>
          <p:nvPr/>
        </p:nvSpPr>
        <p:spPr>
          <a:xfrm xmlns:a="http://schemas.openxmlformats.org/drawingml/2006/main">
            <a:off x="7244791" y="2258062"/>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7" name="Connector 126">
            <a:extLst xmlns:a="http://schemas.openxmlformats.org/drawingml/2006/main">
              <a:ext uri="{FF2B5EF4-FFF2-40B4-BE49-F238E27FC236}">
                <a16:creationId xmlns:a16="http://schemas.microsoft.com/office/drawing/2014/main" id="{9D259140-FDC5-419B-B863-7D48E3C0FBE2}"/>
              </a:ext>
            </a:extLst>
          </p:cNvPr>
          <p:cNvSpPr>
            <a:spLocks xmlns:a="http://schemas.openxmlformats.org/drawingml/2006/main" noGrp="1"/>
          </p:cNvSpPr>
          <p:nvPr/>
        </p:nvSpPr>
        <p:spPr>
          <a:xfrm xmlns:a="http://schemas.openxmlformats.org/drawingml/2006/main">
            <a:off x="8085582"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8" name="Oval 127">
            <a:extLst xmlns:a="http://schemas.openxmlformats.org/drawingml/2006/main">
              <a:ext uri="{FF2B5EF4-FFF2-40B4-BE49-F238E27FC236}">
                <a16:creationId xmlns:a16="http://schemas.microsoft.com/office/drawing/2014/main" id="{31F78A17-C0DC-4508-B4DA-62B4D98A33FB}"/>
              </a:ext>
            </a:extLst>
          </p:cNvPr>
          <p:cNvSpPr>
            <a:spLocks xmlns:a="http://schemas.openxmlformats.org/drawingml/2006/main" noGrp="1"/>
          </p:cNvSpPr>
          <p:nvPr/>
        </p:nvSpPr>
        <p:spPr>
          <a:xfrm xmlns:a="http://schemas.openxmlformats.org/drawingml/2006/main">
            <a:off x="8024317" y="263515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9" name="Connector 128">
            <a:extLst xmlns:a="http://schemas.openxmlformats.org/drawingml/2006/main">
              <a:ext uri="{FF2B5EF4-FFF2-40B4-BE49-F238E27FC236}">
                <a16:creationId xmlns:a16="http://schemas.microsoft.com/office/drawing/2014/main" id="{1377F064-DAC0-4C5A-9908-27BCC501C6C2}"/>
              </a:ext>
            </a:extLst>
          </p:cNvPr>
          <p:cNvSpPr>
            <a:spLocks xmlns:a="http://schemas.openxmlformats.org/drawingml/2006/main" noGrp="1"/>
          </p:cNvSpPr>
          <p:nvPr/>
        </p:nvSpPr>
        <p:spPr>
          <a:xfrm xmlns:a="http://schemas.openxmlformats.org/drawingml/2006/main">
            <a:off x="8865108"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0" name="Oval 129">
            <a:extLst xmlns:a="http://schemas.openxmlformats.org/drawingml/2006/main">
              <a:ext uri="{FF2B5EF4-FFF2-40B4-BE49-F238E27FC236}">
                <a16:creationId xmlns:a16="http://schemas.microsoft.com/office/drawing/2014/main" id="{4F73D9D3-397C-483B-9CEB-FBFAFB72132B}"/>
              </a:ext>
            </a:extLst>
          </p:cNvPr>
          <p:cNvSpPr>
            <a:spLocks xmlns:a="http://schemas.openxmlformats.org/drawingml/2006/main" noGrp="1"/>
          </p:cNvSpPr>
          <p:nvPr/>
        </p:nvSpPr>
        <p:spPr>
          <a:xfrm xmlns:a="http://schemas.openxmlformats.org/drawingml/2006/main">
            <a:off x="8803843" y="3627712"/>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1" name="Connector 130">
            <a:extLst xmlns:a="http://schemas.openxmlformats.org/drawingml/2006/main">
              <a:ext uri="{FF2B5EF4-FFF2-40B4-BE49-F238E27FC236}">
                <a16:creationId xmlns:a16="http://schemas.microsoft.com/office/drawing/2014/main" id="{79DF922B-3114-431E-B596-A44C8A27C0E2}"/>
              </a:ext>
            </a:extLst>
          </p:cNvPr>
          <p:cNvSpPr>
            <a:spLocks xmlns:a="http://schemas.openxmlformats.org/drawingml/2006/main" noGrp="1"/>
          </p:cNvSpPr>
          <p:nvPr/>
        </p:nvSpPr>
        <p:spPr>
          <a:xfrm xmlns:a="http://schemas.openxmlformats.org/drawingml/2006/main">
            <a:off x="9644634"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2" name="Oval 131">
            <a:extLst xmlns:a="http://schemas.openxmlformats.org/drawingml/2006/main">
              <a:ext uri="{FF2B5EF4-FFF2-40B4-BE49-F238E27FC236}">
                <a16:creationId xmlns:a16="http://schemas.microsoft.com/office/drawing/2014/main" id="{6E8E9EDA-930A-4BE3-ABB0-B046FB8A26B5}"/>
              </a:ext>
            </a:extLst>
          </p:cNvPr>
          <p:cNvSpPr>
            <a:spLocks xmlns:a="http://schemas.openxmlformats.org/drawingml/2006/main" noGrp="1"/>
          </p:cNvSpPr>
          <p:nvPr/>
        </p:nvSpPr>
        <p:spPr>
          <a:xfrm xmlns:a="http://schemas.openxmlformats.org/drawingml/2006/main">
            <a:off x="9583369" y="437499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3" name="TextBox 132">
            <a:extLst xmlns:a="http://schemas.openxmlformats.org/drawingml/2006/main">
              <a:ext uri="{FF2B5EF4-FFF2-40B4-BE49-F238E27FC236}">
                <a16:creationId xmlns:a16="http://schemas.microsoft.com/office/drawing/2014/main" id="{3E5FEEB1-790A-411A-BB68-A889C3B976F8}"/>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采样：在固定时刻取样，让时间上的记录变得离散。</a:t>
            </a:r>
          </a:p>
        </p:txBody>
      </p:sp>
    </p:spTree>
    <p:extLst>
      <p:ext uri="{BB962C8B-B14F-4D97-AF65-F5344CB8AC3E}">
        <p14:creationId xmlns:p14="http://schemas.microsoft.com/office/powerpoint/2010/main" val="83392464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F80D8BA-0DD6-42CF-917D-708750A9FA7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9BCEF498-6C37-4AEF-A80B-48B277BAB7FF}"/>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0334E70-4B50-4B47-A422-43D750F8E12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演示B：放大红框，能看到什么？</a:t>
            </a:r>
          </a:p>
        </p:txBody>
      </p:sp>
      <p:sp>
        <p:nvSpPr>
          <p:cNvPr id="5" name="text">
            <a:extLst xmlns:a="http://schemas.openxmlformats.org/drawingml/2006/main">
              <a:ext uri="{FF2B5EF4-FFF2-40B4-BE49-F238E27FC236}">
                <a16:creationId xmlns:a16="http://schemas.microsoft.com/office/drawing/2014/main" id="{3EF413CC-E776-42C1-B183-605925C73459}"/>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同一数学示意信号；只放大 0.30～0.50 s。</a:t>
            </a:r>
          </a:p>
        </p:txBody>
      </p:sp>
      <p:sp>
        <p:nvSpPr>
          <p:cNvPr id="6" name="overview-heading">
            <a:extLst xmlns:a="http://schemas.openxmlformats.org/drawingml/2006/main">
              <a:ext uri="{FF2B5EF4-FFF2-40B4-BE49-F238E27FC236}">
                <a16:creationId xmlns:a16="http://schemas.microsoft.com/office/drawing/2014/main" id="{34888892-B43A-40BB-BBA0-BC7E49791FA3}"/>
              </a:ext>
            </a:extLst>
          </p:cNvPr>
          <p:cNvSpPr>
            <a:spLocks xmlns:a="http://schemas.openxmlformats.org/drawingml/2006/main" noGrp="1"/>
          </p:cNvSpPr>
          <p:nvPr/>
        </p:nvSpPr>
        <p:spPr>
          <a:xfrm xmlns:a="http://schemas.openxmlformats.org/drawingml/2006/main">
            <a:off x="609600" y="2238375"/>
            <a:ext cx="4933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整体：0～1 s</a:t>
            </a:r>
          </a:p>
        </p:txBody>
      </p:sp>
      <p:sp>
        <p:nvSpPr>
          <p:cNvPr id="7" name="zoom-heading">
            <a:extLst xmlns:a="http://schemas.openxmlformats.org/drawingml/2006/main">
              <a:ext uri="{FF2B5EF4-FFF2-40B4-BE49-F238E27FC236}">
                <a16:creationId xmlns:a16="http://schemas.microsoft.com/office/drawing/2014/main" id="{8914A7AC-CD03-4E86-9141-1A7EFE5B4D00}"/>
              </a:ext>
            </a:extLst>
          </p:cNvPr>
          <p:cNvSpPr>
            <a:spLocks xmlns:a="http://schemas.openxmlformats.org/drawingml/2006/main" noGrp="1"/>
          </p:cNvSpPr>
          <p:nvPr/>
        </p:nvSpPr>
        <p:spPr>
          <a:xfrm xmlns:a="http://schemas.openxmlformats.org/drawingml/2006/main">
            <a:off x="6686550" y="2238375"/>
            <a:ext cx="4895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红框区间：0.30～0.50 s</a:t>
            </a:r>
          </a:p>
        </p:txBody>
      </p:sp>
      <p:sp>
        <p:nvSpPr>
          <p:cNvPr id="8" name="overview-axis-0">
            <a:extLst xmlns:a="http://schemas.openxmlformats.org/drawingml/2006/main">
              <a:ext uri="{FF2B5EF4-FFF2-40B4-BE49-F238E27FC236}">
                <a16:creationId xmlns:a16="http://schemas.microsoft.com/office/drawing/2014/main" id="{83694A4F-0CF5-4C50-8164-C2D54E34414D}"/>
              </a:ext>
            </a:extLst>
          </p:cNvPr>
          <p:cNvSpPr>
            <a:spLocks xmlns:a="http://schemas.openxmlformats.org/drawingml/2006/main" noGrp="1"/>
          </p:cNvSpPr>
          <p:nvPr/>
        </p:nvSpPr>
        <p:spPr>
          <a:xfrm xmlns:a="http://schemas.openxmlformats.org/drawingml/2006/main">
            <a:off x="1066800" y="4000500"/>
            <a:ext cx="4095750" cy="9525"/>
          </a:xfrm>
          <a:custGeom xmlns:a="http://schemas.openxmlformats.org/drawingml/2006/main">
            <a:pathLst>
              <a:path w="4095750" h="9525">
                <a:moveTo>
                  <a:pt x="0" y="0"/>
                </a:moveTo>
                <a:lnTo>
                  <a:pt x="4095750" y="0"/>
                </a:lnTo>
              </a:path>
            </a:pathLst>
          </a:custGeom>
          <a:noFill xmlns:a="http://schemas.openxmlformats.org/drawingml/2006/main"/>
          <a:ln xmlns:a="http://schemas.openxmlformats.org/drawingml/2006/main" w="12383">
            <a:solidFill>
              <a:srgbClr val="808080"/>
            </a:solidFill>
          </a:ln>
        </p:spPr>
      </p:sp>
      <p:sp>
        <p:nvSpPr>
          <p:cNvPr id="9" name="amplitude-axis-0">
            <a:extLst xmlns:a="http://schemas.openxmlformats.org/drawingml/2006/main">
              <a:ext uri="{FF2B5EF4-FFF2-40B4-BE49-F238E27FC236}">
                <a16:creationId xmlns:a16="http://schemas.microsoft.com/office/drawing/2014/main" id="{CCE00BA8-9184-4B5F-BB06-1EC44F6D62C6}"/>
              </a:ext>
            </a:extLst>
          </p:cNvPr>
          <p:cNvSpPr>
            <a:spLocks xmlns:a="http://schemas.openxmlformats.org/drawingml/2006/main" noGrp="1"/>
          </p:cNvSpPr>
          <p:nvPr/>
        </p:nvSpPr>
        <p:spPr>
          <a:xfrm xmlns:a="http://schemas.openxmlformats.org/drawingml/2006/main">
            <a:off x="1066800" y="2895600"/>
            <a:ext cx="9525" cy="2286000"/>
          </a:xfrm>
          <a:custGeom xmlns:a="http://schemas.openxmlformats.org/drawingml/2006/main">
            <a:pathLst>
              <a:path w="9525" h="2286000">
                <a:moveTo>
                  <a:pt x="0" y="0"/>
                </a:moveTo>
                <a:lnTo>
                  <a:pt x="0" y="2286000"/>
                </a:lnTo>
              </a:path>
            </a:pathLst>
          </a:custGeom>
          <a:noFill xmlns:a="http://schemas.openxmlformats.org/drawingml/2006/main"/>
          <a:ln xmlns:a="http://schemas.openxmlformats.org/drawingml/2006/main" w="12383">
            <a:solidFill>
              <a:srgbClr val="808080"/>
            </a:solidFill>
          </a:ln>
        </p:spPr>
      </p:sp>
      <p:sp>
        <p:nvSpPr>
          <p:cNvPr id="10" name="amplitude-label-0">
            <a:extLst xmlns:a="http://schemas.openxmlformats.org/drawingml/2006/main">
              <a:ext uri="{FF2B5EF4-FFF2-40B4-BE49-F238E27FC236}">
                <a16:creationId xmlns:a16="http://schemas.microsoft.com/office/drawing/2014/main" id="{14084F88-E0F6-40AF-9C1F-858811CB844C}"/>
              </a:ext>
            </a:extLst>
          </p:cNvPr>
          <p:cNvSpPr>
            <a:spLocks xmlns:a="http://schemas.openxmlformats.org/drawingml/2006/main" noGrp="1"/>
          </p:cNvSpPr>
          <p:nvPr/>
        </p:nvSpPr>
        <p:spPr>
          <a:xfrm xmlns:a="http://schemas.openxmlformats.org/drawingml/2006/main">
            <a:off x="609600" y="2771775"/>
            <a:ext cx="838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11" name="time-label-0">
            <a:extLst xmlns:a="http://schemas.openxmlformats.org/drawingml/2006/main">
              <a:ext uri="{FF2B5EF4-FFF2-40B4-BE49-F238E27FC236}">
                <a16:creationId xmlns:a16="http://schemas.microsoft.com/office/drawing/2014/main" id="{94DE6E4A-249A-4EB0-8600-AB151476425D}"/>
              </a:ext>
            </a:extLst>
          </p:cNvPr>
          <p:cNvSpPr>
            <a:spLocks xmlns:a="http://schemas.openxmlformats.org/drawingml/2006/main" noGrp="1"/>
          </p:cNvSpPr>
          <p:nvPr/>
        </p:nvSpPr>
        <p:spPr>
          <a:xfrm xmlns:a="http://schemas.openxmlformats.org/drawingml/2006/main">
            <a:off x="3857625" y="5343525"/>
            <a:ext cx="1285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 / s</a:t>
            </a:r>
          </a:p>
        </p:txBody>
      </p:sp>
      <p:sp>
        <p:nvSpPr>
          <p:cNvPr id="12" name="overview-axis-1">
            <a:extLst xmlns:a="http://schemas.openxmlformats.org/drawingml/2006/main">
              <a:ext uri="{FF2B5EF4-FFF2-40B4-BE49-F238E27FC236}">
                <a16:creationId xmlns:a16="http://schemas.microsoft.com/office/drawing/2014/main" id="{E3A422C1-1EED-4099-8A78-2CDAC7A8642C}"/>
              </a:ext>
            </a:extLst>
          </p:cNvPr>
          <p:cNvSpPr>
            <a:spLocks xmlns:a="http://schemas.openxmlformats.org/drawingml/2006/main" noGrp="1"/>
          </p:cNvSpPr>
          <p:nvPr/>
        </p:nvSpPr>
        <p:spPr>
          <a:xfrm xmlns:a="http://schemas.openxmlformats.org/drawingml/2006/main">
            <a:off x="7143750" y="4000500"/>
            <a:ext cx="4095750" cy="9525"/>
          </a:xfrm>
          <a:custGeom xmlns:a="http://schemas.openxmlformats.org/drawingml/2006/main">
            <a:pathLst>
              <a:path w="4095750" h="9525">
                <a:moveTo>
                  <a:pt x="0" y="0"/>
                </a:moveTo>
                <a:lnTo>
                  <a:pt x="4095750" y="0"/>
                </a:lnTo>
              </a:path>
            </a:pathLst>
          </a:custGeom>
          <a:noFill xmlns:a="http://schemas.openxmlformats.org/drawingml/2006/main"/>
          <a:ln xmlns:a="http://schemas.openxmlformats.org/drawingml/2006/main" w="12383">
            <a:solidFill>
              <a:srgbClr val="808080"/>
            </a:solidFill>
          </a:ln>
        </p:spPr>
      </p:sp>
      <p:sp>
        <p:nvSpPr>
          <p:cNvPr id="13" name="amplitude-axis-1">
            <a:extLst xmlns:a="http://schemas.openxmlformats.org/drawingml/2006/main">
              <a:ext uri="{FF2B5EF4-FFF2-40B4-BE49-F238E27FC236}">
                <a16:creationId xmlns:a16="http://schemas.microsoft.com/office/drawing/2014/main" id="{C5EA057E-77B6-4D24-B08C-06992C314071}"/>
              </a:ext>
            </a:extLst>
          </p:cNvPr>
          <p:cNvSpPr>
            <a:spLocks xmlns:a="http://schemas.openxmlformats.org/drawingml/2006/main" noGrp="1"/>
          </p:cNvSpPr>
          <p:nvPr/>
        </p:nvSpPr>
        <p:spPr>
          <a:xfrm xmlns:a="http://schemas.openxmlformats.org/drawingml/2006/main">
            <a:off x="7143750" y="2895600"/>
            <a:ext cx="9525" cy="2286000"/>
          </a:xfrm>
          <a:custGeom xmlns:a="http://schemas.openxmlformats.org/drawingml/2006/main">
            <a:pathLst>
              <a:path w="9525" h="2286000">
                <a:moveTo>
                  <a:pt x="0" y="0"/>
                </a:moveTo>
                <a:lnTo>
                  <a:pt x="0" y="2286000"/>
                </a:lnTo>
              </a:path>
            </a:pathLst>
          </a:custGeom>
          <a:noFill xmlns:a="http://schemas.openxmlformats.org/drawingml/2006/main"/>
          <a:ln xmlns:a="http://schemas.openxmlformats.org/drawingml/2006/main" w="12383">
            <a:solidFill>
              <a:srgbClr val="808080"/>
            </a:solidFill>
          </a:ln>
        </p:spPr>
      </p:sp>
      <p:sp>
        <p:nvSpPr>
          <p:cNvPr id="14" name="amplitude-label-1">
            <a:extLst xmlns:a="http://schemas.openxmlformats.org/drawingml/2006/main">
              <a:ext uri="{FF2B5EF4-FFF2-40B4-BE49-F238E27FC236}">
                <a16:creationId xmlns:a16="http://schemas.microsoft.com/office/drawing/2014/main" id="{98E3E1F9-78DC-40F2-B346-BB3D9EB912BD}"/>
              </a:ext>
            </a:extLst>
          </p:cNvPr>
          <p:cNvSpPr>
            <a:spLocks xmlns:a="http://schemas.openxmlformats.org/drawingml/2006/main" noGrp="1"/>
          </p:cNvSpPr>
          <p:nvPr/>
        </p:nvSpPr>
        <p:spPr>
          <a:xfrm xmlns:a="http://schemas.openxmlformats.org/drawingml/2006/main">
            <a:off x="6686550" y="2771775"/>
            <a:ext cx="838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15" name="time-label-1">
            <a:extLst xmlns:a="http://schemas.openxmlformats.org/drawingml/2006/main">
              <a:ext uri="{FF2B5EF4-FFF2-40B4-BE49-F238E27FC236}">
                <a16:creationId xmlns:a16="http://schemas.microsoft.com/office/drawing/2014/main" id="{D934BCAC-D9F9-4601-B017-2F28F7A5E63A}"/>
              </a:ext>
            </a:extLst>
          </p:cNvPr>
          <p:cNvSpPr>
            <a:spLocks xmlns:a="http://schemas.openxmlformats.org/drawingml/2006/main" noGrp="1"/>
          </p:cNvSpPr>
          <p:nvPr/>
        </p:nvSpPr>
        <p:spPr>
          <a:xfrm xmlns:a="http://schemas.openxmlformats.org/drawingml/2006/main">
            <a:off x="9934575" y="5343525"/>
            <a:ext cx="1285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 / s</a:t>
            </a:r>
          </a:p>
        </p:txBody>
      </p:sp>
      <p:sp>
        <p:nvSpPr>
          <p:cNvPr id="16" name="overview-shared-signal">
            <a:extLst xmlns:a="http://schemas.openxmlformats.org/drawingml/2006/main">
              <a:ext uri="{FF2B5EF4-FFF2-40B4-BE49-F238E27FC236}">
                <a16:creationId xmlns:a16="http://schemas.microsoft.com/office/drawing/2014/main" id="{74047597-86E9-41A3-B607-69A93D1F50D7}"/>
              </a:ext>
            </a:extLst>
          </p:cNvPr>
          <p:cNvSpPr>
            <a:spLocks xmlns:a="http://schemas.openxmlformats.org/drawingml/2006/main" noGrp="1"/>
          </p:cNvSpPr>
          <p:nvPr/>
        </p:nvSpPr>
        <p:spPr>
          <a:xfrm xmlns:a="http://schemas.openxmlformats.org/drawingml/2006/main">
            <a:off x="1066800" y="3280482"/>
            <a:ext cx="4095750" cy="1440036"/>
          </a:xfrm>
          <a:custGeom xmlns:a="http://schemas.openxmlformats.org/drawingml/2006/main">
            <a:pathLst>
              <a:path w="4095750" h="1440036">
                <a:moveTo>
                  <a:pt x="0" y="507217"/>
                </a:moveTo>
                <a:lnTo>
                  <a:pt x="13653" y="436474"/>
                </a:lnTo>
                <a:lnTo>
                  <a:pt x="27305" y="368839"/>
                </a:lnTo>
                <a:lnTo>
                  <a:pt x="40957" y="305050"/>
                </a:lnTo>
                <a:lnTo>
                  <a:pt x="54610" y="245809"/>
                </a:lnTo>
                <a:lnTo>
                  <a:pt x="68263" y="191762"/>
                </a:lnTo>
                <a:lnTo>
                  <a:pt x="81915" y="143504"/>
                </a:lnTo>
                <a:lnTo>
                  <a:pt x="95567" y="101562"/>
                </a:lnTo>
                <a:lnTo>
                  <a:pt x="109220" y="66396"/>
                </a:lnTo>
                <a:lnTo>
                  <a:pt x="122873" y="38391"/>
                </a:lnTo>
                <a:lnTo>
                  <a:pt x="136525" y="17854"/>
                </a:lnTo>
                <a:lnTo>
                  <a:pt x="150178" y="5010"/>
                </a:lnTo>
                <a:lnTo>
                  <a:pt x="163830" y="0"/>
                </a:lnTo>
                <a:lnTo>
                  <a:pt x="177482" y="2879"/>
                </a:lnTo>
                <a:lnTo>
                  <a:pt x="191135" y="13614"/>
                </a:lnTo>
                <a:lnTo>
                  <a:pt x="204788" y="32090"/>
                </a:lnTo>
                <a:lnTo>
                  <a:pt x="218440" y="58102"/>
                </a:lnTo>
                <a:lnTo>
                  <a:pt x="232093" y="91366"/>
                </a:lnTo>
                <a:lnTo>
                  <a:pt x="245745" y="131518"/>
                </a:lnTo>
                <a:lnTo>
                  <a:pt x="259398" y="178118"/>
                </a:lnTo>
                <a:lnTo>
                  <a:pt x="273050" y="230655"/>
                </a:lnTo>
                <a:lnTo>
                  <a:pt x="286702" y="288554"/>
                </a:lnTo>
                <a:lnTo>
                  <a:pt x="300355" y="351179"/>
                </a:lnTo>
                <a:lnTo>
                  <a:pt x="314008" y="417846"/>
                </a:lnTo>
                <a:lnTo>
                  <a:pt x="327660" y="487823"/>
                </a:lnTo>
                <a:lnTo>
                  <a:pt x="341313" y="560345"/>
                </a:lnTo>
                <a:lnTo>
                  <a:pt x="354965" y="634616"/>
                </a:lnTo>
                <a:lnTo>
                  <a:pt x="368617" y="709822"/>
                </a:lnTo>
                <a:lnTo>
                  <a:pt x="382270" y="785140"/>
                </a:lnTo>
                <a:lnTo>
                  <a:pt x="395922" y="859745"/>
                </a:lnTo>
                <a:lnTo>
                  <a:pt x="409575" y="932819"/>
                </a:lnTo>
                <a:lnTo>
                  <a:pt x="423228" y="1003561"/>
                </a:lnTo>
                <a:lnTo>
                  <a:pt x="436880" y="1071197"/>
                </a:lnTo>
                <a:lnTo>
                  <a:pt x="450533" y="1134985"/>
                </a:lnTo>
                <a:lnTo>
                  <a:pt x="464185" y="1194227"/>
                </a:lnTo>
                <a:lnTo>
                  <a:pt x="477837" y="1248273"/>
                </a:lnTo>
                <a:lnTo>
                  <a:pt x="491490" y="1296532"/>
                </a:lnTo>
                <a:lnTo>
                  <a:pt x="505143" y="1338474"/>
                </a:lnTo>
                <a:lnTo>
                  <a:pt x="518795" y="1373640"/>
                </a:lnTo>
                <a:lnTo>
                  <a:pt x="532448" y="1401645"/>
                </a:lnTo>
                <a:lnTo>
                  <a:pt x="546100" y="1422182"/>
                </a:lnTo>
                <a:lnTo>
                  <a:pt x="559752" y="1435026"/>
                </a:lnTo>
                <a:lnTo>
                  <a:pt x="573405" y="1440036"/>
                </a:lnTo>
                <a:lnTo>
                  <a:pt x="587057" y="1437157"/>
                </a:lnTo>
                <a:lnTo>
                  <a:pt x="600710" y="1426421"/>
                </a:lnTo>
                <a:lnTo>
                  <a:pt x="614363" y="1407946"/>
                </a:lnTo>
                <a:lnTo>
                  <a:pt x="628015" y="1381934"/>
                </a:lnTo>
                <a:lnTo>
                  <a:pt x="641668" y="1348669"/>
                </a:lnTo>
                <a:lnTo>
                  <a:pt x="655320" y="1308517"/>
                </a:lnTo>
                <a:lnTo>
                  <a:pt x="668973" y="1261918"/>
                </a:lnTo>
                <a:lnTo>
                  <a:pt x="682625" y="1209381"/>
                </a:lnTo>
                <a:lnTo>
                  <a:pt x="696278" y="1151482"/>
                </a:lnTo>
                <a:lnTo>
                  <a:pt x="709930" y="1088856"/>
                </a:lnTo>
                <a:lnTo>
                  <a:pt x="723583" y="1022190"/>
                </a:lnTo>
                <a:lnTo>
                  <a:pt x="737235" y="952212"/>
                </a:lnTo>
                <a:lnTo>
                  <a:pt x="750887" y="879691"/>
                </a:lnTo>
                <a:lnTo>
                  <a:pt x="764540" y="805420"/>
                </a:lnTo>
                <a:lnTo>
                  <a:pt x="778192" y="730213"/>
                </a:lnTo>
                <a:lnTo>
                  <a:pt x="791845" y="654895"/>
                </a:lnTo>
                <a:lnTo>
                  <a:pt x="805498" y="580291"/>
                </a:lnTo>
                <a:lnTo>
                  <a:pt x="819150" y="507217"/>
                </a:lnTo>
                <a:lnTo>
                  <a:pt x="832803" y="436474"/>
                </a:lnTo>
                <a:lnTo>
                  <a:pt x="846455" y="368839"/>
                </a:lnTo>
                <a:lnTo>
                  <a:pt x="860108" y="305050"/>
                </a:lnTo>
                <a:lnTo>
                  <a:pt x="873760" y="245809"/>
                </a:lnTo>
                <a:lnTo>
                  <a:pt x="887413" y="191762"/>
                </a:lnTo>
                <a:lnTo>
                  <a:pt x="901065" y="143504"/>
                </a:lnTo>
                <a:lnTo>
                  <a:pt x="914718" y="101562"/>
                </a:lnTo>
                <a:lnTo>
                  <a:pt x="928370" y="66396"/>
                </a:lnTo>
                <a:lnTo>
                  <a:pt x="942023" y="38391"/>
                </a:lnTo>
                <a:lnTo>
                  <a:pt x="955675" y="17854"/>
                </a:lnTo>
                <a:lnTo>
                  <a:pt x="969327" y="5010"/>
                </a:lnTo>
                <a:lnTo>
                  <a:pt x="982980" y="0"/>
                </a:lnTo>
                <a:lnTo>
                  <a:pt x="996632" y="2879"/>
                </a:lnTo>
                <a:lnTo>
                  <a:pt x="1010285" y="13614"/>
                </a:lnTo>
                <a:lnTo>
                  <a:pt x="1023938" y="32090"/>
                </a:lnTo>
                <a:lnTo>
                  <a:pt x="1037590" y="58102"/>
                </a:lnTo>
                <a:lnTo>
                  <a:pt x="1051243" y="91366"/>
                </a:lnTo>
                <a:lnTo>
                  <a:pt x="1064895" y="131518"/>
                </a:lnTo>
                <a:lnTo>
                  <a:pt x="1078548" y="178118"/>
                </a:lnTo>
                <a:lnTo>
                  <a:pt x="1092200" y="230655"/>
                </a:lnTo>
                <a:lnTo>
                  <a:pt x="1105853" y="288554"/>
                </a:lnTo>
                <a:lnTo>
                  <a:pt x="1119505" y="351179"/>
                </a:lnTo>
                <a:lnTo>
                  <a:pt x="1133158" y="417846"/>
                </a:lnTo>
                <a:lnTo>
                  <a:pt x="1146810" y="487823"/>
                </a:lnTo>
                <a:lnTo>
                  <a:pt x="1160462" y="560345"/>
                </a:lnTo>
                <a:lnTo>
                  <a:pt x="1174115" y="634616"/>
                </a:lnTo>
                <a:lnTo>
                  <a:pt x="1187768" y="709822"/>
                </a:lnTo>
                <a:lnTo>
                  <a:pt x="1201420" y="785140"/>
                </a:lnTo>
                <a:lnTo>
                  <a:pt x="1215073" y="859745"/>
                </a:lnTo>
                <a:lnTo>
                  <a:pt x="1228725" y="932819"/>
                </a:lnTo>
                <a:lnTo>
                  <a:pt x="1242378" y="1003561"/>
                </a:lnTo>
                <a:lnTo>
                  <a:pt x="1256030" y="1071197"/>
                </a:lnTo>
                <a:lnTo>
                  <a:pt x="1269683" y="1134985"/>
                </a:lnTo>
                <a:lnTo>
                  <a:pt x="1283335" y="1194227"/>
                </a:lnTo>
                <a:lnTo>
                  <a:pt x="1296988" y="1248273"/>
                </a:lnTo>
                <a:lnTo>
                  <a:pt x="1310640" y="1296532"/>
                </a:lnTo>
                <a:lnTo>
                  <a:pt x="1324293" y="1338474"/>
                </a:lnTo>
                <a:lnTo>
                  <a:pt x="1337945" y="1373640"/>
                </a:lnTo>
                <a:lnTo>
                  <a:pt x="1351598" y="1401645"/>
                </a:lnTo>
                <a:lnTo>
                  <a:pt x="1365250" y="1422182"/>
                </a:lnTo>
                <a:lnTo>
                  <a:pt x="1378902" y="1435026"/>
                </a:lnTo>
                <a:lnTo>
                  <a:pt x="1392555" y="1440036"/>
                </a:lnTo>
                <a:lnTo>
                  <a:pt x="1406208" y="1437157"/>
                </a:lnTo>
                <a:lnTo>
                  <a:pt x="1419860" y="1426421"/>
                </a:lnTo>
                <a:lnTo>
                  <a:pt x="1433513" y="1407946"/>
                </a:lnTo>
                <a:lnTo>
                  <a:pt x="1447165" y="1381934"/>
                </a:lnTo>
                <a:lnTo>
                  <a:pt x="1460818" y="1348669"/>
                </a:lnTo>
                <a:lnTo>
                  <a:pt x="1474470" y="1308517"/>
                </a:lnTo>
                <a:lnTo>
                  <a:pt x="1488123" y="1261918"/>
                </a:lnTo>
                <a:lnTo>
                  <a:pt x="1501775" y="1209381"/>
                </a:lnTo>
                <a:lnTo>
                  <a:pt x="1515428" y="1151482"/>
                </a:lnTo>
                <a:lnTo>
                  <a:pt x="1529080" y="1088856"/>
                </a:lnTo>
                <a:lnTo>
                  <a:pt x="1542733" y="1022190"/>
                </a:lnTo>
                <a:lnTo>
                  <a:pt x="1556385" y="952212"/>
                </a:lnTo>
                <a:lnTo>
                  <a:pt x="1570038" y="879691"/>
                </a:lnTo>
                <a:lnTo>
                  <a:pt x="1583690" y="805420"/>
                </a:lnTo>
                <a:lnTo>
                  <a:pt x="1597343" y="730213"/>
                </a:lnTo>
                <a:lnTo>
                  <a:pt x="1610995" y="654895"/>
                </a:lnTo>
                <a:lnTo>
                  <a:pt x="1624648" y="580291"/>
                </a:lnTo>
                <a:lnTo>
                  <a:pt x="1638300" y="507217"/>
                </a:lnTo>
                <a:lnTo>
                  <a:pt x="1651953" y="436474"/>
                </a:lnTo>
                <a:lnTo>
                  <a:pt x="1665605" y="368839"/>
                </a:lnTo>
                <a:lnTo>
                  <a:pt x="1679258" y="305050"/>
                </a:lnTo>
                <a:lnTo>
                  <a:pt x="1692910" y="245809"/>
                </a:lnTo>
                <a:lnTo>
                  <a:pt x="1706562" y="191762"/>
                </a:lnTo>
                <a:lnTo>
                  <a:pt x="1720215" y="143504"/>
                </a:lnTo>
                <a:lnTo>
                  <a:pt x="1733867" y="101562"/>
                </a:lnTo>
                <a:lnTo>
                  <a:pt x="1747520" y="66396"/>
                </a:lnTo>
                <a:lnTo>
                  <a:pt x="1761172" y="38391"/>
                </a:lnTo>
                <a:lnTo>
                  <a:pt x="1774825" y="17854"/>
                </a:lnTo>
                <a:lnTo>
                  <a:pt x="1788477" y="5010"/>
                </a:lnTo>
                <a:lnTo>
                  <a:pt x="1802130" y="0"/>
                </a:lnTo>
                <a:lnTo>
                  <a:pt x="1815783" y="2879"/>
                </a:lnTo>
                <a:lnTo>
                  <a:pt x="1829435" y="13614"/>
                </a:lnTo>
                <a:lnTo>
                  <a:pt x="1843088" y="32090"/>
                </a:lnTo>
                <a:lnTo>
                  <a:pt x="1856740" y="58102"/>
                </a:lnTo>
                <a:lnTo>
                  <a:pt x="1870393" y="91366"/>
                </a:lnTo>
                <a:lnTo>
                  <a:pt x="1884045" y="131518"/>
                </a:lnTo>
                <a:lnTo>
                  <a:pt x="1897698" y="178118"/>
                </a:lnTo>
                <a:lnTo>
                  <a:pt x="1911350" y="230655"/>
                </a:lnTo>
                <a:lnTo>
                  <a:pt x="1925003" y="288554"/>
                </a:lnTo>
                <a:lnTo>
                  <a:pt x="1938655" y="351179"/>
                </a:lnTo>
                <a:lnTo>
                  <a:pt x="1952308" y="417846"/>
                </a:lnTo>
                <a:lnTo>
                  <a:pt x="1965960" y="487823"/>
                </a:lnTo>
                <a:lnTo>
                  <a:pt x="1979613" y="560345"/>
                </a:lnTo>
                <a:lnTo>
                  <a:pt x="1993265" y="634616"/>
                </a:lnTo>
                <a:lnTo>
                  <a:pt x="2006918" y="709822"/>
                </a:lnTo>
                <a:lnTo>
                  <a:pt x="2020570" y="785140"/>
                </a:lnTo>
                <a:lnTo>
                  <a:pt x="2034223" y="859745"/>
                </a:lnTo>
                <a:lnTo>
                  <a:pt x="2047875" y="932819"/>
                </a:lnTo>
                <a:lnTo>
                  <a:pt x="2061528" y="1003561"/>
                </a:lnTo>
                <a:lnTo>
                  <a:pt x="2075180" y="1071197"/>
                </a:lnTo>
                <a:lnTo>
                  <a:pt x="2088833" y="1134985"/>
                </a:lnTo>
                <a:lnTo>
                  <a:pt x="2102485" y="1194227"/>
                </a:lnTo>
                <a:lnTo>
                  <a:pt x="2116137" y="1248273"/>
                </a:lnTo>
                <a:lnTo>
                  <a:pt x="2129790" y="1296532"/>
                </a:lnTo>
                <a:lnTo>
                  <a:pt x="2143442" y="1338474"/>
                </a:lnTo>
                <a:lnTo>
                  <a:pt x="2157095" y="1373640"/>
                </a:lnTo>
                <a:lnTo>
                  <a:pt x="2170748" y="1401645"/>
                </a:lnTo>
                <a:lnTo>
                  <a:pt x="2184400" y="1422182"/>
                </a:lnTo>
                <a:lnTo>
                  <a:pt x="2198053" y="1435026"/>
                </a:lnTo>
                <a:lnTo>
                  <a:pt x="2211705" y="1440036"/>
                </a:lnTo>
                <a:lnTo>
                  <a:pt x="2225358" y="1437157"/>
                </a:lnTo>
                <a:lnTo>
                  <a:pt x="2239010" y="1426421"/>
                </a:lnTo>
                <a:lnTo>
                  <a:pt x="2252663" y="1407946"/>
                </a:lnTo>
                <a:lnTo>
                  <a:pt x="2266315" y="1381934"/>
                </a:lnTo>
                <a:lnTo>
                  <a:pt x="2279968" y="1348669"/>
                </a:lnTo>
                <a:lnTo>
                  <a:pt x="2293620" y="1308517"/>
                </a:lnTo>
                <a:lnTo>
                  <a:pt x="2307273" y="1261918"/>
                </a:lnTo>
                <a:lnTo>
                  <a:pt x="2320925" y="1209381"/>
                </a:lnTo>
                <a:lnTo>
                  <a:pt x="2334578" y="1151482"/>
                </a:lnTo>
                <a:lnTo>
                  <a:pt x="2348230" y="1088856"/>
                </a:lnTo>
                <a:lnTo>
                  <a:pt x="2361883" y="1022190"/>
                </a:lnTo>
                <a:lnTo>
                  <a:pt x="2375535" y="952212"/>
                </a:lnTo>
                <a:lnTo>
                  <a:pt x="2389188" y="879691"/>
                </a:lnTo>
                <a:lnTo>
                  <a:pt x="2402840" y="805420"/>
                </a:lnTo>
                <a:lnTo>
                  <a:pt x="2416493" y="730213"/>
                </a:lnTo>
                <a:lnTo>
                  <a:pt x="2430145" y="654895"/>
                </a:lnTo>
                <a:lnTo>
                  <a:pt x="2443798" y="580291"/>
                </a:lnTo>
                <a:lnTo>
                  <a:pt x="2457450" y="507217"/>
                </a:lnTo>
                <a:lnTo>
                  <a:pt x="2471103" y="436474"/>
                </a:lnTo>
                <a:lnTo>
                  <a:pt x="2484755" y="368839"/>
                </a:lnTo>
                <a:lnTo>
                  <a:pt x="2498408" y="305050"/>
                </a:lnTo>
                <a:lnTo>
                  <a:pt x="2512060" y="245809"/>
                </a:lnTo>
                <a:lnTo>
                  <a:pt x="2525713" y="191762"/>
                </a:lnTo>
                <a:lnTo>
                  <a:pt x="2539365" y="143504"/>
                </a:lnTo>
                <a:lnTo>
                  <a:pt x="2553018" y="101562"/>
                </a:lnTo>
                <a:lnTo>
                  <a:pt x="2566670" y="66396"/>
                </a:lnTo>
                <a:lnTo>
                  <a:pt x="2580323" y="38391"/>
                </a:lnTo>
                <a:lnTo>
                  <a:pt x="2593975" y="17854"/>
                </a:lnTo>
                <a:lnTo>
                  <a:pt x="2607628" y="5010"/>
                </a:lnTo>
                <a:lnTo>
                  <a:pt x="2621280" y="0"/>
                </a:lnTo>
                <a:lnTo>
                  <a:pt x="2634933" y="2879"/>
                </a:lnTo>
                <a:lnTo>
                  <a:pt x="2648585" y="13614"/>
                </a:lnTo>
                <a:lnTo>
                  <a:pt x="2662238" y="32090"/>
                </a:lnTo>
                <a:lnTo>
                  <a:pt x="2675890" y="58102"/>
                </a:lnTo>
                <a:lnTo>
                  <a:pt x="2689543" y="91366"/>
                </a:lnTo>
                <a:lnTo>
                  <a:pt x="2703195" y="131518"/>
                </a:lnTo>
                <a:lnTo>
                  <a:pt x="2716848" y="178118"/>
                </a:lnTo>
                <a:lnTo>
                  <a:pt x="2730500" y="230655"/>
                </a:lnTo>
                <a:lnTo>
                  <a:pt x="2744153" y="288554"/>
                </a:lnTo>
                <a:lnTo>
                  <a:pt x="2757805" y="351179"/>
                </a:lnTo>
                <a:lnTo>
                  <a:pt x="2771457" y="417846"/>
                </a:lnTo>
                <a:lnTo>
                  <a:pt x="2785110" y="487823"/>
                </a:lnTo>
                <a:lnTo>
                  <a:pt x="2798763" y="560345"/>
                </a:lnTo>
                <a:lnTo>
                  <a:pt x="2812415" y="634616"/>
                </a:lnTo>
                <a:lnTo>
                  <a:pt x="2826068" y="709822"/>
                </a:lnTo>
                <a:lnTo>
                  <a:pt x="2839720" y="785140"/>
                </a:lnTo>
                <a:lnTo>
                  <a:pt x="2853373" y="859745"/>
                </a:lnTo>
                <a:lnTo>
                  <a:pt x="2867025" y="932819"/>
                </a:lnTo>
                <a:lnTo>
                  <a:pt x="2880678" y="1003561"/>
                </a:lnTo>
                <a:lnTo>
                  <a:pt x="2894330" y="1071197"/>
                </a:lnTo>
                <a:lnTo>
                  <a:pt x="2907983" y="1134985"/>
                </a:lnTo>
                <a:lnTo>
                  <a:pt x="2921635" y="1194227"/>
                </a:lnTo>
                <a:lnTo>
                  <a:pt x="2935288" y="1248273"/>
                </a:lnTo>
                <a:lnTo>
                  <a:pt x="2948940" y="1296532"/>
                </a:lnTo>
                <a:lnTo>
                  <a:pt x="2962593" y="1338474"/>
                </a:lnTo>
                <a:lnTo>
                  <a:pt x="2976245" y="1373640"/>
                </a:lnTo>
                <a:lnTo>
                  <a:pt x="2989898" y="1401645"/>
                </a:lnTo>
                <a:lnTo>
                  <a:pt x="3003550" y="1422182"/>
                </a:lnTo>
                <a:lnTo>
                  <a:pt x="3017203" y="1435026"/>
                </a:lnTo>
                <a:lnTo>
                  <a:pt x="3030855" y="1440036"/>
                </a:lnTo>
                <a:lnTo>
                  <a:pt x="3044508" y="1437157"/>
                </a:lnTo>
                <a:lnTo>
                  <a:pt x="3058160" y="1426421"/>
                </a:lnTo>
                <a:lnTo>
                  <a:pt x="3071813" y="1407946"/>
                </a:lnTo>
                <a:lnTo>
                  <a:pt x="3085465" y="1381934"/>
                </a:lnTo>
                <a:lnTo>
                  <a:pt x="3099118" y="1348669"/>
                </a:lnTo>
                <a:lnTo>
                  <a:pt x="3112770" y="1308517"/>
                </a:lnTo>
                <a:lnTo>
                  <a:pt x="3126423" y="1261918"/>
                </a:lnTo>
                <a:lnTo>
                  <a:pt x="3140075" y="1209381"/>
                </a:lnTo>
                <a:lnTo>
                  <a:pt x="3153728" y="1151482"/>
                </a:lnTo>
                <a:lnTo>
                  <a:pt x="3167380" y="1088856"/>
                </a:lnTo>
                <a:lnTo>
                  <a:pt x="3181032" y="1022190"/>
                </a:lnTo>
                <a:lnTo>
                  <a:pt x="3194685" y="952212"/>
                </a:lnTo>
                <a:lnTo>
                  <a:pt x="3208338" y="879691"/>
                </a:lnTo>
                <a:lnTo>
                  <a:pt x="3221990" y="805420"/>
                </a:lnTo>
                <a:lnTo>
                  <a:pt x="3235643" y="730213"/>
                </a:lnTo>
                <a:lnTo>
                  <a:pt x="3249295" y="654895"/>
                </a:lnTo>
                <a:lnTo>
                  <a:pt x="3262948" y="580291"/>
                </a:lnTo>
                <a:lnTo>
                  <a:pt x="3276600" y="507217"/>
                </a:lnTo>
                <a:lnTo>
                  <a:pt x="3290253" y="436474"/>
                </a:lnTo>
                <a:lnTo>
                  <a:pt x="3303905" y="368839"/>
                </a:lnTo>
                <a:lnTo>
                  <a:pt x="3317558" y="305050"/>
                </a:lnTo>
                <a:lnTo>
                  <a:pt x="3331210" y="245809"/>
                </a:lnTo>
                <a:lnTo>
                  <a:pt x="3344863" y="191762"/>
                </a:lnTo>
                <a:lnTo>
                  <a:pt x="3358515" y="143504"/>
                </a:lnTo>
                <a:lnTo>
                  <a:pt x="3372168" y="101562"/>
                </a:lnTo>
                <a:lnTo>
                  <a:pt x="3385820" y="66396"/>
                </a:lnTo>
                <a:lnTo>
                  <a:pt x="3399473" y="38391"/>
                </a:lnTo>
                <a:lnTo>
                  <a:pt x="3413125" y="17854"/>
                </a:lnTo>
                <a:lnTo>
                  <a:pt x="3426778" y="5010"/>
                </a:lnTo>
                <a:lnTo>
                  <a:pt x="3440430" y="0"/>
                </a:lnTo>
                <a:lnTo>
                  <a:pt x="3454083" y="2879"/>
                </a:lnTo>
                <a:lnTo>
                  <a:pt x="3467735" y="13614"/>
                </a:lnTo>
                <a:lnTo>
                  <a:pt x="3481388" y="32090"/>
                </a:lnTo>
                <a:lnTo>
                  <a:pt x="3495040" y="58102"/>
                </a:lnTo>
                <a:lnTo>
                  <a:pt x="3508693" y="91366"/>
                </a:lnTo>
                <a:lnTo>
                  <a:pt x="3522345" y="131518"/>
                </a:lnTo>
                <a:lnTo>
                  <a:pt x="3535998" y="178118"/>
                </a:lnTo>
                <a:lnTo>
                  <a:pt x="3549650" y="230655"/>
                </a:lnTo>
                <a:lnTo>
                  <a:pt x="3563303" y="288554"/>
                </a:lnTo>
                <a:lnTo>
                  <a:pt x="3576955" y="351179"/>
                </a:lnTo>
                <a:lnTo>
                  <a:pt x="3590607" y="417846"/>
                </a:lnTo>
                <a:lnTo>
                  <a:pt x="3604260" y="487823"/>
                </a:lnTo>
                <a:lnTo>
                  <a:pt x="3617913" y="560345"/>
                </a:lnTo>
                <a:lnTo>
                  <a:pt x="3631565" y="634616"/>
                </a:lnTo>
                <a:lnTo>
                  <a:pt x="3645218" y="709822"/>
                </a:lnTo>
                <a:lnTo>
                  <a:pt x="3658870" y="785140"/>
                </a:lnTo>
                <a:lnTo>
                  <a:pt x="3672523" y="859745"/>
                </a:lnTo>
                <a:lnTo>
                  <a:pt x="3686175" y="932819"/>
                </a:lnTo>
                <a:lnTo>
                  <a:pt x="3699828" y="1003561"/>
                </a:lnTo>
                <a:lnTo>
                  <a:pt x="3713480" y="1071197"/>
                </a:lnTo>
                <a:lnTo>
                  <a:pt x="3727133" y="1134985"/>
                </a:lnTo>
                <a:lnTo>
                  <a:pt x="3740785" y="1194227"/>
                </a:lnTo>
                <a:lnTo>
                  <a:pt x="3754438" y="1248273"/>
                </a:lnTo>
                <a:lnTo>
                  <a:pt x="3768090" y="1296532"/>
                </a:lnTo>
                <a:lnTo>
                  <a:pt x="3781743" y="1338474"/>
                </a:lnTo>
                <a:lnTo>
                  <a:pt x="3795395" y="1373640"/>
                </a:lnTo>
                <a:lnTo>
                  <a:pt x="3809048" y="1401645"/>
                </a:lnTo>
                <a:lnTo>
                  <a:pt x="3822700" y="1422182"/>
                </a:lnTo>
                <a:lnTo>
                  <a:pt x="3836353" y="1435026"/>
                </a:lnTo>
                <a:lnTo>
                  <a:pt x="3850005" y="1440036"/>
                </a:lnTo>
                <a:lnTo>
                  <a:pt x="3863658" y="1437157"/>
                </a:lnTo>
                <a:lnTo>
                  <a:pt x="3877310" y="1426421"/>
                </a:lnTo>
                <a:lnTo>
                  <a:pt x="3890963" y="1407946"/>
                </a:lnTo>
                <a:lnTo>
                  <a:pt x="3904615" y="1381934"/>
                </a:lnTo>
                <a:lnTo>
                  <a:pt x="3918268" y="1348669"/>
                </a:lnTo>
                <a:lnTo>
                  <a:pt x="3931920" y="1308517"/>
                </a:lnTo>
                <a:lnTo>
                  <a:pt x="3945573" y="1261918"/>
                </a:lnTo>
                <a:lnTo>
                  <a:pt x="3959225" y="1209381"/>
                </a:lnTo>
                <a:lnTo>
                  <a:pt x="3972878" y="1151482"/>
                </a:lnTo>
                <a:lnTo>
                  <a:pt x="3986530" y="1088856"/>
                </a:lnTo>
                <a:lnTo>
                  <a:pt x="4000183" y="1022190"/>
                </a:lnTo>
                <a:lnTo>
                  <a:pt x="4013835" y="952212"/>
                </a:lnTo>
                <a:lnTo>
                  <a:pt x="4027487" y="879691"/>
                </a:lnTo>
                <a:lnTo>
                  <a:pt x="4041140" y="805420"/>
                </a:lnTo>
                <a:lnTo>
                  <a:pt x="4054793" y="730213"/>
                </a:lnTo>
                <a:lnTo>
                  <a:pt x="4068445" y="654895"/>
                </a:lnTo>
                <a:lnTo>
                  <a:pt x="4082097" y="580291"/>
                </a:lnTo>
                <a:lnTo>
                  <a:pt x="4095750" y="507217"/>
                </a:lnTo>
              </a:path>
            </a:pathLst>
          </a:custGeom>
          <a:noFill xmlns:a="http://schemas.openxmlformats.org/drawingml/2006/main"/>
          <a:ln xmlns:a="http://schemas.openxmlformats.org/drawingml/2006/main" w="15240">
            <a:solidFill>
              <a:srgbClr val="808080"/>
            </a:solidFill>
          </a:ln>
        </p:spPr>
      </p:sp>
      <p:sp>
        <p:nvSpPr>
          <p:cNvPr id="17" name="selected-window">
            <a:extLst xmlns:a="http://schemas.openxmlformats.org/drawingml/2006/main">
              <a:ext uri="{FF2B5EF4-FFF2-40B4-BE49-F238E27FC236}">
                <a16:creationId xmlns:a16="http://schemas.microsoft.com/office/drawing/2014/main" id="{3BBDD85D-CDF3-4DE3-B58D-F11E8B9B7AC9}"/>
              </a:ext>
            </a:extLst>
          </p:cNvPr>
          <p:cNvSpPr>
            <a:spLocks xmlns:a="http://schemas.openxmlformats.org/drawingml/2006/main" noGrp="1"/>
          </p:cNvSpPr>
          <p:nvPr/>
        </p:nvSpPr>
        <p:spPr>
          <a:xfrm xmlns:a="http://schemas.openxmlformats.org/drawingml/2006/main">
            <a:off x="2295525" y="2924175"/>
            <a:ext cx="819150" cy="21526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18" name="zoom-direction">
            <a:extLst xmlns:a="http://schemas.openxmlformats.org/drawingml/2006/main">
              <a:ext uri="{FF2B5EF4-FFF2-40B4-BE49-F238E27FC236}">
                <a16:creationId xmlns:a16="http://schemas.microsoft.com/office/drawing/2014/main" id="{32587AF3-3E02-4690-A992-8B34DF45DDCF}"/>
              </a:ext>
            </a:extLst>
          </p:cNvPr>
          <p:cNvSpPr>
            <a:spLocks xmlns:a="http://schemas.openxmlformats.org/drawingml/2006/main" noGrp="1"/>
          </p:cNvSpPr>
          <p:nvPr/>
        </p:nvSpPr>
        <p:spPr>
          <a:xfrm xmlns:a="http://schemas.openxmlformats.org/drawingml/2006/main">
            <a:off x="5743575" y="3895725"/>
            <a:ext cx="457200"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19" name="window-tick-0-0">
            <a:extLst xmlns:a="http://schemas.openxmlformats.org/drawingml/2006/main">
              <a:ext uri="{FF2B5EF4-FFF2-40B4-BE49-F238E27FC236}">
                <a16:creationId xmlns:a16="http://schemas.microsoft.com/office/drawing/2014/main" id="{19ED3760-90A2-4D11-9011-5BD1BDCFD182}"/>
              </a:ext>
            </a:extLst>
          </p:cNvPr>
          <p:cNvSpPr>
            <a:spLocks xmlns:a="http://schemas.openxmlformats.org/drawingml/2006/main" noGrp="1"/>
          </p:cNvSpPr>
          <p:nvPr/>
        </p:nvSpPr>
        <p:spPr>
          <a:xfrm xmlns:a="http://schemas.openxmlformats.org/drawingml/2006/main">
            <a:off x="781050" y="5067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20" name="window-tick-0-1">
            <a:extLst xmlns:a="http://schemas.openxmlformats.org/drawingml/2006/main">
              <a:ext uri="{FF2B5EF4-FFF2-40B4-BE49-F238E27FC236}">
                <a16:creationId xmlns:a16="http://schemas.microsoft.com/office/drawing/2014/main" id="{6CE69D32-702C-475C-868B-2FD119DA1769}"/>
              </a:ext>
            </a:extLst>
          </p:cNvPr>
          <p:cNvSpPr>
            <a:spLocks xmlns:a="http://schemas.openxmlformats.org/drawingml/2006/main" noGrp="1"/>
          </p:cNvSpPr>
          <p:nvPr/>
        </p:nvSpPr>
        <p:spPr>
          <a:xfrm xmlns:a="http://schemas.openxmlformats.org/drawingml/2006/main">
            <a:off x="4876800" y="5067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1" name="window-tick-1-0">
            <a:extLst xmlns:a="http://schemas.openxmlformats.org/drawingml/2006/main">
              <a:ext uri="{FF2B5EF4-FFF2-40B4-BE49-F238E27FC236}">
                <a16:creationId xmlns:a16="http://schemas.microsoft.com/office/drawing/2014/main" id="{B7AD5A31-F120-4D44-BF6B-714D4E6719F0}"/>
              </a:ext>
            </a:extLst>
          </p:cNvPr>
          <p:cNvSpPr>
            <a:spLocks xmlns:a="http://schemas.openxmlformats.org/drawingml/2006/main" noGrp="1"/>
          </p:cNvSpPr>
          <p:nvPr/>
        </p:nvSpPr>
        <p:spPr>
          <a:xfrm xmlns:a="http://schemas.openxmlformats.org/drawingml/2006/main">
            <a:off x="6858000" y="5067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0.30</a:t>
            </a:r>
          </a:p>
        </p:txBody>
      </p:sp>
      <p:sp>
        <p:nvSpPr>
          <p:cNvPr id="22" name="window-tick-1-1">
            <a:extLst xmlns:a="http://schemas.openxmlformats.org/drawingml/2006/main">
              <a:ext uri="{FF2B5EF4-FFF2-40B4-BE49-F238E27FC236}">
                <a16:creationId xmlns:a16="http://schemas.microsoft.com/office/drawing/2014/main" id="{C67C2356-DF0A-47EF-AA6E-1676A1A7D484}"/>
              </a:ext>
            </a:extLst>
          </p:cNvPr>
          <p:cNvSpPr>
            <a:spLocks xmlns:a="http://schemas.openxmlformats.org/drawingml/2006/main" noGrp="1"/>
          </p:cNvSpPr>
          <p:nvPr/>
        </p:nvSpPr>
        <p:spPr>
          <a:xfrm xmlns:a="http://schemas.openxmlformats.org/drawingml/2006/main">
            <a:off x="10953750" y="5067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0.50</a:t>
            </a:r>
          </a:p>
        </p:txBody>
      </p:sp>
    </p:spTree>
    <p:extLst>
      <p:ext uri="{BB962C8B-B14F-4D97-AF65-F5344CB8AC3E}">
        <p14:creationId xmlns:p14="http://schemas.microsoft.com/office/powerpoint/2010/main" val="187545034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F80D8BA-0DD6-42CF-917D-708750A9FA7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9BCEF498-6C37-4AEF-A80B-48B277BAB7FF}"/>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0334E70-4B50-4B47-A422-43D750F8E12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演示B：放大红框，能看到什么？</a:t>
            </a:r>
          </a:p>
        </p:txBody>
      </p:sp>
      <p:sp>
        <p:nvSpPr>
          <p:cNvPr id="5" name="text">
            <a:extLst xmlns:a="http://schemas.openxmlformats.org/drawingml/2006/main">
              <a:ext uri="{FF2B5EF4-FFF2-40B4-BE49-F238E27FC236}">
                <a16:creationId xmlns:a16="http://schemas.microsoft.com/office/drawing/2014/main" id="{3EF413CC-E776-42C1-B183-605925C73459}"/>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同一数学示意信号；只放大 0.30～0.50 s。</a:t>
            </a:r>
          </a:p>
        </p:txBody>
      </p:sp>
      <p:sp>
        <p:nvSpPr>
          <p:cNvPr id="6" name="overview-heading">
            <a:extLst xmlns:a="http://schemas.openxmlformats.org/drawingml/2006/main">
              <a:ext uri="{FF2B5EF4-FFF2-40B4-BE49-F238E27FC236}">
                <a16:creationId xmlns:a16="http://schemas.microsoft.com/office/drawing/2014/main" id="{34888892-B43A-40BB-BBA0-BC7E49791FA3}"/>
              </a:ext>
            </a:extLst>
          </p:cNvPr>
          <p:cNvSpPr>
            <a:spLocks xmlns:a="http://schemas.openxmlformats.org/drawingml/2006/main" noGrp="1"/>
          </p:cNvSpPr>
          <p:nvPr/>
        </p:nvSpPr>
        <p:spPr>
          <a:xfrm xmlns:a="http://schemas.openxmlformats.org/drawingml/2006/main">
            <a:off x="609600" y="2238375"/>
            <a:ext cx="4933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整体：0～1 s</a:t>
            </a:r>
          </a:p>
        </p:txBody>
      </p:sp>
      <p:sp>
        <p:nvSpPr>
          <p:cNvPr id="7" name="zoom-heading">
            <a:extLst xmlns:a="http://schemas.openxmlformats.org/drawingml/2006/main">
              <a:ext uri="{FF2B5EF4-FFF2-40B4-BE49-F238E27FC236}">
                <a16:creationId xmlns:a16="http://schemas.microsoft.com/office/drawing/2014/main" id="{8914A7AC-CD03-4E86-9141-1A7EFE5B4D00}"/>
              </a:ext>
            </a:extLst>
          </p:cNvPr>
          <p:cNvSpPr>
            <a:spLocks xmlns:a="http://schemas.openxmlformats.org/drawingml/2006/main" noGrp="1"/>
          </p:cNvSpPr>
          <p:nvPr/>
        </p:nvSpPr>
        <p:spPr>
          <a:xfrm xmlns:a="http://schemas.openxmlformats.org/drawingml/2006/main">
            <a:off x="6686550" y="2238375"/>
            <a:ext cx="4895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红框区间：0.30～0.50 s</a:t>
            </a:r>
          </a:p>
        </p:txBody>
      </p:sp>
      <p:sp>
        <p:nvSpPr>
          <p:cNvPr id="8" name="overview-axis-0">
            <a:extLst xmlns:a="http://schemas.openxmlformats.org/drawingml/2006/main">
              <a:ext uri="{FF2B5EF4-FFF2-40B4-BE49-F238E27FC236}">
                <a16:creationId xmlns:a16="http://schemas.microsoft.com/office/drawing/2014/main" id="{83694A4F-0CF5-4C50-8164-C2D54E34414D}"/>
              </a:ext>
            </a:extLst>
          </p:cNvPr>
          <p:cNvSpPr>
            <a:spLocks xmlns:a="http://schemas.openxmlformats.org/drawingml/2006/main" noGrp="1"/>
          </p:cNvSpPr>
          <p:nvPr/>
        </p:nvSpPr>
        <p:spPr>
          <a:xfrm xmlns:a="http://schemas.openxmlformats.org/drawingml/2006/main">
            <a:off x="1066800" y="4000500"/>
            <a:ext cx="4095750" cy="9525"/>
          </a:xfrm>
          <a:custGeom xmlns:a="http://schemas.openxmlformats.org/drawingml/2006/main">
            <a:pathLst>
              <a:path w="4095750" h="9525">
                <a:moveTo>
                  <a:pt x="0" y="0"/>
                </a:moveTo>
                <a:lnTo>
                  <a:pt x="4095750" y="0"/>
                </a:lnTo>
              </a:path>
            </a:pathLst>
          </a:custGeom>
          <a:noFill xmlns:a="http://schemas.openxmlformats.org/drawingml/2006/main"/>
          <a:ln xmlns:a="http://schemas.openxmlformats.org/drawingml/2006/main" w="12383">
            <a:solidFill>
              <a:srgbClr val="808080"/>
            </a:solidFill>
          </a:ln>
        </p:spPr>
      </p:sp>
      <p:sp>
        <p:nvSpPr>
          <p:cNvPr id="9" name="amplitude-axis-0">
            <a:extLst xmlns:a="http://schemas.openxmlformats.org/drawingml/2006/main">
              <a:ext uri="{FF2B5EF4-FFF2-40B4-BE49-F238E27FC236}">
                <a16:creationId xmlns:a16="http://schemas.microsoft.com/office/drawing/2014/main" id="{CCE00BA8-9184-4B5F-BB06-1EC44F6D62C6}"/>
              </a:ext>
            </a:extLst>
          </p:cNvPr>
          <p:cNvSpPr>
            <a:spLocks xmlns:a="http://schemas.openxmlformats.org/drawingml/2006/main" noGrp="1"/>
          </p:cNvSpPr>
          <p:nvPr/>
        </p:nvSpPr>
        <p:spPr>
          <a:xfrm xmlns:a="http://schemas.openxmlformats.org/drawingml/2006/main">
            <a:off x="1066800" y="2895600"/>
            <a:ext cx="9525" cy="2286000"/>
          </a:xfrm>
          <a:custGeom xmlns:a="http://schemas.openxmlformats.org/drawingml/2006/main">
            <a:pathLst>
              <a:path w="9525" h="2286000">
                <a:moveTo>
                  <a:pt x="0" y="0"/>
                </a:moveTo>
                <a:lnTo>
                  <a:pt x="0" y="2286000"/>
                </a:lnTo>
              </a:path>
            </a:pathLst>
          </a:custGeom>
          <a:noFill xmlns:a="http://schemas.openxmlformats.org/drawingml/2006/main"/>
          <a:ln xmlns:a="http://schemas.openxmlformats.org/drawingml/2006/main" w="12383">
            <a:solidFill>
              <a:srgbClr val="808080"/>
            </a:solidFill>
          </a:ln>
        </p:spPr>
      </p:sp>
      <p:sp>
        <p:nvSpPr>
          <p:cNvPr id="10" name="amplitude-label-0">
            <a:extLst xmlns:a="http://schemas.openxmlformats.org/drawingml/2006/main">
              <a:ext uri="{FF2B5EF4-FFF2-40B4-BE49-F238E27FC236}">
                <a16:creationId xmlns:a16="http://schemas.microsoft.com/office/drawing/2014/main" id="{14084F88-E0F6-40AF-9C1F-858811CB844C}"/>
              </a:ext>
            </a:extLst>
          </p:cNvPr>
          <p:cNvSpPr>
            <a:spLocks xmlns:a="http://schemas.openxmlformats.org/drawingml/2006/main" noGrp="1"/>
          </p:cNvSpPr>
          <p:nvPr/>
        </p:nvSpPr>
        <p:spPr>
          <a:xfrm xmlns:a="http://schemas.openxmlformats.org/drawingml/2006/main">
            <a:off x="609600" y="2771775"/>
            <a:ext cx="838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11" name="time-label-0">
            <a:extLst xmlns:a="http://schemas.openxmlformats.org/drawingml/2006/main">
              <a:ext uri="{FF2B5EF4-FFF2-40B4-BE49-F238E27FC236}">
                <a16:creationId xmlns:a16="http://schemas.microsoft.com/office/drawing/2014/main" id="{94DE6E4A-249A-4EB0-8600-AB151476425D}"/>
              </a:ext>
            </a:extLst>
          </p:cNvPr>
          <p:cNvSpPr>
            <a:spLocks xmlns:a="http://schemas.openxmlformats.org/drawingml/2006/main" noGrp="1"/>
          </p:cNvSpPr>
          <p:nvPr/>
        </p:nvSpPr>
        <p:spPr>
          <a:xfrm xmlns:a="http://schemas.openxmlformats.org/drawingml/2006/main">
            <a:off x="3857625" y="5343525"/>
            <a:ext cx="1285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 / s</a:t>
            </a:r>
          </a:p>
        </p:txBody>
      </p:sp>
      <p:sp>
        <p:nvSpPr>
          <p:cNvPr id="12" name="overview-axis-1">
            <a:extLst xmlns:a="http://schemas.openxmlformats.org/drawingml/2006/main">
              <a:ext uri="{FF2B5EF4-FFF2-40B4-BE49-F238E27FC236}">
                <a16:creationId xmlns:a16="http://schemas.microsoft.com/office/drawing/2014/main" id="{E3A422C1-1EED-4099-8A78-2CDAC7A8642C}"/>
              </a:ext>
            </a:extLst>
          </p:cNvPr>
          <p:cNvSpPr>
            <a:spLocks xmlns:a="http://schemas.openxmlformats.org/drawingml/2006/main" noGrp="1"/>
          </p:cNvSpPr>
          <p:nvPr/>
        </p:nvSpPr>
        <p:spPr>
          <a:xfrm xmlns:a="http://schemas.openxmlformats.org/drawingml/2006/main">
            <a:off x="7143750" y="4000500"/>
            <a:ext cx="4095750" cy="9525"/>
          </a:xfrm>
          <a:custGeom xmlns:a="http://schemas.openxmlformats.org/drawingml/2006/main">
            <a:pathLst>
              <a:path w="4095750" h="9525">
                <a:moveTo>
                  <a:pt x="0" y="0"/>
                </a:moveTo>
                <a:lnTo>
                  <a:pt x="4095750" y="0"/>
                </a:lnTo>
              </a:path>
            </a:pathLst>
          </a:custGeom>
          <a:noFill xmlns:a="http://schemas.openxmlformats.org/drawingml/2006/main"/>
          <a:ln xmlns:a="http://schemas.openxmlformats.org/drawingml/2006/main" w="12383">
            <a:solidFill>
              <a:srgbClr val="808080"/>
            </a:solidFill>
          </a:ln>
        </p:spPr>
      </p:sp>
      <p:sp>
        <p:nvSpPr>
          <p:cNvPr id="13" name="amplitude-axis-1">
            <a:extLst xmlns:a="http://schemas.openxmlformats.org/drawingml/2006/main">
              <a:ext uri="{FF2B5EF4-FFF2-40B4-BE49-F238E27FC236}">
                <a16:creationId xmlns:a16="http://schemas.microsoft.com/office/drawing/2014/main" id="{C5EA057E-77B6-4D24-B08C-06992C314071}"/>
              </a:ext>
            </a:extLst>
          </p:cNvPr>
          <p:cNvSpPr>
            <a:spLocks xmlns:a="http://schemas.openxmlformats.org/drawingml/2006/main" noGrp="1"/>
          </p:cNvSpPr>
          <p:nvPr/>
        </p:nvSpPr>
        <p:spPr>
          <a:xfrm xmlns:a="http://schemas.openxmlformats.org/drawingml/2006/main">
            <a:off x="7143750" y="2895600"/>
            <a:ext cx="9525" cy="2286000"/>
          </a:xfrm>
          <a:custGeom xmlns:a="http://schemas.openxmlformats.org/drawingml/2006/main">
            <a:pathLst>
              <a:path w="9525" h="2286000">
                <a:moveTo>
                  <a:pt x="0" y="0"/>
                </a:moveTo>
                <a:lnTo>
                  <a:pt x="0" y="2286000"/>
                </a:lnTo>
              </a:path>
            </a:pathLst>
          </a:custGeom>
          <a:noFill xmlns:a="http://schemas.openxmlformats.org/drawingml/2006/main"/>
          <a:ln xmlns:a="http://schemas.openxmlformats.org/drawingml/2006/main" w="12383">
            <a:solidFill>
              <a:srgbClr val="808080"/>
            </a:solidFill>
          </a:ln>
        </p:spPr>
      </p:sp>
      <p:sp>
        <p:nvSpPr>
          <p:cNvPr id="14" name="amplitude-label-1">
            <a:extLst xmlns:a="http://schemas.openxmlformats.org/drawingml/2006/main">
              <a:ext uri="{FF2B5EF4-FFF2-40B4-BE49-F238E27FC236}">
                <a16:creationId xmlns:a16="http://schemas.microsoft.com/office/drawing/2014/main" id="{98E3E1F9-78DC-40F2-B346-BB3D9EB912BD}"/>
              </a:ext>
            </a:extLst>
          </p:cNvPr>
          <p:cNvSpPr>
            <a:spLocks xmlns:a="http://schemas.openxmlformats.org/drawingml/2006/main" noGrp="1"/>
          </p:cNvSpPr>
          <p:nvPr/>
        </p:nvSpPr>
        <p:spPr>
          <a:xfrm xmlns:a="http://schemas.openxmlformats.org/drawingml/2006/main">
            <a:off x="6686550" y="2771775"/>
            <a:ext cx="838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15" name="time-label-1">
            <a:extLst xmlns:a="http://schemas.openxmlformats.org/drawingml/2006/main">
              <a:ext uri="{FF2B5EF4-FFF2-40B4-BE49-F238E27FC236}">
                <a16:creationId xmlns:a16="http://schemas.microsoft.com/office/drawing/2014/main" id="{D934BCAC-D9F9-4601-B017-2F28F7A5E63A}"/>
              </a:ext>
            </a:extLst>
          </p:cNvPr>
          <p:cNvSpPr>
            <a:spLocks xmlns:a="http://schemas.openxmlformats.org/drawingml/2006/main" noGrp="1"/>
          </p:cNvSpPr>
          <p:nvPr/>
        </p:nvSpPr>
        <p:spPr>
          <a:xfrm xmlns:a="http://schemas.openxmlformats.org/drawingml/2006/main">
            <a:off x="9934575" y="5343525"/>
            <a:ext cx="1285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 / s</a:t>
            </a:r>
          </a:p>
        </p:txBody>
      </p:sp>
      <p:sp>
        <p:nvSpPr>
          <p:cNvPr id="16" name="overview-shared-signal">
            <a:extLst xmlns:a="http://schemas.openxmlformats.org/drawingml/2006/main">
              <a:ext uri="{FF2B5EF4-FFF2-40B4-BE49-F238E27FC236}">
                <a16:creationId xmlns:a16="http://schemas.microsoft.com/office/drawing/2014/main" id="{74047597-86E9-41A3-B607-69A93D1F50D7}"/>
              </a:ext>
            </a:extLst>
          </p:cNvPr>
          <p:cNvSpPr>
            <a:spLocks xmlns:a="http://schemas.openxmlformats.org/drawingml/2006/main" noGrp="1"/>
          </p:cNvSpPr>
          <p:nvPr/>
        </p:nvSpPr>
        <p:spPr>
          <a:xfrm xmlns:a="http://schemas.openxmlformats.org/drawingml/2006/main">
            <a:off x="1066800" y="3280482"/>
            <a:ext cx="4095750" cy="1440036"/>
          </a:xfrm>
          <a:custGeom xmlns:a="http://schemas.openxmlformats.org/drawingml/2006/main">
            <a:pathLst>
              <a:path w="4095750" h="1440036">
                <a:moveTo>
                  <a:pt x="0" y="507217"/>
                </a:moveTo>
                <a:lnTo>
                  <a:pt x="13653" y="436474"/>
                </a:lnTo>
                <a:lnTo>
                  <a:pt x="27305" y="368839"/>
                </a:lnTo>
                <a:lnTo>
                  <a:pt x="40957" y="305050"/>
                </a:lnTo>
                <a:lnTo>
                  <a:pt x="54610" y="245809"/>
                </a:lnTo>
                <a:lnTo>
                  <a:pt x="68263" y="191762"/>
                </a:lnTo>
                <a:lnTo>
                  <a:pt x="81915" y="143504"/>
                </a:lnTo>
                <a:lnTo>
                  <a:pt x="95567" y="101562"/>
                </a:lnTo>
                <a:lnTo>
                  <a:pt x="109220" y="66396"/>
                </a:lnTo>
                <a:lnTo>
                  <a:pt x="122873" y="38391"/>
                </a:lnTo>
                <a:lnTo>
                  <a:pt x="136525" y="17854"/>
                </a:lnTo>
                <a:lnTo>
                  <a:pt x="150178" y="5010"/>
                </a:lnTo>
                <a:lnTo>
                  <a:pt x="163830" y="0"/>
                </a:lnTo>
                <a:lnTo>
                  <a:pt x="177482" y="2879"/>
                </a:lnTo>
                <a:lnTo>
                  <a:pt x="191135" y="13614"/>
                </a:lnTo>
                <a:lnTo>
                  <a:pt x="204788" y="32090"/>
                </a:lnTo>
                <a:lnTo>
                  <a:pt x="218440" y="58102"/>
                </a:lnTo>
                <a:lnTo>
                  <a:pt x="232093" y="91366"/>
                </a:lnTo>
                <a:lnTo>
                  <a:pt x="245745" y="131518"/>
                </a:lnTo>
                <a:lnTo>
                  <a:pt x="259398" y="178118"/>
                </a:lnTo>
                <a:lnTo>
                  <a:pt x="273050" y="230655"/>
                </a:lnTo>
                <a:lnTo>
                  <a:pt x="286702" y="288554"/>
                </a:lnTo>
                <a:lnTo>
                  <a:pt x="300355" y="351179"/>
                </a:lnTo>
                <a:lnTo>
                  <a:pt x="314008" y="417846"/>
                </a:lnTo>
                <a:lnTo>
                  <a:pt x="327660" y="487823"/>
                </a:lnTo>
                <a:lnTo>
                  <a:pt x="341313" y="560345"/>
                </a:lnTo>
                <a:lnTo>
                  <a:pt x="354965" y="634616"/>
                </a:lnTo>
                <a:lnTo>
                  <a:pt x="368617" y="709822"/>
                </a:lnTo>
                <a:lnTo>
                  <a:pt x="382270" y="785140"/>
                </a:lnTo>
                <a:lnTo>
                  <a:pt x="395922" y="859745"/>
                </a:lnTo>
                <a:lnTo>
                  <a:pt x="409575" y="932819"/>
                </a:lnTo>
                <a:lnTo>
                  <a:pt x="423228" y="1003561"/>
                </a:lnTo>
                <a:lnTo>
                  <a:pt x="436880" y="1071197"/>
                </a:lnTo>
                <a:lnTo>
                  <a:pt x="450533" y="1134985"/>
                </a:lnTo>
                <a:lnTo>
                  <a:pt x="464185" y="1194227"/>
                </a:lnTo>
                <a:lnTo>
                  <a:pt x="477837" y="1248273"/>
                </a:lnTo>
                <a:lnTo>
                  <a:pt x="491490" y="1296532"/>
                </a:lnTo>
                <a:lnTo>
                  <a:pt x="505143" y="1338474"/>
                </a:lnTo>
                <a:lnTo>
                  <a:pt x="518795" y="1373640"/>
                </a:lnTo>
                <a:lnTo>
                  <a:pt x="532448" y="1401645"/>
                </a:lnTo>
                <a:lnTo>
                  <a:pt x="546100" y="1422182"/>
                </a:lnTo>
                <a:lnTo>
                  <a:pt x="559752" y="1435026"/>
                </a:lnTo>
                <a:lnTo>
                  <a:pt x="573405" y="1440036"/>
                </a:lnTo>
                <a:lnTo>
                  <a:pt x="587057" y="1437157"/>
                </a:lnTo>
                <a:lnTo>
                  <a:pt x="600710" y="1426421"/>
                </a:lnTo>
                <a:lnTo>
                  <a:pt x="614363" y="1407946"/>
                </a:lnTo>
                <a:lnTo>
                  <a:pt x="628015" y="1381934"/>
                </a:lnTo>
                <a:lnTo>
                  <a:pt x="641668" y="1348669"/>
                </a:lnTo>
                <a:lnTo>
                  <a:pt x="655320" y="1308517"/>
                </a:lnTo>
                <a:lnTo>
                  <a:pt x="668973" y="1261918"/>
                </a:lnTo>
                <a:lnTo>
                  <a:pt x="682625" y="1209381"/>
                </a:lnTo>
                <a:lnTo>
                  <a:pt x="696278" y="1151482"/>
                </a:lnTo>
                <a:lnTo>
                  <a:pt x="709930" y="1088856"/>
                </a:lnTo>
                <a:lnTo>
                  <a:pt x="723583" y="1022190"/>
                </a:lnTo>
                <a:lnTo>
                  <a:pt x="737235" y="952212"/>
                </a:lnTo>
                <a:lnTo>
                  <a:pt x="750887" y="879691"/>
                </a:lnTo>
                <a:lnTo>
                  <a:pt x="764540" y="805420"/>
                </a:lnTo>
                <a:lnTo>
                  <a:pt x="778192" y="730213"/>
                </a:lnTo>
                <a:lnTo>
                  <a:pt x="791845" y="654895"/>
                </a:lnTo>
                <a:lnTo>
                  <a:pt x="805498" y="580291"/>
                </a:lnTo>
                <a:lnTo>
                  <a:pt x="819150" y="507217"/>
                </a:lnTo>
                <a:lnTo>
                  <a:pt x="832803" y="436474"/>
                </a:lnTo>
                <a:lnTo>
                  <a:pt x="846455" y="368839"/>
                </a:lnTo>
                <a:lnTo>
                  <a:pt x="860108" y="305050"/>
                </a:lnTo>
                <a:lnTo>
                  <a:pt x="873760" y="245809"/>
                </a:lnTo>
                <a:lnTo>
                  <a:pt x="887413" y="191762"/>
                </a:lnTo>
                <a:lnTo>
                  <a:pt x="901065" y="143504"/>
                </a:lnTo>
                <a:lnTo>
                  <a:pt x="914718" y="101562"/>
                </a:lnTo>
                <a:lnTo>
                  <a:pt x="928370" y="66396"/>
                </a:lnTo>
                <a:lnTo>
                  <a:pt x="942023" y="38391"/>
                </a:lnTo>
                <a:lnTo>
                  <a:pt x="955675" y="17854"/>
                </a:lnTo>
                <a:lnTo>
                  <a:pt x="969327" y="5010"/>
                </a:lnTo>
                <a:lnTo>
                  <a:pt x="982980" y="0"/>
                </a:lnTo>
                <a:lnTo>
                  <a:pt x="996632" y="2879"/>
                </a:lnTo>
                <a:lnTo>
                  <a:pt x="1010285" y="13614"/>
                </a:lnTo>
                <a:lnTo>
                  <a:pt x="1023938" y="32090"/>
                </a:lnTo>
                <a:lnTo>
                  <a:pt x="1037590" y="58102"/>
                </a:lnTo>
                <a:lnTo>
                  <a:pt x="1051243" y="91366"/>
                </a:lnTo>
                <a:lnTo>
                  <a:pt x="1064895" y="131518"/>
                </a:lnTo>
                <a:lnTo>
                  <a:pt x="1078548" y="178118"/>
                </a:lnTo>
                <a:lnTo>
                  <a:pt x="1092200" y="230655"/>
                </a:lnTo>
                <a:lnTo>
                  <a:pt x="1105853" y="288554"/>
                </a:lnTo>
                <a:lnTo>
                  <a:pt x="1119505" y="351179"/>
                </a:lnTo>
                <a:lnTo>
                  <a:pt x="1133158" y="417846"/>
                </a:lnTo>
                <a:lnTo>
                  <a:pt x="1146810" y="487823"/>
                </a:lnTo>
                <a:lnTo>
                  <a:pt x="1160462" y="560345"/>
                </a:lnTo>
                <a:lnTo>
                  <a:pt x="1174115" y="634616"/>
                </a:lnTo>
                <a:lnTo>
                  <a:pt x="1187768" y="709822"/>
                </a:lnTo>
                <a:lnTo>
                  <a:pt x="1201420" y="785140"/>
                </a:lnTo>
                <a:lnTo>
                  <a:pt x="1215073" y="859745"/>
                </a:lnTo>
                <a:lnTo>
                  <a:pt x="1228725" y="932819"/>
                </a:lnTo>
                <a:lnTo>
                  <a:pt x="1242378" y="1003561"/>
                </a:lnTo>
                <a:lnTo>
                  <a:pt x="1256030" y="1071197"/>
                </a:lnTo>
                <a:lnTo>
                  <a:pt x="1269683" y="1134985"/>
                </a:lnTo>
                <a:lnTo>
                  <a:pt x="1283335" y="1194227"/>
                </a:lnTo>
                <a:lnTo>
                  <a:pt x="1296988" y="1248273"/>
                </a:lnTo>
                <a:lnTo>
                  <a:pt x="1310640" y="1296532"/>
                </a:lnTo>
                <a:lnTo>
                  <a:pt x="1324293" y="1338474"/>
                </a:lnTo>
                <a:lnTo>
                  <a:pt x="1337945" y="1373640"/>
                </a:lnTo>
                <a:lnTo>
                  <a:pt x="1351598" y="1401645"/>
                </a:lnTo>
                <a:lnTo>
                  <a:pt x="1365250" y="1422182"/>
                </a:lnTo>
                <a:lnTo>
                  <a:pt x="1378902" y="1435026"/>
                </a:lnTo>
                <a:lnTo>
                  <a:pt x="1392555" y="1440036"/>
                </a:lnTo>
                <a:lnTo>
                  <a:pt x="1406208" y="1437157"/>
                </a:lnTo>
                <a:lnTo>
                  <a:pt x="1419860" y="1426421"/>
                </a:lnTo>
                <a:lnTo>
                  <a:pt x="1433513" y="1407946"/>
                </a:lnTo>
                <a:lnTo>
                  <a:pt x="1447165" y="1381934"/>
                </a:lnTo>
                <a:lnTo>
                  <a:pt x="1460818" y="1348669"/>
                </a:lnTo>
                <a:lnTo>
                  <a:pt x="1474470" y="1308517"/>
                </a:lnTo>
                <a:lnTo>
                  <a:pt x="1488123" y="1261918"/>
                </a:lnTo>
                <a:lnTo>
                  <a:pt x="1501775" y="1209381"/>
                </a:lnTo>
                <a:lnTo>
                  <a:pt x="1515428" y="1151482"/>
                </a:lnTo>
                <a:lnTo>
                  <a:pt x="1529080" y="1088856"/>
                </a:lnTo>
                <a:lnTo>
                  <a:pt x="1542733" y="1022190"/>
                </a:lnTo>
                <a:lnTo>
                  <a:pt x="1556385" y="952212"/>
                </a:lnTo>
                <a:lnTo>
                  <a:pt x="1570038" y="879691"/>
                </a:lnTo>
                <a:lnTo>
                  <a:pt x="1583690" y="805420"/>
                </a:lnTo>
                <a:lnTo>
                  <a:pt x="1597343" y="730213"/>
                </a:lnTo>
                <a:lnTo>
                  <a:pt x="1610995" y="654895"/>
                </a:lnTo>
                <a:lnTo>
                  <a:pt x="1624648" y="580291"/>
                </a:lnTo>
                <a:lnTo>
                  <a:pt x="1638300" y="507217"/>
                </a:lnTo>
                <a:lnTo>
                  <a:pt x="1651953" y="436474"/>
                </a:lnTo>
                <a:lnTo>
                  <a:pt x="1665605" y="368839"/>
                </a:lnTo>
                <a:lnTo>
                  <a:pt x="1679258" y="305050"/>
                </a:lnTo>
                <a:lnTo>
                  <a:pt x="1692910" y="245809"/>
                </a:lnTo>
                <a:lnTo>
                  <a:pt x="1706562" y="191762"/>
                </a:lnTo>
                <a:lnTo>
                  <a:pt x="1720215" y="143504"/>
                </a:lnTo>
                <a:lnTo>
                  <a:pt x="1733867" y="101562"/>
                </a:lnTo>
                <a:lnTo>
                  <a:pt x="1747520" y="66396"/>
                </a:lnTo>
                <a:lnTo>
                  <a:pt x="1761172" y="38391"/>
                </a:lnTo>
                <a:lnTo>
                  <a:pt x="1774825" y="17854"/>
                </a:lnTo>
                <a:lnTo>
                  <a:pt x="1788477" y="5010"/>
                </a:lnTo>
                <a:lnTo>
                  <a:pt x="1802130" y="0"/>
                </a:lnTo>
                <a:lnTo>
                  <a:pt x="1815783" y="2879"/>
                </a:lnTo>
                <a:lnTo>
                  <a:pt x="1829435" y="13614"/>
                </a:lnTo>
                <a:lnTo>
                  <a:pt x="1843088" y="32090"/>
                </a:lnTo>
                <a:lnTo>
                  <a:pt x="1856740" y="58102"/>
                </a:lnTo>
                <a:lnTo>
                  <a:pt x="1870393" y="91366"/>
                </a:lnTo>
                <a:lnTo>
                  <a:pt x="1884045" y="131518"/>
                </a:lnTo>
                <a:lnTo>
                  <a:pt x="1897698" y="178118"/>
                </a:lnTo>
                <a:lnTo>
                  <a:pt x="1911350" y="230655"/>
                </a:lnTo>
                <a:lnTo>
                  <a:pt x="1925003" y="288554"/>
                </a:lnTo>
                <a:lnTo>
                  <a:pt x="1938655" y="351179"/>
                </a:lnTo>
                <a:lnTo>
                  <a:pt x="1952308" y="417846"/>
                </a:lnTo>
                <a:lnTo>
                  <a:pt x="1965960" y="487823"/>
                </a:lnTo>
                <a:lnTo>
                  <a:pt x="1979613" y="560345"/>
                </a:lnTo>
                <a:lnTo>
                  <a:pt x="1993265" y="634616"/>
                </a:lnTo>
                <a:lnTo>
                  <a:pt x="2006918" y="709822"/>
                </a:lnTo>
                <a:lnTo>
                  <a:pt x="2020570" y="785140"/>
                </a:lnTo>
                <a:lnTo>
                  <a:pt x="2034223" y="859745"/>
                </a:lnTo>
                <a:lnTo>
                  <a:pt x="2047875" y="932819"/>
                </a:lnTo>
                <a:lnTo>
                  <a:pt x="2061528" y="1003561"/>
                </a:lnTo>
                <a:lnTo>
                  <a:pt x="2075180" y="1071197"/>
                </a:lnTo>
                <a:lnTo>
                  <a:pt x="2088833" y="1134985"/>
                </a:lnTo>
                <a:lnTo>
                  <a:pt x="2102485" y="1194227"/>
                </a:lnTo>
                <a:lnTo>
                  <a:pt x="2116137" y="1248273"/>
                </a:lnTo>
                <a:lnTo>
                  <a:pt x="2129790" y="1296532"/>
                </a:lnTo>
                <a:lnTo>
                  <a:pt x="2143442" y="1338474"/>
                </a:lnTo>
                <a:lnTo>
                  <a:pt x="2157095" y="1373640"/>
                </a:lnTo>
                <a:lnTo>
                  <a:pt x="2170748" y="1401645"/>
                </a:lnTo>
                <a:lnTo>
                  <a:pt x="2184400" y="1422182"/>
                </a:lnTo>
                <a:lnTo>
                  <a:pt x="2198053" y="1435026"/>
                </a:lnTo>
                <a:lnTo>
                  <a:pt x="2211705" y="1440036"/>
                </a:lnTo>
                <a:lnTo>
                  <a:pt x="2225358" y="1437157"/>
                </a:lnTo>
                <a:lnTo>
                  <a:pt x="2239010" y="1426421"/>
                </a:lnTo>
                <a:lnTo>
                  <a:pt x="2252663" y="1407946"/>
                </a:lnTo>
                <a:lnTo>
                  <a:pt x="2266315" y="1381934"/>
                </a:lnTo>
                <a:lnTo>
                  <a:pt x="2279968" y="1348669"/>
                </a:lnTo>
                <a:lnTo>
                  <a:pt x="2293620" y="1308517"/>
                </a:lnTo>
                <a:lnTo>
                  <a:pt x="2307273" y="1261918"/>
                </a:lnTo>
                <a:lnTo>
                  <a:pt x="2320925" y="1209381"/>
                </a:lnTo>
                <a:lnTo>
                  <a:pt x="2334578" y="1151482"/>
                </a:lnTo>
                <a:lnTo>
                  <a:pt x="2348230" y="1088856"/>
                </a:lnTo>
                <a:lnTo>
                  <a:pt x="2361883" y="1022190"/>
                </a:lnTo>
                <a:lnTo>
                  <a:pt x="2375535" y="952212"/>
                </a:lnTo>
                <a:lnTo>
                  <a:pt x="2389188" y="879691"/>
                </a:lnTo>
                <a:lnTo>
                  <a:pt x="2402840" y="805420"/>
                </a:lnTo>
                <a:lnTo>
                  <a:pt x="2416493" y="730213"/>
                </a:lnTo>
                <a:lnTo>
                  <a:pt x="2430145" y="654895"/>
                </a:lnTo>
                <a:lnTo>
                  <a:pt x="2443798" y="580291"/>
                </a:lnTo>
                <a:lnTo>
                  <a:pt x="2457450" y="507217"/>
                </a:lnTo>
                <a:lnTo>
                  <a:pt x="2471103" y="436474"/>
                </a:lnTo>
                <a:lnTo>
                  <a:pt x="2484755" y="368839"/>
                </a:lnTo>
                <a:lnTo>
                  <a:pt x="2498408" y="305050"/>
                </a:lnTo>
                <a:lnTo>
                  <a:pt x="2512060" y="245809"/>
                </a:lnTo>
                <a:lnTo>
                  <a:pt x="2525713" y="191762"/>
                </a:lnTo>
                <a:lnTo>
                  <a:pt x="2539365" y="143504"/>
                </a:lnTo>
                <a:lnTo>
                  <a:pt x="2553018" y="101562"/>
                </a:lnTo>
                <a:lnTo>
                  <a:pt x="2566670" y="66396"/>
                </a:lnTo>
                <a:lnTo>
                  <a:pt x="2580323" y="38391"/>
                </a:lnTo>
                <a:lnTo>
                  <a:pt x="2593975" y="17854"/>
                </a:lnTo>
                <a:lnTo>
                  <a:pt x="2607628" y="5010"/>
                </a:lnTo>
                <a:lnTo>
                  <a:pt x="2621280" y="0"/>
                </a:lnTo>
                <a:lnTo>
                  <a:pt x="2634933" y="2879"/>
                </a:lnTo>
                <a:lnTo>
                  <a:pt x="2648585" y="13614"/>
                </a:lnTo>
                <a:lnTo>
                  <a:pt x="2662238" y="32090"/>
                </a:lnTo>
                <a:lnTo>
                  <a:pt x="2675890" y="58102"/>
                </a:lnTo>
                <a:lnTo>
                  <a:pt x="2689543" y="91366"/>
                </a:lnTo>
                <a:lnTo>
                  <a:pt x="2703195" y="131518"/>
                </a:lnTo>
                <a:lnTo>
                  <a:pt x="2716848" y="178118"/>
                </a:lnTo>
                <a:lnTo>
                  <a:pt x="2730500" y="230655"/>
                </a:lnTo>
                <a:lnTo>
                  <a:pt x="2744153" y="288554"/>
                </a:lnTo>
                <a:lnTo>
                  <a:pt x="2757805" y="351179"/>
                </a:lnTo>
                <a:lnTo>
                  <a:pt x="2771457" y="417846"/>
                </a:lnTo>
                <a:lnTo>
                  <a:pt x="2785110" y="487823"/>
                </a:lnTo>
                <a:lnTo>
                  <a:pt x="2798763" y="560345"/>
                </a:lnTo>
                <a:lnTo>
                  <a:pt x="2812415" y="634616"/>
                </a:lnTo>
                <a:lnTo>
                  <a:pt x="2826068" y="709822"/>
                </a:lnTo>
                <a:lnTo>
                  <a:pt x="2839720" y="785140"/>
                </a:lnTo>
                <a:lnTo>
                  <a:pt x="2853373" y="859745"/>
                </a:lnTo>
                <a:lnTo>
                  <a:pt x="2867025" y="932819"/>
                </a:lnTo>
                <a:lnTo>
                  <a:pt x="2880678" y="1003561"/>
                </a:lnTo>
                <a:lnTo>
                  <a:pt x="2894330" y="1071197"/>
                </a:lnTo>
                <a:lnTo>
                  <a:pt x="2907983" y="1134985"/>
                </a:lnTo>
                <a:lnTo>
                  <a:pt x="2921635" y="1194227"/>
                </a:lnTo>
                <a:lnTo>
                  <a:pt x="2935288" y="1248273"/>
                </a:lnTo>
                <a:lnTo>
                  <a:pt x="2948940" y="1296532"/>
                </a:lnTo>
                <a:lnTo>
                  <a:pt x="2962593" y="1338474"/>
                </a:lnTo>
                <a:lnTo>
                  <a:pt x="2976245" y="1373640"/>
                </a:lnTo>
                <a:lnTo>
                  <a:pt x="2989898" y="1401645"/>
                </a:lnTo>
                <a:lnTo>
                  <a:pt x="3003550" y="1422182"/>
                </a:lnTo>
                <a:lnTo>
                  <a:pt x="3017203" y="1435026"/>
                </a:lnTo>
                <a:lnTo>
                  <a:pt x="3030855" y="1440036"/>
                </a:lnTo>
                <a:lnTo>
                  <a:pt x="3044508" y="1437157"/>
                </a:lnTo>
                <a:lnTo>
                  <a:pt x="3058160" y="1426421"/>
                </a:lnTo>
                <a:lnTo>
                  <a:pt x="3071813" y="1407946"/>
                </a:lnTo>
                <a:lnTo>
                  <a:pt x="3085465" y="1381934"/>
                </a:lnTo>
                <a:lnTo>
                  <a:pt x="3099118" y="1348669"/>
                </a:lnTo>
                <a:lnTo>
                  <a:pt x="3112770" y="1308517"/>
                </a:lnTo>
                <a:lnTo>
                  <a:pt x="3126423" y="1261918"/>
                </a:lnTo>
                <a:lnTo>
                  <a:pt x="3140075" y="1209381"/>
                </a:lnTo>
                <a:lnTo>
                  <a:pt x="3153728" y="1151482"/>
                </a:lnTo>
                <a:lnTo>
                  <a:pt x="3167380" y="1088856"/>
                </a:lnTo>
                <a:lnTo>
                  <a:pt x="3181032" y="1022190"/>
                </a:lnTo>
                <a:lnTo>
                  <a:pt x="3194685" y="952212"/>
                </a:lnTo>
                <a:lnTo>
                  <a:pt x="3208338" y="879691"/>
                </a:lnTo>
                <a:lnTo>
                  <a:pt x="3221990" y="805420"/>
                </a:lnTo>
                <a:lnTo>
                  <a:pt x="3235643" y="730213"/>
                </a:lnTo>
                <a:lnTo>
                  <a:pt x="3249295" y="654895"/>
                </a:lnTo>
                <a:lnTo>
                  <a:pt x="3262948" y="580291"/>
                </a:lnTo>
                <a:lnTo>
                  <a:pt x="3276600" y="507217"/>
                </a:lnTo>
                <a:lnTo>
                  <a:pt x="3290253" y="436474"/>
                </a:lnTo>
                <a:lnTo>
                  <a:pt x="3303905" y="368839"/>
                </a:lnTo>
                <a:lnTo>
                  <a:pt x="3317558" y="305050"/>
                </a:lnTo>
                <a:lnTo>
                  <a:pt x="3331210" y="245809"/>
                </a:lnTo>
                <a:lnTo>
                  <a:pt x="3344863" y="191762"/>
                </a:lnTo>
                <a:lnTo>
                  <a:pt x="3358515" y="143504"/>
                </a:lnTo>
                <a:lnTo>
                  <a:pt x="3372168" y="101562"/>
                </a:lnTo>
                <a:lnTo>
                  <a:pt x="3385820" y="66396"/>
                </a:lnTo>
                <a:lnTo>
                  <a:pt x="3399473" y="38391"/>
                </a:lnTo>
                <a:lnTo>
                  <a:pt x="3413125" y="17854"/>
                </a:lnTo>
                <a:lnTo>
                  <a:pt x="3426778" y="5010"/>
                </a:lnTo>
                <a:lnTo>
                  <a:pt x="3440430" y="0"/>
                </a:lnTo>
                <a:lnTo>
                  <a:pt x="3454083" y="2879"/>
                </a:lnTo>
                <a:lnTo>
                  <a:pt x="3467735" y="13614"/>
                </a:lnTo>
                <a:lnTo>
                  <a:pt x="3481388" y="32090"/>
                </a:lnTo>
                <a:lnTo>
                  <a:pt x="3495040" y="58102"/>
                </a:lnTo>
                <a:lnTo>
                  <a:pt x="3508693" y="91366"/>
                </a:lnTo>
                <a:lnTo>
                  <a:pt x="3522345" y="131518"/>
                </a:lnTo>
                <a:lnTo>
                  <a:pt x="3535998" y="178118"/>
                </a:lnTo>
                <a:lnTo>
                  <a:pt x="3549650" y="230655"/>
                </a:lnTo>
                <a:lnTo>
                  <a:pt x="3563303" y="288554"/>
                </a:lnTo>
                <a:lnTo>
                  <a:pt x="3576955" y="351179"/>
                </a:lnTo>
                <a:lnTo>
                  <a:pt x="3590607" y="417846"/>
                </a:lnTo>
                <a:lnTo>
                  <a:pt x="3604260" y="487823"/>
                </a:lnTo>
                <a:lnTo>
                  <a:pt x="3617913" y="560345"/>
                </a:lnTo>
                <a:lnTo>
                  <a:pt x="3631565" y="634616"/>
                </a:lnTo>
                <a:lnTo>
                  <a:pt x="3645218" y="709822"/>
                </a:lnTo>
                <a:lnTo>
                  <a:pt x="3658870" y="785140"/>
                </a:lnTo>
                <a:lnTo>
                  <a:pt x="3672523" y="859745"/>
                </a:lnTo>
                <a:lnTo>
                  <a:pt x="3686175" y="932819"/>
                </a:lnTo>
                <a:lnTo>
                  <a:pt x="3699828" y="1003561"/>
                </a:lnTo>
                <a:lnTo>
                  <a:pt x="3713480" y="1071197"/>
                </a:lnTo>
                <a:lnTo>
                  <a:pt x="3727133" y="1134985"/>
                </a:lnTo>
                <a:lnTo>
                  <a:pt x="3740785" y="1194227"/>
                </a:lnTo>
                <a:lnTo>
                  <a:pt x="3754438" y="1248273"/>
                </a:lnTo>
                <a:lnTo>
                  <a:pt x="3768090" y="1296532"/>
                </a:lnTo>
                <a:lnTo>
                  <a:pt x="3781743" y="1338474"/>
                </a:lnTo>
                <a:lnTo>
                  <a:pt x="3795395" y="1373640"/>
                </a:lnTo>
                <a:lnTo>
                  <a:pt x="3809048" y="1401645"/>
                </a:lnTo>
                <a:lnTo>
                  <a:pt x="3822700" y="1422182"/>
                </a:lnTo>
                <a:lnTo>
                  <a:pt x="3836353" y="1435026"/>
                </a:lnTo>
                <a:lnTo>
                  <a:pt x="3850005" y="1440036"/>
                </a:lnTo>
                <a:lnTo>
                  <a:pt x="3863658" y="1437157"/>
                </a:lnTo>
                <a:lnTo>
                  <a:pt x="3877310" y="1426421"/>
                </a:lnTo>
                <a:lnTo>
                  <a:pt x="3890963" y="1407946"/>
                </a:lnTo>
                <a:lnTo>
                  <a:pt x="3904615" y="1381934"/>
                </a:lnTo>
                <a:lnTo>
                  <a:pt x="3918268" y="1348669"/>
                </a:lnTo>
                <a:lnTo>
                  <a:pt x="3931920" y="1308517"/>
                </a:lnTo>
                <a:lnTo>
                  <a:pt x="3945573" y="1261918"/>
                </a:lnTo>
                <a:lnTo>
                  <a:pt x="3959225" y="1209381"/>
                </a:lnTo>
                <a:lnTo>
                  <a:pt x="3972878" y="1151482"/>
                </a:lnTo>
                <a:lnTo>
                  <a:pt x="3986530" y="1088856"/>
                </a:lnTo>
                <a:lnTo>
                  <a:pt x="4000183" y="1022190"/>
                </a:lnTo>
                <a:lnTo>
                  <a:pt x="4013835" y="952212"/>
                </a:lnTo>
                <a:lnTo>
                  <a:pt x="4027487" y="879691"/>
                </a:lnTo>
                <a:lnTo>
                  <a:pt x="4041140" y="805420"/>
                </a:lnTo>
                <a:lnTo>
                  <a:pt x="4054793" y="730213"/>
                </a:lnTo>
                <a:lnTo>
                  <a:pt x="4068445" y="654895"/>
                </a:lnTo>
                <a:lnTo>
                  <a:pt x="4082097" y="580291"/>
                </a:lnTo>
                <a:lnTo>
                  <a:pt x="4095750" y="507217"/>
                </a:lnTo>
              </a:path>
            </a:pathLst>
          </a:custGeom>
          <a:noFill xmlns:a="http://schemas.openxmlformats.org/drawingml/2006/main"/>
          <a:ln xmlns:a="http://schemas.openxmlformats.org/drawingml/2006/main" w="15240">
            <a:solidFill>
              <a:srgbClr val="808080"/>
            </a:solidFill>
          </a:ln>
        </p:spPr>
      </p:sp>
      <p:sp>
        <p:nvSpPr>
          <p:cNvPr id="17" name="selected-window">
            <a:extLst xmlns:a="http://schemas.openxmlformats.org/drawingml/2006/main">
              <a:ext uri="{FF2B5EF4-FFF2-40B4-BE49-F238E27FC236}">
                <a16:creationId xmlns:a16="http://schemas.microsoft.com/office/drawing/2014/main" id="{3BBDD85D-CDF3-4DE3-B58D-F11E8B9B7AC9}"/>
              </a:ext>
            </a:extLst>
          </p:cNvPr>
          <p:cNvSpPr>
            <a:spLocks xmlns:a="http://schemas.openxmlformats.org/drawingml/2006/main" noGrp="1"/>
          </p:cNvSpPr>
          <p:nvPr/>
        </p:nvSpPr>
        <p:spPr>
          <a:xfrm xmlns:a="http://schemas.openxmlformats.org/drawingml/2006/main">
            <a:off x="2295525" y="2924175"/>
            <a:ext cx="819150" cy="21526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18" name="zoom-direction">
            <a:extLst xmlns:a="http://schemas.openxmlformats.org/drawingml/2006/main">
              <a:ext uri="{FF2B5EF4-FFF2-40B4-BE49-F238E27FC236}">
                <a16:creationId xmlns:a16="http://schemas.microsoft.com/office/drawing/2014/main" id="{32587AF3-3E02-4690-A992-8B34DF45DDCF}"/>
              </a:ext>
            </a:extLst>
          </p:cNvPr>
          <p:cNvSpPr>
            <a:spLocks xmlns:a="http://schemas.openxmlformats.org/drawingml/2006/main" noGrp="1"/>
          </p:cNvSpPr>
          <p:nvPr/>
        </p:nvSpPr>
        <p:spPr>
          <a:xfrm xmlns:a="http://schemas.openxmlformats.org/drawingml/2006/main">
            <a:off x="5743575" y="3895725"/>
            <a:ext cx="457200"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19" name="window-tick-0-0">
            <a:extLst xmlns:a="http://schemas.openxmlformats.org/drawingml/2006/main">
              <a:ext uri="{FF2B5EF4-FFF2-40B4-BE49-F238E27FC236}">
                <a16:creationId xmlns:a16="http://schemas.microsoft.com/office/drawing/2014/main" id="{19ED3760-90A2-4D11-9011-5BD1BDCFD182}"/>
              </a:ext>
            </a:extLst>
          </p:cNvPr>
          <p:cNvSpPr>
            <a:spLocks xmlns:a="http://schemas.openxmlformats.org/drawingml/2006/main" noGrp="1"/>
          </p:cNvSpPr>
          <p:nvPr/>
        </p:nvSpPr>
        <p:spPr>
          <a:xfrm xmlns:a="http://schemas.openxmlformats.org/drawingml/2006/main">
            <a:off x="781050" y="5067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20" name="window-tick-0-1">
            <a:extLst xmlns:a="http://schemas.openxmlformats.org/drawingml/2006/main">
              <a:ext uri="{FF2B5EF4-FFF2-40B4-BE49-F238E27FC236}">
                <a16:creationId xmlns:a16="http://schemas.microsoft.com/office/drawing/2014/main" id="{6CE69D32-702C-475C-868B-2FD119DA1769}"/>
              </a:ext>
            </a:extLst>
          </p:cNvPr>
          <p:cNvSpPr>
            <a:spLocks xmlns:a="http://schemas.openxmlformats.org/drawingml/2006/main" noGrp="1"/>
          </p:cNvSpPr>
          <p:nvPr/>
        </p:nvSpPr>
        <p:spPr>
          <a:xfrm xmlns:a="http://schemas.openxmlformats.org/drawingml/2006/main">
            <a:off x="4876800" y="5067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1" name="window-tick-1-0">
            <a:extLst xmlns:a="http://schemas.openxmlformats.org/drawingml/2006/main">
              <a:ext uri="{FF2B5EF4-FFF2-40B4-BE49-F238E27FC236}">
                <a16:creationId xmlns:a16="http://schemas.microsoft.com/office/drawing/2014/main" id="{B7AD5A31-F120-4D44-BF6B-714D4E6719F0}"/>
              </a:ext>
            </a:extLst>
          </p:cNvPr>
          <p:cNvSpPr>
            <a:spLocks xmlns:a="http://schemas.openxmlformats.org/drawingml/2006/main" noGrp="1"/>
          </p:cNvSpPr>
          <p:nvPr/>
        </p:nvSpPr>
        <p:spPr>
          <a:xfrm xmlns:a="http://schemas.openxmlformats.org/drawingml/2006/main">
            <a:off x="6858000" y="5067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0.30</a:t>
            </a:r>
          </a:p>
        </p:txBody>
      </p:sp>
      <p:sp>
        <p:nvSpPr>
          <p:cNvPr id="22" name="window-tick-1-1">
            <a:extLst xmlns:a="http://schemas.openxmlformats.org/drawingml/2006/main">
              <a:ext uri="{FF2B5EF4-FFF2-40B4-BE49-F238E27FC236}">
                <a16:creationId xmlns:a16="http://schemas.microsoft.com/office/drawing/2014/main" id="{C67C2356-DF0A-47EF-AA6E-1676A1A7D484}"/>
              </a:ext>
            </a:extLst>
          </p:cNvPr>
          <p:cNvSpPr>
            <a:spLocks xmlns:a="http://schemas.openxmlformats.org/drawingml/2006/main" noGrp="1"/>
          </p:cNvSpPr>
          <p:nvPr/>
        </p:nvSpPr>
        <p:spPr>
          <a:xfrm xmlns:a="http://schemas.openxmlformats.org/drawingml/2006/main">
            <a:off x="10953750" y="5067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0.50</a:t>
            </a:r>
          </a:p>
        </p:txBody>
      </p:sp>
      <p:sp>
        <p:nvSpPr>
          <p:cNvPr id="23" name="zoom-shared-signal">
            <a:extLst xmlns:a="http://schemas.openxmlformats.org/drawingml/2006/main">
              <a:ext uri="{FF2B5EF4-FFF2-40B4-BE49-F238E27FC236}">
                <a16:creationId xmlns:a16="http://schemas.microsoft.com/office/drawing/2014/main" id="{26603DEC-475A-4990-AEB2-F518BFAFF2BB}"/>
              </a:ext>
            </a:extLst>
          </p:cNvPr>
          <p:cNvSpPr>
            <a:spLocks xmlns:a="http://schemas.openxmlformats.org/drawingml/2006/main" noGrp="1"/>
          </p:cNvSpPr>
          <p:nvPr/>
        </p:nvSpPr>
        <p:spPr>
          <a:xfrm xmlns:a="http://schemas.openxmlformats.org/drawingml/2006/main">
            <a:off x="7143750" y="3280482"/>
            <a:ext cx="4095750" cy="1440036"/>
          </a:xfrm>
          <a:custGeom xmlns:a="http://schemas.openxmlformats.org/drawingml/2006/main">
            <a:pathLst>
              <a:path w="4095750" h="1440036">
                <a:moveTo>
                  <a:pt x="0" y="932819"/>
                </a:moveTo>
                <a:lnTo>
                  <a:pt x="20479" y="954322"/>
                </a:lnTo>
                <a:lnTo>
                  <a:pt x="40957" y="975594"/>
                </a:lnTo>
                <a:lnTo>
                  <a:pt x="61436" y="996614"/>
                </a:lnTo>
                <a:lnTo>
                  <a:pt x="81915" y="1017361"/>
                </a:lnTo>
                <a:lnTo>
                  <a:pt x="102394" y="1037815"/>
                </a:lnTo>
                <a:lnTo>
                  <a:pt x="122872" y="1057955"/>
                </a:lnTo>
                <a:lnTo>
                  <a:pt x="143351" y="1077761"/>
                </a:lnTo>
                <a:lnTo>
                  <a:pt x="163830" y="1097214"/>
                </a:lnTo>
                <a:lnTo>
                  <a:pt x="184309" y="1116295"/>
                </a:lnTo>
                <a:lnTo>
                  <a:pt x="204788" y="1134985"/>
                </a:lnTo>
                <a:lnTo>
                  <a:pt x="225266" y="1153266"/>
                </a:lnTo>
                <a:lnTo>
                  <a:pt x="245745" y="1171119"/>
                </a:lnTo>
                <a:lnTo>
                  <a:pt x="266224" y="1188526"/>
                </a:lnTo>
                <a:lnTo>
                  <a:pt x="286703" y="1205472"/>
                </a:lnTo>
                <a:lnTo>
                  <a:pt x="307181" y="1221938"/>
                </a:lnTo>
                <a:lnTo>
                  <a:pt x="327660" y="1237909"/>
                </a:lnTo>
                <a:lnTo>
                  <a:pt x="348139" y="1253369"/>
                </a:lnTo>
                <a:lnTo>
                  <a:pt x="368618" y="1268302"/>
                </a:lnTo>
                <a:lnTo>
                  <a:pt x="389096" y="1282695"/>
                </a:lnTo>
                <a:lnTo>
                  <a:pt x="409575" y="1296532"/>
                </a:lnTo>
                <a:lnTo>
                  <a:pt x="430054" y="1309800"/>
                </a:lnTo>
                <a:lnTo>
                  <a:pt x="450532" y="1322486"/>
                </a:lnTo>
                <a:lnTo>
                  <a:pt x="471011" y="1334577"/>
                </a:lnTo>
                <a:lnTo>
                  <a:pt x="491490" y="1346062"/>
                </a:lnTo>
                <a:lnTo>
                  <a:pt x="511969" y="1356930"/>
                </a:lnTo>
                <a:lnTo>
                  <a:pt x="532447" y="1367168"/>
                </a:lnTo>
                <a:lnTo>
                  <a:pt x="552926" y="1376768"/>
                </a:lnTo>
                <a:lnTo>
                  <a:pt x="573405" y="1385720"/>
                </a:lnTo>
                <a:lnTo>
                  <a:pt x="593884" y="1394015"/>
                </a:lnTo>
                <a:lnTo>
                  <a:pt x="614363" y="1401645"/>
                </a:lnTo>
                <a:lnTo>
                  <a:pt x="634841" y="1408602"/>
                </a:lnTo>
                <a:lnTo>
                  <a:pt x="655320" y="1414879"/>
                </a:lnTo>
                <a:lnTo>
                  <a:pt x="675799" y="1420471"/>
                </a:lnTo>
                <a:lnTo>
                  <a:pt x="696278" y="1425372"/>
                </a:lnTo>
                <a:lnTo>
                  <a:pt x="716756" y="1429576"/>
                </a:lnTo>
                <a:lnTo>
                  <a:pt x="737235" y="1433080"/>
                </a:lnTo>
                <a:lnTo>
                  <a:pt x="757714" y="1435881"/>
                </a:lnTo>
                <a:lnTo>
                  <a:pt x="778193" y="1437975"/>
                </a:lnTo>
                <a:lnTo>
                  <a:pt x="798671" y="1439360"/>
                </a:lnTo>
                <a:lnTo>
                  <a:pt x="819150" y="1440036"/>
                </a:lnTo>
                <a:lnTo>
                  <a:pt x="839629" y="1440001"/>
                </a:lnTo>
                <a:lnTo>
                  <a:pt x="860107" y="1439255"/>
                </a:lnTo>
                <a:lnTo>
                  <a:pt x="880586" y="1437800"/>
                </a:lnTo>
                <a:lnTo>
                  <a:pt x="901065" y="1435636"/>
                </a:lnTo>
                <a:lnTo>
                  <a:pt x="921544" y="1432766"/>
                </a:lnTo>
                <a:lnTo>
                  <a:pt x="942022" y="1429193"/>
                </a:lnTo>
                <a:lnTo>
                  <a:pt x="962501" y="1424919"/>
                </a:lnTo>
                <a:lnTo>
                  <a:pt x="982980" y="1419950"/>
                </a:lnTo>
                <a:lnTo>
                  <a:pt x="1003459" y="1414291"/>
                </a:lnTo>
                <a:lnTo>
                  <a:pt x="1023938" y="1407946"/>
                </a:lnTo>
                <a:lnTo>
                  <a:pt x="1044416" y="1400922"/>
                </a:lnTo>
                <a:lnTo>
                  <a:pt x="1064895" y="1393227"/>
                </a:lnTo>
                <a:lnTo>
                  <a:pt x="1085374" y="1384867"/>
                </a:lnTo>
                <a:lnTo>
                  <a:pt x="1105853" y="1375850"/>
                </a:lnTo>
                <a:lnTo>
                  <a:pt x="1126331" y="1366187"/>
                </a:lnTo>
                <a:lnTo>
                  <a:pt x="1146810" y="1355886"/>
                </a:lnTo>
                <a:lnTo>
                  <a:pt x="1167289" y="1344957"/>
                </a:lnTo>
                <a:lnTo>
                  <a:pt x="1187768" y="1333412"/>
                </a:lnTo>
                <a:lnTo>
                  <a:pt x="1208246" y="1321261"/>
                </a:lnTo>
                <a:lnTo>
                  <a:pt x="1228725" y="1308517"/>
                </a:lnTo>
                <a:lnTo>
                  <a:pt x="1249204" y="1295192"/>
                </a:lnTo>
                <a:lnTo>
                  <a:pt x="1269682" y="1281300"/>
                </a:lnTo>
                <a:lnTo>
                  <a:pt x="1290161" y="1266854"/>
                </a:lnTo>
                <a:lnTo>
                  <a:pt x="1310640" y="1251868"/>
                </a:lnTo>
                <a:lnTo>
                  <a:pt x="1331119" y="1236357"/>
                </a:lnTo>
                <a:lnTo>
                  <a:pt x="1351597" y="1220336"/>
                </a:lnTo>
                <a:lnTo>
                  <a:pt x="1372076" y="1203822"/>
                </a:lnTo>
                <a:lnTo>
                  <a:pt x="1392555" y="1186830"/>
                </a:lnTo>
                <a:lnTo>
                  <a:pt x="1413034" y="1169378"/>
                </a:lnTo>
                <a:lnTo>
                  <a:pt x="1433513" y="1151482"/>
                </a:lnTo>
                <a:lnTo>
                  <a:pt x="1453991" y="1133160"/>
                </a:lnTo>
                <a:lnTo>
                  <a:pt x="1474470" y="1114431"/>
                </a:lnTo>
                <a:lnTo>
                  <a:pt x="1494949" y="1095312"/>
                </a:lnTo>
                <a:lnTo>
                  <a:pt x="1515428" y="1075824"/>
                </a:lnTo>
                <a:lnTo>
                  <a:pt x="1535906" y="1055983"/>
                </a:lnTo>
                <a:lnTo>
                  <a:pt x="1556385" y="1035812"/>
                </a:lnTo>
                <a:lnTo>
                  <a:pt x="1576864" y="1015328"/>
                </a:lnTo>
                <a:lnTo>
                  <a:pt x="1597343" y="994554"/>
                </a:lnTo>
                <a:lnTo>
                  <a:pt x="1617821" y="973508"/>
                </a:lnTo>
                <a:lnTo>
                  <a:pt x="1638300" y="952212"/>
                </a:lnTo>
                <a:lnTo>
                  <a:pt x="1658779" y="930687"/>
                </a:lnTo>
                <a:lnTo>
                  <a:pt x="1679257" y="908954"/>
                </a:lnTo>
                <a:lnTo>
                  <a:pt x="1699736" y="887035"/>
                </a:lnTo>
                <a:lnTo>
                  <a:pt x="1720215" y="864951"/>
                </a:lnTo>
                <a:lnTo>
                  <a:pt x="1740694" y="842723"/>
                </a:lnTo>
                <a:lnTo>
                  <a:pt x="1761172" y="820375"/>
                </a:lnTo>
                <a:lnTo>
                  <a:pt x="1781651" y="797928"/>
                </a:lnTo>
                <a:lnTo>
                  <a:pt x="1802130" y="775404"/>
                </a:lnTo>
                <a:lnTo>
                  <a:pt x="1822609" y="752825"/>
                </a:lnTo>
                <a:lnTo>
                  <a:pt x="1843088" y="730213"/>
                </a:lnTo>
                <a:lnTo>
                  <a:pt x="1863566" y="707592"/>
                </a:lnTo>
                <a:lnTo>
                  <a:pt x="1884045" y="684983"/>
                </a:lnTo>
                <a:lnTo>
                  <a:pt x="1904524" y="662409"/>
                </a:lnTo>
                <a:lnTo>
                  <a:pt x="1925003" y="639891"/>
                </a:lnTo>
                <a:lnTo>
                  <a:pt x="1945481" y="617452"/>
                </a:lnTo>
                <a:lnTo>
                  <a:pt x="1965960" y="595115"/>
                </a:lnTo>
                <a:lnTo>
                  <a:pt x="1986439" y="572901"/>
                </a:lnTo>
                <a:lnTo>
                  <a:pt x="2006918" y="550832"/>
                </a:lnTo>
                <a:lnTo>
                  <a:pt x="2027396" y="528930"/>
                </a:lnTo>
                <a:lnTo>
                  <a:pt x="2047875" y="507217"/>
                </a:lnTo>
                <a:lnTo>
                  <a:pt x="2068354" y="485713"/>
                </a:lnTo>
                <a:lnTo>
                  <a:pt x="2088832" y="464441"/>
                </a:lnTo>
                <a:lnTo>
                  <a:pt x="2109311" y="443421"/>
                </a:lnTo>
                <a:lnTo>
                  <a:pt x="2129790" y="422674"/>
                </a:lnTo>
                <a:lnTo>
                  <a:pt x="2150269" y="402221"/>
                </a:lnTo>
                <a:lnTo>
                  <a:pt x="2170748" y="382081"/>
                </a:lnTo>
                <a:lnTo>
                  <a:pt x="2191226" y="362275"/>
                </a:lnTo>
                <a:lnTo>
                  <a:pt x="2211705" y="342821"/>
                </a:lnTo>
                <a:lnTo>
                  <a:pt x="2232184" y="323740"/>
                </a:lnTo>
                <a:lnTo>
                  <a:pt x="2252663" y="305050"/>
                </a:lnTo>
                <a:lnTo>
                  <a:pt x="2273141" y="286770"/>
                </a:lnTo>
                <a:lnTo>
                  <a:pt x="2293620" y="268917"/>
                </a:lnTo>
                <a:lnTo>
                  <a:pt x="2314099" y="251509"/>
                </a:lnTo>
                <a:lnTo>
                  <a:pt x="2334578" y="234564"/>
                </a:lnTo>
                <a:lnTo>
                  <a:pt x="2355056" y="218098"/>
                </a:lnTo>
                <a:lnTo>
                  <a:pt x="2375535" y="202127"/>
                </a:lnTo>
                <a:lnTo>
                  <a:pt x="2396014" y="186667"/>
                </a:lnTo>
                <a:lnTo>
                  <a:pt x="2416493" y="171733"/>
                </a:lnTo>
                <a:lnTo>
                  <a:pt x="2436971" y="157341"/>
                </a:lnTo>
                <a:lnTo>
                  <a:pt x="2457450" y="143504"/>
                </a:lnTo>
                <a:lnTo>
                  <a:pt x="2477929" y="130236"/>
                </a:lnTo>
                <a:lnTo>
                  <a:pt x="2498407" y="117550"/>
                </a:lnTo>
                <a:lnTo>
                  <a:pt x="2518886" y="105458"/>
                </a:lnTo>
                <a:lnTo>
                  <a:pt x="2539365" y="93973"/>
                </a:lnTo>
                <a:lnTo>
                  <a:pt x="2559844" y="83106"/>
                </a:lnTo>
                <a:lnTo>
                  <a:pt x="2580323" y="72867"/>
                </a:lnTo>
                <a:lnTo>
                  <a:pt x="2600801" y="63267"/>
                </a:lnTo>
                <a:lnTo>
                  <a:pt x="2621280" y="54315"/>
                </a:lnTo>
                <a:lnTo>
                  <a:pt x="2641759" y="46021"/>
                </a:lnTo>
                <a:lnTo>
                  <a:pt x="2662238" y="38391"/>
                </a:lnTo>
                <a:lnTo>
                  <a:pt x="2682716" y="31434"/>
                </a:lnTo>
                <a:lnTo>
                  <a:pt x="2703195" y="25156"/>
                </a:lnTo>
                <a:lnTo>
                  <a:pt x="2723674" y="19564"/>
                </a:lnTo>
                <a:lnTo>
                  <a:pt x="2744152" y="14664"/>
                </a:lnTo>
                <a:lnTo>
                  <a:pt x="2764631" y="10460"/>
                </a:lnTo>
                <a:lnTo>
                  <a:pt x="2785110" y="6955"/>
                </a:lnTo>
                <a:lnTo>
                  <a:pt x="2805589" y="4155"/>
                </a:lnTo>
                <a:lnTo>
                  <a:pt x="2826068" y="2061"/>
                </a:lnTo>
                <a:lnTo>
                  <a:pt x="2846546" y="676"/>
                </a:lnTo>
                <a:lnTo>
                  <a:pt x="2867025" y="0"/>
                </a:lnTo>
                <a:lnTo>
                  <a:pt x="2887504" y="35"/>
                </a:lnTo>
                <a:lnTo>
                  <a:pt x="2907982" y="781"/>
                </a:lnTo>
                <a:lnTo>
                  <a:pt x="2928461" y="2236"/>
                </a:lnTo>
                <a:lnTo>
                  <a:pt x="2948940" y="4400"/>
                </a:lnTo>
                <a:lnTo>
                  <a:pt x="2969419" y="7270"/>
                </a:lnTo>
                <a:lnTo>
                  <a:pt x="2989898" y="10843"/>
                </a:lnTo>
                <a:lnTo>
                  <a:pt x="3010376" y="15116"/>
                </a:lnTo>
                <a:lnTo>
                  <a:pt x="3030855" y="20085"/>
                </a:lnTo>
                <a:lnTo>
                  <a:pt x="3051334" y="25745"/>
                </a:lnTo>
                <a:lnTo>
                  <a:pt x="3071813" y="32090"/>
                </a:lnTo>
                <a:lnTo>
                  <a:pt x="3092291" y="39113"/>
                </a:lnTo>
                <a:lnTo>
                  <a:pt x="3112770" y="46809"/>
                </a:lnTo>
                <a:lnTo>
                  <a:pt x="3133249" y="55169"/>
                </a:lnTo>
                <a:lnTo>
                  <a:pt x="3153727" y="64185"/>
                </a:lnTo>
                <a:lnTo>
                  <a:pt x="3174206" y="73849"/>
                </a:lnTo>
                <a:lnTo>
                  <a:pt x="3194685" y="84150"/>
                </a:lnTo>
                <a:lnTo>
                  <a:pt x="3215164" y="95078"/>
                </a:lnTo>
                <a:lnTo>
                  <a:pt x="3235643" y="106624"/>
                </a:lnTo>
                <a:lnTo>
                  <a:pt x="3256121" y="118774"/>
                </a:lnTo>
                <a:lnTo>
                  <a:pt x="3276600" y="131518"/>
                </a:lnTo>
                <a:lnTo>
                  <a:pt x="3297079" y="144843"/>
                </a:lnTo>
                <a:lnTo>
                  <a:pt x="3317557" y="158736"/>
                </a:lnTo>
                <a:lnTo>
                  <a:pt x="3338036" y="173182"/>
                </a:lnTo>
                <a:lnTo>
                  <a:pt x="3358515" y="188168"/>
                </a:lnTo>
                <a:lnTo>
                  <a:pt x="3378994" y="203679"/>
                </a:lnTo>
                <a:lnTo>
                  <a:pt x="3399473" y="219699"/>
                </a:lnTo>
                <a:lnTo>
                  <a:pt x="3419951" y="236214"/>
                </a:lnTo>
                <a:lnTo>
                  <a:pt x="3440430" y="253205"/>
                </a:lnTo>
                <a:lnTo>
                  <a:pt x="3460909" y="270658"/>
                </a:lnTo>
                <a:lnTo>
                  <a:pt x="3481388" y="288554"/>
                </a:lnTo>
                <a:lnTo>
                  <a:pt x="3501866" y="306875"/>
                </a:lnTo>
                <a:lnTo>
                  <a:pt x="3522345" y="325605"/>
                </a:lnTo>
                <a:lnTo>
                  <a:pt x="3542824" y="344723"/>
                </a:lnTo>
                <a:lnTo>
                  <a:pt x="3563302" y="364212"/>
                </a:lnTo>
                <a:lnTo>
                  <a:pt x="3583781" y="384052"/>
                </a:lnTo>
                <a:lnTo>
                  <a:pt x="3604260" y="404224"/>
                </a:lnTo>
                <a:lnTo>
                  <a:pt x="3624739" y="424707"/>
                </a:lnTo>
                <a:lnTo>
                  <a:pt x="3645218" y="445482"/>
                </a:lnTo>
                <a:lnTo>
                  <a:pt x="3665696" y="466528"/>
                </a:lnTo>
                <a:lnTo>
                  <a:pt x="3686175" y="487823"/>
                </a:lnTo>
                <a:lnTo>
                  <a:pt x="3706654" y="509348"/>
                </a:lnTo>
                <a:lnTo>
                  <a:pt x="3727132" y="531081"/>
                </a:lnTo>
                <a:lnTo>
                  <a:pt x="3747611" y="553001"/>
                </a:lnTo>
                <a:lnTo>
                  <a:pt x="3768090" y="575085"/>
                </a:lnTo>
                <a:lnTo>
                  <a:pt x="3788569" y="597312"/>
                </a:lnTo>
                <a:lnTo>
                  <a:pt x="3809048" y="619660"/>
                </a:lnTo>
                <a:lnTo>
                  <a:pt x="3829526" y="642108"/>
                </a:lnTo>
                <a:lnTo>
                  <a:pt x="3850005" y="664632"/>
                </a:lnTo>
                <a:lnTo>
                  <a:pt x="3870484" y="687211"/>
                </a:lnTo>
                <a:lnTo>
                  <a:pt x="3890963" y="709822"/>
                </a:lnTo>
                <a:lnTo>
                  <a:pt x="3911441" y="732444"/>
                </a:lnTo>
                <a:lnTo>
                  <a:pt x="3931920" y="755053"/>
                </a:lnTo>
                <a:lnTo>
                  <a:pt x="3952399" y="777627"/>
                </a:lnTo>
                <a:lnTo>
                  <a:pt x="3972877" y="800145"/>
                </a:lnTo>
                <a:lnTo>
                  <a:pt x="3993356" y="822583"/>
                </a:lnTo>
                <a:lnTo>
                  <a:pt x="4013835" y="844921"/>
                </a:lnTo>
                <a:lnTo>
                  <a:pt x="4034314" y="867135"/>
                </a:lnTo>
                <a:lnTo>
                  <a:pt x="4054793" y="889204"/>
                </a:lnTo>
                <a:lnTo>
                  <a:pt x="4075271" y="911106"/>
                </a:lnTo>
                <a:lnTo>
                  <a:pt x="4095750" y="932819"/>
                </a:lnTo>
              </a:path>
            </a:pathLst>
          </a:custGeom>
          <a:noFill xmlns:a="http://schemas.openxmlformats.org/drawingml/2006/main"/>
          <a:ln xmlns:a="http://schemas.openxmlformats.org/drawingml/2006/main" w="15240">
            <a:solidFill>
              <a:srgbClr val="808080"/>
            </a:solidFill>
          </a:ln>
        </p:spPr>
      </p:sp>
      <p:sp>
        <p:nvSpPr>
          <p:cNvPr id="24" name="zoom-sample-15">
            <a:extLst xmlns:a="http://schemas.openxmlformats.org/drawingml/2006/main">
              <a:ext uri="{FF2B5EF4-FFF2-40B4-BE49-F238E27FC236}">
                <a16:creationId xmlns:a16="http://schemas.microsoft.com/office/drawing/2014/main" id="{D6D200BA-D9AF-41A8-8367-62A081FE0659}"/>
              </a:ext>
            </a:extLst>
          </p:cNvPr>
          <p:cNvSpPr>
            <a:spLocks xmlns:a="http://schemas.openxmlformats.org/drawingml/2006/main" noGrp="1"/>
          </p:cNvSpPr>
          <p:nvPr/>
        </p:nvSpPr>
        <p:spPr>
          <a:xfrm xmlns:a="http://schemas.openxmlformats.org/drawingml/2006/main">
            <a:off x="7086600" y="4156151"/>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25" name="zoom-sample-16">
            <a:extLst xmlns:a="http://schemas.openxmlformats.org/drawingml/2006/main">
              <a:ext uri="{FF2B5EF4-FFF2-40B4-BE49-F238E27FC236}">
                <a16:creationId xmlns:a16="http://schemas.microsoft.com/office/drawing/2014/main" id="{248B502A-0174-4912-B191-52962F0C4B53}"/>
              </a:ext>
            </a:extLst>
          </p:cNvPr>
          <p:cNvSpPr>
            <a:spLocks xmlns:a="http://schemas.openxmlformats.org/drawingml/2006/main" noGrp="1"/>
          </p:cNvSpPr>
          <p:nvPr/>
        </p:nvSpPr>
        <p:spPr>
          <a:xfrm xmlns:a="http://schemas.openxmlformats.org/drawingml/2006/main">
            <a:off x="7496175" y="4519864"/>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26" name="zoom-sample-17">
            <a:extLst xmlns:a="http://schemas.openxmlformats.org/drawingml/2006/main">
              <a:ext uri="{FF2B5EF4-FFF2-40B4-BE49-F238E27FC236}">
                <a16:creationId xmlns:a16="http://schemas.microsoft.com/office/drawing/2014/main" id="{9B92662A-85F8-4FC3-A4A5-1C625D9BC5B1}"/>
              </a:ext>
            </a:extLst>
          </p:cNvPr>
          <p:cNvSpPr>
            <a:spLocks xmlns:a="http://schemas.openxmlformats.org/drawingml/2006/main" noGrp="1"/>
          </p:cNvSpPr>
          <p:nvPr/>
        </p:nvSpPr>
        <p:spPr>
          <a:xfrm xmlns:a="http://schemas.openxmlformats.org/drawingml/2006/main">
            <a:off x="7905750" y="4663368"/>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27" name="zoom-sample-18">
            <a:extLst xmlns:a="http://schemas.openxmlformats.org/drawingml/2006/main">
              <a:ext uri="{FF2B5EF4-FFF2-40B4-BE49-F238E27FC236}">
                <a16:creationId xmlns:a16="http://schemas.microsoft.com/office/drawing/2014/main" id="{BB99FF82-9B33-4748-9EC9-F7F906A0A7CB}"/>
              </a:ext>
            </a:extLst>
          </p:cNvPr>
          <p:cNvSpPr>
            <a:spLocks xmlns:a="http://schemas.openxmlformats.org/drawingml/2006/main" noGrp="1"/>
          </p:cNvSpPr>
          <p:nvPr/>
        </p:nvSpPr>
        <p:spPr>
          <a:xfrm xmlns:a="http://schemas.openxmlformats.org/drawingml/2006/main">
            <a:off x="8315325" y="4531849"/>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28" name="zoom-sample-19">
            <a:extLst xmlns:a="http://schemas.openxmlformats.org/drawingml/2006/main">
              <a:ext uri="{FF2B5EF4-FFF2-40B4-BE49-F238E27FC236}">
                <a16:creationId xmlns:a16="http://schemas.microsoft.com/office/drawing/2014/main" id="{12981B3F-795A-42C5-BE05-91A34C7F7012}"/>
              </a:ext>
            </a:extLst>
          </p:cNvPr>
          <p:cNvSpPr>
            <a:spLocks xmlns:a="http://schemas.openxmlformats.org/drawingml/2006/main" noGrp="1"/>
          </p:cNvSpPr>
          <p:nvPr/>
        </p:nvSpPr>
        <p:spPr>
          <a:xfrm xmlns:a="http://schemas.openxmlformats.org/drawingml/2006/main">
            <a:off x="8724900" y="4175544"/>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29" name="zoom-sample-20">
            <a:extLst xmlns:a="http://schemas.openxmlformats.org/drawingml/2006/main">
              <a:ext uri="{FF2B5EF4-FFF2-40B4-BE49-F238E27FC236}">
                <a16:creationId xmlns:a16="http://schemas.microsoft.com/office/drawing/2014/main" id="{9A20C38E-7B89-466F-A35E-6097AD3BFEF5}"/>
              </a:ext>
            </a:extLst>
          </p:cNvPr>
          <p:cNvSpPr>
            <a:spLocks xmlns:a="http://schemas.openxmlformats.org/drawingml/2006/main" noGrp="1"/>
          </p:cNvSpPr>
          <p:nvPr/>
        </p:nvSpPr>
        <p:spPr>
          <a:xfrm xmlns:a="http://schemas.openxmlformats.org/drawingml/2006/main">
            <a:off x="9134475" y="3730549"/>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0" name="zoom-sample-21">
            <a:extLst xmlns:a="http://schemas.openxmlformats.org/drawingml/2006/main">
              <a:ext uri="{FF2B5EF4-FFF2-40B4-BE49-F238E27FC236}">
                <a16:creationId xmlns:a16="http://schemas.microsoft.com/office/drawing/2014/main" id="{02C4F4BB-9082-42E2-AC88-F1D1CF2594D1}"/>
              </a:ext>
            </a:extLst>
          </p:cNvPr>
          <p:cNvSpPr>
            <a:spLocks xmlns:a="http://schemas.openxmlformats.org/drawingml/2006/main" noGrp="1"/>
          </p:cNvSpPr>
          <p:nvPr/>
        </p:nvSpPr>
        <p:spPr>
          <a:xfrm xmlns:a="http://schemas.openxmlformats.org/drawingml/2006/main">
            <a:off x="9544050" y="3366836"/>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1" name="zoom-sample-22">
            <a:extLst xmlns:a="http://schemas.openxmlformats.org/drawingml/2006/main">
              <a:ext uri="{FF2B5EF4-FFF2-40B4-BE49-F238E27FC236}">
                <a16:creationId xmlns:a16="http://schemas.microsoft.com/office/drawing/2014/main" id="{8844DE00-816A-481C-9F18-CD2EDF7C89D3}"/>
              </a:ext>
            </a:extLst>
          </p:cNvPr>
          <p:cNvSpPr>
            <a:spLocks xmlns:a="http://schemas.openxmlformats.org/drawingml/2006/main" noGrp="1"/>
          </p:cNvSpPr>
          <p:nvPr/>
        </p:nvSpPr>
        <p:spPr>
          <a:xfrm xmlns:a="http://schemas.openxmlformats.org/drawingml/2006/main">
            <a:off x="9953625" y="3223332"/>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2" name="zoom-sample-23">
            <a:extLst xmlns:a="http://schemas.openxmlformats.org/drawingml/2006/main">
              <a:ext uri="{FF2B5EF4-FFF2-40B4-BE49-F238E27FC236}">
                <a16:creationId xmlns:a16="http://schemas.microsoft.com/office/drawing/2014/main" id="{EFBC7327-0C91-41B9-9AD2-A30EE37FC33F}"/>
              </a:ext>
            </a:extLst>
          </p:cNvPr>
          <p:cNvSpPr>
            <a:spLocks xmlns:a="http://schemas.openxmlformats.org/drawingml/2006/main" noGrp="1"/>
          </p:cNvSpPr>
          <p:nvPr/>
        </p:nvSpPr>
        <p:spPr>
          <a:xfrm xmlns:a="http://schemas.openxmlformats.org/drawingml/2006/main">
            <a:off x="10363200" y="3354851"/>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3" name="zoom-sample-24">
            <a:extLst xmlns:a="http://schemas.openxmlformats.org/drawingml/2006/main">
              <a:ext uri="{FF2B5EF4-FFF2-40B4-BE49-F238E27FC236}">
                <a16:creationId xmlns:a16="http://schemas.microsoft.com/office/drawing/2014/main" id="{79180E7B-BA64-48C6-BDA1-BD211959B165}"/>
              </a:ext>
            </a:extLst>
          </p:cNvPr>
          <p:cNvSpPr>
            <a:spLocks xmlns:a="http://schemas.openxmlformats.org/drawingml/2006/main" noGrp="1"/>
          </p:cNvSpPr>
          <p:nvPr/>
        </p:nvSpPr>
        <p:spPr>
          <a:xfrm xmlns:a="http://schemas.openxmlformats.org/drawingml/2006/main">
            <a:off x="10772775" y="3711156"/>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4" name="zoom-sample-25">
            <a:extLst xmlns:a="http://schemas.openxmlformats.org/drawingml/2006/main">
              <a:ext uri="{FF2B5EF4-FFF2-40B4-BE49-F238E27FC236}">
                <a16:creationId xmlns:a16="http://schemas.microsoft.com/office/drawing/2014/main" id="{0EC02D2C-0E8A-4716-849D-AA584B81B040}"/>
              </a:ext>
            </a:extLst>
          </p:cNvPr>
          <p:cNvSpPr>
            <a:spLocks xmlns:a="http://schemas.openxmlformats.org/drawingml/2006/main" noGrp="1"/>
          </p:cNvSpPr>
          <p:nvPr/>
        </p:nvSpPr>
        <p:spPr>
          <a:xfrm xmlns:a="http://schemas.openxmlformats.org/drawingml/2006/main">
            <a:off x="11182350" y="4156151"/>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5" name="text">
            <a:extLst xmlns:a="http://schemas.openxmlformats.org/drawingml/2006/main">
              <a:ext uri="{FF2B5EF4-FFF2-40B4-BE49-F238E27FC236}">
                <a16:creationId xmlns:a16="http://schemas.microsoft.com/office/drawing/2014/main" id="{709BBBF1-5C63-42A6-B2D0-D3A0B6412148}"/>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同一区间、相同纵轴；放大后可分辨11个记录点。</a:t>
            </a:r>
          </a:p>
        </p:txBody>
      </p:sp>
    </p:spTree>
    <p:extLst>
      <p:ext uri="{BB962C8B-B14F-4D97-AF65-F5344CB8AC3E}">
        <p14:creationId xmlns:p14="http://schemas.microsoft.com/office/powerpoint/2010/main" val="1875450347"/>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225F0BC-F0EE-476F-88E5-DBD5AE7358D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AE72ECA5-9D70-4781-9164-F4756FA82D46}"/>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B7BBC6B2-8660-4C27-9457-D58C25CC1AAE}"/>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1 Hz和2 Hz，一秒内取几个样本？</a:t>
            </a:r>
          </a:p>
        </p:txBody>
      </p:sp>
      <p:sp>
        <p:nvSpPr>
          <p:cNvPr id="5" name="text">
            <a:extLst xmlns:a="http://schemas.openxmlformats.org/drawingml/2006/main">
              <a:ext uri="{FF2B5EF4-FFF2-40B4-BE49-F238E27FC236}">
                <a16:creationId xmlns:a16="http://schemas.microsoft.com/office/drawing/2014/main" id="{536D2628-FD15-4207-86AC-12DBB86EF2ED}"/>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同一段信号；统计区间 [0,1)，不计右端点。</a:t>
            </a:r>
          </a:p>
        </p:txBody>
      </p:sp>
      <p:sp>
        <p:nvSpPr>
          <p:cNvPr id="6" name="rate-1">
            <a:extLst xmlns:a="http://schemas.openxmlformats.org/drawingml/2006/main">
              <a:ext uri="{FF2B5EF4-FFF2-40B4-BE49-F238E27FC236}">
                <a16:creationId xmlns:a16="http://schemas.microsoft.com/office/drawing/2014/main" id="{4C6CF6EF-58B5-4CBD-B856-CE3FAAB2FCB8}"/>
              </a:ext>
            </a:extLst>
          </p:cNvPr>
          <p:cNvSpPr>
            <a:spLocks xmlns:a="http://schemas.openxmlformats.org/drawingml/2006/main" noGrp="1"/>
          </p:cNvSpPr>
          <p:nvPr/>
        </p:nvSpPr>
        <p:spPr>
          <a:xfrm xmlns:a="http://schemas.openxmlformats.org/drawingml/2006/main">
            <a:off x="609600" y="245745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1 Hz</a:t>
            </a:r>
          </a:p>
        </p:txBody>
      </p:sp>
      <p:sp>
        <p:nvSpPr>
          <p:cNvPr id="7" name="time-axis-1">
            <a:extLst xmlns:a="http://schemas.openxmlformats.org/drawingml/2006/main">
              <a:ext uri="{FF2B5EF4-FFF2-40B4-BE49-F238E27FC236}">
                <a16:creationId xmlns:a16="http://schemas.microsoft.com/office/drawing/2014/main" id="{AB75DA9B-F951-436E-99E4-77033A5E495A}"/>
              </a:ext>
            </a:extLst>
          </p:cNvPr>
          <p:cNvSpPr>
            <a:spLocks xmlns:a="http://schemas.openxmlformats.org/drawingml/2006/main" noGrp="1"/>
          </p:cNvSpPr>
          <p:nvPr/>
        </p:nvSpPr>
        <p:spPr>
          <a:xfrm xmlns:a="http://schemas.openxmlformats.org/drawingml/2006/main">
            <a:off x="2238375" y="2643188"/>
            <a:ext cx="8001000" cy="9525"/>
          </a:xfrm>
          <a:custGeom xmlns:a="http://schemas.openxmlformats.org/drawingml/2006/main">
            <a:pathLst>
              <a:path w="8001000" h="9525">
                <a:moveTo>
                  <a:pt x="0" y="0"/>
                </a:moveTo>
                <a:lnTo>
                  <a:pt x="8001000" y="0"/>
                </a:lnTo>
              </a:path>
            </a:pathLst>
          </a:custGeom>
          <a:noFill xmlns:a="http://schemas.openxmlformats.org/drawingml/2006/main"/>
          <a:ln xmlns:a="http://schemas.openxmlformats.org/drawingml/2006/main" w="11430">
            <a:solidFill>
              <a:srgbClr val="808080"/>
            </a:solidFill>
          </a:ln>
        </p:spPr>
      </p:sp>
      <p:sp>
        <p:nvSpPr>
          <p:cNvPr id="8" name="same-signal-1">
            <a:extLst xmlns:a="http://schemas.openxmlformats.org/drawingml/2006/main">
              <a:ext uri="{FF2B5EF4-FFF2-40B4-BE49-F238E27FC236}">
                <a16:creationId xmlns:a16="http://schemas.microsoft.com/office/drawing/2014/main" id="{0D8C7F99-B7A9-419B-921F-497B23A28D67}"/>
              </a:ext>
            </a:extLst>
          </p:cNvPr>
          <p:cNvSpPr>
            <a:spLocks xmlns:a="http://schemas.openxmlformats.org/drawingml/2006/main" noGrp="1"/>
          </p:cNvSpPr>
          <p:nvPr/>
        </p:nvSpPr>
        <p:spPr>
          <a:xfrm xmlns:a="http://schemas.openxmlformats.org/drawingml/2006/main">
            <a:off x="2238375" y="2367916"/>
            <a:ext cx="8001000" cy="550544"/>
          </a:xfrm>
          <a:custGeom xmlns:a="http://schemas.openxmlformats.org/drawingml/2006/main">
            <a:pathLst>
              <a:path w="8001000" h="550544">
                <a:moveTo>
                  <a:pt x="0" y="168076"/>
                </a:moveTo>
                <a:lnTo>
                  <a:pt x="53340" y="157553"/>
                </a:lnTo>
                <a:lnTo>
                  <a:pt x="106680" y="147236"/>
                </a:lnTo>
                <a:lnTo>
                  <a:pt x="160020" y="137144"/>
                </a:lnTo>
                <a:lnTo>
                  <a:pt x="213360" y="127294"/>
                </a:lnTo>
                <a:lnTo>
                  <a:pt x="266700" y="117704"/>
                </a:lnTo>
                <a:lnTo>
                  <a:pt x="320040" y="108390"/>
                </a:lnTo>
                <a:lnTo>
                  <a:pt x="373380" y="99369"/>
                </a:lnTo>
                <a:lnTo>
                  <a:pt x="426720" y="90657"/>
                </a:lnTo>
                <a:lnTo>
                  <a:pt x="480060" y="82268"/>
                </a:lnTo>
                <a:lnTo>
                  <a:pt x="533400" y="74218"/>
                </a:lnTo>
                <a:lnTo>
                  <a:pt x="586740" y="66521"/>
                </a:lnTo>
                <a:lnTo>
                  <a:pt x="640080" y="59190"/>
                </a:lnTo>
                <a:lnTo>
                  <a:pt x="693420" y="52238"/>
                </a:lnTo>
                <a:lnTo>
                  <a:pt x="746760" y="45678"/>
                </a:lnTo>
                <a:lnTo>
                  <a:pt x="800100" y="39520"/>
                </a:lnTo>
                <a:lnTo>
                  <a:pt x="853440" y="33775"/>
                </a:lnTo>
                <a:lnTo>
                  <a:pt x="906780" y="28455"/>
                </a:lnTo>
                <a:lnTo>
                  <a:pt x="960120" y="23567"/>
                </a:lnTo>
                <a:lnTo>
                  <a:pt x="1013460" y="19121"/>
                </a:lnTo>
                <a:lnTo>
                  <a:pt x="1066800" y="15125"/>
                </a:lnTo>
                <a:lnTo>
                  <a:pt x="1120140" y="11584"/>
                </a:lnTo>
                <a:lnTo>
                  <a:pt x="1173480" y="8507"/>
                </a:lnTo>
                <a:lnTo>
                  <a:pt x="1226820" y="5897"/>
                </a:lnTo>
                <a:lnTo>
                  <a:pt x="1280160" y="3760"/>
                </a:lnTo>
                <a:lnTo>
                  <a:pt x="1333500" y="2099"/>
                </a:lnTo>
                <a:lnTo>
                  <a:pt x="1386840" y="918"/>
                </a:lnTo>
                <a:lnTo>
                  <a:pt x="1440180" y="218"/>
                </a:lnTo>
                <a:lnTo>
                  <a:pt x="1493520" y="0"/>
                </a:lnTo>
                <a:lnTo>
                  <a:pt x="1546860" y="265"/>
                </a:lnTo>
                <a:lnTo>
                  <a:pt x="1600200" y="1013"/>
                </a:lnTo>
                <a:lnTo>
                  <a:pt x="1653540" y="2242"/>
                </a:lnTo>
                <a:lnTo>
                  <a:pt x="1706880" y="3950"/>
                </a:lnTo>
                <a:lnTo>
                  <a:pt x="1760220" y="6134"/>
                </a:lnTo>
                <a:lnTo>
                  <a:pt x="1813560" y="8790"/>
                </a:lnTo>
                <a:lnTo>
                  <a:pt x="1866900" y="11913"/>
                </a:lnTo>
                <a:lnTo>
                  <a:pt x="1920240" y="15499"/>
                </a:lnTo>
                <a:lnTo>
                  <a:pt x="1973580" y="19540"/>
                </a:lnTo>
                <a:lnTo>
                  <a:pt x="2026920" y="24030"/>
                </a:lnTo>
                <a:lnTo>
                  <a:pt x="2080260" y="28960"/>
                </a:lnTo>
                <a:lnTo>
                  <a:pt x="2133600" y="34323"/>
                </a:lnTo>
                <a:lnTo>
                  <a:pt x="2186940" y="40109"/>
                </a:lnTo>
                <a:lnTo>
                  <a:pt x="2240280" y="46307"/>
                </a:lnTo>
                <a:lnTo>
                  <a:pt x="2293620" y="52906"/>
                </a:lnTo>
                <a:lnTo>
                  <a:pt x="2346960" y="59896"/>
                </a:lnTo>
                <a:lnTo>
                  <a:pt x="2400300" y="67264"/>
                </a:lnTo>
                <a:lnTo>
                  <a:pt x="2453640" y="74996"/>
                </a:lnTo>
                <a:lnTo>
                  <a:pt x="2506980" y="83080"/>
                </a:lnTo>
                <a:lnTo>
                  <a:pt x="2560320" y="91501"/>
                </a:lnTo>
                <a:lnTo>
                  <a:pt x="2613660" y="100245"/>
                </a:lnTo>
                <a:lnTo>
                  <a:pt x="2667000" y="109296"/>
                </a:lnTo>
                <a:lnTo>
                  <a:pt x="2720340" y="118637"/>
                </a:lnTo>
                <a:lnTo>
                  <a:pt x="2773680" y="128254"/>
                </a:lnTo>
                <a:lnTo>
                  <a:pt x="2827020" y="138128"/>
                </a:lnTo>
                <a:lnTo>
                  <a:pt x="2880360" y="148243"/>
                </a:lnTo>
                <a:lnTo>
                  <a:pt x="2933700" y="158581"/>
                </a:lnTo>
                <a:lnTo>
                  <a:pt x="2987040" y="169124"/>
                </a:lnTo>
                <a:lnTo>
                  <a:pt x="3040380" y="179853"/>
                </a:lnTo>
                <a:lnTo>
                  <a:pt x="3093720" y="190749"/>
                </a:lnTo>
                <a:lnTo>
                  <a:pt x="3147060" y="201793"/>
                </a:lnTo>
                <a:lnTo>
                  <a:pt x="3200400" y="212967"/>
                </a:lnTo>
                <a:lnTo>
                  <a:pt x="3253740" y="224249"/>
                </a:lnTo>
                <a:lnTo>
                  <a:pt x="3307080" y="235622"/>
                </a:lnTo>
                <a:lnTo>
                  <a:pt x="3360420" y="247063"/>
                </a:lnTo>
                <a:lnTo>
                  <a:pt x="3413760" y="258555"/>
                </a:lnTo>
                <a:lnTo>
                  <a:pt x="3467100" y="270075"/>
                </a:lnTo>
                <a:lnTo>
                  <a:pt x="3520440" y="281605"/>
                </a:lnTo>
                <a:lnTo>
                  <a:pt x="3573780" y="293124"/>
                </a:lnTo>
                <a:lnTo>
                  <a:pt x="3627120" y="304611"/>
                </a:lnTo>
                <a:lnTo>
                  <a:pt x="3680460" y="316047"/>
                </a:lnTo>
                <a:lnTo>
                  <a:pt x="3733800" y="327411"/>
                </a:lnTo>
                <a:lnTo>
                  <a:pt x="3787140" y="338684"/>
                </a:lnTo>
                <a:lnTo>
                  <a:pt x="3840480" y="349845"/>
                </a:lnTo>
                <a:lnTo>
                  <a:pt x="3893820" y="360876"/>
                </a:lnTo>
                <a:lnTo>
                  <a:pt x="3947160" y="371757"/>
                </a:lnTo>
                <a:lnTo>
                  <a:pt x="4000500" y="382468"/>
                </a:lnTo>
                <a:lnTo>
                  <a:pt x="4053840" y="392991"/>
                </a:lnTo>
                <a:lnTo>
                  <a:pt x="4107180" y="403308"/>
                </a:lnTo>
                <a:lnTo>
                  <a:pt x="4160520" y="413400"/>
                </a:lnTo>
                <a:lnTo>
                  <a:pt x="4213860" y="423250"/>
                </a:lnTo>
                <a:lnTo>
                  <a:pt x="4267200" y="432840"/>
                </a:lnTo>
                <a:lnTo>
                  <a:pt x="4320540" y="442154"/>
                </a:lnTo>
                <a:lnTo>
                  <a:pt x="4373880" y="451175"/>
                </a:lnTo>
                <a:lnTo>
                  <a:pt x="4427220" y="459887"/>
                </a:lnTo>
                <a:lnTo>
                  <a:pt x="4480560" y="468276"/>
                </a:lnTo>
                <a:lnTo>
                  <a:pt x="4533900" y="476326"/>
                </a:lnTo>
                <a:lnTo>
                  <a:pt x="4587240" y="484023"/>
                </a:lnTo>
                <a:lnTo>
                  <a:pt x="4640580" y="491354"/>
                </a:lnTo>
                <a:lnTo>
                  <a:pt x="4693920" y="498306"/>
                </a:lnTo>
                <a:lnTo>
                  <a:pt x="4747260" y="504866"/>
                </a:lnTo>
                <a:lnTo>
                  <a:pt x="4800600" y="511024"/>
                </a:lnTo>
                <a:lnTo>
                  <a:pt x="4853940" y="516768"/>
                </a:lnTo>
                <a:lnTo>
                  <a:pt x="4907280" y="522089"/>
                </a:lnTo>
                <a:lnTo>
                  <a:pt x="4960620" y="526977"/>
                </a:lnTo>
                <a:lnTo>
                  <a:pt x="5013960" y="531423"/>
                </a:lnTo>
                <a:lnTo>
                  <a:pt x="5067300" y="535419"/>
                </a:lnTo>
                <a:lnTo>
                  <a:pt x="5120640" y="538959"/>
                </a:lnTo>
                <a:lnTo>
                  <a:pt x="5173980" y="542037"/>
                </a:lnTo>
                <a:lnTo>
                  <a:pt x="5227320" y="544647"/>
                </a:lnTo>
                <a:lnTo>
                  <a:pt x="5280660" y="546784"/>
                </a:lnTo>
                <a:lnTo>
                  <a:pt x="5334000" y="548444"/>
                </a:lnTo>
                <a:lnTo>
                  <a:pt x="5387340" y="549626"/>
                </a:lnTo>
                <a:lnTo>
                  <a:pt x="5440680" y="550326"/>
                </a:lnTo>
                <a:lnTo>
                  <a:pt x="5494020" y="550544"/>
                </a:lnTo>
                <a:lnTo>
                  <a:pt x="5547360" y="550279"/>
                </a:lnTo>
                <a:lnTo>
                  <a:pt x="5600700" y="549531"/>
                </a:lnTo>
                <a:lnTo>
                  <a:pt x="5654040" y="548302"/>
                </a:lnTo>
                <a:lnTo>
                  <a:pt x="5707380" y="546594"/>
                </a:lnTo>
                <a:lnTo>
                  <a:pt x="5760720" y="544410"/>
                </a:lnTo>
                <a:lnTo>
                  <a:pt x="5814060" y="541754"/>
                </a:lnTo>
                <a:lnTo>
                  <a:pt x="5867400" y="538631"/>
                </a:lnTo>
                <a:lnTo>
                  <a:pt x="5920740" y="535045"/>
                </a:lnTo>
                <a:lnTo>
                  <a:pt x="5974080" y="531004"/>
                </a:lnTo>
                <a:lnTo>
                  <a:pt x="6027420" y="526514"/>
                </a:lnTo>
                <a:lnTo>
                  <a:pt x="6080760" y="521583"/>
                </a:lnTo>
                <a:lnTo>
                  <a:pt x="6134100" y="516221"/>
                </a:lnTo>
                <a:lnTo>
                  <a:pt x="6187440" y="510435"/>
                </a:lnTo>
                <a:lnTo>
                  <a:pt x="6240780" y="504237"/>
                </a:lnTo>
                <a:lnTo>
                  <a:pt x="6294120" y="497637"/>
                </a:lnTo>
                <a:lnTo>
                  <a:pt x="6347460" y="490648"/>
                </a:lnTo>
                <a:lnTo>
                  <a:pt x="6400800" y="483280"/>
                </a:lnTo>
                <a:lnTo>
                  <a:pt x="6454140" y="475547"/>
                </a:lnTo>
                <a:lnTo>
                  <a:pt x="6507480" y="467463"/>
                </a:lnTo>
                <a:lnTo>
                  <a:pt x="6560820" y="459042"/>
                </a:lnTo>
                <a:lnTo>
                  <a:pt x="6614160" y="450299"/>
                </a:lnTo>
                <a:lnTo>
                  <a:pt x="6667500" y="441248"/>
                </a:lnTo>
                <a:lnTo>
                  <a:pt x="6720840" y="431907"/>
                </a:lnTo>
                <a:lnTo>
                  <a:pt x="6774180" y="422290"/>
                </a:lnTo>
                <a:lnTo>
                  <a:pt x="6827520" y="412416"/>
                </a:lnTo>
                <a:lnTo>
                  <a:pt x="6880860" y="402301"/>
                </a:lnTo>
                <a:lnTo>
                  <a:pt x="6934200" y="391963"/>
                </a:lnTo>
                <a:lnTo>
                  <a:pt x="6987540" y="381420"/>
                </a:lnTo>
                <a:lnTo>
                  <a:pt x="7040880" y="370691"/>
                </a:lnTo>
                <a:lnTo>
                  <a:pt x="7094220" y="359795"/>
                </a:lnTo>
                <a:lnTo>
                  <a:pt x="7147560" y="348751"/>
                </a:lnTo>
                <a:lnTo>
                  <a:pt x="7200900" y="337577"/>
                </a:lnTo>
                <a:lnTo>
                  <a:pt x="7254240" y="326294"/>
                </a:lnTo>
                <a:lnTo>
                  <a:pt x="7307580" y="314922"/>
                </a:lnTo>
                <a:lnTo>
                  <a:pt x="7360920" y="303480"/>
                </a:lnTo>
                <a:lnTo>
                  <a:pt x="7414260" y="291989"/>
                </a:lnTo>
                <a:lnTo>
                  <a:pt x="7467600" y="280468"/>
                </a:lnTo>
                <a:lnTo>
                  <a:pt x="7520940" y="268939"/>
                </a:lnTo>
                <a:lnTo>
                  <a:pt x="7574280" y="257420"/>
                </a:lnTo>
                <a:lnTo>
                  <a:pt x="7627620" y="245933"/>
                </a:lnTo>
                <a:lnTo>
                  <a:pt x="7680960" y="234497"/>
                </a:lnTo>
                <a:lnTo>
                  <a:pt x="7734300" y="223133"/>
                </a:lnTo>
                <a:lnTo>
                  <a:pt x="7787640" y="211860"/>
                </a:lnTo>
                <a:lnTo>
                  <a:pt x="7840980" y="200698"/>
                </a:lnTo>
                <a:lnTo>
                  <a:pt x="7894320" y="189668"/>
                </a:lnTo>
                <a:lnTo>
                  <a:pt x="7947660" y="178787"/>
                </a:lnTo>
                <a:lnTo>
                  <a:pt x="8001000" y="168076"/>
                </a:lnTo>
              </a:path>
            </a:pathLst>
          </a:custGeom>
          <a:noFill xmlns:a="http://schemas.openxmlformats.org/drawingml/2006/main"/>
          <a:ln xmlns:a="http://schemas.openxmlformats.org/drawingml/2006/main" w="17145">
            <a:solidFill>
              <a:srgbClr val="808080"/>
            </a:solidFill>
          </a:ln>
        </p:spPr>
      </p:sp>
      <p:sp>
        <p:nvSpPr>
          <p:cNvPr id="9" name="tick-1-0">
            <a:extLst xmlns:a="http://schemas.openxmlformats.org/drawingml/2006/main">
              <a:ext uri="{FF2B5EF4-FFF2-40B4-BE49-F238E27FC236}">
                <a16:creationId xmlns:a16="http://schemas.microsoft.com/office/drawing/2014/main" id="{1C51774D-3CF1-43E6-9E53-6B429CCDEE4F}"/>
              </a:ext>
            </a:extLst>
          </p:cNvPr>
          <p:cNvSpPr>
            <a:spLocks xmlns:a="http://schemas.openxmlformats.org/drawingml/2006/main" noGrp="1"/>
          </p:cNvSpPr>
          <p:nvPr/>
        </p:nvSpPr>
        <p:spPr>
          <a:xfrm xmlns:a="http://schemas.openxmlformats.org/drawingml/2006/main">
            <a:off x="2238375" y="30861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10" name="time-1-0">
            <a:extLst xmlns:a="http://schemas.openxmlformats.org/drawingml/2006/main">
              <a:ext uri="{FF2B5EF4-FFF2-40B4-BE49-F238E27FC236}">
                <a16:creationId xmlns:a16="http://schemas.microsoft.com/office/drawing/2014/main" id="{6ED19411-6ED2-430F-876C-EC210615BBEB}"/>
              </a:ext>
            </a:extLst>
          </p:cNvPr>
          <p:cNvSpPr>
            <a:spLocks xmlns:a="http://schemas.openxmlformats.org/drawingml/2006/main" noGrp="1"/>
          </p:cNvSpPr>
          <p:nvPr/>
        </p:nvSpPr>
        <p:spPr>
          <a:xfrm xmlns:a="http://schemas.openxmlformats.org/drawingml/2006/main">
            <a:off x="1952625" y="3209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1" name="tick-1-0.5">
            <a:extLst xmlns:a="http://schemas.openxmlformats.org/drawingml/2006/main">
              <a:ext uri="{FF2B5EF4-FFF2-40B4-BE49-F238E27FC236}">
                <a16:creationId xmlns:a16="http://schemas.microsoft.com/office/drawing/2014/main" id="{B85D8995-EFD2-4C45-BC0B-0675C6C2B949}"/>
              </a:ext>
            </a:extLst>
          </p:cNvPr>
          <p:cNvSpPr>
            <a:spLocks xmlns:a="http://schemas.openxmlformats.org/drawingml/2006/main" noGrp="1"/>
          </p:cNvSpPr>
          <p:nvPr/>
        </p:nvSpPr>
        <p:spPr>
          <a:xfrm xmlns:a="http://schemas.openxmlformats.org/drawingml/2006/main">
            <a:off x="6238875" y="30861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12" name="time-1-0.5">
            <a:extLst xmlns:a="http://schemas.openxmlformats.org/drawingml/2006/main">
              <a:ext uri="{FF2B5EF4-FFF2-40B4-BE49-F238E27FC236}">
                <a16:creationId xmlns:a16="http://schemas.microsoft.com/office/drawing/2014/main" id="{23E8F5FA-4C1F-4689-B456-44E7CA962FF1}"/>
              </a:ext>
            </a:extLst>
          </p:cNvPr>
          <p:cNvSpPr>
            <a:spLocks xmlns:a="http://schemas.openxmlformats.org/drawingml/2006/main" noGrp="1"/>
          </p:cNvSpPr>
          <p:nvPr/>
        </p:nvSpPr>
        <p:spPr>
          <a:xfrm xmlns:a="http://schemas.openxmlformats.org/drawingml/2006/main">
            <a:off x="5953125" y="3209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13" name="tick-1-1">
            <a:extLst xmlns:a="http://schemas.openxmlformats.org/drawingml/2006/main">
              <a:ext uri="{FF2B5EF4-FFF2-40B4-BE49-F238E27FC236}">
                <a16:creationId xmlns:a16="http://schemas.microsoft.com/office/drawing/2014/main" id="{A0E752F8-9CC1-4F89-897B-D9A3E404DC7A}"/>
              </a:ext>
            </a:extLst>
          </p:cNvPr>
          <p:cNvSpPr>
            <a:spLocks xmlns:a="http://schemas.openxmlformats.org/drawingml/2006/main" noGrp="1"/>
          </p:cNvSpPr>
          <p:nvPr/>
        </p:nvSpPr>
        <p:spPr>
          <a:xfrm xmlns:a="http://schemas.openxmlformats.org/drawingml/2006/main">
            <a:off x="10239375" y="30861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14" name="time-1-1">
            <a:extLst xmlns:a="http://schemas.openxmlformats.org/drawingml/2006/main">
              <a:ext uri="{FF2B5EF4-FFF2-40B4-BE49-F238E27FC236}">
                <a16:creationId xmlns:a16="http://schemas.microsoft.com/office/drawing/2014/main" id="{8797D475-E45A-4AB0-A853-6C3ED8838746}"/>
              </a:ext>
            </a:extLst>
          </p:cNvPr>
          <p:cNvSpPr>
            <a:spLocks xmlns:a="http://schemas.openxmlformats.org/drawingml/2006/main" noGrp="1"/>
          </p:cNvSpPr>
          <p:nvPr/>
        </p:nvSpPr>
        <p:spPr>
          <a:xfrm xmlns:a="http://schemas.openxmlformats.org/drawingml/2006/main">
            <a:off x="9953625" y="3209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15" name="sample-stem-1-0">
            <a:extLst xmlns:a="http://schemas.openxmlformats.org/drawingml/2006/main">
              <a:ext uri="{FF2B5EF4-FFF2-40B4-BE49-F238E27FC236}">
                <a16:creationId xmlns:a16="http://schemas.microsoft.com/office/drawing/2014/main" id="{4E6C5515-910E-4B7A-8F09-9A91ACCEA36E}"/>
              </a:ext>
            </a:extLst>
          </p:cNvPr>
          <p:cNvSpPr>
            <a:spLocks xmlns:a="http://schemas.openxmlformats.org/drawingml/2006/main" noGrp="1"/>
          </p:cNvSpPr>
          <p:nvPr/>
        </p:nvSpPr>
        <p:spPr>
          <a:xfrm xmlns:a="http://schemas.openxmlformats.org/drawingml/2006/main">
            <a:off x="2238375" y="2535991"/>
            <a:ext cx="9525" cy="107196"/>
          </a:xfrm>
          <a:custGeom xmlns:a="http://schemas.openxmlformats.org/drawingml/2006/main">
            <a:pathLst>
              <a:path w="9525" h="107196">
                <a:moveTo>
                  <a:pt x="0" y="107196"/>
                </a:moveTo>
                <a:lnTo>
                  <a:pt x="0" y="0"/>
                </a:lnTo>
              </a:path>
            </a:pathLst>
          </a:custGeom>
          <a:noFill xmlns:a="http://schemas.openxmlformats.org/drawingml/2006/main"/>
          <a:ln xmlns:a="http://schemas.openxmlformats.org/drawingml/2006/main" w="10478">
            <a:solidFill>
              <a:srgbClr val="D7D7DE"/>
            </a:solidFill>
          </a:ln>
        </p:spPr>
      </p:sp>
      <p:sp>
        <p:nvSpPr>
          <p:cNvPr id="16" name="sample-1-0">
            <a:extLst xmlns:a="http://schemas.openxmlformats.org/drawingml/2006/main">
              <a:ext uri="{FF2B5EF4-FFF2-40B4-BE49-F238E27FC236}">
                <a16:creationId xmlns:a16="http://schemas.microsoft.com/office/drawing/2014/main" id="{E4EBB32D-59BA-4833-9641-B38F21738497}"/>
              </a:ext>
            </a:extLst>
          </p:cNvPr>
          <p:cNvSpPr>
            <a:spLocks xmlns:a="http://schemas.openxmlformats.org/drawingml/2006/main" noGrp="1"/>
          </p:cNvSpPr>
          <p:nvPr/>
        </p:nvSpPr>
        <p:spPr>
          <a:xfrm xmlns:a="http://schemas.openxmlformats.org/drawingml/2006/main">
            <a:off x="2171700" y="2469316"/>
            <a:ext cx="133350" cy="13335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17" name="time-unit-1">
            <a:extLst xmlns:a="http://schemas.openxmlformats.org/drawingml/2006/main">
              <a:ext uri="{FF2B5EF4-FFF2-40B4-BE49-F238E27FC236}">
                <a16:creationId xmlns:a16="http://schemas.microsoft.com/office/drawing/2014/main" id="{34E93936-A4B8-403C-825E-066344FD70ED}"/>
              </a:ext>
            </a:extLst>
          </p:cNvPr>
          <p:cNvSpPr>
            <a:spLocks xmlns:a="http://schemas.openxmlformats.org/drawingml/2006/main" noGrp="1"/>
          </p:cNvSpPr>
          <p:nvPr/>
        </p:nvSpPr>
        <p:spPr>
          <a:xfrm xmlns:a="http://schemas.openxmlformats.org/drawingml/2006/main">
            <a:off x="10363200" y="294322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 / s</a:t>
            </a:r>
          </a:p>
        </p:txBody>
      </p:sp>
      <p:sp>
        <p:nvSpPr>
          <p:cNvPr id="18" name="rate-2">
            <a:extLst xmlns:a="http://schemas.openxmlformats.org/drawingml/2006/main">
              <a:ext uri="{FF2B5EF4-FFF2-40B4-BE49-F238E27FC236}">
                <a16:creationId xmlns:a16="http://schemas.microsoft.com/office/drawing/2014/main" id="{C1A0DADE-F426-4D1A-9E6F-37158377BF2C}"/>
              </a:ext>
            </a:extLst>
          </p:cNvPr>
          <p:cNvSpPr>
            <a:spLocks xmlns:a="http://schemas.openxmlformats.org/drawingml/2006/main" noGrp="1"/>
          </p:cNvSpPr>
          <p:nvPr/>
        </p:nvSpPr>
        <p:spPr>
          <a:xfrm xmlns:a="http://schemas.openxmlformats.org/drawingml/2006/main">
            <a:off x="609600" y="417195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2 Hz</a:t>
            </a:r>
          </a:p>
        </p:txBody>
      </p:sp>
      <p:sp>
        <p:nvSpPr>
          <p:cNvPr id="19" name="time-axis-2">
            <a:extLst xmlns:a="http://schemas.openxmlformats.org/drawingml/2006/main">
              <a:ext uri="{FF2B5EF4-FFF2-40B4-BE49-F238E27FC236}">
                <a16:creationId xmlns:a16="http://schemas.microsoft.com/office/drawing/2014/main" id="{CE6F2F3A-5C06-48B6-819E-1EC5177DAD61}"/>
              </a:ext>
            </a:extLst>
          </p:cNvPr>
          <p:cNvSpPr>
            <a:spLocks xmlns:a="http://schemas.openxmlformats.org/drawingml/2006/main" noGrp="1"/>
          </p:cNvSpPr>
          <p:nvPr/>
        </p:nvSpPr>
        <p:spPr>
          <a:xfrm xmlns:a="http://schemas.openxmlformats.org/drawingml/2006/main">
            <a:off x="2238375" y="4357688"/>
            <a:ext cx="8001000" cy="9525"/>
          </a:xfrm>
          <a:custGeom xmlns:a="http://schemas.openxmlformats.org/drawingml/2006/main">
            <a:pathLst>
              <a:path w="8001000" h="9525">
                <a:moveTo>
                  <a:pt x="0" y="0"/>
                </a:moveTo>
                <a:lnTo>
                  <a:pt x="8001000" y="0"/>
                </a:lnTo>
              </a:path>
            </a:pathLst>
          </a:custGeom>
          <a:noFill xmlns:a="http://schemas.openxmlformats.org/drawingml/2006/main"/>
          <a:ln xmlns:a="http://schemas.openxmlformats.org/drawingml/2006/main" w="11430">
            <a:solidFill>
              <a:srgbClr val="808080"/>
            </a:solidFill>
          </a:ln>
        </p:spPr>
      </p:sp>
      <p:sp>
        <p:nvSpPr>
          <p:cNvPr id="20" name="same-signal-2">
            <a:extLst xmlns:a="http://schemas.openxmlformats.org/drawingml/2006/main">
              <a:ext uri="{FF2B5EF4-FFF2-40B4-BE49-F238E27FC236}">
                <a16:creationId xmlns:a16="http://schemas.microsoft.com/office/drawing/2014/main" id="{67B2C67A-FCE9-4F69-A199-2F3041A2FEC4}"/>
              </a:ext>
            </a:extLst>
          </p:cNvPr>
          <p:cNvSpPr>
            <a:spLocks xmlns:a="http://schemas.openxmlformats.org/drawingml/2006/main" noGrp="1"/>
          </p:cNvSpPr>
          <p:nvPr/>
        </p:nvSpPr>
        <p:spPr>
          <a:xfrm xmlns:a="http://schemas.openxmlformats.org/drawingml/2006/main">
            <a:off x="2238375" y="4082416"/>
            <a:ext cx="8001000" cy="550544"/>
          </a:xfrm>
          <a:custGeom xmlns:a="http://schemas.openxmlformats.org/drawingml/2006/main">
            <a:pathLst>
              <a:path w="8001000" h="550544">
                <a:moveTo>
                  <a:pt x="0" y="168076"/>
                </a:moveTo>
                <a:lnTo>
                  <a:pt x="53340" y="157553"/>
                </a:lnTo>
                <a:lnTo>
                  <a:pt x="106680" y="147236"/>
                </a:lnTo>
                <a:lnTo>
                  <a:pt x="160020" y="137144"/>
                </a:lnTo>
                <a:lnTo>
                  <a:pt x="213360" y="127294"/>
                </a:lnTo>
                <a:lnTo>
                  <a:pt x="266700" y="117704"/>
                </a:lnTo>
                <a:lnTo>
                  <a:pt x="320040" y="108390"/>
                </a:lnTo>
                <a:lnTo>
                  <a:pt x="373380" y="99369"/>
                </a:lnTo>
                <a:lnTo>
                  <a:pt x="426720" y="90657"/>
                </a:lnTo>
                <a:lnTo>
                  <a:pt x="480060" y="82268"/>
                </a:lnTo>
                <a:lnTo>
                  <a:pt x="533400" y="74218"/>
                </a:lnTo>
                <a:lnTo>
                  <a:pt x="586740" y="66521"/>
                </a:lnTo>
                <a:lnTo>
                  <a:pt x="640080" y="59190"/>
                </a:lnTo>
                <a:lnTo>
                  <a:pt x="693420" y="52238"/>
                </a:lnTo>
                <a:lnTo>
                  <a:pt x="746760" y="45678"/>
                </a:lnTo>
                <a:lnTo>
                  <a:pt x="800100" y="39520"/>
                </a:lnTo>
                <a:lnTo>
                  <a:pt x="853440" y="33775"/>
                </a:lnTo>
                <a:lnTo>
                  <a:pt x="906780" y="28455"/>
                </a:lnTo>
                <a:lnTo>
                  <a:pt x="960120" y="23567"/>
                </a:lnTo>
                <a:lnTo>
                  <a:pt x="1013460" y="19121"/>
                </a:lnTo>
                <a:lnTo>
                  <a:pt x="1066800" y="15125"/>
                </a:lnTo>
                <a:lnTo>
                  <a:pt x="1120140" y="11584"/>
                </a:lnTo>
                <a:lnTo>
                  <a:pt x="1173480" y="8507"/>
                </a:lnTo>
                <a:lnTo>
                  <a:pt x="1226820" y="5897"/>
                </a:lnTo>
                <a:lnTo>
                  <a:pt x="1280160" y="3760"/>
                </a:lnTo>
                <a:lnTo>
                  <a:pt x="1333500" y="2099"/>
                </a:lnTo>
                <a:lnTo>
                  <a:pt x="1386840" y="918"/>
                </a:lnTo>
                <a:lnTo>
                  <a:pt x="1440180" y="218"/>
                </a:lnTo>
                <a:lnTo>
                  <a:pt x="1493520" y="0"/>
                </a:lnTo>
                <a:lnTo>
                  <a:pt x="1546860" y="265"/>
                </a:lnTo>
                <a:lnTo>
                  <a:pt x="1600200" y="1013"/>
                </a:lnTo>
                <a:lnTo>
                  <a:pt x="1653540" y="2242"/>
                </a:lnTo>
                <a:lnTo>
                  <a:pt x="1706880" y="3950"/>
                </a:lnTo>
                <a:lnTo>
                  <a:pt x="1760220" y="6134"/>
                </a:lnTo>
                <a:lnTo>
                  <a:pt x="1813560" y="8790"/>
                </a:lnTo>
                <a:lnTo>
                  <a:pt x="1866900" y="11913"/>
                </a:lnTo>
                <a:lnTo>
                  <a:pt x="1920240" y="15499"/>
                </a:lnTo>
                <a:lnTo>
                  <a:pt x="1973580" y="19540"/>
                </a:lnTo>
                <a:lnTo>
                  <a:pt x="2026920" y="24030"/>
                </a:lnTo>
                <a:lnTo>
                  <a:pt x="2080260" y="28960"/>
                </a:lnTo>
                <a:lnTo>
                  <a:pt x="2133600" y="34323"/>
                </a:lnTo>
                <a:lnTo>
                  <a:pt x="2186940" y="40109"/>
                </a:lnTo>
                <a:lnTo>
                  <a:pt x="2240280" y="46307"/>
                </a:lnTo>
                <a:lnTo>
                  <a:pt x="2293620" y="52906"/>
                </a:lnTo>
                <a:lnTo>
                  <a:pt x="2346960" y="59896"/>
                </a:lnTo>
                <a:lnTo>
                  <a:pt x="2400300" y="67264"/>
                </a:lnTo>
                <a:lnTo>
                  <a:pt x="2453640" y="74996"/>
                </a:lnTo>
                <a:lnTo>
                  <a:pt x="2506980" y="83080"/>
                </a:lnTo>
                <a:lnTo>
                  <a:pt x="2560320" y="91501"/>
                </a:lnTo>
                <a:lnTo>
                  <a:pt x="2613660" y="100245"/>
                </a:lnTo>
                <a:lnTo>
                  <a:pt x="2667000" y="109296"/>
                </a:lnTo>
                <a:lnTo>
                  <a:pt x="2720340" y="118637"/>
                </a:lnTo>
                <a:lnTo>
                  <a:pt x="2773680" y="128254"/>
                </a:lnTo>
                <a:lnTo>
                  <a:pt x="2827020" y="138128"/>
                </a:lnTo>
                <a:lnTo>
                  <a:pt x="2880360" y="148243"/>
                </a:lnTo>
                <a:lnTo>
                  <a:pt x="2933700" y="158581"/>
                </a:lnTo>
                <a:lnTo>
                  <a:pt x="2987040" y="169124"/>
                </a:lnTo>
                <a:lnTo>
                  <a:pt x="3040380" y="179853"/>
                </a:lnTo>
                <a:lnTo>
                  <a:pt x="3093720" y="190749"/>
                </a:lnTo>
                <a:lnTo>
                  <a:pt x="3147060" y="201793"/>
                </a:lnTo>
                <a:lnTo>
                  <a:pt x="3200400" y="212967"/>
                </a:lnTo>
                <a:lnTo>
                  <a:pt x="3253740" y="224249"/>
                </a:lnTo>
                <a:lnTo>
                  <a:pt x="3307080" y="235622"/>
                </a:lnTo>
                <a:lnTo>
                  <a:pt x="3360420" y="247063"/>
                </a:lnTo>
                <a:lnTo>
                  <a:pt x="3413760" y="258555"/>
                </a:lnTo>
                <a:lnTo>
                  <a:pt x="3467100" y="270075"/>
                </a:lnTo>
                <a:lnTo>
                  <a:pt x="3520440" y="281605"/>
                </a:lnTo>
                <a:lnTo>
                  <a:pt x="3573780" y="293124"/>
                </a:lnTo>
                <a:lnTo>
                  <a:pt x="3627120" y="304611"/>
                </a:lnTo>
                <a:lnTo>
                  <a:pt x="3680460" y="316047"/>
                </a:lnTo>
                <a:lnTo>
                  <a:pt x="3733800" y="327411"/>
                </a:lnTo>
                <a:lnTo>
                  <a:pt x="3787140" y="338684"/>
                </a:lnTo>
                <a:lnTo>
                  <a:pt x="3840480" y="349845"/>
                </a:lnTo>
                <a:lnTo>
                  <a:pt x="3893820" y="360876"/>
                </a:lnTo>
                <a:lnTo>
                  <a:pt x="3947160" y="371757"/>
                </a:lnTo>
                <a:lnTo>
                  <a:pt x="4000500" y="382468"/>
                </a:lnTo>
                <a:lnTo>
                  <a:pt x="4053840" y="392991"/>
                </a:lnTo>
                <a:lnTo>
                  <a:pt x="4107180" y="403308"/>
                </a:lnTo>
                <a:lnTo>
                  <a:pt x="4160520" y="413400"/>
                </a:lnTo>
                <a:lnTo>
                  <a:pt x="4213860" y="423250"/>
                </a:lnTo>
                <a:lnTo>
                  <a:pt x="4267200" y="432840"/>
                </a:lnTo>
                <a:lnTo>
                  <a:pt x="4320540" y="442154"/>
                </a:lnTo>
                <a:lnTo>
                  <a:pt x="4373880" y="451175"/>
                </a:lnTo>
                <a:lnTo>
                  <a:pt x="4427220" y="459887"/>
                </a:lnTo>
                <a:lnTo>
                  <a:pt x="4480560" y="468276"/>
                </a:lnTo>
                <a:lnTo>
                  <a:pt x="4533900" y="476326"/>
                </a:lnTo>
                <a:lnTo>
                  <a:pt x="4587240" y="484023"/>
                </a:lnTo>
                <a:lnTo>
                  <a:pt x="4640580" y="491354"/>
                </a:lnTo>
                <a:lnTo>
                  <a:pt x="4693920" y="498306"/>
                </a:lnTo>
                <a:lnTo>
                  <a:pt x="4747260" y="504866"/>
                </a:lnTo>
                <a:lnTo>
                  <a:pt x="4800600" y="511024"/>
                </a:lnTo>
                <a:lnTo>
                  <a:pt x="4853940" y="516768"/>
                </a:lnTo>
                <a:lnTo>
                  <a:pt x="4907280" y="522089"/>
                </a:lnTo>
                <a:lnTo>
                  <a:pt x="4960620" y="526977"/>
                </a:lnTo>
                <a:lnTo>
                  <a:pt x="5013960" y="531423"/>
                </a:lnTo>
                <a:lnTo>
                  <a:pt x="5067300" y="535419"/>
                </a:lnTo>
                <a:lnTo>
                  <a:pt x="5120640" y="538959"/>
                </a:lnTo>
                <a:lnTo>
                  <a:pt x="5173980" y="542037"/>
                </a:lnTo>
                <a:lnTo>
                  <a:pt x="5227320" y="544647"/>
                </a:lnTo>
                <a:lnTo>
                  <a:pt x="5280660" y="546784"/>
                </a:lnTo>
                <a:lnTo>
                  <a:pt x="5334000" y="548444"/>
                </a:lnTo>
                <a:lnTo>
                  <a:pt x="5387340" y="549626"/>
                </a:lnTo>
                <a:lnTo>
                  <a:pt x="5440680" y="550326"/>
                </a:lnTo>
                <a:lnTo>
                  <a:pt x="5494020" y="550544"/>
                </a:lnTo>
                <a:lnTo>
                  <a:pt x="5547360" y="550279"/>
                </a:lnTo>
                <a:lnTo>
                  <a:pt x="5600700" y="549531"/>
                </a:lnTo>
                <a:lnTo>
                  <a:pt x="5654040" y="548302"/>
                </a:lnTo>
                <a:lnTo>
                  <a:pt x="5707380" y="546594"/>
                </a:lnTo>
                <a:lnTo>
                  <a:pt x="5760720" y="544410"/>
                </a:lnTo>
                <a:lnTo>
                  <a:pt x="5814060" y="541754"/>
                </a:lnTo>
                <a:lnTo>
                  <a:pt x="5867400" y="538631"/>
                </a:lnTo>
                <a:lnTo>
                  <a:pt x="5920740" y="535045"/>
                </a:lnTo>
                <a:lnTo>
                  <a:pt x="5974080" y="531004"/>
                </a:lnTo>
                <a:lnTo>
                  <a:pt x="6027420" y="526514"/>
                </a:lnTo>
                <a:lnTo>
                  <a:pt x="6080760" y="521583"/>
                </a:lnTo>
                <a:lnTo>
                  <a:pt x="6134100" y="516221"/>
                </a:lnTo>
                <a:lnTo>
                  <a:pt x="6187440" y="510435"/>
                </a:lnTo>
                <a:lnTo>
                  <a:pt x="6240780" y="504237"/>
                </a:lnTo>
                <a:lnTo>
                  <a:pt x="6294120" y="497637"/>
                </a:lnTo>
                <a:lnTo>
                  <a:pt x="6347460" y="490648"/>
                </a:lnTo>
                <a:lnTo>
                  <a:pt x="6400800" y="483280"/>
                </a:lnTo>
                <a:lnTo>
                  <a:pt x="6454140" y="475547"/>
                </a:lnTo>
                <a:lnTo>
                  <a:pt x="6507480" y="467463"/>
                </a:lnTo>
                <a:lnTo>
                  <a:pt x="6560820" y="459042"/>
                </a:lnTo>
                <a:lnTo>
                  <a:pt x="6614160" y="450299"/>
                </a:lnTo>
                <a:lnTo>
                  <a:pt x="6667500" y="441248"/>
                </a:lnTo>
                <a:lnTo>
                  <a:pt x="6720840" y="431907"/>
                </a:lnTo>
                <a:lnTo>
                  <a:pt x="6774180" y="422290"/>
                </a:lnTo>
                <a:lnTo>
                  <a:pt x="6827520" y="412416"/>
                </a:lnTo>
                <a:lnTo>
                  <a:pt x="6880860" y="402301"/>
                </a:lnTo>
                <a:lnTo>
                  <a:pt x="6934200" y="391963"/>
                </a:lnTo>
                <a:lnTo>
                  <a:pt x="6987540" y="381420"/>
                </a:lnTo>
                <a:lnTo>
                  <a:pt x="7040880" y="370691"/>
                </a:lnTo>
                <a:lnTo>
                  <a:pt x="7094220" y="359795"/>
                </a:lnTo>
                <a:lnTo>
                  <a:pt x="7147560" y="348751"/>
                </a:lnTo>
                <a:lnTo>
                  <a:pt x="7200900" y="337577"/>
                </a:lnTo>
                <a:lnTo>
                  <a:pt x="7254240" y="326294"/>
                </a:lnTo>
                <a:lnTo>
                  <a:pt x="7307580" y="314922"/>
                </a:lnTo>
                <a:lnTo>
                  <a:pt x="7360920" y="303480"/>
                </a:lnTo>
                <a:lnTo>
                  <a:pt x="7414260" y="291989"/>
                </a:lnTo>
                <a:lnTo>
                  <a:pt x="7467600" y="280468"/>
                </a:lnTo>
                <a:lnTo>
                  <a:pt x="7520940" y="268939"/>
                </a:lnTo>
                <a:lnTo>
                  <a:pt x="7574280" y="257420"/>
                </a:lnTo>
                <a:lnTo>
                  <a:pt x="7627620" y="245933"/>
                </a:lnTo>
                <a:lnTo>
                  <a:pt x="7680960" y="234497"/>
                </a:lnTo>
                <a:lnTo>
                  <a:pt x="7734300" y="223133"/>
                </a:lnTo>
                <a:lnTo>
                  <a:pt x="7787640" y="211860"/>
                </a:lnTo>
                <a:lnTo>
                  <a:pt x="7840980" y="200698"/>
                </a:lnTo>
                <a:lnTo>
                  <a:pt x="7894320" y="189668"/>
                </a:lnTo>
                <a:lnTo>
                  <a:pt x="7947660" y="178787"/>
                </a:lnTo>
                <a:lnTo>
                  <a:pt x="8001000" y="168076"/>
                </a:lnTo>
              </a:path>
            </a:pathLst>
          </a:custGeom>
          <a:noFill xmlns:a="http://schemas.openxmlformats.org/drawingml/2006/main"/>
          <a:ln xmlns:a="http://schemas.openxmlformats.org/drawingml/2006/main" w="17145">
            <a:solidFill>
              <a:srgbClr val="808080"/>
            </a:solidFill>
          </a:ln>
        </p:spPr>
      </p:sp>
      <p:sp>
        <p:nvSpPr>
          <p:cNvPr id="21" name="tick-2-0">
            <a:extLst xmlns:a="http://schemas.openxmlformats.org/drawingml/2006/main">
              <a:ext uri="{FF2B5EF4-FFF2-40B4-BE49-F238E27FC236}">
                <a16:creationId xmlns:a16="http://schemas.microsoft.com/office/drawing/2014/main" id="{FE59064E-1CAF-4EDA-9051-5C0FE01B8CFE}"/>
              </a:ext>
            </a:extLst>
          </p:cNvPr>
          <p:cNvSpPr>
            <a:spLocks xmlns:a="http://schemas.openxmlformats.org/drawingml/2006/main" noGrp="1"/>
          </p:cNvSpPr>
          <p:nvPr/>
        </p:nvSpPr>
        <p:spPr>
          <a:xfrm xmlns:a="http://schemas.openxmlformats.org/drawingml/2006/main">
            <a:off x="2238375" y="48006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22" name="time-2-0">
            <a:extLst xmlns:a="http://schemas.openxmlformats.org/drawingml/2006/main">
              <a:ext uri="{FF2B5EF4-FFF2-40B4-BE49-F238E27FC236}">
                <a16:creationId xmlns:a16="http://schemas.microsoft.com/office/drawing/2014/main" id="{ECB94107-7CD2-4582-BC1D-09693C4B0138}"/>
              </a:ext>
            </a:extLst>
          </p:cNvPr>
          <p:cNvSpPr>
            <a:spLocks xmlns:a="http://schemas.openxmlformats.org/drawingml/2006/main" noGrp="1"/>
          </p:cNvSpPr>
          <p:nvPr/>
        </p:nvSpPr>
        <p:spPr>
          <a:xfrm xmlns:a="http://schemas.openxmlformats.org/drawingml/2006/main">
            <a:off x="1952625" y="49244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23" name="tick-2-0.5">
            <a:extLst xmlns:a="http://schemas.openxmlformats.org/drawingml/2006/main">
              <a:ext uri="{FF2B5EF4-FFF2-40B4-BE49-F238E27FC236}">
                <a16:creationId xmlns:a16="http://schemas.microsoft.com/office/drawing/2014/main" id="{159938E2-19D9-489F-94BD-67425B9EB25B}"/>
              </a:ext>
            </a:extLst>
          </p:cNvPr>
          <p:cNvSpPr>
            <a:spLocks xmlns:a="http://schemas.openxmlformats.org/drawingml/2006/main" noGrp="1"/>
          </p:cNvSpPr>
          <p:nvPr/>
        </p:nvSpPr>
        <p:spPr>
          <a:xfrm xmlns:a="http://schemas.openxmlformats.org/drawingml/2006/main">
            <a:off x="6238875" y="48006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24" name="time-2-0.5">
            <a:extLst xmlns:a="http://schemas.openxmlformats.org/drawingml/2006/main">
              <a:ext uri="{FF2B5EF4-FFF2-40B4-BE49-F238E27FC236}">
                <a16:creationId xmlns:a16="http://schemas.microsoft.com/office/drawing/2014/main" id="{DCC03D0A-A896-40D8-A585-F46CF2F40F5D}"/>
              </a:ext>
            </a:extLst>
          </p:cNvPr>
          <p:cNvSpPr>
            <a:spLocks xmlns:a="http://schemas.openxmlformats.org/drawingml/2006/main" noGrp="1"/>
          </p:cNvSpPr>
          <p:nvPr/>
        </p:nvSpPr>
        <p:spPr>
          <a:xfrm xmlns:a="http://schemas.openxmlformats.org/drawingml/2006/main">
            <a:off x="5953125" y="49244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25" name="tick-2-1">
            <a:extLst xmlns:a="http://schemas.openxmlformats.org/drawingml/2006/main">
              <a:ext uri="{FF2B5EF4-FFF2-40B4-BE49-F238E27FC236}">
                <a16:creationId xmlns:a16="http://schemas.microsoft.com/office/drawing/2014/main" id="{39676BC0-8406-49EE-B2D0-91BBFE18D43C}"/>
              </a:ext>
            </a:extLst>
          </p:cNvPr>
          <p:cNvSpPr>
            <a:spLocks xmlns:a="http://schemas.openxmlformats.org/drawingml/2006/main" noGrp="1"/>
          </p:cNvSpPr>
          <p:nvPr/>
        </p:nvSpPr>
        <p:spPr>
          <a:xfrm xmlns:a="http://schemas.openxmlformats.org/drawingml/2006/main">
            <a:off x="10239375" y="48006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26" name="time-2-1">
            <a:extLst xmlns:a="http://schemas.openxmlformats.org/drawingml/2006/main">
              <a:ext uri="{FF2B5EF4-FFF2-40B4-BE49-F238E27FC236}">
                <a16:creationId xmlns:a16="http://schemas.microsoft.com/office/drawing/2014/main" id="{EEE68F54-B075-4A5D-A2D0-46BF6C2D8F45}"/>
              </a:ext>
            </a:extLst>
          </p:cNvPr>
          <p:cNvSpPr>
            <a:spLocks xmlns:a="http://schemas.openxmlformats.org/drawingml/2006/main" noGrp="1"/>
          </p:cNvSpPr>
          <p:nvPr/>
        </p:nvSpPr>
        <p:spPr>
          <a:xfrm xmlns:a="http://schemas.openxmlformats.org/drawingml/2006/main">
            <a:off x="9953625" y="49244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7" name="sample-stem-2-0">
            <a:extLst xmlns:a="http://schemas.openxmlformats.org/drawingml/2006/main">
              <a:ext uri="{FF2B5EF4-FFF2-40B4-BE49-F238E27FC236}">
                <a16:creationId xmlns:a16="http://schemas.microsoft.com/office/drawing/2014/main" id="{7E7AD7CA-DF1A-43E9-95C5-3E9F47F574F5}"/>
              </a:ext>
            </a:extLst>
          </p:cNvPr>
          <p:cNvSpPr>
            <a:spLocks xmlns:a="http://schemas.openxmlformats.org/drawingml/2006/main" noGrp="1"/>
          </p:cNvSpPr>
          <p:nvPr/>
        </p:nvSpPr>
        <p:spPr>
          <a:xfrm xmlns:a="http://schemas.openxmlformats.org/drawingml/2006/main">
            <a:off x="2238375" y="4250491"/>
            <a:ext cx="9525" cy="107196"/>
          </a:xfrm>
          <a:custGeom xmlns:a="http://schemas.openxmlformats.org/drawingml/2006/main">
            <a:pathLst>
              <a:path w="9525" h="107196">
                <a:moveTo>
                  <a:pt x="0" y="107196"/>
                </a:moveTo>
                <a:lnTo>
                  <a:pt x="0" y="0"/>
                </a:lnTo>
              </a:path>
            </a:pathLst>
          </a:custGeom>
          <a:noFill xmlns:a="http://schemas.openxmlformats.org/drawingml/2006/main"/>
          <a:ln xmlns:a="http://schemas.openxmlformats.org/drawingml/2006/main" w="10478">
            <a:solidFill>
              <a:srgbClr val="D7D7DE"/>
            </a:solidFill>
          </a:ln>
        </p:spPr>
      </p:sp>
      <p:sp>
        <p:nvSpPr>
          <p:cNvPr id="28" name="sample-2-0">
            <a:extLst xmlns:a="http://schemas.openxmlformats.org/drawingml/2006/main">
              <a:ext uri="{FF2B5EF4-FFF2-40B4-BE49-F238E27FC236}">
                <a16:creationId xmlns:a16="http://schemas.microsoft.com/office/drawing/2014/main" id="{7D4BB745-BD8B-4511-A0AC-6A74CAD670C2}"/>
              </a:ext>
            </a:extLst>
          </p:cNvPr>
          <p:cNvSpPr>
            <a:spLocks xmlns:a="http://schemas.openxmlformats.org/drawingml/2006/main" noGrp="1"/>
          </p:cNvSpPr>
          <p:nvPr/>
        </p:nvSpPr>
        <p:spPr>
          <a:xfrm xmlns:a="http://schemas.openxmlformats.org/drawingml/2006/main">
            <a:off x="2171700" y="4183816"/>
            <a:ext cx="133350" cy="13335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29" name="sample-stem-2-1">
            <a:extLst xmlns:a="http://schemas.openxmlformats.org/drawingml/2006/main">
              <a:ext uri="{FF2B5EF4-FFF2-40B4-BE49-F238E27FC236}">
                <a16:creationId xmlns:a16="http://schemas.microsoft.com/office/drawing/2014/main" id="{BD8DEAC5-A398-427D-8CF9-9210897824C9}"/>
              </a:ext>
            </a:extLst>
          </p:cNvPr>
          <p:cNvSpPr>
            <a:spLocks xmlns:a="http://schemas.openxmlformats.org/drawingml/2006/main" noGrp="1"/>
          </p:cNvSpPr>
          <p:nvPr/>
        </p:nvSpPr>
        <p:spPr>
          <a:xfrm xmlns:a="http://schemas.openxmlformats.org/drawingml/2006/main">
            <a:off x="6238875" y="4357688"/>
            <a:ext cx="9525" cy="107196"/>
          </a:xfrm>
          <a:custGeom xmlns:a="http://schemas.openxmlformats.org/drawingml/2006/main">
            <a:pathLst>
              <a:path w="9525" h="107196">
                <a:moveTo>
                  <a:pt x="0" y="0"/>
                </a:moveTo>
                <a:lnTo>
                  <a:pt x="0" y="107196"/>
                </a:lnTo>
              </a:path>
            </a:pathLst>
          </a:custGeom>
          <a:noFill xmlns:a="http://schemas.openxmlformats.org/drawingml/2006/main"/>
          <a:ln xmlns:a="http://schemas.openxmlformats.org/drawingml/2006/main" w="10478">
            <a:solidFill>
              <a:srgbClr val="D7D7DE"/>
            </a:solidFill>
          </a:ln>
        </p:spPr>
      </p:sp>
      <p:sp>
        <p:nvSpPr>
          <p:cNvPr id="30" name="sample-2-1">
            <a:extLst xmlns:a="http://schemas.openxmlformats.org/drawingml/2006/main">
              <a:ext uri="{FF2B5EF4-FFF2-40B4-BE49-F238E27FC236}">
                <a16:creationId xmlns:a16="http://schemas.microsoft.com/office/drawing/2014/main" id="{FD027F53-9D1B-4583-A144-9DCB6A6B547D}"/>
              </a:ext>
            </a:extLst>
          </p:cNvPr>
          <p:cNvSpPr>
            <a:spLocks xmlns:a="http://schemas.openxmlformats.org/drawingml/2006/main" noGrp="1"/>
          </p:cNvSpPr>
          <p:nvPr/>
        </p:nvSpPr>
        <p:spPr>
          <a:xfrm xmlns:a="http://schemas.openxmlformats.org/drawingml/2006/main">
            <a:off x="6172200" y="4398209"/>
            <a:ext cx="133350" cy="13335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1" name="time-unit-2">
            <a:extLst xmlns:a="http://schemas.openxmlformats.org/drawingml/2006/main">
              <a:ext uri="{FF2B5EF4-FFF2-40B4-BE49-F238E27FC236}">
                <a16:creationId xmlns:a16="http://schemas.microsoft.com/office/drawing/2014/main" id="{D7A01BA1-6B17-4F52-BA51-02529B091C09}"/>
              </a:ext>
            </a:extLst>
          </p:cNvPr>
          <p:cNvSpPr>
            <a:spLocks xmlns:a="http://schemas.openxmlformats.org/drawingml/2006/main" noGrp="1"/>
          </p:cNvSpPr>
          <p:nvPr/>
        </p:nvSpPr>
        <p:spPr>
          <a:xfrm xmlns:a="http://schemas.openxmlformats.org/drawingml/2006/main">
            <a:off x="10363200" y="465772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 / s</a:t>
            </a:r>
          </a:p>
        </p:txBody>
      </p:sp>
      <p:sp>
        <p:nvSpPr>
          <p:cNvPr id="32" name="text">
            <a:extLst xmlns:a="http://schemas.openxmlformats.org/drawingml/2006/main">
              <a:ext uri="{FF2B5EF4-FFF2-40B4-BE49-F238E27FC236}">
                <a16:creationId xmlns:a16="http://schemas.microsoft.com/office/drawing/2014/main" id="{C770F37B-B2D5-4CF9-97B4-19C33B6B1898}"/>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采样率：每秒、每声道采集的样本数。</a:t>
            </a:r>
          </a:p>
        </p:txBody>
      </p:sp>
    </p:spTree>
    <p:extLst>
      <p:ext uri="{BB962C8B-B14F-4D97-AF65-F5344CB8AC3E}">
        <p14:creationId xmlns:p14="http://schemas.microsoft.com/office/powerpoint/2010/main" val="1601914881"/>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58250CB-1004-4122-BC2C-0ECD2E446DC5}"/>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CE6D193-3F9B-491E-9D8E-81955023D09A}"/>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DDE413A3-F364-4A33-9DDF-26057D1CCE8E}"/>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提高采样率，时间轴上的什么变了？</a:t>
            </a:r>
          </a:p>
        </p:txBody>
      </p:sp>
      <p:sp>
        <p:nvSpPr>
          <p:cNvPr id="5" name="Connector 4">
            <a:extLst xmlns:a="http://schemas.openxmlformats.org/drawingml/2006/main">
              <a:ext uri="{FF2B5EF4-FFF2-40B4-BE49-F238E27FC236}">
                <a16:creationId xmlns:a16="http://schemas.microsoft.com/office/drawing/2014/main" id="{EF2326E8-2BEB-41DE-A6E1-6E5CF1A54652}"/>
              </a:ext>
            </a:extLst>
          </p:cNvPr>
          <p:cNvSpPr>
            <a:spLocks xmlns:a="http://schemas.openxmlformats.org/drawingml/2006/main" noGrp="1"/>
          </p:cNvSpPr>
          <p:nvPr/>
        </p:nvSpPr>
        <p:spPr>
          <a:xfrm xmlns:a="http://schemas.openxmlformats.org/drawingml/2006/main">
            <a:off x="1005840" y="2432304"/>
            <a:ext cx="9747504"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03BFAE81-862B-4625-98B6-7189CE73B280}"/>
              </a:ext>
            </a:extLst>
          </p:cNvPr>
          <p:cNvSpPr>
            <a:spLocks xmlns:a="http://schemas.openxmlformats.org/drawingml/2006/main" noGrp="1"/>
          </p:cNvSpPr>
          <p:nvPr/>
        </p:nvSpPr>
        <p:spPr>
          <a:xfrm xmlns:a="http://schemas.openxmlformats.org/drawingml/2006/main">
            <a:off x="1097280" y="1737360"/>
            <a:ext cx="0" cy="1399032"/>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TextBox 8">
            <a:extLst xmlns:a="http://schemas.openxmlformats.org/drawingml/2006/main">
              <a:ext uri="{FF2B5EF4-FFF2-40B4-BE49-F238E27FC236}">
                <a16:creationId xmlns:a16="http://schemas.microsoft.com/office/drawing/2014/main" id="{77C9AC72-931A-4657-BBB3-257690B3BD05}"/>
              </a:ext>
            </a:extLst>
          </p:cNvPr>
          <p:cNvSpPr>
            <a:spLocks xmlns:a="http://schemas.openxmlformats.org/drawingml/2006/main" noGrp="1"/>
          </p:cNvSpPr>
          <p:nvPr/>
        </p:nvSpPr>
        <p:spPr>
          <a:xfrm xmlns:a="http://schemas.openxmlformats.org/drawingml/2006/main">
            <a:off x="1005840" y="1197864"/>
            <a:ext cx="97475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采样点较少</a:t>
            </a:r>
          </a:p>
        </p:txBody>
      </p:sp>
      <p:sp>
        <p:nvSpPr>
          <p:cNvPr id="10" name="Connector 9">
            <a:extLst xmlns:a="http://schemas.openxmlformats.org/drawingml/2006/main">
              <a:ext uri="{FF2B5EF4-FFF2-40B4-BE49-F238E27FC236}">
                <a16:creationId xmlns:a16="http://schemas.microsoft.com/office/drawing/2014/main" id="{02E739F7-A272-485B-8878-C3D00FDFCF6A}"/>
              </a:ext>
            </a:extLst>
          </p:cNvPr>
          <p:cNvSpPr>
            <a:spLocks xmlns:a="http://schemas.openxmlformats.org/drawingml/2006/main" noGrp="1"/>
          </p:cNvSpPr>
          <p:nvPr/>
        </p:nvSpPr>
        <p:spPr>
          <a:xfrm xmlns:a="http://schemas.openxmlformats.org/drawingml/2006/main" flipV="1">
            <a:off x="1124712" y="2358641"/>
            <a:ext cx="91074" cy="599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599BEED9-A7C7-4770-9823-3F66C07734A8}"/>
              </a:ext>
            </a:extLst>
          </p:cNvPr>
          <p:cNvSpPr>
            <a:spLocks xmlns:a="http://schemas.openxmlformats.org/drawingml/2006/main" noGrp="1"/>
          </p:cNvSpPr>
          <p:nvPr/>
        </p:nvSpPr>
        <p:spPr>
          <a:xfrm xmlns:a="http://schemas.openxmlformats.org/drawingml/2006/main" flipV="1">
            <a:off x="1215786" y="2299460"/>
            <a:ext cx="91074" cy="591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66FA9914-ECBF-421F-872D-52D9538B83D3}"/>
              </a:ext>
            </a:extLst>
          </p:cNvPr>
          <p:cNvSpPr>
            <a:spLocks xmlns:a="http://schemas.openxmlformats.org/drawingml/2006/main" noGrp="1"/>
          </p:cNvSpPr>
          <p:nvPr/>
        </p:nvSpPr>
        <p:spPr>
          <a:xfrm xmlns:a="http://schemas.openxmlformats.org/drawingml/2006/main" flipV="1">
            <a:off x="1306860" y="2241802"/>
            <a:ext cx="91074" cy="5765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5FF0B4DB-DD5A-4230-8EAD-A42EA0D788AA}"/>
              </a:ext>
            </a:extLst>
          </p:cNvPr>
          <p:cNvSpPr>
            <a:spLocks xmlns:a="http://schemas.openxmlformats.org/drawingml/2006/main" noGrp="1"/>
          </p:cNvSpPr>
          <p:nvPr/>
        </p:nvSpPr>
        <p:spPr>
          <a:xfrm xmlns:a="http://schemas.openxmlformats.org/drawingml/2006/main" flipV="1">
            <a:off x="1397934" y="2186403"/>
            <a:ext cx="91074" cy="553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0BA00C5F-2E70-4C32-906A-44C18BEB71D0}"/>
              </a:ext>
            </a:extLst>
          </p:cNvPr>
          <p:cNvSpPr>
            <a:spLocks xmlns:a="http://schemas.openxmlformats.org/drawingml/2006/main" noGrp="1"/>
          </p:cNvSpPr>
          <p:nvPr/>
        </p:nvSpPr>
        <p:spPr>
          <a:xfrm xmlns:a="http://schemas.openxmlformats.org/drawingml/2006/main" flipV="1">
            <a:off x="1489008" y="2133970"/>
            <a:ext cx="91075" cy="524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1AA2D80A-9144-430E-BABF-73785DD1F941}"/>
              </a:ext>
            </a:extLst>
          </p:cNvPr>
          <p:cNvSpPr>
            <a:spLocks xmlns:a="http://schemas.openxmlformats.org/drawingml/2006/main" noGrp="1"/>
          </p:cNvSpPr>
          <p:nvPr/>
        </p:nvSpPr>
        <p:spPr>
          <a:xfrm xmlns:a="http://schemas.openxmlformats.org/drawingml/2006/main" flipV="1">
            <a:off x="1580083" y="2085174"/>
            <a:ext cx="91074" cy="4879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B6C6BA23-6ED5-470D-8AC8-D90D4297E9FB}"/>
              </a:ext>
            </a:extLst>
          </p:cNvPr>
          <p:cNvSpPr>
            <a:spLocks xmlns:a="http://schemas.openxmlformats.org/drawingml/2006/main" noGrp="1"/>
          </p:cNvSpPr>
          <p:nvPr/>
        </p:nvSpPr>
        <p:spPr>
          <a:xfrm xmlns:a="http://schemas.openxmlformats.org/drawingml/2006/main" flipV="1">
            <a:off x="1671157" y="2040638"/>
            <a:ext cx="91074" cy="4453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F47A2244-0263-4B1F-B69F-6A968BAA7EED}"/>
              </a:ext>
            </a:extLst>
          </p:cNvPr>
          <p:cNvSpPr>
            <a:spLocks xmlns:a="http://schemas.openxmlformats.org/drawingml/2006/main" noGrp="1"/>
          </p:cNvSpPr>
          <p:nvPr/>
        </p:nvSpPr>
        <p:spPr>
          <a:xfrm xmlns:a="http://schemas.openxmlformats.org/drawingml/2006/main" flipV="1">
            <a:off x="1762231" y="2000931"/>
            <a:ext cx="91074" cy="397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1957D594-BC2A-4462-8F1C-F605D3689FF9}"/>
              </a:ext>
            </a:extLst>
          </p:cNvPr>
          <p:cNvSpPr>
            <a:spLocks xmlns:a="http://schemas.openxmlformats.org/drawingml/2006/main" noGrp="1"/>
          </p:cNvSpPr>
          <p:nvPr/>
        </p:nvSpPr>
        <p:spPr>
          <a:xfrm xmlns:a="http://schemas.openxmlformats.org/drawingml/2006/main" flipV="1">
            <a:off x="1853305" y="1966561"/>
            <a:ext cx="91075" cy="3437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35FAA943-CCAC-4CB7-9A6A-ABE426D3D438}"/>
              </a:ext>
            </a:extLst>
          </p:cNvPr>
          <p:cNvSpPr>
            <a:spLocks xmlns:a="http://schemas.openxmlformats.org/drawingml/2006/main" noGrp="1"/>
          </p:cNvSpPr>
          <p:nvPr/>
        </p:nvSpPr>
        <p:spPr>
          <a:xfrm xmlns:a="http://schemas.openxmlformats.org/drawingml/2006/main" flipV="1">
            <a:off x="1944380" y="1937966"/>
            <a:ext cx="91074" cy="285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761C2E4A-9F2E-4A23-BC8F-766082F860A1}"/>
              </a:ext>
            </a:extLst>
          </p:cNvPr>
          <p:cNvSpPr>
            <a:spLocks xmlns:a="http://schemas.openxmlformats.org/drawingml/2006/main" noGrp="1"/>
          </p:cNvSpPr>
          <p:nvPr/>
        </p:nvSpPr>
        <p:spPr>
          <a:xfrm xmlns:a="http://schemas.openxmlformats.org/drawingml/2006/main" flipV="1">
            <a:off x="2035454" y="1915513"/>
            <a:ext cx="91074" cy="2245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171410FF-BDBB-443D-8E9A-47FD80FF59EE}"/>
              </a:ext>
            </a:extLst>
          </p:cNvPr>
          <p:cNvSpPr>
            <a:spLocks xmlns:a="http://schemas.openxmlformats.org/drawingml/2006/main" noGrp="1"/>
          </p:cNvSpPr>
          <p:nvPr/>
        </p:nvSpPr>
        <p:spPr>
          <a:xfrm xmlns:a="http://schemas.openxmlformats.org/drawingml/2006/main" flipV="1">
            <a:off x="2126528" y="1899487"/>
            <a:ext cx="91074" cy="1602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27BF9EFA-E85A-49FC-95C9-51293B39D4AE}"/>
              </a:ext>
            </a:extLst>
          </p:cNvPr>
          <p:cNvSpPr>
            <a:spLocks xmlns:a="http://schemas.openxmlformats.org/drawingml/2006/main" noGrp="1"/>
          </p:cNvSpPr>
          <p:nvPr/>
        </p:nvSpPr>
        <p:spPr>
          <a:xfrm xmlns:a="http://schemas.openxmlformats.org/drawingml/2006/main" flipV="1">
            <a:off x="2217602" y="1890094"/>
            <a:ext cx="91075" cy="93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3669555B-4EC5-4AAA-B702-903E97E9CAAA}"/>
              </a:ext>
            </a:extLst>
          </p:cNvPr>
          <p:cNvSpPr>
            <a:spLocks xmlns:a="http://schemas.openxmlformats.org/drawingml/2006/main" noGrp="1"/>
          </p:cNvSpPr>
          <p:nvPr/>
        </p:nvSpPr>
        <p:spPr>
          <a:xfrm xmlns:a="http://schemas.openxmlformats.org/drawingml/2006/main" flipV="1">
            <a:off x="2308677" y="1887454"/>
            <a:ext cx="91074" cy="264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8101D742-56F7-4D60-9D61-2B0F82FFE35B}"/>
              </a:ext>
            </a:extLst>
          </p:cNvPr>
          <p:cNvSpPr>
            <a:spLocks xmlns:a="http://schemas.openxmlformats.org/drawingml/2006/main" noGrp="1"/>
          </p:cNvSpPr>
          <p:nvPr/>
        </p:nvSpPr>
        <p:spPr>
          <a:xfrm xmlns:a="http://schemas.openxmlformats.org/drawingml/2006/main">
            <a:off x="2399751" y="1887454"/>
            <a:ext cx="91074" cy="41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BCCEBA3D-2C42-4476-9454-AFB7FBFBBD37}"/>
              </a:ext>
            </a:extLst>
          </p:cNvPr>
          <p:cNvSpPr>
            <a:spLocks xmlns:a="http://schemas.openxmlformats.org/drawingml/2006/main" noGrp="1"/>
          </p:cNvSpPr>
          <p:nvPr/>
        </p:nvSpPr>
        <p:spPr>
          <a:xfrm xmlns:a="http://schemas.openxmlformats.org/drawingml/2006/main">
            <a:off x="2490825" y="1891601"/>
            <a:ext cx="91074" cy="108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6AC9C40D-666A-495D-BC81-8DF7C1B52353}"/>
              </a:ext>
            </a:extLst>
          </p:cNvPr>
          <p:cNvSpPr>
            <a:spLocks xmlns:a="http://schemas.openxmlformats.org/drawingml/2006/main" noGrp="1"/>
          </p:cNvSpPr>
          <p:nvPr/>
        </p:nvSpPr>
        <p:spPr>
          <a:xfrm xmlns:a="http://schemas.openxmlformats.org/drawingml/2006/main">
            <a:off x="2581899" y="1902481"/>
            <a:ext cx="91075" cy="1747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9E3849F7-D153-4C9A-A0F1-9F8507158138}"/>
              </a:ext>
            </a:extLst>
          </p:cNvPr>
          <p:cNvSpPr>
            <a:spLocks xmlns:a="http://schemas.openxmlformats.org/drawingml/2006/main" noGrp="1"/>
          </p:cNvSpPr>
          <p:nvPr/>
        </p:nvSpPr>
        <p:spPr>
          <a:xfrm xmlns:a="http://schemas.openxmlformats.org/drawingml/2006/main">
            <a:off x="2672974" y="1919956"/>
            <a:ext cx="91074" cy="2384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65E0C095-90CA-43CA-BC79-6971A82DD9BF}"/>
              </a:ext>
            </a:extLst>
          </p:cNvPr>
          <p:cNvSpPr>
            <a:spLocks xmlns:a="http://schemas.openxmlformats.org/drawingml/2006/main" noGrp="1"/>
          </p:cNvSpPr>
          <p:nvPr/>
        </p:nvSpPr>
        <p:spPr>
          <a:xfrm xmlns:a="http://schemas.openxmlformats.org/drawingml/2006/main">
            <a:off x="2764048" y="1943801"/>
            <a:ext cx="91074" cy="299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09687552-112D-456A-959E-BE5735DCD838}"/>
              </a:ext>
            </a:extLst>
          </p:cNvPr>
          <p:cNvSpPr>
            <a:spLocks xmlns:a="http://schemas.openxmlformats.org/drawingml/2006/main" noGrp="1"/>
          </p:cNvSpPr>
          <p:nvPr/>
        </p:nvSpPr>
        <p:spPr>
          <a:xfrm xmlns:a="http://schemas.openxmlformats.org/drawingml/2006/main">
            <a:off x="2855122" y="1973714"/>
            <a:ext cx="91074" cy="3559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7B9D745F-41C3-4E35-9907-8033DE0BB3D4}"/>
              </a:ext>
            </a:extLst>
          </p:cNvPr>
          <p:cNvSpPr>
            <a:spLocks xmlns:a="http://schemas.openxmlformats.org/drawingml/2006/main" noGrp="1"/>
          </p:cNvSpPr>
          <p:nvPr/>
        </p:nvSpPr>
        <p:spPr>
          <a:xfrm xmlns:a="http://schemas.openxmlformats.org/drawingml/2006/main">
            <a:off x="2946196" y="2009310"/>
            <a:ext cx="91075" cy="4082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C99839F3-BB95-400D-A5B3-E34FEE55AD95}"/>
              </a:ext>
            </a:extLst>
          </p:cNvPr>
          <p:cNvSpPr>
            <a:spLocks xmlns:a="http://schemas.openxmlformats.org/drawingml/2006/main" noGrp="1"/>
          </p:cNvSpPr>
          <p:nvPr/>
        </p:nvSpPr>
        <p:spPr>
          <a:xfrm xmlns:a="http://schemas.openxmlformats.org/drawingml/2006/main">
            <a:off x="3037271" y="2050136"/>
            <a:ext cx="91074" cy="4553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236486BB-9568-4C84-B8DD-E9B3C1472615}"/>
              </a:ext>
            </a:extLst>
          </p:cNvPr>
          <p:cNvSpPr>
            <a:spLocks xmlns:a="http://schemas.openxmlformats.org/drawingml/2006/main" noGrp="1"/>
          </p:cNvSpPr>
          <p:nvPr/>
        </p:nvSpPr>
        <p:spPr>
          <a:xfrm xmlns:a="http://schemas.openxmlformats.org/drawingml/2006/main">
            <a:off x="3128345" y="2095670"/>
            <a:ext cx="91074" cy="4966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F4A777F8-E85E-4374-99BD-3D58822C55AE}"/>
              </a:ext>
            </a:extLst>
          </p:cNvPr>
          <p:cNvSpPr>
            <a:spLocks xmlns:a="http://schemas.openxmlformats.org/drawingml/2006/main" noGrp="1"/>
          </p:cNvSpPr>
          <p:nvPr/>
        </p:nvSpPr>
        <p:spPr>
          <a:xfrm xmlns:a="http://schemas.openxmlformats.org/drawingml/2006/main">
            <a:off x="3219419" y="2145330"/>
            <a:ext cx="91074" cy="5315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43C82847-3020-4417-B571-6B1C5EB6E031}"/>
              </a:ext>
            </a:extLst>
          </p:cNvPr>
          <p:cNvSpPr>
            <a:spLocks xmlns:a="http://schemas.openxmlformats.org/drawingml/2006/main" noGrp="1"/>
          </p:cNvSpPr>
          <p:nvPr/>
        </p:nvSpPr>
        <p:spPr>
          <a:xfrm xmlns:a="http://schemas.openxmlformats.org/drawingml/2006/main">
            <a:off x="3310493" y="2198482"/>
            <a:ext cx="91075" cy="5596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3E81DC30-7513-4B58-B633-2A5BC3DDA920}"/>
              </a:ext>
            </a:extLst>
          </p:cNvPr>
          <p:cNvSpPr>
            <a:spLocks xmlns:a="http://schemas.openxmlformats.org/drawingml/2006/main" noGrp="1"/>
          </p:cNvSpPr>
          <p:nvPr/>
        </p:nvSpPr>
        <p:spPr>
          <a:xfrm xmlns:a="http://schemas.openxmlformats.org/drawingml/2006/main">
            <a:off x="3401568" y="2254445"/>
            <a:ext cx="91074" cy="5806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0196623C-BB90-4492-A9B3-E8659DC89767}"/>
              </a:ext>
            </a:extLst>
          </p:cNvPr>
          <p:cNvSpPr>
            <a:spLocks xmlns:a="http://schemas.openxmlformats.org/drawingml/2006/main" noGrp="1"/>
          </p:cNvSpPr>
          <p:nvPr/>
        </p:nvSpPr>
        <p:spPr>
          <a:xfrm xmlns:a="http://schemas.openxmlformats.org/drawingml/2006/main">
            <a:off x="3492642" y="2312507"/>
            <a:ext cx="91074" cy="5941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1141BEFD-415C-4D0E-B365-7BAE5E360066}"/>
              </a:ext>
            </a:extLst>
          </p:cNvPr>
          <p:cNvSpPr>
            <a:spLocks xmlns:a="http://schemas.openxmlformats.org/drawingml/2006/main" noGrp="1"/>
          </p:cNvSpPr>
          <p:nvPr/>
        </p:nvSpPr>
        <p:spPr>
          <a:xfrm xmlns:a="http://schemas.openxmlformats.org/drawingml/2006/main">
            <a:off x="3583716" y="2371923"/>
            <a:ext cx="91074" cy="600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502DE280-54A2-4D22-A93D-60E7A2A92D1C}"/>
              </a:ext>
            </a:extLst>
          </p:cNvPr>
          <p:cNvSpPr>
            <a:spLocks xmlns:a="http://schemas.openxmlformats.org/drawingml/2006/main" noGrp="1"/>
          </p:cNvSpPr>
          <p:nvPr/>
        </p:nvSpPr>
        <p:spPr>
          <a:xfrm xmlns:a="http://schemas.openxmlformats.org/drawingml/2006/main">
            <a:off x="3674790" y="2431936"/>
            <a:ext cx="91074" cy="5984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F452033F-4514-4BC1-945A-4D5AEC4F5DC1}"/>
              </a:ext>
            </a:extLst>
          </p:cNvPr>
          <p:cNvSpPr>
            <a:spLocks xmlns:a="http://schemas.openxmlformats.org/drawingml/2006/main" noGrp="1"/>
          </p:cNvSpPr>
          <p:nvPr/>
        </p:nvSpPr>
        <p:spPr>
          <a:xfrm xmlns:a="http://schemas.openxmlformats.org/drawingml/2006/main">
            <a:off x="3765864" y="2491778"/>
            <a:ext cx="91075" cy="589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61A143E9-7ECC-4845-94CE-C24A41DFE1A8}"/>
              </a:ext>
            </a:extLst>
          </p:cNvPr>
          <p:cNvSpPr>
            <a:spLocks xmlns:a="http://schemas.openxmlformats.org/drawingml/2006/main" noGrp="1"/>
          </p:cNvSpPr>
          <p:nvPr/>
        </p:nvSpPr>
        <p:spPr>
          <a:xfrm xmlns:a="http://schemas.openxmlformats.org/drawingml/2006/main">
            <a:off x="3856939" y="2550685"/>
            <a:ext cx="91074" cy="572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A8471B56-946B-4F67-AFBC-DF1F9B765CA8}"/>
              </a:ext>
            </a:extLst>
          </p:cNvPr>
          <p:cNvSpPr>
            <a:spLocks xmlns:a="http://schemas.openxmlformats.org/drawingml/2006/main" noGrp="1"/>
          </p:cNvSpPr>
          <p:nvPr/>
        </p:nvSpPr>
        <p:spPr>
          <a:xfrm xmlns:a="http://schemas.openxmlformats.org/drawingml/2006/main">
            <a:off x="3948013" y="2607905"/>
            <a:ext cx="91074" cy="548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27EA1B38-3DDE-4DA1-AA71-2A79F63DF5EF}"/>
              </a:ext>
            </a:extLst>
          </p:cNvPr>
          <p:cNvSpPr>
            <a:spLocks xmlns:a="http://schemas.openxmlformats.org/drawingml/2006/main" noGrp="1"/>
          </p:cNvSpPr>
          <p:nvPr/>
        </p:nvSpPr>
        <p:spPr>
          <a:xfrm xmlns:a="http://schemas.openxmlformats.org/drawingml/2006/main">
            <a:off x="4039087" y="2662705"/>
            <a:ext cx="91074" cy="516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054B1F51-7B0D-41E1-9781-08D3B4BF094F}"/>
              </a:ext>
            </a:extLst>
          </p:cNvPr>
          <p:cNvSpPr>
            <a:spLocks xmlns:a="http://schemas.openxmlformats.org/drawingml/2006/main" noGrp="1"/>
          </p:cNvSpPr>
          <p:nvPr/>
        </p:nvSpPr>
        <p:spPr>
          <a:xfrm xmlns:a="http://schemas.openxmlformats.org/drawingml/2006/main">
            <a:off x="4130161" y="2714386"/>
            <a:ext cx="91075" cy="479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FED018FE-EFB6-4082-A5F9-3CBBA6F52F66}"/>
              </a:ext>
            </a:extLst>
          </p:cNvPr>
          <p:cNvSpPr>
            <a:spLocks xmlns:a="http://schemas.openxmlformats.org/drawingml/2006/main" noGrp="1"/>
          </p:cNvSpPr>
          <p:nvPr/>
        </p:nvSpPr>
        <p:spPr>
          <a:xfrm xmlns:a="http://schemas.openxmlformats.org/drawingml/2006/main">
            <a:off x="4221236" y="2762287"/>
            <a:ext cx="91074" cy="4351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881EBBD8-A7F8-4808-B815-3B3CD0E023B5}"/>
              </a:ext>
            </a:extLst>
          </p:cNvPr>
          <p:cNvSpPr>
            <a:spLocks xmlns:a="http://schemas.openxmlformats.org/drawingml/2006/main" noGrp="1"/>
          </p:cNvSpPr>
          <p:nvPr/>
        </p:nvSpPr>
        <p:spPr>
          <a:xfrm xmlns:a="http://schemas.openxmlformats.org/drawingml/2006/main">
            <a:off x="4312310" y="2805797"/>
            <a:ext cx="91074" cy="3856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08BC0582-CB56-4464-B639-7EA7C14DB9D2}"/>
              </a:ext>
            </a:extLst>
          </p:cNvPr>
          <p:cNvSpPr>
            <a:spLocks xmlns:a="http://schemas.openxmlformats.org/drawingml/2006/main" noGrp="1"/>
          </p:cNvSpPr>
          <p:nvPr/>
        </p:nvSpPr>
        <p:spPr>
          <a:xfrm xmlns:a="http://schemas.openxmlformats.org/drawingml/2006/main">
            <a:off x="4403384" y="2844360"/>
            <a:ext cx="91074" cy="331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37AC2495-A20F-4A56-8B88-52A70C3FB25D}"/>
              </a:ext>
            </a:extLst>
          </p:cNvPr>
          <p:cNvSpPr>
            <a:spLocks xmlns:a="http://schemas.openxmlformats.org/drawingml/2006/main" noGrp="1"/>
          </p:cNvSpPr>
          <p:nvPr/>
        </p:nvSpPr>
        <p:spPr>
          <a:xfrm xmlns:a="http://schemas.openxmlformats.org/drawingml/2006/main">
            <a:off x="4494458" y="2877482"/>
            <a:ext cx="91075" cy="2725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336CF7D4-E2B2-411A-9220-45855953A406}"/>
              </a:ext>
            </a:extLst>
          </p:cNvPr>
          <p:cNvSpPr>
            <a:spLocks xmlns:a="http://schemas.openxmlformats.org/drawingml/2006/main" noGrp="1"/>
          </p:cNvSpPr>
          <p:nvPr/>
        </p:nvSpPr>
        <p:spPr>
          <a:xfrm xmlns:a="http://schemas.openxmlformats.org/drawingml/2006/main">
            <a:off x="4585533" y="2904741"/>
            <a:ext cx="91074" cy="210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785FE859-EB83-481D-AA55-5B50495D64BD}"/>
              </a:ext>
            </a:extLst>
          </p:cNvPr>
          <p:cNvSpPr>
            <a:spLocks xmlns:a="http://schemas.openxmlformats.org/drawingml/2006/main" noGrp="1"/>
          </p:cNvSpPr>
          <p:nvPr/>
        </p:nvSpPr>
        <p:spPr>
          <a:xfrm xmlns:a="http://schemas.openxmlformats.org/drawingml/2006/main">
            <a:off x="4676607" y="2925788"/>
            <a:ext cx="91074" cy="1456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BB6FB0C9-B43A-411F-8073-D56887610E8B}"/>
              </a:ext>
            </a:extLst>
          </p:cNvPr>
          <p:cNvSpPr>
            <a:spLocks xmlns:a="http://schemas.openxmlformats.org/drawingml/2006/main" noGrp="1"/>
          </p:cNvSpPr>
          <p:nvPr/>
        </p:nvSpPr>
        <p:spPr>
          <a:xfrm xmlns:a="http://schemas.openxmlformats.org/drawingml/2006/main">
            <a:off x="4767681" y="2940354"/>
            <a:ext cx="91074" cy="78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71AA9378-6367-4B15-9B33-6108B37A1BD9}"/>
              </a:ext>
            </a:extLst>
          </p:cNvPr>
          <p:cNvSpPr>
            <a:spLocks xmlns:a="http://schemas.openxmlformats.org/drawingml/2006/main" noGrp="1"/>
          </p:cNvSpPr>
          <p:nvPr/>
        </p:nvSpPr>
        <p:spPr>
          <a:xfrm xmlns:a="http://schemas.openxmlformats.org/drawingml/2006/main">
            <a:off x="4858755" y="2948253"/>
            <a:ext cx="91075" cy="11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82E76992-FA7C-4E65-9043-7FA9F7309A99}"/>
              </a:ext>
            </a:extLst>
          </p:cNvPr>
          <p:cNvSpPr>
            <a:spLocks xmlns:a="http://schemas.openxmlformats.org/drawingml/2006/main" noGrp="1"/>
          </p:cNvSpPr>
          <p:nvPr/>
        </p:nvSpPr>
        <p:spPr>
          <a:xfrm xmlns:a="http://schemas.openxmlformats.org/drawingml/2006/main" flipV="1">
            <a:off x="4949830" y="2943735"/>
            <a:ext cx="91074" cy="565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00177CBC-4943-47D8-92F2-09BBEB6A15B1}"/>
              </a:ext>
            </a:extLst>
          </p:cNvPr>
          <p:cNvSpPr>
            <a:spLocks xmlns:a="http://schemas.openxmlformats.org/drawingml/2006/main" noGrp="1"/>
          </p:cNvSpPr>
          <p:nvPr/>
        </p:nvSpPr>
        <p:spPr>
          <a:xfrm xmlns:a="http://schemas.openxmlformats.org/drawingml/2006/main" flipV="1">
            <a:off x="5040904" y="2931374"/>
            <a:ext cx="91074" cy="1236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253FA73A-A31D-441F-AC91-0CDBA70E909F}"/>
              </a:ext>
            </a:extLst>
          </p:cNvPr>
          <p:cNvSpPr>
            <a:spLocks xmlns:a="http://schemas.openxmlformats.org/drawingml/2006/main" noGrp="1"/>
          </p:cNvSpPr>
          <p:nvPr/>
        </p:nvSpPr>
        <p:spPr>
          <a:xfrm xmlns:a="http://schemas.openxmlformats.org/drawingml/2006/main" flipV="1">
            <a:off x="5131978" y="2912461"/>
            <a:ext cx="91074" cy="189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681658D9-0B53-4E4A-931B-F32C5D3600C5}"/>
              </a:ext>
            </a:extLst>
          </p:cNvPr>
          <p:cNvSpPr>
            <a:spLocks xmlns:a="http://schemas.openxmlformats.org/drawingml/2006/main" noGrp="1"/>
          </p:cNvSpPr>
          <p:nvPr/>
        </p:nvSpPr>
        <p:spPr>
          <a:xfrm xmlns:a="http://schemas.openxmlformats.org/drawingml/2006/main" flipV="1">
            <a:off x="5223052" y="2887239"/>
            <a:ext cx="91075" cy="252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83E53E91-BEE0-49D6-89C5-58287829CCE5}"/>
              </a:ext>
            </a:extLst>
          </p:cNvPr>
          <p:cNvSpPr>
            <a:spLocks xmlns:a="http://schemas.openxmlformats.org/drawingml/2006/main" noGrp="1"/>
          </p:cNvSpPr>
          <p:nvPr/>
        </p:nvSpPr>
        <p:spPr>
          <a:xfrm xmlns:a="http://schemas.openxmlformats.org/drawingml/2006/main" flipV="1">
            <a:off x="5314127" y="2856027"/>
            <a:ext cx="91074" cy="3121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E7FEF5BB-DDAF-46D2-9DF8-D07AAD755744}"/>
              </a:ext>
            </a:extLst>
          </p:cNvPr>
          <p:cNvSpPr>
            <a:spLocks xmlns:a="http://schemas.openxmlformats.org/drawingml/2006/main" noGrp="1"/>
          </p:cNvSpPr>
          <p:nvPr/>
        </p:nvSpPr>
        <p:spPr>
          <a:xfrm xmlns:a="http://schemas.openxmlformats.org/drawingml/2006/main" flipV="1">
            <a:off x="5405201" y="2819227"/>
            <a:ext cx="91074" cy="368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8F69D7E0-551A-4CE6-B5C6-7F793B350741}"/>
              </a:ext>
            </a:extLst>
          </p:cNvPr>
          <p:cNvSpPr>
            <a:spLocks xmlns:a="http://schemas.openxmlformats.org/drawingml/2006/main" noGrp="1"/>
          </p:cNvSpPr>
          <p:nvPr/>
        </p:nvSpPr>
        <p:spPr>
          <a:xfrm xmlns:a="http://schemas.openxmlformats.org/drawingml/2006/main" flipV="1">
            <a:off x="5496275" y="2777307"/>
            <a:ext cx="91074" cy="419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E0273D75-95DD-4758-B3A9-3E29596172D6}"/>
              </a:ext>
            </a:extLst>
          </p:cNvPr>
          <p:cNvSpPr>
            <a:spLocks xmlns:a="http://schemas.openxmlformats.org/drawingml/2006/main" noGrp="1"/>
          </p:cNvSpPr>
          <p:nvPr/>
        </p:nvSpPr>
        <p:spPr>
          <a:xfrm xmlns:a="http://schemas.openxmlformats.org/drawingml/2006/main" flipV="1">
            <a:off x="5587349" y="2730804"/>
            <a:ext cx="91075" cy="4650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BB51AFE1-3471-461C-881E-065068881E92}"/>
              </a:ext>
            </a:extLst>
          </p:cNvPr>
          <p:cNvSpPr>
            <a:spLocks xmlns:a="http://schemas.openxmlformats.org/drawingml/2006/main" noGrp="1"/>
          </p:cNvSpPr>
          <p:nvPr/>
        </p:nvSpPr>
        <p:spPr>
          <a:xfrm xmlns:a="http://schemas.openxmlformats.org/drawingml/2006/main" flipV="1">
            <a:off x="5678424" y="2680312"/>
            <a:ext cx="91074" cy="5049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D94A1D8D-B82E-42A0-A42A-2C713EA158F9}"/>
              </a:ext>
            </a:extLst>
          </p:cNvPr>
          <p:cNvSpPr>
            <a:spLocks xmlns:a="http://schemas.openxmlformats.org/drawingml/2006/main" noGrp="1"/>
          </p:cNvSpPr>
          <p:nvPr/>
        </p:nvSpPr>
        <p:spPr>
          <a:xfrm xmlns:a="http://schemas.openxmlformats.org/drawingml/2006/main" flipV="1">
            <a:off x="5769498" y="2626475"/>
            <a:ext cx="91074" cy="5383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7124A9E1-7B1C-444B-AD09-385C3A794E87}"/>
              </a:ext>
            </a:extLst>
          </p:cNvPr>
          <p:cNvSpPr>
            <a:spLocks xmlns:a="http://schemas.openxmlformats.org/drawingml/2006/main" noGrp="1"/>
          </p:cNvSpPr>
          <p:nvPr/>
        </p:nvSpPr>
        <p:spPr>
          <a:xfrm xmlns:a="http://schemas.openxmlformats.org/drawingml/2006/main" flipV="1">
            <a:off x="5860572" y="2569983"/>
            <a:ext cx="91074" cy="5649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E00A3AE5-92DB-475B-A239-5E642A5EC945}"/>
              </a:ext>
            </a:extLst>
          </p:cNvPr>
          <p:cNvSpPr>
            <a:spLocks xmlns:a="http://schemas.openxmlformats.org/drawingml/2006/main" noGrp="1"/>
          </p:cNvSpPr>
          <p:nvPr/>
        </p:nvSpPr>
        <p:spPr>
          <a:xfrm xmlns:a="http://schemas.openxmlformats.org/drawingml/2006/main" flipV="1">
            <a:off x="5951646" y="2511555"/>
            <a:ext cx="91074" cy="584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7560D178-9525-4C9A-A452-FDF6D396321E}"/>
              </a:ext>
            </a:extLst>
          </p:cNvPr>
          <p:cNvSpPr>
            <a:spLocks xmlns:a="http://schemas.openxmlformats.org/drawingml/2006/main" noGrp="1"/>
          </p:cNvSpPr>
          <p:nvPr/>
        </p:nvSpPr>
        <p:spPr>
          <a:xfrm xmlns:a="http://schemas.openxmlformats.org/drawingml/2006/main" flipV="1">
            <a:off x="6042720" y="2451940"/>
            <a:ext cx="91075" cy="5961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9B73AD60-1F8E-4872-8E48-17AC93195491}"/>
              </a:ext>
            </a:extLst>
          </p:cNvPr>
          <p:cNvSpPr>
            <a:spLocks xmlns:a="http://schemas.openxmlformats.org/drawingml/2006/main" noGrp="1"/>
          </p:cNvSpPr>
          <p:nvPr/>
        </p:nvSpPr>
        <p:spPr>
          <a:xfrm xmlns:a="http://schemas.openxmlformats.org/drawingml/2006/main" flipV="1">
            <a:off x="6133795" y="2391899"/>
            <a:ext cx="91074" cy="6004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B2EC409C-189C-49C2-8237-04606F7B81E7}"/>
              </a:ext>
            </a:extLst>
          </p:cNvPr>
          <p:cNvSpPr>
            <a:spLocks xmlns:a="http://schemas.openxmlformats.org/drawingml/2006/main" noGrp="1"/>
          </p:cNvSpPr>
          <p:nvPr/>
        </p:nvSpPr>
        <p:spPr>
          <a:xfrm xmlns:a="http://schemas.openxmlformats.org/drawingml/2006/main" flipV="1">
            <a:off x="6224869" y="2332199"/>
            <a:ext cx="91074" cy="597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74593734-9E70-4142-A736-10DAA8FB388A}"/>
              </a:ext>
            </a:extLst>
          </p:cNvPr>
          <p:cNvSpPr>
            <a:spLocks xmlns:a="http://schemas.openxmlformats.org/drawingml/2006/main" noGrp="1"/>
          </p:cNvSpPr>
          <p:nvPr/>
        </p:nvSpPr>
        <p:spPr>
          <a:xfrm xmlns:a="http://schemas.openxmlformats.org/drawingml/2006/main" flipV="1">
            <a:off x="6315943" y="2273602"/>
            <a:ext cx="91074" cy="585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AE3D9E15-4066-4D79-9C33-28066DB9B140}"/>
              </a:ext>
            </a:extLst>
          </p:cNvPr>
          <p:cNvSpPr>
            <a:spLocks xmlns:a="http://schemas.openxmlformats.org/drawingml/2006/main" noGrp="1"/>
          </p:cNvSpPr>
          <p:nvPr/>
        </p:nvSpPr>
        <p:spPr>
          <a:xfrm xmlns:a="http://schemas.openxmlformats.org/drawingml/2006/main" flipV="1">
            <a:off x="6407017" y="2216858"/>
            <a:ext cx="91075" cy="5674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73BAEEA3-589A-48E4-9643-D8B7FE4E05B0}"/>
              </a:ext>
            </a:extLst>
          </p:cNvPr>
          <p:cNvSpPr>
            <a:spLocks xmlns:a="http://schemas.openxmlformats.org/drawingml/2006/main" noGrp="1"/>
          </p:cNvSpPr>
          <p:nvPr/>
        </p:nvSpPr>
        <p:spPr>
          <a:xfrm xmlns:a="http://schemas.openxmlformats.org/drawingml/2006/main" flipV="1">
            <a:off x="6498092" y="2162692"/>
            <a:ext cx="91074" cy="5416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5020BCCC-137B-4776-B2AF-F42035D602D5}"/>
              </a:ext>
            </a:extLst>
          </p:cNvPr>
          <p:cNvSpPr>
            <a:spLocks xmlns:a="http://schemas.openxmlformats.org/drawingml/2006/main" noGrp="1"/>
          </p:cNvSpPr>
          <p:nvPr/>
        </p:nvSpPr>
        <p:spPr>
          <a:xfrm xmlns:a="http://schemas.openxmlformats.org/drawingml/2006/main" flipV="1">
            <a:off x="6589166" y="2111795"/>
            <a:ext cx="91074" cy="508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D2BDA57D-4054-4B64-AE81-B90982E8C459}"/>
              </a:ext>
            </a:extLst>
          </p:cNvPr>
          <p:cNvSpPr>
            <a:spLocks xmlns:a="http://schemas.openxmlformats.org/drawingml/2006/main" noGrp="1"/>
          </p:cNvSpPr>
          <p:nvPr/>
        </p:nvSpPr>
        <p:spPr>
          <a:xfrm xmlns:a="http://schemas.openxmlformats.org/drawingml/2006/main" flipV="1">
            <a:off x="6680240" y="2064819"/>
            <a:ext cx="91074" cy="469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4364E74B-FED0-447A-8652-53BD4AB34FC6}"/>
              </a:ext>
            </a:extLst>
          </p:cNvPr>
          <p:cNvSpPr>
            <a:spLocks xmlns:a="http://schemas.openxmlformats.org/drawingml/2006/main" noGrp="1"/>
          </p:cNvSpPr>
          <p:nvPr/>
        </p:nvSpPr>
        <p:spPr>
          <a:xfrm xmlns:a="http://schemas.openxmlformats.org/drawingml/2006/main" flipV="1">
            <a:off x="6771314" y="2022362"/>
            <a:ext cx="91075" cy="4245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76E5E6CF-9D75-44BD-83AA-E462E7003B6B}"/>
              </a:ext>
            </a:extLst>
          </p:cNvPr>
          <p:cNvSpPr>
            <a:spLocks xmlns:a="http://schemas.openxmlformats.org/drawingml/2006/main" noGrp="1"/>
          </p:cNvSpPr>
          <p:nvPr/>
        </p:nvSpPr>
        <p:spPr>
          <a:xfrm xmlns:a="http://schemas.openxmlformats.org/drawingml/2006/main" flipV="1">
            <a:off x="6862389" y="1984969"/>
            <a:ext cx="91074" cy="373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F0956485-12C6-4FD2-B30B-1F8E17AACC80}"/>
              </a:ext>
            </a:extLst>
          </p:cNvPr>
          <p:cNvSpPr>
            <a:spLocks xmlns:a="http://schemas.openxmlformats.org/drawingml/2006/main" noGrp="1"/>
          </p:cNvSpPr>
          <p:nvPr/>
        </p:nvSpPr>
        <p:spPr>
          <a:xfrm xmlns:a="http://schemas.openxmlformats.org/drawingml/2006/main" flipV="1">
            <a:off x="6953463" y="1953115"/>
            <a:ext cx="91074" cy="3185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C001D2DF-8000-4252-8C45-1C1AFBDD2594}"/>
              </a:ext>
            </a:extLst>
          </p:cNvPr>
          <p:cNvSpPr>
            <a:spLocks xmlns:a="http://schemas.openxmlformats.org/drawingml/2006/main" noGrp="1"/>
          </p:cNvSpPr>
          <p:nvPr/>
        </p:nvSpPr>
        <p:spPr>
          <a:xfrm xmlns:a="http://schemas.openxmlformats.org/drawingml/2006/main" flipV="1">
            <a:off x="7044537" y="1927210"/>
            <a:ext cx="91074" cy="259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4BB40497-F084-4A44-971B-64B55ED5846C}"/>
              </a:ext>
            </a:extLst>
          </p:cNvPr>
          <p:cNvSpPr>
            <a:spLocks xmlns:a="http://schemas.openxmlformats.org/drawingml/2006/main" noGrp="1"/>
          </p:cNvSpPr>
          <p:nvPr/>
        </p:nvSpPr>
        <p:spPr>
          <a:xfrm xmlns:a="http://schemas.openxmlformats.org/drawingml/2006/main" flipV="1">
            <a:off x="7135611" y="1907582"/>
            <a:ext cx="91075" cy="196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B38C147D-BCA3-4081-B4D6-CB93FF3AB32D}"/>
              </a:ext>
            </a:extLst>
          </p:cNvPr>
          <p:cNvSpPr>
            <a:spLocks xmlns:a="http://schemas.openxmlformats.org/drawingml/2006/main" noGrp="1"/>
          </p:cNvSpPr>
          <p:nvPr/>
        </p:nvSpPr>
        <p:spPr>
          <a:xfrm xmlns:a="http://schemas.openxmlformats.org/drawingml/2006/main" flipV="1">
            <a:off x="7226686" y="1894485"/>
            <a:ext cx="91074" cy="130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6D54D4C9-1DC0-47AC-AF37-67318955E193}"/>
              </a:ext>
            </a:extLst>
          </p:cNvPr>
          <p:cNvSpPr>
            <a:spLocks xmlns:a="http://schemas.openxmlformats.org/drawingml/2006/main" noGrp="1"/>
          </p:cNvSpPr>
          <p:nvPr/>
        </p:nvSpPr>
        <p:spPr>
          <a:xfrm xmlns:a="http://schemas.openxmlformats.org/drawingml/2006/main" flipV="1">
            <a:off x="7317760" y="1888083"/>
            <a:ext cx="91074" cy="640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D7A3174C-E325-4263-A30A-BAA9053D76FE}"/>
              </a:ext>
            </a:extLst>
          </p:cNvPr>
          <p:cNvSpPr>
            <a:spLocks xmlns:a="http://schemas.openxmlformats.org/drawingml/2006/main" noGrp="1"/>
          </p:cNvSpPr>
          <p:nvPr/>
        </p:nvSpPr>
        <p:spPr>
          <a:xfrm xmlns:a="http://schemas.openxmlformats.org/drawingml/2006/main">
            <a:off x="7408834" y="1888083"/>
            <a:ext cx="91074" cy="37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7835FF7F-A2CA-4B22-9775-F5FD5A5A3DDB}"/>
              </a:ext>
            </a:extLst>
          </p:cNvPr>
          <p:cNvSpPr>
            <a:spLocks xmlns:a="http://schemas.openxmlformats.org/drawingml/2006/main" noGrp="1"/>
          </p:cNvSpPr>
          <p:nvPr/>
        </p:nvSpPr>
        <p:spPr>
          <a:xfrm xmlns:a="http://schemas.openxmlformats.org/drawingml/2006/main">
            <a:off x="7499908" y="1888461"/>
            <a:ext cx="91075" cy="715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60BCBAB0-D928-4D49-A723-A43508DFB8BC}"/>
              </a:ext>
            </a:extLst>
          </p:cNvPr>
          <p:cNvSpPr>
            <a:spLocks xmlns:a="http://schemas.openxmlformats.org/drawingml/2006/main" noGrp="1"/>
          </p:cNvSpPr>
          <p:nvPr/>
        </p:nvSpPr>
        <p:spPr>
          <a:xfrm xmlns:a="http://schemas.openxmlformats.org/drawingml/2006/main">
            <a:off x="7590983" y="1895612"/>
            <a:ext cx="91074" cy="138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F2B9AEDB-1C22-4D8C-A0AC-F55084732A9B}"/>
              </a:ext>
            </a:extLst>
          </p:cNvPr>
          <p:cNvSpPr>
            <a:spLocks xmlns:a="http://schemas.openxmlformats.org/drawingml/2006/main" noGrp="1"/>
          </p:cNvSpPr>
          <p:nvPr/>
        </p:nvSpPr>
        <p:spPr>
          <a:xfrm xmlns:a="http://schemas.openxmlformats.org/drawingml/2006/main">
            <a:off x="7682057" y="1909445"/>
            <a:ext cx="91074" cy="2033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2EEEEF00-E7F1-4CF5-98C3-BF47CDD4C54D}"/>
              </a:ext>
            </a:extLst>
          </p:cNvPr>
          <p:cNvSpPr>
            <a:spLocks xmlns:a="http://schemas.openxmlformats.org/drawingml/2006/main" noGrp="1"/>
          </p:cNvSpPr>
          <p:nvPr/>
        </p:nvSpPr>
        <p:spPr>
          <a:xfrm xmlns:a="http://schemas.openxmlformats.org/drawingml/2006/main">
            <a:off x="7773131" y="1929783"/>
            <a:ext cx="91074" cy="2658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F04AE13E-75B5-437C-AB7C-616AC278A3B9}"/>
              </a:ext>
            </a:extLst>
          </p:cNvPr>
          <p:cNvSpPr>
            <a:spLocks xmlns:a="http://schemas.openxmlformats.org/drawingml/2006/main" noGrp="1"/>
          </p:cNvSpPr>
          <p:nvPr/>
        </p:nvSpPr>
        <p:spPr>
          <a:xfrm xmlns:a="http://schemas.openxmlformats.org/drawingml/2006/main">
            <a:off x="7864205" y="1956368"/>
            <a:ext cx="91075" cy="3249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BECE14F1-0459-4899-B477-2D131A356D87}"/>
              </a:ext>
            </a:extLst>
          </p:cNvPr>
          <p:cNvSpPr>
            <a:spLocks xmlns:a="http://schemas.openxmlformats.org/drawingml/2006/main" noGrp="1"/>
          </p:cNvSpPr>
          <p:nvPr/>
        </p:nvSpPr>
        <p:spPr>
          <a:xfrm xmlns:a="http://schemas.openxmlformats.org/drawingml/2006/main">
            <a:off x="7955280" y="1988858"/>
            <a:ext cx="91074" cy="379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0647D5AD-772A-48B5-AFF4-A9AFC0AE8B8A}"/>
              </a:ext>
            </a:extLst>
          </p:cNvPr>
          <p:cNvSpPr>
            <a:spLocks xmlns:a="http://schemas.openxmlformats.org/drawingml/2006/main" noGrp="1"/>
          </p:cNvSpPr>
          <p:nvPr/>
        </p:nvSpPr>
        <p:spPr>
          <a:xfrm xmlns:a="http://schemas.openxmlformats.org/drawingml/2006/main">
            <a:off x="8046354" y="2026839"/>
            <a:ext cx="91074" cy="4298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E81B79F8-765B-4E08-9406-F9CF5BF4C2B0}"/>
              </a:ext>
            </a:extLst>
          </p:cNvPr>
          <p:cNvSpPr>
            <a:spLocks xmlns:a="http://schemas.openxmlformats.org/drawingml/2006/main" noGrp="1"/>
          </p:cNvSpPr>
          <p:nvPr/>
        </p:nvSpPr>
        <p:spPr>
          <a:xfrm xmlns:a="http://schemas.openxmlformats.org/drawingml/2006/main">
            <a:off x="8137428" y="2069826"/>
            <a:ext cx="91074" cy="4744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9AE0221C-2E4B-425A-99B8-0F2312A7F8D6}"/>
              </a:ext>
            </a:extLst>
          </p:cNvPr>
          <p:cNvSpPr>
            <a:spLocks xmlns:a="http://schemas.openxmlformats.org/drawingml/2006/main" noGrp="1"/>
          </p:cNvSpPr>
          <p:nvPr/>
        </p:nvSpPr>
        <p:spPr>
          <a:xfrm xmlns:a="http://schemas.openxmlformats.org/drawingml/2006/main">
            <a:off x="8228502" y="2117268"/>
            <a:ext cx="91074" cy="512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3ABB8F7A-F1AE-4C55-9551-810384706CB5}"/>
              </a:ext>
            </a:extLst>
          </p:cNvPr>
          <p:cNvSpPr>
            <a:spLocks xmlns:a="http://schemas.openxmlformats.org/drawingml/2006/main" noGrp="1"/>
          </p:cNvSpPr>
          <p:nvPr/>
        </p:nvSpPr>
        <p:spPr>
          <a:xfrm xmlns:a="http://schemas.openxmlformats.org/drawingml/2006/main">
            <a:off x="8319576" y="2168561"/>
            <a:ext cx="91075" cy="5448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EAD05DAF-6F2C-41F3-A5B7-16D8D5C35D61}"/>
              </a:ext>
            </a:extLst>
          </p:cNvPr>
          <p:cNvSpPr>
            <a:spLocks xmlns:a="http://schemas.openxmlformats.org/drawingml/2006/main" noGrp="1"/>
          </p:cNvSpPr>
          <p:nvPr/>
        </p:nvSpPr>
        <p:spPr>
          <a:xfrm xmlns:a="http://schemas.openxmlformats.org/drawingml/2006/main">
            <a:off x="8410651" y="2223049"/>
            <a:ext cx="91074" cy="569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0DC54539-2299-42C1-8CFB-EC6B523B00D8}"/>
              </a:ext>
            </a:extLst>
          </p:cNvPr>
          <p:cNvSpPr>
            <a:spLocks xmlns:a="http://schemas.openxmlformats.org/drawingml/2006/main" noGrp="1"/>
          </p:cNvSpPr>
          <p:nvPr/>
        </p:nvSpPr>
        <p:spPr>
          <a:xfrm xmlns:a="http://schemas.openxmlformats.org/drawingml/2006/main">
            <a:off x="8501725" y="2280035"/>
            <a:ext cx="91074" cy="5875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4261171B-27A2-48E1-9D7D-23CCACB4680B}"/>
              </a:ext>
            </a:extLst>
          </p:cNvPr>
          <p:cNvSpPr>
            <a:spLocks xmlns:a="http://schemas.openxmlformats.org/drawingml/2006/main" noGrp="1"/>
          </p:cNvSpPr>
          <p:nvPr/>
        </p:nvSpPr>
        <p:spPr>
          <a:xfrm xmlns:a="http://schemas.openxmlformats.org/drawingml/2006/main">
            <a:off x="8592799" y="2338791"/>
            <a:ext cx="91074" cy="597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DFAC4DFF-B07C-47A3-8B8F-AE4B3B15CD43}"/>
              </a:ext>
            </a:extLst>
          </p:cNvPr>
          <p:cNvSpPr>
            <a:spLocks xmlns:a="http://schemas.openxmlformats.org/drawingml/2006/main" noGrp="1"/>
          </p:cNvSpPr>
          <p:nvPr/>
        </p:nvSpPr>
        <p:spPr>
          <a:xfrm xmlns:a="http://schemas.openxmlformats.org/drawingml/2006/main">
            <a:off x="8683873" y="2398567"/>
            <a:ext cx="91075" cy="600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F9A62979-82F2-4942-8938-9416666E6651}"/>
              </a:ext>
            </a:extLst>
          </p:cNvPr>
          <p:cNvSpPr>
            <a:spLocks xmlns:a="http://schemas.openxmlformats.org/drawingml/2006/main" noGrp="1"/>
          </p:cNvSpPr>
          <p:nvPr/>
        </p:nvSpPr>
        <p:spPr>
          <a:xfrm xmlns:a="http://schemas.openxmlformats.org/drawingml/2006/main">
            <a:off x="8774948" y="2458599"/>
            <a:ext cx="91074" cy="5952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04E7102E-455C-47C7-9A97-0A244DA67F71}"/>
              </a:ext>
            </a:extLst>
          </p:cNvPr>
          <p:cNvSpPr>
            <a:spLocks xmlns:a="http://schemas.openxmlformats.org/drawingml/2006/main" noGrp="1"/>
          </p:cNvSpPr>
          <p:nvPr/>
        </p:nvSpPr>
        <p:spPr>
          <a:xfrm xmlns:a="http://schemas.openxmlformats.org/drawingml/2006/main">
            <a:off x="8866022" y="2518120"/>
            <a:ext cx="91074" cy="5824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FFAF5897-25E6-4BE2-BB16-A5D22C38BD1F}"/>
              </a:ext>
            </a:extLst>
          </p:cNvPr>
          <p:cNvSpPr>
            <a:spLocks xmlns:a="http://schemas.openxmlformats.org/drawingml/2006/main" noGrp="1"/>
          </p:cNvSpPr>
          <p:nvPr/>
        </p:nvSpPr>
        <p:spPr>
          <a:xfrm xmlns:a="http://schemas.openxmlformats.org/drawingml/2006/main">
            <a:off x="8957096" y="2576369"/>
            <a:ext cx="91074" cy="562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FDBA3176-49AC-4215-8F43-0F55F3F56AB7}"/>
              </a:ext>
            </a:extLst>
          </p:cNvPr>
          <p:cNvSpPr>
            <a:spLocks xmlns:a="http://schemas.openxmlformats.org/drawingml/2006/main" noGrp="1"/>
          </p:cNvSpPr>
          <p:nvPr/>
        </p:nvSpPr>
        <p:spPr>
          <a:xfrm xmlns:a="http://schemas.openxmlformats.org/drawingml/2006/main">
            <a:off x="9048170" y="2632601"/>
            <a:ext cx="91075" cy="534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9759EDAA-17C6-47A2-9421-EA9C848BFC1D}"/>
              </a:ext>
            </a:extLst>
          </p:cNvPr>
          <p:cNvSpPr>
            <a:spLocks xmlns:a="http://schemas.openxmlformats.org/drawingml/2006/main" noGrp="1"/>
          </p:cNvSpPr>
          <p:nvPr/>
        </p:nvSpPr>
        <p:spPr>
          <a:xfrm xmlns:a="http://schemas.openxmlformats.org/drawingml/2006/main">
            <a:off x="9139245" y="2686100"/>
            <a:ext cx="91074" cy="500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E922D8C3-6789-4C7A-902A-3F8329B271BA}"/>
              </a:ext>
            </a:extLst>
          </p:cNvPr>
          <p:cNvSpPr>
            <a:spLocks xmlns:a="http://schemas.openxmlformats.org/drawingml/2006/main" noGrp="1"/>
          </p:cNvSpPr>
          <p:nvPr/>
        </p:nvSpPr>
        <p:spPr>
          <a:xfrm xmlns:a="http://schemas.openxmlformats.org/drawingml/2006/main">
            <a:off x="9230319" y="2736180"/>
            <a:ext cx="91074" cy="460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372FF0AF-88D7-4990-8CF6-2E31D1891A3A}"/>
              </a:ext>
            </a:extLst>
          </p:cNvPr>
          <p:cNvSpPr>
            <a:spLocks xmlns:a="http://schemas.openxmlformats.org/drawingml/2006/main" noGrp="1"/>
          </p:cNvSpPr>
          <p:nvPr/>
        </p:nvSpPr>
        <p:spPr>
          <a:xfrm xmlns:a="http://schemas.openxmlformats.org/drawingml/2006/main">
            <a:off x="9321393" y="2782202"/>
            <a:ext cx="91074" cy="413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85CE3B43-88FC-448A-9F22-1213149EEFAE}"/>
              </a:ext>
            </a:extLst>
          </p:cNvPr>
          <p:cNvSpPr>
            <a:spLocks xmlns:a="http://schemas.openxmlformats.org/drawingml/2006/main" noGrp="1"/>
          </p:cNvSpPr>
          <p:nvPr/>
        </p:nvSpPr>
        <p:spPr>
          <a:xfrm xmlns:a="http://schemas.openxmlformats.org/drawingml/2006/main">
            <a:off x="9412467" y="2823578"/>
            <a:ext cx="91075" cy="362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FFA14AAA-4ED4-4F3E-8E17-D3D25D64B3C0}"/>
              </a:ext>
            </a:extLst>
          </p:cNvPr>
          <p:cNvSpPr>
            <a:spLocks xmlns:a="http://schemas.openxmlformats.org/drawingml/2006/main" noGrp="1"/>
          </p:cNvSpPr>
          <p:nvPr/>
        </p:nvSpPr>
        <p:spPr>
          <a:xfrm xmlns:a="http://schemas.openxmlformats.org/drawingml/2006/main">
            <a:off x="9503542" y="2859779"/>
            <a:ext cx="91074" cy="3056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B0937D90-627F-4355-96D9-6DBD54803520}"/>
              </a:ext>
            </a:extLst>
          </p:cNvPr>
          <p:cNvSpPr>
            <a:spLocks xmlns:a="http://schemas.openxmlformats.org/drawingml/2006/main" noGrp="1"/>
          </p:cNvSpPr>
          <p:nvPr/>
        </p:nvSpPr>
        <p:spPr>
          <a:xfrm xmlns:a="http://schemas.openxmlformats.org/drawingml/2006/main">
            <a:off x="9594616" y="2890343"/>
            <a:ext cx="91074" cy="2453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9D3606CD-9904-4932-A650-7D5C8AFC2FB7}"/>
              </a:ext>
            </a:extLst>
          </p:cNvPr>
          <p:cNvSpPr>
            <a:spLocks xmlns:a="http://schemas.openxmlformats.org/drawingml/2006/main" noGrp="1"/>
          </p:cNvSpPr>
          <p:nvPr/>
        </p:nvSpPr>
        <p:spPr>
          <a:xfrm xmlns:a="http://schemas.openxmlformats.org/drawingml/2006/main">
            <a:off x="9685690" y="2914880"/>
            <a:ext cx="91074" cy="181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E0230A5D-BE0D-4D80-9649-6612E55C9578}"/>
              </a:ext>
            </a:extLst>
          </p:cNvPr>
          <p:cNvSpPr>
            <a:spLocks xmlns:a="http://schemas.openxmlformats.org/drawingml/2006/main" noGrp="1"/>
          </p:cNvSpPr>
          <p:nvPr/>
        </p:nvSpPr>
        <p:spPr>
          <a:xfrm xmlns:a="http://schemas.openxmlformats.org/drawingml/2006/main">
            <a:off x="9776764" y="2933075"/>
            <a:ext cx="91075" cy="1162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D47A0186-7B5A-444B-8FA2-69C9197A3939}"/>
              </a:ext>
            </a:extLst>
          </p:cNvPr>
          <p:cNvSpPr>
            <a:spLocks xmlns:a="http://schemas.openxmlformats.org/drawingml/2006/main" noGrp="1"/>
          </p:cNvSpPr>
          <p:nvPr/>
        </p:nvSpPr>
        <p:spPr>
          <a:xfrm xmlns:a="http://schemas.openxmlformats.org/drawingml/2006/main">
            <a:off x="9867839" y="2944696"/>
            <a:ext cx="91074" cy="48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4B62C114-A233-45F7-A844-A4C0201AE293}"/>
              </a:ext>
            </a:extLst>
          </p:cNvPr>
          <p:cNvSpPr>
            <a:spLocks xmlns:a="http://schemas.openxmlformats.org/drawingml/2006/main" noGrp="1"/>
          </p:cNvSpPr>
          <p:nvPr/>
        </p:nvSpPr>
        <p:spPr>
          <a:xfrm xmlns:a="http://schemas.openxmlformats.org/drawingml/2006/main" flipV="1">
            <a:off x="9958913" y="2947709"/>
            <a:ext cx="91074" cy="18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212B1BBD-BD89-48C8-A42E-9C6AD25E2C97}"/>
              </a:ext>
            </a:extLst>
          </p:cNvPr>
          <p:cNvSpPr>
            <a:spLocks xmlns:a="http://schemas.openxmlformats.org/drawingml/2006/main" noGrp="1"/>
          </p:cNvSpPr>
          <p:nvPr/>
        </p:nvSpPr>
        <p:spPr>
          <a:xfrm xmlns:a="http://schemas.openxmlformats.org/drawingml/2006/main" flipV="1">
            <a:off x="10049987" y="2939062"/>
            <a:ext cx="91074" cy="86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Connector 108">
            <a:extLst xmlns:a="http://schemas.openxmlformats.org/drawingml/2006/main">
              <a:ext uri="{FF2B5EF4-FFF2-40B4-BE49-F238E27FC236}">
                <a16:creationId xmlns:a16="http://schemas.microsoft.com/office/drawing/2014/main" id="{256AC3EB-3969-41DF-8B7E-D2FD20E1B404}"/>
              </a:ext>
            </a:extLst>
          </p:cNvPr>
          <p:cNvSpPr>
            <a:spLocks xmlns:a="http://schemas.openxmlformats.org/drawingml/2006/main" noGrp="1"/>
          </p:cNvSpPr>
          <p:nvPr/>
        </p:nvSpPr>
        <p:spPr>
          <a:xfrm xmlns:a="http://schemas.openxmlformats.org/drawingml/2006/main" flipV="1">
            <a:off x="10141061" y="2923765"/>
            <a:ext cx="91075" cy="152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0" name="Oval 109">
            <a:extLst xmlns:a="http://schemas.openxmlformats.org/drawingml/2006/main">
              <a:ext uri="{FF2B5EF4-FFF2-40B4-BE49-F238E27FC236}">
                <a16:creationId xmlns:a16="http://schemas.microsoft.com/office/drawing/2014/main" id="{3A94C319-E690-4FAA-AD72-55370AC8F9F0}"/>
              </a:ext>
            </a:extLst>
          </p:cNvPr>
          <p:cNvSpPr>
            <a:spLocks xmlns:a="http://schemas.openxmlformats.org/drawingml/2006/main" noGrp="1"/>
          </p:cNvSpPr>
          <p:nvPr/>
        </p:nvSpPr>
        <p:spPr>
          <a:xfrm xmlns:a="http://schemas.openxmlformats.org/drawingml/2006/main">
            <a:off x="1063447" y="2357323"/>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Oval 110">
            <a:extLst xmlns:a="http://schemas.openxmlformats.org/drawingml/2006/main">
              <a:ext uri="{FF2B5EF4-FFF2-40B4-BE49-F238E27FC236}">
                <a16:creationId xmlns:a16="http://schemas.microsoft.com/office/drawing/2014/main" id="{3D509EA6-9233-4816-8B96-AE79D8000F2E}"/>
              </a:ext>
            </a:extLst>
          </p:cNvPr>
          <p:cNvSpPr>
            <a:spLocks xmlns:a="http://schemas.openxmlformats.org/drawingml/2006/main" noGrp="1"/>
          </p:cNvSpPr>
          <p:nvPr/>
        </p:nvSpPr>
        <p:spPr>
          <a:xfrm xmlns:a="http://schemas.openxmlformats.org/drawingml/2006/main">
            <a:off x="2201875" y="1832687"/>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2" name="Oval 111">
            <a:extLst xmlns:a="http://schemas.openxmlformats.org/drawingml/2006/main">
              <a:ext uri="{FF2B5EF4-FFF2-40B4-BE49-F238E27FC236}">
                <a16:creationId xmlns:a16="http://schemas.microsoft.com/office/drawing/2014/main" id="{D42FFB1E-4293-4A47-98E4-956A3A3E2ECC}"/>
              </a:ext>
            </a:extLst>
          </p:cNvPr>
          <p:cNvSpPr>
            <a:spLocks xmlns:a="http://schemas.openxmlformats.org/drawingml/2006/main" noGrp="1"/>
          </p:cNvSpPr>
          <p:nvPr/>
        </p:nvSpPr>
        <p:spPr>
          <a:xfrm xmlns:a="http://schemas.openxmlformats.org/drawingml/2006/main">
            <a:off x="3340303" y="2193181"/>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Oval 112">
            <a:extLst xmlns:a="http://schemas.openxmlformats.org/drawingml/2006/main">
              <a:ext uri="{FF2B5EF4-FFF2-40B4-BE49-F238E27FC236}">
                <a16:creationId xmlns:a16="http://schemas.microsoft.com/office/drawing/2014/main" id="{8D0AB11C-0D35-42A9-A973-051664574E09}"/>
              </a:ext>
            </a:extLst>
          </p:cNvPr>
          <p:cNvSpPr>
            <a:spLocks xmlns:a="http://schemas.openxmlformats.org/drawingml/2006/main" noGrp="1"/>
          </p:cNvSpPr>
          <p:nvPr/>
        </p:nvSpPr>
        <p:spPr>
          <a:xfrm xmlns:a="http://schemas.openxmlformats.org/drawingml/2006/main">
            <a:off x="4478731" y="2830603"/>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4" name="Oval 113">
            <a:extLst xmlns:a="http://schemas.openxmlformats.org/drawingml/2006/main">
              <a:ext uri="{FF2B5EF4-FFF2-40B4-BE49-F238E27FC236}">
                <a16:creationId xmlns:a16="http://schemas.microsoft.com/office/drawing/2014/main" id="{99153E9E-B220-490A-AB7F-2A6623982955}"/>
              </a:ext>
            </a:extLst>
          </p:cNvPr>
          <p:cNvSpPr>
            <a:spLocks xmlns:a="http://schemas.openxmlformats.org/drawingml/2006/main" noGrp="1"/>
          </p:cNvSpPr>
          <p:nvPr/>
        </p:nvSpPr>
        <p:spPr>
          <a:xfrm xmlns:a="http://schemas.openxmlformats.org/drawingml/2006/main">
            <a:off x="5617159" y="2669540"/>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Oval 114">
            <a:extLst xmlns:a="http://schemas.openxmlformats.org/drawingml/2006/main">
              <a:ext uri="{FF2B5EF4-FFF2-40B4-BE49-F238E27FC236}">
                <a16:creationId xmlns:a16="http://schemas.microsoft.com/office/drawing/2014/main" id="{D9CEFFB3-01F7-4EB8-B039-A17C7BD5479D}"/>
              </a:ext>
            </a:extLst>
          </p:cNvPr>
          <p:cNvSpPr>
            <a:spLocks xmlns:a="http://schemas.openxmlformats.org/drawingml/2006/main" noGrp="1"/>
          </p:cNvSpPr>
          <p:nvPr/>
        </p:nvSpPr>
        <p:spPr>
          <a:xfrm xmlns:a="http://schemas.openxmlformats.org/drawingml/2006/main">
            <a:off x="6755587" y="1981725"/>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6" name="Oval 115">
            <a:extLst xmlns:a="http://schemas.openxmlformats.org/drawingml/2006/main">
              <a:ext uri="{FF2B5EF4-FFF2-40B4-BE49-F238E27FC236}">
                <a16:creationId xmlns:a16="http://schemas.microsoft.com/office/drawing/2014/main" id="{BB611500-F63A-416F-87BB-CDBC97F22413}"/>
              </a:ext>
            </a:extLst>
          </p:cNvPr>
          <p:cNvSpPr>
            <a:spLocks xmlns:a="http://schemas.openxmlformats.org/drawingml/2006/main" noGrp="1"/>
          </p:cNvSpPr>
          <p:nvPr/>
        </p:nvSpPr>
        <p:spPr>
          <a:xfrm xmlns:a="http://schemas.openxmlformats.org/drawingml/2006/main">
            <a:off x="7894015" y="1927593"/>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7" name="Oval 116">
            <a:extLst xmlns:a="http://schemas.openxmlformats.org/drawingml/2006/main">
              <a:ext uri="{FF2B5EF4-FFF2-40B4-BE49-F238E27FC236}">
                <a16:creationId xmlns:a16="http://schemas.microsoft.com/office/drawing/2014/main" id="{EB567980-6705-4C18-BD6B-02D94E4F63CD}"/>
              </a:ext>
            </a:extLst>
          </p:cNvPr>
          <p:cNvSpPr>
            <a:spLocks xmlns:a="http://schemas.openxmlformats.org/drawingml/2006/main" noGrp="1"/>
          </p:cNvSpPr>
          <p:nvPr/>
        </p:nvSpPr>
        <p:spPr>
          <a:xfrm xmlns:a="http://schemas.openxmlformats.org/drawingml/2006/main">
            <a:off x="9032443" y="2598471"/>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8" name="Connector 117">
            <a:extLst xmlns:a="http://schemas.openxmlformats.org/drawingml/2006/main">
              <a:ext uri="{FF2B5EF4-FFF2-40B4-BE49-F238E27FC236}">
                <a16:creationId xmlns:a16="http://schemas.microsoft.com/office/drawing/2014/main" id="{97258DF3-5B43-4E8D-886B-3EA2BFC0752E}"/>
              </a:ext>
            </a:extLst>
          </p:cNvPr>
          <p:cNvSpPr>
            <a:spLocks xmlns:a="http://schemas.openxmlformats.org/drawingml/2006/main" noGrp="1"/>
          </p:cNvSpPr>
          <p:nvPr/>
        </p:nvSpPr>
        <p:spPr>
          <a:xfrm xmlns:a="http://schemas.openxmlformats.org/drawingml/2006/main">
            <a:off x="1005840" y="4535424"/>
            <a:ext cx="9747504"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9" name="Connector 118">
            <a:extLst xmlns:a="http://schemas.openxmlformats.org/drawingml/2006/main">
              <a:ext uri="{FF2B5EF4-FFF2-40B4-BE49-F238E27FC236}">
                <a16:creationId xmlns:a16="http://schemas.microsoft.com/office/drawing/2014/main" id="{BC16BDE8-DA45-4EAF-B01E-3363C333C456}"/>
              </a:ext>
            </a:extLst>
          </p:cNvPr>
          <p:cNvSpPr>
            <a:spLocks xmlns:a="http://schemas.openxmlformats.org/drawingml/2006/main" noGrp="1"/>
          </p:cNvSpPr>
          <p:nvPr/>
        </p:nvSpPr>
        <p:spPr>
          <a:xfrm xmlns:a="http://schemas.openxmlformats.org/drawingml/2006/main">
            <a:off x="1097280" y="3840480"/>
            <a:ext cx="0" cy="1399032"/>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2" name="TextBox 121">
            <a:extLst xmlns:a="http://schemas.openxmlformats.org/drawingml/2006/main">
              <a:ext uri="{FF2B5EF4-FFF2-40B4-BE49-F238E27FC236}">
                <a16:creationId xmlns:a16="http://schemas.microsoft.com/office/drawing/2014/main" id="{2DA9EB04-6FF5-48C6-B39E-C202151BBB30}"/>
              </a:ext>
            </a:extLst>
          </p:cNvPr>
          <p:cNvSpPr>
            <a:spLocks xmlns:a="http://schemas.openxmlformats.org/drawingml/2006/main" noGrp="1"/>
          </p:cNvSpPr>
          <p:nvPr/>
        </p:nvSpPr>
        <p:spPr>
          <a:xfrm xmlns:a="http://schemas.openxmlformats.org/drawingml/2006/main">
            <a:off x="1005840" y="3300984"/>
            <a:ext cx="97475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采样点较多</a:t>
            </a:r>
          </a:p>
        </p:txBody>
      </p:sp>
      <p:sp>
        <p:nvSpPr>
          <p:cNvPr id="123" name="Connector 122">
            <a:extLst xmlns:a="http://schemas.openxmlformats.org/drawingml/2006/main">
              <a:ext uri="{FF2B5EF4-FFF2-40B4-BE49-F238E27FC236}">
                <a16:creationId xmlns:a16="http://schemas.microsoft.com/office/drawing/2014/main" id="{DF590BD4-AEE7-47ED-A4BF-34A14BA8F237}"/>
              </a:ext>
            </a:extLst>
          </p:cNvPr>
          <p:cNvSpPr>
            <a:spLocks xmlns:a="http://schemas.openxmlformats.org/drawingml/2006/main" noGrp="1"/>
          </p:cNvSpPr>
          <p:nvPr/>
        </p:nvSpPr>
        <p:spPr>
          <a:xfrm xmlns:a="http://schemas.openxmlformats.org/drawingml/2006/main" flipV="1">
            <a:off x="1124712" y="4461761"/>
            <a:ext cx="91074" cy="599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4" name="Connector 123">
            <a:extLst xmlns:a="http://schemas.openxmlformats.org/drawingml/2006/main">
              <a:ext uri="{FF2B5EF4-FFF2-40B4-BE49-F238E27FC236}">
                <a16:creationId xmlns:a16="http://schemas.microsoft.com/office/drawing/2014/main" id="{BD5E8178-0843-4905-89D6-D21C92836164}"/>
              </a:ext>
            </a:extLst>
          </p:cNvPr>
          <p:cNvSpPr>
            <a:spLocks xmlns:a="http://schemas.openxmlformats.org/drawingml/2006/main" noGrp="1"/>
          </p:cNvSpPr>
          <p:nvPr/>
        </p:nvSpPr>
        <p:spPr>
          <a:xfrm xmlns:a="http://schemas.openxmlformats.org/drawingml/2006/main" flipV="1">
            <a:off x="1215786" y="4402580"/>
            <a:ext cx="91074" cy="591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5" name="Connector 124">
            <a:extLst xmlns:a="http://schemas.openxmlformats.org/drawingml/2006/main">
              <a:ext uri="{FF2B5EF4-FFF2-40B4-BE49-F238E27FC236}">
                <a16:creationId xmlns:a16="http://schemas.microsoft.com/office/drawing/2014/main" id="{A2A04DC8-3E9F-4B97-BB44-F77CD664336A}"/>
              </a:ext>
            </a:extLst>
          </p:cNvPr>
          <p:cNvSpPr>
            <a:spLocks xmlns:a="http://schemas.openxmlformats.org/drawingml/2006/main" noGrp="1"/>
          </p:cNvSpPr>
          <p:nvPr/>
        </p:nvSpPr>
        <p:spPr>
          <a:xfrm xmlns:a="http://schemas.openxmlformats.org/drawingml/2006/main" flipV="1">
            <a:off x="1306860" y="4344922"/>
            <a:ext cx="91074" cy="5765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6" name="Connector 125">
            <a:extLst xmlns:a="http://schemas.openxmlformats.org/drawingml/2006/main">
              <a:ext uri="{FF2B5EF4-FFF2-40B4-BE49-F238E27FC236}">
                <a16:creationId xmlns:a16="http://schemas.microsoft.com/office/drawing/2014/main" id="{43D811B3-2E05-4BF1-A166-C3C5B084E2A3}"/>
              </a:ext>
            </a:extLst>
          </p:cNvPr>
          <p:cNvSpPr>
            <a:spLocks xmlns:a="http://schemas.openxmlformats.org/drawingml/2006/main" noGrp="1"/>
          </p:cNvSpPr>
          <p:nvPr/>
        </p:nvSpPr>
        <p:spPr>
          <a:xfrm xmlns:a="http://schemas.openxmlformats.org/drawingml/2006/main" flipV="1">
            <a:off x="1397934" y="4289523"/>
            <a:ext cx="91074" cy="553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7" name="Connector 126">
            <a:extLst xmlns:a="http://schemas.openxmlformats.org/drawingml/2006/main">
              <a:ext uri="{FF2B5EF4-FFF2-40B4-BE49-F238E27FC236}">
                <a16:creationId xmlns:a16="http://schemas.microsoft.com/office/drawing/2014/main" id="{C2FA1D60-F003-4C9C-A93C-3129A663B460}"/>
              </a:ext>
            </a:extLst>
          </p:cNvPr>
          <p:cNvSpPr>
            <a:spLocks xmlns:a="http://schemas.openxmlformats.org/drawingml/2006/main" noGrp="1"/>
          </p:cNvSpPr>
          <p:nvPr/>
        </p:nvSpPr>
        <p:spPr>
          <a:xfrm xmlns:a="http://schemas.openxmlformats.org/drawingml/2006/main" flipV="1">
            <a:off x="1489008" y="4237090"/>
            <a:ext cx="91075" cy="524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8" name="Connector 127">
            <a:extLst xmlns:a="http://schemas.openxmlformats.org/drawingml/2006/main">
              <a:ext uri="{FF2B5EF4-FFF2-40B4-BE49-F238E27FC236}">
                <a16:creationId xmlns:a16="http://schemas.microsoft.com/office/drawing/2014/main" id="{09CD2EEE-5661-4A0D-BE8C-0CF10BAFF6ED}"/>
              </a:ext>
            </a:extLst>
          </p:cNvPr>
          <p:cNvSpPr>
            <a:spLocks xmlns:a="http://schemas.openxmlformats.org/drawingml/2006/main" noGrp="1"/>
          </p:cNvSpPr>
          <p:nvPr/>
        </p:nvSpPr>
        <p:spPr>
          <a:xfrm xmlns:a="http://schemas.openxmlformats.org/drawingml/2006/main" flipV="1">
            <a:off x="1580083" y="4188294"/>
            <a:ext cx="91074" cy="4879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9" name="Connector 128">
            <a:extLst xmlns:a="http://schemas.openxmlformats.org/drawingml/2006/main">
              <a:ext uri="{FF2B5EF4-FFF2-40B4-BE49-F238E27FC236}">
                <a16:creationId xmlns:a16="http://schemas.microsoft.com/office/drawing/2014/main" id="{3FC1ED89-B790-474B-9656-3C82BF8E56FC}"/>
              </a:ext>
            </a:extLst>
          </p:cNvPr>
          <p:cNvSpPr>
            <a:spLocks xmlns:a="http://schemas.openxmlformats.org/drawingml/2006/main" noGrp="1"/>
          </p:cNvSpPr>
          <p:nvPr/>
        </p:nvSpPr>
        <p:spPr>
          <a:xfrm xmlns:a="http://schemas.openxmlformats.org/drawingml/2006/main" flipV="1">
            <a:off x="1671157" y="4143758"/>
            <a:ext cx="91074" cy="4453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0" name="Connector 129">
            <a:extLst xmlns:a="http://schemas.openxmlformats.org/drawingml/2006/main">
              <a:ext uri="{FF2B5EF4-FFF2-40B4-BE49-F238E27FC236}">
                <a16:creationId xmlns:a16="http://schemas.microsoft.com/office/drawing/2014/main" id="{5B8D8BAC-7391-47F0-AD9F-2140B16B88EA}"/>
              </a:ext>
            </a:extLst>
          </p:cNvPr>
          <p:cNvSpPr>
            <a:spLocks xmlns:a="http://schemas.openxmlformats.org/drawingml/2006/main" noGrp="1"/>
          </p:cNvSpPr>
          <p:nvPr/>
        </p:nvSpPr>
        <p:spPr>
          <a:xfrm xmlns:a="http://schemas.openxmlformats.org/drawingml/2006/main" flipV="1">
            <a:off x="1762231" y="4104051"/>
            <a:ext cx="91074" cy="397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1" name="Connector 130">
            <a:extLst xmlns:a="http://schemas.openxmlformats.org/drawingml/2006/main">
              <a:ext uri="{FF2B5EF4-FFF2-40B4-BE49-F238E27FC236}">
                <a16:creationId xmlns:a16="http://schemas.microsoft.com/office/drawing/2014/main" id="{3099DA80-C5ED-4420-866D-34B5233DBDBE}"/>
              </a:ext>
            </a:extLst>
          </p:cNvPr>
          <p:cNvSpPr>
            <a:spLocks xmlns:a="http://schemas.openxmlformats.org/drawingml/2006/main" noGrp="1"/>
          </p:cNvSpPr>
          <p:nvPr/>
        </p:nvSpPr>
        <p:spPr>
          <a:xfrm xmlns:a="http://schemas.openxmlformats.org/drawingml/2006/main" flipV="1">
            <a:off x="1853305" y="4069681"/>
            <a:ext cx="91075" cy="3437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2" name="Connector 131">
            <a:extLst xmlns:a="http://schemas.openxmlformats.org/drawingml/2006/main">
              <a:ext uri="{FF2B5EF4-FFF2-40B4-BE49-F238E27FC236}">
                <a16:creationId xmlns:a16="http://schemas.microsoft.com/office/drawing/2014/main" id="{FF6A0F58-53D3-47A5-89CA-07CB048C792E}"/>
              </a:ext>
            </a:extLst>
          </p:cNvPr>
          <p:cNvSpPr>
            <a:spLocks xmlns:a="http://schemas.openxmlformats.org/drawingml/2006/main" noGrp="1"/>
          </p:cNvSpPr>
          <p:nvPr/>
        </p:nvSpPr>
        <p:spPr>
          <a:xfrm xmlns:a="http://schemas.openxmlformats.org/drawingml/2006/main" flipV="1">
            <a:off x="1944380" y="4041086"/>
            <a:ext cx="91074" cy="285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3" name="Connector 132">
            <a:extLst xmlns:a="http://schemas.openxmlformats.org/drawingml/2006/main">
              <a:ext uri="{FF2B5EF4-FFF2-40B4-BE49-F238E27FC236}">
                <a16:creationId xmlns:a16="http://schemas.microsoft.com/office/drawing/2014/main" id="{D2E697BE-2FFD-4392-839D-339BD0C63CC4}"/>
              </a:ext>
            </a:extLst>
          </p:cNvPr>
          <p:cNvSpPr>
            <a:spLocks xmlns:a="http://schemas.openxmlformats.org/drawingml/2006/main" noGrp="1"/>
          </p:cNvSpPr>
          <p:nvPr/>
        </p:nvSpPr>
        <p:spPr>
          <a:xfrm xmlns:a="http://schemas.openxmlformats.org/drawingml/2006/main" flipV="1">
            <a:off x="2035454" y="4018633"/>
            <a:ext cx="91074" cy="2245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4" name="Connector 133">
            <a:extLst xmlns:a="http://schemas.openxmlformats.org/drawingml/2006/main">
              <a:ext uri="{FF2B5EF4-FFF2-40B4-BE49-F238E27FC236}">
                <a16:creationId xmlns:a16="http://schemas.microsoft.com/office/drawing/2014/main" id="{9D6C6BFE-E1AE-4D80-BFDC-6D719E1BAF63}"/>
              </a:ext>
            </a:extLst>
          </p:cNvPr>
          <p:cNvSpPr>
            <a:spLocks xmlns:a="http://schemas.openxmlformats.org/drawingml/2006/main" noGrp="1"/>
          </p:cNvSpPr>
          <p:nvPr/>
        </p:nvSpPr>
        <p:spPr>
          <a:xfrm xmlns:a="http://schemas.openxmlformats.org/drawingml/2006/main" flipV="1">
            <a:off x="2126528" y="4002607"/>
            <a:ext cx="91074" cy="1602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5" name="Connector 134">
            <a:extLst xmlns:a="http://schemas.openxmlformats.org/drawingml/2006/main">
              <a:ext uri="{FF2B5EF4-FFF2-40B4-BE49-F238E27FC236}">
                <a16:creationId xmlns:a16="http://schemas.microsoft.com/office/drawing/2014/main" id="{FD835DDA-BC0F-4831-B900-DA92D0C1A1BC}"/>
              </a:ext>
            </a:extLst>
          </p:cNvPr>
          <p:cNvSpPr>
            <a:spLocks xmlns:a="http://schemas.openxmlformats.org/drawingml/2006/main" noGrp="1"/>
          </p:cNvSpPr>
          <p:nvPr/>
        </p:nvSpPr>
        <p:spPr>
          <a:xfrm xmlns:a="http://schemas.openxmlformats.org/drawingml/2006/main" flipV="1">
            <a:off x="2217602" y="3993214"/>
            <a:ext cx="91075" cy="93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6" name="Connector 135">
            <a:extLst xmlns:a="http://schemas.openxmlformats.org/drawingml/2006/main">
              <a:ext uri="{FF2B5EF4-FFF2-40B4-BE49-F238E27FC236}">
                <a16:creationId xmlns:a16="http://schemas.microsoft.com/office/drawing/2014/main" id="{DA04B3BC-B0AA-4E03-9082-325621DEB7CA}"/>
              </a:ext>
            </a:extLst>
          </p:cNvPr>
          <p:cNvSpPr>
            <a:spLocks xmlns:a="http://schemas.openxmlformats.org/drawingml/2006/main" noGrp="1"/>
          </p:cNvSpPr>
          <p:nvPr/>
        </p:nvSpPr>
        <p:spPr>
          <a:xfrm xmlns:a="http://schemas.openxmlformats.org/drawingml/2006/main" flipV="1">
            <a:off x="2308677" y="3990574"/>
            <a:ext cx="91074" cy="264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7" name="Connector 136">
            <a:extLst xmlns:a="http://schemas.openxmlformats.org/drawingml/2006/main">
              <a:ext uri="{FF2B5EF4-FFF2-40B4-BE49-F238E27FC236}">
                <a16:creationId xmlns:a16="http://schemas.microsoft.com/office/drawing/2014/main" id="{33F1AD69-470D-496D-A6D4-9EADF994CC64}"/>
              </a:ext>
            </a:extLst>
          </p:cNvPr>
          <p:cNvSpPr>
            <a:spLocks xmlns:a="http://schemas.openxmlformats.org/drawingml/2006/main" noGrp="1"/>
          </p:cNvSpPr>
          <p:nvPr/>
        </p:nvSpPr>
        <p:spPr>
          <a:xfrm xmlns:a="http://schemas.openxmlformats.org/drawingml/2006/main">
            <a:off x="2399751" y="3990574"/>
            <a:ext cx="91074" cy="41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8" name="Connector 137">
            <a:extLst xmlns:a="http://schemas.openxmlformats.org/drawingml/2006/main">
              <a:ext uri="{FF2B5EF4-FFF2-40B4-BE49-F238E27FC236}">
                <a16:creationId xmlns:a16="http://schemas.microsoft.com/office/drawing/2014/main" id="{185B7C6C-24D5-4E14-BCE1-F8B1BF734BC6}"/>
              </a:ext>
            </a:extLst>
          </p:cNvPr>
          <p:cNvSpPr>
            <a:spLocks xmlns:a="http://schemas.openxmlformats.org/drawingml/2006/main" noGrp="1"/>
          </p:cNvSpPr>
          <p:nvPr/>
        </p:nvSpPr>
        <p:spPr>
          <a:xfrm xmlns:a="http://schemas.openxmlformats.org/drawingml/2006/main">
            <a:off x="2490825" y="3994721"/>
            <a:ext cx="91074" cy="108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9" name="Connector 138">
            <a:extLst xmlns:a="http://schemas.openxmlformats.org/drawingml/2006/main">
              <a:ext uri="{FF2B5EF4-FFF2-40B4-BE49-F238E27FC236}">
                <a16:creationId xmlns:a16="http://schemas.microsoft.com/office/drawing/2014/main" id="{313397F8-B885-4BA3-934D-04FFDC42C891}"/>
              </a:ext>
            </a:extLst>
          </p:cNvPr>
          <p:cNvSpPr>
            <a:spLocks xmlns:a="http://schemas.openxmlformats.org/drawingml/2006/main" noGrp="1"/>
          </p:cNvSpPr>
          <p:nvPr/>
        </p:nvSpPr>
        <p:spPr>
          <a:xfrm xmlns:a="http://schemas.openxmlformats.org/drawingml/2006/main">
            <a:off x="2581899" y="4005601"/>
            <a:ext cx="91075" cy="1747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0" name="Connector 139">
            <a:extLst xmlns:a="http://schemas.openxmlformats.org/drawingml/2006/main">
              <a:ext uri="{FF2B5EF4-FFF2-40B4-BE49-F238E27FC236}">
                <a16:creationId xmlns:a16="http://schemas.microsoft.com/office/drawing/2014/main" id="{A7446E32-38A8-4478-84FF-373A31445727}"/>
              </a:ext>
            </a:extLst>
          </p:cNvPr>
          <p:cNvSpPr>
            <a:spLocks xmlns:a="http://schemas.openxmlformats.org/drawingml/2006/main" noGrp="1"/>
          </p:cNvSpPr>
          <p:nvPr/>
        </p:nvSpPr>
        <p:spPr>
          <a:xfrm xmlns:a="http://schemas.openxmlformats.org/drawingml/2006/main">
            <a:off x="2672974" y="4023076"/>
            <a:ext cx="91074" cy="2384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1" name="Connector 140">
            <a:extLst xmlns:a="http://schemas.openxmlformats.org/drawingml/2006/main">
              <a:ext uri="{FF2B5EF4-FFF2-40B4-BE49-F238E27FC236}">
                <a16:creationId xmlns:a16="http://schemas.microsoft.com/office/drawing/2014/main" id="{07A08062-C26F-43C7-AB13-D3C67CA46054}"/>
              </a:ext>
            </a:extLst>
          </p:cNvPr>
          <p:cNvSpPr>
            <a:spLocks xmlns:a="http://schemas.openxmlformats.org/drawingml/2006/main" noGrp="1"/>
          </p:cNvSpPr>
          <p:nvPr/>
        </p:nvSpPr>
        <p:spPr>
          <a:xfrm xmlns:a="http://schemas.openxmlformats.org/drawingml/2006/main">
            <a:off x="2764048" y="4046921"/>
            <a:ext cx="91074" cy="299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2" name="Connector 141">
            <a:extLst xmlns:a="http://schemas.openxmlformats.org/drawingml/2006/main">
              <a:ext uri="{FF2B5EF4-FFF2-40B4-BE49-F238E27FC236}">
                <a16:creationId xmlns:a16="http://schemas.microsoft.com/office/drawing/2014/main" id="{09D2CFA8-413D-41EC-96D5-4B15B7DBF300}"/>
              </a:ext>
            </a:extLst>
          </p:cNvPr>
          <p:cNvSpPr>
            <a:spLocks xmlns:a="http://schemas.openxmlformats.org/drawingml/2006/main" noGrp="1"/>
          </p:cNvSpPr>
          <p:nvPr/>
        </p:nvSpPr>
        <p:spPr>
          <a:xfrm xmlns:a="http://schemas.openxmlformats.org/drawingml/2006/main">
            <a:off x="2855122" y="4076834"/>
            <a:ext cx="91074" cy="3559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3" name="Connector 142">
            <a:extLst xmlns:a="http://schemas.openxmlformats.org/drawingml/2006/main">
              <a:ext uri="{FF2B5EF4-FFF2-40B4-BE49-F238E27FC236}">
                <a16:creationId xmlns:a16="http://schemas.microsoft.com/office/drawing/2014/main" id="{B87C4835-6990-4FDA-8F56-41672E0977F5}"/>
              </a:ext>
            </a:extLst>
          </p:cNvPr>
          <p:cNvSpPr>
            <a:spLocks xmlns:a="http://schemas.openxmlformats.org/drawingml/2006/main" noGrp="1"/>
          </p:cNvSpPr>
          <p:nvPr/>
        </p:nvSpPr>
        <p:spPr>
          <a:xfrm xmlns:a="http://schemas.openxmlformats.org/drawingml/2006/main">
            <a:off x="2946196" y="4112430"/>
            <a:ext cx="91075" cy="4082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4" name="Connector 143">
            <a:extLst xmlns:a="http://schemas.openxmlformats.org/drawingml/2006/main">
              <a:ext uri="{FF2B5EF4-FFF2-40B4-BE49-F238E27FC236}">
                <a16:creationId xmlns:a16="http://schemas.microsoft.com/office/drawing/2014/main" id="{44D0D874-D42F-4EA6-9782-76C98DC9519F}"/>
              </a:ext>
            </a:extLst>
          </p:cNvPr>
          <p:cNvSpPr>
            <a:spLocks xmlns:a="http://schemas.openxmlformats.org/drawingml/2006/main" noGrp="1"/>
          </p:cNvSpPr>
          <p:nvPr/>
        </p:nvSpPr>
        <p:spPr>
          <a:xfrm xmlns:a="http://schemas.openxmlformats.org/drawingml/2006/main">
            <a:off x="3037271" y="4153256"/>
            <a:ext cx="91074" cy="4553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5" name="Connector 144">
            <a:extLst xmlns:a="http://schemas.openxmlformats.org/drawingml/2006/main">
              <a:ext uri="{FF2B5EF4-FFF2-40B4-BE49-F238E27FC236}">
                <a16:creationId xmlns:a16="http://schemas.microsoft.com/office/drawing/2014/main" id="{EE064B41-E15D-4214-AAA8-8BD6D0053CA0}"/>
              </a:ext>
            </a:extLst>
          </p:cNvPr>
          <p:cNvSpPr>
            <a:spLocks xmlns:a="http://schemas.openxmlformats.org/drawingml/2006/main" noGrp="1"/>
          </p:cNvSpPr>
          <p:nvPr/>
        </p:nvSpPr>
        <p:spPr>
          <a:xfrm xmlns:a="http://schemas.openxmlformats.org/drawingml/2006/main">
            <a:off x="3128345" y="4198790"/>
            <a:ext cx="91074" cy="4966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6" name="Connector 145">
            <a:extLst xmlns:a="http://schemas.openxmlformats.org/drawingml/2006/main">
              <a:ext uri="{FF2B5EF4-FFF2-40B4-BE49-F238E27FC236}">
                <a16:creationId xmlns:a16="http://schemas.microsoft.com/office/drawing/2014/main" id="{BC5F9EBE-F0DF-4092-A27B-0588638A52A1}"/>
              </a:ext>
            </a:extLst>
          </p:cNvPr>
          <p:cNvSpPr>
            <a:spLocks xmlns:a="http://schemas.openxmlformats.org/drawingml/2006/main" noGrp="1"/>
          </p:cNvSpPr>
          <p:nvPr/>
        </p:nvSpPr>
        <p:spPr>
          <a:xfrm xmlns:a="http://schemas.openxmlformats.org/drawingml/2006/main">
            <a:off x="3219419" y="4248450"/>
            <a:ext cx="91074" cy="5315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7" name="Connector 146">
            <a:extLst xmlns:a="http://schemas.openxmlformats.org/drawingml/2006/main">
              <a:ext uri="{FF2B5EF4-FFF2-40B4-BE49-F238E27FC236}">
                <a16:creationId xmlns:a16="http://schemas.microsoft.com/office/drawing/2014/main" id="{6C38AECA-197F-45A9-A1EA-D589CFAB4369}"/>
              </a:ext>
            </a:extLst>
          </p:cNvPr>
          <p:cNvSpPr>
            <a:spLocks xmlns:a="http://schemas.openxmlformats.org/drawingml/2006/main" noGrp="1"/>
          </p:cNvSpPr>
          <p:nvPr/>
        </p:nvSpPr>
        <p:spPr>
          <a:xfrm xmlns:a="http://schemas.openxmlformats.org/drawingml/2006/main">
            <a:off x="3310493" y="4301602"/>
            <a:ext cx="91075" cy="5596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8" name="Connector 147">
            <a:extLst xmlns:a="http://schemas.openxmlformats.org/drawingml/2006/main">
              <a:ext uri="{FF2B5EF4-FFF2-40B4-BE49-F238E27FC236}">
                <a16:creationId xmlns:a16="http://schemas.microsoft.com/office/drawing/2014/main" id="{8906722A-DCD2-4E85-9A17-DC04D935151D}"/>
              </a:ext>
            </a:extLst>
          </p:cNvPr>
          <p:cNvSpPr>
            <a:spLocks xmlns:a="http://schemas.openxmlformats.org/drawingml/2006/main" noGrp="1"/>
          </p:cNvSpPr>
          <p:nvPr/>
        </p:nvSpPr>
        <p:spPr>
          <a:xfrm xmlns:a="http://schemas.openxmlformats.org/drawingml/2006/main">
            <a:off x="3401568" y="4357565"/>
            <a:ext cx="91074" cy="5806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9" name="Connector 148">
            <a:extLst xmlns:a="http://schemas.openxmlformats.org/drawingml/2006/main">
              <a:ext uri="{FF2B5EF4-FFF2-40B4-BE49-F238E27FC236}">
                <a16:creationId xmlns:a16="http://schemas.microsoft.com/office/drawing/2014/main" id="{0352CF8B-76E9-4064-BC39-0A1EE2EBC9FF}"/>
              </a:ext>
            </a:extLst>
          </p:cNvPr>
          <p:cNvSpPr>
            <a:spLocks xmlns:a="http://schemas.openxmlformats.org/drawingml/2006/main" noGrp="1"/>
          </p:cNvSpPr>
          <p:nvPr/>
        </p:nvSpPr>
        <p:spPr>
          <a:xfrm xmlns:a="http://schemas.openxmlformats.org/drawingml/2006/main">
            <a:off x="3492642" y="4415627"/>
            <a:ext cx="91074" cy="5941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0" name="Connector 149">
            <a:extLst xmlns:a="http://schemas.openxmlformats.org/drawingml/2006/main">
              <a:ext uri="{FF2B5EF4-FFF2-40B4-BE49-F238E27FC236}">
                <a16:creationId xmlns:a16="http://schemas.microsoft.com/office/drawing/2014/main" id="{AEF3304B-2EA2-4D70-971E-BEC650FF95F1}"/>
              </a:ext>
            </a:extLst>
          </p:cNvPr>
          <p:cNvSpPr>
            <a:spLocks xmlns:a="http://schemas.openxmlformats.org/drawingml/2006/main" noGrp="1"/>
          </p:cNvSpPr>
          <p:nvPr/>
        </p:nvSpPr>
        <p:spPr>
          <a:xfrm xmlns:a="http://schemas.openxmlformats.org/drawingml/2006/main">
            <a:off x="3583716" y="4475043"/>
            <a:ext cx="91074" cy="600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1" name="Connector 150">
            <a:extLst xmlns:a="http://schemas.openxmlformats.org/drawingml/2006/main">
              <a:ext uri="{FF2B5EF4-FFF2-40B4-BE49-F238E27FC236}">
                <a16:creationId xmlns:a16="http://schemas.microsoft.com/office/drawing/2014/main" id="{A7EE6329-483E-4311-9707-E7EA0DA8CC45}"/>
              </a:ext>
            </a:extLst>
          </p:cNvPr>
          <p:cNvSpPr>
            <a:spLocks xmlns:a="http://schemas.openxmlformats.org/drawingml/2006/main" noGrp="1"/>
          </p:cNvSpPr>
          <p:nvPr/>
        </p:nvSpPr>
        <p:spPr>
          <a:xfrm xmlns:a="http://schemas.openxmlformats.org/drawingml/2006/main">
            <a:off x="3674790" y="4535056"/>
            <a:ext cx="91074" cy="5984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2" name="Connector 151">
            <a:extLst xmlns:a="http://schemas.openxmlformats.org/drawingml/2006/main">
              <a:ext uri="{FF2B5EF4-FFF2-40B4-BE49-F238E27FC236}">
                <a16:creationId xmlns:a16="http://schemas.microsoft.com/office/drawing/2014/main" id="{6D4B8E5A-75DC-403D-9214-C044FFBB4B39}"/>
              </a:ext>
            </a:extLst>
          </p:cNvPr>
          <p:cNvSpPr>
            <a:spLocks xmlns:a="http://schemas.openxmlformats.org/drawingml/2006/main" noGrp="1"/>
          </p:cNvSpPr>
          <p:nvPr/>
        </p:nvSpPr>
        <p:spPr>
          <a:xfrm xmlns:a="http://schemas.openxmlformats.org/drawingml/2006/main">
            <a:off x="3765864" y="4594898"/>
            <a:ext cx="91075" cy="589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3" name="Connector 152">
            <a:extLst xmlns:a="http://schemas.openxmlformats.org/drawingml/2006/main">
              <a:ext uri="{FF2B5EF4-FFF2-40B4-BE49-F238E27FC236}">
                <a16:creationId xmlns:a16="http://schemas.microsoft.com/office/drawing/2014/main" id="{2B3A8D53-5A45-40B6-971A-C71750590154}"/>
              </a:ext>
            </a:extLst>
          </p:cNvPr>
          <p:cNvSpPr>
            <a:spLocks xmlns:a="http://schemas.openxmlformats.org/drawingml/2006/main" noGrp="1"/>
          </p:cNvSpPr>
          <p:nvPr/>
        </p:nvSpPr>
        <p:spPr>
          <a:xfrm xmlns:a="http://schemas.openxmlformats.org/drawingml/2006/main">
            <a:off x="3856939" y="4653805"/>
            <a:ext cx="91074" cy="572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4" name="Connector 153">
            <a:extLst xmlns:a="http://schemas.openxmlformats.org/drawingml/2006/main">
              <a:ext uri="{FF2B5EF4-FFF2-40B4-BE49-F238E27FC236}">
                <a16:creationId xmlns:a16="http://schemas.microsoft.com/office/drawing/2014/main" id="{92FCDDBE-CF15-4C59-A4F9-2468EE00D8A6}"/>
              </a:ext>
            </a:extLst>
          </p:cNvPr>
          <p:cNvSpPr>
            <a:spLocks xmlns:a="http://schemas.openxmlformats.org/drawingml/2006/main" noGrp="1"/>
          </p:cNvSpPr>
          <p:nvPr/>
        </p:nvSpPr>
        <p:spPr>
          <a:xfrm xmlns:a="http://schemas.openxmlformats.org/drawingml/2006/main">
            <a:off x="3948013" y="4711025"/>
            <a:ext cx="91074" cy="548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5" name="Connector 154">
            <a:extLst xmlns:a="http://schemas.openxmlformats.org/drawingml/2006/main">
              <a:ext uri="{FF2B5EF4-FFF2-40B4-BE49-F238E27FC236}">
                <a16:creationId xmlns:a16="http://schemas.microsoft.com/office/drawing/2014/main" id="{D2CC078F-575D-4E25-AB6C-35DEC5626925}"/>
              </a:ext>
            </a:extLst>
          </p:cNvPr>
          <p:cNvSpPr>
            <a:spLocks xmlns:a="http://schemas.openxmlformats.org/drawingml/2006/main" noGrp="1"/>
          </p:cNvSpPr>
          <p:nvPr/>
        </p:nvSpPr>
        <p:spPr>
          <a:xfrm xmlns:a="http://schemas.openxmlformats.org/drawingml/2006/main">
            <a:off x="4039087" y="4765825"/>
            <a:ext cx="91074" cy="516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6" name="Connector 155">
            <a:extLst xmlns:a="http://schemas.openxmlformats.org/drawingml/2006/main">
              <a:ext uri="{FF2B5EF4-FFF2-40B4-BE49-F238E27FC236}">
                <a16:creationId xmlns:a16="http://schemas.microsoft.com/office/drawing/2014/main" id="{B0AF2068-14D5-45D8-B0C7-7EA425E9D9C7}"/>
              </a:ext>
            </a:extLst>
          </p:cNvPr>
          <p:cNvSpPr>
            <a:spLocks xmlns:a="http://schemas.openxmlformats.org/drawingml/2006/main" noGrp="1"/>
          </p:cNvSpPr>
          <p:nvPr/>
        </p:nvSpPr>
        <p:spPr>
          <a:xfrm xmlns:a="http://schemas.openxmlformats.org/drawingml/2006/main">
            <a:off x="4130161" y="4817506"/>
            <a:ext cx="91075" cy="479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7" name="Connector 156">
            <a:extLst xmlns:a="http://schemas.openxmlformats.org/drawingml/2006/main">
              <a:ext uri="{FF2B5EF4-FFF2-40B4-BE49-F238E27FC236}">
                <a16:creationId xmlns:a16="http://schemas.microsoft.com/office/drawing/2014/main" id="{FE70EE12-1F4B-475B-B53A-9509D5BA01B6}"/>
              </a:ext>
            </a:extLst>
          </p:cNvPr>
          <p:cNvSpPr>
            <a:spLocks xmlns:a="http://schemas.openxmlformats.org/drawingml/2006/main" noGrp="1"/>
          </p:cNvSpPr>
          <p:nvPr/>
        </p:nvSpPr>
        <p:spPr>
          <a:xfrm xmlns:a="http://schemas.openxmlformats.org/drawingml/2006/main">
            <a:off x="4221236" y="4865407"/>
            <a:ext cx="91074" cy="4351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8" name="Connector 157">
            <a:extLst xmlns:a="http://schemas.openxmlformats.org/drawingml/2006/main">
              <a:ext uri="{FF2B5EF4-FFF2-40B4-BE49-F238E27FC236}">
                <a16:creationId xmlns:a16="http://schemas.microsoft.com/office/drawing/2014/main" id="{F27A939B-8923-42EE-A608-311B9848D3AE}"/>
              </a:ext>
            </a:extLst>
          </p:cNvPr>
          <p:cNvSpPr>
            <a:spLocks xmlns:a="http://schemas.openxmlformats.org/drawingml/2006/main" noGrp="1"/>
          </p:cNvSpPr>
          <p:nvPr/>
        </p:nvSpPr>
        <p:spPr>
          <a:xfrm xmlns:a="http://schemas.openxmlformats.org/drawingml/2006/main">
            <a:off x="4312310" y="4908917"/>
            <a:ext cx="91074" cy="3856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9" name="Connector 158">
            <a:extLst xmlns:a="http://schemas.openxmlformats.org/drawingml/2006/main">
              <a:ext uri="{FF2B5EF4-FFF2-40B4-BE49-F238E27FC236}">
                <a16:creationId xmlns:a16="http://schemas.microsoft.com/office/drawing/2014/main" id="{A423A746-2A1F-4ABA-BD4B-6DEE3DF722E0}"/>
              </a:ext>
            </a:extLst>
          </p:cNvPr>
          <p:cNvSpPr>
            <a:spLocks xmlns:a="http://schemas.openxmlformats.org/drawingml/2006/main" noGrp="1"/>
          </p:cNvSpPr>
          <p:nvPr/>
        </p:nvSpPr>
        <p:spPr>
          <a:xfrm xmlns:a="http://schemas.openxmlformats.org/drawingml/2006/main">
            <a:off x="4403384" y="4947480"/>
            <a:ext cx="91074" cy="331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0" name="Connector 159">
            <a:extLst xmlns:a="http://schemas.openxmlformats.org/drawingml/2006/main">
              <a:ext uri="{FF2B5EF4-FFF2-40B4-BE49-F238E27FC236}">
                <a16:creationId xmlns:a16="http://schemas.microsoft.com/office/drawing/2014/main" id="{56B26291-EB8A-48D1-804C-137652F9EBB1}"/>
              </a:ext>
            </a:extLst>
          </p:cNvPr>
          <p:cNvSpPr>
            <a:spLocks xmlns:a="http://schemas.openxmlformats.org/drawingml/2006/main" noGrp="1"/>
          </p:cNvSpPr>
          <p:nvPr/>
        </p:nvSpPr>
        <p:spPr>
          <a:xfrm xmlns:a="http://schemas.openxmlformats.org/drawingml/2006/main">
            <a:off x="4494458" y="4980602"/>
            <a:ext cx="91075" cy="2725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1" name="Connector 160">
            <a:extLst xmlns:a="http://schemas.openxmlformats.org/drawingml/2006/main">
              <a:ext uri="{FF2B5EF4-FFF2-40B4-BE49-F238E27FC236}">
                <a16:creationId xmlns:a16="http://schemas.microsoft.com/office/drawing/2014/main" id="{35817D32-16A2-48F0-A277-445B9B7F7DD3}"/>
              </a:ext>
            </a:extLst>
          </p:cNvPr>
          <p:cNvSpPr>
            <a:spLocks xmlns:a="http://schemas.openxmlformats.org/drawingml/2006/main" noGrp="1"/>
          </p:cNvSpPr>
          <p:nvPr/>
        </p:nvSpPr>
        <p:spPr>
          <a:xfrm xmlns:a="http://schemas.openxmlformats.org/drawingml/2006/main">
            <a:off x="4585533" y="5007861"/>
            <a:ext cx="91074" cy="210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2" name="Connector 161">
            <a:extLst xmlns:a="http://schemas.openxmlformats.org/drawingml/2006/main">
              <a:ext uri="{FF2B5EF4-FFF2-40B4-BE49-F238E27FC236}">
                <a16:creationId xmlns:a16="http://schemas.microsoft.com/office/drawing/2014/main" id="{A8B296D8-897E-40D5-8C46-D5DD604DF3B4}"/>
              </a:ext>
            </a:extLst>
          </p:cNvPr>
          <p:cNvSpPr>
            <a:spLocks xmlns:a="http://schemas.openxmlformats.org/drawingml/2006/main" noGrp="1"/>
          </p:cNvSpPr>
          <p:nvPr/>
        </p:nvSpPr>
        <p:spPr>
          <a:xfrm xmlns:a="http://schemas.openxmlformats.org/drawingml/2006/main">
            <a:off x="4676607" y="5028908"/>
            <a:ext cx="91074" cy="1456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3" name="Connector 162">
            <a:extLst xmlns:a="http://schemas.openxmlformats.org/drawingml/2006/main">
              <a:ext uri="{FF2B5EF4-FFF2-40B4-BE49-F238E27FC236}">
                <a16:creationId xmlns:a16="http://schemas.microsoft.com/office/drawing/2014/main" id="{55F482DA-5BD8-484D-BC1B-30D5A00AB8F5}"/>
              </a:ext>
            </a:extLst>
          </p:cNvPr>
          <p:cNvSpPr>
            <a:spLocks xmlns:a="http://schemas.openxmlformats.org/drawingml/2006/main" noGrp="1"/>
          </p:cNvSpPr>
          <p:nvPr/>
        </p:nvSpPr>
        <p:spPr>
          <a:xfrm xmlns:a="http://schemas.openxmlformats.org/drawingml/2006/main">
            <a:off x="4767681" y="5043474"/>
            <a:ext cx="91074" cy="78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4" name="Connector 163">
            <a:extLst xmlns:a="http://schemas.openxmlformats.org/drawingml/2006/main">
              <a:ext uri="{FF2B5EF4-FFF2-40B4-BE49-F238E27FC236}">
                <a16:creationId xmlns:a16="http://schemas.microsoft.com/office/drawing/2014/main" id="{92F8828F-849C-43CC-858A-1F586D23B96C}"/>
              </a:ext>
            </a:extLst>
          </p:cNvPr>
          <p:cNvSpPr>
            <a:spLocks xmlns:a="http://schemas.openxmlformats.org/drawingml/2006/main" noGrp="1"/>
          </p:cNvSpPr>
          <p:nvPr/>
        </p:nvSpPr>
        <p:spPr>
          <a:xfrm xmlns:a="http://schemas.openxmlformats.org/drawingml/2006/main">
            <a:off x="4858755" y="5051373"/>
            <a:ext cx="91075" cy="11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5" name="Connector 164">
            <a:extLst xmlns:a="http://schemas.openxmlformats.org/drawingml/2006/main">
              <a:ext uri="{FF2B5EF4-FFF2-40B4-BE49-F238E27FC236}">
                <a16:creationId xmlns:a16="http://schemas.microsoft.com/office/drawing/2014/main" id="{E4C57C35-F455-4FDC-A5EB-64570628D77E}"/>
              </a:ext>
            </a:extLst>
          </p:cNvPr>
          <p:cNvSpPr>
            <a:spLocks xmlns:a="http://schemas.openxmlformats.org/drawingml/2006/main" noGrp="1"/>
          </p:cNvSpPr>
          <p:nvPr/>
        </p:nvSpPr>
        <p:spPr>
          <a:xfrm xmlns:a="http://schemas.openxmlformats.org/drawingml/2006/main" flipV="1">
            <a:off x="4949830" y="5046855"/>
            <a:ext cx="91074" cy="565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6" name="Connector 165">
            <a:extLst xmlns:a="http://schemas.openxmlformats.org/drawingml/2006/main">
              <a:ext uri="{FF2B5EF4-FFF2-40B4-BE49-F238E27FC236}">
                <a16:creationId xmlns:a16="http://schemas.microsoft.com/office/drawing/2014/main" id="{609FC5C1-CCD5-4D6A-A0B4-531619AA3ADB}"/>
              </a:ext>
            </a:extLst>
          </p:cNvPr>
          <p:cNvSpPr>
            <a:spLocks xmlns:a="http://schemas.openxmlformats.org/drawingml/2006/main" noGrp="1"/>
          </p:cNvSpPr>
          <p:nvPr/>
        </p:nvSpPr>
        <p:spPr>
          <a:xfrm xmlns:a="http://schemas.openxmlformats.org/drawingml/2006/main" flipV="1">
            <a:off x="5040904" y="5034494"/>
            <a:ext cx="91074" cy="1236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7" name="Connector 166">
            <a:extLst xmlns:a="http://schemas.openxmlformats.org/drawingml/2006/main">
              <a:ext uri="{FF2B5EF4-FFF2-40B4-BE49-F238E27FC236}">
                <a16:creationId xmlns:a16="http://schemas.microsoft.com/office/drawing/2014/main" id="{9581B53D-8663-458A-B2DA-3CCEAFB6A56E}"/>
              </a:ext>
            </a:extLst>
          </p:cNvPr>
          <p:cNvSpPr>
            <a:spLocks xmlns:a="http://schemas.openxmlformats.org/drawingml/2006/main" noGrp="1"/>
          </p:cNvSpPr>
          <p:nvPr/>
        </p:nvSpPr>
        <p:spPr>
          <a:xfrm xmlns:a="http://schemas.openxmlformats.org/drawingml/2006/main" flipV="1">
            <a:off x="5131978" y="5015581"/>
            <a:ext cx="91074" cy="189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8" name="Connector 167">
            <a:extLst xmlns:a="http://schemas.openxmlformats.org/drawingml/2006/main">
              <a:ext uri="{FF2B5EF4-FFF2-40B4-BE49-F238E27FC236}">
                <a16:creationId xmlns:a16="http://schemas.microsoft.com/office/drawing/2014/main" id="{68361496-65AE-486F-9700-5C2525A10DDF}"/>
              </a:ext>
            </a:extLst>
          </p:cNvPr>
          <p:cNvSpPr>
            <a:spLocks xmlns:a="http://schemas.openxmlformats.org/drawingml/2006/main" noGrp="1"/>
          </p:cNvSpPr>
          <p:nvPr/>
        </p:nvSpPr>
        <p:spPr>
          <a:xfrm xmlns:a="http://schemas.openxmlformats.org/drawingml/2006/main" flipV="1">
            <a:off x="5223052" y="4990359"/>
            <a:ext cx="91075" cy="252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9" name="Connector 168">
            <a:extLst xmlns:a="http://schemas.openxmlformats.org/drawingml/2006/main">
              <a:ext uri="{FF2B5EF4-FFF2-40B4-BE49-F238E27FC236}">
                <a16:creationId xmlns:a16="http://schemas.microsoft.com/office/drawing/2014/main" id="{E4396CD6-FF5F-4527-BBFE-09A08EED20AA}"/>
              </a:ext>
            </a:extLst>
          </p:cNvPr>
          <p:cNvSpPr>
            <a:spLocks xmlns:a="http://schemas.openxmlformats.org/drawingml/2006/main" noGrp="1"/>
          </p:cNvSpPr>
          <p:nvPr/>
        </p:nvSpPr>
        <p:spPr>
          <a:xfrm xmlns:a="http://schemas.openxmlformats.org/drawingml/2006/main" flipV="1">
            <a:off x="5314127" y="4959147"/>
            <a:ext cx="91074" cy="3121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0" name="Connector 169">
            <a:extLst xmlns:a="http://schemas.openxmlformats.org/drawingml/2006/main">
              <a:ext uri="{FF2B5EF4-FFF2-40B4-BE49-F238E27FC236}">
                <a16:creationId xmlns:a16="http://schemas.microsoft.com/office/drawing/2014/main" id="{AB052A2C-F5B3-45EF-87AE-F23AC0C54810}"/>
              </a:ext>
            </a:extLst>
          </p:cNvPr>
          <p:cNvSpPr>
            <a:spLocks xmlns:a="http://schemas.openxmlformats.org/drawingml/2006/main" noGrp="1"/>
          </p:cNvSpPr>
          <p:nvPr/>
        </p:nvSpPr>
        <p:spPr>
          <a:xfrm xmlns:a="http://schemas.openxmlformats.org/drawingml/2006/main" flipV="1">
            <a:off x="5405201" y="4922347"/>
            <a:ext cx="91074" cy="368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1" name="Connector 170">
            <a:extLst xmlns:a="http://schemas.openxmlformats.org/drawingml/2006/main">
              <a:ext uri="{FF2B5EF4-FFF2-40B4-BE49-F238E27FC236}">
                <a16:creationId xmlns:a16="http://schemas.microsoft.com/office/drawing/2014/main" id="{20125C34-D373-4873-B5B8-11FD228D6BBF}"/>
              </a:ext>
            </a:extLst>
          </p:cNvPr>
          <p:cNvSpPr>
            <a:spLocks xmlns:a="http://schemas.openxmlformats.org/drawingml/2006/main" noGrp="1"/>
          </p:cNvSpPr>
          <p:nvPr/>
        </p:nvSpPr>
        <p:spPr>
          <a:xfrm xmlns:a="http://schemas.openxmlformats.org/drawingml/2006/main" flipV="1">
            <a:off x="5496275" y="4880427"/>
            <a:ext cx="91074" cy="419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2" name="Connector 171">
            <a:extLst xmlns:a="http://schemas.openxmlformats.org/drawingml/2006/main">
              <a:ext uri="{FF2B5EF4-FFF2-40B4-BE49-F238E27FC236}">
                <a16:creationId xmlns:a16="http://schemas.microsoft.com/office/drawing/2014/main" id="{8A3347DA-8957-48BF-BE43-3594C4188406}"/>
              </a:ext>
            </a:extLst>
          </p:cNvPr>
          <p:cNvSpPr>
            <a:spLocks xmlns:a="http://schemas.openxmlformats.org/drawingml/2006/main" noGrp="1"/>
          </p:cNvSpPr>
          <p:nvPr/>
        </p:nvSpPr>
        <p:spPr>
          <a:xfrm xmlns:a="http://schemas.openxmlformats.org/drawingml/2006/main" flipV="1">
            <a:off x="5587349" y="4833924"/>
            <a:ext cx="91075" cy="4650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3" name="Connector 172">
            <a:extLst xmlns:a="http://schemas.openxmlformats.org/drawingml/2006/main">
              <a:ext uri="{FF2B5EF4-FFF2-40B4-BE49-F238E27FC236}">
                <a16:creationId xmlns:a16="http://schemas.microsoft.com/office/drawing/2014/main" id="{C0585909-A797-44AA-8A22-C6FB2979802E}"/>
              </a:ext>
            </a:extLst>
          </p:cNvPr>
          <p:cNvSpPr>
            <a:spLocks xmlns:a="http://schemas.openxmlformats.org/drawingml/2006/main" noGrp="1"/>
          </p:cNvSpPr>
          <p:nvPr/>
        </p:nvSpPr>
        <p:spPr>
          <a:xfrm xmlns:a="http://schemas.openxmlformats.org/drawingml/2006/main" flipV="1">
            <a:off x="5678424" y="4783432"/>
            <a:ext cx="91074" cy="5049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4" name="Connector 173">
            <a:extLst xmlns:a="http://schemas.openxmlformats.org/drawingml/2006/main">
              <a:ext uri="{FF2B5EF4-FFF2-40B4-BE49-F238E27FC236}">
                <a16:creationId xmlns:a16="http://schemas.microsoft.com/office/drawing/2014/main" id="{6A1ACDF8-BC9D-4218-972E-D050CB4BB805}"/>
              </a:ext>
            </a:extLst>
          </p:cNvPr>
          <p:cNvSpPr>
            <a:spLocks xmlns:a="http://schemas.openxmlformats.org/drawingml/2006/main" noGrp="1"/>
          </p:cNvSpPr>
          <p:nvPr/>
        </p:nvSpPr>
        <p:spPr>
          <a:xfrm xmlns:a="http://schemas.openxmlformats.org/drawingml/2006/main" flipV="1">
            <a:off x="5769498" y="4729595"/>
            <a:ext cx="91074" cy="5383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5" name="Connector 174">
            <a:extLst xmlns:a="http://schemas.openxmlformats.org/drawingml/2006/main">
              <a:ext uri="{FF2B5EF4-FFF2-40B4-BE49-F238E27FC236}">
                <a16:creationId xmlns:a16="http://schemas.microsoft.com/office/drawing/2014/main" id="{7E90886E-B496-4F86-9E69-2A683F6B5B13}"/>
              </a:ext>
            </a:extLst>
          </p:cNvPr>
          <p:cNvSpPr>
            <a:spLocks xmlns:a="http://schemas.openxmlformats.org/drawingml/2006/main" noGrp="1"/>
          </p:cNvSpPr>
          <p:nvPr/>
        </p:nvSpPr>
        <p:spPr>
          <a:xfrm xmlns:a="http://schemas.openxmlformats.org/drawingml/2006/main" flipV="1">
            <a:off x="5860572" y="4673103"/>
            <a:ext cx="91074" cy="5649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6" name="Connector 175">
            <a:extLst xmlns:a="http://schemas.openxmlformats.org/drawingml/2006/main">
              <a:ext uri="{FF2B5EF4-FFF2-40B4-BE49-F238E27FC236}">
                <a16:creationId xmlns:a16="http://schemas.microsoft.com/office/drawing/2014/main" id="{15FECFBA-4F30-4665-9932-1ED060EC1F81}"/>
              </a:ext>
            </a:extLst>
          </p:cNvPr>
          <p:cNvSpPr>
            <a:spLocks xmlns:a="http://schemas.openxmlformats.org/drawingml/2006/main" noGrp="1"/>
          </p:cNvSpPr>
          <p:nvPr/>
        </p:nvSpPr>
        <p:spPr>
          <a:xfrm xmlns:a="http://schemas.openxmlformats.org/drawingml/2006/main" flipV="1">
            <a:off x="5951646" y="4614675"/>
            <a:ext cx="91074" cy="584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7" name="Connector 176">
            <a:extLst xmlns:a="http://schemas.openxmlformats.org/drawingml/2006/main">
              <a:ext uri="{FF2B5EF4-FFF2-40B4-BE49-F238E27FC236}">
                <a16:creationId xmlns:a16="http://schemas.microsoft.com/office/drawing/2014/main" id="{B18AD9A7-B1AD-4C16-98E1-0177BC3F00CF}"/>
              </a:ext>
            </a:extLst>
          </p:cNvPr>
          <p:cNvSpPr>
            <a:spLocks xmlns:a="http://schemas.openxmlformats.org/drawingml/2006/main" noGrp="1"/>
          </p:cNvSpPr>
          <p:nvPr/>
        </p:nvSpPr>
        <p:spPr>
          <a:xfrm xmlns:a="http://schemas.openxmlformats.org/drawingml/2006/main" flipV="1">
            <a:off x="6042720" y="4555060"/>
            <a:ext cx="91075" cy="5961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8" name="Connector 177">
            <a:extLst xmlns:a="http://schemas.openxmlformats.org/drawingml/2006/main">
              <a:ext uri="{FF2B5EF4-FFF2-40B4-BE49-F238E27FC236}">
                <a16:creationId xmlns:a16="http://schemas.microsoft.com/office/drawing/2014/main" id="{BF0FF2F4-E564-4D66-8F10-5EAA03652DD3}"/>
              </a:ext>
            </a:extLst>
          </p:cNvPr>
          <p:cNvSpPr>
            <a:spLocks xmlns:a="http://schemas.openxmlformats.org/drawingml/2006/main" noGrp="1"/>
          </p:cNvSpPr>
          <p:nvPr/>
        </p:nvSpPr>
        <p:spPr>
          <a:xfrm xmlns:a="http://schemas.openxmlformats.org/drawingml/2006/main" flipV="1">
            <a:off x="6133795" y="4495019"/>
            <a:ext cx="91074" cy="6004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9" name="Connector 178">
            <a:extLst xmlns:a="http://schemas.openxmlformats.org/drawingml/2006/main">
              <a:ext uri="{FF2B5EF4-FFF2-40B4-BE49-F238E27FC236}">
                <a16:creationId xmlns:a16="http://schemas.microsoft.com/office/drawing/2014/main" id="{27B1F1F6-980C-4315-821B-45AF9B4E100D}"/>
              </a:ext>
            </a:extLst>
          </p:cNvPr>
          <p:cNvSpPr>
            <a:spLocks xmlns:a="http://schemas.openxmlformats.org/drawingml/2006/main" noGrp="1"/>
          </p:cNvSpPr>
          <p:nvPr/>
        </p:nvSpPr>
        <p:spPr>
          <a:xfrm xmlns:a="http://schemas.openxmlformats.org/drawingml/2006/main" flipV="1">
            <a:off x="6224869" y="4435319"/>
            <a:ext cx="91074" cy="597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0" name="Connector 179">
            <a:extLst xmlns:a="http://schemas.openxmlformats.org/drawingml/2006/main">
              <a:ext uri="{FF2B5EF4-FFF2-40B4-BE49-F238E27FC236}">
                <a16:creationId xmlns:a16="http://schemas.microsoft.com/office/drawing/2014/main" id="{A6D62849-9008-463F-AE4A-0BC16FB57587}"/>
              </a:ext>
            </a:extLst>
          </p:cNvPr>
          <p:cNvSpPr>
            <a:spLocks xmlns:a="http://schemas.openxmlformats.org/drawingml/2006/main" noGrp="1"/>
          </p:cNvSpPr>
          <p:nvPr/>
        </p:nvSpPr>
        <p:spPr>
          <a:xfrm xmlns:a="http://schemas.openxmlformats.org/drawingml/2006/main" flipV="1">
            <a:off x="6315943" y="4376722"/>
            <a:ext cx="91074" cy="585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1" name="Connector 180">
            <a:extLst xmlns:a="http://schemas.openxmlformats.org/drawingml/2006/main">
              <a:ext uri="{FF2B5EF4-FFF2-40B4-BE49-F238E27FC236}">
                <a16:creationId xmlns:a16="http://schemas.microsoft.com/office/drawing/2014/main" id="{CBA0643C-6C17-4337-BBD5-C608294C4E24}"/>
              </a:ext>
            </a:extLst>
          </p:cNvPr>
          <p:cNvSpPr>
            <a:spLocks xmlns:a="http://schemas.openxmlformats.org/drawingml/2006/main" noGrp="1"/>
          </p:cNvSpPr>
          <p:nvPr/>
        </p:nvSpPr>
        <p:spPr>
          <a:xfrm xmlns:a="http://schemas.openxmlformats.org/drawingml/2006/main" flipV="1">
            <a:off x="6407017" y="4319978"/>
            <a:ext cx="91075" cy="5674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2" name="Connector 181">
            <a:extLst xmlns:a="http://schemas.openxmlformats.org/drawingml/2006/main">
              <a:ext uri="{FF2B5EF4-FFF2-40B4-BE49-F238E27FC236}">
                <a16:creationId xmlns:a16="http://schemas.microsoft.com/office/drawing/2014/main" id="{62E1B54D-B79D-4AB4-91A0-F9C6FD89165E}"/>
              </a:ext>
            </a:extLst>
          </p:cNvPr>
          <p:cNvSpPr>
            <a:spLocks xmlns:a="http://schemas.openxmlformats.org/drawingml/2006/main" noGrp="1"/>
          </p:cNvSpPr>
          <p:nvPr/>
        </p:nvSpPr>
        <p:spPr>
          <a:xfrm xmlns:a="http://schemas.openxmlformats.org/drawingml/2006/main" flipV="1">
            <a:off x="6498092" y="4265812"/>
            <a:ext cx="91074" cy="5416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3" name="Connector 182">
            <a:extLst xmlns:a="http://schemas.openxmlformats.org/drawingml/2006/main">
              <a:ext uri="{FF2B5EF4-FFF2-40B4-BE49-F238E27FC236}">
                <a16:creationId xmlns:a16="http://schemas.microsoft.com/office/drawing/2014/main" id="{E55D0B99-13A9-46E1-825F-897726067788}"/>
              </a:ext>
            </a:extLst>
          </p:cNvPr>
          <p:cNvSpPr>
            <a:spLocks xmlns:a="http://schemas.openxmlformats.org/drawingml/2006/main" noGrp="1"/>
          </p:cNvSpPr>
          <p:nvPr/>
        </p:nvSpPr>
        <p:spPr>
          <a:xfrm xmlns:a="http://schemas.openxmlformats.org/drawingml/2006/main" flipV="1">
            <a:off x="6589166" y="4214915"/>
            <a:ext cx="91074" cy="508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4" name="Connector 183">
            <a:extLst xmlns:a="http://schemas.openxmlformats.org/drawingml/2006/main">
              <a:ext uri="{FF2B5EF4-FFF2-40B4-BE49-F238E27FC236}">
                <a16:creationId xmlns:a16="http://schemas.microsoft.com/office/drawing/2014/main" id="{24E02D9B-46C4-4960-BB5A-F1C6D41709AD}"/>
              </a:ext>
            </a:extLst>
          </p:cNvPr>
          <p:cNvSpPr>
            <a:spLocks xmlns:a="http://schemas.openxmlformats.org/drawingml/2006/main" noGrp="1"/>
          </p:cNvSpPr>
          <p:nvPr/>
        </p:nvSpPr>
        <p:spPr>
          <a:xfrm xmlns:a="http://schemas.openxmlformats.org/drawingml/2006/main" flipV="1">
            <a:off x="6680240" y="4167939"/>
            <a:ext cx="91074" cy="469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5" name="Connector 184">
            <a:extLst xmlns:a="http://schemas.openxmlformats.org/drawingml/2006/main">
              <a:ext uri="{FF2B5EF4-FFF2-40B4-BE49-F238E27FC236}">
                <a16:creationId xmlns:a16="http://schemas.microsoft.com/office/drawing/2014/main" id="{B1F2013A-5D06-4630-9804-54EE16125C06}"/>
              </a:ext>
            </a:extLst>
          </p:cNvPr>
          <p:cNvSpPr>
            <a:spLocks xmlns:a="http://schemas.openxmlformats.org/drawingml/2006/main" noGrp="1"/>
          </p:cNvSpPr>
          <p:nvPr/>
        </p:nvSpPr>
        <p:spPr>
          <a:xfrm xmlns:a="http://schemas.openxmlformats.org/drawingml/2006/main" flipV="1">
            <a:off x="6771314" y="4125482"/>
            <a:ext cx="91075" cy="4245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6" name="Connector 185">
            <a:extLst xmlns:a="http://schemas.openxmlformats.org/drawingml/2006/main">
              <a:ext uri="{FF2B5EF4-FFF2-40B4-BE49-F238E27FC236}">
                <a16:creationId xmlns:a16="http://schemas.microsoft.com/office/drawing/2014/main" id="{CEF60C9D-05D9-4E21-947A-0BCD3D3C4790}"/>
              </a:ext>
            </a:extLst>
          </p:cNvPr>
          <p:cNvSpPr>
            <a:spLocks xmlns:a="http://schemas.openxmlformats.org/drawingml/2006/main" noGrp="1"/>
          </p:cNvSpPr>
          <p:nvPr/>
        </p:nvSpPr>
        <p:spPr>
          <a:xfrm xmlns:a="http://schemas.openxmlformats.org/drawingml/2006/main" flipV="1">
            <a:off x="6862389" y="4088089"/>
            <a:ext cx="91074" cy="373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7" name="Connector 186">
            <a:extLst xmlns:a="http://schemas.openxmlformats.org/drawingml/2006/main">
              <a:ext uri="{FF2B5EF4-FFF2-40B4-BE49-F238E27FC236}">
                <a16:creationId xmlns:a16="http://schemas.microsoft.com/office/drawing/2014/main" id="{0AE38D2D-1DA3-45F8-B127-AE21670BD0EE}"/>
              </a:ext>
            </a:extLst>
          </p:cNvPr>
          <p:cNvSpPr>
            <a:spLocks xmlns:a="http://schemas.openxmlformats.org/drawingml/2006/main" noGrp="1"/>
          </p:cNvSpPr>
          <p:nvPr/>
        </p:nvSpPr>
        <p:spPr>
          <a:xfrm xmlns:a="http://schemas.openxmlformats.org/drawingml/2006/main" flipV="1">
            <a:off x="6953463" y="4056235"/>
            <a:ext cx="91074" cy="3185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8" name="Connector 187">
            <a:extLst xmlns:a="http://schemas.openxmlformats.org/drawingml/2006/main">
              <a:ext uri="{FF2B5EF4-FFF2-40B4-BE49-F238E27FC236}">
                <a16:creationId xmlns:a16="http://schemas.microsoft.com/office/drawing/2014/main" id="{68A79DD3-D6EB-4C87-A110-6AF035842BCC}"/>
              </a:ext>
            </a:extLst>
          </p:cNvPr>
          <p:cNvSpPr>
            <a:spLocks xmlns:a="http://schemas.openxmlformats.org/drawingml/2006/main" noGrp="1"/>
          </p:cNvSpPr>
          <p:nvPr/>
        </p:nvSpPr>
        <p:spPr>
          <a:xfrm xmlns:a="http://schemas.openxmlformats.org/drawingml/2006/main" flipV="1">
            <a:off x="7044537" y="4030330"/>
            <a:ext cx="91074" cy="259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9" name="Connector 188">
            <a:extLst xmlns:a="http://schemas.openxmlformats.org/drawingml/2006/main">
              <a:ext uri="{FF2B5EF4-FFF2-40B4-BE49-F238E27FC236}">
                <a16:creationId xmlns:a16="http://schemas.microsoft.com/office/drawing/2014/main" id="{79900B9D-7108-4B65-8535-E74BDC7654F3}"/>
              </a:ext>
            </a:extLst>
          </p:cNvPr>
          <p:cNvSpPr>
            <a:spLocks xmlns:a="http://schemas.openxmlformats.org/drawingml/2006/main" noGrp="1"/>
          </p:cNvSpPr>
          <p:nvPr/>
        </p:nvSpPr>
        <p:spPr>
          <a:xfrm xmlns:a="http://schemas.openxmlformats.org/drawingml/2006/main" flipV="1">
            <a:off x="7135611" y="4010702"/>
            <a:ext cx="91075" cy="196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0" name="Connector 189">
            <a:extLst xmlns:a="http://schemas.openxmlformats.org/drawingml/2006/main">
              <a:ext uri="{FF2B5EF4-FFF2-40B4-BE49-F238E27FC236}">
                <a16:creationId xmlns:a16="http://schemas.microsoft.com/office/drawing/2014/main" id="{1BE06644-F13E-414D-A850-68ADBAE38D86}"/>
              </a:ext>
            </a:extLst>
          </p:cNvPr>
          <p:cNvSpPr>
            <a:spLocks xmlns:a="http://schemas.openxmlformats.org/drawingml/2006/main" noGrp="1"/>
          </p:cNvSpPr>
          <p:nvPr/>
        </p:nvSpPr>
        <p:spPr>
          <a:xfrm xmlns:a="http://schemas.openxmlformats.org/drawingml/2006/main" flipV="1">
            <a:off x="7226686" y="3997605"/>
            <a:ext cx="91074" cy="130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1" name="Connector 190">
            <a:extLst xmlns:a="http://schemas.openxmlformats.org/drawingml/2006/main">
              <a:ext uri="{FF2B5EF4-FFF2-40B4-BE49-F238E27FC236}">
                <a16:creationId xmlns:a16="http://schemas.microsoft.com/office/drawing/2014/main" id="{F0481D9D-7CFF-45F8-B9DD-E49122309E3E}"/>
              </a:ext>
            </a:extLst>
          </p:cNvPr>
          <p:cNvSpPr>
            <a:spLocks xmlns:a="http://schemas.openxmlformats.org/drawingml/2006/main" noGrp="1"/>
          </p:cNvSpPr>
          <p:nvPr/>
        </p:nvSpPr>
        <p:spPr>
          <a:xfrm xmlns:a="http://schemas.openxmlformats.org/drawingml/2006/main" flipV="1">
            <a:off x="7317760" y="3991203"/>
            <a:ext cx="91074" cy="640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2" name="Connector 191">
            <a:extLst xmlns:a="http://schemas.openxmlformats.org/drawingml/2006/main">
              <a:ext uri="{FF2B5EF4-FFF2-40B4-BE49-F238E27FC236}">
                <a16:creationId xmlns:a16="http://schemas.microsoft.com/office/drawing/2014/main" id="{8FA1021D-418A-4F46-890E-9B4FD29994CA}"/>
              </a:ext>
            </a:extLst>
          </p:cNvPr>
          <p:cNvSpPr>
            <a:spLocks xmlns:a="http://schemas.openxmlformats.org/drawingml/2006/main" noGrp="1"/>
          </p:cNvSpPr>
          <p:nvPr/>
        </p:nvSpPr>
        <p:spPr>
          <a:xfrm xmlns:a="http://schemas.openxmlformats.org/drawingml/2006/main">
            <a:off x="7408834" y="3991203"/>
            <a:ext cx="91074" cy="37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3" name="Connector 192">
            <a:extLst xmlns:a="http://schemas.openxmlformats.org/drawingml/2006/main">
              <a:ext uri="{FF2B5EF4-FFF2-40B4-BE49-F238E27FC236}">
                <a16:creationId xmlns:a16="http://schemas.microsoft.com/office/drawing/2014/main" id="{9478F2FB-281E-4AB1-87C1-99C584B8D71E}"/>
              </a:ext>
            </a:extLst>
          </p:cNvPr>
          <p:cNvSpPr>
            <a:spLocks xmlns:a="http://schemas.openxmlformats.org/drawingml/2006/main" noGrp="1"/>
          </p:cNvSpPr>
          <p:nvPr/>
        </p:nvSpPr>
        <p:spPr>
          <a:xfrm xmlns:a="http://schemas.openxmlformats.org/drawingml/2006/main">
            <a:off x="7499908" y="3991581"/>
            <a:ext cx="91075" cy="715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4" name="Connector 193">
            <a:extLst xmlns:a="http://schemas.openxmlformats.org/drawingml/2006/main">
              <a:ext uri="{FF2B5EF4-FFF2-40B4-BE49-F238E27FC236}">
                <a16:creationId xmlns:a16="http://schemas.microsoft.com/office/drawing/2014/main" id="{60CEE7E4-1185-4E0E-B40B-3ADC7BFAE04C}"/>
              </a:ext>
            </a:extLst>
          </p:cNvPr>
          <p:cNvSpPr>
            <a:spLocks xmlns:a="http://schemas.openxmlformats.org/drawingml/2006/main" noGrp="1"/>
          </p:cNvSpPr>
          <p:nvPr/>
        </p:nvSpPr>
        <p:spPr>
          <a:xfrm xmlns:a="http://schemas.openxmlformats.org/drawingml/2006/main">
            <a:off x="7590983" y="3998732"/>
            <a:ext cx="91074" cy="138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5" name="Connector 194">
            <a:extLst xmlns:a="http://schemas.openxmlformats.org/drawingml/2006/main">
              <a:ext uri="{FF2B5EF4-FFF2-40B4-BE49-F238E27FC236}">
                <a16:creationId xmlns:a16="http://schemas.microsoft.com/office/drawing/2014/main" id="{8D8CE621-DD03-4939-A2E6-8A5B2A70250F}"/>
              </a:ext>
            </a:extLst>
          </p:cNvPr>
          <p:cNvSpPr>
            <a:spLocks xmlns:a="http://schemas.openxmlformats.org/drawingml/2006/main" noGrp="1"/>
          </p:cNvSpPr>
          <p:nvPr/>
        </p:nvSpPr>
        <p:spPr>
          <a:xfrm xmlns:a="http://schemas.openxmlformats.org/drawingml/2006/main">
            <a:off x="7682057" y="4012565"/>
            <a:ext cx="91074" cy="2033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6" name="Connector 195">
            <a:extLst xmlns:a="http://schemas.openxmlformats.org/drawingml/2006/main">
              <a:ext uri="{FF2B5EF4-FFF2-40B4-BE49-F238E27FC236}">
                <a16:creationId xmlns:a16="http://schemas.microsoft.com/office/drawing/2014/main" id="{41E4DE84-6B4A-48A2-990E-DCEAFE180EAD}"/>
              </a:ext>
            </a:extLst>
          </p:cNvPr>
          <p:cNvSpPr>
            <a:spLocks xmlns:a="http://schemas.openxmlformats.org/drawingml/2006/main" noGrp="1"/>
          </p:cNvSpPr>
          <p:nvPr/>
        </p:nvSpPr>
        <p:spPr>
          <a:xfrm xmlns:a="http://schemas.openxmlformats.org/drawingml/2006/main">
            <a:off x="7773131" y="4032903"/>
            <a:ext cx="91074" cy="2658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7" name="Connector 196">
            <a:extLst xmlns:a="http://schemas.openxmlformats.org/drawingml/2006/main">
              <a:ext uri="{FF2B5EF4-FFF2-40B4-BE49-F238E27FC236}">
                <a16:creationId xmlns:a16="http://schemas.microsoft.com/office/drawing/2014/main" id="{41A7F6C5-6518-48F2-98A4-177FC7598607}"/>
              </a:ext>
            </a:extLst>
          </p:cNvPr>
          <p:cNvSpPr>
            <a:spLocks xmlns:a="http://schemas.openxmlformats.org/drawingml/2006/main" noGrp="1"/>
          </p:cNvSpPr>
          <p:nvPr/>
        </p:nvSpPr>
        <p:spPr>
          <a:xfrm xmlns:a="http://schemas.openxmlformats.org/drawingml/2006/main">
            <a:off x="7864205" y="4059488"/>
            <a:ext cx="91075" cy="3249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8" name="Connector 197">
            <a:extLst xmlns:a="http://schemas.openxmlformats.org/drawingml/2006/main">
              <a:ext uri="{FF2B5EF4-FFF2-40B4-BE49-F238E27FC236}">
                <a16:creationId xmlns:a16="http://schemas.microsoft.com/office/drawing/2014/main" id="{7A27B602-7ACC-4998-81B4-BA7C902A4469}"/>
              </a:ext>
            </a:extLst>
          </p:cNvPr>
          <p:cNvSpPr>
            <a:spLocks xmlns:a="http://schemas.openxmlformats.org/drawingml/2006/main" noGrp="1"/>
          </p:cNvSpPr>
          <p:nvPr/>
        </p:nvSpPr>
        <p:spPr>
          <a:xfrm xmlns:a="http://schemas.openxmlformats.org/drawingml/2006/main">
            <a:off x="7955280" y="4091978"/>
            <a:ext cx="91074" cy="379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9" name="Connector 198">
            <a:extLst xmlns:a="http://schemas.openxmlformats.org/drawingml/2006/main">
              <a:ext uri="{FF2B5EF4-FFF2-40B4-BE49-F238E27FC236}">
                <a16:creationId xmlns:a16="http://schemas.microsoft.com/office/drawing/2014/main" id="{884C6DD4-7976-4E6A-9511-9513980D8814}"/>
              </a:ext>
            </a:extLst>
          </p:cNvPr>
          <p:cNvSpPr>
            <a:spLocks xmlns:a="http://schemas.openxmlformats.org/drawingml/2006/main" noGrp="1"/>
          </p:cNvSpPr>
          <p:nvPr/>
        </p:nvSpPr>
        <p:spPr>
          <a:xfrm xmlns:a="http://schemas.openxmlformats.org/drawingml/2006/main">
            <a:off x="8046354" y="4129959"/>
            <a:ext cx="91074" cy="4298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0" name="Connector 199">
            <a:extLst xmlns:a="http://schemas.openxmlformats.org/drawingml/2006/main">
              <a:ext uri="{FF2B5EF4-FFF2-40B4-BE49-F238E27FC236}">
                <a16:creationId xmlns:a16="http://schemas.microsoft.com/office/drawing/2014/main" id="{D5F4A544-D97B-47BF-BE71-C28683D2DC3C}"/>
              </a:ext>
            </a:extLst>
          </p:cNvPr>
          <p:cNvSpPr>
            <a:spLocks xmlns:a="http://schemas.openxmlformats.org/drawingml/2006/main" noGrp="1"/>
          </p:cNvSpPr>
          <p:nvPr/>
        </p:nvSpPr>
        <p:spPr>
          <a:xfrm xmlns:a="http://schemas.openxmlformats.org/drawingml/2006/main">
            <a:off x="8137428" y="4172946"/>
            <a:ext cx="91074" cy="4744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1" name="Connector 200">
            <a:extLst xmlns:a="http://schemas.openxmlformats.org/drawingml/2006/main">
              <a:ext uri="{FF2B5EF4-FFF2-40B4-BE49-F238E27FC236}">
                <a16:creationId xmlns:a16="http://schemas.microsoft.com/office/drawing/2014/main" id="{9E29B9AB-6155-4546-859D-86A841BE8B21}"/>
              </a:ext>
            </a:extLst>
          </p:cNvPr>
          <p:cNvSpPr>
            <a:spLocks xmlns:a="http://schemas.openxmlformats.org/drawingml/2006/main" noGrp="1"/>
          </p:cNvSpPr>
          <p:nvPr/>
        </p:nvSpPr>
        <p:spPr>
          <a:xfrm xmlns:a="http://schemas.openxmlformats.org/drawingml/2006/main">
            <a:off x="8228502" y="4220388"/>
            <a:ext cx="91074" cy="512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2" name="Connector 201">
            <a:extLst xmlns:a="http://schemas.openxmlformats.org/drawingml/2006/main">
              <a:ext uri="{FF2B5EF4-FFF2-40B4-BE49-F238E27FC236}">
                <a16:creationId xmlns:a16="http://schemas.microsoft.com/office/drawing/2014/main" id="{6DBB1F1C-4C46-4F10-93ED-C286195D8173}"/>
              </a:ext>
            </a:extLst>
          </p:cNvPr>
          <p:cNvSpPr>
            <a:spLocks xmlns:a="http://schemas.openxmlformats.org/drawingml/2006/main" noGrp="1"/>
          </p:cNvSpPr>
          <p:nvPr/>
        </p:nvSpPr>
        <p:spPr>
          <a:xfrm xmlns:a="http://schemas.openxmlformats.org/drawingml/2006/main">
            <a:off x="8319576" y="4271681"/>
            <a:ext cx="91075" cy="5448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3" name="Connector 202">
            <a:extLst xmlns:a="http://schemas.openxmlformats.org/drawingml/2006/main">
              <a:ext uri="{FF2B5EF4-FFF2-40B4-BE49-F238E27FC236}">
                <a16:creationId xmlns:a16="http://schemas.microsoft.com/office/drawing/2014/main" id="{EB78DA64-D826-4B4D-93CC-943188591F77}"/>
              </a:ext>
            </a:extLst>
          </p:cNvPr>
          <p:cNvSpPr>
            <a:spLocks xmlns:a="http://schemas.openxmlformats.org/drawingml/2006/main" noGrp="1"/>
          </p:cNvSpPr>
          <p:nvPr/>
        </p:nvSpPr>
        <p:spPr>
          <a:xfrm xmlns:a="http://schemas.openxmlformats.org/drawingml/2006/main">
            <a:off x="8410651" y="4326169"/>
            <a:ext cx="91074" cy="569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4" name="Connector 203">
            <a:extLst xmlns:a="http://schemas.openxmlformats.org/drawingml/2006/main">
              <a:ext uri="{FF2B5EF4-FFF2-40B4-BE49-F238E27FC236}">
                <a16:creationId xmlns:a16="http://schemas.microsoft.com/office/drawing/2014/main" id="{3EBB6F78-5A4A-4E16-BCBA-9AFEE33B5434}"/>
              </a:ext>
            </a:extLst>
          </p:cNvPr>
          <p:cNvSpPr>
            <a:spLocks xmlns:a="http://schemas.openxmlformats.org/drawingml/2006/main" noGrp="1"/>
          </p:cNvSpPr>
          <p:nvPr/>
        </p:nvSpPr>
        <p:spPr>
          <a:xfrm xmlns:a="http://schemas.openxmlformats.org/drawingml/2006/main">
            <a:off x="8501725" y="4383155"/>
            <a:ext cx="91074" cy="5875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5" name="Connector 204">
            <a:extLst xmlns:a="http://schemas.openxmlformats.org/drawingml/2006/main">
              <a:ext uri="{FF2B5EF4-FFF2-40B4-BE49-F238E27FC236}">
                <a16:creationId xmlns:a16="http://schemas.microsoft.com/office/drawing/2014/main" id="{ECDD7F5D-B900-4126-932C-D56EF9FFD64C}"/>
              </a:ext>
            </a:extLst>
          </p:cNvPr>
          <p:cNvSpPr>
            <a:spLocks xmlns:a="http://schemas.openxmlformats.org/drawingml/2006/main" noGrp="1"/>
          </p:cNvSpPr>
          <p:nvPr/>
        </p:nvSpPr>
        <p:spPr>
          <a:xfrm xmlns:a="http://schemas.openxmlformats.org/drawingml/2006/main">
            <a:off x="8592799" y="4441911"/>
            <a:ext cx="91074" cy="597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6" name="Connector 205">
            <a:extLst xmlns:a="http://schemas.openxmlformats.org/drawingml/2006/main">
              <a:ext uri="{FF2B5EF4-FFF2-40B4-BE49-F238E27FC236}">
                <a16:creationId xmlns:a16="http://schemas.microsoft.com/office/drawing/2014/main" id="{6FF80B8A-F29A-44A4-B056-228E7951429D}"/>
              </a:ext>
            </a:extLst>
          </p:cNvPr>
          <p:cNvSpPr>
            <a:spLocks xmlns:a="http://schemas.openxmlformats.org/drawingml/2006/main" noGrp="1"/>
          </p:cNvSpPr>
          <p:nvPr/>
        </p:nvSpPr>
        <p:spPr>
          <a:xfrm xmlns:a="http://schemas.openxmlformats.org/drawingml/2006/main">
            <a:off x="8683873" y="4501687"/>
            <a:ext cx="91075" cy="600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7" name="Connector 206">
            <a:extLst xmlns:a="http://schemas.openxmlformats.org/drawingml/2006/main">
              <a:ext uri="{FF2B5EF4-FFF2-40B4-BE49-F238E27FC236}">
                <a16:creationId xmlns:a16="http://schemas.microsoft.com/office/drawing/2014/main" id="{3CF0EE21-2573-4487-B0E9-B5898B4EDDC3}"/>
              </a:ext>
            </a:extLst>
          </p:cNvPr>
          <p:cNvSpPr>
            <a:spLocks xmlns:a="http://schemas.openxmlformats.org/drawingml/2006/main" noGrp="1"/>
          </p:cNvSpPr>
          <p:nvPr/>
        </p:nvSpPr>
        <p:spPr>
          <a:xfrm xmlns:a="http://schemas.openxmlformats.org/drawingml/2006/main">
            <a:off x="8774948" y="4561719"/>
            <a:ext cx="91074" cy="5952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8" name="Connector 207">
            <a:extLst xmlns:a="http://schemas.openxmlformats.org/drawingml/2006/main">
              <a:ext uri="{FF2B5EF4-FFF2-40B4-BE49-F238E27FC236}">
                <a16:creationId xmlns:a16="http://schemas.microsoft.com/office/drawing/2014/main" id="{7567858D-41A4-43CB-B56F-697080AD63D4}"/>
              </a:ext>
            </a:extLst>
          </p:cNvPr>
          <p:cNvSpPr>
            <a:spLocks xmlns:a="http://schemas.openxmlformats.org/drawingml/2006/main" noGrp="1"/>
          </p:cNvSpPr>
          <p:nvPr/>
        </p:nvSpPr>
        <p:spPr>
          <a:xfrm xmlns:a="http://schemas.openxmlformats.org/drawingml/2006/main">
            <a:off x="8866022" y="4621240"/>
            <a:ext cx="91074" cy="5824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9" name="Connector 208">
            <a:extLst xmlns:a="http://schemas.openxmlformats.org/drawingml/2006/main">
              <a:ext uri="{FF2B5EF4-FFF2-40B4-BE49-F238E27FC236}">
                <a16:creationId xmlns:a16="http://schemas.microsoft.com/office/drawing/2014/main" id="{46BF4DBD-AC16-4747-8C88-C875B03F65D4}"/>
              </a:ext>
            </a:extLst>
          </p:cNvPr>
          <p:cNvSpPr>
            <a:spLocks xmlns:a="http://schemas.openxmlformats.org/drawingml/2006/main" noGrp="1"/>
          </p:cNvSpPr>
          <p:nvPr/>
        </p:nvSpPr>
        <p:spPr>
          <a:xfrm xmlns:a="http://schemas.openxmlformats.org/drawingml/2006/main">
            <a:off x="8957096" y="4679489"/>
            <a:ext cx="91074" cy="562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0" name="Connector 209">
            <a:extLst xmlns:a="http://schemas.openxmlformats.org/drawingml/2006/main">
              <a:ext uri="{FF2B5EF4-FFF2-40B4-BE49-F238E27FC236}">
                <a16:creationId xmlns:a16="http://schemas.microsoft.com/office/drawing/2014/main" id="{EFE33DDD-0F08-43B4-964C-9132DA3E643A}"/>
              </a:ext>
            </a:extLst>
          </p:cNvPr>
          <p:cNvSpPr>
            <a:spLocks xmlns:a="http://schemas.openxmlformats.org/drawingml/2006/main" noGrp="1"/>
          </p:cNvSpPr>
          <p:nvPr/>
        </p:nvSpPr>
        <p:spPr>
          <a:xfrm xmlns:a="http://schemas.openxmlformats.org/drawingml/2006/main">
            <a:off x="9048170" y="4735721"/>
            <a:ext cx="91075" cy="534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1" name="Connector 210">
            <a:extLst xmlns:a="http://schemas.openxmlformats.org/drawingml/2006/main">
              <a:ext uri="{FF2B5EF4-FFF2-40B4-BE49-F238E27FC236}">
                <a16:creationId xmlns:a16="http://schemas.microsoft.com/office/drawing/2014/main" id="{1618F059-FBE2-433F-BC34-B24286C7D2D3}"/>
              </a:ext>
            </a:extLst>
          </p:cNvPr>
          <p:cNvSpPr>
            <a:spLocks xmlns:a="http://schemas.openxmlformats.org/drawingml/2006/main" noGrp="1"/>
          </p:cNvSpPr>
          <p:nvPr/>
        </p:nvSpPr>
        <p:spPr>
          <a:xfrm xmlns:a="http://schemas.openxmlformats.org/drawingml/2006/main">
            <a:off x="9139245" y="4789220"/>
            <a:ext cx="91074" cy="500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2" name="Connector 211">
            <a:extLst xmlns:a="http://schemas.openxmlformats.org/drawingml/2006/main">
              <a:ext uri="{FF2B5EF4-FFF2-40B4-BE49-F238E27FC236}">
                <a16:creationId xmlns:a16="http://schemas.microsoft.com/office/drawing/2014/main" id="{04E30B93-0B2B-485E-A772-5AF78716CB6C}"/>
              </a:ext>
            </a:extLst>
          </p:cNvPr>
          <p:cNvSpPr>
            <a:spLocks xmlns:a="http://schemas.openxmlformats.org/drawingml/2006/main" noGrp="1"/>
          </p:cNvSpPr>
          <p:nvPr/>
        </p:nvSpPr>
        <p:spPr>
          <a:xfrm xmlns:a="http://schemas.openxmlformats.org/drawingml/2006/main">
            <a:off x="9230319" y="4839300"/>
            <a:ext cx="91074" cy="460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3" name="Connector 212">
            <a:extLst xmlns:a="http://schemas.openxmlformats.org/drawingml/2006/main">
              <a:ext uri="{FF2B5EF4-FFF2-40B4-BE49-F238E27FC236}">
                <a16:creationId xmlns:a16="http://schemas.microsoft.com/office/drawing/2014/main" id="{E1B4A3F4-9CD3-4771-920C-D67B731DB22B}"/>
              </a:ext>
            </a:extLst>
          </p:cNvPr>
          <p:cNvSpPr>
            <a:spLocks xmlns:a="http://schemas.openxmlformats.org/drawingml/2006/main" noGrp="1"/>
          </p:cNvSpPr>
          <p:nvPr/>
        </p:nvSpPr>
        <p:spPr>
          <a:xfrm xmlns:a="http://schemas.openxmlformats.org/drawingml/2006/main">
            <a:off x="9321393" y="4885322"/>
            <a:ext cx="91074" cy="413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4" name="Connector 213">
            <a:extLst xmlns:a="http://schemas.openxmlformats.org/drawingml/2006/main">
              <a:ext uri="{FF2B5EF4-FFF2-40B4-BE49-F238E27FC236}">
                <a16:creationId xmlns:a16="http://schemas.microsoft.com/office/drawing/2014/main" id="{8D9F2FB8-747C-44CD-AFB6-513433CAE367}"/>
              </a:ext>
            </a:extLst>
          </p:cNvPr>
          <p:cNvSpPr>
            <a:spLocks xmlns:a="http://schemas.openxmlformats.org/drawingml/2006/main" noGrp="1"/>
          </p:cNvSpPr>
          <p:nvPr/>
        </p:nvSpPr>
        <p:spPr>
          <a:xfrm xmlns:a="http://schemas.openxmlformats.org/drawingml/2006/main">
            <a:off x="9412467" y="4926698"/>
            <a:ext cx="91075" cy="362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5" name="Connector 214">
            <a:extLst xmlns:a="http://schemas.openxmlformats.org/drawingml/2006/main">
              <a:ext uri="{FF2B5EF4-FFF2-40B4-BE49-F238E27FC236}">
                <a16:creationId xmlns:a16="http://schemas.microsoft.com/office/drawing/2014/main" id="{58BC1589-80DC-438B-BCA6-57A013653ECD}"/>
              </a:ext>
            </a:extLst>
          </p:cNvPr>
          <p:cNvSpPr>
            <a:spLocks xmlns:a="http://schemas.openxmlformats.org/drawingml/2006/main" noGrp="1"/>
          </p:cNvSpPr>
          <p:nvPr/>
        </p:nvSpPr>
        <p:spPr>
          <a:xfrm xmlns:a="http://schemas.openxmlformats.org/drawingml/2006/main">
            <a:off x="9503542" y="4962899"/>
            <a:ext cx="91074" cy="3056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6" name="Connector 215">
            <a:extLst xmlns:a="http://schemas.openxmlformats.org/drawingml/2006/main">
              <a:ext uri="{FF2B5EF4-FFF2-40B4-BE49-F238E27FC236}">
                <a16:creationId xmlns:a16="http://schemas.microsoft.com/office/drawing/2014/main" id="{4EA21280-A28A-4E09-9697-2B698AD95CAE}"/>
              </a:ext>
            </a:extLst>
          </p:cNvPr>
          <p:cNvSpPr>
            <a:spLocks xmlns:a="http://schemas.openxmlformats.org/drawingml/2006/main" noGrp="1"/>
          </p:cNvSpPr>
          <p:nvPr/>
        </p:nvSpPr>
        <p:spPr>
          <a:xfrm xmlns:a="http://schemas.openxmlformats.org/drawingml/2006/main">
            <a:off x="9594616" y="4993463"/>
            <a:ext cx="91074" cy="2453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7" name="Connector 216">
            <a:extLst xmlns:a="http://schemas.openxmlformats.org/drawingml/2006/main">
              <a:ext uri="{FF2B5EF4-FFF2-40B4-BE49-F238E27FC236}">
                <a16:creationId xmlns:a16="http://schemas.microsoft.com/office/drawing/2014/main" id="{7B557CB3-9AC7-439F-A5EA-30BD947D0F67}"/>
              </a:ext>
            </a:extLst>
          </p:cNvPr>
          <p:cNvSpPr>
            <a:spLocks xmlns:a="http://schemas.openxmlformats.org/drawingml/2006/main" noGrp="1"/>
          </p:cNvSpPr>
          <p:nvPr/>
        </p:nvSpPr>
        <p:spPr>
          <a:xfrm xmlns:a="http://schemas.openxmlformats.org/drawingml/2006/main">
            <a:off x="9685690" y="5018000"/>
            <a:ext cx="91074" cy="181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8" name="Connector 217">
            <a:extLst xmlns:a="http://schemas.openxmlformats.org/drawingml/2006/main">
              <a:ext uri="{FF2B5EF4-FFF2-40B4-BE49-F238E27FC236}">
                <a16:creationId xmlns:a16="http://schemas.microsoft.com/office/drawing/2014/main" id="{2CF3C36B-3DCE-4931-9E9F-460E5AAAAC48}"/>
              </a:ext>
            </a:extLst>
          </p:cNvPr>
          <p:cNvSpPr>
            <a:spLocks xmlns:a="http://schemas.openxmlformats.org/drawingml/2006/main" noGrp="1"/>
          </p:cNvSpPr>
          <p:nvPr/>
        </p:nvSpPr>
        <p:spPr>
          <a:xfrm xmlns:a="http://schemas.openxmlformats.org/drawingml/2006/main">
            <a:off x="9776764" y="5036195"/>
            <a:ext cx="91075" cy="1162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9" name="Connector 218">
            <a:extLst xmlns:a="http://schemas.openxmlformats.org/drawingml/2006/main">
              <a:ext uri="{FF2B5EF4-FFF2-40B4-BE49-F238E27FC236}">
                <a16:creationId xmlns:a16="http://schemas.microsoft.com/office/drawing/2014/main" id="{9534A12E-542B-4C99-AFCB-44F5FCF3F040}"/>
              </a:ext>
            </a:extLst>
          </p:cNvPr>
          <p:cNvSpPr>
            <a:spLocks xmlns:a="http://schemas.openxmlformats.org/drawingml/2006/main" noGrp="1"/>
          </p:cNvSpPr>
          <p:nvPr/>
        </p:nvSpPr>
        <p:spPr>
          <a:xfrm xmlns:a="http://schemas.openxmlformats.org/drawingml/2006/main">
            <a:off x="9867839" y="5047816"/>
            <a:ext cx="91074" cy="48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0" name="Connector 219">
            <a:extLst xmlns:a="http://schemas.openxmlformats.org/drawingml/2006/main">
              <a:ext uri="{FF2B5EF4-FFF2-40B4-BE49-F238E27FC236}">
                <a16:creationId xmlns:a16="http://schemas.microsoft.com/office/drawing/2014/main" id="{471CD4C3-BEAA-43D4-9BA2-A389613C8C20}"/>
              </a:ext>
            </a:extLst>
          </p:cNvPr>
          <p:cNvSpPr>
            <a:spLocks xmlns:a="http://schemas.openxmlformats.org/drawingml/2006/main" noGrp="1"/>
          </p:cNvSpPr>
          <p:nvPr/>
        </p:nvSpPr>
        <p:spPr>
          <a:xfrm xmlns:a="http://schemas.openxmlformats.org/drawingml/2006/main" flipV="1">
            <a:off x="9958913" y="5050829"/>
            <a:ext cx="91074" cy="18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1" name="Connector 220">
            <a:extLst xmlns:a="http://schemas.openxmlformats.org/drawingml/2006/main">
              <a:ext uri="{FF2B5EF4-FFF2-40B4-BE49-F238E27FC236}">
                <a16:creationId xmlns:a16="http://schemas.microsoft.com/office/drawing/2014/main" id="{E38005BD-3EE5-4BC2-8975-21C1A0E8C2E2}"/>
              </a:ext>
            </a:extLst>
          </p:cNvPr>
          <p:cNvSpPr>
            <a:spLocks xmlns:a="http://schemas.openxmlformats.org/drawingml/2006/main" noGrp="1"/>
          </p:cNvSpPr>
          <p:nvPr/>
        </p:nvSpPr>
        <p:spPr>
          <a:xfrm xmlns:a="http://schemas.openxmlformats.org/drawingml/2006/main" flipV="1">
            <a:off x="10049987" y="5042182"/>
            <a:ext cx="91074" cy="86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2" name="Connector 221">
            <a:extLst xmlns:a="http://schemas.openxmlformats.org/drawingml/2006/main">
              <a:ext uri="{FF2B5EF4-FFF2-40B4-BE49-F238E27FC236}">
                <a16:creationId xmlns:a16="http://schemas.microsoft.com/office/drawing/2014/main" id="{6A17CC2E-428C-40A5-8958-61C4ADAE53A9}"/>
              </a:ext>
            </a:extLst>
          </p:cNvPr>
          <p:cNvSpPr>
            <a:spLocks xmlns:a="http://schemas.openxmlformats.org/drawingml/2006/main" noGrp="1"/>
          </p:cNvSpPr>
          <p:nvPr/>
        </p:nvSpPr>
        <p:spPr>
          <a:xfrm xmlns:a="http://schemas.openxmlformats.org/drawingml/2006/main" flipV="1">
            <a:off x="10141061" y="5026885"/>
            <a:ext cx="91075" cy="152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3" name="Oval 222">
            <a:extLst xmlns:a="http://schemas.openxmlformats.org/drawingml/2006/main">
              <a:ext uri="{FF2B5EF4-FFF2-40B4-BE49-F238E27FC236}">
                <a16:creationId xmlns:a16="http://schemas.microsoft.com/office/drawing/2014/main" id="{4DCE115D-D0C6-4110-8D97-FCAC52A70453}"/>
              </a:ext>
            </a:extLst>
          </p:cNvPr>
          <p:cNvSpPr>
            <a:spLocks xmlns:a="http://schemas.openxmlformats.org/drawingml/2006/main" noGrp="1"/>
          </p:cNvSpPr>
          <p:nvPr/>
        </p:nvSpPr>
        <p:spPr>
          <a:xfrm xmlns:a="http://schemas.openxmlformats.org/drawingml/2006/main">
            <a:off x="1063447" y="446044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4" name="Oval 223">
            <a:extLst xmlns:a="http://schemas.openxmlformats.org/drawingml/2006/main">
              <a:ext uri="{FF2B5EF4-FFF2-40B4-BE49-F238E27FC236}">
                <a16:creationId xmlns:a16="http://schemas.microsoft.com/office/drawing/2014/main" id="{FA1AA6C6-AA47-4FFB-9DD5-FF6288266631}"/>
              </a:ext>
            </a:extLst>
          </p:cNvPr>
          <p:cNvSpPr>
            <a:spLocks xmlns:a="http://schemas.openxmlformats.org/drawingml/2006/main" noGrp="1"/>
          </p:cNvSpPr>
          <p:nvPr/>
        </p:nvSpPr>
        <p:spPr>
          <a:xfrm xmlns:a="http://schemas.openxmlformats.org/drawingml/2006/main">
            <a:off x="1518818" y="417582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5" name="Oval 224">
            <a:extLst xmlns:a="http://schemas.openxmlformats.org/drawingml/2006/main">
              <a:ext uri="{FF2B5EF4-FFF2-40B4-BE49-F238E27FC236}">
                <a16:creationId xmlns:a16="http://schemas.microsoft.com/office/drawing/2014/main" id="{F7851286-E9C7-4E94-9E0A-BE6BB3F61D81}"/>
              </a:ext>
            </a:extLst>
          </p:cNvPr>
          <p:cNvSpPr>
            <a:spLocks xmlns:a="http://schemas.openxmlformats.org/drawingml/2006/main" noGrp="1"/>
          </p:cNvSpPr>
          <p:nvPr/>
        </p:nvSpPr>
        <p:spPr>
          <a:xfrm xmlns:a="http://schemas.openxmlformats.org/drawingml/2006/main">
            <a:off x="1974189" y="3979821"/>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6" name="Oval 225">
            <a:extLst xmlns:a="http://schemas.openxmlformats.org/drawingml/2006/main">
              <a:ext uri="{FF2B5EF4-FFF2-40B4-BE49-F238E27FC236}">
                <a16:creationId xmlns:a16="http://schemas.microsoft.com/office/drawing/2014/main" id="{0553F322-429F-439D-A4C8-59833231F7A4}"/>
              </a:ext>
            </a:extLst>
          </p:cNvPr>
          <p:cNvSpPr>
            <a:spLocks xmlns:a="http://schemas.openxmlformats.org/drawingml/2006/main" noGrp="1"/>
          </p:cNvSpPr>
          <p:nvPr/>
        </p:nvSpPr>
        <p:spPr>
          <a:xfrm xmlns:a="http://schemas.openxmlformats.org/drawingml/2006/main">
            <a:off x="2429560" y="3933456"/>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7" name="Oval 226">
            <a:extLst xmlns:a="http://schemas.openxmlformats.org/drawingml/2006/main">
              <a:ext uri="{FF2B5EF4-FFF2-40B4-BE49-F238E27FC236}">
                <a16:creationId xmlns:a16="http://schemas.microsoft.com/office/drawing/2014/main" id="{CD6C4140-F89E-459C-96AD-FF2E2E1BC5C1}"/>
              </a:ext>
            </a:extLst>
          </p:cNvPr>
          <p:cNvSpPr>
            <a:spLocks xmlns:a="http://schemas.openxmlformats.org/drawingml/2006/main" noGrp="1"/>
          </p:cNvSpPr>
          <p:nvPr/>
        </p:nvSpPr>
        <p:spPr>
          <a:xfrm xmlns:a="http://schemas.openxmlformats.org/drawingml/2006/main">
            <a:off x="2884932" y="405116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8" name="Oval 227">
            <a:extLst xmlns:a="http://schemas.openxmlformats.org/drawingml/2006/main">
              <a:ext uri="{FF2B5EF4-FFF2-40B4-BE49-F238E27FC236}">
                <a16:creationId xmlns:a16="http://schemas.microsoft.com/office/drawing/2014/main" id="{E43CBAF9-4FFE-4EBB-BFB8-12F1F1A25DA9}"/>
              </a:ext>
            </a:extLst>
          </p:cNvPr>
          <p:cNvSpPr>
            <a:spLocks xmlns:a="http://schemas.openxmlformats.org/drawingml/2006/main" noGrp="1"/>
          </p:cNvSpPr>
          <p:nvPr/>
        </p:nvSpPr>
        <p:spPr>
          <a:xfrm xmlns:a="http://schemas.openxmlformats.org/drawingml/2006/main">
            <a:off x="3340303" y="4296301"/>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9" name="Oval 228">
            <a:extLst xmlns:a="http://schemas.openxmlformats.org/drawingml/2006/main">
              <a:ext uri="{FF2B5EF4-FFF2-40B4-BE49-F238E27FC236}">
                <a16:creationId xmlns:a16="http://schemas.microsoft.com/office/drawing/2014/main" id="{C9B2EF51-DE78-4E5D-A4AA-3B67E5FB0D2B}"/>
              </a:ext>
            </a:extLst>
          </p:cNvPr>
          <p:cNvSpPr>
            <a:spLocks xmlns:a="http://schemas.openxmlformats.org/drawingml/2006/main" noGrp="1"/>
          </p:cNvSpPr>
          <p:nvPr/>
        </p:nvSpPr>
        <p:spPr>
          <a:xfrm xmlns:a="http://schemas.openxmlformats.org/drawingml/2006/main">
            <a:off x="3795674" y="4592541"/>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0" name="Oval 229">
            <a:extLst xmlns:a="http://schemas.openxmlformats.org/drawingml/2006/main">
              <a:ext uri="{FF2B5EF4-FFF2-40B4-BE49-F238E27FC236}">
                <a16:creationId xmlns:a16="http://schemas.microsoft.com/office/drawing/2014/main" id="{45301C2A-01A7-428D-A8E7-D88A765D0BDA}"/>
              </a:ext>
            </a:extLst>
          </p:cNvPr>
          <p:cNvSpPr>
            <a:spLocks xmlns:a="http://schemas.openxmlformats.org/drawingml/2006/main" noGrp="1"/>
          </p:cNvSpPr>
          <p:nvPr/>
        </p:nvSpPr>
        <p:spPr>
          <a:xfrm xmlns:a="http://schemas.openxmlformats.org/drawingml/2006/main">
            <a:off x="4251045" y="484765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1" name="Oval 230">
            <a:extLst xmlns:a="http://schemas.openxmlformats.org/drawingml/2006/main">
              <a:ext uri="{FF2B5EF4-FFF2-40B4-BE49-F238E27FC236}">
                <a16:creationId xmlns:a16="http://schemas.microsoft.com/office/drawing/2014/main" id="{8D6F9C4E-7077-4046-877A-C0E70E4C8944}"/>
              </a:ext>
            </a:extLst>
          </p:cNvPr>
          <p:cNvSpPr>
            <a:spLocks xmlns:a="http://schemas.openxmlformats.org/drawingml/2006/main" noGrp="1"/>
          </p:cNvSpPr>
          <p:nvPr/>
        </p:nvSpPr>
        <p:spPr>
          <a:xfrm xmlns:a="http://schemas.openxmlformats.org/drawingml/2006/main">
            <a:off x="4706416" y="498220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2" name="Oval 231">
            <a:extLst xmlns:a="http://schemas.openxmlformats.org/drawingml/2006/main">
              <a:ext uri="{FF2B5EF4-FFF2-40B4-BE49-F238E27FC236}">
                <a16:creationId xmlns:a16="http://schemas.microsoft.com/office/drawing/2014/main" id="{A3A2C0FE-24D0-4921-9536-75E2F58D8E70}"/>
              </a:ext>
            </a:extLst>
          </p:cNvPr>
          <p:cNvSpPr>
            <a:spLocks xmlns:a="http://schemas.openxmlformats.org/drawingml/2006/main" noGrp="1"/>
          </p:cNvSpPr>
          <p:nvPr/>
        </p:nvSpPr>
        <p:spPr>
          <a:xfrm xmlns:a="http://schemas.openxmlformats.org/drawingml/2006/main">
            <a:off x="5161788" y="495431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3" name="Oval 232">
            <a:extLst xmlns:a="http://schemas.openxmlformats.org/drawingml/2006/main">
              <a:ext uri="{FF2B5EF4-FFF2-40B4-BE49-F238E27FC236}">
                <a16:creationId xmlns:a16="http://schemas.microsoft.com/office/drawing/2014/main" id="{E0AF1BA4-61A9-4E70-B2E4-2880634F1BBB}"/>
              </a:ext>
            </a:extLst>
          </p:cNvPr>
          <p:cNvSpPr>
            <a:spLocks xmlns:a="http://schemas.openxmlformats.org/drawingml/2006/main" noGrp="1"/>
          </p:cNvSpPr>
          <p:nvPr/>
        </p:nvSpPr>
        <p:spPr>
          <a:xfrm xmlns:a="http://schemas.openxmlformats.org/drawingml/2006/main">
            <a:off x="5617159" y="4772660"/>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4" name="Oval 233">
            <a:extLst xmlns:a="http://schemas.openxmlformats.org/drawingml/2006/main">
              <a:ext uri="{FF2B5EF4-FFF2-40B4-BE49-F238E27FC236}">
                <a16:creationId xmlns:a16="http://schemas.microsoft.com/office/drawing/2014/main" id="{025BCBCF-79C6-401B-A316-1FBD66B40FF0}"/>
              </a:ext>
            </a:extLst>
          </p:cNvPr>
          <p:cNvSpPr>
            <a:spLocks xmlns:a="http://schemas.openxmlformats.org/drawingml/2006/main" noGrp="1"/>
          </p:cNvSpPr>
          <p:nvPr/>
        </p:nvSpPr>
        <p:spPr>
          <a:xfrm xmlns:a="http://schemas.openxmlformats.org/drawingml/2006/main">
            <a:off x="6072530" y="449379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5" name="Oval 234">
            <a:extLst xmlns:a="http://schemas.openxmlformats.org/drawingml/2006/main">
              <a:ext uri="{FF2B5EF4-FFF2-40B4-BE49-F238E27FC236}">
                <a16:creationId xmlns:a16="http://schemas.microsoft.com/office/drawing/2014/main" id="{3E5D6A30-6FEB-43FC-99C6-23E0D87E62E6}"/>
              </a:ext>
            </a:extLst>
          </p:cNvPr>
          <p:cNvSpPr>
            <a:spLocks xmlns:a="http://schemas.openxmlformats.org/drawingml/2006/main" noGrp="1"/>
          </p:cNvSpPr>
          <p:nvPr/>
        </p:nvSpPr>
        <p:spPr>
          <a:xfrm xmlns:a="http://schemas.openxmlformats.org/drawingml/2006/main">
            <a:off x="6527901" y="420454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6" name="Oval 235">
            <a:extLst xmlns:a="http://schemas.openxmlformats.org/drawingml/2006/main">
              <a:ext uri="{FF2B5EF4-FFF2-40B4-BE49-F238E27FC236}">
                <a16:creationId xmlns:a16="http://schemas.microsoft.com/office/drawing/2014/main" id="{45B054C9-457D-41B1-81B6-941865EFED1A}"/>
              </a:ext>
            </a:extLst>
          </p:cNvPr>
          <p:cNvSpPr>
            <a:spLocks xmlns:a="http://schemas.openxmlformats.org/drawingml/2006/main" noGrp="1"/>
          </p:cNvSpPr>
          <p:nvPr/>
        </p:nvSpPr>
        <p:spPr>
          <a:xfrm xmlns:a="http://schemas.openxmlformats.org/drawingml/2006/main">
            <a:off x="6983272" y="3994971"/>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7" name="Oval 236">
            <a:extLst xmlns:a="http://schemas.openxmlformats.org/drawingml/2006/main">
              <a:ext uri="{FF2B5EF4-FFF2-40B4-BE49-F238E27FC236}">
                <a16:creationId xmlns:a16="http://schemas.microsoft.com/office/drawing/2014/main" id="{F23DD85E-AB76-40CB-95B9-78D69C42F933}"/>
              </a:ext>
            </a:extLst>
          </p:cNvPr>
          <p:cNvSpPr>
            <a:spLocks xmlns:a="http://schemas.openxmlformats.org/drawingml/2006/main" noGrp="1"/>
          </p:cNvSpPr>
          <p:nvPr/>
        </p:nvSpPr>
        <p:spPr>
          <a:xfrm xmlns:a="http://schemas.openxmlformats.org/drawingml/2006/main">
            <a:off x="7438644" y="3930316"/>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8" name="Oval 237">
            <a:extLst xmlns:a="http://schemas.openxmlformats.org/drawingml/2006/main">
              <a:ext uri="{FF2B5EF4-FFF2-40B4-BE49-F238E27FC236}">
                <a16:creationId xmlns:a16="http://schemas.microsoft.com/office/drawing/2014/main" id="{FFD257DB-14B7-4D17-BBF3-A3D5C7F88AD8}"/>
              </a:ext>
            </a:extLst>
          </p:cNvPr>
          <p:cNvSpPr>
            <a:spLocks xmlns:a="http://schemas.openxmlformats.org/drawingml/2006/main" noGrp="1"/>
          </p:cNvSpPr>
          <p:nvPr/>
        </p:nvSpPr>
        <p:spPr>
          <a:xfrm xmlns:a="http://schemas.openxmlformats.org/drawingml/2006/main">
            <a:off x="7894015" y="403071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9" name="Oval 238">
            <a:extLst xmlns:a="http://schemas.openxmlformats.org/drawingml/2006/main">
              <a:ext uri="{FF2B5EF4-FFF2-40B4-BE49-F238E27FC236}">
                <a16:creationId xmlns:a16="http://schemas.microsoft.com/office/drawing/2014/main" id="{2CB47585-8EEC-49D3-B2EA-ECC3DEFF31FB}"/>
              </a:ext>
            </a:extLst>
          </p:cNvPr>
          <p:cNvSpPr>
            <a:spLocks xmlns:a="http://schemas.openxmlformats.org/drawingml/2006/main" noGrp="1"/>
          </p:cNvSpPr>
          <p:nvPr/>
        </p:nvSpPr>
        <p:spPr>
          <a:xfrm xmlns:a="http://schemas.openxmlformats.org/drawingml/2006/main">
            <a:off x="8349386" y="4264904"/>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0" name="Oval 239">
            <a:extLst xmlns:a="http://schemas.openxmlformats.org/drawingml/2006/main">
              <a:ext uri="{FF2B5EF4-FFF2-40B4-BE49-F238E27FC236}">
                <a16:creationId xmlns:a16="http://schemas.microsoft.com/office/drawing/2014/main" id="{20810265-C965-4389-A209-0CB8EF81A17C}"/>
              </a:ext>
            </a:extLst>
          </p:cNvPr>
          <p:cNvSpPr>
            <a:spLocks xmlns:a="http://schemas.openxmlformats.org/drawingml/2006/main" noGrp="1"/>
          </p:cNvSpPr>
          <p:nvPr/>
        </p:nvSpPr>
        <p:spPr>
          <a:xfrm xmlns:a="http://schemas.openxmlformats.org/drawingml/2006/main">
            <a:off x="8804757" y="455997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1" name="Oval 240">
            <a:extLst xmlns:a="http://schemas.openxmlformats.org/drawingml/2006/main">
              <a:ext uri="{FF2B5EF4-FFF2-40B4-BE49-F238E27FC236}">
                <a16:creationId xmlns:a16="http://schemas.microsoft.com/office/drawing/2014/main" id="{430DB11A-0B8D-4CF6-9B7D-95A460195548}"/>
              </a:ext>
            </a:extLst>
          </p:cNvPr>
          <p:cNvSpPr>
            <a:spLocks xmlns:a="http://schemas.openxmlformats.org/drawingml/2006/main" noGrp="1"/>
          </p:cNvSpPr>
          <p:nvPr/>
        </p:nvSpPr>
        <p:spPr>
          <a:xfrm xmlns:a="http://schemas.openxmlformats.org/drawingml/2006/main">
            <a:off x="9260128" y="482405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2" name="Oval 241">
            <a:extLst xmlns:a="http://schemas.openxmlformats.org/drawingml/2006/main">
              <a:ext uri="{FF2B5EF4-FFF2-40B4-BE49-F238E27FC236}">
                <a16:creationId xmlns:a16="http://schemas.microsoft.com/office/drawing/2014/main" id="{12D65835-5927-4360-996D-7DF82B3BE78F}"/>
              </a:ext>
            </a:extLst>
          </p:cNvPr>
          <p:cNvSpPr>
            <a:spLocks xmlns:a="http://schemas.openxmlformats.org/drawingml/2006/main" noGrp="1"/>
          </p:cNvSpPr>
          <p:nvPr/>
        </p:nvSpPr>
        <p:spPr>
          <a:xfrm xmlns:a="http://schemas.openxmlformats.org/drawingml/2006/main">
            <a:off x="9715500" y="4974930"/>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3" name="TextBox 242">
            <a:extLst xmlns:a="http://schemas.openxmlformats.org/drawingml/2006/main">
              <a:ext uri="{FF2B5EF4-FFF2-40B4-BE49-F238E27FC236}">
                <a16:creationId xmlns:a16="http://schemas.microsoft.com/office/drawing/2014/main" id="{7B8300C9-95BF-41FC-BFBB-428B586DB391}"/>
              </a:ext>
            </a:extLst>
          </p:cNvPr>
          <p:cNvSpPr>
            <a:spLocks xmlns:a="http://schemas.openxmlformats.org/drawingml/2006/main" noGrp="1"/>
          </p:cNvSpPr>
          <p:nvPr/>
        </p:nvSpPr>
        <p:spPr>
          <a:xfrm xmlns:a="http://schemas.openxmlformats.org/drawingml/2006/main">
            <a:off x="777240" y="5961888"/>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每秒记录的次数变多；数据量也会随之增加。</a:t>
            </a:r>
          </a:p>
        </p:txBody>
      </p:sp>
      <p:sp>
        <p:nvSpPr>
          <p:cNvPr id="7" name="TextBox 6">
            <a:extLst xmlns:a="http://schemas.openxmlformats.org/drawingml/2006/main">
              <a:ext uri="{FF2B5EF4-FFF2-40B4-BE49-F238E27FC236}">
                <a16:creationId xmlns:a16="http://schemas.microsoft.com/office/drawing/2014/main" id="{E771F6E9-7B71-4E2B-8AAA-8002B72C2F7D}"/>
              </a:ext>
            </a:extLst>
          </p:cNvPr>
          <p:cNvSpPr>
            <a:spLocks xmlns:a="http://schemas.openxmlformats.org/drawingml/2006/main" noGrp="1"/>
          </p:cNvSpPr>
          <p:nvPr/>
        </p:nvSpPr>
        <p:spPr>
          <a:xfrm xmlns:a="http://schemas.openxmlformats.org/drawingml/2006/main">
            <a:off x="609600" y="1857375"/>
            <a:ext cx="47625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120" name="TextBox 119">
            <a:extLst xmlns:a="http://schemas.openxmlformats.org/drawingml/2006/main">
              <a:ext uri="{FF2B5EF4-FFF2-40B4-BE49-F238E27FC236}">
                <a16:creationId xmlns:a16="http://schemas.microsoft.com/office/drawing/2014/main" id="{6D8C05CB-C70F-40A6-9732-CD82DC1CAD11}"/>
              </a:ext>
            </a:extLst>
          </p:cNvPr>
          <p:cNvSpPr>
            <a:spLocks xmlns:a="http://schemas.openxmlformats.org/drawingml/2006/main" noGrp="1"/>
          </p:cNvSpPr>
          <p:nvPr/>
        </p:nvSpPr>
        <p:spPr>
          <a:xfrm xmlns:a="http://schemas.openxmlformats.org/drawingml/2006/main">
            <a:off x="609600" y="3943350"/>
            <a:ext cx="47625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ADA5E3B5-1AD6-45C0-9362-CF61C8CEEC29}"/>
              </a:ext>
            </a:extLst>
          </p:cNvPr>
          <p:cNvSpPr>
            <a:spLocks xmlns:a="http://schemas.openxmlformats.org/drawingml/2006/main" noGrp="1"/>
          </p:cNvSpPr>
          <p:nvPr/>
        </p:nvSpPr>
        <p:spPr>
          <a:xfrm xmlns:a="http://schemas.openxmlformats.org/drawingml/2006/main">
            <a:off x="9838944" y="2551176"/>
            <a:ext cx="822960" cy="24384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
        <p:nvSpPr>
          <p:cNvPr id="121" name="TextBox 120">
            <a:extLst xmlns:a="http://schemas.openxmlformats.org/drawingml/2006/main">
              <a:ext uri="{FF2B5EF4-FFF2-40B4-BE49-F238E27FC236}">
                <a16:creationId xmlns:a16="http://schemas.microsoft.com/office/drawing/2014/main" id="{532EEF87-F505-4AEF-A595-9916F31CA740}"/>
              </a:ext>
            </a:extLst>
          </p:cNvPr>
          <p:cNvSpPr>
            <a:spLocks xmlns:a="http://schemas.openxmlformats.org/drawingml/2006/main" noGrp="1"/>
          </p:cNvSpPr>
          <p:nvPr/>
        </p:nvSpPr>
        <p:spPr>
          <a:xfrm xmlns:a="http://schemas.openxmlformats.org/drawingml/2006/main">
            <a:off x="9838944" y="4654296"/>
            <a:ext cx="822960" cy="24384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Tree>
    <p:extLst>
      <p:ext uri="{BB962C8B-B14F-4D97-AF65-F5344CB8AC3E}">
        <p14:creationId xmlns:p14="http://schemas.microsoft.com/office/powerpoint/2010/main" val="18438795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8F63B3CB-DFFF-4DDF-8228-33888C939C74}"/>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250B9D5-9D43-4695-9B56-E9409B720D78}"/>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67CB0D36-B455-4655-8169-EB1F0B388D02}"/>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采样值可能是3.71，怎样记录？</a:t>
            </a:r>
          </a:p>
        </p:txBody>
      </p:sp>
      <p:sp>
        <p:nvSpPr>
          <p:cNvPr id="5" name="Connector 4">
            <a:extLst xmlns:a="http://schemas.openxmlformats.org/drawingml/2006/main">
              <a:ext uri="{FF2B5EF4-FFF2-40B4-BE49-F238E27FC236}">
                <a16:creationId xmlns:a16="http://schemas.microsoft.com/office/drawing/2014/main" id="{916D2BBF-DFAD-48DE-BB13-363727F95368}"/>
              </a:ext>
            </a:extLst>
          </p:cNvPr>
          <p:cNvSpPr>
            <a:spLocks xmlns:a="http://schemas.openxmlformats.org/drawingml/2006/main" noGrp="1"/>
          </p:cNvSpPr>
          <p:nvPr/>
        </p:nvSpPr>
        <p:spPr>
          <a:xfrm xmlns:a="http://schemas.openxmlformats.org/drawingml/2006/main">
            <a:off x="868680" y="3346704"/>
            <a:ext cx="10149839"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311957CE-D536-4BC8-A530-0BD3F83435D7}"/>
              </a:ext>
            </a:extLst>
          </p:cNvPr>
          <p:cNvSpPr>
            <a:spLocks xmlns:a="http://schemas.openxmlformats.org/drawingml/2006/main" noGrp="1"/>
          </p:cNvSpPr>
          <p:nvPr/>
        </p:nvSpPr>
        <p:spPr>
          <a:xfrm xmlns:a="http://schemas.openxmlformats.org/drawingml/2006/main">
            <a:off x="960120" y="1956816"/>
            <a:ext cx="0" cy="2788920"/>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1D337330-9B47-4DAD-977A-48EF2C82DA9D}"/>
              </a:ext>
            </a:extLst>
          </p:cNvPr>
          <p:cNvSpPr>
            <a:spLocks xmlns:a="http://schemas.openxmlformats.org/drawingml/2006/main" noGrp="1"/>
          </p:cNvSpPr>
          <p:nvPr/>
        </p:nvSpPr>
        <p:spPr>
          <a:xfrm xmlns:a="http://schemas.openxmlformats.org/drawingml/2006/main">
            <a:off x="987552" y="1645920"/>
            <a:ext cx="12801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55D2DE6A-CA98-4B8A-9A73-BF10E16C2FB8}"/>
              </a:ext>
            </a:extLst>
          </p:cNvPr>
          <p:cNvSpPr>
            <a:spLocks xmlns:a="http://schemas.openxmlformats.org/drawingml/2006/main" noGrp="1"/>
          </p:cNvSpPr>
          <p:nvPr/>
        </p:nvSpPr>
        <p:spPr>
          <a:xfrm xmlns:a="http://schemas.openxmlformats.org/drawingml/2006/main">
            <a:off x="10104119" y="3465576"/>
            <a:ext cx="8229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时间</a:t>
            </a:r>
          </a:p>
        </p:txBody>
      </p:sp>
      <p:sp>
        <p:nvSpPr>
          <p:cNvPr id="9" name="Connector 8">
            <a:extLst xmlns:a="http://schemas.openxmlformats.org/drawingml/2006/main">
              <a:ext uri="{FF2B5EF4-FFF2-40B4-BE49-F238E27FC236}">
                <a16:creationId xmlns:a16="http://schemas.microsoft.com/office/drawing/2014/main" id="{2D19FB13-5991-4647-AFD4-7D597EFDB3B8}"/>
              </a:ext>
            </a:extLst>
          </p:cNvPr>
          <p:cNvSpPr>
            <a:spLocks xmlns:a="http://schemas.openxmlformats.org/drawingml/2006/main" noGrp="1"/>
          </p:cNvSpPr>
          <p:nvPr/>
        </p:nvSpPr>
        <p:spPr>
          <a:xfrm xmlns:a="http://schemas.openxmlformats.org/drawingml/2006/main" flipV="1">
            <a:off x="1005840" y="3235877"/>
            <a:ext cx="93451" cy="9711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8B1BC75A-D579-4FC2-9304-9B9C89EFDF3F}"/>
              </a:ext>
            </a:extLst>
          </p:cNvPr>
          <p:cNvSpPr>
            <a:spLocks xmlns:a="http://schemas.openxmlformats.org/drawingml/2006/main" noGrp="1"/>
          </p:cNvSpPr>
          <p:nvPr/>
        </p:nvSpPr>
        <p:spPr>
          <a:xfrm xmlns:a="http://schemas.openxmlformats.org/drawingml/2006/main" flipV="1">
            <a:off x="1099291" y="3139629"/>
            <a:ext cx="93452" cy="9624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711A6D78-2BEA-45F0-B804-DF7BDE2FF2FB}"/>
              </a:ext>
            </a:extLst>
          </p:cNvPr>
          <p:cNvSpPr>
            <a:spLocks xmlns:a="http://schemas.openxmlformats.org/drawingml/2006/main" noGrp="1"/>
          </p:cNvSpPr>
          <p:nvPr/>
        </p:nvSpPr>
        <p:spPr>
          <a:xfrm xmlns:a="http://schemas.openxmlformats.org/drawingml/2006/main" flipV="1">
            <a:off x="1192743" y="3045096"/>
            <a:ext cx="93452" cy="945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AE5E96BD-36EB-48E4-BD59-BFCB517C9DC0}"/>
              </a:ext>
            </a:extLst>
          </p:cNvPr>
          <p:cNvSpPr>
            <a:spLocks xmlns:a="http://schemas.openxmlformats.org/drawingml/2006/main" noGrp="1"/>
          </p:cNvSpPr>
          <p:nvPr/>
        </p:nvSpPr>
        <p:spPr>
          <a:xfrm xmlns:a="http://schemas.openxmlformats.org/drawingml/2006/main" flipV="1">
            <a:off x="1286195" y="2953120"/>
            <a:ext cx="93451" cy="919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60F38B87-C214-47CE-A3C6-80012D956F59}"/>
              </a:ext>
            </a:extLst>
          </p:cNvPr>
          <p:cNvSpPr>
            <a:spLocks xmlns:a="http://schemas.openxmlformats.org/drawingml/2006/main" noGrp="1"/>
          </p:cNvSpPr>
          <p:nvPr/>
        </p:nvSpPr>
        <p:spPr>
          <a:xfrm xmlns:a="http://schemas.openxmlformats.org/drawingml/2006/main" flipV="1">
            <a:off x="1379646" y="2864515"/>
            <a:ext cx="93452" cy="886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76EC08F9-1686-4ECC-A440-4E2502BBD593}"/>
              </a:ext>
            </a:extLst>
          </p:cNvPr>
          <p:cNvSpPr>
            <a:spLocks xmlns:a="http://schemas.openxmlformats.org/drawingml/2006/main" noGrp="1"/>
          </p:cNvSpPr>
          <p:nvPr/>
        </p:nvSpPr>
        <p:spPr>
          <a:xfrm xmlns:a="http://schemas.openxmlformats.org/drawingml/2006/main" flipV="1">
            <a:off x="1473098" y="2780068"/>
            <a:ext cx="93452" cy="844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454E6EE6-1447-4BFC-B212-D880E059B8E4}"/>
              </a:ext>
            </a:extLst>
          </p:cNvPr>
          <p:cNvSpPr>
            <a:spLocks xmlns:a="http://schemas.openxmlformats.org/drawingml/2006/main" noGrp="1"/>
          </p:cNvSpPr>
          <p:nvPr/>
        </p:nvSpPr>
        <p:spPr>
          <a:xfrm xmlns:a="http://schemas.openxmlformats.org/drawingml/2006/main" flipV="1">
            <a:off x="1566550" y="2700528"/>
            <a:ext cx="93451" cy="7954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9C135980-464D-44C4-9B92-B1B942F65488}"/>
              </a:ext>
            </a:extLst>
          </p:cNvPr>
          <p:cNvSpPr>
            <a:spLocks xmlns:a="http://schemas.openxmlformats.org/drawingml/2006/main" noGrp="1"/>
          </p:cNvSpPr>
          <p:nvPr/>
        </p:nvSpPr>
        <p:spPr>
          <a:xfrm xmlns:a="http://schemas.openxmlformats.org/drawingml/2006/main" flipV="1">
            <a:off x="1660001" y="2626603"/>
            <a:ext cx="93452" cy="7392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3752876A-E36D-4851-AB67-66EFD520DBCB}"/>
              </a:ext>
            </a:extLst>
          </p:cNvPr>
          <p:cNvSpPr>
            <a:spLocks xmlns:a="http://schemas.openxmlformats.org/drawingml/2006/main" noGrp="1"/>
          </p:cNvSpPr>
          <p:nvPr/>
        </p:nvSpPr>
        <p:spPr>
          <a:xfrm xmlns:a="http://schemas.openxmlformats.org/drawingml/2006/main" flipV="1">
            <a:off x="1753453" y="2558948"/>
            <a:ext cx="93452" cy="6765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4C0104AC-7888-4E47-877F-628EE86AD9FB}"/>
              </a:ext>
            </a:extLst>
          </p:cNvPr>
          <p:cNvSpPr>
            <a:spLocks xmlns:a="http://schemas.openxmlformats.org/drawingml/2006/main" noGrp="1"/>
          </p:cNvSpPr>
          <p:nvPr/>
        </p:nvSpPr>
        <p:spPr>
          <a:xfrm xmlns:a="http://schemas.openxmlformats.org/drawingml/2006/main" flipV="1">
            <a:off x="1846905" y="2498163"/>
            <a:ext cx="93451" cy="6078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F35A74A7-7521-4297-A874-1B5A61F90453}"/>
              </a:ext>
            </a:extLst>
          </p:cNvPr>
          <p:cNvSpPr>
            <a:spLocks xmlns:a="http://schemas.openxmlformats.org/drawingml/2006/main" noGrp="1"/>
          </p:cNvSpPr>
          <p:nvPr/>
        </p:nvSpPr>
        <p:spPr>
          <a:xfrm xmlns:a="http://schemas.openxmlformats.org/drawingml/2006/main" flipV="1">
            <a:off x="1940356" y="2444787"/>
            <a:ext cx="93452" cy="533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13883AD0-F3C0-4081-B74C-F9230D756825}"/>
              </a:ext>
            </a:extLst>
          </p:cNvPr>
          <p:cNvSpPr>
            <a:spLocks xmlns:a="http://schemas.openxmlformats.org/drawingml/2006/main" noGrp="1"/>
          </p:cNvSpPr>
          <p:nvPr/>
        </p:nvSpPr>
        <p:spPr>
          <a:xfrm xmlns:a="http://schemas.openxmlformats.org/drawingml/2006/main" flipV="1">
            <a:off x="2033808" y="2399296"/>
            <a:ext cx="93452" cy="4549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DCF46EC5-A979-459B-A477-6B56626846BF}"/>
              </a:ext>
            </a:extLst>
          </p:cNvPr>
          <p:cNvSpPr>
            <a:spLocks xmlns:a="http://schemas.openxmlformats.org/drawingml/2006/main" noGrp="1"/>
          </p:cNvSpPr>
          <p:nvPr/>
        </p:nvSpPr>
        <p:spPr>
          <a:xfrm xmlns:a="http://schemas.openxmlformats.org/drawingml/2006/main" flipV="1">
            <a:off x="2127260" y="2362092"/>
            <a:ext cx="93451" cy="3720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223F8C8D-64AA-47E2-A3B1-6FDA3CA68B69}"/>
              </a:ext>
            </a:extLst>
          </p:cNvPr>
          <p:cNvSpPr>
            <a:spLocks xmlns:a="http://schemas.openxmlformats.org/drawingml/2006/main" noGrp="1"/>
          </p:cNvSpPr>
          <p:nvPr/>
        </p:nvSpPr>
        <p:spPr>
          <a:xfrm xmlns:a="http://schemas.openxmlformats.org/drawingml/2006/main" flipV="1">
            <a:off x="2220711" y="2333506"/>
            <a:ext cx="93452" cy="285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9834F3A5-5373-47DC-9DB9-7597A84CB30B}"/>
              </a:ext>
            </a:extLst>
          </p:cNvPr>
          <p:cNvSpPr>
            <a:spLocks xmlns:a="http://schemas.openxmlformats.org/drawingml/2006/main" noGrp="1"/>
          </p:cNvSpPr>
          <p:nvPr/>
        </p:nvSpPr>
        <p:spPr>
          <a:xfrm xmlns:a="http://schemas.openxmlformats.org/drawingml/2006/main" flipV="1">
            <a:off x="2314163" y="2313792"/>
            <a:ext cx="93452" cy="1971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085A0C69-0AE8-4A48-AA08-B09B8850D6AC}"/>
              </a:ext>
            </a:extLst>
          </p:cNvPr>
          <p:cNvSpPr>
            <a:spLocks xmlns:a="http://schemas.openxmlformats.org/drawingml/2006/main" noGrp="1"/>
          </p:cNvSpPr>
          <p:nvPr/>
        </p:nvSpPr>
        <p:spPr>
          <a:xfrm xmlns:a="http://schemas.openxmlformats.org/drawingml/2006/main" flipV="1">
            <a:off x="2407615" y="2303123"/>
            <a:ext cx="93451" cy="1066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873D8AA9-7E8D-4EE8-9A92-7338F0203277}"/>
              </a:ext>
            </a:extLst>
          </p:cNvPr>
          <p:cNvSpPr>
            <a:spLocks xmlns:a="http://schemas.openxmlformats.org/drawingml/2006/main" noGrp="1"/>
          </p:cNvSpPr>
          <p:nvPr/>
        </p:nvSpPr>
        <p:spPr>
          <a:xfrm xmlns:a="http://schemas.openxmlformats.org/drawingml/2006/main" flipV="1">
            <a:off x="2501066" y="2301596"/>
            <a:ext cx="93452" cy="152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01E7B7F6-78AC-4CF9-A854-A93AB7706172}"/>
              </a:ext>
            </a:extLst>
          </p:cNvPr>
          <p:cNvSpPr>
            <a:spLocks xmlns:a="http://schemas.openxmlformats.org/drawingml/2006/main" noGrp="1"/>
          </p:cNvSpPr>
          <p:nvPr/>
        </p:nvSpPr>
        <p:spPr>
          <a:xfrm xmlns:a="http://schemas.openxmlformats.org/drawingml/2006/main">
            <a:off x="2594518" y="2301596"/>
            <a:ext cx="93452" cy="76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8806E368-289F-4EB6-B5B2-825AB357369A}"/>
              </a:ext>
            </a:extLst>
          </p:cNvPr>
          <p:cNvSpPr>
            <a:spLocks xmlns:a="http://schemas.openxmlformats.org/drawingml/2006/main" noGrp="1"/>
          </p:cNvSpPr>
          <p:nvPr/>
        </p:nvSpPr>
        <p:spPr>
          <a:xfrm xmlns:a="http://schemas.openxmlformats.org/drawingml/2006/main">
            <a:off x="2687970" y="2309224"/>
            <a:ext cx="93451" cy="1671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18C88E08-0B45-4515-81BE-996D64004B68}"/>
              </a:ext>
            </a:extLst>
          </p:cNvPr>
          <p:cNvSpPr>
            <a:spLocks xmlns:a="http://schemas.openxmlformats.org/drawingml/2006/main" noGrp="1"/>
          </p:cNvSpPr>
          <p:nvPr/>
        </p:nvSpPr>
        <p:spPr>
          <a:xfrm xmlns:a="http://schemas.openxmlformats.org/drawingml/2006/main">
            <a:off x="2781421" y="2325939"/>
            <a:ext cx="93452" cy="2565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634DFA69-8A6E-4DF7-B2BE-841DA53CF095}"/>
              </a:ext>
            </a:extLst>
          </p:cNvPr>
          <p:cNvSpPr>
            <a:spLocks xmlns:a="http://schemas.openxmlformats.org/drawingml/2006/main" noGrp="1"/>
          </p:cNvSpPr>
          <p:nvPr/>
        </p:nvSpPr>
        <p:spPr>
          <a:xfrm xmlns:a="http://schemas.openxmlformats.org/drawingml/2006/main">
            <a:off x="2874873" y="2351592"/>
            <a:ext cx="93452" cy="3436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0AF093DC-1EC3-4617-82EE-9C24462C6D27}"/>
              </a:ext>
            </a:extLst>
          </p:cNvPr>
          <p:cNvSpPr>
            <a:spLocks xmlns:a="http://schemas.openxmlformats.org/drawingml/2006/main" noGrp="1"/>
          </p:cNvSpPr>
          <p:nvPr/>
        </p:nvSpPr>
        <p:spPr>
          <a:xfrm xmlns:a="http://schemas.openxmlformats.org/drawingml/2006/main">
            <a:off x="2968325" y="2385956"/>
            <a:ext cx="93451" cy="4277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99EF7571-047D-4262-AE99-6766056682F6}"/>
              </a:ext>
            </a:extLst>
          </p:cNvPr>
          <p:cNvSpPr>
            <a:spLocks xmlns:a="http://schemas.openxmlformats.org/drawingml/2006/main" noGrp="1"/>
          </p:cNvSpPr>
          <p:nvPr/>
        </p:nvSpPr>
        <p:spPr>
          <a:xfrm xmlns:a="http://schemas.openxmlformats.org/drawingml/2006/main">
            <a:off x="3061776" y="2428726"/>
            <a:ext cx="93452" cy="507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73158CB4-02A6-498E-A1BA-7B15EB241C80}"/>
              </a:ext>
            </a:extLst>
          </p:cNvPr>
          <p:cNvSpPr>
            <a:spLocks xmlns:a="http://schemas.openxmlformats.org/drawingml/2006/main" noGrp="1"/>
          </p:cNvSpPr>
          <p:nvPr/>
        </p:nvSpPr>
        <p:spPr>
          <a:xfrm xmlns:a="http://schemas.openxmlformats.org/drawingml/2006/main">
            <a:off x="3155228" y="2479523"/>
            <a:ext cx="93452" cy="583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060FFA68-D05F-4DA4-9122-988EEB348AA7}"/>
              </a:ext>
            </a:extLst>
          </p:cNvPr>
          <p:cNvSpPr>
            <a:spLocks xmlns:a="http://schemas.openxmlformats.org/drawingml/2006/main" noGrp="1"/>
          </p:cNvSpPr>
          <p:nvPr/>
        </p:nvSpPr>
        <p:spPr>
          <a:xfrm xmlns:a="http://schemas.openxmlformats.org/drawingml/2006/main">
            <a:off x="3248680" y="2537895"/>
            <a:ext cx="93452" cy="6542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8C6D75D3-433F-429F-90FB-0E577CB5CFAD}"/>
              </a:ext>
            </a:extLst>
          </p:cNvPr>
          <p:cNvSpPr>
            <a:spLocks xmlns:a="http://schemas.openxmlformats.org/drawingml/2006/main" noGrp="1"/>
          </p:cNvSpPr>
          <p:nvPr/>
        </p:nvSpPr>
        <p:spPr>
          <a:xfrm xmlns:a="http://schemas.openxmlformats.org/drawingml/2006/main">
            <a:off x="3342132" y="2603324"/>
            <a:ext cx="93451" cy="719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89E30619-FD20-42F1-B804-467382A2B13D}"/>
              </a:ext>
            </a:extLst>
          </p:cNvPr>
          <p:cNvSpPr>
            <a:spLocks xmlns:a="http://schemas.openxmlformats.org/drawingml/2006/main" noGrp="1"/>
          </p:cNvSpPr>
          <p:nvPr/>
        </p:nvSpPr>
        <p:spPr>
          <a:xfrm xmlns:a="http://schemas.openxmlformats.org/drawingml/2006/main">
            <a:off x="3435583" y="2675229"/>
            <a:ext cx="93452" cy="7774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0CB3F36F-8B70-4E10-B1C1-2054F7EEB919}"/>
              </a:ext>
            </a:extLst>
          </p:cNvPr>
          <p:cNvSpPr>
            <a:spLocks xmlns:a="http://schemas.openxmlformats.org/drawingml/2006/main" noGrp="1"/>
          </p:cNvSpPr>
          <p:nvPr/>
        </p:nvSpPr>
        <p:spPr>
          <a:xfrm xmlns:a="http://schemas.openxmlformats.org/drawingml/2006/main">
            <a:off x="3529035" y="2752973"/>
            <a:ext cx="93452" cy="828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7DDFDC78-B1F0-42CA-9F11-EFBCE43A109A}"/>
              </a:ext>
            </a:extLst>
          </p:cNvPr>
          <p:cNvSpPr>
            <a:spLocks xmlns:a="http://schemas.openxmlformats.org/drawingml/2006/main" noGrp="1"/>
          </p:cNvSpPr>
          <p:nvPr/>
        </p:nvSpPr>
        <p:spPr>
          <a:xfrm xmlns:a="http://schemas.openxmlformats.org/drawingml/2006/main">
            <a:off x="3622487" y="2835866"/>
            <a:ext cx="93451" cy="8730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5FD34E45-F7AC-409D-8319-329DC984DCAF}"/>
              </a:ext>
            </a:extLst>
          </p:cNvPr>
          <p:cNvSpPr>
            <a:spLocks xmlns:a="http://schemas.openxmlformats.org/drawingml/2006/main" noGrp="1"/>
          </p:cNvSpPr>
          <p:nvPr/>
        </p:nvSpPr>
        <p:spPr>
          <a:xfrm xmlns:a="http://schemas.openxmlformats.org/drawingml/2006/main">
            <a:off x="3715938" y="2923170"/>
            <a:ext cx="93452" cy="9094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490156CF-E1AE-494E-B14D-6872EF36C60E}"/>
              </a:ext>
            </a:extLst>
          </p:cNvPr>
          <p:cNvSpPr>
            <a:spLocks xmlns:a="http://schemas.openxmlformats.org/drawingml/2006/main" noGrp="1"/>
          </p:cNvSpPr>
          <p:nvPr/>
        </p:nvSpPr>
        <p:spPr>
          <a:xfrm xmlns:a="http://schemas.openxmlformats.org/drawingml/2006/main">
            <a:off x="3809390" y="3014113"/>
            <a:ext cx="93452" cy="937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25E06554-CCC8-47C2-A37B-EE76FA9A423A}"/>
              </a:ext>
            </a:extLst>
          </p:cNvPr>
          <p:cNvSpPr>
            <a:spLocks xmlns:a="http://schemas.openxmlformats.org/drawingml/2006/main" noGrp="1"/>
          </p:cNvSpPr>
          <p:nvPr/>
        </p:nvSpPr>
        <p:spPr>
          <a:xfrm xmlns:a="http://schemas.openxmlformats.org/drawingml/2006/main">
            <a:off x="3902842" y="3107885"/>
            <a:ext cx="93451" cy="9577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7A15D774-F5AD-4EDB-8F90-DC865CE8DB81}"/>
              </a:ext>
            </a:extLst>
          </p:cNvPr>
          <p:cNvSpPr>
            <a:spLocks xmlns:a="http://schemas.openxmlformats.org/drawingml/2006/main" noGrp="1"/>
          </p:cNvSpPr>
          <p:nvPr/>
        </p:nvSpPr>
        <p:spPr>
          <a:xfrm xmlns:a="http://schemas.openxmlformats.org/drawingml/2006/main">
            <a:off x="3996293" y="3203656"/>
            <a:ext cx="93452" cy="9691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80BF939D-67C6-44CE-A5C5-12BCB4728D89}"/>
              </a:ext>
            </a:extLst>
          </p:cNvPr>
          <p:cNvSpPr>
            <a:spLocks xmlns:a="http://schemas.openxmlformats.org/drawingml/2006/main" noGrp="1"/>
          </p:cNvSpPr>
          <p:nvPr/>
        </p:nvSpPr>
        <p:spPr>
          <a:xfrm xmlns:a="http://schemas.openxmlformats.org/drawingml/2006/main">
            <a:off x="4089745" y="3300575"/>
            <a:ext cx="93452" cy="9720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588D2224-C98F-46FF-BD7F-0DBEA8B1C07F}"/>
              </a:ext>
            </a:extLst>
          </p:cNvPr>
          <p:cNvSpPr>
            <a:spLocks xmlns:a="http://schemas.openxmlformats.org/drawingml/2006/main" noGrp="1"/>
          </p:cNvSpPr>
          <p:nvPr/>
        </p:nvSpPr>
        <p:spPr>
          <a:xfrm xmlns:a="http://schemas.openxmlformats.org/drawingml/2006/main">
            <a:off x="4183197" y="3397781"/>
            <a:ext cx="93451" cy="9663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898BBC94-4801-4CE7-85AE-CB864D3A00D6}"/>
              </a:ext>
            </a:extLst>
          </p:cNvPr>
          <p:cNvSpPr>
            <a:spLocks xmlns:a="http://schemas.openxmlformats.org/drawingml/2006/main" noGrp="1"/>
          </p:cNvSpPr>
          <p:nvPr/>
        </p:nvSpPr>
        <p:spPr>
          <a:xfrm xmlns:a="http://schemas.openxmlformats.org/drawingml/2006/main">
            <a:off x="4276648" y="3494412"/>
            <a:ext cx="93452" cy="951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549484E4-27E8-4A82-AE19-60BBB8BB074D}"/>
              </a:ext>
            </a:extLst>
          </p:cNvPr>
          <p:cNvSpPr>
            <a:spLocks xmlns:a="http://schemas.openxmlformats.org/drawingml/2006/main" noGrp="1"/>
          </p:cNvSpPr>
          <p:nvPr/>
        </p:nvSpPr>
        <p:spPr>
          <a:xfrm xmlns:a="http://schemas.openxmlformats.org/drawingml/2006/main">
            <a:off x="4370100" y="3589611"/>
            <a:ext cx="93452" cy="929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2C55ACA4-5B96-4B08-BFEF-24DA7ACB6E76}"/>
              </a:ext>
            </a:extLst>
          </p:cNvPr>
          <p:cNvSpPr>
            <a:spLocks xmlns:a="http://schemas.openxmlformats.org/drawingml/2006/main" noGrp="1"/>
          </p:cNvSpPr>
          <p:nvPr/>
        </p:nvSpPr>
        <p:spPr>
          <a:xfrm xmlns:a="http://schemas.openxmlformats.org/drawingml/2006/main">
            <a:off x="4463552" y="3682531"/>
            <a:ext cx="93451" cy="8981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2AFEAAF8-0AB8-4032-AFF6-C8EA57939E36}"/>
              </a:ext>
            </a:extLst>
          </p:cNvPr>
          <p:cNvSpPr>
            <a:spLocks xmlns:a="http://schemas.openxmlformats.org/drawingml/2006/main" noGrp="1"/>
          </p:cNvSpPr>
          <p:nvPr/>
        </p:nvSpPr>
        <p:spPr>
          <a:xfrm xmlns:a="http://schemas.openxmlformats.org/drawingml/2006/main">
            <a:off x="4557003" y="3772349"/>
            <a:ext cx="93452" cy="8591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6CC1A466-76BF-4D93-8F78-14B9BF477EF4}"/>
              </a:ext>
            </a:extLst>
          </p:cNvPr>
          <p:cNvSpPr>
            <a:spLocks xmlns:a="http://schemas.openxmlformats.org/drawingml/2006/main" noGrp="1"/>
          </p:cNvSpPr>
          <p:nvPr/>
        </p:nvSpPr>
        <p:spPr>
          <a:xfrm xmlns:a="http://schemas.openxmlformats.org/drawingml/2006/main">
            <a:off x="4650455" y="3858268"/>
            <a:ext cx="93452" cy="8125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84EEDC7D-56E3-48E7-8C02-1DF4B9FC1540}"/>
              </a:ext>
            </a:extLst>
          </p:cNvPr>
          <p:cNvSpPr>
            <a:spLocks xmlns:a="http://schemas.openxmlformats.org/drawingml/2006/main" noGrp="1"/>
          </p:cNvSpPr>
          <p:nvPr/>
        </p:nvSpPr>
        <p:spPr>
          <a:xfrm xmlns:a="http://schemas.openxmlformats.org/drawingml/2006/main">
            <a:off x="4743907" y="3939523"/>
            <a:ext cx="93451" cy="758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90BB1D4B-3E22-45EA-8277-79A3095CC16E}"/>
              </a:ext>
            </a:extLst>
          </p:cNvPr>
          <p:cNvSpPr>
            <a:spLocks xmlns:a="http://schemas.openxmlformats.org/drawingml/2006/main" noGrp="1"/>
          </p:cNvSpPr>
          <p:nvPr/>
        </p:nvSpPr>
        <p:spPr>
          <a:xfrm xmlns:a="http://schemas.openxmlformats.org/drawingml/2006/main">
            <a:off x="4837358" y="4015395"/>
            <a:ext cx="93452" cy="6981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EAC78239-787A-44FB-8B73-438995BC0D3D}"/>
              </a:ext>
            </a:extLst>
          </p:cNvPr>
          <p:cNvSpPr>
            <a:spLocks xmlns:a="http://schemas.openxmlformats.org/drawingml/2006/main" noGrp="1"/>
          </p:cNvSpPr>
          <p:nvPr/>
        </p:nvSpPr>
        <p:spPr>
          <a:xfrm xmlns:a="http://schemas.openxmlformats.org/drawingml/2006/main">
            <a:off x="4930810" y="4085211"/>
            <a:ext cx="93452" cy="6313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DB8BC81D-44AD-4E81-BA2A-6643BAE8DC4D}"/>
              </a:ext>
            </a:extLst>
          </p:cNvPr>
          <p:cNvSpPr>
            <a:spLocks xmlns:a="http://schemas.openxmlformats.org/drawingml/2006/main" noGrp="1"/>
          </p:cNvSpPr>
          <p:nvPr/>
        </p:nvSpPr>
        <p:spPr>
          <a:xfrm xmlns:a="http://schemas.openxmlformats.org/drawingml/2006/main">
            <a:off x="5024262" y="4148349"/>
            <a:ext cx="93451" cy="559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EECFE533-3731-4538-9BB1-A2FFA0B987FE}"/>
              </a:ext>
            </a:extLst>
          </p:cNvPr>
          <p:cNvSpPr>
            <a:spLocks xmlns:a="http://schemas.openxmlformats.org/drawingml/2006/main" noGrp="1"/>
          </p:cNvSpPr>
          <p:nvPr/>
        </p:nvSpPr>
        <p:spPr>
          <a:xfrm xmlns:a="http://schemas.openxmlformats.org/drawingml/2006/main">
            <a:off x="5117713" y="4204250"/>
            <a:ext cx="93452" cy="4816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FFFB7EEE-4A0A-43E5-9BE6-85775E8599D5}"/>
              </a:ext>
            </a:extLst>
          </p:cNvPr>
          <p:cNvSpPr>
            <a:spLocks xmlns:a="http://schemas.openxmlformats.org/drawingml/2006/main" noGrp="1"/>
          </p:cNvSpPr>
          <p:nvPr/>
        </p:nvSpPr>
        <p:spPr>
          <a:xfrm xmlns:a="http://schemas.openxmlformats.org/drawingml/2006/main">
            <a:off x="5211165" y="4252417"/>
            <a:ext cx="93452" cy="400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FFFE7BB8-755E-4A9B-88C8-E4F422B1665E}"/>
              </a:ext>
            </a:extLst>
          </p:cNvPr>
          <p:cNvSpPr>
            <a:spLocks xmlns:a="http://schemas.openxmlformats.org/drawingml/2006/main" noGrp="1"/>
          </p:cNvSpPr>
          <p:nvPr/>
        </p:nvSpPr>
        <p:spPr>
          <a:xfrm xmlns:a="http://schemas.openxmlformats.org/drawingml/2006/main">
            <a:off x="5304617" y="4292424"/>
            <a:ext cx="93451" cy="3149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C8CF62C5-833F-44C4-89CC-5238445C91CB}"/>
              </a:ext>
            </a:extLst>
          </p:cNvPr>
          <p:cNvSpPr>
            <a:spLocks xmlns:a="http://schemas.openxmlformats.org/drawingml/2006/main" noGrp="1"/>
          </p:cNvSpPr>
          <p:nvPr/>
        </p:nvSpPr>
        <p:spPr>
          <a:xfrm xmlns:a="http://schemas.openxmlformats.org/drawingml/2006/main">
            <a:off x="5398068" y="4323915"/>
            <a:ext cx="93452" cy="226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4E19778F-C4D2-4B14-819F-03A362E0C4C0}"/>
              </a:ext>
            </a:extLst>
          </p:cNvPr>
          <p:cNvSpPr>
            <a:spLocks xmlns:a="http://schemas.openxmlformats.org/drawingml/2006/main" noGrp="1"/>
          </p:cNvSpPr>
          <p:nvPr/>
        </p:nvSpPr>
        <p:spPr>
          <a:xfrm xmlns:a="http://schemas.openxmlformats.org/drawingml/2006/main">
            <a:off x="5491520" y="4346610"/>
            <a:ext cx="93452" cy="1369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2698175D-F66E-4923-AE37-D8C1B2CD444F}"/>
              </a:ext>
            </a:extLst>
          </p:cNvPr>
          <p:cNvSpPr>
            <a:spLocks xmlns:a="http://schemas.openxmlformats.org/drawingml/2006/main" noGrp="1"/>
          </p:cNvSpPr>
          <p:nvPr/>
        </p:nvSpPr>
        <p:spPr>
          <a:xfrm xmlns:a="http://schemas.openxmlformats.org/drawingml/2006/main">
            <a:off x="5584972" y="4360308"/>
            <a:ext cx="93452" cy="45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518A2122-05E1-459C-B8D9-BCD9ECE380BF}"/>
              </a:ext>
            </a:extLst>
          </p:cNvPr>
          <p:cNvSpPr>
            <a:spLocks xmlns:a="http://schemas.openxmlformats.org/drawingml/2006/main" noGrp="1"/>
          </p:cNvSpPr>
          <p:nvPr/>
        </p:nvSpPr>
        <p:spPr>
          <a:xfrm xmlns:a="http://schemas.openxmlformats.org/drawingml/2006/main" flipV="1">
            <a:off x="5678424" y="4360308"/>
            <a:ext cx="93451" cy="45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DF0C072C-893A-4D12-9397-E68013FD9FDD}"/>
              </a:ext>
            </a:extLst>
          </p:cNvPr>
          <p:cNvSpPr>
            <a:spLocks xmlns:a="http://schemas.openxmlformats.org/drawingml/2006/main" noGrp="1"/>
          </p:cNvSpPr>
          <p:nvPr/>
        </p:nvSpPr>
        <p:spPr>
          <a:xfrm xmlns:a="http://schemas.openxmlformats.org/drawingml/2006/main" flipV="1">
            <a:off x="5771875" y="4346610"/>
            <a:ext cx="93452" cy="1369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CEC103A2-111D-466F-8372-2E104A8BCC99}"/>
              </a:ext>
            </a:extLst>
          </p:cNvPr>
          <p:cNvSpPr>
            <a:spLocks xmlns:a="http://schemas.openxmlformats.org/drawingml/2006/main" noGrp="1"/>
          </p:cNvSpPr>
          <p:nvPr/>
        </p:nvSpPr>
        <p:spPr>
          <a:xfrm xmlns:a="http://schemas.openxmlformats.org/drawingml/2006/main" flipV="1">
            <a:off x="5865327" y="4323915"/>
            <a:ext cx="93452" cy="226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866F1047-FEE0-40C3-92F0-9DC958E2C1FD}"/>
              </a:ext>
            </a:extLst>
          </p:cNvPr>
          <p:cNvSpPr>
            <a:spLocks xmlns:a="http://schemas.openxmlformats.org/drawingml/2006/main" noGrp="1"/>
          </p:cNvSpPr>
          <p:nvPr/>
        </p:nvSpPr>
        <p:spPr>
          <a:xfrm xmlns:a="http://schemas.openxmlformats.org/drawingml/2006/main" flipV="1">
            <a:off x="5958779" y="4292424"/>
            <a:ext cx="93451" cy="3149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596438DB-54C3-4CFD-A1E1-C097DE721BDD}"/>
              </a:ext>
            </a:extLst>
          </p:cNvPr>
          <p:cNvSpPr>
            <a:spLocks xmlns:a="http://schemas.openxmlformats.org/drawingml/2006/main" noGrp="1"/>
          </p:cNvSpPr>
          <p:nvPr/>
        </p:nvSpPr>
        <p:spPr>
          <a:xfrm xmlns:a="http://schemas.openxmlformats.org/drawingml/2006/main" flipV="1">
            <a:off x="6052230" y="4252417"/>
            <a:ext cx="93452" cy="400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BD21E20F-C70B-4783-80C2-2BFB49C0FB1B}"/>
              </a:ext>
            </a:extLst>
          </p:cNvPr>
          <p:cNvSpPr>
            <a:spLocks xmlns:a="http://schemas.openxmlformats.org/drawingml/2006/main" noGrp="1"/>
          </p:cNvSpPr>
          <p:nvPr/>
        </p:nvSpPr>
        <p:spPr>
          <a:xfrm xmlns:a="http://schemas.openxmlformats.org/drawingml/2006/main" flipV="1">
            <a:off x="6145682" y="4204250"/>
            <a:ext cx="93452" cy="4816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ED83F01F-C7A1-4501-8B8A-D0523484C9BC}"/>
              </a:ext>
            </a:extLst>
          </p:cNvPr>
          <p:cNvSpPr>
            <a:spLocks xmlns:a="http://schemas.openxmlformats.org/drawingml/2006/main" noGrp="1"/>
          </p:cNvSpPr>
          <p:nvPr/>
        </p:nvSpPr>
        <p:spPr>
          <a:xfrm xmlns:a="http://schemas.openxmlformats.org/drawingml/2006/main" flipV="1">
            <a:off x="6239134" y="4148349"/>
            <a:ext cx="93451" cy="559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9E7143FF-919E-48BD-9D9E-C9A57BE9B11D}"/>
              </a:ext>
            </a:extLst>
          </p:cNvPr>
          <p:cNvSpPr>
            <a:spLocks xmlns:a="http://schemas.openxmlformats.org/drawingml/2006/main" noGrp="1"/>
          </p:cNvSpPr>
          <p:nvPr/>
        </p:nvSpPr>
        <p:spPr>
          <a:xfrm xmlns:a="http://schemas.openxmlformats.org/drawingml/2006/main" flipV="1">
            <a:off x="6332585" y="4085211"/>
            <a:ext cx="93452" cy="6313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52569EB2-AA90-4F40-ABF7-8F27527EAB2F}"/>
              </a:ext>
            </a:extLst>
          </p:cNvPr>
          <p:cNvSpPr>
            <a:spLocks xmlns:a="http://schemas.openxmlformats.org/drawingml/2006/main" noGrp="1"/>
          </p:cNvSpPr>
          <p:nvPr/>
        </p:nvSpPr>
        <p:spPr>
          <a:xfrm xmlns:a="http://schemas.openxmlformats.org/drawingml/2006/main" flipV="1">
            <a:off x="6426037" y="4015395"/>
            <a:ext cx="93452" cy="6981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FC5BA45F-7DE8-47BF-AF54-B9BBA874085F}"/>
              </a:ext>
            </a:extLst>
          </p:cNvPr>
          <p:cNvSpPr>
            <a:spLocks xmlns:a="http://schemas.openxmlformats.org/drawingml/2006/main" noGrp="1"/>
          </p:cNvSpPr>
          <p:nvPr/>
        </p:nvSpPr>
        <p:spPr>
          <a:xfrm xmlns:a="http://schemas.openxmlformats.org/drawingml/2006/main" flipV="1">
            <a:off x="6519489" y="3939523"/>
            <a:ext cx="93451" cy="758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D5D16AF8-0613-431E-B86F-C8C2286E2878}"/>
              </a:ext>
            </a:extLst>
          </p:cNvPr>
          <p:cNvSpPr>
            <a:spLocks xmlns:a="http://schemas.openxmlformats.org/drawingml/2006/main" noGrp="1"/>
          </p:cNvSpPr>
          <p:nvPr/>
        </p:nvSpPr>
        <p:spPr>
          <a:xfrm xmlns:a="http://schemas.openxmlformats.org/drawingml/2006/main" flipV="1">
            <a:off x="6612940" y="3858268"/>
            <a:ext cx="93452" cy="8125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B50AC59B-F48E-480D-A64C-2B546844D950}"/>
              </a:ext>
            </a:extLst>
          </p:cNvPr>
          <p:cNvSpPr>
            <a:spLocks xmlns:a="http://schemas.openxmlformats.org/drawingml/2006/main" noGrp="1"/>
          </p:cNvSpPr>
          <p:nvPr/>
        </p:nvSpPr>
        <p:spPr>
          <a:xfrm xmlns:a="http://schemas.openxmlformats.org/drawingml/2006/main" flipV="1">
            <a:off x="6706392" y="3772349"/>
            <a:ext cx="93452" cy="8591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E5CD5E11-9F25-4BCA-91AC-141CB2B5FE11}"/>
              </a:ext>
            </a:extLst>
          </p:cNvPr>
          <p:cNvSpPr>
            <a:spLocks xmlns:a="http://schemas.openxmlformats.org/drawingml/2006/main" noGrp="1"/>
          </p:cNvSpPr>
          <p:nvPr/>
        </p:nvSpPr>
        <p:spPr>
          <a:xfrm xmlns:a="http://schemas.openxmlformats.org/drawingml/2006/main" flipV="1">
            <a:off x="6799844" y="3682531"/>
            <a:ext cx="93451" cy="8981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664550E4-1A09-46CB-922F-B12D66A4B7C8}"/>
              </a:ext>
            </a:extLst>
          </p:cNvPr>
          <p:cNvSpPr>
            <a:spLocks xmlns:a="http://schemas.openxmlformats.org/drawingml/2006/main" noGrp="1"/>
          </p:cNvSpPr>
          <p:nvPr/>
        </p:nvSpPr>
        <p:spPr>
          <a:xfrm xmlns:a="http://schemas.openxmlformats.org/drawingml/2006/main" flipV="1">
            <a:off x="6893295" y="3589611"/>
            <a:ext cx="93452" cy="929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24AB281F-0E9B-43A5-9592-1AD78C9A62CF}"/>
              </a:ext>
            </a:extLst>
          </p:cNvPr>
          <p:cNvSpPr>
            <a:spLocks xmlns:a="http://schemas.openxmlformats.org/drawingml/2006/main" noGrp="1"/>
          </p:cNvSpPr>
          <p:nvPr/>
        </p:nvSpPr>
        <p:spPr>
          <a:xfrm xmlns:a="http://schemas.openxmlformats.org/drawingml/2006/main" flipV="1">
            <a:off x="6986747" y="3494412"/>
            <a:ext cx="93452" cy="951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6F4F9A19-4220-44BE-B290-9CC63390D4FC}"/>
              </a:ext>
            </a:extLst>
          </p:cNvPr>
          <p:cNvSpPr>
            <a:spLocks xmlns:a="http://schemas.openxmlformats.org/drawingml/2006/main" noGrp="1"/>
          </p:cNvSpPr>
          <p:nvPr/>
        </p:nvSpPr>
        <p:spPr>
          <a:xfrm xmlns:a="http://schemas.openxmlformats.org/drawingml/2006/main" flipV="1">
            <a:off x="7080199" y="3397781"/>
            <a:ext cx="93451" cy="9663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2DFB97D3-E2F3-4419-9FA1-7C1CC7714297}"/>
              </a:ext>
            </a:extLst>
          </p:cNvPr>
          <p:cNvSpPr>
            <a:spLocks xmlns:a="http://schemas.openxmlformats.org/drawingml/2006/main" noGrp="1"/>
          </p:cNvSpPr>
          <p:nvPr/>
        </p:nvSpPr>
        <p:spPr>
          <a:xfrm xmlns:a="http://schemas.openxmlformats.org/drawingml/2006/main" flipV="1">
            <a:off x="7173650" y="3300575"/>
            <a:ext cx="93452" cy="9720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0051D925-59F7-47E8-994B-BF4EA382BA19}"/>
              </a:ext>
            </a:extLst>
          </p:cNvPr>
          <p:cNvSpPr>
            <a:spLocks xmlns:a="http://schemas.openxmlformats.org/drawingml/2006/main" noGrp="1"/>
          </p:cNvSpPr>
          <p:nvPr/>
        </p:nvSpPr>
        <p:spPr>
          <a:xfrm xmlns:a="http://schemas.openxmlformats.org/drawingml/2006/main" flipV="1">
            <a:off x="7267102" y="3203656"/>
            <a:ext cx="93452" cy="9691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3F8C9E73-FA1F-4A7C-BCAF-52D526E40B62}"/>
              </a:ext>
            </a:extLst>
          </p:cNvPr>
          <p:cNvSpPr>
            <a:spLocks xmlns:a="http://schemas.openxmlformats.org/drawingml/2006/main" noGrp="1"/>
          </p:cNvSpPr>
          <p:nvPr/>
        </p:nvSpPr>
        <p:spPr>
          <a:xfrm xmlns:a="http://schemas.openxmlformats.org/drawingml/2006/main" flipV="1">
            <a:off x="7360554" y="3107885"/>
            <a:ext cx="93451" cy="9577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1C7E8E6C-60C4-44DB-9743-2CD4032FBF12}"/>
              </a:ext>
            </a:extLst>
          </p:cNvPr>
          <p:cNvSpPr>
            <a:spLocks xmlns:a="http://schemas.openxmlformats.org/drawingml/2006/main" noGrp="1"/>
          </p:cNvSpPr>
          <p:nvPr/>
        </p:nvSpPr>
        <p:spPr>
          <a:xfrm xmlns:a="http://schemas.openxmlformats.org/drawingml/2006/main" flipV="1">
            <a:off x="7454005" y="3014113"/>
            <a:ext cx="93452" cy="937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76902830-BBCC-441B-B293-69C6A26439DC}"/>
              </a:ext>
            </a:extLst>
          </p:cNvPr>
          <p:cNvSpPr>
            <a:spLocks xmlns:a="http://schemas.openxmlformats.org/drawingml/2006/main" noGrp="1"/>
          </p:cNvSpPr>
          <p:nvPr/>
        </p:nvSpPr>
        <p:spPr>
          <a:xfrm xmlns:a="http://schemas.openxmlformats.org/drawingml/2006/main" flipV="1">
            <a:off x="7547457" y="2923170"/>
            <a:ext cx="93452" cy="9094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FFE37DC8-A7A3-4B3C-A921-198CEF57CB93}"/>
              </a:ext>
            </a:extLst>
          </p:cNvPr>
          <p:cNvSpPr>
            <a:spLocks xmlns:a="http://schemas.openxmlformats.org/drawingml/2006/main" noGrp="1"/>
          </p:cNvSpPr>
          <p:nvPr/>
        </p:nvSpPr>
        <p:spPr>
          <a:xfrm xmlns:a="http://schemas.openxmlformats.org/drawingml/2006/main" flipV="1">
            <a:off x="7640909" y="2835866"/>
            <a:ext cx="93451" cy="8730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7DC499A5-B037-4E5D-B335-0A77FD14BD01}"/>
              </a:ext>
            </a:extLst>
          </p:cNvPr>
          <p:cNvSpPr>
            <a:spLocks xmlns:a="http://schemas.openxmlformats.org/drawingml/2006/main" noGrp="1"/>
          </p:cNvSpPr>
          <p:nvPr/>
        </p:nvSpPr>
        <p:spPr>
          <a:xfrm xmlns:a="http://schemas.openxmlformats.org/drawingml/2006/main" flipV="1">
            <a:off x="7734360" y="2752973"/>
            <a:ext cx="93452" cy="828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925948AA-F0DD-475E-AB7A-EFE409A8B06B}"/>
              </a:ext>
            </a:extLst>
          </p:cNvPr>
          <p:cNvSpPr>
            <a:spLocks xmlns:a="http://schemas.openxmlformats.org/drawingml/2006/main" noGrp="1"/>
          </p:cNvSpPr>
          <p:nvPr/>
        </p:nvSpPr>
        <p:spPr>
          <a:xfrm xmlns:a="http://schemas.openxmlformats.org/drawingml/2006/main" flipV="1">
            <a:off x="7827812" y="2675229"/>
            <a:ext cx="93452" cy="7774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CA93BE39-3BA0-4E74-8FC0-DF9B455DAFB6}"/>
              </a:ext>
            </a:extLst>
          </p:cNvPr>
          <p:cNvSpPr>
            <a:spLocks xmlns:a="http://schemas.openxmlformats.org/drawingml/2006/main" noGrp="1"/>
          </p:cNvSpPr>
          <p:nvPr/>
        </p:nvSpPr>
        <p:spPr>
          <a:xfrm xmlns:a="http://schemas.openxmlformats.org/drawingml/2006/main" flipV="1">
            <a:off x="7921264" y="2603324"/>
            <a:ext cx="93452" cy="719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7927B851-086E-41B4-81AA-15214A789173}"/>
              </a:ext>
            </a:extLst>
          </p:cNvPr>
          <p:cNvSpPr>
            <a:spLocks xmlns:a="http://schemas.openxmlformats.org/drawingml/2006/main" noGrp="1"/>
          </p:cNvSpPr>
          <p:nvPr/>
        </p:nvSpPr>
        <p:spPr>
          <a:xfrm xmlns:a="http://schemas.openxmlformats.org/drawingml/2006/main" flipV="1">
            <a:off x="8014716" y="2537895"/>
            <a:ext cx="93451" cy="6542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A6412961-44EE-4B1E-BBB0-78AA3241C37A}"/>
              </a:ext>
            </a:extLst>
          </p:cNvPr>
          <p:cNvSpPr>
            <a:spLocks xmlns:a="http://schemas.openxmlformats.org/drawingml/2006/main" noGrp="1"/>
          </p:cNvSpPr>
          <p:nvPr/>
        </p:nvSpPr>
        <p:spPr>
          <a:xfrm xmlns:a="http://schemas.openxmlformats.org/drawingml/2006/main" flipV="1">
            <a:off x="8108167" y="2479523"/>
            <a:ext cx="93452" cy="583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77D835CB-9711-4EC7-AD2F-ABA107CF6775}"/>
              </a:ext>
            </a:extLst>
          </p:cNvPr>
          <p:cNvSpPr>
            <a:spLocks xmlns:a="http://schemas.openxmlformats.org/drawingml/2006/main" noGrp="1"/>
          </p:cNvSpPr>
          <p:nvPr/>
        </p:nvSpPr>
        <p:spPr>
          <a:xfrm xmlns:a="http://schemas.openxmlformats.org/drawingml/2006/main" flipV="1">
            <a:off x="8201619" y="2428726"/>
            <a:ext cx="93452" cy="507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AAFE276A-17CD-4BAE-81E7-326F5671AC8E}"/>
              </a:ext>
            </a:extLst>
          </p:cNvPr>
          <p:cNvSpPr>
            <a:spLocks xmlns:a="http://schemas.openxmlformats.org/drawingml/2006/main" noGrp="1"/>
          </p:cNvSpPr>
          <p:nvPr/>
        </p:nvSpPr>
        <p:spPr>
          <a:xfrm xmlns:a="http://schemas.openxmlformats.org/drawingml/2006/main" flipV="1">
            <a:off x="8295071" y="2385956"/>
            <a:ext cx="93451" cy="4277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128486F0-B8CA-40D8-B83C-70B5A5D90BE5}"/>
              </a:ext>
            </a:extLst>
          </p:cNvPr>
          <p:cNvSpPr>
            <a:spLocks xmlns:a="http://schemas.openxmlformats.org/drawingml/2006/main" noGrp="1"/>
          </p:cNvSpPr>
          <p:nvPr/>
        </p:nvSpPr>
        <p:spPr>
          <a:xfrm xmlns:a="http://schemas.openxmlformats.org/drawingml/2006/main" flipV="1">
            <a:off x="8388522" y="2351592"/>
            <a:ext cx="93452" cy="3436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95983E88-234D-4453-83CC-CB65DC12EC2D}"/>
              </a:ext>
            </a:extLst>
          </p:cNvPr>
          <p:cNvSpPr>
            <a:spLocks xmlns:a="http://schemas.openxmlformats.org/drawingml/2006/main" noGrp="1"/>
          </p:cNvSpPr>
          <p:nvPr/>
        </p:nvSpPr>
        <p:spPr>
          <a:xfrm xmlns:a="http://schemas.openxmlformats.org/drawingml/2006/main" flipV="1">
            <a:off x="8481974" y="2325939"/>
            <a:ext cx="93452" cy="2565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A05D897D-6267-41DC-AE8A-941ACEE7234A}"/>
              </a:ext>
            </a:extLst>
          </p:cNvPr>
          <p:cNvSpPr>
            <a:spLocks xmlns:a="http://schemas.openxmlformats.org/drawingml/2006/main" noGrp="1"/>
          </p:cNvSpPr>
          <p:nvPr/>
        </p:nvSpPr>
        <p:spPr>
          <a:xfrm xmlns:a="http://schemas.openxmlformats.org/drawingml/2006/main" flipV="1">
            <a:off x="8575426" y="2309224"/>
            <a:ext cx="93451" cy="1671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39C4487E-E17B-4B9C-B998-EBB8DB949B7F}"/>
              </a:ext>
            </a:extLst>
          </p:cNvPr>
          <p:cNvSpPr>
            <a:spLocks xmlns:a="http://schemas.openxmlformats.org/drawingml/2006/main" noGrp="1"/>
          </p:cNvSpPr>
          <p:nvPr/>
        </p:nvSpPr>
        <p:spPr>
          <a:xfrm xmlns:a="http://schemas.openxmlformats.org/drawingml/2006/main" flipV="1">
            <a:off x="8668877" y="2301596"/>
            <a:ext cx="93452" cy="76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D3F90578-C400-470E-89B7-A23968BB76D0}"/>
              </a:ext>
            </a:extLst>
          </p:cNvPr>
          <p:cNvSpPr>
            <a:spLocks xmlns:a="http://schemas.openxmlformats.org/drawingml/2006/main" noGrp="1"/>
          </p:cNvSpPr>
          <p:nvPr/>
        </p:nvSpPr>
        <p:spPr>
          <a:xfrm xmlns:a="http://schemas.openxmlformats.org/drawingml/2006/main">
            <a:off x="8762329" y="2301596"/>
            <a:ext cx="93452" cy="152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6E66116C-9E7B-490A-AEE5-072300F268B5}"/>
              </a:ext>
            </a:extLst>
          </p:cNvPr>
          <p:cNvSpPr>
            <a:spLocks xmlns:a="http://schemas.openxmlformats.org/drawingml/2006/main" noGrp="1"/>
          </p:cNvSpPr>
          <p:nvPr/>
        </p:nvSpPr>
        <p:spPr>
          <a:xfrm xmlns:a="http://schemas.openxmlformats.org/drawingml/2006/main">
            <a:off x="8855781" y="2303123"/>
            <a:ext cx="93451" cy="1066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E845F5FE-FD3D-40C7-B9FD-6EB1DD71E2DA}"/>
              </a:ext>
            </a:extLst>
          </p:cNvPr>
          <p:cNvSpPr>
            <a:spLocks xmlns:a="http://schemas.openxmlformats.org/drawingml/2006/main" noGrp="1"/>
          </p:cNvSpPr>
          <p:nvPr/>
        </p:nvSpPr>
        <p:spPr>
          <a:xfrm xmlns:a="http://schemas.openxmlformats.org/drawingml/2006/main">
            <a:off x="8949232" y="2313792"/>
            <a:ext cx="93452" cy="1971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5A59398D-E90A-405B-A3A5-EFE0C22B61F4}"/>
              </a:ext>
            </a:extLst>
          </p:cNvPr>
          <p:cNvSpPr>
            <a:spLocks xmlns:a="http://schemas.openxmlformats.org/drawingml/2006/main" noGrp="1"/>
          </p:cNvSpPr>
          <p:nvPr/>
        </p:nvSpPr>
        <p:spPr>
          <a:xfrm xmlns:a="http://schemas.openxmlformats.org/drawingml/2006/main">
            <a:off x="9042684" y="2333506"/>
            <a:ext cx="93452" cy="285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4B53C68E-466E-4670-A28D-D4806669674C}"/>
              </a:ext>
            </a:extLst>
          </p:cNvPr>
          <p:cNvSpPr>
            <a:spLocks xmlns:a="http://schemas.openxmlformats.org/drawingml/2006/main" noGrp="1"/>
          </p:cNvSpPr>
          <p:nvPr/>
        </p:nvSpPr>
        <p:spPr>
          <a:xfrm xmlns:a="http://schemas.openxmlformats.org/drawingml/2006/main">
            <a:off x="9136136" y="2362092"/>
            <a:ext cx="93451" cy="3720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8BF1E08F-90F7-47C5-AFF9-8C55BC696EDF}"/>
              </a:ext>
            </a:extLst>
          </p:cNvPr>
          <p:cNvSpPr>
            <a:spLocks xmlns:a="http://schemas.openxmlformats.org/drawingml/2006/main" noGrp="1"/>
          </p:cNvSpPr>
          <p:nvPr/>
        </p:nvSpPr>
        <p:spPr>
          <a:xfrm xmlns:a="http://schemas.openxmlformats.org/drawingml/2006/main">
            <a:off x="9229587" y="2399296"/>
            <a:ext cx="93452" cy="4549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403E72CE-C590-48A1-BA7F-4ED61EEACB1D}"/>
              </a:ext>
            </a:extLst>
          </p:cNvPr>
          <p:cNvSpPr>
            <a:spLocks xmlns:a="http://schemas.openxmlformats.org/drawingml/2006/main" noGrp="1"/>
          </p:cNvSpPr>
          <p:nvPr/>
        </p:nvSpPr>
        <p:spPr>
          <a:xfrm xmlns:a="http://schemas.openxmlformats.org/drawingml/2006/main">
            <a:off x="9323039" y="2444787"/>
            <a:ext cx="93452" cy="533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481F8CB2-D268-424E-9573-26C09EE8C92F}"/>
              </a:ext>
            </a:extLst>
          </p:cNvPr>
          <p:cNvSpPr>
            <a:spLocks xmlns:a="http://schemas.openxmlformats.org/drawingml/2006/main" noGrp="1"/>
          </p:cNvSpPr>
          <p:nvPr/>
        </p:nvSpPr>
        <p:spPr>
          <a:xfrm xmlns:a="http://schemas.openxmlformats.org/drawingml/2006/main">
            <a:off x="9416491" y="2498163"/>
            <a:ext cx="93451" cy="6078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31563754-2764-46A0-B63B-53240492ED43}"/>
              </a:ext>
            </a:extLst>
          </p:cNvPr>
          <p:cNvSpPr>
            <a:spLocks xmlns:a="http://schemas.openxmlformats.org/drawingml/2006/main" noGrp="1"/>
          </p:cNvSpPr>
          <p:nvPr/>
        </p:nvSpPr>
        <p:spPr>
          <a:xfrm xmlns:a="http://schemas.openxmlformats.org/drawingml/2006/main">
            <a:off x="9509942" y="2558948"/>
            <a:ext cx="93452" cy="6765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F3FE5542-DE8C-4531-8BED-BBB72193CC18}"/>
              </a:ext>
            </a:extLst>
          </p:cNvPr>
          <p:cNvSpPr>
            <a:spLocks xmlns:a="http://schemas.openxmlformats.org/drawingml/2006/main" noGrp="1"/>
          </p:cNvSpPr>
          <p:nvPr/>
        </p:nvSpPr>
        <p:spPr>
          <a:xfrm xmlns:a="http://schemas.openxmlformats.org/drawingml/2006/main">
            <a:off x="9603394" y="2626603"/>
            <a:ext cx="93452" cy="7392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AB47A69E-1AD2-4722-BD0B-F07FAD91FB79}"/>
              </a:ext>
            </a:extLst>
          </p:cNvPr>
          <p:cNvSpPr>
            <a:spLocks xmlns:a="http://schemas.openxmlformats.org/drawingml/2006/main" noGrp="1"/>
          </p:cNvSpPr>
          <p:nvPr/>
        </p:nvSpPr>
        <p:spPr>
          <a:xfrm xmlns:a="http://schemas.openxmlformats.org/drawingml/2006/main">
            <a:off x="9696846" y="2700528"/>
            <a:ext cx="93451" cy="7954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FE2C3AAD-C64D-49B8-B3C7-07497B94B82E}"/>
              </a:ext>
            </a:extLst>
          </p:cNvPr>
          <p:cNvSpPr>
            <a:spLocks xmlns:a="http://schemas.openxmlformats.org/drawingml/2006/main" noGrp="1"/>
          </p:cNvSpPr>
          <p:nvPr/>
        </p:nvSpPr>
        <p:spPr>
          <a:xfrm xmlns:a="http://schemas.openxmlformats.org/drawingml/2006/main">
            <a:off x="9790297" y="2780068"/>
            <a:ext cx="93452" cy="844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2598D05E-CFAD-4793-B48E-C8AB00585067}"/>
              </a:ext>
            </a:extLst>
          </p:cNvPr>
          <p:cNvSpPr>
            <a:spLocks xmlns:a="http://schemas.openxmlformats.org/drawingml/2006/main" noGrp="1"/>
          </p:cNvSpPr>
          <p:nvPr/>
        </p:nvSpPr>
        <p:spPr>
          <a:xfrm xmlns:a="http://schemas.openxmlformats.org/drawingml/2006/main">
            <a:off x="9883749" y="2864515"/>
            <a:ext cx="93452" cy="886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06744FBA-5522-47C9-B77C-E5EDD6C26C7F}"/>
              </a:ext>
            </a:extLst>
          </p:cNvPr>
          <p:cNvSpPr>
            <a:spLocks xmlns:a="http://schemas.openxmlformats.org/drawingml/2006/main" noGrp="1"/>
          </p:cNvSpPr>
          <p:nvPr/>
        </p:nvSpPr>
        <p:spPr>
          <a:xfrm xmlns:a="http://schemas.openxmlformats.org/drawingml/2006/main">
            <a:off x="9977201" y="2953120"/>
            <a:ext cx="93451" cy="919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95339104-E7F6-4AE3-8915-F99F9BCE8D9D}"/>
              </a:ext>
            </a:extLst>
          </p:cNvPr>
          <p:cNvSpPr>
            <a:spLocks xmlns:a="http://schemas.openxmlformats.org/drawingml/2006/main" noGrp="1"/>
          </p:cNvSpPr>
          <p:nvPr/>
        </p:nvSpPr>
        <p:spPr>
          <a:xfrm xmlns:a="http://schemas.openxmlformats.org/drawingml/2006/main">
            <a:off x="10070652" y="3045096"/>
            <a:ext cx="93452" cy="945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7B0E329A-DF0A-462A-B03C-F922D7B3CD8C}"/>
              </a:ext>
            </a:extLst>
          </p:cNvPr>
          <p:cNvSpPr>
            <a:spLocks xmlns:a="http://schemas.openxmlformats.org/drawingml/2006/main" noGrp="1"/>
          </p:cNvSpPr>
          <p:nvPr/>
        </p:nvSpPr>
        <p:spPr>
          <a:xfrm xmlns:a="http://schemas.openxmlformats.org/drawingml/2006/main">
            <a:off x="10164104" y="3139629"/>
            <a:ext cx="93452" cy="9624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CB3533F9-4ECC-4C45-A7C5-DBBCC375B1A9}"/>
              </a:ext>
            </a:extLst>
          </p:cNvPr>
          <p:cNvSpPr>
            <a:spLocks xmlns:a="http://schemas.openxmlformats.org/drawingml/2006/main" noGrp="1"/>
          </p:cNvSpPr>
          <p:nvPr/>
        </p:nvSpPr>
        <p:spPr>
          <a:xfrm xmlns:a="http://schemas.openxmlformats.org/drawingml/2006/main">
            <a:off x="10257556" y="3235877"/>
            <a:ext cx="93452" cy="9711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Oval 108">
            <a:extLst xmlns:a="http://schemas.openxmlformats.org/drawingml/2006/main">
              <a:ext uri="{FF2B5EF4-FFF2-40B4-BE49-F238E27FC236}">
                <a16:creationId xmlns:a16="http://schemas.microsoft.com/office/drawing/2014/main" id="{285953E1-C0DC-4359-9161-A9EA6DB8A3A0}"/>
              </a:ext>
            </a:extLst>
          </p:cNvPr>
          <p:cNvSpPr>
            <a:spLocks xmlns:a="http://schemas.openxmlformats.org/drawingml/2006/main" noGrp="1"/>
          </p:cNvSpPr>
          <p:nvPr/>
        </p:nvSpPr>
        <p:spPr>
          <a:xfrm xmlns:a="http://schemas.openxmlformats.org/drawingml/2006/main">
            <a:off x="944575" y="327172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0" name="Oval 109">
            <a:extLst xmlns:a="http://schemas.openxmlformats.org/drawingml/2006/main">
              <a:ext uri="{FF2B5EF4-FFF2-40B4-BE49-F238E27FC236}">
                <a16:creationId xmlns:a16="http://schemas.microsoft.com/office/drawing/2014/main" id="{66939170-15D9-4A0D-A73D-03AFF266A90D}"/>
              </a:ext>
            </a:extLst>
          </p:cNvPr>
          <p:cNvSpPr>
            <a:spLocks xmlns:a="http://schemas.openxmlformats.org/drawingml/2006/main" noGrp="1"/>
          </p:cNvSpPr>
          <p:nvPr/>
        </p:nvSpPr>
        <p:spPr>
          <a:xfrm xmlns:a="http://schemas.openxmlformats.org/drawingml/2006/main">
            <a:off x="1879091" y="243689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Oval 110">
            <a:extLst xmlns:a="http://schemas.openxmlformats.org/drawingml/2006/main">
              <a:ext uri="{FF2B5EF4-FFF2-40B4-BE49-F238E27FC236}">
                <a16:creationId xmlns:a16="http://schemas.microsoft.com/office/drawing/2014/main" id="{C0AD0A84-9EF9-4C84-AA74-29550FCEF3AB}"/>
              </a:ext>
            </a:extLst>
          </p:cNvPr>
          <p:cNvSpPr>
            <a:spLocks xmlns:a="http://schemas.openxmlformats.org/drawingml/2006/main" noGrp="1"/>
          </p:cNvSpPr>
          <p:nvPr/>
        </p:nvSpPr>
        <p:spPr>
          <a:xfrm xmlns:a="http://schemas.openxmlformats.org/drawingml/2006/main">
            <a:off x="2813608" y="229032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2" name="Oval 111">
            <a:extLst xmlns:a="http://schemas.openxmlformats.org/drawingml/2006/main">
              <a:ext uri="{FF2B5EF4-FFF2-40B4-BE49-F238E27FC236}">
                <a16:creationId xmlns:a16="http://schemas.microsoft.com/office/drawing/2014/main" id="{A71DAED3-B2CA-4961-A41C-53B4906106D0}"/>
              </a:ext>
            </a:extLst>
          </p:cNvPr>
          <p:cNvSpPr>
            <a:spLocks xmlns:a="http://schemas.openxmlformats.org/drawingml/2006/main" noGrp="1"/>
          </p:cNvSpPr>
          <p:nvPr/>
        </p:nvSpPr>
        <p:spPr>
          <a:xfrm xmlns:a="http://schemas.openxmlformats.org/drawingml/2006/main">
            <a:off x="3748125" y="295284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Oval 112">
            <a:extLst xmlns:a="http://schemas.openxmlformats.org/drawingml/2006/main">
              <a:ext uri="{FF2B5EF4-FFF2-40B4-BE49-F238E27FC236}">
                <a16:creationId xmlns:a16="http://schemas.microsoft.com/office/drawing/2014/main" id="{4FD1E485-25D3-4761-8419-46E896906AFB}"/>
              </a:ext>
            </a:extLst>
          </p:cNvPr>
          <p:cNvSpPr>
            <a:spLocks xmlns:a="http://schemas.openxmlformats.org/drawingml/2006/main" noGrp="1"/>
          </p:cNvSpPr>
          <p:nvPr/>
        </p:nvSpPr>
        <p:spPr>
          <a:xfrm xmlns:a="http://schemas.openxmlformats.org/drawingml/2006/main">
            <a:off x="4682642" y="387825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4" name="Oval 113">
            <a:extLst xmlns:a="http://schemas.openxmlformats.org/drawingml/2006/main">
              <a:ext uri="{FF2B5EF4-FFF2-40B4-BE49-F238E27FC236}">
                <a16:creationId xmlns:a16="http://schemas.microsoft.com/office/drawing/2014/main" id="{DCA4BD4B-9895-4650-81B6-76D8104B8A0C}"/>
              </a:ext>
            </a:extLst>
          </p:cNvPr>
          <p:cNvSpPr>
            <a:spLocks xmlns:a="http://schemas.openxmlformats.org/drawingml/2006/main" noGrp="1"/>
          </p:cNvSpPr>
          <p:nvPr/>
        </p:nvSpPr>
        <p:spPr>
          <a:xfrm xmlns:a="http://schemas.openxmlformats.org/drawingml/2006/main">
            <a:off x="5617159" y="430362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Oval 114">
            <a:extLst xmlns:a="http://schemas.openxmlformats.org/drawingml/2006/main">
              <a:ext uri="{FF2B5EF4-FFF2-40B4-BE49-F238E27FC236}">
                <a16:creationId xmlns:a16="http://schemas.microsoft.com/office/drawing/2014/main" id="{199CB5F3-5FA8-469A-B773-B10A540853AA}"/>
              </a:ext>
            </a:extLst>
          </p:cNvPr>
          <p:cNvSpPr>
            <a:spLocks xmlns:a="http://schemas.openxmlformats.org/drawingml/2006/main" noGrp="1"/>
          </p:cNvSpPr>
          <p:nvPr/>
        </p:nvSpPr>
        <p:spPr>
          <a:xfrm xmlns:a="http://schemas.openxmlformats.org/drawingml/2006/main">
            <a:off x="6551676" y="387825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6" name="Oval 115">
            <a:extLst xmlns:a="http://schemas.openxmlformats.org/drawingml/2006/main">
              <a:ext uri="{FF2B5EF4-FFF2-40B4-BE49-F238E27FC236}">
                <a16:creationId xmlns:a16="http://schemas.microsoft.com/office/drawing/2014/main" id="{B6CEFB21-5B97-43BE-B97D-DEA92AF2E45B}"/>
              </a:ext>
            </a:extLst>
          </p:cNvPr>
          <p:cNvSpPr>
            <a:spLocks xmlns:a="http://schemas.openxmlformats.org/drawingml/2006/main" noGrp="1"/>
          </p:cNvSpPr>
          <p:nvPr/>
        </p:nvSpPr>
        <p:spPr>
          <a:xfrm xmlns:a="http://schemas.openxmlformats.org/drawingml/2006/main">
            <a:off x="7486192" y="295284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7" name="Oval 116">
            <a:extLst xmlns:a="http://schemas.openxmlformats.org/drawingml/2006/main">
              <a:ext uri="{FF2B5EF4-FFF2-40B4-BE49-F238E27FC236}">
                <a16:creationId xmlns:a16="http://schemas.microsoft.com/office/drawing/2014/main" id="{843590FA-FC56-4D94-B7F2-2D1AFD7AB967}"/>
              </a:ext>
            </a:extLst>
          </p:cNvPr>
          <p:cNvSpPr>
            <a:spLocks xmlns:a="http://schemas.openxmlformats.org/drawingml/2006/main" noGrp="1"/>
          </p:cNvSpPr>
          <p:nvPr/>
        </p:nvSpPr>
        <p:spPr>
          <a:xfrm xmlns:a="http://schemas.openxmlformats.org/drawingml/2006/main">
            <a:off x="8420709" y="229032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8" name="Oval 117">
            <a:extLst xmlns:a="http://schemas.openxmlformats.org/drawingml/2006/main">
              <a:ext uri="{FF2B5EF4-FFF2-40B4-BE49-F238E27FC236}">
                <a16:creationId xmlns:a16="http://schemas.microsoft.com/office/drawing/2014/main" id="{45156F10-B920-414A-93F2-18A9A80EAC0C}"/>
              </a:ext>
            </a:extLst>
          </p:cNvPr>
          <p:cNvSpPr>
            <a:spLocks xmlns:a="http://schemas.openxmlformats.org/drawingml/2006/main" noGrp="1"/>
          </p:cNvSpPr>
          <p:nvPr/>
        </p:nvSpPr>
        <p:spPr>
          <a:xfrm xmlns:a="http://schemas.openxmlformats.org/drawingml/2006/main">
            <a:off x="9355226" y="243689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9" name="Oval 118">
            <a:extLst xmlns:a="http://schemas.openxmlformats.org/drawingml/2006/main">
              <a:ext uri="{FF2B5EF4-FFF2-40B4-BE49-F238E27FC236}">
                <a16:creationId xmlns:a16="http://schemas.microsoft.com/office/drawing/2014/main" id="{01BC1F96-D87F-411B-92CC-56AEB812316E}"/>
              </a:ext>
            </a:extLst>
          </p:cNvPr>
          <p:cNvSpPr>
            <a:spLocks xmlns:a="http://schemas.openxmlformats.org/drawingml/2006/main" noGrp="1"/>
          </p:cNvSpPr>
          <p:nvPr/>
        </p:nvSpPr>
        <p:spPr>
          <a:xfrm xmlns:a="http://schemas.openxmlformats.org/drawingml/2006/main">
            <a:off x="3690518" y="2895241"/>
            <a:ext cx="237744" cy="237744"/>
          </a:xfrm>
          <a:prstGeom xmlns:a="http://schemas.openxmlformats.org/drawingml/2006/main" prst="ellipse">
            <a:avLst/>
          </a:prstGeom>
          <a:solidFill xmlns:a="http://schemas.openxmlformats.org/drawingml/2006/main">
            <a:srgbClr val="FFFFFF"/>
          </a:solidFill>
          <a:ln xmlns:a="http://schemas.openxmlformats.org/drawingml/2006/main" w="38100">
            <a:solidFill>
              <a:srgbClr val="FF00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0" name="TextBox 119">
            <a:extLst xmlns:a="http://schemas.openxmlformats.org/drawingml/2006/main">
              <a:ext uri="{FF2B5EF4-FFF2-40B4-BE49-F238E27FC236}">
                <a16:creationId xmlns:a16="http://schemas.microsoft.com/office/drawing/2014/main" id="{E865C035-2452-45CE-B435-F9A198D3D415}"/>
              </a:ext>
            </a:extLst>
          </p:cNvPr>
          <p:cNvSpPr>
            <a:spLocks xmlns:a="http://schemas.openxmlformats.org/drawingml/2006/main" noGrp="1"/>
          </p:cNvSpPr>
          <p:nvPr/>
        </p:nvSpPr>
        <p:spPr>
          <a:xfrm xmlns:a="http://schemas.openxmlformats.org/drawingml/2006/main">
            <a:off x="3973982" y="2611777"/>
            <a:ext cx="28803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某个样本：3.71</a:t>
            </a:r>
          </a:p>
        </p:txBody>
      </p:sp>
      <p:sp>
        <p:nvSpPr>
          <p:cNvPr id="121" name="TextBox 120">
            <a:extLst xmlns:a="http://schemas.openxmlformats.org/drawingml/2006/main">
              <a:ext uri="{FF2B5EF4-FFF2-40B4-BE49-F238E27FC236}">
                <a16:creationId xmlns:a16="http://schemas.microsoft.com/office/drawing/2014/main" id="{D4F43D32-B596-42DC-9C61-E853AD7C3F42}"/>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新问题：如果只允许8个振幅等级，怎么记录这些值？</a:t>
            </a:r>
          </a:p>
        </p:txBody>
      </p:sp>
    </p:spTree>
    <p:extLst>
      <p:ext uri="{BB962C8B-B14F-4D97-AF65-F5344CB8AC3E}">
        <p14:creationId xmlns:p14="http://schemas.microsoft.com/office/powerpoint/2010/main" val="187264395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905ED6C-4771-4517-B860-BBABC22E1AC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450C718D-9001-4717-9264-8B49D518E036}"/>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B372F20C-5A41-4EFB-ABBB-21586E4E16E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等级编号0～7，一共有几档？</a:t>
            </a:r>
          </a:p>
        </p:txBody>
      </p:sp>
      <p:sp>
        <p:nvSpPr>
          <p:cNvPr id="5" name="text">
            <a:extLst xmlns:a="http://schemas.openxmlformats.org/drawingml/2006/main">
              <a:ext uri="{FF2B5EF4-FFF2-40B4-BE49-F238E27FC236}">
                <a16:creationId xmlns:a16="http://schemas.microsoft.com/office/drawing/2014/main" id="{B38EBBE7-1871-42AF-B576-8A1109A4DCA3}"/>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0也是一个编号。请从左到右逐档数。</a:t>
            </a:r>
          </a:p>
        </p:txBody>
      </p:sp>
      <p:sp>
        <p:nvSpPr>
          <p:cNvPr id="6" name="bin-8-0">
            <a:extLst xmlns:a="http://schemas.openxmlformats.org/drawingml/2006/main">
              <a:ext uri="{FF2B5EF4-FFF2-40B4-BE49-F238E27FC236}">
                <a16:creationId xmlns:a16="http://schemas.microsoft.com/office/drawing/2014/main" id="{DE23CCB8-B7AA-40AC-8C50-A8AA26329EB2}"/>
              </a:ext>
            </a:extLst>
          </p:cNvPr>
          <p:cNvSpPr>
            <a:spLocks xmlns:a="http://schemas.openxmlformats.org/drawingml/2006/main" noGrp="1"/>
          </p:cNvSpPr>
          <p:nvPr/>
        </p:nvSpPr>
        <p:spPr>
          <a:xfrm xmlns:a="http://schemas.openxmlformats.org/drawingml/2006/main">
            <a:off x="1447800" y="326707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7" name="grade-8-0">
            <a:extLst xmlns:a="http://schemas.openxmlformats.org/drawingml/2006/main">
              <a:ext uri="{FF2B5EF4-FFF2-40B4-BE49-F238E27FC236}">
                <a16:creationId xmlns:a16="http://schemas.microsoft.com/office/drawing/2014/main" id="{E2743618-A19D-4C2F-9492-A34F6632C7D1}"/>
              </a:ext>
            </a:extLst>
          </p:cNvPr>
          <p:cNvSpPr>
            <a:spLocks xmlns:a="http://schemas.openxmlformats.org/drawingml/2006/main" noGrp="1"/>
          </p:cNvSpPr>
          <p:nvPr/>
        </p:nvSpPr>
        <p:spPr>
          <a:xfrm xmlns:a="http://schemas.openxmlformats.org/drawingml/2006/main">
            <a:off x="1447800" y="364807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L0</a:t>
            </a:r>
          </a:p>
        </p:txBody>
      </p:sp>
      <p:sp>
        <p:nvSpPr>
          <p:cNvPr id="8" name="bin-8-1">
            <a:extLst xmlns:a="http://schemas.openxmlformats.org/drawingml/2006/main">
              <a:ext uri="{FF2B5EF4-FFF2-40B4-BE49-F238E27FC236}">
                <a16:creationId xmlns:a16="http://schemas.microsoft.com/office/drawing/2014/main" id="{937849D9-7E50-4F38-89D4-9424F61FD12E}"/>
              </a:ext>
            </a:extLst>
          </p:cNvPr>
          <p:cNvSpPr>
            <a:spLocks xmlns:a="http://schemas.openxmlformats.org/drawingml/2006/main" noGrp="1"/>
          </p:cNvSpPr>
          <p:nvPr/>
        </p:nvSpPr>
        <p:spPr>
          <a:xfrm xmlns:a="http://schemas.openxmlformats.org/drawingml/2006/main">
            <a:off x="2609850" y="326707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9" name="grade-8-1">
            <a:extLst xmlns:a="http://schemas.openxmlformats.org/drawingml/2006/main">
              <a:ext uri="{FF2B5EF4-FFF2-40B4-BE49-F238E27FC236}">
                <a16:creationId xmlns:a16="http://schemas.microsoft.com/office/drawing/2014/main" id="{0E4F4EE7-546A-4259-9812-195B924A0D7D}"/>
              </a:ext>
            </a:extLst>
          </p:cNvPr>
          <p:cNvSpPr>
            <a:spLocks xmlns:a="http://schemas.openxmlformats.org/drawingml/2006/main" noGrp="1"/>
          </p:cNvSpPr>
          <p:nvPr/>
        </p:nvSpPr>
        <p:spPr>
          <a:xfrm xmlns:a="http://schemas.openxmlformats.org/drawingml/2006/main">
            <a:off x="2609850" y="364807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L1</a:t>
            </a:r>
          </a:p>
        </p:txBody>
      </p:sp>
      <p:sp>
        <p:nvSpPr>
          <p:cNvPr id="10" name="bin-8-2">
            <a:extLst xmlns:a="http://schemas.openxmlformats.org/drawingml/2006/main">
              <a:ext uri="{FF2B5EF4-FFF2-40B4-BE49-F238E27FC236}">
                <a16:creationId xmlns:a16="http://schemas.microsoft.com/office/drawing/2014/main" id="{C8706480-7A95-47E1-9A8E-AEBC74B67DA6}"/>
              </a:ext>
            </a:extLst>
          </p:cNvPr>
          <p:cNvSpPr>
            <a:spLocks xmlns:a="http://schemas.openxmlformats.org/drawingml/2006/main" noGrp="1"/>
          </p:cNvSpPr>
          <p:nvPr/>
        </p:nvSpPr>
        <p:spPr>
          <a:xfrm xmlns:a="http://schemas.openxmlformats.org/drawingml/2006/main">
            <a:off x="3771900" y="326707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1" name="grade-8-2">
            <a:extLst xmlns:a="http://schemas.openxmlformats.org/drawingml/2006/main">
              <a:ext uri="{FF2B5EF4-FFF2-40B4-BE49-F238E27FC236}">
                <a16:creationId xmlns:a16="http://schemas.microsoft.com/office/drawing/2014/main" id="{3CB4A5EE-04AD-43F5-BED4-A700D0ECA86B}"/>
              </a:ext>
            </a:extLst>
          </p:cNvPr>
          <p:cNvSpPr>
            <a:spLocks xmlns:a="http://schemas.openxmlformats.org/drawingml/2006/main" noGrp="1"/>
          </p:cNvSpPr>
          <p:nvPr/>
        </p:nvSpPr>
        <p:spPr>
          <a:xfrm xmlns:a="http://schemas.openxmlformats.org/drawingml/2006/main">
            <a:off x="3771900" y="364807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L2</a:t>
            </a:r>
          </a:p>
        </p:txBody>
      </p:sp>
      <p:sp>
        <p:nvSpPr>
          <p:cNvPr id="12" name="bin-8-3">
            <a:extLst xmlns:a="http://schemas.openxmlformats.org/drawingml/2006/main">
              <a:ext uri="{FF2B5EF4-FFF2-40B4-BE49-F238E27FC236}">
                <a16:creationId xmlns:a16="http://schemas.microsoft.com/office/drawing/2014/main" id="{59668D70-30BF-45D2-823F-45A813748B09}"/>
              </a:ext>
            </a:extLst>
          </p:cNvPr>
          <p:cNvSpPr>
            <a:spLocks xmlns:a="http://schemas.openxmlformats.org/drawingml/2006/main" noGrp="1"/>
          </p:cNvSpPr>
          <p:nvPr/>
        </p:nvSpPr>
        <p:spPr>
          <a:xfrm xmlns:a="http://schemas.openxmlformats.org/drawingml/2006/main">
            <a:off x="4933950" y="326707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grade-8-3">
            <a:extLst xmlns:a="http://schemas.openxmlformats.org/drawingml/2006/main">
              <a:ext uri="{FF2B5EF4-FFF2-40B4-BE49-F238E27FC236}">
                <a16:creationId xmlns:a16="http://schemas.microsoft.com/office/drawing/2014/main" id="{C3B73C11-6E3C-4AB6-9494-B011A6E55857}"/>
              </a:ext>
            </a:extLst>
          </p:cNvPr>
          <p:cNvSpPr>
            <a:spLocks xmlns:a="http://schemas.openxmlformats.org/drawingml/2006/main" noGrp="1"/>
          </p:cNvSpPr>
          <p:nvPr/>
        </p:nvSpPr>
        <p:spPr>
          <a:xfrm xmlns:a="http://schemas.openxmlformats.org/drawingml/2006/main">
            <a:off x="4933950" y="364807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L3</a:t>
            </a:r>
          </a:p>
        </p:txBody>
      </p:sp>
      <p:sp>
        <p:nvSpPr>
          <p:cNvPr id="14" name="bin-8-4">
            <a:extLst xmlns:a="http://schemas.openxmlformats.org/drawingml/2006/main">
              <a:ext uri="{FF2B5EF4-FFF2-40B4-BE49-F238E27FC236}">
                <a16:creationId xmlns:a16="http://schemas.microsoft.com/office/drawing/2014/main" id="{1C16219A-4C60-42EF-A102-4E89B15FE49B}"/>
              </a:ext>
            </a:extLst>
          </p:cNvPr>
          <p:cNvSpPr>
            <a:spLocks xmlns:a="http://schemas.openxmlformats.org/drawingml/2006/main" noGrp="1"/>
          </p:cNvSpPr>
          <p:nvPr/>
        </p:nvSpPr>
        <p:spPr>
          <a:xfrm xmlns:a="http://schemas.openxmlformats.org/drawingml/2006/main">
            <a:off x="6096000" y="326707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5" name="grade-8-4">
            <a:extLst xmlns:a="http://schemas.openxmlformats.org/drawingml/2006/main">
              <a:ext uri="{FF2B5EF4-FFF2-40B4-BE49-F238E27FC236}">
                <a16:creationId xmlns:a16="http://schemas.microsoft.com/office/drawing/2014/main" id="{ADABE41D-1238-4AC7-8A36-31B812A14096}"/>
              </a:ext>
            </a:extLst>
          </p:cNvPr>
          <p:cNvSpPr>
            <a:spLocks xmlns:a="http://schemas.openxmlformats.org/drawingml/2006/main" noGrp="1"/>
          </p:cNvSpPr>
          <p:nvPr/>
        </p:nvSpPr>
        <p:spPr>
          <a:xfrm xmlns:a="http://schemas.openxmlformats.org/drawingml/2006/main">
            <a:off x="6096000" y="364807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L4</a:t>
            </a:r>
          </a:p>
        </p:txBody>
      </p:sp>
      <p:sp>
        <p:nvSpPr>
          <p:cNvPr id="16" name="bin-8-5">
            <a:extLst xmlns:a="http://schemas.openxmlformats.org/drawingml/2006/main">
              <a:ext uri="{FF2B5EF4-FFF2-40B4-BE49-F238E27FC236}">
                <a16:creationId xmlns:a16="http://schemas.microsoft.com/office/drawing/2014/main" id="{1306AB8F-166F-43FE-B675-39390502EE07}"/>
              </a:ext>
            </a:extLst>
          </p:cNvPr>
          <p:cNvSpPr>
            <a:spLocks xmlns:a="http://schemas.openxmlformats.org/drawingml/2006/main" noGrp="1"/>
          </p:cNvSpPr>
          <p:nvPr/>
        </p:nvSpPr>
        <p:spPr>
          <a:xfrm xmlns:a="http://schemas.openxmlformats.org/drawingml/2006/main">
            <a:off x="7258050" y="326707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grade-8-5">
            <a:extLst xmlns:a="http://schemas.openxmlformats.org/drawingml/2006/main">
              <a:ext uri="{FF2B5EF4-FFF2-40B4-BE49-F238E27FC236}">
                <a16:creationId xmlns:a16="http://schemas.microsoft.com/office/drawing/2014/main" id="{49F5A2DF-4F46-4531-A52C-802614AADB9E}"/>
              </a:ext>
            </a:extLst>
          </p:cNvPr>
          <p:cNvSpPr>
            <a:spLocks xmlns:a="http://schemas.openxmlformats.org/drawingml/2006/main" noGrp="1"/>
          </p:cNvSpPr>
          <p:nvPr/>
        </p:nvSpPr>
        <p:spPr>
          <a:xfrm xmlns:a="http://schemas.openxmlformats.org/drawingml/2006/main">
            <a:off x="7258050" y="364807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L5</a:t>
            </a:r>
          </a:p>
        </p:txBody>
      </p:sp>
      <p:sp>
        <p:nvSpPr>
          <p:cNvPr id="18" name="bin-8-6">
            <a:extLst xmlns:a="http://schemas.openxmlformats.org/drawingml/2006/main">
              <a:ext uri="{FF2B5EF4-FFF2-40B4-BE49-F238E27FC236}">
                <a16:creationId xmlns:a16="http://schemas.microsoft.com/office/drawing/2014/main" id="{0F432C73-3789-48BF-BD4D-05B62D9700ED}"/>
              </a:ext>
            </a:extLst>
          </p:cNvPr>
          <p:cNvSpPr>
            <a:spLocks xmlns:a="http://schemas.openxmlformats.org/drawingml/2006/main" noGrp="1"/>
          </p:cNvSpPr>
          <p:nvPr/>
        </p:nvSpPr>
        <p:spPr>
          <a:xfrm xmlns:a="http://schemas.openxmlformats.org/drawingml/2006/main">
            <a:off x="8420100" y="326707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9" name="grade-8-6">
            <a:extLst xmlns:a="http://schemas.openxmlformats.org/drawingml/2006/main">
              <a:ext uri="{FF2B5EF4-FFF2-40B4-BE49-F238E27FC236}">
                <a16:creationId xmlns:a16="http://schemas.microsoft.com/office/drawing/2014/main" id="{9716083E-3A09-4558-8AB6-AB8DCBEC4421}"/>
              </a:ext>
            </a:extLst>
          </p:cNvPr>
          <p:cNvSpPr>
            <a:spLocks xmlns:a="http://schemas.openxmlformats.org/drawingml/2006/main" noGrp="1"/>
          </p:cNvSpPr>
          <p:nvPr/>
        </p:nvSpPr>
        <p:spPr>
          <a:xfrm xmlns:a="http://schemas.openxmlformats.org/drawingml/2006/main">
            <a:off x="8420100" y="364807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L6</a:t>
            </a:r>
          </a:p>
        </p:txBody>
      </p:sp>
      <p:sp>
        <p:nvSpPr>
          <p:cNvPr id="20" name="bin-8-7">
            <a:extLst xmlns:a="http://schemas.openxmlformats.org/drawingml/2006/main">
              <a:ext uri="{FF2B5EF4-FFF2-40B4-BE49-F238E27FC236}">
                <a16:creationId xmlns:a16="http://schemas.microsoft.com/office/drawing/2014/main" id="{2E3E6009-52FF-4BA4-A691-848C062EB32E}"/>
              </a:ext>
            </a:extLst>
          </p:cNvPr>
          <p:cNvSpPr>
            <a:spLocks xmlns:a="http://schemas.openxmlformats.org/drawingml/2006/main" noGrp="1"/>
          </p:cNvSpPr>
          <p:nvPr/>
        </p:nvSpPr>
        <p:spPr>
          <a:xfrm xmlns:a="http://schemas.openxmlformats.org/drawingml/2006/main">
            <a:off x="9582150" y="326707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1" name="grade-8-7">
            <a:extLst xmlns:a="http://schemas.openxmlformats.org/drawingml/2006/main">
              <a:ext uri="{FF2B5EF4-FFF2-40B4-BE49-F238E27FC236}">
                <a16:creationId xmlns:a16="http://schemas.microsoft.com/office/drawing/2014/main" id="{34CDD744-9A8C-49C2-8E36-5525DC73C9CD}"/>
              </a:ext>
            </a:extLst>
          </p:cNvPr>
          <p:cNvSpPr>
            <a:spLocks xmlns:a="http://schemas.openxmlformats.org/drawingml/2006/main" noGrp="1"/>
          </p:cNvSpPr>
          <p:nvPr/>
        </p:nvSpPr>
        <p:spPr>
          <a:xfrm xmlns:a="http://schemas.openxmlformats.org/drawingml/2006/main">
            <a:off x="9582150" y="364807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L7</a:t>
            </a:r>
          </a:p>
        </p:txBody>
      </p:sp>
      <p:sp>
        <p:nvSpPr>
          <p:cNvPr id="22" name="bound-8-0">
            <a:extLst xmlns:a="http://schemas.openxmlformats.org/drawingml/2006/main">
              <a:ext uri="{FF2B5EF4-FFF2-40B4-BE49-F238E27FC236}">
                <a16:creationId xmlns:a16="http://schemas.microsoft.com/office/drawing/2014/main" id="{02D21BAD-B706-4360-B2F8-431A0D02627E}"/>
              </a:ext>
            </a:extLst>
          </p:cNvPr>
          <p:cNvSpPr>
            <a:spLocks xmlns:a="http://schemas.openxmlformats.org/drawingml/2006/main" noGrp="1"/>
          </p:cNvSpPr>
          <p:nvPr/>
        </p:nvSpPr>
        <p:spPr>
          <a:xfrm xmlns:a="http://schemas.openxmlformats.org/drawingml/2006/main">
            <a:off x="123825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23" name="bound-8-1">
            <a:extLst xmlns:a="http://schemas.openxmlformats.org/drawingml/2006/main">
              <a:ext uri="{FF2B5EF4-FFF2-40B4-BE49-F238E27FC236}">
                <a16:creationId xmlns:a16="http://schemas.microsoft.com/office/drawing/2014/main" id="{2A7BE713-7EBF-4330-A17B-BFF36AB10A7A}"/>
              </a:ext>
            </a:extLst>
          </p:cNvPr>
          <p:cNvSpPr>
            <a:spLocks xmlns:a="http://schemas.openxmlformats.org/drawingml/2006/main" noGrp="1"/>
          </p:cNvSpPr>
          <p:nvPr/>
        </p:nvSpPr>
        <p:spPr>
          <a:xfrm xmlns:a="http://schemas.openxmlformats.org/drawingml/2006/main">
            <a:off x="240030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4" name="bound-8-2">
            <a:extLst xmlns:a="http://schemas.openxmlformats.org/drawingml/2006/main">
              <a:ext uri="{FF2B5EF4-FFF2-40B4-BE49-F238E27FC236}">
                <a16:creationId xmlns:a16="http://schemas.microsoft.com/office/drawing/2014/main" id="{66349CB8-7531-412A-9551-710564EC4C5C}"/>
              </a:ext>
            </a:extLst>
          </p:cNvPr>
          <p:cNvSpPr>
            <a:spLocks xmlns:a="http://schemas.openxmlformats.org/drawingml/2006/main" noGrp="1"/>
          </p:cNvSpPr>
          <p:nvPr/>
        </p:nvSpPr>
        <p:spPr>
          <a:xfrm xmlns:a="http://schemas.openxmlformats.org/drawingml/2006/main">
            <a:off x="356235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2</a:t>
            </a:r>
          </a:p>
        </p:txBody>
      </p:sp>
      <p:sp>
        <p:nvSpPr>
          <p:cNvPr id="25" name="bound-8-3">
            <a:extLst xmlns:a="http://schemas.openxmlformats.org/drawingml/2006/main">
              <a:ext uri="{FF2B5EF4-FFF2-40B4-BE49-F238E27FC236}">
                <a16:creationId xmlns:a16="http://schemas.microsoft.com/office/drawing/2014/main" id="{81285067-75DF-4513-9C68-8DBB2C7A9F6F}"/>
              </a:ext>
            </a:extLst>
          </p:cNvPr>
          <p:cNvSpPr>
            <a:spLocks xmlns:a="http://schemas.openxmlformats.org/drawingml/2006/main" noGrp="1"/>
          </p:cNvSpPr>
          <p:nvPr/>
        </p:nvSpPr>
        <p:spPr>
          <a:xfrm xmlns:a="http://schemas.openxmlformats.org/drawingml/2006/main">
            <a:off x="472440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3</a:t>
            </a:r>
          </a:p>
        </p:txBody>
      </p:sp>
      <p:sp>
        <p:nvSpPr>
          <p:cNvPr id="26" name="bound-8-4">
            <a:extLst xmlns:a="http://schemas.openxmlformats.org/drawingml/2006/main">
              <a:ext uri="{FF2B5EF4-FFF2-40B4-BE49-F238E27FC236}">
                <a16:creationId xmlns:a16="http://schemas.microsoft.com/office/drawing/2014/main" id="{28C4CB89-6603-4EDF-BB62-548DD2426B04}"/>
              </a:ext>
            </a:extLst>
          </p:cNvPr>
          <p:cNvSpPr>
            <a:spLocks xmlns:a="http://schemas.openxmlformats.org/drawingml/2006/main" noGrp="1"/>
          </p:cNvSpPr>
          <p:nvPr/>
        </p:nvSpPr>
        <p:spPr>
          <a:xfrm xmlns:a="http://schemas.openxmlformats.org/drawingml/2006/main">
            <a:off x="588645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4</a:t>
            </a:r>
          </a:p>
        </p:txBody>
      </p:sp>
      <p:sp>
        <p:nvSpPr>
          <p:cNvPr id="27" name="bound-8-5">
            <a:extLst xmlns:a="http://schemas.openxmlformats.org/drawingml/2006/main">
              <a:ext uri="{FF2B5EF4-FFF2-40B4-BE49-F238E27FC236}">
                <a16:creationId xmlns:a16="http://schemas.microsoft.com/office/drawing/2014/main" id="{3E15F49F-2393-4031-A1E6-DF6C0CEE52B7}"/>
              </a:ext>
            </a:extLst>
          </p:cNvPr>
          <p:cNvSpPr>
            <a:spLocks xmlns:a="http://schemas.openxmlformats.org/drawingml/2006/main" noGrp="1"/>
          </p:cNvSpPr>
          <p:nvPr/>
        </p:nvSpPr>
        <p:spPr>
          <a:xfrm xmlns:a="http://schemas.openxmlformats.org/drawingml/2006/main">
            <a:off x="704850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5</a:t>
            </a:r>
          </a:p>
        </p:txBody>
      </p:sp>
      <p:sp>
        <p:nvSpPr>
          <p:cNvPr id="28" name="bound-8-6">
            <a:extLst xmlns:a="http://schemas.openxmlformats.org/drawingml/2006/main">
              <a:ext uri="{FF2B5EF4-FFF2-40B4-BE49-F238E27FC236}">
                <a16:creationId xmlns:a16="http://schemas.microsoft.com/office/drawing/2014/main" id="{664556B7-F025-485F-A15F-2696C05F75DD}"/>
              </a:ext>
            </a:extLst>
          </p:cNvPr>
          <p:cNvSpPr>
            <a:spLocks xmlns:a="http://schemas.openxmlformats.org/drawingml/2006/main" noGrp="1"/>
          </p:cNvSpPr>
          <p:nvPr/>
        </p:nvSpPr>
        <p:spPr>
          <a:xfrm xmlns:a="http://schemas.openxmlformats.org/drawingml/2006/main">
            <a:off x="821055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6</a:t>
            </a:r>
          </a:p>
        </p:txBody>
      </p:sp>
      <p:sp>
        <p:nvSpPr>
          <p:cNvPr id="29" name="bound-8-7">
            <a:extLst xmlns:a="http://schemas.openxmlformats.org/drawingml/2006/main">
              <a:ext uri="{FF2B5EF4-FFF2-40B4-BE49-F238E27FC236}">
                <a16:creationId xmlns:a16="http://schemas.microsoft.com/office/drawing/2014/main" id="{120EC544-DCB1-4402-9C55-B2C57112295B}"/>
              </a:ext>
            </a:extLst>
          </p:cNvPr>
          <p:cNvSpPr>
            <a:spLocks xmlns:a="http://schemas.openxmlformats.org/drawingml/2006/main" noGrp="1"/>
          </p:cNvSpPr>
          <p:nvPr/>
        </p:nvSpPr>
        <p:spPr>
          <a:xfrm xmlns:a="http://schemas.openxmlformats.org/drawingml/2006/main">
            <a:off x="937260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7</a:t>
            </a:r>
          </a:p>
        </p:txBody>
      </p:sp>
      <p:sp>
        <p:nvSpPr>
          <p:cNvPr id="30" name="bound-8-8">
            <a:extLst xmlns:a="http://schemas.openxmlformats.org/drawingml/2006/main">
              <a:ext uri="{FF2B5EF4-FFF2-40B4-BE49-F238E27FC236}">
                <a16:creationId xmlns:a16="http://schemas.microsoft.com/office/drawing/2014/main" id="{47A7E10C-256A-4D36-ADA6-7636F1F01FA2}"/>
              </a:ext>
            </a:extLst>
          </p:cNvPr>
          <p:cNvSpPr>
            <a:spLocks xmlns:a="http://schemas.openxmlformats.org/drawingml/2006/main" noGrp="1"/>
          </p:cNvSpPr>
          <p:nvPr/>
        </p:nvSpPr>
        <p:spPr>
          <a:xfrm xmlns:a="http://schemas.openxmlformats.org/drawingml/2006/main">
            <a:off x="1053465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31" name="text">
            <a:extLst xmlns:a="http://schemas.openxmlformats.org/drawingml/2006/main">
              <a:ext uri="{FF2B5EF4-FFF2-40B4-BE49-F238E27FC236}">
                <a16:creationId xmlns:a16="http://schemas.microsoft.com/office/drawing/2014/main" id="{DC18B010-3452-4280-96A9-BE10F7704B0C}"/>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这里有8个等级。下一步再判断3.71落在哪一档。</a:t>
            </a:r>
          </a:p>
        </p:txBody>
      </p:sp>
    </p:spTree>
    <p:extLst>
      <p:ext uri="{BB962C8B-B14F-4D97-AF65-F5344CB8AC3E}">
        <p14:creationId xmlns:p14="http://schemas.microsoft.com/office/powerpoint/2010/main" val="836099634"/>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B0F54F5-B77A-40F7-A237-923EB39E171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6BA8FBF-4015-4630-9C2A-914651AF4A2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94990D2-496D-4EC4-8B4E-20732949883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3.71 应记为等级3，还是等级4？</a:t>
            </a:r>
          </a:p>
        </p:txBody>
      </p:sp>
      <p:sp>
        <p:nvSpPr>
          <p:cNvPr id="5" name="text">
            <a:extLst xmlns:a="http://schemas.openxmlformats.org/drawingml/2006/main">
              <a:ext uri="{FF2B5EF4-FFF2-40B4-BE49-F238E27FC236}">
                <a16:creationId xmlns:a16="http://schemas.microsoft.com/office/drawing/2014/main" id="{098553D8-9931-46C4-ACD9-95FE6FCDBD5F}"/>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范围 [0,8)，分成8段；先独立判断等级编号。</a:t>
            </a:r>
          </a:p>
        </p:txBody>
      </p:sp>
      <p:sp>
        <p:nvSpPr>
          <p:cNvPr id="6" name="bin-8-0">
            <a:extLst xmlns:a="http://schemas.openxmlformats.org/drawingml/2006/main">
              <a:ext uri="{FF2B5EF4-FFF2-40B4-BE49-F238E27FC236}">
                <a16:creationId xmlns:a16="http://schemas.microsoft.com/office/drawing/2014/main" id="{E2DFA11F-35D4-4615-927B-5ECD82D34D3E}"/>
              </a:ext>
            </a:extLst>
          </p:cNvPr>
          <p:cNvSpPr>
            <a:spLocks xmlns:a="http://schemas.openxmlformats.org/drawingml/2006/main" noGrp="1"/>
          </p:cNvSpPr>
          <p:nvPr/>
        </p:nvSpPr>
        <p:spPr>
          <a:xfrm xmlns:a="http://schemas.openxmlformats.org/drawingml/2006/main">
            <a:off x="1447800" y="320992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7" name="grade-8-0">
            <a:extLst xmlns:a="http://schemas.openxmlformats.org/drawingml/2006/main">
              <a:ext uri="{FF2B5EF4-FFF2-40B4-BE49-F238E27FC236}">
                <a16:creationId xmlns:a16="http://schemas.microsoft.com/office/drawing/2014/main" id="{2F03BACA-367B-49BB-8FBC-044161C5AD23}"/>
              </a:ext>
            </a:extLst>
          </p:cNvPr>
          <p:cNvSpPr>
            <a:spLocks xmlns:a="http://schemas.openxmlformats.org/drawingml/2006/main" noGrp="1"/>
          </p:cNvSpPr>
          <p:nvPr/>
        </p:nvSpPr>
        <p:spPr>
          <a:xfrm xmlns:a="http://schemas.openxmlformats.org/drawingml/2006/main">
            <a:off x="1447800" y="359092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L0</a:t>
            </a:r>
          </a:p>
        </p:txBody>
      </p:sp>
      <p:sp>
        <p:nvSpPr>
          <p:cNvPr id="8" name="bin-8-1">
            <a:extLst xmlns:a="http://schemas.openxmlformats.org/drawingml/2006/main">
              <a:ext uri="{FF2B5EF4-FFF2-40B4-BE49-F238E27FC236}">
                <a16:creationId xmlns:a16="http://schemas.microsoft.com/office/drawing/2014/main" id="{8F02735A-76BC-4B30-A2E9-CED2A7184CA8}"/>
              </a:ext>
            </a:extLst>
          </p:cNvPr>
          <p:cNvSpPr>
            <a:spLocks xmlns:a="http://schemas.openxmlformats.org/drawingml/2006/main" noGrp="1"/>
          </p:cNvSpPr>
          <p:nvPr/>
        </p:nvSpPr>
        <p:spPr>
          <a:xfrm xmlns:a="http://schemas.openxmlformats.org/drawingml/2006/main">
            <a:off x="2609850" y="320992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9" name="grade-8-1">
            <a:extLst xmlns:a="http://schemas.openxmlformats.org/drawingml/2006/main">
              <a:ext uri="{FF2B5EF4-FFF2-40B4-BE49-F238E27FC236}">
                <a16:creationId xmlns:a16="http://schemas.microsoft.com/office/drawing/2014/main" id="{35B88A7F-9C41-4CA1-A47E-1F52E8875257}"/>
              </a:ext>
            </a:extLst>
          </p:cNvPr>
          <p:cNvSpPr>
            <a:spLocks xmlns:a="http://schemas.openxmlformats.org/drawingml/2006/main" noGrp="1"/>
          </p:cNvSpPr>
          <p:nvPr/>
        </p:nvSpPr>
        <p:spPr>
          <a:xfrm xmlns:a="http://schemas.openxmlformats.org/drawingml/2006/main">
            <a:off x="2609850" y="359092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L1</a:t>
            </a:r>
          </a:p>
        </p:txBody>
      </p:sp>
      <p:sp>
        <p:nvSpPr>
          <p:cNvPr id="10" name="bin-8-2">
            <a:extLst xmlns:a="http://schemas.openxmlformats.org/drawingml/2006/main">
              <a:ext uri="{FF2B5EF4-FFF2-40B4-BE49-F238E27FC236}">
                <a16:creationId xmlns:a16="http://schemas.microsoft.com/office/drawing/2014/main" id="{92E1B917-66C5-4222-A5E8-22A64E172341}"/>
              </a:ext>
            </a:extLst>
          </p:cNvPr>
          <p:cNvSpPr>
            <a:spLocks xmlns:a="http://schemas.openxmlformats.org/drawingml/2006/main" noGrp="1"/>
          </p:cNvSpPr>
          <p:nvPr/>
        </p:nvSpPr>
        <p:spPr>
          <a:xfrm xmlns:a="http://schemas.openxmlformats.org/drawingml/2006/main">
            <a:off x="3771900" y="320992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1" name="grade-8-2">
            <a:extLst xmlns:a="http://schemas.openxmlformats.org/drawingml/2006/main">
              <a:ext uri="{FF2B5EF4-FFF2-40B4-BE49-F238E27FC236}">
                <a16:creationId xmlns:a16="http://schemas.microsoft.com/office/drawing/2014/main" id="{8E893466-85FA-4BD3-9F99-E075684B523D}"/>
              </a:ext>
            </a:extLst>
          </p:cNvPr>
          <p:cNvSpPr>
            <a:spLocks xmlns:a="http://schemas.openxmlformats.org/drawingml/2006/main" noGrp="1"/>
          </p:cNvSpPr>
          <p:nvPr/>
        </p:nvSpPr>
        <p:spPr>
          <a:xfrm xmlns:a="http://schemas.openxmlformats.org/drawingml/2006/main">
            <a:off x="3771900" y="359092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L2</a:t>
            </a:r>
          </a:p>
        </p:txBody>
      </p:sp>
      <p:sp>
        <p:nvSpPr>
          <p:cNvPr id="12" name="bin-8-3">
            <a:extLst xmlns:a="http://schemas.openxmlformats.org/drawingml/2006/main">
              <a:ext uri="{FF2B5EF4-FFF2-40B4-BE49-F238E27FC236}">
                <a16:creationId xmlns:a16="http://schemas.microsoft.com/office/drawing/2014/main" id="{8E991072-C0CF-45CA-9FF5-11EBF1CFE45D}"/>
              </a:ext>
            </a:extLst>
          </p:cNvPr>
          <p:cNvSpPr>
            <a:spLocks xmlns:a="http://schemas.openxmlformats.org/drawingml/2006/main" noGrp="1"/>
          </p:cNvSpPr>
          <p:nvPr/>
        </p:nvSpPr>
        <p:spPr>
          <a:xfrm xmlns:a="http://schemas.openxmlformats.org/drawingml/2006/main">
            <a:off x="4933950" y="320992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grade-8-3">
            <a:extLst xmlns:a="http://schemas.openxmlformats.org/drawingml/2006/main">
              <a:ext uri="{FF2B5EF4-FFF2-40B4-BE49-F238E27FC236}">
                <a16:creationId xmlns:a16="http://schemas.microsoft.com/office/drawing/2014/main" id="{6D3636E3-94FF-4F74-8048-57FFE78BE9C6}"/>
              </a:ext>
            </a:extLst>
          </p:cNvPr>
          <p:cNvSpPr>
            <a:spLocks xmlns:a="http://schemas.openxmlformats.org/drawingml/2006/main" noGrp="1"/>
          </p:cNvSpPr>
          <p:nvPr/>
        </p:nvSpPr>
        <p:spPr>
          <a:xfrm xmlns:a="http://schemas.openxmlformats.org/drawingml/2006/main">
            <a:off x="4933950" y="359092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L3</a:t>
            </a:r>
          </a:p>
        </p:txBody>
      </p:sp>
      <p:sp>
        <p:nvSpPr>
          <p:cNvPr id="14" name="bin-8-4">
            <a:extLst xmlns:a="http://schemas.openxmlformats.org/drawingml/2006/main">
              <a:ext uri="{FF2B5EF4-FFF2-40B4-BE49-F238E27FC236}">
                <a16:creationId xmlns:a16="http://schemas.microsoft.com/office/drawing/2014/main" id="{69844187-755B-462F-B93D-96ECD44E1B72}"/>
              </a:ext>
            </a:extLst>
          </p:cNvPr>
          <p:cNvSpPr>
            <a:spLocks xmlns:a="http://schemas.openxmlformats.org/drawingml/2006/main" noGrp="1"/>
          </p:cNvSpPr>
          <p:nvPr/>
        </p:nvSpPr>
        <p:spPr>
          <a:xfrm xmlns:a="http://schemas.openxmlformats.org/drawingml/2006/main">
            <a:off x="6096000" y="320992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5" name="grade-8-4">
            <a:extLst xmlns:a="http://schemas.openxmlformats.org/drawingml/2006/main">
              <a:ext uri="{FF2B5EF4-FFF2-40B4-BE49-F238E27FC236}">
                <a16:creationId xmlns:a16="http://schemas.microsoft.com/office/drawing/2014/main" id="{3C4F3F61-6E97-42BD-B325-AE2C954619A9}"/>
              </a:ext>
            </a:extLst>
          </p:cNvPr>
          <p:cNvSpPr>
            <a:spLocks xmlns:a="http://schemas.openxmlformats.org/drawingml/2006/main" noGrp="1"/>
          </p:cNvSpPr>
          <p:nvPr/>
        </p:nvSpPr>
        <p:spPr>
          <a:xfrm xmlns:a="http://schemas.openxmlformats.org/drawingml/2006/main">
            <a:off x="6096000" y="359092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L4</a:t>
            </a:r>
          </a:p>
        </p:txBody>
      </p:sp>
      <p:sp>
        <p:nvSpPr>
          <p:cNvPr id="16" name="bin-8-5">
            <a:extLst xmlns:a="http://schemas.openxmlformats.org/drawingml/2006/main">
              <a:ext uri="{FF2B5EF4-FFF2-40B4-BE49-F238E27FC236}">
                <a16:creationId xmlns:a16="http://schemas.microsoft.com/office/drawing/2014/main" id="{FAF86652-9456-4819-985A-889210DC52F5}"/>
              </a:ext>
            </a:extLst>
          </p:cNvPr>
          <p:cNvSpPr>
            <a:spLocks xmlns:a="http://schemas.openxmlformats.org/drawingml/2006/main" noGrp="1"/>
          </p:cNvSpPr>
          <p:nvPr/>
        </p:nvSpPr>
        <p:spPr>
          <a:xfrm xmlns:a="http://schemas.openxmlformats.org/drawingml/2006/main">
            <a:off x="7258050" y="320992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grade-8-5">
            <a:extLst xmlns:a="http://schemas.openxmlformats.org/drawingml/2006/main">
              <a:ext uri="{FF2B5EF4-FFF2-40B4-BE49-F238E27FC236}">
                <a16:creationId xmlns:a16="http://schemas.microsoft.com/office/drawing/2014/main" id="{49909AC7-4FC3-47F0-9A60-FBD7D22DBF3E}"/>
              </a:ext>
            </a:extLst>
          </p:cNvPr>
          <p:cNvSpPr>
            <a:spLocks xmlns:a="http://schemas.openxmlformats.org/drawingml/2006/main" noGrp="1"/>
          </p:cNvSpPr>
          <p:nvPr/>
        </p:nvSpPr>
        <p:spPr>
          <a:xfrm xmlns:a="http://schemas.openxmlformats.org/drawingml/2006/main">
            <a:off x="7258050" y="359092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L5</a:t>
            </a:r>
          </a:p>
        </p:txBody>
      </p:sp>
      <p:sp>
        <p:nvSpPr>
          <p:cNvPr id="18" name="bin-8-6">
            <a:extLst xmlns:a="http://schemas.openxmlformats.org/drawingml/2006/main">
              <a:ext uri="{FF2B5EF4-FFF2-40B4-BE49-F238E27FC236}">
                <a16:creationId xmlns:a16="http://schemas.microsoft.com/office/drawing/2014/main" id="{301A8204-A930-4B07-A188-FBCB19D76694}"/>
              </a:ext>
            </a:extLst>
          </p:cNvPr>
          <p:cNvSpPr>
            <a:spLocks xmlns:a="http://schemas.openxmlformats.org/drawingml/2006/main" noGrp="1"/>
          </p:cNvSpPr>
          <p:nvPr/>
        </p:nvSpPr>
        <p:spPr>
          <a:xfrm xmlns:a="http://schemas.openxmlformats.org/drawingml/2006/main">
            <a:off x="8420100" y="320992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9" name="grade-8-6">
            <a:extLst xmlns:a="http://schemas.openxmlformats.org/drawingml/2006/main">
              <a:ext uri="{FF2B5EF4-FFF2-40B4-BE49-F238E27FC236}">
                <a16:creationId xmlns:a16="http://schemas.microsoft.com/office/drawing/2014/main" id="{706E33C2-AC53-43A7-9F27-F32AAC1FDECB}"/>
              </a:ext>
            </a:extLst>
          </p:cNvPr>
          <p:cNvSpPr>
            <a:spLocks xmlns:a="http://schemas.openxmlformats.org/drawingml/2006/main" noGrp="1"/>
          </p:cNvSpPr>
          <p:nvPr/>
        </p:nvSpPr>
        <p:spPr>
          <a:xfrm xmlns:a="http://schemas.openxmlformats.org/drawingml/2006/main">
            <a:off x="8420100" y="359092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L6</a:t>
            </a:r>
          </a:p>
        </p:txBody>
      </p:sp>
      <p:sp>
        <p:nvSpPr>
          <p:cNvPr id="20" name="bin-8-7">
            <a:extLst xmlns:a="http://schemas.openxmlformats.org/drawingml/2006/main">
              <a:ext uri="{FF2B5EF4-FFF2-40B4-BE49-F238E27FC236}">
                <a16:creationId xmlns:a16="http://schemas.microsoft.com/office/drawing/2014/main" id="{57A7D3F5-08DF-44EE-81D8-F5925D94CE9F}"/>
              </a:ext>
            </a:extLst>
          </p:cNvPr>
          <p:cNvSpPr>
            <a:spLocks xmlns:a="http://schemas.openxmlformats.org/drawingml/2006/main" noGrp="1"/>
          </p:cNvSpPr>
          <p:nvPr/>
        </p:nvSpPr>
        <p:spPr>
          <a:xfrm xmlns:a="http://schemas.openxmlformats.org/drawingml/2006/main">
            <a:off x="9582150" y="320992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1" name="grade-8-7">
            <a:extLst xmlns:a="http://schemas.openxmlformats.org/drawingml/2006/main">
              <a:ext uri="{FF2B5EF4-FFF2-40B4-BE49-F238E27FC236}">
                <a16:creationId xmlns:a16="http://schemas.microsoft.com/office/drawing/2014/main" id="{45FE83BE-4895-4579-929D-58F8561EEF5B}"/>
              </a:ext>
            </a:extLst>
          </p:cNvPr>
          <p:cNvSpPr>
            <a:spLocks xmlns:a="http://schemas.openxmlformats.org/drawingml/2006/main" noGrp="1"/>
          </p:cNvSpPr>
          <p:nvPr/>
        </p:nvSpPr>
        <p:spPr>
          <a:xfrm xmlns:a="http://schemas.openxmlformats.org/drawingml/2006/main">
            <a:off x="9582150" y="359092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L7</a:t>
            </a:r>
          </a:p>
        </p:txBody>
      </p:sp>
      <p:sp>
        <p:nvSpPr>
          <p:cNvPr id="22" name="bound-8-0">
            <a:extLst xmlns:a="http://schemas.openxmlformats.org/drawingml/2006/main">
              <a:ext uri="{FF2B5EF4-FFF2-40B4-BE49-F238E27FC236}">
                <a16:creationId xmlns:a16="http://schemas.microsoft.com/office/drawing/2014/main" id="{B5FE6246-AD91-4EA4-A9D6-76F1C94F1FAB}"/>
              </a:ext>
            </a:extLst>
          </p:cNvPr>
          <p:cNvSpPr>
            <a:spLocks xmlns:a="http://schemas.openxmlformats.org/drawingml/2006/main" noGrp="1"/>
          </p:cNvSpPr>
          <p:nvPr/>
        </p:nvSpPr>
        <p:spPr>
          <a:xfrm xmlns:a="http://schemas.openxmlformats.org/drawingml/2006/main">
            <a:off x="123825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23" name="bound-8-1">
            <a:extLst xmlns:a="http://schemas.openxmlformats.org/drawingml/2006/main">
              <a:ext uri="{FF2B5EF4-FFF2-40B4-BE49-F238E27FC236}">
                <a16:creationId xmlns:a16="http://schemas.microsoft.com/office/drawing/2014/main" id="{E9DA7FDE-3361-438B-9A3C-264B2B6BFAC9}"/>
              </a:ext>
            </a:extLst>
          </p:cNvPr>
          <p:cNvSpPr>
            <a:spLocks xmlns:a="http://schemas.openxmlformats.org/drawingml/2006/main" noGrp="1"/>
          </p:cNvSpPr>
          <p:nvPr/>
        </p:nvSpPr>
        <p:spPr>
          <a:xfrm xmlns:a="http://schemas.openxmlformats.org/drawingml/2006/main">
            <a:off x="240030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4" name="bound-8-2">
            <a:extLst xmlns:a="http://schemas.openxmlformats.org/drawingml/2006/main">
              <a:ext uri="{FF2B5EF4-FFF2-40B4-BE49-F238E27FC236}">
                <a16:creationId xmlns:a16="http://schemas.microsoft.com/office/drawing/2014/main" id="{3F017A55-D81E-40E8-83F3-7D9D6A73CBEE}"/>
              </a:ext>
            </a:extLst>
          </p:cNvPr>
          <p:cNvSpPr>
            <a:spLocks xmlns:a="http://schemas.openxmlformats.org/drawingml/2006/main" noGrp="1"/>
          </p:cNvSpPr>
          <p:nvPr/>
        </p:nvSpPr>
        <p:spPr>
          <a:xfrm xmlns:a="http://schemas.openxmlformats.org/drawingml/2006/main">
            <a:off x="356235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2</a:t>
            </a:r>
          </a:p>
        </p:txBody>
      </p:sp>
      <p:sp>
        <p:nvSpPr>
          <p:cNvPr id="25" name="bound-8-3">
            <a:extLst xmlns:a="http://schemas.openxmlformats.org/drawingml/2006/main">
              <a:ext uri="{FF2B5EF4-FFF2-40B4-BE49-F238E27FC236}">
                <a16:creationId xmlns:a16="http://schemas.microsoft.com/office/drawing/2014/main" id="{0D9D8B48-AB47-48C2-9770-48C29D947936}"/>
              </a:ext>
            </a:extLst>
          </p:cNvPr>
          <p:cNvSpPr>
            <a:spLocks xmlns:a="http://schemas.openxmlformats.org/drawingml/2006/main" noGrp="1"/>
          </p:cNvSpPr>
          <p:nvPr/>
        </p:nvSpPr>
        <p:spPr>
          <a:xfrm xmlns:a="http://schemas.openxmlformats.org/drawingml/2006/main">
            <a:off x="472440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3</a:t>
            </a:r>
          </a:p>
        </p:txBody>
      </p:sp>
      <p:sp>
        <p:nvSpPr>
          <p:cNvPr id="26" name="bound-8-4">
            <a:extLst xmlns:a="http://schemas.openxmlformats.org/drawingml/2006/main">
              <a:ext uri="{FF2B5EF4-FFF2-40B4-BE49-F238E27FC236}">
                <a16:creationId xmlns:a16="http://schemas.microsoft.com/office/drawing/2014/main" id="{360BF4D1-46B3-4C90-8C02-E3227E497C8A}"/>
              </a:ext>
            </a:extLst>
          </p:cNvPr>
          <p:cNvSpPr>
            <a:spLocks xmlns:a="http://schemas.openxmlformats.org/drawingml/2006/main" noGrp="1"/>
          </p:cNvSpPr>
          <p:nvPr/>
        </p:nvSpPr>
        <p:spPr>
          <a:xfrm xmlns:a="http://schemas.openxmlformats.org/drawingml/2006/main">
            <a:off x="588645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4</a:t>
            </a:r>
          </a:p>
        </p:txBody>
      </p:sp>
      <p:sp>
        <p:nvSpPr>
          <p:cNvPr id="27" name="bound-8-5">
            <a:extLst xmlns:a="http://schemas.openxmlformats.org/drawingml/2006/main">
              <a:ext uri="{FF2B5EF4-FFF2-40B4-BE49-F238E27FC236}">
                <a16:creationId xmlns:a16="http://schemas.microsoft.com/office/drawing/2014/main" id="{94737EAE-758B-4682-8E2A-F24E1DFAD3F8}"/>
              </a:ext>
            </a:extLst>
          </p:cNvPr>
          <p:cNvSpPr>
            <a:spLocks xmlns:a="http://schemas.openxmlformats.org/drawingml/2006/main" noGrp="1"/>
          </p:cNvSpPr>
          <p:nvPr/>
        </p:nvSpPr>
        <p:spPr>
          <a:xfrm xmlns:a="http://schemas.openxmlformats.org/drawingml/2006/main">
            <a:off x="704850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5</a:t>
            </a:r>
          </a:p>
        </p:txBody>
      </p:sp>
      <p:sp>
        <p:nvSpPr>
          <p:cNvPr id="28" name="bound-8-6">
            <a:extLst xmlns:a="http://schemas.openxmlformats.org/drawingml/2006/main">
              <a:ext uri="{FF2B5EF4-FFF2-40B4-BE49-F238E27FC236}">
                <a16:creationId xmlns:a16="http://schemas.microsoft.com/office/drawing/2014/main" id="{6164CBAF-941B-4D93-B032-87B72CC70755}"/>
              </a:ext>
            </a:extLst>
          </p:cNvPr>
          <p:cNvSpPr>
            <a:spLocks xmlns:a="http://schemas.openxmlformats.org/drawingml/2006/main" noGrp="1"/>
          </p:cNvSpPr>
          <p:nvPr/>
        </p:nvSpPr>
        <p:spPr>
          <a:xfrm xmlns:a="http://schemas.openxmlformats.org/drawingml/2006/main">
            <a:off x="821055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6</a:t>
            </a:r>
          </a:p>
        </p:txBody>
      </p:sp>
      <p:sp>
        <p:nvSpPr>
          <p:cNvPr id="29" name="bound-8-7">
            <a:extLst xmlns:a="http://schemas.openxmlformats.org/drawingml/2006/main">
              <a:ext uri="{FF2B5EF4-FFF2-40B4-BE49-F238E27FC236}">
                <a16:creationId xmlns:a16="http://schemas.microsoft.com/office/drawing/2014/main" id="{BF2061C7-E6E7-4D74-8C42-4497D9D469F0}"/>
              </a:ext>
            </a:extLst>
          </p:cNvPr>
          <p:cNvSpPr>
            <a:spLocks xmlns:a="http://schemas.openxmlformats.org/drawingml/2006/main" noGrp="1"/>
          </p:cNvSpPr>
          <p:nvPr/>
        </p:nvSpPr>
        <p:spPr>
          <a:xfrm xmlns:a="http://schemas.openxmlformats.org/drawingml/2006/main">
            <a:off x="937260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7</a:t>
            </a:r>
          </a:p>
        </p:txBody>
      </p:sp>
      <p:sp>
        <p:nvSpPr>
          <p:cNvPr id="30" name="bound-8-8">
            <a:extLst xmlns:a="http://schemas.openxmlformats.org/drawingml/2006/main">
              <a:ext uri="{FF2B5EF4-FFF2-40B4-BE49-F238E27FC236}">
                <a16:creationId xmlns:a16="http://schemas.microsoft.com/office/drawing/2014/main" id="{A1B3928E-FBC8-49A1-B0B9-D8D8EE5154F5}"/>
              </a:ext>
            </a:extLst>
          </p:cNvPr>
          <p:cNvSpPr>
            <a:spLocks xmlns:a="http://schemas.openxmlformats.org/drawingml/2006/main" noGrp="1"/>
          </p:cNvSpPr>
          <p:nvPr/>
        </p:nvSpPr>
        <p:spPr>
          <a:xfrm xmlns:a="http://schemas.openxmlformats.org/drawingml/2006/main">
            <a:off x="1053465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31" name="raw-value">
            <a:extLst xmlns:a="http://schemas.openxmlformats.org/drawingml/2006/main">
              <a:ext uri="{FF2B5EF4-FFF2-40B4-BE49-F238E27FC236}">
                <a16:creationId xmlns:a16="http://schemas.microsoft.com/office/drawing/2014/main" id="{B8F628F8-C632-4D72-BCE9-32381A2B921B}"/>
              </a:ext>
            </a:extLst>
          </p:cNvPr>
          <p:cNvSpPr>
            <a:spLocks xmlns:a="http://schemas.openxmlformats.org/drawingml/2006/main" noGrp="1"/>
          </p:cNvSpPr>
          <p:nvPr/>
        </p:nvSpPr>
        <p:spPr>
          <a:xfrm xmlns:a="http://schemas.openxmlformats.org/drawingml/2006/main">
            <a:off x="609600" y="49625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262626"/>
                </a:solidFill>
                <a:latin typeface="Alibaba PuHuiTi 3.0 115 Black"/>
                <a:ea typeface="Alibaba PuHuiTi 3.0 115 Black"/>
                <a:cs typeface="Alibaba PuHuiTi 3.0 115 Black"/>
              </a:defRPr>
            </a:defPPr>
          </a:lstStyle>
          <a:p xmlns:a="http://schemas.openxmlformats.org/drawingml/2006/main">
            <a:pPr algn="l">
              <a:defRPr sz="2700" b="1">
                <a:solidFill>
                  <a:srgbClr val="262626"/>
                </a:solidFill>
                <a:latin typeface="Alibaba PuHuiTi 3.0 115 Black"/>
                <a:ea typeface="Alibaba PuHuiTi 3.0 115 Black"/>
                <a:cs typeface="Alibaba PuHuiTi 3.0 115 Black"/>
              </a:defRPr>
            </a:pPr>
            <a:r>
              <a:rPr sz="2700" b="1">
                <a:solidFill>
                  <a:srgbClr val="262626"/>
                </a:solidFill>
                <a:latin typeface="Alibaba PuHuiTi 3.0 115 Black"/>
                <a:ea typeface="Alibaba PuHuiTi 3.0 115 Black"/>
                <a:cs typeface="Alibaba PuHuiTi 3.0 115 Black"/>
              </a:rPr>
              <a:t>采样原值：3.71</a:t>
            </a:r>
          </a:p>
        </p:txBody>
      </p:sp>
      <p:sp>
        <p:nvSpPr>
          <p:cNvPr id="32" name="text">
            <a:extLst xmlns:a="http://schemas.openxmlformats.org/drawingml/2006/main">
              <a:ext uri="{FF2B5EF4-FFF2-40B4-BE49-F238E27FC236}">
                <a16:creationId xmlns:a16="http://schemas.microsoft.com/office/drawing/2014/main" id="{EC27C42E-CFC7-48F1-AD40-0C12C59DE2DF}"/>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请说明你采用的分档规则。</a:t>
            </a:r>
          </a:p>
        </p:txBody>
      </p:sp>
    </p:spTree>
    <p:extLst>
      <p:ext uri="{BB962C8B-B14F-4D97-AF65-F5344CB8AC3E}">
        <p14:creationId xmlns:p14="http://schemas.microsoft.com/office/powerpoint/2010/main" val="188261090"/>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2FED0F8C-9CCE-4876-B4F9-A4BBF27848C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E44D8768-DA2E-4099-903E-44870C2CF46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7753E4B4-651E-4AED-8644-3D458D36E4F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量化：用有限代表值近似样本</a:t>
            </a:r>
          </a:p>
        </p:txBody>
      </p:sp>
      <p:sp>
        <p:nvSpPr>
          <p:cNvPr id="5" name="text">
            <a:extLst xmlns:a="http://schemas.openxmlformats.org/drawingml/2006/main">
              <a:ext uri="{FF2B5EF4-FFF2-40B4-BE49-F238E27FC236}">
                <a16:creationId xmlns:a16="http://schemas.microsoft.com/office/drawing/2014/main" id="{0BED98FD-FCEB-4681-BF63-2F0D6EE0A922}"/>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范围 [0,8)；按 [n,n+1) 分档。</a:t>
            </a:r>
          </a:p>
        </p:txBody>
      </p:sp>
      <p:sp>
        <p:nvSpPr>
          <p:cNvPr id="6" name="quant-bin-0">
            <a:extLst xmlns:a="http://schemas.openxmlformats.org/drawingml/2006/main">
              <a:ext uri="{FF2B5EF4-FFF2-40B4-BE49-F238E27FC236}">
                <a16:creationId xmlns:a16="http://schemas.microsoft.com/office/drawing/2014/main" id="{11BF3656-051C-427F-A4EB-9F78685242EB}"/>
              </a:ext>
            </a:extLst>
          </p:cNvPr>
          <p:cNvSpPr>
            <a:spLocks xmlns:a="http://schemas.openxmlformats.org/drawingml/2006/main" noGrp="1"/>
          </p:cNvSpPr>
          <p:nvPr/>
        </p:nvSpPr>
        <p:spPr>
          <a:xfrm xmlns:a="http://schemas.openxmlformats.org/drawingml/2006/main">
            <a:off x="1524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7" name="quant-grade-0">
            <a:extLst xmlns:a="http://schemas.openxmlformats.org/drawingml/2006/main">
              <a:ext uri="{FF2B5EF4-FFF2-40B4-BE49-F238E27FC236}">
                <a16:creationId xmlns:a16="http://schemas.microsoft.com/office/drawing/2014/main" id="{239E6CA8-47C0-4F20-B745-8EA4A51D8419}"/>
              </a:ext>
            </a:extLst>
          </p:cNvPr>
          <p:cNvSpPr>
            <a:spLocks xmlns:a="http://schemas.openxmlformats.org/drawingml/2006/main" noGrp="1"/>
          </p:cNvSpPr>
          <p:nvPr/>
        </p:nvSpPr>
        <p:spPr>
          <a:xfrm xmlns:a="http://schemas.openxmlformats.org/drawingml/2006/main">
            <a:off x="1524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L0</a:t>
            </a:r>
          </a:p>
        </p:txBody>
      </p:sp>
      <p:sp>
        <p:nvSpPr>
          <p:cNvPr id="8" name="quant-bin-1">
            <a:extLst xmlns:a="http://schemas.openxmlformats.org/drawingml/2006/main">
              <a:ext uri="{FF2B5EF4-FFF2-40B4-BE49-F238E27FC236}">
                <a16:creationId xmlns:a16="http://schemas.microsoft.com/office/drawing/2014/main" id="{0CF99069-03C2-4EE8-91B4-A9D872ABDDB6}"/>
              </a:ext>
            </a:extLst>
          </p:cNvPr>
          <p:cNvSpPr>
            <a:spLocks xmlns:a="http://schemas.openxmlformats.org/drawingml/2006/main" noGrp="1"/>
          </p:cNvSpPr>
          <p:nvPr/>
        </p:nvSpPr>
        <p:spPr>
          <a:xfrm xmlns:a="http://schemas.openxmlformats.org/drawingml/2006/main">
            <a:off x="2667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9" name="quant-grade-1">
            <a:extLst xmlns:a="http://schemas.openxmlformats.org/drawingml/2006/main">
              <a:ext uri="{FF2B5EF4-FFF2-40B4-BE49-F238E27FC236}">
                <a16:creationId xmlns:a16="http://schemas.microsoft.com/office/drawing/2014/main" id="{FA111489-C863-4CEF-BC14-1B054D947986}"/>
              </a:ext>
            </a:extLst>
          </p:cNvPr>
          <p:cNvSpPr>
            <a:spLocks xmlns:a="http://schemas.openxmlformats.org/drawingml/2006/main" noGrp="1"/>
          </p:cNvSpPr>
          <p:nvPr/>
        </p:nvSpPr>
        <p:spPr>
          <a:xfrm xmlns:a="http://schemas.openxmlformats.org/drawingml/2006/main">
            <a:off x="2667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L1</a:t>
            </a:r>
          </a:p>
        </p:txBody>
      </p:sp>
      <p:sp>
        <p:nvSpPr>
          <p:cNvPr id="10" name="quant-bin-2">
            <a:extLst xmlns:a="http://schemas.openxmlformats.org/drawingml/2006/main">
              <a:ext uri="{FF2B5EF4-FFF2-40B4-BE49-F238E27FC236}">
                <a16:creationId xmlns:a16="http://schemas.microsoft.com/office/drawing/2014/main" id="{4369CAD9-51A9-459A-9320-ADD3294846F9}"/>
              </a:ext>
            </a:extLst>
          </p:cNvPr>
          <p:cNvSpPr>
            <a:spLocks xmlns:a="http://schemas.openxmlformats.org/drawingml/2006/main" noGrp="1"/>
          </p:cNvSpPr>
          <p:nvPr/>
        </p:nvSpPr>
        <p:spPr>
          <a:xfrm xmlns:a="http://schemas.openxmlformats.org/drawingml/2006/main">
            <a:off x="3810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1" name="quant-grade-2">
            <a:extLst xmlns:a="http://schemas.openxmlformats.org/drawingml/2006/main">
              <a:ext uri="{FF2B5EF4-FFF2-40B4-BE49-F238E27FC236}">
                <a16:creationId xmlns:a16="http://schemas.microsoft.com/office/drawing/2014/main" id="{60082282-7ADC-4A8B-80CE-548F1B3FAB71}"/>
              </a:ext>
            </a:extLst>
          </p:cNvPr>
          <p:cNvSpPr>
            <a:spLocks xmlns:a="http://schemas.openxmlformats.org/drawingml/2006/main" noGrp="1"/>
          </p:cNvSpPr>
          <p:nvPr/>
        </p:nvSpPr>
        <p:spPr>
          <a:xfrm xmlns:a="http://schemas.openxmlformats.org/drawingml/2006/main">
            <a:off x="3810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L2</a:t>
            </a:r>
          </a:p>
        </p:txBody>
      </p:sp>
      <p:sp>
        <p:nvSpPr>
          <p:cNvPr id="12" name="quant-bin-3">
            <a:extLst xmlns:a="http://schemas.openxmlformats.org/drawingml/2006/main">
              <a:ext uri="{FF2B5EF4-FFF2-40B4-BE49-F238E27FC236}">
                <a16:creationId xmlns:a16="http://schemas.microsoft.com/office/drawing/2014/main" id="{FC09C72F-D017-4A06-9405-FD6782C175E1}"/>
              </a:ext>
            </a:extLst>
          </p:cNvPr>
          <p:cNvSpPr>
            <a:spLocks xmlns:a="http://schemas.openxmlformats.org/drawingml/2006/main" noGrp="1"/>
          </p:cNvSpPr>
          <p:nvPr/>
        </p:nvSpPr>
        <p:spPr>
          <a:xfrm xmlns:a="http://schemas.openxmlformats.org/drawingml/2006/main">
            <a:off x="4953000" y="2714625"/>
            <a:ext cx="1143000" cy="971550"/>
          </a:xfrm>
          <a:prstGeom xmlns:a="http://schemas.openxmlformats.org/drawingml/2006/main" prst="rect">
            <a:avLst/>
          </a:prstGeom>
          <a:noFill xmlns:a="http://schemas.openxmlformats.org/drawingml/2006/main"/>
          <a:ln xmlns:a="http://schemas.openxmlformats.org/drawingml/2006/main" w="28575">
            <a:solidFill>
              <a:srgbClr val="FF0000"/>
            </a:solidFill>
          </a:ln>
        </p:spPr>
      </p:sp>
      <p:sp>
        <p:nvSpPr>
          <p:cNvPr id="13" name="quant-grade-3">
            <a:extLst xmlns:a="http://schemas.openxmlformats.org/drawingml/2006/main">
              <a:ext uri="{FF2B5EF4-FFF2-40B4-BE49-F238E27FC236}">
                <a16:creationId xmlns:a16="http://schemas.microsoft.com/office/drawing/2014/main" id="{5BDDCC92-7472-4CD9-9735-4D2C17332905}"/>
              </a:ext>
            </a:extLst>
          </p:cNvPr>
          <p:cNvSpPr>
            <a:spLocks xmlns:a="http://schemas.openxmlformats.org/drawingml/2006/main" noGrp="1"/>
          </p:cNvSpPr>
          <p:nvPr/>
        </p:nvSpPr>
        <p:spPr>
          <a:xfrm xmlns:a="http://schemas.openxmlformats.org/drawingml/2006/main">
            <a:off x="4953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1">
                <a:solidFill>
                  <a:srgbClr val="8C64E1"/>
                </a:solidFill>
                <a:latin typeface="Alibaba PuHuiTi 3.0 115 Black"/>
                <a:ea typeface="Alibaba PuHuiTi 3.0 115 Black"/>
                <a:cs typeface="Alibaba PuHuiTi 3.0 115 Black"/>
              </a:defRPr>
            </a:defPPr>
          </a:lstStyle>
          <a:p xmlns:a="http://schemas.openxmlformats.org/drawingml/2006/main">
            <a:pPr algn="ctr">
              <a:buNone/>
              <a:defRPr sz="2100" b="1">
                <a:solidFill>
                  <a:srgbClr val="8C64E1"/>
                </a:solidFill>
                <a:latin typeface="Alibaba PuHuiTi 3.0 115 Black"/>
                <a:ea typeface="Alibaba PuHuiTi 3.0 115 Black"/>
                <a:cs typeface="Alibaba PuHuiTi 3.0 115 Black"/>
              </a:defRPr>
            </a:pPr>
            <a:r>
              <a:rPr sz="2100" b="1">
                <a:solidFill>
                  <a:srgbClr val="8C64E1"/>
                </a:solidFill>
                <a:latin typeface="Alibaba PuHuiTi 3.0 115 Black"/>
                <a:ea typeface="Alibaba PuHuiTi 3.0 115 Black"/>
                <a:cs typeface="Alibaba PuHuiTi 3.0 115 Black"/>
              </a:rPr>
              <a:t>L3</a:t>
            </a:r>
          </a:p>
        </p:txBody>
      </p:sp>
      <p:sp>
        <p:nvSpPr>
          <p:cNvPr id="14" name="quant-bin-4">
            <a:extLst xmlns:a="http://schemas.openxmlformats.org/drawingml/2006/main">
              <a:ext uri="{FF2B5EF4-FFF2-40B4-BE49-F238E27FC236}">
                <a16:creationId xmlns:a16="http://schemas.microsoft.com/office/drawing/2014/main" id="{38F0D89A-3BF4-40DC-876F-2380E8E9241C}"/>
              </a:ext>
            </a:extLst>
          </p:cNvPr>
          <p:cNvSpPr>
            <a:spLocks xmlns:a="http://schemas.openxmlformats.org/drawingml/2006/main" noGrp="1"/>
          </p:cNvSpPr>
          <p:nvPr/>
        </p:nvSpPr>
        <p:spPr>
          <a:xfrm xmlns:a="http://schemas.openxmlformats.org/drawingml/2006/main">
            <a:off x="6096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5" name="quant-grade-4">
            <a:extLst xmlns:a="http://schemas.openxmlformats.org/drawingml/2006/main">
              <a:ext uri="{FF2B5EF4-FFF2-40B4-BE49-F238E27FC236}">
                <a16:creationId xmlns:a16="http://schemas.microsoft.com/office/drawing/2014/main" id="{A59870AF-AA8E-43BB-8884-8A4938019046}"/>
              </a:ext>
            </a:extLst>
          </p:cNvPr>
          <p:cNvSpPr>
            <a:spLocks xmlns:a="http://schemas.openxmlformats.org/drawingml/2006/main" noGrp="1"/>
          </p:cNvSpPr>
          <p:nvPr/>
        </p:nvSpPr>
        <p:spPr>
          <a:xfrm xmlns:a="http://schemas.openxmlformats.org/drawingml/2006/main">
            <a:off x="6096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L4</a:t>
            </a:r>
          </a:p>
        </p:txBody>
      </p:sp>
      <p:sp>
        <p:nvSpPr>
          <p:cNvPr id="16" name="quant-bin-5">
            <a:extLst xmlns:a="http://schemas.openxmlformats.org/drawingml/2006/main">
              <a:ext uri="{FF2B5EF4-FFF2-40B4-BE49-F238E27FC236}">
                <a16:creationId xmlns:a16="http://schemas.microsoft.com/office/drawing/2014/main" id="{31CDFFBC-5D07-42B3-B0B8-01209C3FD7C1}"/>
              </a:ext>
            </a:extLst>
          </p:cNvPr>
          <p:cNvSpPr>
            <a:spLocks xmlns:a="http://schemas.openxmlformats.org/drawingml/2006/main" noGrp="1"/>
          </p:cNvSpPr>
          <p:nvPr/>
        </p:nvSpPr>
        <p:spPr>
          <a:xfrm xmlns:a="http://schemas.openxmlformats.org/drawingml/2006/main">
            <a:off x="7239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quant-grade-5">
            <a:extLst xmlns:a="http://schemas.openxmlformats.org/drawingml/2006/main">
              <a:ext uri="{FF2B5EF4-FFF2-40B4-BE49-F238E27FC236}">
                <a16:creationId xmlns:a16="http://schemas.microsoft.com/office/drawing/2014/main" id="{D59B42AC-7FA9-452B-89E1-36C6C33280D8}"/>
              </a:ext>
            </a:extLst>
          </p:cNvPr>
          <p:cNvSpPr>
            <a:spLocks xmlns:a="http://schemas.openxmlformats.org/drawingml/2006/main" noGrp="1"/>
          </p:cNvSpPr>
          <p:nvPr/>
        </p:nvSpPr>
        <p:spPr>
          <a:xfrm xmlns:a="http://schemas.openxmlformats.org/drawingml/2006/main">
            <a:off x="7239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L5</a:t>
            </a:r>
          </a:p>
        </p:txBody>
      </p:sp>
      <p:sp>
        <p:nvSpPr>
          <p:cNvPr id="18" name="quant-bin-6">
            <a:extLst xmlns:a="http://schemas.openxmlformats.org/drawingml/2006/main">
              <a:ext uri="{FF2B5EF4-FFF2-40B4-BE49-F238E27FC236}">
                <a16:creationId xmlns:a16="http://schemas.microsoft.com/office/drawing/2014/main" id="{7AA1483F-11AB-490E-BB64-9B26E9394704}"/>
              </a:ext>
            </a:extLst>
          </p:cNvPr>
          <p:cNvSpPr>
            <a:spLocks xmlns:a="http://schemas.openxmlformats.org/drawingml/2006/main" noGrp="1"/>
          </p:cNvSpPr>
          <p:nvPr/>
        </p:nvSpPr>
        <p:spPr>
          <a:xfrm xmlns:a="http://schemas.openxmlformats.org/drawingml/2006/main">
            <a:off x="8382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9" name="quant-grade-6">
            <a:extLst xmlns:a="http://schemas.openxmlformats.org/drawingml/2006/main">
              <a:ext uri="{FF2B5EF4-FFF2-40B4-BE49-F238E27FC236}">
                <a16:creationId xmlns:a16="http://schemas.microsoft.com/office/drawing/2014/main" id="{C92E4780-E14A-4396-B472-3383F493817B}"/>
              </a:ext>
            </a:extLst>
          </p:cNvPr>
          <p:cNvSpPr>
            <a:spLocks xmlns:a="http://schemas.openxmlformats.org/drawingml/2006/main" noGrp="1"/>
          </p:cNvSpPr>
          <p:nvPr/>
        </p:nvSpPr>
        <p:spPr>
          <a:xfrm xmlns:a="http://schemas.openxmlformats.org/drawingml/2006/main">
            <a:off x="8382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L6</a:t>
            </a:r>
          </a:p>
        </p:txBody>
      </p:sp>
      <p:sp>
        <p:nvSpPr>
          <p:cNvPr id="20" name="quant-bin-7">
            <a:extLst xmlns:a="http://schemas.openxmlformats.org/drawingml/2006/main">
              <a:ext uri="{FF2B5EF4-FFF2-40B4-BE49-F238E27FC236}">
                <a16:creationId xmlns:a16="http://schemas.microsoft.com/office/drawing/2014/main" id="{682ADB64-280D-4C7E-BC80-6EC423D208D7}"/>
              </a:ext>
            </a:extLst>
          </p:cNvPr>
          <p:cNvSpPr>
            <a:spLocks xmlns:a="http://schemas.openxmlformats.org/drawingml/2006/main" noGrp="1"/>
          </p:cNvSpPr>
          <p:nvPr/>
        </p:nvSpPr>
        <p:spPr>
          <a:xfrm xmlns:a="http://schemas.openxmlformats.org/drawingml/2006/main">
            <a:off x="9525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1" name="quant-grade-7">
            <a:extLst xmlns:a="http://schemas.openxmlformats.org/drawingml/2006/main">
              <a:ext uri="{FF2B5EF4-FFF2-40B4-BE49-F238E27FC236}">
                <a16:creationId xmlns:a16="http://schemas.microsoft.com/office/drawing/2014/main" id="{D4EF72BB-CBE7-452F-8E1D-0A2253868765}"/>
              </a:ext>
            </a:extLst>
          </p:cNvPr>
          <p:cNvSpPr>
            <a:spLocks xmlns:a="http://schemas.openxmlformats.org/drawingml/2006/main" noGrp="1"/>
          </p:cNvSpPr>
          <p:nvPr/>
        </p:nvSpPr>
        <p:spPr>
          <a:xfrm xmlns:a="http://schemas.openxmlformats.org/drawingml/2006/main">
            <a:off x="9525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L7</a:t>
            </a:r>
          </a:p>
        </p:txBody>
      </p:sp>
      <p:sp>
        <p:nvSpPr>
          <p:cNvPr id="22" name="quant-boundary-0">
            <a:extLst xmlns:a="http://schemas.openxmlformats.org/drawingml/2006/main">
              <a:ext uri="{FF2B5EF4-FFF2-40B4-BE49-F238E27FC236}">
                <a16:creationId xmlns:a16="http://schemas.microsoft.com/office/drawing/2014/main" id="{08565BB8-F41D-4A7F-B202-0180BDF022E7}"/>
              </a:ext>
            </a:extLst>
          </p:cNvPr>
          <p:cNvSpPr>
            <a:spLocks xmlns:a="http://schemas.openxmlformats.org/drawingml/2006/main" noGrp="1"/>
          </p:cNvSpPr>
          <p:nvPr/>
        </p:nvSpPr>
        <p:spPr>
          <a:xfrm xmlns:a="http://schemas.openxmlformats.org/drawingml/2006/main">
            <a:off x="1238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23" name="quant-boundary-1">
            <a:extLst xmlns:a="http://schemas.openxmlformats.org/drawingml/2006/main">
              <a:ext uri="{FF2B5EF4-FFF2-40B4-BE49-F238E27FC236}">
                <a16:creationId xmlns:a16="http://schemas.microsoft.com/office/drawing/2014/main" id="{58755750-3ED4-4017-95AF-273959173DBD}"/>
              </a:ext>
            </a:extLst>
          </p:cNvPr>
          <p:cNvSpPr>
            <a:spLocks xmlns:a="http://schemas.openxmlformats.org/drawingml/2006/main" noGrp="1"/>
          </p:cNvSpPr>
          <p:nvPr/>
        </p:nvSpPr>
        <p:spPr>
          <a:xfrm xmlns:a="http://schemas.openxmlformats.org/drawingml/2006/main">
            <a:off x="2381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4" name="quant-boundary-2">
            <a:extLst xmlns:a="http://schemas.openxmlformats.org/drawingml/2006/main">
              <a:ext uri="{FF2B5EF4-FFF2-40B4-BE49-F238E27FC236}">
                <a16:creationId xmlns:a16="http://schemas.microsoft.com/office/drawing/2014/main" id="{06321FD8-7841-4064-B022-3C977390059A}"/>
              </a:ext>
            </a:extLst>
          </p:cNvPr>
          <p:cNvSpPr>
            <a:spLocks xmlns:a="http://schemas.openxmlformats.org/drawingml/2006/main" noGrp="1"/>
          </p:cNvSpPr>
          <p:nvPr/>
        </p:nvSpPr>
        <p:spPr>
          <a:xfrm xmlns:a="http://schemas.openxmlformats.org/drawingml/2006/main">
            <a:off x="3524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2</a:t>
            </a:r>
          </a:p>
        </p:txBody>
      </p:sp>
      <p:sp>
        <p:nvSpPr>
          <p:cNvPr id="25" name="quant-boundary-3">
            <a:extLst xmlns:a="http://schemas.openxmlformats.org/drawingml/2006/main">
              <a:ext uri="{FF2B5EF4-FFF2-40B4-BE49-F238E27FC236}">
                <a16:creationId xmlns:a16="http://schemas.microsoft.com/office/drawing/2014/main" id="{F2E95FFC-3EF5-447B-8083-4751198E32E4}"/>
              </a:ext>
            </a:extLst>
          </p:cNvPr>
          <p:cNvSpPr>
            <a:spLocks xmlns:a="http://schemas.openxmlformats.org/drawingml/2006/main" noGrp="1"/>
          </p:cNvSpPr>
          <p:nvPr/>
        </p:nvSpPr>
        <p:spPr>
          <a:xfrm xmlns:a="http://schemas.openxmlformats.org/drawingml/2006/main">
            <a:off x="4667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3</a:t>
            </a:r>
          </a:p>
        </p:txBody>
      </p:sp>
      <p:sp>
        <p:nvSpPr>
          <p:cNvPr id="26" name="quant-boundary-4">
            <a:extLst xmlns:a="http://schemas.openxmlformats.org/drawingml/2006/main">
              <a:ext uri="{FF2B5EF4-FFF2-40B4-BE49-F238E27FC236}">
                <a16:creationId xmlns:a16="http://schemas.microsoft.com/office/drawing/2014/main" id="{11168005-4675-4A85-8F5E-083F1E955407}"/>
              </a:ext>
            </a:extLst>
          </p:cNvPr>
          <p:cNvSpPr>
            <a:spLocks xmlns:a="http://schemas.openxmlformats.org/drawingml/2006/main" noGrp="1"/>
          </p:cNvSpPr>
          <p:nvPr/>
        </p:nvSpPr>
        <p:spPr>
          <a:xfrm xmlns:a="http://schemas.openxmlformats.org/drawingml/2006/main">
            <a:off x="5810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4</a:t>
            </a:r>
          </a:p>
        </p:txBody>
      </p:sp>
      <p:sp>
        <p:nvSpPr>
          <p:cNvPr id="27" name="quant-boundary-5">
            <a:extLst xmlns:a="http://schemas.openxmlformats.org/drawingml/2006/main">
              <a:ext uri="{FF2B5EF4-FFF2-40B4-BE49-F238E27FC236}">
                <a16:creationId xmlns:a16="http://schemas.microsoft.com/office/drawing/2014/main" id="{7AE21D50-D29D-42B4-8286-F143D3197A67}"/>
              </a:ext>
            </a:extLst>
          </p:cNvPr>
          <p:cNvSpPr>
            <a:spLocks xmlns:a="http://schemas.openxmlformats.org/drawingml/2006/main" noGrp="1"/>
          </p:cNvSpPr>
          <p:nvPr/>
        </p:nvSpPr>
        <p:spPr>
          <a:xfrm xmlns:a="http://schemas.openxmlformats.org/drawingml/2006/main">
            <a:off x="6953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5</a:t>
            </a:r>
          </a:p>
        </p:txBody>
      </p:sp>
      <p:sp>
        <p:nvSpPr>
          <p:cNvPr id="28" name="quant-boundary-6">
            <a:extLst xmlns:a="http://schemas.openxmlformats.org/drawingml/2006/main">
              <a:ext uri="{FF2B5EF4-FFF2-40B4-BE49-F238E27FC236}">
                <a16:creationId xmlns:a16="http://schemas.microsoft.com/office/drawing/2014/main" id="{2A9513CA-B7E1-4AB2-8A2A-136279817927}"/>
              </a:ext>
            </a:extLst>
          </p:cNvPr>
          <p:cNvSpPr>
            <a:spLocks xmlns:a="http://schemas.openxmlformats.org/drawingml/2006/main" noGrp="1"/>
          </p:cNvSpPr>
          <p:nvPr/>
        </p:nvSpPr>
        <p:spPr>
          <a:xfrm xmlns:a="http://schemas.openxmlformats.org/drawingml/2006/main">
            <a:off x="8096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6</a:t>
            </a:r>
          </a:p>
        </p:txBody>
      </p:sp>
      <p:sp>
        <p:nvSpPr>
          <p:cNvPr id="29" name="quant-boundary-7">
            <a:extLst xmlns:a="http://schemas.openxmlformats.org/drawingml/2006/main">
              <a:ext uri="{FF2B5EF4-FFF2-40B4-BE49-F238E27FC236}">
                <a16:creationId xmlns:a16="http://schemas.microsoft.com/office/drawing/2014/main" id="{79071AA7-9571-4312-8BAE-5B049DB587D0}"/>
              </a:ext>
            </a:extLst>
          </p:cNvPr>
          <p:cNvSpPr>
            <a:spLocks xmlns:a="http://schemas.openxmlformats.org/drawingml/2006/main" noGrp="1"/>
          </p:cNvSpPr>
          <p:nvPr/>
        </p:nvSpPr>
        <p:spPr>
          <a:xfrm xmlns:a="http://schemas.openxmlformats.org/drawingml/2006/main">
            <a:off x="9239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7</a:t>
            </a:r>
          </a:p>
        </p:txBody>
      </p:sp>
      <p:sp>
        <p:nvSpPr>
          <p:cNvPr id="30" name="quant-boundary-8">
            <a:extLst xmlns:a="http://schemas.openxmlformats.org/drawingml/2006/main">
              <a:ext uri="{FF2B5EF4-FFF2-40B4-BE49-F238E27FC236}">
                <a16:creationId xmlns:a16="http://schemas.microsoft.com/office/drawing/2014/main" id="{CF78D9F1-EB16-40DE-BCE9-65DD4C12EF83}"/>
              </a:ext>
            </a:extLst>
          </p:cNvPr>
          <p:cNvSpPr>
            <a:spLocks xmlns:a="http://schemas.openxmlformats.org/drawingml/2006/main" noGrp="1"/>
          </p:cNvSpPr>
          <p:nvPr/>
        </p:nvSpPr>
        <p:spPr>
          <a:xfrm xmlns:a="http://schemas.openxmlformats.org/drawingml/2006/main">
            <a:off x="10382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31" name="raw-3.71">
            <a:extLst xmlns:a="http://schemas.openxmlformats.org/drawingml/2006/main">
              <a:ext uri="{FF2B5EF4-FFF2-40B4-BE49-F238E27FC236}">
                <a16:creationId xmlns:a16="http://schemas.microsoft.com/office/drawing/2014/main" id="{0F2BA2EE-2A0D-4B51-9CDD-4E1188FF23BE}"/>
              </a:ext>
            </a:extLst>
          </p:cNvPr>
          <p:cNvSpPr>
            <a:spLocks xmlns:a="http://schemas.openxmlformats.org/drawingml/2006/main" noGrp="1"/>
          </p:cNvSpPr>
          <p:nvPr/>
        </p:nvSpPr>
        <p:spPr>
          <a:xfrm xmlns:a="http://schemas.openxmlformats.org/drawingml/2006/main">
            <a:off x="5693093" y="2986088"/>
            <a:ext cx="142875" cy="142875"/>
          </a:xfrm>
          <a:prstGeom xmlns:a="http://schemas.openxmlformats.org/drawingml/2006/main" prst="ellipse">
            <a:avLst/>
          </a:prstGeom>
          <a:solidFill xmlns:a="http://schemas.openxmlformats.org/drawingml/2006/main">
            <a:srgbClr val="FFFFFF"/>
          </a:solidFill>
          <a:ln xmlns:a="http://schemas.openxmlformats.org/drawingml/2006/main" w="19050">
            <a:solidFill>
              <a:srgbClr val="FF0000"/>
            </a:solidFill>
          </a:ln>
        </p:spPr>
      </p:sp>
      <p:sp>
        <p:nvSpPr>
          <p:cNvPr id="32" name="raw-label-guide">
            <a:extLst xmlns:a="http://schemas.openxmlformats.org/drawingml/2006/main">
              <a:ext uri="{FF2B5EF4-FFF2-40B4-BE49-F238E27FC236}">
                <a16:creationId xmlns:a16="http://schemas.microsoft.com/office/drawing/2014/main" id="{D7465545-4D79-4570-AD47-964FA250D266}"/>
              </a:ext>
            </a:extLst>
          </p:cNvPr>
          <p:cNvSpPr>
            <a:spLocks xmlns:a="http://schemas.openxmlformats.org/drawingml/2006/main" noGrp="1"/>
          </p:cNvSpPr>
          <p:nvPr/>
        </p:nvSpPr>
        <p:spPr>
          <a:xfrm xmlns:a="http://schemas.openxmlformats.org/drawingml/2006/main">
            <a:off x="5764530" y="2190750"/>
            <a:ext cx="9525" cy="838200"/>
          </a:xfrm>
          <a:custGeom xmlns:a="http://schemas.openxmlformats.org/drawingml/2006/main">
            <a:pathLst>
              <a:path w="9525" h="838200">
                <a:moveTo>
                  <a:pt x="0" y="838200"/>
                </a:moveTo>
                <a:lnTo>
                  <a:pt x="0" y="0"/>
                </a:lnTo>
              </a:path>
            </a:pathLst>
          </a:custGeom>
          <a:noFill xmlns:a="http://schemas.openxmlformats.org/drawingml/2006/main"/>
          <a:ln xmlns:a="http://schemas.openxmlformats.org/drawingml/2006/main" w="12383">
            <a:solidFill>
              <a:srgbClr val="FF0000"/>
            </a:solidFill>
          </a:ln>
        </p:spPr>
      </p:sp>
      <p:sp>
        <p:nvSpPr>
          <p:cNvPr id="33" name="raw-value-label">
            <a:extLst xmlns:a="http://schemas.openxmlformats.org/drawingml/2006/main">
              <a:ext uri="{FF2B5EF4-FFF2-40B4-BE49-F238E27FC236}">
                <a16:creationId xmlns:a16="http://schemas.microsoft.com/office/drawing/2014/main" id="{BB6E6C7B-5E77-4D89-8F54-80D7890E6CBF}"/>
              </a:ext>
            </a:extLst>
          </p:cNvPr>
          <p:cNvSpPr>
            <a:spLocks xmlns:a="http://schemas.openxmlformats.org/drawingml/2006/main" noGrp="1"/>
          </p:cNvSpPr>
          <p:nvPr/>
        </p:nvSpPr>
        <p:spPr>
          <a:xfrm xmlns:a="http://schemas.openxmlformats.org/drawingml/2006/main">
            <a:off x="5907405" y="1990725"/>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原值 3.71</a:t>
            </a:r>
          </a:p>
        </p:txBody>
      </p:sp>
      <p:sp>
        <p:nvSpPr>
          <p:cNvPr id="34" name="representative-3.5">
            <a:extLst xmlns:a="http://schemas.openxmlformats.org/drawingml/2006/main">
              <a:ext uri="{FF2B5EF4-FFF2-40B4-BE49-F238E27FC236}">
                <a16:creationId xmlns:a16="http://schemas.microsoft.com/office/drawing/2014/main" id="{56D82E47-0316-4B0F-A60F-85974947D8A4}"/>
              </a:ext>
            </a:extLst>
          </p:cNvPr>
          <p:cNvSpPr>
            <a:spLocks xmlns:a="http://schemas.openxmlformats.org/drawingml/2006/main" noGrp="1"/>
          </p:cNvSpPr>
          <p:nvPr/>
        </p:nvSpPr>
        <p:spPr>
          <a:xfrm xmlns:a="http://schemas.openxmlformats.org/drawingml/2006/main">
            <a:off x="5453063" y="3405188"/>
            <a:ext cx="142875" cy="142875"/>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5" name="representative-guide">
            <a:extLst xmlns:a="http://schemas.openxmlformats.org/drawingml/2006/main">
              <a:ext uri="{FF2B5EF4-FFF2-40B4-BE49-F238E27FC236}">
                <a16:creationId xmlns:a16="http://schemas.microsoft.com/office/drawing/2014/main" id="{5A41A2E6-6103-40E2-BECA-48FE9BB9B378}"/>
              </a:ext>
            </a:extLst>
          </p:cNvPr>
          <p:cNvSpPr>
            <a:spLocks xmlns:a="http://schemas.openxmlformats.org/drawingml/2006/main" noGrp="1"/>
          </p:cNvSpPr>
          <p:nvPr/>
        </p:nvSpPr>
        <p:spPr>
          <a:xfrm xmlns:a="http://schemas.openxmlformats.org/drawingml/2006/main">
            <a:off x="5524500" y="3524250"/>
            <a:ext cx="9525" cy="171450"/>
          </a:xfrm>
          <a:custGeom xmlns:a="http://schemas.openxmlformats.org/drawingml/2006/main">
            <a:pathLst>
              <a:path w="9525" h="171450">
                <a:moveTo>
                  <a:pt x="0" y="0"/>
                </a:moveTo>
                <a:lnTo>
                  <a:pt x="0" y="171450"/>
                </a:lnTo>
              </a:path>
            </a:pathLst>
          </a:custGeom>
          <a:noFill xmlns:a="http://schemas.openxmlformats.org/drawingml/2006/main"/>
          <a:ln xmlns:a="http://schemas.openxmlformats.org/drawingml/2006/main" w="12383">
            <a:solidFill>
              <a:srgbClr val="007C9B"/>
            </a:solidFill>
          </a:ln>
        </p:spPr>
      </p:sp>
      <p:sp>
        <p:nvSpPr>
          <p:cNvPr id="36" name="quant-mapping">
            <a:extLst xmlns:a="http://schemas.openxmlformats.org/drawingml/2006/main">
              <a:ext uri="{FF2B5EF4-FFF2-40B4-BE49-F238E27FC236}">
                <a16:creationId xmlns:a16="http://schemas.microsoft.com/office/drawing/2014/main" id="{ACCEB812-F2E6-4F09-A208-E43F292C70F0}"/>
              </a:ext>
            </a:extLst>
          </p:cNvPr>
          <p:cNvSpPr>
            <a:spLocks xmlns:a="http://schemas.openxmlformats.org/drawingml/2006/main" noGrp="1"/>
          </p:cNvSpPr>
          <p:nvPr/>
        </p:nvSpPr>
        <p:spPr>
          <a:xfrm xmlns:a="http://schemas.openxmlformats.org/drawingml/2006/main">
            <a:off x="3048000" y="4724400"/>
            <a:ext cx="723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400" b="1">
                <a:solidFill>
                  <a:srgbClr val="8C64E1"/>
                </a:solidFill>
                <a:latin typeface="Alibaba PuHuiTi 3.0 115 Black"/>
                <a:ea typeface="Alibaba PuHuiTi 3.0 115 Black"/>
                <a:cs typeface="Alibaba PuHuiTi 3.0 115 Black"/>
              </a:defRPr>
            </a:defPPr>
          </a:lstStyle>
          <a:p xmlns:a="http://schemas.openxmlformats.org/drawingml/2006/main">
            <a:pPr algn="ctr">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等级编号 L3；对应代表值 3.5</a:t>
            </a:r>
          </a:p>
        </p:txBody>
      </p:sp>
      <p:sp>
        <p:nvSpPr>
          <p:cNvPr id="37" name="text">
            <a:extLst xmlns:a="http://schemas.openxmlformats.org/drawingml/2006/main">
              <a:ext uri="{FF2B5EF4-FFF2-40B4-BE49-F238E27FC236}">
                <a16:creationId xmlns:a16="http://schemas.microsoft.com/office/drawing/2014/main" id="{D90E01A9-F279-48CE-8673-1206599F70F0}"/>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编号表示哪一档；代表值用于近似原幅度。</a:t>
            </a:r>
          </a:p>
        </p:txBody>
      </p:sp>
      <p:sp>
        <p:nvSpPr>
          <p:cNvPr id="38" name="representative-label">
            <a:extLst xmlns:a="http://schemas.openxmlformats.org/drawingml/2006/main">
              <a:ext uri="{FF2B5EF4-FFF2-40B4-BE49-F238E27FC236}">
                <a16:creationId xmlns:a16="http://schemas.microsoft.com/office/drawing/2014/main" id="{1598CE80-D9EB-4820-8CE8-D188C0E08942}"/>
              </a:ext>
            </a:extLst>
          </p:cNvPr>
          <p:cNvSpPr>
            <a:spLocks xmlns:a="http://schemas.openxmlformats.org/drawingml/2006/main" noGrp="1"/>
          </p:cNvSpPr>
          <p:nvPr/>
        </p:nvSpPr>
        <p:spPr>
          <a:xfrm xmlns:a="http://schemas.openxmlformats.org/drawingml/2006/main">
            <a:off x="6219825" y="3295650"/>
            <a:ext cx="276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007C9B"/>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007C9B"/>
                </a:solidFill>
                <a:latin typeface="Alibaba PuHuiTi 3.0 55 Regular"/>
                <a:ea typeface="Alibaba PuHuiTi 3.0 55 Regular"/>
                <a:cs typeface="Alibaba PuHuiTi 3.0 55 Regular"/>
              </a:defRPr>
            </a:pPr>
            <a:r>
              <a:rPr sz="2200" b="0">
                <a:solidFill>
                  <a:srgbClr val="007C9B"/>
                </a:solidFill>
                <a:latin typeface="Alibaba PuHuiTi 3.0 55 Regular"/>
                <a:ea typeface="Alibaba PuHuiTi 3.0 55 Regular"/>
                <a:cs typeface="Alibaba PuHuiTi 3.0 55 Regular"/>
              </a:rPr>
              <a:t>代表值 3.5</a:t>
            </a:r>
          </a:p>
        </p:txBody>
      </p:sp>
      <p:sp>
        <p:nvSpPr>
          <p:cNvPr id="39" name="representative-label-leader">
            <a:extLst xmlns:a="http://schemas.openxmlformats.org/drawingml/2006/main">
              <a:ext uri="{FF2B5EF4-FFF2-40B4-BE49-F238E27FC236}">
                <a16:creationId xmlns:a16="http://schemas.microsoft.com/office/drawing/2014/main" id="{0C218374-7830-4579-8A69-D6BC0836D2EB}"/>
              </a:ext>
            </a:extLst>
          </p:cNvPr>
          <p:cNvSpPr>
            <a:spLocks xmlns:a="http://schemas.openxmlformats.org/drawingml/2006/main" noGrp="1"/>
          </p:cNvSpPr>
          <p:nvPr/>
        </p:nvSpPr>
        <p:spPr>
          <a:xfrm xmlns:a="http://schemas.openxmlformats.org/drawingml/2006/main">
            <a:off x="5610225" y="3476625"/>
            <a:ext cx="476250" cy="9525"/>
          </a:xfrm>
          <a:custGeom xmlns:a="http://schemas.openxmlformats.org/drawingml/2006/main">
            <a:pathLst>
              <a:path w="476250" h="9525">
                <a:moveTo>
                  <a:pt x="0" y="0"/>
                </a:moveTo>
                <a:lnTo>
                  <a:pt x="476250" y="0"/>
                </a:lnTo>
              </a:path>
            </a:pathLst>
          </a:custGeom>
          <a:noFill xmlns:a="http://schemas.openxmlformats.org/drawingml/2006/main"/>
          <a:ln xmlns:a="http://schemas.openxmlformats.org/drawingml/2006/main" w="11430">
            <a:solidFill>
              <a:srgbClr val="007C9B"/>
            </a:solidFill>
          </a:ln>
        </p:spPr>
      </p:sp>
    </p:spTree>
    <p:extLst>
      <p:ext uri="{BB962C8B-B14F-4D97-AF65-F5344CB8AC3E}">
        <p14:creationId xmlns:p14="http://schemas.microsoft.com/office/powerpoint/2010/main" val="762112558"/>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97A01A3-57AB-4816-BA2B-32FE40C4387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2E266EA-2CA2-48D1-9610-F186BC0BD26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E75A5FED-D748-47FA-A181-3FD65115534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10个样本，怎样依次编码？</a:t>
            </a:r>
          </a:p>
        </p:txBody>
      </p:sp>
      <p:sp>
        <p:nvSpPr>
          <p:cNvPr id="5" name="TextBox 4">
            <a:extLst xmlns:a="http://schemas.openxmlformats.org/drawingml/2006/main">
              <a:ext uri="{FF2B5EF4-FFF2-40B4-BE49-F238E27FC236}">
                <a16:creationId xmlns:a16="http://schemas.microsoft.com/office/drawing/2014/main" id="{7A2ECE19-69DE-41D5-9FD4-B2A3E70BAAE2}"/>
              </a:ext>
            </a:extLst>
          </p:cNvPr>
          <p:cNvSpPr>
            <a:spLocks xmlns:a="http://schemas.openxmlformats.org/drawingml/2006/main" noGrp="1"/>
          </p:cNvSpPr>
          <p:nvPr/>
        </p:nvSpPr>
        <p:spPr>
          <a:xfrm xmlns:a="http://schemas.openxmlformats.org/drawingml/2006/main">
            <a:off x="713232" y="1847088"/>
            <a:ext cx="1828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采样顺序</a:t>
            </a:r>
          </a:p>
        </p:txBody>
      </p:sp>
      <p:sp>
        <p:nvSpPr>
          <p:cNvPr id="6" name="TextBox 5">
            <a:extLst xmlns:a="http://schemas.openxmlformats.org/drawingml/2006/main">
              <a:ext uri="{FF2B5EF4-FFF2-40B4-BE49-F238E27FC236}">
                <a16:creationId xmlns:a16="http://schemas.microsoft.com/office/drawing/2014/main" id="{966EB03F-1582-4F47-9FC0-F22B5A05AD53}"/>
              </a:ext>
            </a:extLst>
          </p:cNvPr>
          <p:cNvSpPr>
            <a:spLocks xmlns:a="http://schemas.openxmlformats.org/drawingml/2006/main" noGrp="1"/>
          </p:cNvSpPr>
          <p:nvPr/>
        </p:nvSpPr>
        <p:spPr>
          <a:xfrm xmlns:a="http://schemas.openxmlformats.org/drawingml/2006/main">
            <a:off x="713232" y="2816352"/>
            <a:ext cx="1828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量化等级</a:t>
            </a:r>
          </a:p>
        </p:txBody>
      </p:sp>
      <p:sp>
        <p:nvSpPr>
          <p:cNvPr id="7" name="TextBox 6">
            <a:extLst xmlns:a="http://schemas.openxmlformats.org/drawingml/2006/main">
              <a:ext uri="{FF2B5EF4-FFF2-40B4-BE49-F238E27FC236}">
                <a16:creationId xmlns:a16="http://schemas.microsoft.com/office/drawing/2014/main" id="{0441492D-BA89-4AC0-B631-61C9F0354A57}"/>
              </a:ext>
            </a:extLst>
          </p:cNvPr>
          <p:cNvSpPr>
            <a:spLocks xmlns:a="http://schemas.openxmlformats.org/drawingml/2006/main" noGrp="1"/>
          </p:cNvSpPr>
          <p:nvPr/>
        </p:nvSpPr>
        <p:spPr>
          <a:xfrm xmlns:a="http://schemas.openxmlformats.org/drawingml/2006/main">
            <a:off x="713232" y="3776472"/>
            <a:ext cx="1828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bit码字</a:t>
            </a:r>
          </a:p>
        </p:txBody>
      </p:sp>
      <p:sp>
        <p:nvSpPr>
          <p:cNvPr id="8" name="TextBox 7">
            <a:extLst xmlns:a="http://schemas.openxmlformats.org/drawingml/2006/main">
              <a:ext uri="{FF2B5EF4-FFF2-40B4-BE49-F238E27FC236}">
                <a16:creationId xmlns:a16="http://schemas.microsoft.com/office/drawing/2014/main" id="{8AD01868-7CD8-41E2-A49F-E22BFE5306AD}"/>
              </a:ext>
            </a:extLst>
          </p:cNvPr>
          <p:cNvSpPr>
            <a:spLocks xmlns:a="http://schemas.openxmlformats.org/drawingml/2006/main" noGrp="1"/>
          </p:cNvSpPr>
          <p:nvPr/>
        </p:nvSpPr>
        <p:spPr>
          <a:xfrm xmlns:a="http://schemas.openxmlformats.org/drawingml/2006/main">
            <a:off x="2688336"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9" name="TextBox 8">
            <a:extLst xmlns:a="http://schemas.openxmlformats.org/drawingml/2006/main">
              <a:ext uri="{FF2B5EF4-FFF2-40B4-BE49-F238E27FC236}">
                <a16:creationId xmlns:a16="http://schemas.microsoft.com/office/drawing/2014/main" id="{39F9D479-BD82-4403-87C9-96564BF706F7}"/>
              </a:ext>
            </a:extLst>
          </p:cNvPr>
          <p:cNvSpPr>
            <a:spLocks xmlns:a="http://schemas.openxmlformats.org/drawingml/2006/main" noGrp="1"/>
          </p:cNvSpPr>
          <p:nvPr/>
        </p:nvSpPr>
        <p:spPr>
          <a:xfrm xmlns:a="http://schemas.openxmlformats.org/drawingml/2006/main">
            <a:off x="2688336"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3</a:t>
            </a:r>
          </a:p>
        </p:txBody>
      </p:sp>
      <p:sp>
        <p:nvSpPr>
          <p:cNvPr id="10" name="TextBox 9">
            <a:extLst xmlns:a="http://schemas.openxmlformats.org/drawingml/2006/main">
              <a:ext uri="{FF2B5EF4-FFF2-40B4-BE49-F238E27FC236}">
                <a16:creationId xmlns:a16="http://schemas.microsoft.com/office/drawing/2014/main" id="{7177F453-711E-4E55-8515-2AEB0DC80051}"/>
              </a:ext>
            </a:extLst>
          </p:cNvPr>
          <p:cNvSpPr>
            <a:spLocks xmlns:a="http://schemas.openxmlformats.org/drawingml/2006/main" noGrp="1"/>
          </p:cNvSpPr>
          <p:nvPr/>
        </p:nvSpPr>
        <p:spPr>
          <a:xfrm xmlns:a="http://schemas.openxmlformats.org/drawingml/2006/main">
            <a:off x="2688336"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011</a:t>
            </a:r>
          </a:p>
        </p:txBody>
      </p:sp>
      <p:sp>
        <p:nvSpPr>
          <p:cNvPr id="11" name="Connector 10">
            <a:extLst xmlns:a="http://schemas.openxmlformats.org/drawingml/2006/main">
              <a:ext uri="{FF2B5EF4-FFF2-40B4-BE49-F238E27FC236}">
                <a16:creationId xmlns:a16="http://schemas.microsoft.com/office/drawing/2014/main" id="{F06CF8EC-559F-44CE-A742-E902BD8639A9}"/>
              </a:ext>
            </a:extLst>
          </p:cNvPr>
          <p:cNvSpPr>
            <a:spLocks xmlns:a="http://schemas.openxmlformats.org/drawingml/2006/main" noGrp="1"/>
          </p:cNvSpPr>
          <p:nvPr/>
        </p:nvSpPr>
        <p:spPr>
          <a:xfrm xmlns:a="http://schemas.openxmlformats.org/drawingml/2006/main">
            <a:off x="3044952"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2C5DFDE1-85E6-4206-A41A-1DA64EAD7015}"/>
              </a:ext>
            </a:extLst>
          </p:cNvPr>
          <p:cNvSpPr>
            <a:spLocks xmlns:a="http://schemas.openxmlformats.org/drawingml/2006/main" noGrp="1"/>
          </p:cNvSpPr>
          <p:nvPr/>
        </p:nvSpPr>
        <p:spPr>
          <a:xfrm xmlns:a="http://schemas.openxmlformats.org/drawingml/2006/main">
            <a:off x="3044952"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TextBox 12">
            <a:extLst xmlns:a="http://schemas.openxmlformats.org/drawingml/2006/main">
              <a:ext uri="{FF2B5EF4-FFF2-40B4-BE49-F238E27FC236}">
                <a16:creationId xmlns:a16="http://schemas.microsoft.com/office/drawing/2014/main" id="{7A050BF2-FD55-4683-8F07-1DC9A4B51A73}"/>
              </a:ext>
            </a:extLst>
          </p:cNvPr>
          <p:cNvSpPr>
            <a:spLocks xmlns:a="http://schemas.openxmlformats.org/drawingml/2006/main" noGrp="1"/>
          </p:cNvSpPr>
          <p:nvPr/>
        </p:nvSpPr>
        <p:spPr>
          <a:xfrm xmlns:a="http://schemas.openxmlformats.org/drawingml/2006/main">
            <a:off x="3547872"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2</a:t>
            </a:r>
          </a:p>
        </p:txBody>
      </p:sp>
      <p:sp>
        <p:nvSpPr>
          <p:cNvPr id="14" name="TextBox 13">
            <a:extLst xmlns:a="http://schemas.openxmlformats.org/drawingml/2006/main">
              <a:ext uri="{FF2B5EF4-FFF2-40B4-BE49-F238E27FC236}">
                <a16:creationId xmlns:a16="http://schemas.microsoft.com/office/drawing/2014/main" id="{17C3EA80-3BAF-43D4-A383-612B00F6AFAE}"/>
              </a:ext>
            </a:extLst>
          </p:cNvPr>
          <p:cNvSpPr>
            <a:spLocks xmlns:a="http://schemas.openxmlformats.org/drawingml/2006/main" noGrp="1"/>
          </p:cNvSpPr>
          <p:nvPr/>
        </p:nvSpPr>
        <p:spPr>
          <a:xfrm xmlns:a="http://schemas.openxmlformats.org/drawingml/2006/main">
            <a:off x="3547872"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5</a:t>
            </a:r>
          </a:p>
        </p:txBody>
      </p:sp>
      <p:sp>
        <p:nvSpPr>
          <p:cNvPr id="15" name="TextBox 14">
            <a:extLst xmlns:a="http://schemas.openxmlformats.org/drawingml/2006/main">
              <a:ext uri="{FF2B5EF4-FFF2-40B4-BE49-F238E27FC236}">
                <a16:creationId xmlns:a16="http://schemas.microsoft.com/office/drawing/2014/main" id="{4FC0545E-FD5A-498C-AB87-3DF4015BAA6F}"/>
              </a:ext>
            </a:extLst>
          </p:cNvPr>
          <p:cNvSpPr>
            <a:spLocks xmlns:a="http://schemas.openxmlformats.org/drawingml/2006/main" noGrp="1"/>
          </p:cNvSpPr>
          <p:nvPr/>
        </p:nvSpPr>
        <p:spPr>
          <a:xfrm xmlns:a="http://schemas.openxmlformats.org/drawingml/2006/main">
            <a:off x="3547872"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101</a:t>
            </a:r>
          </a:p>
        </p:txBody>
      </p:sp>
      <p:sp>
        <p:nvSpPr>
          <p:cNvPr id="16" name="Connector 15">
            <a:extLst xmlns:a="http://schemas.openxmlformats.org/drawingml/2006/main">
              <a:ext uri="{FF2B5EF4-FFF2-40B4-BE49-F238E27FC236}">
                <a16:creationId xmlns:a16="http://schemas.microsoft.com/office/drawing/2014/main" id="{3F845908-817D-4FEF-939D-FEAC204421D6}"/>
              </a:ext>
            </a:extLst>
          </p:cNvPr>
          <p:cNvSpPr>
            <a:spLocks xmlns:a="http://schemas.openxmlformats.org/drawingml/2006/main" noGrp="1"/>
          </p:cNvSpPr>
          <p:nvPr/>
        </p:nvSpPr>
        <p:spPr>
          <a:xfrm xmlns:a="http://schemas.openxmlformats.org/drawingml/2006/main">
            <a:off x="3904487"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056AC343-FF70-4CA0-96DA-71622ED41742}"/>
              </a:ext>
            </a:extLst>
          </p:cNvPr>
          <p:cNvSpPr>
            <a:spLocks xmlns:a="http://schemas.openxmlformats.org/drawingml/2006/main" noGrp="1"/>
          </p:cNvSpPr>
          <p:nvPr/>
        </p:nvSpPr>
        <p:spPr>
          <a:xfrm xmlns:a="http://schemas.openxmlformats.org/drawingml/2006/main">
            <a:off x="3904487"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TextBox 17">
            <a:extLst xmlns:a="http://schemas.openxmlformats.org/drawingml/2006/main">
              <a:ext uri="{FF2B5EF4-FFF2-40B4-BE49-F238E27FC236}">
                <a16:creationId xmlns:a16="http://schemas.microsoft.com/office/drawing/2014/main" id="{792CCD3F-98D9-439C-A7E8-CFCE29FA23C8}"/>
              </a:ext>
            </a:extLst>
          </p:cNvPr>
          <p:cNvSpPr>
            <a:spLocks xmlns:a="http://schemas.openxmlformats.org/drawingml/2006/main" noGrp="1"/>
          </p:cNvSpPr>
          <p:nvPr/>
        </p:nvSpPr>
        <p:spPr>
          <a:xfrm xmlns:a="http://schemas.openxmlformats.org/drawingml/2006/main">
            <a:off x="4407408"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3</a:t>
            </a:r>
          </a:p>
        </p:txBody>
      </p:sp>
      <p:sp>
        <p:nvSpPr>
          <p:cNvPr id="19" name="TextBox 18">
            <a:extLst xmlns:a="http://schemas.openxmlformats.org/drawingml/2006/main">
              <a:ext uri="{FF2B5EF4-FFF2-40B4-BE49-F238E27FC236}">
                <a16:creationId xmlns:a16="http://schemas.microsoft.com/office/drawing/2014/main" id="{A9D3C3F7-30A8-4F96-8ACF-98582007FEC7}"/>
              </a:ext>
            </a:extLst>
          </p:cNvPr>
          <p:cNvSpPr>
            <a:spLocks xmlns:a="http://schemas.openxmlformats.org/drawingml/2006/main" noGrp="1"/>
          </p:cNvSpPr>
          <p:nvPr/>
        </p:nvSpPr>
        <p:spPr>
          <a:xfrm xmlns:a="http://schemas.openxmlformats.org/drawingml/2006/main">
            <a:off x="4407408"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7</a:t>
            </a:r>
          </a:p>
        </p:txBody>
      </p:sp>
      <p:sp>
        <p:nvSpPr>
          <p:cNvPr id="20" name="TextBox 19">
            <a:extLst xmlns:a="http://schemas.openxmlformats.org/drawingml/2006/main">
              <a:ext uri="{FF2B5EF4-FFF2-40B4-BE49-F238E27FC236}">
                <a16:creationId xmlns:a16="http://schemas.microsoft.com/office/drawing/2014/main" id="{CA309B0D-6045-46B1-81F0-D5A87ABA5F18}"/>
              </a:ext>
            </a:extLst>
          </p:cNvPr>
          <p:cNvSpPr>
            <a:spLocks xmlns:a="http://schemas.openxmlformats.org/drawingml/2006/main" noGrp="1"/>
          </p:cNvSpPr>
          <p:nvPr/>
        </p:nvSpPr>
        <p:spPr>
          <a:xfrm xmlns:a="http://schemas.openxmlformats.org/drawingml/2006/main">
            <a:off x="4407408"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111</a:t>
            </a:r>
          </a:p>
        </p:txBody>
      </p:sp>
      <p:sp>
        <p:nvSpPr>
          <p:cNvPr id="21" name="Connector 20">
            <a:extLst xmlns:a="http://schemas.openxmlformats.org/drawingml/2006/main">
              <a:ext uri="{FF2B5EF4-FFF2-40B4-BE49-F238E27FC236}">
                <a16:creationId xmlns:a16="http://schemas.microsoft.com/office/drawing/2014/main" id="{1F86F0B0-4E98-438D-8B70-43875728D7AA}"/>
              </a:ext>
            </a:extLst>
          </p:cNvPr>
          <p:cNvSpPr>
            <a:spLocks xmlns:a="http://schemas.openxmlformats.org/drawingml/2006/main" noGrp="1"/>
          </p:cNvSpPr>
          <p:nvPr/>
        </p:nvSpPr>
        <p:spPr>
          <a:xfrm xmlns:a="http://schemas.openxmlformats.org/drawingml/2006/main">
            <a:off x="4764024"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C004B8A0-0E40-4EE4-ADC1-C8B6B8EBA3B0}"/>
              </a:ext>
            </a:extLst>
          </p:cNvPr>
          <p:cNvSpPr>
            <a:spLocks xmlns:a="http://schemas.openxmlformats.org/drawingml/2006/main" noGrp="1"/>
          </p:cNvSpPr>
          <p:nvPr/>
        </p:nvSpPr>
        <p:spPr>
          <a:xfrm xmlns:a="http://schemas.openxmlformats.org/drawingml/2006/main">
            <a:off x="4764024"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TextBox 22">
            <a:extLst xmlns:a="http://schemas.openxmlformats.org/drawingml/2006/main">
              <a:ext uri="{FF2B5EF4-FFF2-40B4-BE49-F238E27FC236}">
                <a16:creationId xmlns:a16="http://schemas.microsoft.com/office/drawing/2014/main" id="{4A742956-08C3-4EE1-98B8-D925E8AB8B3B}"/>
              </a:ext>
            </a:extLst>
          </p:cNvPr>
          <p:cNvSpPr>
            <a:spLocks xmlns:a="http://schemas.openxmlformats.org/drawingml/2006/main" noGrp="1"/>
          </p:cNvSpPr>
          <p:nvPr/>
        </p:nvSpPr>
        <p:spPr>
          <a:xfrm xmlns:a="http://schemas.openxmlformats.org/drawingml/2006/main">
            <a:off x="5266944"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4</a:t>
            </a:r>
          </a:p>
        </p:txBody>
      </p:sp>
      <p:sp>
        <p:nvSpPr>
          <p:cNvPr id="24" name="TextBox 23">
            <a:extLst xmlns:a="http://schemas.openxmlformats.org/drawingml/2006/main">
              <a:ext uri="{FF2B5EF4-FFF2-40B4-BE49-F238E27FC236}">
                <a16:creationId xmlns:a16="http://schemas.microsoft.com/office/drawing/2014/main" id="{3486A997-184F-46A3-950F-4AF911F85CA7}"/>
              </a:ext>
            </a:extLst>
          </p:cNvPr>
          <p:cNvSpPr>
            <a:spLocks xmlns:a="http://schemas.openxmlformats.org/drawingml/2006/main" noGrp="1"/>
          </p:cNvSpPr>
          <p:nvPr/>
        </p:nvSpPr>
        <p:spPr>
          <a:xfrm xmlns:a="http://schemas.openxmlformats.org/drawingml/2006/main">
            <a:off x="5266944"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6</a:t>
            </a:r>
          </a:p>
        </p:txBody>
      </p:sp>
      <p:sp>
        <p:nvSpPr>
          <p:cNvPr id="25" name="TextBox 24">
            <a:extLst xmlns:a="http://schemas.openxmlformats.org/drawingml/2006/main">
              <a:ext uri="{FF2B5EF4-FFF2-40B4-BE49-F238E27FC236}">
                <a16:creationId xmlns:a16="http://schemas.microsoft.com/office/drawing/2014/main" id="{8F5EDC05-A739-4509-8CD9-A1710D3CC965}"/>
              </a:ext>
            </a:extLst>
          </p:cNvPr>
          <p:cNvSpPr>
            <a:spLocks xmlns:a="http://schemas.openxmlformats.org/drawingml/2006/main" noGrp="1"/>
          </p:cNvSpPr>
          <p:nvPr/>
        </p:nvSpPr>
        <p:spPr>
          <a:xfrm xmlns:a="http://schemas.openxmlformats.org/drawingml/2006/main">
            <a:off x="5266944"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110</a:t>
            </a:r>
          </a:p>
        </p:txBody>
      </p:sp>
      <p:sp>
        <p:nvSpPr>
          <p:cNvPr id="26" name="Connector 25">
            <a:extLst xmlns:a="http://schemas.openxmlformats.org/drawingml/2006/main">
              <a:ext uri="{FF2B5EF4-FFF2-40B4-BE49-F238E27FC236}">
                <a16:creationId xmlns:a16="http://schemas.microsoft.com/office/drawing/2014/main" id="{45DBD30E-730D-402B-9674-75E1B8679AB5}"/>
              </a:ext>
            </a:extLst>
          </p:cNvPr>
          <p:cNvSpPr>
            <a:spLocks xmlns:a="http://schemas.openxmlformats.org/drawingml/2006/main" noGrp="1"/>
          </p:cNvSpPr>
          <p:nvPr/>
        </p:nvSpPr>
        <p:spPr>
          <a:xfrm xmlns:a="http://schemas.openxmlformats.org/drawingml/2006/main">
            <a:off x="5623559"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687B655B-B01C-4AC4-B592-B19A255420CB}"/>
              </a:ext>
            </a:extLst>
          </p:cNvPr>
          <p:cNvSpPr>
            <a:spLocks xmlns:a="http://schemas.openxmlformats.org/drawingml/2006/main" noGrp="1"/>
          </p:cNvSpPr>
          <p:nvPr/>
        </p:nvSpPr>
        <p:spPr>
          <a:xfrm xmlns:a="http://schemas.openxmlformats.org/drawingml/2006/main">
            <a:off x="5623559"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TextBox 27">
            <a:extLst xmlns:a="http://schemas.openxmlformats.org/drawingml/2006/main">
              <a:ext uri="{FF2B5EF4-FFF2-40B4-BE49-F238E27FC236}">
                <a16:creationId xmlns:a16="http://schemas.microsoft.com/office/drawing/2014/main" id="{8CD72118-B58A-4F89-87D0-16F2B071081E}"/>
              </a:ext>
            </a:extLst>
          </p:cNvPr>
          <p:cNvSpPr>
            <a:spLocks xmlns:a="http://schemas.openxmlformats.org/drawingml/2006/main" noGrp="1"/>
          </p:cNvSpPr>
          <p:nvPr/>
        </p:nvSpPr>
        <p:spPr>
          <a:xfrm xmlns:a="http://schemas.openxmlformats.org/drawingml/2006/main">
            <a:off x="6126479"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5</a:t>
            </a:r>
          </a:p>
        </p:txBody>
      </p:sp>
      <p:sp>
        <p:nvSpPr>
          <p:cNvPr id="29" name="TextBox 28">
            <a:extLst xmlns:a="http://schemas.openxmlformats.org/drawingml/2006/main">
              <a:ext uri="{FF2B5EF4-FFF2-40B4-BE49-F238E27FC236}">
                <a16:creationId xmlns:a16="http://schemas.microsoft.com/office/drawing/2014/main" id="{214C56D7-0767-49BE-B400-80B20EEBC753}"/>
              </a:ext>
            </a:extLst>
          </p:cNvPr>
          <p:cNvSpPr>
            <a:spLocks xmlns:a="http://schemas.openxmlformats.org/drawingml/2006/main" noGrp="1"/>
          </p:cNvSpPr>
          <p:nvPr/>
        </p:nvSpPr>
        <p:spPr>
          <a:xfrm xmlns:a="http://schemas.openxmlformats.org/drawingml/2006/main">
            <a:off x="6126479"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4</a:t>
            </a:r>
          </a:p>
        </p:txBody>
      </p:sp>
      <p:sp>
        <p:nvSpPr>
          <p:cNvPr id="30" name="TextBox 29">
            <a:extLst xmlns:a="http://schemas.openxmlformats.org/drawingml/2006/main">
              <a:ext uri="{FF2B5EF4-FFF2-40B4-BE49-F238E27FC236}">
                <a16:creationId xmlns:a16="http://schemas.microsoft.com/office/drawing/2014/main" id="{69F4FC64-CAA3-4755-8671-CBE748E84876}"/>
              </a:ext>
            </a:extLst>
          </p:cNvPr>
          <p:cNvSpPr>
            <a:spLocks xmlns:a="http://schemas.openxmlformats.org/drawingml/2006/main" noGrp="1"/>
          </p:cNvSpPr>
          <p:nvPr/>
        </p:nvSpPr>
        <p:spPr>
          <a:xfrm xmlns:a="http://schemas.openxmlformats.org/drawingml/2006/main">
            <a:off x="6126479"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100</a:t>
            </a:r>
          </a:p>
        </p:txBody>
      </p:sp>
      <p:sp>
        <p:nvSpPr>
          <p:cNvPr id="31" name="Connector 30">
            <a:extLst xmlns:a="http://schemas.openxmlformats.org/drawingml/2006/main">
              <a:ext uri="{FF2B5EF4-FFF2-40B4-BE49-F238E27FC236}">
                <a16:creationId xmlns:a16="http://schemas.microsoft.com/office/drawing/2014/main" id="{0AD72C24-197F-4B6A-86F1-76F6356D3CC2}"/>
              </a:ext>
            </a:extLst>
          </p:cNvPr>
          <p:cNvSpPr>
            <a:spLocks xmlns:a="http://schemas.openxmlformats.org/drawingml/2006/main" noGrp="1"/>
          </p:cNvSpPr>
          <p:nvPr/>
        </p:nvSpPr>
        <p:spPr>
          <a:xfrm xmlns:a="http://schemas.openxmlformats.org/drawingml/2006/main">
            <a:off x="6483095"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E7ACF2C4-ED96-4D10-A0CB-9A83F89607C2}"/>
              </a:ext>
            </a:extLst>
          </p:cNvPr>
          <p:cNvSpPr>
            <a:spLocks xmlns:a="http://schemas.openxmlformats.org/drawingml/2006/main" noGrp="1"/>
          </p:cNvSpPr>
          <p:nvPr/>
        </p:nvSpPr>
        <p:spPr>
          <a:xfrm xmlns:a="http://schemas.openxmlformats.org/drawingml/2006/main">
            <a:off x="6483095"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TextBox 32">
            <a:extLst xmlns:a="http://schemas.openxmlformats.org/drawingml/2006/main">
              <a:ext uri="{FF2B5EF4-FFF2-40B4-BE49-F238E27FC236}">
                <a16:creationId xmlns:a16="http://schemas.microsoft.com/office/drawing/2014/main" id="{4D2A3BAD-E4FC-4C66-B4A6-11F48F414C68}"/>
              </a:ext>
            </a:extLst>
          </p:cNvPr>
          <p:cNvSpPr>
            <a:spLocks xmlns:a="http://schemas.openxmlformats.org/drawingml/2006/main" noGrp="1"/>
          </p:cNvSpPr>
          <p:nvPr/>
        </p:nvSpPr>
        <p:spPr>
          <a:xfrm xmlns:a="http://schemas.openxmlformats.org/drawingml/2006/main">
            <a:off x="6986015"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6</a:t>
            </a:r>
          </a:p>
        </p:txBody>
      </p:sp>
      <p:sp>
        <p:nvSpPr>
          <p:cNvPr id="34" name="TextBox 33">
            <a:extLst xmlns:a="http://schemas.openxmlformats.org/drawingml/2006/main">
              <a:ext uri="{FF2B5EF4-FFF2-40B4-BE49-F238E27FC236}">
                <a16:creationId xmlns:a16="http://schemas.microsoft.com/office/drawing/2014/main" id="{D5DE91B9-4228-4624-BC77-80B5B1741036}"/>
              </a:ext>
            </a:extLst>
          </p:cNvPr>
          <p:cNvSpPr>
            <a:spLocks xmlns:a="http://schemas.openxmlformats.org/drawingml/2006/main" noGrp="1"/>
          </p:cNvSpPr>
          <p:nvPr/>
        </p:nvSpPr>
        <p:spPr>
          <a:xfrm xmlns:a="http://schemas.openxmlformats.org/drawingml/2006/main">
            <a:off x="6986015"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2</a:t>
            </a:r>
          </a:p>
        </p:txBody>
      </p:sp>
      <p:sp>
        <p:nvSpPr>
          <p:cNvPr id="35" name="TextBox 34">
            <a:extLst xmlns:a="http://schemas.openxmlformats.org/drawingml/2006/main">
              <a:ext uri="{FF2B5EF4-FFF2-40B4-BE49-F238E27FC236}">
                <a16:creationId xmlns:a16="http://schemas.microsoft.com/office/drawing/2014/main" id="{29F8D345-ECA6-40F4-8A00-DF0CF6826476}"/>
              </a:ext>
            </a:extLst>
          </p:cNvPr>
          <p:cNvSpPr>
            <a:spLocks xmlns:a="http://schemas.openxmlformats.org/drawingml/2006/main" noGrp="1"/>
          </p:cNvSpPr>
          <p:nvPr/>
        </p:nvSpPr>
        <p:spPr>
          <a:xfrm xmlns:a="http://schemas.openxmlformats.org/drawingml/2006/main">
            <a:off x="6986015"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010</a:t>
            </a:r>
          </a:p>
        </p:txBody>
      </p:sp>
      <p:sp>
        <p:nvSpPr>
          <p:cNvPr id="36" name="Connector 35">
            <a:extLst xmlns:a="http://schemas.openxmlformats.org/drawingml/2006/main">
              <a:ext uri="{FF2B5EF4-FFF2-40B4-BE49-F238E27FC236}">
                <a16:creationId xmlns:a16="http://schemas.microsoft.com/office/drawing/2014/main" id="{36B147D0-AEB5-4FCF-8136-AB5A33F805E4}"/>
              </a:ext>
            </a:extLst>
          </p:cNvPr>
          <p:cNvSpPr>
            <a:spLocks xmlns:a="http://schemas.openxmlformats.org/drawingml/2006/main" noGrp="1"/>
          </p:cNvSpPr>
          <p:nvPr/>
        </p:nvSpPr>
        <p:spPr>
          <a:xfrm xmlns:a="http://schemas.openxmlformats.org/drawingml/2006/main">
            <a:off x="7342631"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7042E456-B295-41FD-B430-A68E149B438A}"/>
              </a:ext>
            </a:extLst>
          </p:cNvPr>
          <p:cNvSpPr>
            <a:spLocks xmlns:a="http://schemas.openxmlformats.org/drawingml/2006/main" noGrp="1"/>
          </p:cNvSpPr>
          <p:nvPr/>
        </p:nvSpPr>
        <p:spPr>
          <a:xfrm xmlns:a="http://schemas.openxmlformats.org/drawingml/2006/main">
            <a:off x="7342631"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TextBox 37">
            <a:extLst xmlns:a="http://schemas.openxmlformats.org/drawingml/2006/main">
              <a:ext uri="{FF2B5EF4-FFF2-40B4-BE49-F238E27FC236}">
                <a16:creationId xmlns:a16="http://schemas.microsoft.com/office/drawing/2014/main" id="{0367D094-5EDA-42EB-9586-6D89730ED745}"/>
              </a:ext>
            </a:extLst>
          </p:cNvPr>
          <p:cNvSpPr>
            <a:spLocks xmlns:a="http://schemas.openxmlformats.org/drawingml/2006/main" noGrp="1"/>
          </p:cNvSpPr>
          <p:nvPr/>
        </p:nvSpPr>
        <p:spPr>
          <a:xfrm xmlns:a="http://schemas.openxmlformats.org/drawingml/2006/main">
            <a:off x="7845552"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7</a:t>
            </a:r>
          </a:p>
        </p:txBody>
      </p:sp>
      <p:sp>
        <p:nvSpPr>
          <p:cNvPr id="39" name="TextBox 38">
            <a:extLst xmlns:a="http://schemas.openxmlformats.org/drawingml/2006/main">
              <a:ext uri="{FF2B5EF4-FFF2-40B4-BE49-F238E27FC236}">
                <a16:creationId xmlns:a16="http://schemas.microsoft.com/office/drawing/2014/main" id="{06B0E22A-7508-4F9F-9FBF-5BAF33765637}"/>
              </a:ext>
            </a:extLst>
          </p:cNvPr>
          <p:cNvSpPr>
            <a:spLocks xmlns:a="http://schemas.openxmlformats.org/drawingml/2006/main" noGrp="1"/>
          </p:cNvSpPr>
          <p:nvPr/>
        </p:nvSpPr>
        <p:spPr>
          <a:xfrm xmlns:a="http://schemas.openxmlformats.org/drawingml/2006/main">
            <a:off x="7845552"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0</a:t>
            </a:r>
          </a:p>
        </p:txBody>
      </p:sp>
      <p:sp>
        <p:nvSpPr>
          <p:cNvPr id="40" name="TextBox 39">
            <a:extLst xmlns:a="http://schemas.openxmlformats.org/drawingml/2006/main">
              <a:ext uri="{FF2B5EF4-FFF2-40B4-BE49-F238E27FC236}">
                <a16:creationId xmlns:a16="http://schemas.microsoft.com/office/drawing/2014/main" id="{A2B7266F-2924-4B5C-9BCC-D13778AB73A1}"/>
              </a:ext>
            </a:extLst>
          </p:cNvPr>
          <p:cNvSpPr>
            <a:spLocks xmlns:a="http://schemas.openxmlformats.org/drawingml/2006/main" noGrp="1"/>
          </p:cNvSpPr>
          <p:nvPr/>
        </p:nvSpPr>
        <p:spPr>
          <a:xfrm xmlns:a="http://schemas.openxmlformats.org/drawingml/2006/main">
            <a:off x="7845552"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000</a:t>
            </a:r>
          </a:p>
        </p:txBody>
      </p:sp>
      <p:sp>
        <p:nvSpPr>
          <p:cNvPr id="41" name="Connector 40">
            <a:extLst xmlns:a="http://schemas.openxmlformats.org/drawingml/2006/main">
              <a:ext uri="{FF2B5EF4-FFF2-40B4-BE49-F238E27FC236}">
                <a16:creationId xmlns:a16="http://schemas.microsoft.com/office/drawing/2014/main" id="{0DF08073-27B8-4205-9DB7-706BC78E998B}"/>
              </a:ext>
            </a:extLst>
          </p:cNvPr>
          <p:cNvSpPr>
            <a:spLocks xmlns:a="http://schemas.openxmlformats.org/drawingml/2006/main" noGrp="1"/>
          </p:cNvSpPr>
          <p:nvPr/>
        </p:nvSpPr>
        <p:spPr>
          <a:xfrm xmlns:a="http://schemas.openxmlformats.org/drawingml/2006/main">
            <a:off x="8202168"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AA3A3905-E9D2-4C9D-A573-A404D38B72FF}"/>
              </a:ext>
            </a:extLst>
          </p:cNvPr>
          <p:cNvSpPr>
            <a:spLocks xmlns:a="http://schemas.openxmlformats.org/drawingml/2006/main" noGrp="1"/>
          </p:cNvSpPr>
          <p:nvPr/>
        </p:nvSpPr>
        <p:spPr>
          <a:xfrm xmlns:a="http://schemas.openxmlformats.org/drawingml/2006/main">
            <a:off x="8202168"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TextBox 42">
            <a:extLst xmlns:a="http://schemas.openxmlformats.org/drawingml/2006/main">
              <a:ext uri="{FF2B5EF4-FFF2-40B4-BE49-F238E27FC236}">
                <a16:creationId xmlns:a16="http://schemas.microsoft.com/office/drawing/2014/main" id="{E4CD5710-596C-45FE-B39F-5E22F5EDADAF}"/>
              </a:ext>
            </a:extLst>
          </p:cNvPr>
          <p:cNvSpPr>
            <a:spLocks xmlns:a="http://schemas.openxmlformats.org/drawingml/2006/main" noGrp="1"/>
          </p:cNvSpPr>
          <p:nvPr/>
        </p:nvSpPr>
        <p:spPr>
          <a:xfrm xmlns:a="http://schemas.openxmlformats.org/drawingml/2006/main">
            <a:off x="8705088"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44" name="TextBox 43">
            <a:extLst xmlns:a="http://schemas.openxmlformats.org/drawingml/2006/main">
              <a:ext uri="{FF2B5EF4-FFF2-40B4-BE49-F238E27FC236}">
                <a16:creationId xmlns:a16="http://schemas.microsoft.com/office/drawing/2014/main" id="{FE9823A9-693D-4EA8-90ED-B84A8B3A1D73}"/>
              </a:ext>
            </a:extLst>
          </p:cNvPr>
          <p:cNvSpPr>
            <a:spLocks xmlns:a="http://schemas.openxmlformats.org/drawingml/2006/main" noGrp="1"/>
          </p:cNvSpPr>
          <p:nvPr/>
        </p:nvSpPr>
        <p:spPr>
          <a:xfrm xmlns:a="http://schemas.openxmlformats.org/drawingml/2006/main">
            <a:off x="8705088"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1</a:t>
            </a:r>
          </a:p>
        </p:txBody>
      </p:sp>
      <p:sp>
        <p:nvSpPr>
          <p:cNvPr id="45" name="TextBox 44">
            <a:extLst xmlns:a="http://schemas.openxmlformats.org/drawingml/2006/main">
              <a:ext uri="{FF2B5EF4-FFF2-40B4-BE49-F238E27FC236}">
                <a16:creationId xmlns:a16="http://schemas.microsoft.com/office/drawing/2014/main" id="{B06699E4-0254-4D9F-8FC8-F2A4EC3EA618}"/>
              </a:ext>
            </a:extLst>
          </p:cNvPr>
          <p:cNvSpPr>
            <a:spLocks xmlns:a="http://schemas.openxmlformats.org/drawingml/2006/main" noGrp="1"/>
          </p:cNvSpPr>
          <p:nvPr/>
        </p:nvSpPr>
        <p:spPr>
          <a:xfrm xmlns:a="http://schemas.openxmlformats.org/drawingml/2006/main">
            <a:off x="8705088"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001</a:t>
            </a:r>
          </a:p>
        </p:txBody>
      </p:sp>
      <p:sp>
        <p:nvSpPr>
          <p:cNvPr id="46" name="Connector 45">
            <a:extLst xmlns:a="http://schemas.openxmlformats.org/drawingml/2006/main">
              <a:ext uri="{FF2B5EF4-FFF2-40B4-BE49-F238E27FC236}">
                <a16:creationId xmlns:a16="http://schemas.microsoft.com/office/drawing/2014/main" id="{76586CE8-0527-4C87-9C1F-9129FDDC48A8}"/>
              </a:ext>
            </a:extLst>
          </p:cNvPr>
          <p:cNvSpPr>
            <a:spLocks xmlns:a="http://schemas.openxmlformats.org/drawingml/2006/main" noGrp="1"/>
          </p:cNvSpPr>
          <p:nvPr/>
        </p:nvSpPr>
        <p:spPr>
          <a:xfrm xmlns:a="http://schemas.openxmlformats.org/drawingml/2006/main">
            <a:off x="9061704"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8953ECD3-D7CB-469E-A74F-9DB67284976F}"/>
              </a:ext>
            </a:extLst>
          </p:cNvPr>
          <p:cNvSpPr>
            <a:spLocks xmlns:a="http://schemas.openxmlformats.org/drawingml/2006/main" noGrp="1"/>
          </p:cNvSpPr>
          <p:nvPr/>
        </p:nvSpPr>
        <p:spPr>
          <a:xfrm xmlns:a="http://schemas.openxmlformats.org/drawingml/2006/main">
            <a:off x="9061704"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TextBox 47">
            <a:extLst xmlns:a="http://schemas.openxmlformats.org/drawingml/2006/main">
              <a:ext uri="{FF2B5EF4-FFF2-40B4-BE49-F238E27FC236}">
                <a16:creationId xmlns:a16="http://schemas.microsoft.com/office/drawing/2014/main" id="{9FF66FCE-4F38-407A-B23E-499B5CE6DA81}"/>
              </a:ext>
            </a:extLst>
          </p:cNvPr>
          <p:cNvSpPr>
            <a:spLocks xmlns:a="http://schemas.openxmlformats.org/drawingml/2006/main" noGrp="1"/>
          </p:cNvSpPr>
          <p:nvPr/>
        </p:nvSpPr>
        <p:spPr>
          <a:xfrm xmlns:a="http://schemas.openxmlformats.org/drawingml/2006/main">
            <a:off x="9564624"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9</a:t>
            </a:r>
          </a:p>
        </p:txBody>
      </p:sp>
      <p:sp>
        <p:nvSpPr>
          <p:cNvPr id="49" name="TextBox 48">
            <a:extLst xmlns:a="http://schemas.openxmlformats.org/drawingml/2006/main">
              <a:ext uri="{FF2B5EF4-FFF2-40B4-BE49-F238E27FC236}">
                <a16:creationId xmlns:a16="http://schemas.microsoft.com/office/drawing/2014/main" id="{E59B8CE9-D129-4643-B482-64FE08894880}"/>
              </a:ext>
            </a:extLst>
          </p:cNvPr>
          <p:cNvSpPr>
            <a:spLocks xmlns:a="http://schemas.openxmlformats.org/drawingml/2006/main" noGrp="1"/>
          </p:cNvSpPr>
          <p:nvPr/>
        </p:nvSpPr>
        <p:spPr>
          <a:xfrm xmlns:a="http://schemas.openxmlformats.org/drawingml/2006/main">
            <a:off x="9564624"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3</a:t>
            </a:r>
          </a:p>
        </p:txBody>
      </p:sp>
      <p:sp>
        <p:nvSpPr>
          <p:cNvPr id="50" name="TextBox 49">
            <a:extLst xmlns:a="http://schemas.openxmlformats.org/drawingml/2006/main">
              <a:ext uri="{FF2B5EF4-FFF2-40B4-BE49-F238E27FC236}">
                <a16:creationId xmlns:a16="http://schemas.microsoft.com/office/drawing/2014/main" id="{37BC56E6-7085-4DE7-A01A-50AD1A552F9F}"/>
              </a:ext>
            </a:extLst>
          </p:cNvPr>
          <p:cNvSpPr>
            <a:spLocks xmlns:a="http://schemas.openxmlformats.org/drawingml/2006/main" noGrp="1"/>
          </p:cNvSpPr>
          <p:nvPr/>
        </p:nvSpPr>
        <p:spPr>
          <a:xfrm xmlns:a="http://schemas.openxmlformats.org/drawingml/2006/main">
            <a:off x="9564624"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011</a:t>
            </a:r>
          </a:p>
        </p:txBody>
      </p:sp>
      <p:sp>
        <p:nvSpPr>
          <p:cNvPr id="51" name="Connector 50">
            <a:extLst xmlns:a="http://schemas.openxmlformats.org/drawingml/2006/main">
              <a:ext uri="{FF2B5EF4-FFF2-40B4-BE49-F238E27FC236}">
                <a16:creationId xmlns:a16="http://schemas.microsoft.com/office/drawing/2014/main" id="{B625FF5F-DF8C-4912-92CF-4F7687AF1311}"/>
              </a:ext>
            </a:extLst>
          </p:cNvPr>
          <p:cNvSpPr>
            <a:spLocks xmlns:a="http://schemas.openxmlformats.org/drawingml/2006/main" noGrp="1"/>
          </p:cNvSpPr>
          <p:nvPr/>
        </p:nvSpPr>
        <p:spPr>
          <a:xfrm xmlns:a="http://schemas.openxmlformats.org/drawingml/2006/main">
            <a:off x="9921240"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C11BA316-78BC-469F-959D-A0958BDFFB72}"/>
              </a:ext>
            </a:extLst>
          </p:cNvPr>
          <p:cNvSpPr>
            <a:spLocks xmlns:a="http://schemas.openxmlformats.org/drawingml/2006/main" noGrp="1"/>
          </p:cNvSpPr>
          <p:nvPr/>
        </p:nvSpPr>
        <p:spPr>
          <a:xfrm xmlns:a="http://schemas.openxmlformats.org/drawingml/2006/main">
            <a:off x="9921240"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TextBox 52">
            <a:extLst xmlns:a="http://schemas.openxmlformats.org/drawingml/2006/main">
              <a:ext uri="{FF2B5EF4-FFF2-40B4-BE49-F238E27FC236}">
                <a16:creationId xmlns:a16="http://schemas.microsoft.com/office/drawing/2014/main" id="{A1C45407-0B92-4238-BA02-788036F0AA5D}"/>
              </a:ext>
            </a:extLst>
          </p:cNvPr>
          <p:cNvSpPr>
            <a:spLocks xmlns:a="http://schemas.openxmlformats.org/drawingml/2006/main" noGrp="1"/>
          </p:cNvSpPr>
          <p:nvPr/>
        </p:nvSpPr>
        <p:spPr>
          <a:xfrm xmlns:a="http://schemas.openxmlformats.org/drawingml/2006/main">
            <a:off x="10424159"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10</a:t>
            </a:r>
          </a:p>
        </p:txBody>
      </p:sp>
      <p:sp>
        <p:nvSpPr>
          <p:cNvPr id="54" name="TextBox 53">
            <a:extLst xmlns:a="http://schemas.openxmlformats.org/drawingml/2006/main">
              <a:ext uri="{FF2B5EF4-FFF2-40B4-BE49-F238E27FC236}">
                <a16:creationId xmlns:a16="http://schemas.microsoft.com/office/drawing/2014/main" id="{1B51B2EB-FC86-43F0-99A3-2CBC5C7561D4}"/>
              </a:ext>
            </a:extLst>
          </p:cNvPr>
          <p:cNvSpPr>
            <a:spLocks xmlns:a="http://schemas.openxmlformats.org/drawingml/2006/main" noGrp="1"/>
          </p:cNvSpPr>
          <p:nvPr/>
        </p:nvSpPr>
        <p:spPr>
          <a:xfrm xmlns:a="http://schemas.openxmlformats.org/drawingml/2006/main">
            <a:off x="10424159"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4</a:t>
            </a:r>
          </a:p>
        </p:txBody>
      </p:sp>
      <p:sp>
        <p:nvSpPr>
          <p:cNvPr id="55" name="TextBox 54">
            <a:extLst xmlns:a="http://schemas.openxmlformats.org/drawingml/2006/main">
              <a:ext uri="{FF2B5EF4-FFF2-40B4-BE49-F238E27FC236}">
                <a16:creationId xmlns:a16="http://schemas.microsoft.com/office/drawing/2014/main" id="{6819845B-BF00-4BD5-A4DF-773CACC530C4}"/>
              </a:ext>
            </a:extLst>
          </p:cNvPr>
          <p:cNvSpPr>
            <a:spLocks xmlns:a="http://schemas.openxmlformats.org/drawingml/2006/main" noGrp="1"/>
          </p:cNvSpPr>
          <p:nvPr/>
        </p:nvSpPr>
        <p:spPr>
          <a:xfrm xmlns:a="http://schemas.openxmlformats.org/drawingml/2006/main">
            <a:off x="10424159"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100</a:t>
            </a:r>
          </a:p>
        </p:txBody>
      </p:sp>
      <p:sp>
        <p:nvSpPr>
          <p:cNvPr id="56" name="Connector 55">
            <a:extLst xmlns:a="http://schemas.openxmlformats.org/drawingml/2006/main">
              <a:ext uri="{FF2B5EF4-FFF2-40B4-BE49-F238E27FC236}">
                <a16:creationId xmlns:a16="http://schemas.microsoft.com/office/drawing/2014/main" id="{25616811-D924-41A6-AD2A-8B07272D9816}"/>
              </a:ext>
            </a:extLst>
          </p:cNvPr>
          <p:cNvSpPr>
            <a:spLocks xmlns:a="http://schemas.openxmlformats.org/drawingml/2006/main" noGrp="1"/>
          </p:cNvSpPr>
          <p:nvPr/>
        </p:nvSpPr>
        <p:spPr>
          <a:xfrm xmlns:a="http://schemas.openxmlformats.org/drawingml/2006/main">
            <a:off x="10780776"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3A19C82D-4FF0-4C13-A976-D643544485BD}"/>
              </a:ext>
            </a:extLst>
          </p:cNvPr>
          <p:cNvSpPr>
            <a:spLocks xmlns:a="http://schemas.openxmlformats.org/drawingml/2006/main" noGrp="1"/>
          </p:cNvSpPr>
          <p:nvPr/>
        </p:nvSpPr>
        <p:spPr>
          <a:xfrm xmlns:a="http://schemas.openxmlformats.org/drawingml/2006/main">
            <a:off x="10780776"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TextBox 57">
            <a:extLst xmlns:a="http://schemas.openxmlformats.org/drawingml/2006/main">
              <a:ext uri="{FF2B5EF4-FFF2-40B4-BE49-F238E27FC236}">
                <a16:creationId xmlns:a16="http://schemas.microsoft.com/office/drawing/2014/main" id="{57ED53B8-6B7C-4075-AC55-4CBC84F6858A}"/>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采样决定“什么时候记录”，量化决定“记录哪个等级”，编码决定“用哪些bit表示”。</a:t>
            </a:r>
          </a:p>
        </p:txBody>
      </p:sp>
      <p:sp>
        <p:nvSpPr>
          <p:cNvPr id="59" name="first-sample-focus">
            <a:extLst xmlns:a="http://schemas.openxmlformats.org/drawingml/2006/main">
              <a:ext uri="{FF2B5EF4-FFF2-40B4-BE49-F238E27FC236}">
                <a16:creationId xmlns:a16="http://schemas.microsoft.com/office/drawing/2014/main" id="{2F266E06-E5F4-49C0-84D0-99AEFF3C5E5E}"/>
              </a:ext>
            </a:extLst>
          </p:cNvPr>
          <p:cNvSpPr>
            <a:spLocks xmlns:a="http://schemas.openxmlformats.org/drawingml/2006/main" noGrp="1"/>
          </p:cNvSpPr>
          <p:nvPr/>
        </p:nvSpPr>
        <p:spPr>
          <a:xfrm xmlns:a="http://schemas.openxmlformats.org/drawingml/2006/main">
            <a:off x="2771775" y="1704975"/>
            <a:ext cx="638175" cy="2466975"/>
          </a:xfrm>
          <a:prstGeom xmlns:a="http://schemas.openxmlformats.org/drawingml/2006/main" prst="rect">
            <a:avLst/>
          </a:prstGeom>
          <a:noFill xmlns:a="http://schemas.openxmlformats.org/drawingml/2006/main"/>
          <a:ln xmlns:a="http://schemas.openxmlformats.org/drawingml/2006/main" w="28575">
            <a:solidFill>
              <a:srgbClr val="FF0000"/>
            </a:solidFill>
          </a:ln>
        </p:spPr>
      </p:sp>
    </p:spTree>
    <p:extLst>
      <p:ext uri="{BB962C8B-B14F-4D97-AF65-F5344CB8AC3E}">
        <p14:creationId xmlns:p14="http://schemas.microsoft.com/office/powerpoint/2010/main" val="1924800936"/>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76AC8C6-B56A-411D-9B8C-EC74722C340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620E940-3310-472D-9571-C1BE42AC199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7467F605-D83E-4B4D-9C2F-57EDB8A253E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3.71为什么写成011，而不是100？</a:t>
            </a:r>
          </a:p>
        </p:txBody>
      </p:sp>
      <p:sp>
        <p:nvSpPr>
          <p:cNvPr id="5" name="Rectangle 4">
            <a:extLst xmlns:a="http://schemas.openxmlformats.org/drawingml/2006/main">
              <a:ext uri="{FF2B5EF4-FFF2-40B4-BE49-F238E27FC236}">
                <a16:creationId xmlns:a16="http://schemas.microsoft.com/office/drawing/2014/main" id="{AAC37992-27C5-45DE-820C-FE96C30F480E}"/>
              </a:ext>
            </a:extLst>
          </p:cNvPr>
          <p:cNvSpPr>
            <a:spLocks xmlns:a="http://schemas.openxmlformats.org/drawingml/2006/main" noGrp="1"/>
          </p:cNvSpPr>
          <p:nvPr/>
        </p:nvSpPr>
        <p:spPr>
          <a:xfrm xmlns:a="http://schemas.openxmlformats.org/drawingml/2006/main">
            <a:off x="749808" y="2249424"/>
            <a:ext cx="2432304" cy="1636776"/>
          </a:xfrm>
          <a:prstGeom xmlns:a="http://schemas.openxmlformats.org/drawingml/2006/main" prst="rect">
            <a:avLst/>
          </a:prstGeom>
          <a:solidFill xmlns:a="http://schemas.openxmlformats.org/drawingml/2006/main">
            <a:srgbClr val="FFFFFF"/>
          </a:solidFill>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B75D73B1-BD74-4B1D-81E7-06300866F86A}"/>
              </a:ext>
            </a:extLst>
          </p:cNvPr>
          <p:cNvSpPr>
            <a:spLocks xmlns:a="http://schemas.openxmlformats.org/drawingml/2006/main" noGrp="1"/>
          </p:cNvSpPr>
          <p:nvPr/>
        </p:nvSpPr>
        <p:spPr>
          <a:xfrm xmlns:a="http://schemas.openxmlformats.org/drawingml/2006/main">
            <a:off x="841247" y="2441448"/>
            <a:ext cx="22677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C64E1"/>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8C64E1"/>
                </a:solidFill>
                <a:latin typeface="Alibaba PuHuiTi 3.0 55 Regular"/>
                <a:ea typeface="Alibaba PuHuiTi 3.0 55 Regular"/>
                <a:cs typeface="Alibaba PuHuiTi 3.0 55 Regular"/>
              </a:defRPr>
            </a:pPr>
            <a:r>
              <a:rPr sz="2200" b="0">
                <a:solidFill>
                  <a:srgbClr val="8C64E1"/>
                </a:solidFill>
                <a:latin typeface="Alibaba PuHuiTi 3.0 55 Regular"/>
                <a:ea typeface="Alibaba PuHuiTi 3.0 55 Regular"/>
                <a:cs typeface="Alibaba PuHuiTi 3.0 55 Regular"/>
              </a:rPr>
              <a:t>采样原值</a:t>
            </a:r>
          </a:p>
        </p:txBody>
      </p:sp>
      <p:sp>
        <p:nvSpPr>
          <p:cNvPr id="7" name="TextBox 6">
            <a:extLst xmlns:a="http://schemas.openxmlformats.org/drawingml/2006/main">
              <a:ext uri="{FF2B5EF4-FFF2-40B4-BE49-F238E27FC236}">
                <a16:creationId xmlns:a16="http://schemas.microsoft.com/office/drawing/2014/main" id="{BB368C24-2D23-4F5B-BA58-7541C001CD2A}"/>
              </a:ext>
            </a:extLst>
          </p:cNvPr>
          <p:cNvSpPr>
            <a:spLocks xmlns:a="http://schemas.openxmlformats.org/drawingml/2006/main" noGrp="1"/>
          </p:cNvSpPr>
          <p:nvPr/>
        </p:nvSpPr>
        <p:spPr>
          <a:xfrm xmlns:a="http://schemas.openxmlformats.org/drawingml/2006/main">
            <a:off x="841247" y="2980944"/>
            <a:ext cx="2267712"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1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3100" b="1">
                <a:solidFill>
                  <a:srgbClr val="262626"/>
                </a:solidFill>
                <a:latin typeface="Alibaba PuHuiTi 3.0 115 Black"/>
                <a:ea typeface="Alibaba PuHuiTi 3.0 115 Black"/>
                <a:cs typeface="Alibaba PuHuiTi 3.0 115 Black"/>
              </a:defRPr>
            </a:pPr>
            <a:r>
              <a:rPr sz="3100" b="1">
                <a:solidFill>
                  <a:srgbClr val="262626"/>
                </a:solidFill>
                <a:latin typeface="Alibaba PuHuiTi 3.0 115 Black"/>
                <a:ea typeface="Alibaba PuHuiTi 3.0 115 Black"/>
                <a:cs typeface="Alibaba PuHuiTi 3.0 115 Black"/>
              </a:rPr>
              <a:t>3.71</a:t>
            </a:r>
          </a:p>
        </p:txBody>
      </p:sp>
      <p:sp>
        <p:nvSpPr>
          <p:cNvPr id="8" name="Connector 7">
            <a:extLst xmlns:a="http://schemas.openxmlformats.org/drawingml/2006/main">
              <a:ext uri="{FF2B5EF4-FFF2-40B4-BE49-F238E27FC236}">
                <a16:creationId xmlns:a16="http://schemas.microsoft.com/office/drawing/2014/main" id="{2FBDFA76-F47A-41CA-BB6C-E4DD862F6848}"/>
              </a:ext>
            </a:extLst>
          </p:cNvPr>
          <p:cNvSpPr>
            <a:spLocks xmlns:a="http://schemas.openxmlformats.org/drawingml/2006/main" noGrp="1"/>
          </p:cNvSpPr>
          <p:nvPr/>
        </p:nvSpPr>
        <p:spPr>
          <a:xfrm xmlns:a="http://schemas.openxmlformats.org/drawingml/2006/main">
            <a:off x="3236976" y="3063240"/>
            <a:ext cx="329184" cy="0"/>
          </a:xfrm>
          <a:prstGeom xmlns:a="http://schemas.openxmlformats.org/drawingml/2006/main" prst="line">
            <a:avLst/>
          </a:prstGeom>
          <a:ln xmlns:a="http://schemas.openxmlformats.org/drawingml/2006/main" w="254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Rectangle 8">
            <a:extLst xmlns:a="http://schemas.openxmlformats.org/drawingml/2006/main">
              <a:ext uri="{FF2B5EF4-FFF2-40B4-BE49-F238E27FC236}">
                <a16:creationId xmlns:a16="http://schemas.microsoft.com/office/drawing/2014/main" id="{BE6293D4-6330-42F7-9CC9-352D81E52BDC}"/>
              </a:ext>
            </a:extLst>
          </p:cNvPr>
          <p:cNvSpPr>
            <a:spLocks xmlns:a="http://schemas.openxmlformats.org/drawingml/2006/main" noGrp="1"/>
          </p:cNvSpPr>
          <p:nvPr/>
        </p:nvSpPr>
        <p:spPr>
          <a:xfrm xmlns:a="http://schemas.openxmlformats.org/drawingml/2006/main">
            <a:off x="3630168" y="2249424"/>
            <a:ext cx="2432304" cy="1636776"/>
          </a:xfrm>
          <a:prstGeom xmlns:a="http://schemas.openxmlformats.org/drawingml/2006/main" prst="rect">
            <a:avLst/>
          </a:prstGeom>
          <a:solidFill xmlns:a="http://schemas.openxmlformats.org/drawingml/2006/main">
            <a:srgbClr val="FFFFFF"/>
          </a:solidFill>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F7A3DA80-5B97-414C-AC6C-5FDD8EF68A0B}"/>
              </a:ext>
            </a:extLst>
          </p:cNvPr>
          <p:cNvSpPr>
            <a:spLocks xmlns:a="http://schemas.openxmlformats.org/drawingml/2006/main" noGrp="1"/>
          </p:cNvSpPr>
          <p:nvPr/>
        </p:nvSpPr>
        <p:spPr>
          <a:xfrm xmlns:a="http://schemas.openxmlformats.org/drawingml/2006/main">
            <a:off x="3721607" y="2441448"/>
            <a:ext cx="22677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C64E1"/>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8C64E1"/>
                </a:solidFill>
                <a:latin typeface="Alibaba PuHuiTi 3.0 55 Regular"/>
                <a:ea typeface="Alibaba PuHuiTi 3.0 55 Regular"/>
                <a:cs typeface="Alibaba PuHuiTi 3.0 55 Regular"/>
              </a:defRPr>
            </a:pPr>
            <a:r>
              <a:rPr sz="2200" b="0">
                <a:solidFill>
                  <a:srgbClr val="8C64E1"/>
                </a:solidFill>
                <a:latin typeface="Alibaba PuHuiTi 3.0 55 Regular"/>
                <a:ea typeface="Alibaba PuHuiTi 3.0 55 Regular"/>
                <a:cs typeface="Alibaba PuHuiTi 3.0 55 Regular"/>
              </a:rPr>
              <a:t>输入范围</a:t>
            </a:r>
          </a:p>
        </p:txBody>
      </p:sp>
      <p:sp>
        <p:nvSpPr>
          <p:cNvPr id="11" name="TextBox 10">
            <a:extLst xmlns:a="http://schemas.openxmlformats.org/drawingml/2006/main">
              <a:ext uri="{FF2B5EF4-FFF2-40B4-BE49-F238E27FC236}">
                <a16:creationId xmlns:a16="http://schemas.microsoft.com/office/drawing/2014/main" id="{1BAA9A86-1693-471B-B541-5E8724A0F816}"/>
              </a:ext>
            </a:extLst>
          </p:cNvPr>
          <p:cNvSpPr>
            <a:spLocks xmlns:a="http://schemas.openxmlformats.org/drawingml/2006/main" noGrp="1"/>
          </p:cNvSpPr>
          <p:nvPr/>
        </p:nvSpPr>
        <p:spPr>
          <a:xfrm xmlns:a="http://schemas.openxmlformats.org/drawingml/2006/main">
            <a:off x="3721607" y="2980944"/>
            <a:ext cx="2267712"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1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3100" b="1">
                <a:solidFill>
                  <a:srgbClr val="262626"/>
                </a:solidFill>
                <a:latin typeface="Alibaba PuHuiTi 3.0 115 Black"/>
                <a:ea typeface="Alibaba PuHuiTi 3.0 115 Black"/>
                <a:cs typeface="Alibaba PuHuiTi 3.0 115 Black"/>
              </a:defRPr>
            </a:pPr>
            <a:r>
              <a:rPr sz="3100" b="1">
                <a:solidFill>
                  <a:srgbClr val="262626"/>
                </a:solidFill>
                <a:latin typeface="Alibaba PuHuiTi 3.0 115 Black"/>
                <a:ea typeface="Alibaba PuHuiTi 3.0 115 Black"/>
                <a:cs typeface="Alibaba PuHuiTi 3.0 115 Black"/>
              </a:rPr>
              <a:t>[3,4)</a:t>
            </a:r>
          </a:p>
        </p:txBody>
      </p:sp>
      <p:sp>
        <p:nvSpPr>
          <p:cNvPr id="12" name="Connector 11">
            <a:extLst xmlns:a="http://schemas.openxmlformats.org/drawingml/2006/main">
              <a:ext uri="{FF2B5EF4-FFF2-40B4-BE49-F238E27FC236}">
                <a16:creationId xmlns:a16="http://schemas.microsoft.com/office/drawing/2014/main" id="{152364CA-0353-4ED6-A71F-1B89222D86C5}"/>
              </a:ext>
            </a:extLst>
          </p:cNvPr>
          <p:cNvSpPr>
            <a:spLocks xmlns:a="http://schemas.openxmlformats.org/drawingml/2006/main" noGrp="1"/>
          </p:cNvSpPr>
          <p:nvPr/>
        </p:nvSpPr>
        <p:spPr>
          <a:xfrm xmlns:a="http://schemas.openxmlformats.org/drawingml/2006/main">
            <a:off x="6117336" y="3063240"/>
            <a:ext cx="329184" cy="0"/>
          </a:xfrm>
          <a:prstGeom xmlns:a="http://schemas.openxmlformats.org/drawingml/2006/main" prst="line">
            <a:avLst/>
          </a:prstGeom>
          <a:ln xmlns:a="http://schemas.openxmlformats.org/drawingml/2006/main" w="254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Rectangle 12">
            <a:extLst xmlns:a="http://schemas.openxmlformats.org/drawingml/2006/main">
              <a:ext uri="{FF2B5EF4-FFF2-40B4-BE49-F238E27FC236}">
                <a16:creationId xmlns:a16="http://schemas.microsoft.com/office/drawing/2014/main" id="{39CF90E8-B8C6-4185-917F-5A1FB331FE3D}"/>
              </a:ext>
            </a:extLst>
          </p:cNvPr>
          <p:cNvSpPr>
            <a:spLocks xmlns:a="http://schemas.openxmlformats.org/drawingml/2006/main" noGrp="1"/>
          </p:cNvSpPr>
          <p:nvPr/>
        </p:nvSpPr>
        <p:spPr>
          <a:xfrm xmlns:a="http://schemas.openxmlformats.org/drawingml/2006/main">
            <a:off x="6510528" y="2249424"/>
            <a:ext cx="2432304" cy="1636776"/>
          </a:xfrm>
          <a:prstGeom xmlns:a="http://schemas.openxmlformats.org/drawingml/2006/main" prst="rect">
            <a:avLst/>
          </a:prstGeom>
          <a:solidFill xmlns:a="http://schemas.openxmlformats.org/drawingml/2006/main">
            <a:srgbClr val="FFFFFF"/>
          </a:solidFill>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5A2CF55E-ACC0-4C8A-BEF0-49EDF760E073}"/>
              </a:ext>
            </a:extLst>
          </p:cNvPr>
          <p:cNvSpPr>
            <a:spLocks xmlns:a="http://schemas.openxmlformats.org/drawingml/2006/main" noGrp="1"/>
          </p:cNvSpPr>
          <p:nvPr/>
        </p:nvSpPr>
        <p:spPr>
          <a:xfrm xmlns:a="http://schemas.openxmlformats.org/drawingml/2006/main">
            <a:off x="6601968" y="2441448"/>
            <a:ext cx="22677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C64E1"/>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8C64E1"/>
                </a:solidFill>
                <a:latin typeface="Alibaba PuHuiTi 3.0 55 Regular"/>
                <a:ea typeface="Alibaba PuHuiTi 3.0 55 Regular"/>
                <a:cs typeface="Alibaba PuHuiTi 3.0 55 Regular"/>
              </a:defRPr>
            </a:pPr>
            <a:r>
              <a:rPr sz="2200" b="0">
                <a:solidFill>
                  <a:srgbClr val="8C64E1"/>
                </a:solidFill>
                <a:latin typeface="Alibaba PuHuiTi 3.0 55 Regular"/>
                <a:ea typeface="Alibaba PuHuiTi 3.0 55 Regular"/>
                <a:cs typeface="Alibaba PuHuiTi 3.0 55 Regular"/>
              </a:rPr>
              <a:t>量化等级</a:t>
            </a:r>
          </a:p>
        </p:txBody>
      </p:sp>
      <p:sp>
        <p:nvSpPr>
          <p:cNvPr id="15" name="TextBox 14">
            <a:extLst xmlns:a="http://schemas.openxmlformats.org/drawingml/2006/main">
              <a:ext uri="{FF2B5EF4-FFF2-40B4-BE49-F238E27FC236}">
                <a16:creationId xmlns:a16="http://schemas.microsoft.com/office/drawing/2014/main" id="{6228F3CA-EBA4-44E3-821A-D95F9520751E}"/>
              </a:ext>
            </a:extLst>
          </p:cNvPr>
          <p:cNvSpPr>
            <a:spLocks xmlns:a="http://schemas.openxmlformats.org/drawingml/2006/main" noGrp="1"/>
          </p:cNvSpPr>
          <p:nvPr/>
        </p:nvSpPr>
        <p:spPr>
          <a:xfrm xmlns:a="http://schemas.openxmlformats.org/drawingml/2006/main">
            <a:off x="6601968" y="2980944"/>
            <a:ext cx="2267712"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1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3100" b="1">
                <a:solidFill>
                  <a:srgbClr val="262626"/>
                </a:solidFill>
                <a:latin typeface="Alibaba PuHuiTi 3.0 115 Black"/>
                <a:ea typeface="Alibaba PuHuiTi 3.0 115 Black"/>
                <a:cs typeface="Alibaba PuHuiTi 3.0 115 Black"/>
              </a:defRPr>
            </a:pPr>
            <a:r>
              <a:rPr sz="3100" b="1">
                <a:solidFill>
                  <a:srgbClr val="262626"/>
                </a:solidFill>
                <a:latin typeface="Alibaba PuHuiTi 3.0 115 Black"/>
                <a:ea typeface="Alibaba PuHuiTi 3.0 115 Black"/>
                <a:cs typeface="Alibaba PuHuiTi 3.0 115 Black"/>
              </a:rPr>
              <a:t>L3</a:t>
            </a:r>
          </a:p>
        </p:txBody>
      </p:sp>
      <p:sp>
        <p:nvSpPr>
          <p:cNvPr id="16" name="Connector 15">
            <a:extLst xmlns:a="http://schemas.openxmlformats.org/drawingml/2006/main">
              <a:ext uri="{FF2B5EF4-FFF2-40B4-BE49-F238E27FC236}">
                <a16:creationId xmlns:a16="http://schemas.microsoft.com/office/drawing/2014/main" id="{A8E1AF68-25DB-4076-8DC7-AC2015817778}"/>
              </a:ext>
            </a:extLst>
          </p:cNvPr>
          <p:cNvSpPr>
            <a:spLocks xmlns:a="http://schemas.openxmlformats.org/drawingml/2006/main" noGrp="1"/>
          </p:cNvSpPr>
          <p:nvPr/>
        </p:nvSpPr>
        <p:spPr>
          <a:xfrm xmlns:a="http://schemas.openxmlformats.org/drawingml/2006/main">
            <a:off x="8997696" y="3063240"/>
            <a:ext cx="329184" cy="0"/>
          </a:xfrm>
          <a:prstGeom xmlns:a="http://schemas.openxmlformats.org/drawingml/2006/main" prst="line">
            <a:avLst/>
          </a:prstGeom>
          <a:ln xmlns:a="http://schemas.openxmlformats.org/drawingml/2006/main" w="254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Rectangle 16">
            <a:extLst xmlns:a="http://schemas.openxmlformats.org/drawingml/2006/main">
              <a:ext uri="{FF2B5EF4-FFF2-40B4-BE49-F238E27FC236}">
                <a16:creationId xmlns:a16="http://schemas.microsoft.com/office/drawing/2014/main" id="{ADDE7A65-0D92-4107-A808-765A1F9BD514}"/>
              </a:ext>
            </a:extLst>
          </p:cNvPr>
          <p:cNvSpPr>
            <a:spLocks xmlns:a="http://schemas.openxmlformats.org/drawingml/2006/main" noGrp="1"/>
          </p:cNvSpPr>
          <p:nvPr/>
        </p:nvSpPr>
        <p:spPr>
          <a:xfrm xmlns:a="http://schemas.openxmlformats.org/drawingml/2006/main">
            <a:off x="9390888" y="2249424"/>
            <a:ext cx="2432304" cy="1636776"/>
          </a:xfrm>
          <a:prstGeom xmlns:a="http://schemas.openxmlformats.org/drawingml/2006/main" prst="rect">
            <a:avLst/>
          </a:prstGeom>
          <a:solidFill xmlns:a="http://schemas.openxmlformats.org/drawingml/2006/main">
            <a:srgbClr val="F3EFFF"/>
          </a:solidFill>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E8A87FCE-E5EB-49C5-ABE7-10A5712FDC79}"/>
              </a:ext>
            </a:extLst>
          </p:cNvPr>
          <p:cNvSpPr>
            <a:spLocks xmlns:a="http://schemas.openxmlformats.org/drawingml/2006/main" noGrp="1"/>
          </p:cNvSpPr>
          <p:nvPr/>
        </p:nvSpPr>
        <p:spPr>
          <a:xfrm xmlns:a="http://schemas.openxmlformats.org/drawingml/2006/main">
            <a:off x="9482328" y="2441448"/>
            <a:ext cx="22677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C64E1"/>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8C64E1"/>
                </a:solidFill>
                <a:latin typeface="Alibaba PuHuiTi 3.0 55 Regular"/>
                <a:ea typeface="Alibaba PuHuiTi 3.0 55 Regular"/>
                <a:cs typeface="Alibaba PuHuiTi 3.0 55 Regular"/>
              </a:defRPr>
            </a:pPr>
            <a:r>
              <a:rPr sz="2200" b="0">
                <a:solidFill>
                  <a:srgbClr val="8C64E1"/>
                </a:solidFill>
                <a:latin typeface="Alibaba PuHuiTi 3.0 55 Regular"/>
                <a:ea typeface="Alibaba PuHuiTi 3.0 55 Regular"/>
                <a:cs typeface="Alibaba PuHuiTi 3.0 55 Regular"/>
              </a:rPr>
              <a:t>3 bit码字</a:t>
            </a:r>
          </a:p>
        </p:txBody>
      </p:sp>
      <p:sp>
        <p:nvSpPr>
          <p:cNvPr id="19" name="TextBox 18">
            <a:extLst xmlns:a="http://schemas.openxmlformats.org/drawingml/2006/main">
              <a:ext uri="{FF2B5EF4-FFF2-40B4-BE49-F238E27FC236}">
                <a16:creationId xmlns:a16="http://schemas.microsoft.com/office/drawing/2014/main" id="{246C493F-3696-4E0F-AE5D-14AF942D4C7E}"/>
              </a:ext>
            </a:extLst>
          </p:cNvPr>
          <p:cNvSpPr>
            <a:spLocks xmlns:a="http://schemas.openxmlformats.org/drawingml/2006/main" noGrp="1"/>
          </p:cNvSpPr>
          <p:nvPr/>
        </p:nvSpPr>
        <p:spPr>
          <a:xfrm xmlns:a="http://schemas.openxmlformats.org/drawingml/2006/main">
            <a:off x="9482328" y="2980944"/>
            <a:ext cx="2267712"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100" b="1">
                <a:solidFill>
                  <a:srgbClr val="8C64E1"/>
                </a:solidFill>
                <a:latin typeface="Alibaba PuHuiTi 3.0 115 Black"/>
                <a:ea typeface="Alibaba PuHuiTi 3.0 115 Black"/>
                <a:cs typeface="Alibaba PuHuiTi 3.0 115 Black"/>
              </a:defRPr>
            </a:defPPr>
          </a:lstStyle>
          <a:p xmlns:a="http://schemas.openxmlformats.org/drawingml/2006/main">
            <a:pPr algn="ctr">
              <a:buNone/>
              <a:defRPr sz="3100" b="1">
                <a:solidFill>
                  <a:srgbClr val="8C64E1"/>
                </a:solidFill>
                <a:latin typeface="Alibaba PuHuiTi 3.0 115 Black"/>
                <a:ea typeface="Alibaba PuHuiTi 3.0 115 Black"/>
                <a:cs typeface="Alibaba PuHuiTi 3.0 115 Black"/>
              </a:defRPr>
            </a:pPr>
            <a:r>
              <a:rPr sz="3100" b="1">
                <a:solidFill>
                  <a:srgbClr val="8C64E1"/>
                </a:solidFill>
                <a:latin typeface="Alibaba PuHuiTi 3.0 115 Black"/>
                <a:ea typeface="Alibaba PuHuiTi 3.0 115 Black"/>
                <a:cs typeface="Alibaba PuHuiTi 3.0 115 Black"/>
              </a:rPr>
              <a:t>011</a:t>
            </a:r>
          </a:p>
        </p:txBody>
      </p:sp>
      <p:sp>
        <p:nvSpPr>
          <p:cNvPr id="20" name="TextBox 19">
            <a:extLst xmlns:a="http://schemas.openxmlformats.org/drawingml/2006/main">
              <a:ext uri="{FF2B5EF4-FFF2-40B4-BE49-F238E27FC236}">
                <a16:creationId xmlns:a16="http://schemas.microsoft.com/office/drawing/2014/main" id="{0B096DE4-28B1-42A7-9B5B-3D88CE1065CA}"/>
              </a:ext>
            </a:extLst>
          </p:cNvPr>
          <p:cNvSpPr>
            <a:spLocks xmlns:a="http://schemas.openxmlformats.org/drawingml/2006/main" noGrp="1"/>
          </p:cNvSpPr>
          <p:nvPr/>
        </p:nvSpPr>
        <p:spPr>
          <a:xfrm xmlns:a="http://schemas.openxmlformats.org/drawingml/2006/main">
            <a:off x="786384" y="4663440"/>
            <a:ext cx="10652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规则：按输入范围确定等级，再用固定长度的0和1记录等级编号。</a:t>
            </a:r>
          </a:p>
        </p:txBody>
      </p:sp>
      <p:sp>
        <p:nvSpPr>
          <p:cNvPr id="21" name="TextBox 20">
            <a:extLst xmlns:a="http://schemas.openxmlformats.org/drawingml/2006/main">
              <a:ext uri="{FF2B5EF4-FFF2-40B4-BE49-F238E27FC236}">
                <a16:creationId xmlns:a16="http://schemas.microsoft.com/office/drawing/2014/main" id="{C47AD78E-A6A7-4F08-8C9A-7FF5E48559E2}"/>
              </a:ext>
            </a:extLst>
          </p:cNvPr>
          <p:cNvSpPr>
            <a:spLocks xmlns:a="http://schemas.openxmlformats.org/drawingml/2006/main" noGrp="1"/>
          </p:cNvSpPr>
          <p:nvPr/>
        </p:nvSpPr>
        <p:spPr>
          <a:xfrm xmlns:a="http://schemas.openxmlformats.org/drawingml/2006/main">
            <a:off x="795528" y="5824728"/>
            <a:ext cx="103327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验证：输入值4.15对应的码字是什么？</a:t>
            </a:r>
          </a:p>
        </p:txBody>
      </p:sp>
    </p:spTree>
    <p:extLst>
      <p:ext uri="{BB962C8B-B14F-4D97-AF65-F5344CB8AC3E}">
        <p14:creationId xmlns:p14="http://schemas.microsoft.com/office/powerpoint/2010/main" val="977636810"/>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2603668E-86F4-4E4D-82DA-44CB5466363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C5E9EDC2-64D0-436A-B69E-595600EFA76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6A075A64-B3D6-484E-AE65-47FFBE727CC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一个样本需要几个二进制位？</a:t>
            </a:r>
          </a:p>
        </p:txBody>
      </p:sp>
      <p:sp>
        <p:nvSpPr>
          <p:cNvPr id="5" name="TextBox 4">
            <a:extLst xmlns:a="http://schemas.openxmlformats.org/drawingml/2006/main">
              <a:ext uri="{FF2B5EF4-FFF2-40B4-BE49-F238E27FC236}">
                <a16:creationId xmlns:a16="http://schemas.microsoft.com/office/drawing/2014/main" id="{088FADF3-25EB-431B-84EA-154558DA7225}"/>
              </a:ext>
            </a:extLst>
          </p:cNvPr>
          <p:cNvSpPr>
            <a:spLocks xmlns:a="http://schemas.openxmlformats.org/drawingml/2006/main" noGrp="1"/>
          </p:cNvSpPr>
          <p:nvPr/>
        </p:nvSpPr>
        <p:spPr>
          <a:xfrm xmlns:a="http://schemas.openxmlformats.org/drawingml/2006/main">
            <a:off x="832104" y="1682496"/>
            <a:ext cx="6583680"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1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100" b="1">
                <a:solidFill>
                  <a:srgbClr val="8C64E1"/>
                </a:solidFill>
                <a:latin typeface="Alibaba PuHuiTi 3.0 115 Black"/>
                <a:ea typeface="Alibaba PuHuiTi 3.0 115 Black"/>
                <a:cs typeface="Alibaba PuHuiTi 3.0 115 Black"/>
              </a:defRPr>
            </a:pPr>
            <a:r>
              <a:rPr sz="3100" b="1">
                <a:solidFill>
                  <a:srgbClr val="8C64E1"/>
                </a:solidFill>
                <a:latin typeface="Alibaba PuHuiTi 3.0 115 Black"/>
                <a:ea typeface="Alibaba PuHuiTi 3.0 115 Black"/>
                <a:cs typeface="Alibaba PuHuiTi 3.0 115 Black"/>
              </a:rPr>
              <a:t>8个等级 = 2³</a:t>
            </a:r>
          </a:p>
        </p:txBody>
      </p:sp>
      <p:sp>
        <p:nvSpPr>
          <p:cNvPr id="6" name="Rectangle 5">
            <a:extLst xmlns:a="http://schemas.openxmlformats.org/drawingml/2006/main">
              <a:ext uri="{FF2B5EF4-FFF2-40B4-BE49-F238E27FC236}">
                <a16:creationId xmlns:a16="http://schemas.microsoft.com/office/drawing/2014/main" id="{FD8ABF68-0173-4037-A346-DD6C985D919F}"/>
              </a:ext>
            </a:extLst>
          </p:cNvPr>
          <p:cNvSpPr>
            <a:spLocks xmlns:a="http://schemas.openxmlformats.org/drawingml/2006/main" noGrp="1"/>
          </p:cNvSpPr>
          <p:nvPr/>
        </p:nvSpPr>
        <p:spPr>
          <a:xfrm xmlns:a="http://schemas.openxmlformats.org/drawingml/2006/main">
            <a:off x="914400" y="2724912"/>
            <a:ext cx="226771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E9E6486A-C0F9-40E6-BE5A-917443550F49}"/>
              </a:ext>
            </a:extLst>
          </p:cNvPr>
          <p:cNvSpPr>
            <a:spLocks xmlns:a="http://schemas.openxmlformats.org/drawingml/2006/main" noGrp="1"/>
          </p:cNvSpPr>
          <p:nvPr/>
        </p:nvSpPr>
        <p:spPr>
          <a:xfrm xmlns:a="http://schemas.openxmlformats.org/drawingml/2006/main">
            <a:off x="987552" y="284378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0 → 000</a:t>
            </a:r>
          </a:p>
        </p:txBody>
      </p:sp>
      <p:sp>
        <p:nvSpPr>
          <p:cNvPr id="8" name="Rectangle 7">
            <a:extLst xmlns:a="http://schemas.openxmlformats.org/drawingml/2006/main">
              <a:ext uri="{FF2B5EF4-FFF2-40B4-BE49-F238E27FC236}">
                <a16:creationId xmlns:a16="http://schemas.microsoft.com/office/drawing/2014/main" id="{39CA3101-39FF-4823-946E-1B84940B6341}"/>
              </a:ext>
            </a:extLst>
          </p:cNvPr>
          <p:cNvSpPr>
            <a:spLocks xmlns:a="http://schemas.openxmlformats.org/drawingml/2006/main" noGrp="1"/>
          </p:cNvSpPr>
          <p:nvPr/>
        </p:nvSpPr>
        <p:spPr>
          <a:xfrm xmlns:a="http://schemas.openxmlformats.org/drawingml/2006/main">
            <a:off x="3703320" y="2724912"/>
            <a:ext cx="226771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E90CB6CD-A1D7-4CA3-AB8D-8C2B1D738E00}"/>
              </a:ext>
            </a:extLst>
          </p:cNvPr>
          <p:cNvSpPr>
            <a:spLocks xmlns:a="http://schemas.openxmlformats.org/drawingml/2006/main" noGrp="1"/>
          </p:cNvSpPr>
          <p:nvPr/>
        </p:nvSpPr>
        <p:spPr>
          <a:xfrm xmlns:a="http://schemas.openxmlformats.org/drawingml/2006/main">
            <a:off x="3776472" y="284378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1 → 001</a:t>
            </a:r>
          </a:p>
        </p:txBody>
      </p:sp>
      <p:sp>
        <p:nvSpPr>
          <p:cNvPr id="10" name="Rectangle 9">
            <a:extLst xmlns:a="http://schemas.openxmlformats.org/drawingml/2006/main">
              <a:ext uri="{FF2B5EF4-FFF2-40B4-BE49-F238E27FC236}">
                <a16:creationId xmlns:a16="http://schemas.microsoft.com/office/drawing/2014/main" id="{E649D66F-C561-4FA0-94E0-32B30688C397}"/>
              </a:ext>
            </a:extLst>
          </p:cNvPr>
          <p:cNvSpPr>
            <a:spLocks xmlns:a="http://schemas.openxmlformats.org/drawingml/2006/main" noGrp="1"/>
          </p:cNvSpPr>
          <p:nvPr/>
        </p:nvSpPr>
        <p:spPr>
          <a:xfrm xmlns:a="http://schemas.openxmlformats.org/drawingml/2006/main">
            <a:off x="6492240" y="2724912"/>
            <a:ext cx="226771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FC7E7ACC-EBED-452E-94B1-D2A8793FB9A0}"/>
              </a:ext>
            </a:extLst>
          </p:cNvPr>
          <p:cNvSpPr>
            <a:spLocks xmlns:a="http://schemas.openxmlformats.org/drawingml/2006/main" noGrp="1"/>
          </p:cNvSpPr>
          <p:nvPr/>
        </p:nvSpPr>
        <p:spPr>
          <a:xfrm xmlns:a="http://schemas.openxmlformats.org/drawingml/2006/main">
            <a:off x="6565392" y="284378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2 → 010</a:t>
            </a:r>
          </a:p>
        </p:txBody>
      </p:sp>
      <p:sp>
        <p:nvSpPr>
          <p:cNvPr id="12" name="Rectangle 11">
            <a:extLst xmlns:a="http://schemas.openxmlformats.org/drawingml/2006/main">
              <a:ext uri="{FF2B5EF4-FFF2-40B4-BE49-F238E27FC236}">
                <a16:creationId xmlns:a16="http://schemas.microsoft.com/office/drawing/2014/main" id="{2214256D-57F4-49AF-811D-7E264FDD928E}"/>
              </a:ext>
            </a:extLst>
          </p:cNvPr>
          <p:cNvSpPr>
            <a:spLocks xmlns:a="http://schemas.openxmlformats.org/drawingml/2006/main" noGrp="1"/>
          </p:cNvSpPr>
          <p:nvPr/>
        </p:nvSpPr>
        <p:spPr>
          <a:xfrm xmlns:a="http://schemas.openxmlformats.org/drawingml/2006/main">
            <a:off x="9281159" y="2724912"/>
            <a:ext cx="226771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9D303CCC-5EB6-424A-A79D-0C3214F02948}"/>
              </a:ext>
            </a:extLst>
          </p:cNvPr>
          <p:cNvSpPr>
            <a:spLocks xmlns:a="http://schemas.openxmlformats.org/drawingml/2006/main" noGrp="1"/>
          </p:cNvSpPr>
          <p:nvPr/>
        </p:nvSpPr>
        <p:spPr>
          <a:xfrm xmlns:a="http://schemas.openxmlformats.org/drawingml/2006/main">
            <a:off x="9354311" y="284378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3 → 011</a:t>
            </a:r>
          </a:p>
        </p:txBody>
      </p:sp>
      <p:sp>
        <p:nvSpPr>
          <p:cNvPr id="14" name="Rectangle 13">
            <a:extLst xmlns:a="http://schemas.openxmlformats.org/drawingml/2006/main">
              <a:ext uri="{FF2B5EF4-FFF2-40B4-BE49-F238E27FC236}">
                <a16:creationId xmlns:a16="http://schemas.microsoft.com/office/drawing/2014/main" id="{48F1B847-12BE-4FC0-9695-D4A5CF57D8B7}"/>
              </a:ext>
            </a:extLst>
          </p:cNvPr>
          <p:cNvSpPr>
            <a:spLocks xmlns:a="http://schemas.openxmlformats.org/drawingml/2006/main" noGrp="1"/>
          </p:cNvSpPr>
          <p:nvPr/>
        </p:nvSpPr>
        <p:spPr>
          <a:xfrm xmlns:a="http://schemas.openxmlformats.org/drawingml/2006/main">
            <a:off x="914400" y="3913632"/>
            <a:ext cx="226771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5084A61C-1548-48E7-8711-D966C1E87DB4}"/>
              </a:ext>
            </a:extLst>
          </p:cNvPr>
          <p:cNvSpPr>
            <a:spLocks xmlns:a="http://schemas.openxmlformats.org/drawingml/2006/main" noGrp="1"/>
          </p:cNvSpPr>
          <p:nvPr/>
        </p:nvSpPr>
        <p:spPr>
          <a:xfrm xmlns:a="http://schemas.openxmlformats.org/drawingml/2006/main">
            <a:off x="987552" y="403250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4 → 100</a:t>
            </a:r>
          </a:p>
        </p:txBody>
      </p:sp>
      <p:sp>
        <p:nvSpPr>
          <p:cNvPr id="16" name="Rectangle 15">
            <a:extLst xmlns:a="http://schemas.openxmlformats.org/drawingml/2006/main">
              <a:ext uri="{FF2B5EF4-FFF2-40B4-BE49-F238E27FC236}">
                <a16:creationId xmlns:a16="http://schemas.microsoft.com/office/drawing/2014/main" id="{1ED943F2-653C-415F-A395-06F338309A66}"/>
              </a:ext>
            </a:extLst>
          </p:cNvPr>
          <p:cNvSpPr>
            <a:spLocks xmlns:a="http://schemas.openxmlformats.org/drawingml/2006/main" noGrp="1"/>
          </p:cNvSpPr>
          <p:nvPr/>
        </p:nvSpPr>
        <p:spPr>
          <a:xfrm xmlns:a="http://schemas.openxmlformats.org/drawingml/2006/main">
            <a:off x="3703320" y="3913632"/>
            <a:ext cx="226771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48B420D4-B363-4972-9DF8-DB83B919CA26}"/>
              </a:ext>
            </a:extLst>
          </p:cNvPr>
          <p:cNvSpPr>
            <a:spLocks xmlns:a="http://schemas.openxmlformats.org/drawingml/2006/main" noGrp="1"/>
          </p:cNvSpPr>
          <p:nvPr/>
        </p:nvSpPr>
        <p:spPr>
          <a:xfrm xmlns:a="http://schemas.openxmlformats.org/drawingml/2006/main">
            <a:off x="3776472" y="403250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5 → 101</a:t>
            </a:r>
          </a:p>
        </p:txBody>
      </p:sp>
      <p:sp>
        <p:nvSpPr>
          <p:cNvPr id="18" name="Rectangle 17">
            <a:extLst xmlns:a="http://schemas.openxmlformats.org/drawingml/2006/main">
              <a:ext uri="{FF2B5EF4-FFF2-40B4-BE49-F238E27FC236}">
                <a16:creationId xmlns:a16="http://schemas.microsoft.com/office/drawing/2014/main" id="{0513207F-2687-4482-829D-4A3E58828032}"/>
              </a:ext>
            </a:extLst>
          </p:cNvPr>
          <p:cNvSpPr>
            <a:spLocks xmlns:a="http://schemas.openxmlformats.org/drawingml/2006/main" noGrp="1"/>
          </p:cNvSpPr>
          <p:nvPr/>
        </p:nvSpPr>
        <p:spPr>
          <a:xfrm xmlns:a="http://schemas.openxmlformats.org/drawingml/2006/main">
            <a:off x="6492240" y="3913632"/>
            <a:ext cx="226771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0309550D-2EF6-43B7-8A27-9C06396313E4}"/>
              </a:ext>
            </a:extLst>
          </p:cNvPr>
          <p:cNvSpPr>
            <a:spLocks xmlns:a="http://schemas.openxmlformats.org/drawingml/2006/main" noGrp="1"/>
          </p:cNvSpPr>
          <p:nvPr/>
        </p:nvSpPr>
        <p:spPr>
          <a:xfrm xmlns:a="http://schemas.openxmlformats.org/drawingml/2006/main">
            <a:off x="6565392" y="403250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6 → 110</a:t>
            </a:r>
          </a:p>
        </p:txBody>
      </p:sp>
      <p:sp>
        <p:nvSpPr>
          <p:cNvPr id="20" name="Rectangle 19">
            <a:extLst xmlns:a="http://schemas.openxmlformats.org/drawingml/2006/main">
              <a:ext uri="{FF2B5EF4-FFF2-40B4-BE49-F238E27FC236}">
                <a16:creationId xmlns:a16="http://schemas.microsoft.com/office/drawing/2014/main" id="{DF6F0226-35C8-4779-BE79-46446B00FC22}"/>
              </a:ext>
            </a:extLst>
          </p:cNvPr>
          <p:cNvSpPr>
            <a:spLocks xmlns:a="http://schemas.openxmlformats.org/drawingml/2006/main" noGrp="1"/>
          </p:cNvSpPr>
          <p:nvPr/>
        </p:nvSpPr>
        <p:spPr>
          <a:xfrm xmlns:a="http://schemas.openxmlformats.org/drawingml/2006/main">
            <a:off x="9281159" y="3913632"/>
            <a:ext cx="226771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EE7D6977-CC25-49AB-A97C-53D5B927E7C8}"/>
              </a:ext>
            </a:extLst>
          </p:cNvPr>
          <p:cNvSpPr>
            <a:spLocks xmlns:a="http://schemas.openxmlformats.org/drawingml/2006/main" noGrp="1"/>
          </p:cNvSpPr>
          <p:nvPr/>
        </p:nvSpPr>
        <p:spPr>
          <a:xfrm xmlns:a="http://schemas.openxmlformats.org/drawingml/2006/main">
            <a:off x="9354311" y="403250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7 → 111</a:t>
            </a:r>
          </a:p>
        </p:txBody>
      </p:sp>
      <p:sp>
        <p:nvSpPr>
          <p:cNvPr id="22" name="TextBox 21">
            <a:extLst xmlns:a="http://schemas.openxmlformats.org/drawingml/2006/main">
              <a:ext uri="{FF2B5EF4-FFF2-40B4-BE49-F238E27FC236}">
                <a16:creationId xmlns:a16="http://schemas.microsoft.com/office/drawing/2014/main" id="{0BF4ACA3-3599-4AE2-8109-5C1E8A049D06}"/>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3 bit可以写出8种不同的编码：000～111。</a:t>
            </a:r>
          </a:p>
        </p:txBody>
      </p:sp>
    </p:spTree>
    <p:extLst>
      <p:ext uri="{BB962C8B-B14F-4D97-AF65-F5344CB8AC3E}">
        <p14:creationId xmlns:p14="http://schemas.microsoft.com/office/powerpoint/2010/main" val="397397694"/>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FAC4BE1-67B4-4125-ADE7-59E0B50C772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9908546B-2341-46DC-90A3-1B804ACDB43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DAB7765-CDF1-4DA8-9D35-0BDF2CE6FB5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同一个3.71，4bit会怎样近似它？</a:t>
            </a:r>
          </a:p>
        </p:txBody>
      </p:sp>
      <p:sp>
        <p:nvSpPr>
          <p:cNvPr id="5" name="text">
            <a:extLst xmlns:a="http://schemas.openxmlformats.org/drawingml/2006/main">
              <a:ext uri="{FF2B5EF4-FFF2-40B4-BE49-F238E27FC236}">
                <a16:creationId xmlns:a16="http://schemas.microsoft.com/office/drawing/2014/main" id="{22DBAD40-10DF-4CC9-8289-AD5F8FC3208B}"/>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范围仍为 [0,8)；各档中点作代表值。</a:t>
            </a:r>
          </a:p>
        </p:txBody>
      </p:sp>
      <p:sp>
        <p:nvSpPr>
          <p:cNvPr id="6" name="q3-heading">
            <a:extLst xmlns:a="http://schemas.openxmlformats.org/drawingml/2006/main">
              <a:ext uri="{FF2B5EF4-FFF2-40B4-BE49-F238E27FC236}">
                <a16:creationId xmlns:a16="http://schemas.microsoft.com/office/drawing/2014/main" id="{1B1FBB31-5F81-421C-8FFA-2245E88254AD}"/>
              </a:ext>
            </a:extLst>
          </p:cNvPr>
          <p:cNvSpPr>
            <a:spLocks xmlns:a="http://schemas.openxmlformats.org/drawingml/2006/main" noGrp="1"/>
          </p:cNvSpPr>
          <p:nvPr/>
        </p:nvSpPr>
        <p:spPr>
          <a:xfrm xmlns:a="http://schemas.openxmlformats.org/drawingml/2006/main">
            <a:off x="609600" y="2362200"/>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3bit：8档</a:t>
            </a:r>
          </a:p>
        </p:txBody>
      </p:sp>
      <p:sp>
        <p:nvSpPr>
          <p:cNvPr id="7" name="q4-heading">
            <a:extLst xmlns:a="http://schemas.openxmlformats.org/drawingml/2006/main">
              <a:ext uri="{FF2B5EF4-FFF2-40B4-BE49-F238E27FC236}">
                <a16:creationId xmlns:a16="http://schemas.microsoft.com/office/drawing/2014/main" id="{FFCBDD78-1A8C-41AB-86AA-0FE7471BB2A4}"/>
              </a:ext>
            </a:extLst>
          </p:cNvPr>
          <p:cNvSpPr>
            <a:spLocks xmlns:a="http://schemas.openxmlformats.org/drawingml/2006/main" noGrp="1"/>
          </p:cNvSpPr>
          <p:nvPr/>
        </p:nvSpPr>
        <p:spPr>
          <a:xfrm xmlns:a="http://schemas.openxmlformats.org/drawingml/2006/main">
            <a:off x="6400800" y="2362200"/>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4bit：16档</a:t>
            </a:r>
          </a:p>
        </p:txBody>
      </p:sp>
      <p:sp>
        <p:nvSpPr>
          <p:cNvPr id="8" name="bin-8-0">
            <a:extLst xmlns:a="http://schemas.openxmlformats.org/drawingml/2006/main">
              <a:ext uri="{FF2B5EF4-FFF2-40B4-BE49-F238E27FC236}">
                <a16:creationId xmlns:a16="http://schemas.microsoft.com/office/drawing/2014/main" id="{AC111489-3A5B-4BD7-A4B6-5775041CB3CE}"/>
              </a:ext>
            </a:extLst>
          </p:cNvPr>
          <p:cNvSpPr>
            <a:spLocks xmlns:a="http://schemas.openxmlformats.org/drawingml/2006/main" noGrp="1"/>
          </p:cNvSpPr>
          <p:nvPr/>
        </p:nvSpPr>
        <p:spPr>
          <a:xfrm xmlns:a="http://schemas.openxmlformats.org/drawingml/2006/main">
            <a:off x="9144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9" name="grade-8-0">
            <a:extLst xmlns:a="http://schemas.openxmlformats.org/drawingml/2006/main">
              <a:ext uri="{FF2B5EF4-FFF2-40B4-BE49-F238E27FC236}">
                <a16:creationId xmlns:a16="http://schemas.microsoft.com/office/drawing/2014/main" id="{A1401CF1-E322-4B48-91E0-EA0F0034C7B6}"/>
              </a:ext>
            </a:extLst>
          </p:cNvPr>
          <p:cNvSpPr>
            <a:spLocks xmlns:a="http://schemas.openxmlformats.org/drawingml/2006/main" noGrp="1"/>
          </p:cNvSpPr>
          <p:nvPr/>
        </p:nvSpPr>
        <p:spPr>
          <a:xfrm xmlns:a="http://schemas.openxmlformats.org/drawingml/2006/main">
            <a:off x="9144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L0</a:t>
            </a:r>
          </a:p>
        </p:txBody>
      </p:sp>
      <p:sp>
        <p:nvSpPr>
          <p:cNvPr id="10" name="bin-8-1">
            <a:extLst xmlns:a="http://schemas.openxmlformats.org/drawingml/2006/main">
              <a:ext uri="{FF2B5EF4-FFF2-40B4-BE49-F238E27FC236}">
                <a16:creationId xmlns:a16="http://schemas.microsoft.com/office/drawing/2014/main" id="{42A7F2B7-85EA-434A-B65F-B0305E71333B}"/>
              </a:ext>
            </a:extLst>
          </p:cNvPr>
          <p:cNvSpPr>
            <a:spLocks xmlns:a="http://schemas.openxmlformats.org/drawingml/2006/main" noGrp="1"/>
          </p:cNvSpPr>
          <p:nvPr/>
        </p:nvSpPr>
        <p:spPr>
          <a:xfrm xmlns:a="http://schemas.openxmlformats.org/drawingml/2006/main">
            <a:off x="14859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1" name="grade-8-1">
            <a:extLst xmlns:a="http://schemas.openxmlformats.org/drawingml/2006/main">
              <a:ext uri="{FF2B5EF4-FFF2-40B4-BE49-F238E27FC236}">
                <a16:creationId xmlns:a16="http://schemas.microsoft.com/office/drawing/2014/main" id="{682A9644-3A08-4753-9326-9EC1747DC9FB}"/>
              </a:ext>
            </a:extLst>
          </p:cNvPr>
          <p:cNvSpPr>
            <a:spLocks xmlns:a="http://schemas.openxmlformats.org/drawingml/2006/main" noGrp="1"/>
          </p:cNvSpPr>
          <p:nvPr/>
        </p:nvSpPr>
        <p:spPr>
          <a:xfrm xmlns:a="http://schemas.openxmlformats.org/drawingml/2006/main">
            <a:off x="14859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L1</a:t>
            </a:r>
          </a:p>
        </p:txBody>
      </p:sp>
      <p:sp>
        <p:nvSpPr>
          <p:cNvPr id="12" name="bin-8-2">
            <a:extLst xmlns:a="http://schemas.openxmlformats.org/drawingml/2006/main">
              <a:ext uri="{FF2B5EF4-FFF2-40B4-BE49-F238E27FC236}">
                <a16:creationId xmlns:a16="http://schemas.microsoft.com/office/drawing/2014/main" id="{466D597C-79DB-46C9-97FE-D14335F21182}"/>
              </a:ext>
            </a:extLst>
          </p:cNvPr>
          <p:cNvSpPr>
            <a:spLocks xmlns:a="http://schemas.openxmlformats.org/drawingml/2006/main" noGrp="1"/>
          </p:cNvSpPr>
          <p:nvPr/>
        </p:nvSpPr>
        <p:spPr>
          <a:xfrm xmlns:a="http://schemas.openxmlformats.org/drawingml/2006/main">
            <a:off x="20574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grade-8-2">
            <a:extLst xmlns:a="http://schemas.openxmlformats.org/drawingml/2006/main">
              <a:ext uri="{FF2B5EF4-FFF2-40B4-BE49-F238E27FC236}">
                <a16:creationId xmlns:a16="http://schemas.microsoft.com/office/drawing/2014/main" id="{8EE221AC-C734-47B9-B8FF-3F7C9830CCAC}"/>
              </a:ext>
            </a:extLst>
          </p:cNvPr>
          <p:cNvSpPr>
            <a:spLocks xmlns:a="http://schemas.openxmlformats.org/drawingml/2006/main" noGrp="1"/>
          </p:cNvSpPr>
          <p:nvPr/>
        </p:nvSpPr>
        <p:spPr>
          <a:xfrm xmlns:a="http://schemas.openxmlformats.org/drawingml/2006/main">
            <a:off x="20574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L2</a:t>
            </a:r>
          </a:p>
        </p:txBody>
      </p:sp>
      <p:sp>
        <p:nvSpPr>
          <p:cNvPr id="14" name="bin-8-3">
            <a:extLst xmlns:a="http://schemas.openxmlformats.org/drawingml/2006/main">
              <a:ext uri="{FF2B5EF4-FFF2-40B4-BE49-F238E27FC236}">
                <a16:creationId xmlns:a16="http://schemas.microsoft.com/office/drawing/2014/main" id="{B160B480-C46D-41FA-BAFF-8151AA8D2530}"/>
              </a:ext>
            </a:extLst>
          </p:cNvPr>
          <p:cNvSpPr>
            <a:spLocks xmlns:a="http://schemas.openxmlformats.org/drawingml/2006/main" noGrp="1"/>
          </p:cNvSpPr>
          <p:nvPr/>
        </p:nvSpPr>
        <p:spPr>
          <a:xfrm xmlns:a="http://schemas.openxmlformats.org/drawingml/2006/main">
            <a:off x="26289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5" name="grade-8-3">
            <a:extLst xmlns:a="http://schemas.openxmlformats.org/drawingml/2006/main">
              <a:ext uri="{FF2B5EF4-FFF2-40B4-BE49-F238E27FC236}">
                <a16:creationId xmlns:a16="http://schemas.microsoft.com/office/drawing/2014/main" id="{35F50560-96BB-44D8-862C-D6E8C00954D5}"/>
              </a:ext>
            </a:extLst>
          </p:cNvPr>
          <p:cNvSpPr>
            <a:spLocks xmlns:a="http://schemas.openxmlformats.org/drawingml/2006/main" noGrp="1"/>
          </p:cNvSpPr>
          <p:nvPr/>
        </p:nvSpPr>
        <p:spPr>
          <a:xfrm xmlns:a="http://schemas.openxmlformats.org/drawingml/2006/main">
            <a:off x="26289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L3</a:t>
            </a:r>
          </a:p>
        </p:txBody>
      </p:sp>
      <p:sp>
        <p:nvSpPr>
          <p:cNvPr id="16" name="bin-8-4">
            <a:extLst xmlns:a="http://schemas.openxmlformats.org/drawingml/2006/main">
              <a:ext uri="{FF2B5EF4-FFF2-40B4-BE49-F238E27FC236}">
                <a16:creationId xmlns:a16="http://schemas.microsoft.com/office/drawing/2014/main" id="{985EB109-F9A2-4F60-846F-02D4D59735A4}"/>
              </a:ext>
            </a:extLst>
          </p:cNvPr>
          <p:cNvSpPr>
            <a:spLocks xmlns:a="http://schemas.openxmlformats.org/drawingml/2006/main" noGrp="1"/>
          </p:cNvSpPr>
          <p:nvPr/>
        </p:nvSpPr>
        <p:spPr>
          <a:xfrm xmlns:a="http://schemas.openxmlformats.org/drawingml/2006/main">
            <a:off x="32004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grade-8-4">
            <a:extLst xmlns:a="http://schemas.openxmlformats.org/drawingml/2006/main">
              <a:ext uri="{FF2B5EF4-FFF2-40B4-BE49-F238E27FC236}">
                <a16:creationId xmlns:a16="http://schemas.microsoft.com/office/drawing/2014/main" id="{86F64786-FA65-4F04-AE14-7D39328D81A4}"/>
              </a:ext>
            </a:extLst>
          </p:cNvPr>
          <p:cNvSpPr>
            <a:spLocks xmlns:a="http://schemas.openxmlformats.org/drawingml/2006/main" noGrp="1"/>
          </p:cNvSpPr>
          <p:nvPr/>
        </p:nvSpPr>
        <p:spPr>
          <a:xfrm xmlns:a="http://schemas.openxmlformats.org/drawingml/2006/main">
            <a:off x="32004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L4</a:t>
            </a:r>
          </a:p>
        </p:txBody>
      </p:sp>
      <p:sp>
        <p:nvSpPr>
          <p:cNvPr id="18" name="bin-8-5">
            <a:extLst xmlns:a="http://schemas.openxmlformats.org/drawingml/2006/main">
              <a:ext uri="{FF2B5EF4-FFF2-40B4-BE49-F238E27FC236}">
                <a16:creationId xmlns:a16="http://schemas.microsoft.com/office/drawing/2014/main" id="{56F3095C-E845-4907-A2BB-1C866567FD74}"/>
              </a:ext>
            </a:extLst>
          </p:cNvPr>
          <p:cNvSpPr>
            <a:spLocks xmlns:a="http://schemas.openxmlformats.org/drawingml/2006/main" noGrp="1"/>
          </p:cNvSpPr>
          <p:nvPr/>
        </p:nvSpPr>
        <p:spPr>
          <a:xfrm xmlns:a="http://schemas.openxmlformats.org/drawingml/2006/main">
            <a:off x="37719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9" name="grade-8-5">
            <a:extLst xmlns:a="http://schemas.openxmlformats.org/drawingml/2006/main">
              <a:ext uri="{FF2B5EF4-FFF2-40B4-BE49-F238E27FC236}">
                <a16:creationId xmlns:a16="http://schemas.microsoft.com/office/drawing/2014/main" id="{7BCDFCF0-9828-4E61-A577-90CA038E4AF3}"/>
              </a:ext>
            </a:extLst>
          </p:cNvPr>
          <p:cNvSpPr>
            <a:spLocks xmlns:a="http://schemas.openxmlformats.org/drawingml/2006/main" noGrp="1"/>
          </p:cNvSpPr>
          <p:nvPr/>
        </p:nvSpPr>
        <p:spPr>
          <a:xfrm xmlns:a="http://schemas.openxmlformats.org/drawingml/2006/main">
            <a:off x="37719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L5</a:t>
            </a:r>
          </a:p>
        </p:txBody>
      </p:sp>
      <p:sp>
        <p:nvSpPr>
          <p:cNvPr id="20" name="bin-8-6">
            <a:extLst xmlns:a="http://schemas.openxmlformats.org/drawingml/2006/main">
              <a:ext uri="{FF2B5EF4-FFF2-40B4-BE49-F238E27FC236}">
                <a16:creationId xmlns:a16="http://schemas.microsoft.com/office/drawing/2014/main" id="{B78C45BC-51E4-4A08-8A94-016359B9EAD0}"/>
              </a:ext>
            </a:extLst>
          </p:cNvPr>
          <p:cNvSpPr>
            <a:spLocks xmlns:a="http://schemas.openxmlformats.org/drawingml/2006/main" noGrp="1"/>
          </p:cNvSpPr>
          <p:nvPr/>
        </p:nvSpPr>
        <p:spPr>
          <a:xfrm xmlns:a="http://schemas.openxmlformats.org/drawingml/2006/main">
            <a:off x="43434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1" name="grade-8-6">
            <a:extLst xmlns:a="http://schemas.openxmlformats.org/drawingml/2006/main">
              <a:ext uri="{FF2B5EF4-FFF2-40B4-BE49-F238E27FC236}">
                <a16:creationId xmlns:a16="http://schemas.microsoft.com/office/drawing/2014/main" id="{71CDC4D8-4FA3-45C9-86A2-FCA974B3F349}"/>
              </a:ext>
            </a:extLst>
          </p:cNvPr>
          <p:cNvSpPr>
            <a:spLocks xmlns:a="http://schemas.openxmlformats.org/drawingml/2006/main" noGrp="1"/>
          </p:cNvSpPr>
          <p:nvPr/>
        </p:nvSpPr>
        <p:spPr>
          <a:xfrm xmlns:a="http://schemas.openxmlformats.org/drawingml/2006/main">
            <a:off x="43434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L6</a:t>
            </a:r>
          </a:p>
        </p:txBody>
      </p:sp>
      <p:sp>
        <p:nvSpPr>
          <p:cNvPr id="22" name="bin-8-7">
            <a:extLst xmlns:a="http://schemas.openxmlformats.org/drawingml/2006/main">
              <a:ext uri="{FF2B5EF4-FFF2-40B4-BE49-F238E27FC236}">
                <a16:creationId xmlns:a16="http://schemas.microsoft.com/office/drawing/2014/main" id="{445E3568-7B03-4079-B855-F924A06E25F8}"/>
              </a:ext>
            </a:extLst>
          </p:cNvPr>
          <p:cNvSpPr>
            <a:spLocks xmlns:a="http://schemas.openxmlformats.org/drawingml/2006/main" noGrp="1"/>
          </p:cNvSpPr>
          <p:nvPr/>
        </p:nvSpPr>
        <p:spPr>
          <a:xfrm xmlns:a="http://schemas.openxmlformats.org/drawingml/2006/main">
            <a:off x="49149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3" name="grade-8-7">
            <a:extLst xmlns:a="http://schemas.openxmlformats.org/drawingml/2006/main">
              <a:ext uri="{FF2B5EF4-FFF2-40B4-BE49-F238E27FC236}">
                <a16:creationId xmlns:a16="http://schemas.microsoft.com/office/drawing/2014/main" id="{AE5E680B-8321-4115-9801-AB7C93A03E7C}"/>
              </a:ext>
            </a:extLst>
          </p:cNvPr>
          <p:cNvSpPr>
            <a:spLocks xmlns:a="http://schemas.openxmlformats.org/drawingml/2006/main" noGrp="1"/>
          </p:cNvSpPr>
          <p:nvPr/>
        </p:nvSpPr>
        <p:spPr>
          <a:xfrm xmlns:a="http://schemas.openxmlformats.org/drawingml/2006/main">
            <a:off x="49149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L7</a:t>
            </a:r>
          </a:p>
        </p:txBody>
      </p:sp>
      <p:sp>
        <p:nvSpPr>
          <p:cNvPr id="24" name="bound-8-0">
            <a:extLst xmlns:a="http://schemas.openxmlformats.org/drawingml/2006/main">
              <a:ext uri="{FF2B5EF4-FFF2-40B4-BE49-F238E27FC236}">
                <a16:creationId xmlns:a16="http://schemas.microsoft.com/office/drawing/2014/main" id="{522EA6DE-0EDC-49B3-B198-8237FEC04F10}"/>
              </a:ext>
            </a:extLst>
          </p:cNvPr>
          <p:cNvSpPr>
            <a:spLocks xmlns:a="http://schemas.openxmlformats.org/drawingml/2006/main" noGrp="1"/>
          </p:cNvSpPr>
          <p:nvPr/>
        </p:nvSpPr>
        <p:spPr>
          <a:xfrm xmlns:a="http://schemas.openxmlformats.org/drawingml/2006/main">
            <a:off x="7048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25" name="bound-8-1">
            <a:extLst xmlns:a="http://schemas.openxmlformats.org/drawingml/2006/main">
              <a:ext uri="{FF2B5EF4-FFF2-40B4-BE49-F238E27FC236}">
                <a16:creationId xmlns:a16="http://schemas.microsoft.com/office/drawing/2014/main" id="{E64AFD6B-EB49-4FCE-B339-59777E051D96}"/>
              </a:ext>
            </a:extLst>
          </p:cNvPr>
          <p:cNvSpPr>
            <a:spLocks xmlns:a="http://schemas.openxmlformats.org/drawingml/2006/main" noGrp="1"/>
          </p:cNvSpPr>
          <p:nvPr/>
        </p:nvSpPr>
        <p:spPr>
          <a:xfrm xmlns:a="http://schemas.openxmlformats.org/drawingml/2006/main">
            <a:off x="12763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6" name="bound-8-2">
            <a:extLst xmlns:a="http://schemas.openxmlformats.org/drawingml/2006/main">
              <a:ext uri="{FF2B5EF4-FFF2-40B4-BE49-F238E27FC236}">
                <a16:creationId xmlns:a16="http://schemas.microsoft.com/office/drawing/2014/main" id="{3489D01A-1830-446D-B8E3-3623BB4F4D68}"/>
              </a:ext>
            </a:extLst>
          </p:cNvPr>
          <p:cNvSpPr>
            <a:spLocks xmlns:a="http://schemas.openxmlformats.org/drawingml/2006/main" noGrp="1"/>
          </p:cNvSpPr>
          <p:nvPr/>
        </p:nvSpPr>
        <p:spPr>
          <a:xfrm xmlns:a="http://schemas.openxmlformats.org/drawingml/2006/main">
            <a:off x="18478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2</a:t>
            </a:r>
          </a:p>
        </p:txBody>
      </p:sp>
      <p:sp>
        <p:nvSpPr>
          <p:cNvPr id="27" name="bound-8-3">
            <a:extLst xmlns:a="http://schemas.openxmlformats.org/drawingml/2006/main">
              <a:ext uri="{FF2B5EF4-FFF2-40B4-BE49-F238E27FC236}">
                <a16:creationId xmlns:a16="http://schemas.microsoft.com/office/drawing/2014/main" id="{097BCFD9-EB4F-492F-A06B-80A4782882AF}"/>
              </a:ext>
            </a:extLst>
          </p:cNvPr>
          <p:cNvSpPr>
            <a:spLocks xmlns:a="http://schemas.openxmlformats.org/drawingml/2006/main" noGrp="1"/>
          </p:cNvSpPr>
          <p:nvPr/>
        </p:nvSpPr>
        <p:spPr>
          <a:xfrm xmlns:a="http://schemas.openxmlformats.org/drawingml/2006/main">
            <a:off x="24193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3</a:t>
            </a:r>
          </a:p>
        </p:txBody>
      </p:sp>
      <p:sp>
        <p:nvSpPr>
          <p:cNvPr id="28" name="bound-8-4">
            <a:extLst xmlns:a="http://schemas.openxmlformats.org/drawingml/2006/main">
              <a:ext uri="{FF2B5EF4-FFF2-40B4-BE49-F238E27FC236}">
                <a16:creationId xmlns:a16="http://schemas.microsoft.com/office/drawing/2014/main" id="{E64BC99F-B578-45F6-91DF-CD0778E7E1C4}"/>
              </a:ext>
            </a:extLst>
          </p:cNvPr>
          <p:cNvSpPr>
            <a:spLocks xmlns:a="http://schemas.openxmlformats.org/drawingml/2006/main" noGrp="1"/>
          </p:cNvSpPr>
          <p:nvPr/>
        </p:nvSpPr>
        <p:spPr>
          <a:xfrm xmlns:a="http://schemas.openxmlformats.org/drawingml/2006/main">
            <a:off x="29908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4</a:t>
            </a:r>
          </a:p>
        </p:txBody>
      </p:sp>
      <p:sp>
        <p:nvSpPr>
          <p:cNvPr id="29" name="bound-8-5">
            <a:extLst xmlns:a="http://schemas.openxmlformats.org/drawingml/2006/main">
              <a:ext uri="{FF2B5EF4-FFF2-40B4-BE49-F238E27FC236}">
                <a16:creationId xmlns:a16="http://schemas.microsoft.com/office/drawing/2014/main" id="{EF085328-0884-47B4-837C-65BFDDC2CF08}"/>
              </a:ext>
            </a:extLst>
          </p:cNvPr>
          <p:cNvSpPr>
            <a:spLocks xmlns:a="http://schemas.openxmlformats.org/drawingml/2006/main" noGrp="1"/>
          </p:cNvSpPr>
          <p:nvPr/>
        </p:nvSpPr>
        <p:spPr>
          <a:xfrm xmlns:a="http://schemas.openxmlformats.org/drawingml/2006/main">
            <a:off x="35623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5</a:t>
            </a:r>
          </a:p>
        </p:txBody>
      </p:sp>
      <p:sp>
        <p:nvSpPr>
          <p:cNvPr id="30" name="bound-8-6">
            <a:extLst xmlns:a="http://schemas.openxmlformats.org/drawingml/2006/main">
              <a:ext uri="{FF2B5EF4-FFF2-40B4-BE49-F238E27FC236}">
                <a16:creationId xmlns:a16="http://schemas.microsoft.com/office/drawing/2014/main" id="{87FB782E-B091-4CEA-9FDE-4B62F3ED5D21}"/>
              </a:ext>
            </a:extLst>
          </p:cNvPr>
          <p:cNvSpPr>
            <a:spLocks xmlns:a="http://schemas.openxmlformats.org/drawingml/2006/main" noGrp="1"/>
          </p:cNvSpPr>
          <p:nvPr/>
        </p:nvSpPr>
        <p:spPr>
          <a:xfrm xmlns:a="http://schemas.openxmlformats.org/drawingml/2006/main">
            <a:off x="41338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6</a:t>
            </a:r>
          </a:p>
        </p:txBody>
      </p:sp>
      <p:sp>
        <p:nvSpPr>
          <p:cNvPr id="31" name="bound-8-7">
            <a:extLst xmlns:a="http://schemas.openxmlformats.org/drawingml/2006/main">
              <a:ext uri="{FF2B5EF4-FFF2-40B4-BE49-F238E27FC236}">
                <a16:creationId xmlns:a16="http://schemas.microsoft.com/office/drawing/2014/main" id="{9B484393-D80B-4744-A1CD-EFE54A056B49}"/>
              </a:ext>
            </a:extLst>
          </p:cNvPr>
          <p:cNvSpPr>
            <a:spLocks xmlns:a="http://schemas.openxmlformats.org/drawingml/2006/main" noGrp="1"/>
          </p:cNvSpPr>
          <p:nvPr/>
        </p:nvSpPr>
        <p:spPr>
          <a:xfrm xmlns:a="http://schemas.openxmlformats.org/drawingml/2006/main">
            <a:off x="47053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7</a:t>
            </a:r>
          </a:p>
        </p:txBody>
      </p:sp>
      <p:sp>
        <p:nvSpPr>
          <p:cNvPr id="32" name="bound-8-8">
            <a:extLst xmlns:a="http://schemas.openxmlformats.org/drawingml/2006/main">
              <a:ext uri="{FF2B5EF4-FFF2-40B4-BE49-F238E27FC236}">
                <a16:creationId xmlns:a16="http://schemas.microsoft.com/office/drawing/2014/main" id="{D25D82C1-699B-474B-9834-EF90368E0437}"/>
              </a:ext>
            </a:extLst>
          </p:cNvPr>
          <p:cNvSpPr>
            <a:spLocks xmlns:a="http://schemas.openxmlformats.org/drawingml/2006/main" noGrp="1"/>
          </p:cNvSpPr>
          <p:nvPr/>
        </p:nvSpPr>
        <p:spPr>
          <a:xfrm xmlns:a="http://schemas.openxmlformats.org/drawingml/2006/main">
            <a:off x="52768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33" name="bin-16-0">
            <a:extLst xmlns:a="http://schemas.openxmlformats.org/drawingml/2006/main">
              <a:ext uri="{FF2B5EF4-FFF2-40B4-BE49-F238E27FC236}">
                <a16:creationId xmlns:a16="http://schemas.microsoft.com/office/drawing/2014/main" id="{F2FBC633-12C1-48F8-9FB2-7B5DF5908726}"/>
              </a:ext>
            </a:extLst>
          </p:cNvPr>
          <p:cNvSpPr>
            <a:spLocks xmlns:a="http://schemas.openxmlformats.org/drawingml/2006/main" noGrp="1"/>
          </p:cNvSpPr>
          <p:nvPr/>
        </p:nvSpPr>
        <p:spPr>
          <a:xfrm xmlns:a="http://schemas.openxmlformats.org/drawingml/2006/main">
            <a:off x="67056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34" name="bin-16-1">
            <a:extLst xmlns:a="http://schemas.openxmlformats.org/drawingml/2006/main">
              <a:ext uri="{FF2B5EF4-FFF2-40B4-BE49-F238E27FC236}">
                <a16:creationId xmlns:a16="http://schemas.microsoft.com/office/drawing/2014/main" id="{885AC2AA-7002-40CB-BEA1-25A5B16981BC}"/>
              </a:ext>
            </a:extLst>
          </p:cNvPr>
          <p:cNvSpPr>
            <a:spLocks xmlns:a="http://schemas.openxmlformats.org/drawingml/2006/main" noGrp="1"/>
          </p:cNvSpPr>
          <p:nvPr/>
        </p:nvSpPr>
        <p:spPr>
          <a:xfrm xmlns:a="http://schemas.openxmlformats.org/drawingml/2006/main">
            <a:off x="69913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35" name="bin-16-2">
            <a:extLst xmlns:a="http://schemas.openxmlformats.org/drawingml/2006/main">
              <a:ext uri="{FF2B5EF4-FFF2-40B4-BE49-F238E27FC236}">
                <a16:creationId xmlns:a16="http://schemas.microsoft.com/office/drawing/2014/main" id="{A192A382-9127-4D12-B5C8-FFE0FC883CB2}"/>
              </a:ext>
            </a:extLst>
          </p:cNvPr>
          <p:cNvSpPr>
            <a:spLocks xmlns:a="http://schemas.openxmlformats.org/drawingml/2006/main" noGrp="1"/>
          </p:cNvSpPr>
          <p:nvPr/>
        </p:nvSpPr>
        <p:spPr>
          <a:xfrm xmlns:a="http://schemas.openxmlformats.org/drawingml/2006/main">
            <a:off x="72771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36" name="bin-16-3">
            <a:extLst xmlns:a="http://schemas.openxmlformats.org/drawingml/2006/main">
              <a:ext uri="{FF2B5EF4-FFF2-40B4-BE49-F238E27FC236}">
                <a16:creationId xmlns:a16="http://schemas.microsoft.com/office/drawing/2014/main" id="{3F6A56D8-B572-4358-9643-A4EE915E9FB5}"/>
              </a:ext>
            </a:extLst>
          </p:cNvPr>
          <p:cNvSpPr>
            <a:spLocks xmlns:a="http://schemas.openxmlformats.org/drawingml/2006/main" noGrp="1"/>
          </p:cNvSpPr>
          <p:nvPr/>
        </p:nvSpPr>
        <p:spPr>
          <a:xfrm xmlns:a="http://schemas.openxmlformats.org/drawingml/2006/main">
            <a:off x="75628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37" name="bin-16-4">
            <a:extLst xmlns:a="http://schemas.openxmlformats.org/drawingml/2006/main">
              <a:ext uri="{FF2B5EF4-FFF2-40B4-BE49-F238E27FC236}">
                <a16:creationId xmlns:a16="http://schemas.microsoft.com/office/drawing/2014/main" id="{42584635-5597-46F4-A01A-93318CBF9B5C}"/>
              </a:ext>
            </a:extLst>
          </p:cNvPr>
          <p:cNvSpPr>
            <a:spLocks xmlns:a="http://schemas.openxmlformats.org/drawingml/2006/main" noGrp="1"/>
          </p:cNvSpPr>
          <p:nvPr/>
        </p:nvSpPr>
        <p:spPr>
          <a:xfrm xmlns:a="http://schemas.openxmlformats.org/drawingml/2006/main">
            <a:off x="78486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38" name="bin-16-5">
            <a:extLst xmlns:a="http://schemas.openxmlformats.org/drawingml/2006/main">
              <a:ext uri="{FF2B5EF4-FFF2-40B4-BE49-F238E27FC236}">
                <a16:creationId xmlns:a16="http://schemas.microsoft.com/office/drawing/2014/main" id="{8B746842-D265-4F46-B1AF-E7581D1806A8}"/>
              </a:ext>
            </a:extLst>
          </p:cNvPr>
          <p:cNvSpPr>
            <a:spLocks xmlns:a="http://schemas.openxmlformats.org/drawingml/2006/main" noGrp="1"/>
          </p:cNvSpPr>
          <p:nvPr/>
        </p:nvSpPr>
        <p:spPr>
          <a:xfrm xmlns:a="http://schemas.openxmlformats.org/drawingml/2006/main">
            <a:off x="81343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39" name="bin-16-6">
            <a:extLst xmlns:a="http://schemas.openxmlformats.org/drawingml/2006/main">
              <a:ext uri="{FF2B5EF4-FFF2-40B4-BE49-F238E27FC236}">
                <a16:creationId xmlns:a16="http://schemas.microsoft.com/office/drawing/2014/main" id="{F7B37ACE-655F-40DD-B897-381FCF588CD8}"/>
              </a:ext>
            </a:extLst>
          </p:cNvPr>
          <p:cNvSpPr>
            <a:spLocks xmlns:a="http://schemas.openxmlformats.org/drawingml/2006/main" noGrp="1"/>
          </p:cNvSpPr>
          <p:nvPr/>
        </p:nvSpPr>
        <p:spPr>
          <a:xfrm xmlns:a="http://schemas.openxmlformats.org/drawingml/2006/main">
            <a:off x="84201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0" name="bin-16-7">
            <a:extLst xmlns:a="http://schemas.openxmlformats.org/drawingml/2006/main">
              <a:ext uri="{FF2B5EF4-FFF2-40B4-BE49-F238E27FC236}">
                <a16:creationId xmlns:a16="http://schemas.microsoft.com/office/drawing/2014/main" id="{A5979174-F498-4276-AE7D-A71ABC2D6104}"/>
              </a:ext>
            </a:extLst>
          </p:cNvPr>
          <p:cNvSpPr>
            <a:spLocks xmlns:a="http://schemas.openxmlformats.org/drawingml/2006/main" noGrp="1"/>
          </p:cNvSpPr>
          <p:nvPr/>
        </p:nvSpPr>
        <p:spPr>
          <a:xfrm xmlns:a="http://schemas.openxmlformats.org/drawingml/2006/main">
            <a:off x="87058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1" name="bin-16-8">
            <a:extLst xmlns:a="http://schemas.openxmlformats.org/drawingml/2006/main">
              <a:ext uri="{FF2B5EF4-FFF2-40B4-BE49-F238E27FC236}">
                <a16:creationId xmlns:a16="http://schemas.microsoft.com/office/drawing/2014/main" id="{7207FF1F-CF3C-4B2D-83AF-18C30FFFC3F2}"/>
              </a:ext>
            </a:extLst>
          </p:cNvPr>
          <p:cNvSpPr>
            <a:spLocks xmlns:a="http://schemas.openxmlformats.org/drawingml/2006/main" noGrp="1"/>
          </p:cNvSpPr>
          <p:nvPr/>
        </p:nvSpPr>
        <p:spPr>
          <a:xfrm xmlns:a="http://schemas.openxmlformats.org/drawingml/2006/main">
            <a:off x="89916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2" name="bin-16-9">
            <a:extLst xmlns:a="http://schemas.openxmlformats.org/drawingml/2006/main">
              <a:ext uri="{FF2B5EF4-FFF2-40B4-BE49-F238E27FC236}">
                <a16:creationId xmlns:a16="http://schemas.microsoft.com/office/drawing/2014/main" id="{7D392429-6BB3-40F2-BA8D-9A246F39A486}"/>
              </a:ext>
            </a:extLst>
          </p:cNvPr>
          <p:cNvSpPr>
            <a:spLocks xmlns:a="http://schemas.openxmlformats.org/drawingml/2006/main" noGrp="1"/>
          </p:cNvSpPr>
          <p:nvPr/>
        </p:nvSpPr>
        <p:spPr>
          <a:xfrm xmlns:a="http://schemas.openxmlformats.org/drawingml/2006/main">
            <a:off x="92773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3" name="bin-16-10">
            <a:extLst xmlns:a="http://schemas.openxmlformats.org/drawingml/2006/main">
              <a:ext uri="{FF2B5EF4-FFF2-40B4-BE49-F238E27FC236}">
                <a16:creationId xmlns:a16="http://schemas.microsoft.com/office/drawing/2014/main" id="{905E51DD-52C0-4451-B1EF-27FF9170228B}"/>
              </a:ext>
            </a:extLst>
          </p:cNvPr>
          <p:cNvSpPr>
            <a:spLocks xmlns:a="http://schemas.openxmlformats.org/drawingml/2006/main" noGrp="1"/>
          </p:cNvSpPr>
          <p:nvPr/>
        </p:nvSpPr>
        <p:spPr>
          <a:xfrm xmlns:a="http://schemas.openxmlformats.org/drawingml/2006/main">
            <a:off x="95631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4" name="bin-16-11">
            <a:extLst xmlns:a="http://schemas.openxmlformats.org/drawingml/2006/main">
              <a:ext uri="{FF2B5EF4-FFF2-40B4-BE49-F238E27FC236}">
                <a16:creationId xmlns:a16="http://schemas.microsoft.com/office/drawing/2014/main" id="{8F94524C-7502-4071-96B1-887A0270A2B6}"/>
              </a:ext>
            </a:extLst>
          </p:cNvPr>
          <p:cNvSpPr>
            <a:spLocks xmlns:a="http://schemas.openxmlformats.org/drawingml/2006/main" noGrp="1"/>
          </p:cNvSpPr>
          <p:nvPr/>
        </p:nvSpPr>
        <p:spPr>
          <a:xfrm xmlns:a="http://schemas.openxmlformats.org/drawingml/2006/main">
            <a:off x="98488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5" name="bin-16-12">
            <a:extLst xmlns:a="http://schemas.openxmlformats.org/drawingml/2006/main">
              <a:ext uri="{FF2B5EF4-FFF2-40B4-BE49-F238E27FC236}">
                <a16:creationId xmlns:a16="http://schemas.microsoft.com/office/drawing/2014/main" id="{16461074-3DDC-4163-AEA4-508B055FDB43}"/>
              </a:ext>
            </a:extLst>
          </p:cNvPr>
          <p:cNvSpPr>
            <a:spLocks xmlns:a="http://schemas.openxmlformats.org/drawingml/2006/main" noGrp="1"/>
          </p:cNvSpPr>
          <p:nvPr/>
        </p:nvSpPr>
        <p:spPr>
          <a:xfrm xmlns:a="http://schemas.openxmlformats.org/drawingml/2006/main">
            <a:off x="101346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6" name="bin-16-13">
            <a:extLst xmlns:a="http://schemas.openxmlformats.org/drawingml/2006/main">
              <a:ext uri="{FF2B5EF4-FFF2-40B4-BE49-F238E27FC236}">
                <a16:creationId xmlns:a16="http://schemas.microsoft.com/office/drawing/2014/main" id="{4E0D92FD-DAD3-4469-A75C-FCF678EF41E2}"/>
              </a:ext>
            </a:extLst>
          </p:cNvPr>
          <p:cNvSpPr>
            <a:spLocks xmlns:a="http://schemas.openxmlformats.org/drawingml/2006/main" noGrp="1"/>
          </p:cNvSpPr>
          <p:nvPr/>
        </p:nvSpPr>
        <p:spPr>
          <a:xfrm xmlns:a="http://schemas.openxmlformats.org/drawingml/2006/main">
            <a:off x="104203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7" name="bin-16-14">
            <a:extLst xmlns:a="http://schemas.openxmlformats.org/drawingml/2006/main">
              <a:ext uri="{FF2B5EF4-FFF2-40B4-BE49-F238E27FC236}">
                <a16:creationId xmlns:a16="http://schemas.microsoft.com/office/drawing/2014/main" id="{5BEC0196-DA64-46A8-A116-5C442615CB2C}"/>
              </a:ext>
            </a:extLst>
          </p:cNvPr>
          <p:cNvSpPr>
            <a:spLocks xmlns:a="http://schemas.openxmlformats.org/drawingml/2006/main" noGrp="1"/>
          </p:cNvSpPr>
          <p:nvPr/>
        </p:nvSpPr>
        <p:spPr>
          <a:xfrm xmlns:a="http://schemas.openxmlformats.org/drawingml/2006/main">
            <a:off x="107061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8" name="bin-16-15">
            <a:extLst xmlns:a="http://schemas.openxmlformats.org/drawingml/2006/main">
              <a:ext uri="{FF2B5EF4-FFF2-40B4-BE49-F238E27FC236}">
                <a16:creationId xmlns:a16="http://schemas.microsoft.com/office/drawing/2014/main" id="{2D929A57-94F3-4C58-AF84-7BEBFFE15D57}"/>
              </a:ext>
            </a:extLst>
          </p:cNvPr>
          <p:cNvSpPr>
            <a:spLocks xmlns:a="http://schemas.openxmlformats.org/drawingml/2006/main" noGrp="1"/>
          </p:cNvSpPr>
          <p:nvPr/>
        </p:nvSpPr>
        <p:spPr>
          <a:xfrm xmlns:a="http://schemas.openxmlformats.org/drawingml/2006/main">
            <a:off x="109918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9" name="bound-16-0">
            <a:extLst xmlns:a="http://schemas.openxmlformats.org/drawingml/2006/main">
              <a:ext uri="{FF2B5EF4-FFF2-40B4-BE49-F238E27FC236}">
                <a16:creationId xmlns:a16="http://schemas.microsoft.com/office/drawing/2014/main" id="{5751C032-B612-49E5-8DDE-58DF5591C6CB}"/>
              </a:ext>
            </a:extLst>
          </p:cNvPr>
          <p:cNvSpPr>
            <a:spLocks xmlns:a="http://schemas.openxmlformats.org/drawingml/2006/main" noGrp="1"/>
          </p:cNvSpPr>
          <p:nvPr/>
        </p:nvSpPr>
        <p:spPr>
          <a:xfrm xmlns:a="http://schemas.openxmlformats.org/drawingml/2006/main">
            <a:off x="64960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50" name="bound-16-2">
            <a:extLst xmlns:a="http://schemas.openxmlformats.org/drawingml/2006/main">
              <a:ext uri="{FF2B5EF4-FFF2-40B4-BE49-F238E27FC236}">
                <a16:creationId xmlns:a16="http://schemas.microsoft.com/office/drawing/2014/main" id="{9A773742-EE2D-4AE7-B2F2-C58447E96B6B}"/>
              </a:ext>
            </a:extLst>
          </p:cNvPr>
          <p:cNvSpPr>
            <a:spLocks xmlns:a="http://schemas.openxmlformats.org/drawingml/2006/main" noGrp="1"/>
          </p:cNvSpPr>
          <p:nvPr/>
        </p:nvSpPr>
        <p:spPr>
          <a:xfrm xmlns:a="http://schemas.openxmlformats.org/drawingml/2006/main">
            <a:off x="70675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51" name="bound-16-4">
            <a:extLst xmlns:a="http://schemas.openxmlformats.org/drawingml/2006/main">
              <a:ext uri="{FF2B5EF4-FFF2-40B4-BE49-F238E27FC236}">
                <a16:creationId xmlns:a16="http://schemas.microsoft.com/office/drawing/2014/main" id="{1CDB975C-F9D5-47CC-957C-1C95DFFC5012}"/>
              </a:ext>
            </a:extLst>
          </p:cNvPr>
          <p:cNvSpPr>
            <a:spLocks xmlns:a="http://schemas.openxmlformats.org/drawingml/2006/main" noGrp="1"/>
          </p:cNvSpPr>
          <p:nvPr/>
        </p:nvSpPr>
        <p:spPr>
          <a:xfrm xmlns:a="http://schemas.openxmlformats.org/drawingml/2006/main">
            <a:off x="76390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2</a:t>
            </a:r>
          </a:p>
        </p:txBody>
      </p:sp>
      <p:sp>
        <p:nvSpPr>
          <p:cNvPr id="52" name="bound-16-6">
            <a:extLst xmlns:a="http://schemas.openxmlformats.org/drawingml/2006/main">
              <a:ext uri="{FF2B5EF4-FFF2-40B4-BE49-F238E27FC236}">
                <a16:creationId xmlns:a16="http://schemas.microsoft.com/office/drawing/2014/main" id="{7F320E69-3823-4F2A-B94E-5DA861990D1C}"/>
              </a:ext>
            </a:extLst>
          </p:cNvPr>
          <p:cNvSpPr>
            <a:spLocks xmlns:a="http://schemas.openxmlformats.org/drawingml/2006/main" noGrp="1"/>
          </p:cNvSpPr>
          <p:nvPr/>
        </p:nvSpPr>
        <p:spPr>
          <a:xfrm xmlns:a="http://schemas.openxmlformats.org/drawingml/2006/main">
            <a:off x="82105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3</a:t>
            </a:r>
          </a:p>
        </p:txBody>
      </p:sp>
      <p:sp>
        <p:nvSpPr>
          <p:cNvPr id="53" name="bound-16-8">
            <a:extLst xmlns:a="http://schemas.openxmlformats.org/drawingml/2006/main">
              <a:ext uri="{FF2B5EF4-FFF2-40B4-BE49-F238E27FC236}">
                <a16:creationId xmlns:a16="http://schemas.microsoft.com/office/drawing/2014/main" id="{13AD8099-FCCE-46A8-82ED-CFBAB69BF710}"/>
              </a:ext>
            </a:extLst>
          </p:cNvPr>
          <p:cNvSpPr>
            <a:spLocks xmlns:a="http://schemas.openxmlformats.org/drawingml/2006/main" noGrp="1"/>
          </p:cNvSpPr>
          <p:nvPr/>
        </p:nvSpPr>
        <p:spPr>
          <a:xfrm xmlns:a="http://schemas.openxmlformats.org/drawingml/2006/main">
            <a:off x="87820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4</a:t>
            </a:r>
          </a:p>
        </p:txBody>
      </p:sp>
      <p:sp>
        <p:nvSpPr>
          <p:cNvPr id="54" name="bound-16-10">
            <a:extLst xmlns:a="http://schemas.openxmlformats.org/drawingml/2006/main">
              <a:ext uri="{FF2B5EF4-FFF2-40B4-BE49-F238E27FC236}">
                <a16:creationId xmlns:a16="http://schemas.microsoft.com/office/drawing/2014/main" id="{2D0042EF-ACA4-4502-8F48-BD946DC996EF}"/>
              </a:ext>
            </a:extLst>
          </p:cNvPr>
          <p:cNvSpPr>
            <a:spLocks xmlns:a="http://schemas.openxmlformats.org/drawingml/2006/main" noGrp="1"/>
          </p:cNvSpPr>
          <p:nvPr/>
        </p:nvSpPr>
        <p:spPr>
          <a:xfrm xmlns:a="http://schemas.openxmlformats.org/drawingml/2006/main">
            <a:off x="93535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5</a:t>
            </a:r>
          </a:p>
        </p:txBody>
      </p:sp>
      <p:sp>
        <p:nvSpPr>
          <p:cNvPr id="55" name="bound-16-12">
            <a:extLst xmlns:a="http://schemas.openxmlformats.org/drawingml/2006/main">
              <a:ext uri="{FF2B5EF4-FFF2-40B4-BE49-F238E27FC236}">
                <a16:creationId xmlns:a16="http://schemas.microsoft.com/office/drawing/2014/main" id="{3E5B4FF3-F7F9-4384-888A-112D4918731E}"/>
              </a:ext>
            </a:extLst>
          </p:cNvPr>
          <p:cNvSpPr>
            <a:spLocks xmlns:a="http://schemas.openxmlformats.org/drawingml/2006/main" noGrp="1"/>
          </p:cNvSpPr>
          <p:nvPr/>
        </p:nvSpPr>
        <p:spPr>
          <a:xfrm xmlns:a="http://schemas.openxmlformats.org/drawingml/2006/main">
            <a:off x="99250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6</a:t>
            </a:r>
          </a:p>
        </p:txBody>
      </p:sp>
      <p:sp>
        <p:nvSpPr>
          <p:cNvPr id="56" name="bound-16-14">
            <a:extLst xmlns:a="http://schemas.openxmlformats.org/drawingml/2006/main">
              <a:ext uri="{FF2B5EF4-FFF2-40B4-BE49-F238E27FC236}">
                <a16:creationId xmlns:a16="http://schemas.microsoft.com/office/drawing/2014/main" id="{F08BA2B6-EA05-40E5-9750-26A8D176DC71}"/>
              </a:ext>
            </a:extLst>
          </p:cNvPr>
          <p:cNvSpPr>
            <a:spLocks xmlns:a="http://schemas.openxmlformats.org/drawingml/2006/main" noGrp="1"/>
          </p:cNvSpPr>
          <p:nvPr/>
        </p:nvSpPr>
        <p:spPr>
          <a:xfrm xmlns:a="http://schemas.openxmlformats.org/drawingml/2006/main">
            <a:off x="104965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7</a:t>
            </a:r>
          </a:p>
        </p:txBody>
      </p:sp>
      <p:sp>
        <p:nvSpPr>
          <p:cNvPr id="57" name="bound-16-16">
            <a:extLst xmlns:a="http://schemas.openxmlformats.org/drawingml/2006/main">
              <a:ext uri="{FF2B5EF4-FFF2-40B4-BE49-F238E27FC236}">
                <a16:creationId xmlns:a16="http://schemas.microsoft.com/office/drawing/2014/main" id="{62636856-DBDB-4ED2-AA45-05DE852D1D96}"/>
              </a:ext>
            </a:extLst>
          </p:cNvPr>
          <p:cNvSpPr>
            <a:spLocks xmlns:a="http://schemas.openxmlformats.org/drawingml/2006/main" noGrp="1"/>
          </p:cNvSpPr>
          <p:nvPr/>
        </p:nvSpPr>
        <p:spPr>
          <a:xfrm xmlns:a="http://schemas.openxmlformats.org/drawingml/2006/main">
            <a:off x="110680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58" name="given-q3">
            <a:extLst xmlns:a="http://schemas.openxmlformats.org/drawingml/2006/main">
              <a:ext uri="{FF2B5EF4-FFF2-40B4-BE49-F238E27FC236}">
                <a16:creationId xmlns:a16="http://schemas.microsoft.com/office/drawing/2014/main" id="{E89F7246-ED20-45F1-9D04-410D8BBF4C2D}"/>
              </a:ext>
            </a:extLst>
          </p:cNvPr>
          <p:cNvSpPr>
            <a:spLocks xmlns:a="http://schemas.openxmlformats.org/drawingml/2006/main" noGrp="1"/>
          </p:cNvSpPr>
          <p:nvPr/>
        </p:nvSpPr>
        <p:spPr>
          <a:xfrm xmlns:a="http://schemas.openxmlformats.org/drawingml/2006/main">
            <a:off x="609600" y="5153025"/>
            <a:ext cx="5181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已知：3bit把3.71近似为3.5。</a:t>
            </a:r>
          </a:p>
        </p:txBody>
      </p:sp>
      <p:sp>
        <p:nvSpPr>
          <p:cNvPr id="59" name="text">
            <a:extLst xmlns:a="http://schemas.openxmlformats.org/drawingml/2006/main">
              <a:ext uri="{FF2B5EF4-FFF2-40B4-BE49-F238E27FC236}">
                <a16:creationId xmlns:a16="http://schemas.microsoft.com/office/drawing/2014/main" id="{D4303052-50DF-43EB-90D4-9083E845041E}"/>
              </a:ext>
            </a:extLst>
          </p:cNvPr>
          <p:cNvSpPr>
            <a:spLocks xmlns:a="http://schemas.openxmlformats.org/drawingml/2006/main" noGrp="1"/>
          </p:cNvSpPr>
          <p:nvPr/>
        </p:nvSpPr>
        <p:spPr>
          <a:xfrm xmlns:a="http://schemas.openxmlformats.org/drawingml/2006/main">
            <a:off x="6400800" y="5153025"/>
            <a:ext cx="5181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4bit对应哪一段？代表值是多少？</a:t>
            </a:r>
          </a:p>
        </p:txBody>
      </p:sp>
    </p:spTree>
    <p:extLst>
      <p:ext uri="{BB962C8B-B14F-4D97-AF65-F5344CB8AC3E}">
        <p14:creationId xmlns:p14="http://schemas.microsoft.com/office/powerpoint/2010/main" val="668672532"/>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FAC4BE1-67B4-4125-ADE7-59E0B50C772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9908546B-2341-46DC-90A3-1B804ACDB43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DAB7765-CDF1-4DA8-9D35-0BDF2CE6FB5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同一个3.71，4bit会怎样近似它？</a:t>
            </a:r>
          </a:p>
        </p:txBody>
      </p:sp>
      <p:sp>
        <p:nvSpPr>
          <p:cNvPr id="5" name="text">
            <a:extLst xmlns:a="http://schemas.openxmlformats.org/drawingml/2006/main">
              <a:ext uri="{FF2B5EF4-FFF2-40B4-BE49-F238E27FC236}">
                <a16:creationId xmlns:a16="http://schemas.microsoft.com/office/drawing/2014/main" id="{22DBAD40-10DF-4CC9-8289-AD5F8FC3208B}"/>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范围仍为 [0,8)；各档中点作代表值。</a:t>
            </a:r>
          </a:p>
        </p:txBody>
      </p:sp>
      <p:sp>
        <p:nvSpPr>
          <p:cNvPr id="6" name="q3-heading">
            <a:extLst xmlns:a="http://schemas.openxmlformats.org/drawingml/2006/main">
              <a:ext uri="{FF2B5EF4-FFF2-40B4-BE49-F238E27FC236}">
                <a16:creationId xmlns:a16="http://schemas.microsoft.com/office/drawing/2014/main" id="{1B1FBB31-5F81-421C-8FFA-2245E88254AD}"/>
              </a:ext>
            </a:extLst>
          </p:cNvPr>
          <p:cNvSpPr>
            <a:spLocks xmlns:a="http://schemas.openxmlformats.org/drawingml/2006/main" noGrp="1"/>
          </p:cNvSpPr>
          <p:nvPr/>
        </p:nvSpPr>
        <p:spPr>
          <a:xfrm xmlns:a="http://schemas.openxmlformats.org/drawingml/2006/main">
            <a:off x="609600" y="2362200"/>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3bit：8档</a:t>
            </a:r>
          </a:p>
        </p:txBody>
      </p:sp>
      <p:sp>
        <p:nvSpPr>
          <p:cNvPr id="7" name="q4-heading">
            <a:extLst xmlns:a="http://schemas.openxmlformats.org/drawingml/2006/main">
              <a:ext uri="{FF2B5EF4-FFF2-40B4-BE49-F238E27FC236}">
                <a16:creationId xmlns:a16="http://schemas.microsoft.com/office/drawing/2014/main" id="{FFCBDD78-1A8C-41AB-86AA-0FE7471BB2A4}"/>
              </a:ext>
            </a:extLst>
          </p:cNvPr>
          <p:cNvSpPr>
            <a:spLocks xmlns:a="http://schemas.openxmlformats.org/drawingml/2006/main" noGrp="1"/>
          </p:cNvSpPr>
          <p:nvPr/>
        </p:nvSpPr>
        <p:spPr>
          <a:xfrm xmlns:a="http://schemas.openxmlformats.org/drawingml/2006/main">
            <a:off x="6400800" y="2362200"/>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4bit：16档</a:t>
            </a:r>
          </a:p>
        </p:txBody>
      </p:sp>
      <p:sp>
        <p:nvSpPr>
          <p:cNvPr id="8" name="bin-8-0">
            <a:extLst xmlns:a="http://schemas.openxmlformats.org/drawingml/2006/main">
              <a:ext uri="{FF2B5EF4-FFF2-40B4-BE49-F238E27FC236}">
                <a16:creationId xmlns:a16="http://schemas.microsoft.com/office/drawing/2014/main" id="{AC111489-3A5B-4BD7-A4B6-5775041CB3CE}"/>
              </a:ext>
            </a:extLst>
          </p:cNvPr>
          <p:cNvSpPr>
            <a:spLocks xmlns:a="http://schemas.openxmlformats.org/drawingml/2006/main" noGrp="1"/>
          </p:cNvSpPr>
          <p:nvPr/>
        </p:nvSpPr>
        <p:spPr>
          <a:xfrm xmlns:a="http://schemas.openxmlformats.org/drawingml/2006/main">
            <a:off x="9144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9" name="grade-8-0">
            <a:extLst xmlns:a="http://schemas.openxmlformats.org/drawingml/2006/main">
              <a:ext uri="{FF2B5EF4-FFF2-40B4-BE49-F238E27FC236}">
                <a16:creationId xmlns:a16="http://schemas.microsoft.com/office/drawing/2014/main" id="{A1401CF1-E322-4B48-91E0-EA0F0034C7B6}"/>
              </a:ext>
            </a:extLst>
          </p:cNvPr>
          <p:cNvSpPr>
            <a:spLocks xmlns:a="http://schemas.openxmlformats.org/drawingml/2006/main" noGrp="1"/>
          </p:cNvSpPr>
          <p:nvPr/>
        </p:nvSpPr>
        <p:spPr>
          <a:xfrm xmlns:a="http://schemas.openxmlformats.org/drawingml/2006/main">
            <a:off x="9144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L0</a:t>
            </a:r>
          </a:p>
        </p:txBody>
      </p:sp>
      <p:sp>
        <p:nvSpPr>
          <p:cNvPr id="10" name="bin-8-1">
            <a:extLst xmlns:a="http://schemas.openxmlformats.org/drawingml/2006/main">
              <a:ext uri="{FF2B5EF4-FFF2-40B4-BE49-F238E27FC236}">
                <a16:creationId xmlns:a16="http://schemas.microsoft.com/office/drawing/2014/main" id="{42A7F2B7-85EA-434A-B65F-B0305E71333B}"/>
              </a:ext>
            </a:extLst>
          </p:cNvPr>
          <p:cNvSpPr>
            <a:spLocks xmlns:a="http://schemas.openxmlformats.org/drawingml/2006/main" noGrp="1"/>
          </p:cNvSpPr>
          <p:nvPr/>
        </p:nvSpPr>
        <p:spPr>
          <a:xfrm xmlns:a="http://schemas.openxmlformats.org/drawingml/2006/main">
            <a:off x="14859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1" name="grade-8-1">
            <a:extLst xmlns:a="http://schemas.openxmlformats.org/drawingml/2006/main">
              <a:ext uri="{FF2B5EF4-FFF2-40B4-BE49-F238E27FC236}">
                <a16:creationId xmlns:a16="http://schemas.microsoft.com/office/drawing/2014/main" id="{682A9644-3A08-4753-9326-9EC1747DC9FB}"/>
              </a:ext>
            </a:extLst>
          </p:cNvPr>
          <p:cNvSpPr>
            <a:spLocks xmlns:a="http://schemas.openxmlformats.org/drawingml/2006/main" noGrp="1"/>
          </p:cNvSpPr>
          <p:nvPr/>
        </p:nvSpPr>
        <p:spPr>
          <a:xfrm xmlns:a="http://schemas.openxmlformats.org/drawingml/2006/main">
            <a:off x="14859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L1</a:t>
            </a:r>
          </a:p>
        </p:txBody>
      </p:sp>
      <p:sp>
        <p:nvSpPr>
          <p:cNvPr id="12" name="bin-8-2">
            <a:extLst xmlns:a="http://schemas.openxmlformats.org/drawingml/2006/main">
              <a:ext uri="{FF2B5EF4-FFF2-40B4-BE49-F238E27FC236}">
                <a16:creationId xmlns:a16="http://schemas.microsoft.com/office/drawing/2014/main" id="{466D597C-79DB-46C9-97FE-D14335F21182}"/>
              </a:ext>
            </a:extLst>
          </p:cNvPr>
          <p:cNvSpPr>
            <a:spLocks xmlns:a="http://schemas.openxmlformats.org/drawingml/2006/main" noGrp="1"/>
          </p:cNvSpPr>
          <p:nvPr/>
        </p:nvSpPr>
        <p:spPr>
          <a:xfrm xmlns:a="http://schemas.openxmlformats.org/drawingml/2006/main">
            <a:off x="20574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grade-8-2">
            <a:extLst xmlns:a="http://schemas.openxmlformats.org/drawingml/2006/main">
              <a:ext uri="{FF2B5EF4-FFF2-40B4-BE49-F238E27FC236}">
                <a16:creationId xmlns:a16="http://schemas.microsoft.com/office/drawing/2014/main" id="{8EE221AC-C734-47B9-B8FF-3F7C9830CCAC}"/>
              </a:ext>
            </a:extLst>
          </p:cNvPr>
          <p:cNvSpPr>
            <a:spLocks xmlns:a="http://schemas.openxmlformats.org/drawingml/2006/main" noGrp="1"/>
          </p:cNvSpPr>
          <p:nvPr/>
        </p:nvSpPr>
        <p:spPr>
          <a:xfrm xmlns:a="http://schemas.openxmlformats.org/drawingml/2006/main">
            <a:off x="20574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L2</a:t>
            </a:r>
          </a:p>
        </p:txBody>
      </p:sp>
      <p:sp>
        <p:nvSpPr>
          <p:cNvPr id="14" name="bin-8-3">
            <a:extLst xmlns:a="http://schemas.openxmlformats.org/drawingml/2006/main">
              <a:ext uri="{FF2B5EF4-FFF2-40B4-BE49-F238E27FC236}">
                <a16:creationId xmlns:a16="http://schemas.microsoft.com/office/drawing/2014/main" id="{B160B480-C46D-41FA-BAFF-8151AA8D2530}"/>
              </a:ext>
            </a:extLst>
          </p:cNvPr>
          <p:cNvSpPr>
            <a:spLocks xmlns:a="http://schemas.openxmlformats.org/drawingml/2006/main" noGrp="1"/>
          </p:cNvSpPr>
          <p:nvPr/>
        </p:nvSpPr>
        <p:spPr>
          <a:xfrm xmlns:a="http://schemas.openxmlformats.org/drawingml/2006/main">
            <a:off x="26289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5" name="grade-8-3">
            <a:extLst xmlns:a="http://schemas.openxmlformats.org/drawingml/2006/main">
              <a:ext uri="{FF2B5EF4-FFF2-40B4-BE49-F238E27FC236}">
                <a16:creationId xmlns:a16="http://schemas.microsoft.com/office/drawing/2014/main" id="{35F50560-96BB-44D8-862C-D6E8C00954D5}"/>
              </a:ext>
            </a:extLst>
          </p:cNvPr>
          <p:cNvSpPr>
            <a:spLocks xmlns:a="http://schemas.openxmlformats.org/drawingml/2006/main" noGrp="1"/>
          </p:cNvSpPr>
          <p:nvPr/>
        </p:nvSpPr>
        <p:spPr>
          <a:xfrm xmlns:a="http://schemas.openxmlformats.org/drawingml/2006/main">
            <a:off x="26289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L3</a:t>
            </a:r>
          </a:p>
        </p:txBody>
      </p:sp>
      <p:sp>
        <p:nvSpPr>
          <p:cNvPr id="16" name="bin-8-4">
            <a:extLst xmlns:a="http://schemas.openxmlformats.org/drawingml/2006/main">
              <a:ext uri="{FF2B5EF4-FFF2-40B4-BE49-F238E27FC236}">
                <a16:creationId xmlns:a16="http://schemas.microsoft.com/office/drawing/2014/main" id="{985EB109-F9A2-4F60-846F-02D4D59735A4}"/>
              </a:ext>
            </a:extLst>
          </p:cNvPr>
          <p:cNvSpPr>
            <a:spLocks xmlns:a="http://schemas.openxmlformats.org/drawingml/2006/main" noGrp="1"/>
          </p:cNvSpPr>
          <p:nvPr/>
        </p:nvSpPr>
        <p:spPr>
          <a:xfrm xmlns:a="http://schemas.openxmlformats.org/drawingml/2006/main">
            <a:off x="32004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grade-8-4">
            <a:extLst xmlns:a="http://schemas.openxmlformats.org/drawingml/2006/main">
              <a:ext uri="{FF2B5EF4-FFF2-40B4-BE49-F238E27FC236}">
                <a16:creationId xmlns:a16="http://schemas.microsoft.com/office/drawing/2014/main" id="{86F64786-FA65-4F04-AE14-7D39328D81A4}"/>
              </a:ext>
            </a:extLst>
          </p:cNvPr>
          <p:cNvSpPr>
            <a:spLocks xmlns:a="http://schemas.openxmlformats.org/drawingml/2006/main" noGrp="1"/>
          </p:cNvSpPr>
          <p:nvPr/>
        </p:nvSpPr>
        <p:spPr>
          <a:xfrm xmlns:a="http://schemas.openxmlformats.org/drawingml/2006/main">
            <a:off x="32004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L4</a:t>
            </a:r>
          </a:p>
        </p:txBody>
      </p:sp>
      <p:sp>
        <p:nvSpPr>
          <p:cNvPr id="18" name="bin-8-5">
            <a:extLst xmlns:a="http://schemas.openxmlformats.org/drawingml/2006/main">
              <a:ext uri="{FF2B5EF4-FFF2-40B4-BE49-F238E27FC236}">
                <a16:creationId xmlns:a16="http://schemas.microsoft.com/office/drawing/2014/main" id="{56F3095C-E845-4907-A2BB-1C866567FD74}"/>
              </a:ext>
            </a:extLst>
          </p:cNvPr>
          <p:cNvSpPr>
            <a:spLocks xmlns:a="http://schemas.openxmlformats.org/drawingml/2006/main" noGrp="1"/>
          </p:cNvSpPr>
          <p:nvPr/>
        </p:nvSpPr>
        <p:spPr>
          <a:xfrm xmlns:a="http://schemas.openxmlformats.org/drawingml/2006/main">
            <a:off x="37719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9" name="grade-8-5">
            <a:extLst xmlns:a="http://schemas.openxmlformats.org/drawingml/2006/main">
              <a:ext uri="{FF2B5EF4-FFF2-40B4-BE49-F238E27FC236}">
                <a16:creationId xmlns:a16="http://schemas.microsoft.com/office/drawing/2014/main" id="{7BCDFCF0-9828-4E61-A577-90CA038E4AF3}"/>
              </a:ext>
            </a:extLst>
          </p:cNvPr>
          <p:cNvSpPr>
            <a:spLocks xmlns:a="http://schemas.openxmlformats.org/drawingml/2006/main" noGrp="1"/>
          </p:cNvSpPr>
          <p:nvPr/>
        </p:nvSpPr>
        <p:spPr>
          <a:xfrm xmlns:a="http://schemas.openxmlformats.org/drawingml/2006/main">
            <a:off x="37719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L5</a:t>
            </a:r>
          </a:p>
        </p:txBody>
      </p:sp>
      <p:sp>
        <p:nvSpPr>
          <p:cNvPr id="20" name="bin-8-6">
            <a:extLst xmlns:a="http://schemas.openxmlformats.org/drawingml/2006/main">
              <a:ext uri="{FF2B5EF4-FFF2-40B4-BE49-F238E27FC236}">
                <a16:creationId xmlns:a16="http://schemas.microsoft.com/office/drawing/2014/main" id="{B78C45BC-51E4-4A08-8A94-016359B9EAD0}"/>
              </a:ext>
            </a:extLst>
          </p:cNvPr>
          <p:cNvSpPr>
            <a:spLocks xmlns:a="http://schemas.openxmlformats.org/drawingml/2006/main" noGrp="1"/>
          </p:cNvSpPr>
          <p:nvPr/>
        </p:nvSpPr>
        <p:spPr>
          <a:xfrm xmlns:a="http://schemas.openxmlformats.org/drawingml/2006/main">
            <a:off x="43434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1" name="grade-8-6">
            <a:extLst xmlns:a="http://schemas.openxmlformats.org/drawingml/2006/main">
              <a:ext uri="{FF2B5EF4-FFF2-40B4-BE49-F238E27FC236}">
                <a16:creationId xmlns:a16="http://schemas.microsoft.com/office/drawing/2014/main" id="{71CDC4D8-4FA3-45C9-86A2-FCA974B3F349}"/>
              </a:ext>
            </a:extLst>
          </p:cNvPr>
          <p:cNvSpPr>
            <a:spLocks xmlns:a="http://schemas.openxmlformats.org/drawingml/2006/main" noGrp="1"/>
          </p:cNvSpPr>
          <p:nvPr/>
        </p:nvSpPr>
        <p:spPr>
          <a:xfrm xmlns:a="http://schemas.openxmlformats.org/drawingml/2006/main">
            <a:off x="43434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L6</a:t>
            </a:r>
          </a:p>
        </p:txBody>
      </p:sp>
      <p:sp>
        <p:nvSpPr>
          <p:cNvPr id="22" name="bin-8-7">
            <a:extLst xmlns:a="http://schemas.openxmlformats.org/drawingml/2006/main">
              <a:ext uri="{FF2B5EF4-FFF2-40B4-BE49-F238E27FC236}">
                <a16:creationId xmlns:a16="http://schemas.microsoft.com/office/drawing/2014/main" id="{445E3568-7B03-4079-B855-F924A06E25F8}"/>
              </a:ext>
            </a:extLst>
          </p:cNvPr>
          <p:cNvSpPr>
            <a:spLocks xmlns:a="http://schemas.openxmlformats.org/drawingml/2006/main" noGrp="1"/>
          </p:cNvSpPr>
          <p:nvPr/>
        </p:nvSpPr>
        <p:spPr>
          <a:xfrm xmlns:a="http://schemas.openxmlformats.org/drawingml/2006/main">
            <a:off x="49149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3" name="grade-8-7">
            <a:extLst xmlns:a="http://schemas.openxmlformats.org/drawingml/2006/main">
              <a:ext uri="{FF2B5EF4-FFF2-40B4-BE49-F238E27FC236}">
                <a16:creationId xmlns:a16="http://schemas.microsoft.com/office/drawing/2014/main" id="{AE5E680B-8321-4115-9801-AB7C93A03E7C}"/>
              </a:ext>
            </a:extLst>
          </p:cNvPr>
          <p:cNvSpPr>
            <a:spLocks xmlns:a="http://schemas.openxmlformats.org/drawingml/2006/main" noGrp="1"/>
          </p:cNvSpPr>
          <p:nvPr/>
        </p:nvSpPr>
        <p:spPr>
          <a:xfrm xmlns:a="http://schemas.openxmlformats.org/drawingml/2006/main">
            <a:off x="49149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L7</a:t>
            </a:r>
          </a:p>
        </p:txBody>
      </p:sp>
      <p:sp>
        <p:nvSpPr>
          <p:cNvPr id="24" name="bound-8-0">
            <a:extLst xmlns:a="http://schemas.openxmlformats.org/drawingml/2006/main">
              <a:ext uri="{FF2B5EF4-FFF2-40B4-BE49-F238E27FC236}">
                <a16:creationId xmlns:a16="http://schemas.microsoft.com/office/drawing/2014/main" id="{522EA6DE-0EDC-49B3-B198-8237FEC04F10}"/>
              </a:ext>
            </a:extLst>
          </p:cNvPr>
          <p:cNvSpPr>
            <a:spLocks xmlns:a="http://schemas.openxmlformats.org/drawingml/2006/main" noGrp="1"/>
          </p:cNvSpPr>
          <p:nvPr/>
        </p:nvSpPr>
        <p:spPr>
          <a:xfrm xmlns:a="http://schemas.openxmlformats.org/drawingml/2006/main">
            <a:off x="7048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25" name="bound-8-1">
            <a:extLst xmlns:a="http://schemas.openxmlformats.org/drawingml/2006/main">
              <a:ext uri="{FF2B5EF4-FFF2-40B4-BE49-F238E27FC236}">
                <a16:creationId xmlns:a16="http://schemas.microsoft.com/office/drawing/2014/main" id="{E64AFD6B-EB49-4FCE-B339-59777E051D96}"/>
              </a:ext>
            </a:extLst>
          </p:cNvPr>
          <p:cNvSpPr>
            <a:spLocks xmlns:a="http://schemas.openxmlformats.org/drawingml/2006/main" noGrp="1"/>
          </p:cNvSpPr>
          <p:nvPr/>
        </p:nvSpPr>
        <p:spPr>
          <a:xfrm xmlns:a="http://schemas.openxmlformats.org/drawingml/2006/main">
            <a:off x="12763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6" name="bound-8-2">
            <a:extLst xmlns:a="http://schemas.openxmlformats.org/drawingml/2006/main">
              <a:ext uri="{FF2B5EF4-FFF2-40B4-BE49-F238E27FC236}">
                <a16:creationId xmlns:a16="http://schemas.microsoft.com/office/drawing/2014/main" id="{3489D01A-1830-446D-B8E3-3623BB4F4D68}"/>
              </a:ext>
            </a:extLst>
          </p:cNvPr>
          <p:cNvSpPr>
            <a:spLocks xmlns:a="http://schemas.openxmlformats.org/drawingml/2006/main" noGrp="1"/>
          </p:cNvSpPr>
          <p:nvPr/>
        </p:nvSpPr>
        <p:spPr>
          <a:xfrm xmlns:a="http://schemas.openxmlformats.org/drawingml/2006/main">
            <a:off x="18478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2</a:t>
            </a:r>
          </a:p>
        </p:txBody>
      </p:sp>
      <p:sp>
        <p:nvSpPr>
          <p:cNvPr id="27" name="bound-8-3">
            <a:extLst xmlns:a="http://schemas.openxmlformats.org/drawingml/2006/main">
              <a:ext uri="{FF2B5EF4-FFF2-40B4-BE49-F238E27FC236}">
                <a16:creationId xmlns:a16="http://schemas.microsoft.com/office/drawing/2014/main" id="{097BCFD9-EB4F-492F-A06B-80A4782882AF}"/>
              </a:ext>
            </a:extLst>
          </p:cNvPr>
          <p:cNvSpPr>
            <a:spLocks xmlns:a="http://schemas.openxmlformats.org/drawingml/2006/main" noGrp="1"/>
          </p:cNvSpPr>
          <p:nvPr/>
        </p:nvSpPr>
        <p:spPr>
          <a:xfrm xmlns:a="http://schemas.openxmlformats.org/drawingml/2006/main">
            <a:off x="24193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3</a:t>
            </a:r>
          </a:p>
        </p:txBody>
      </p:sp>
      <p:sp>
        <p:nvSpPr>
          <p:cNvPr id="28" name="bound-8-4">
            <a:extLst xmlns:a="http://schemas.openxmlformats.org/drawingml/2006/main">
              <a:ext uri="{FF2B5EF4-FFF2-40B4-BE49-F238E27FC236}">
                <a16:creationId xmlns:a16="http://schemas.microsoft.com/office/drawing/2014/main" id="{E64BC99F-B578-45F6-91DF-CD0778E7E1C4}"/>
              </a:ext>
            </a:extLst>
          </p:cNvPr>
          <p:cNvSpPr>
            <a:spLocks xmlns:a="http://schemas.openxmlformats.org/drawingml/2006/main" noGrp="1"/>
          </p:cNvSpPr>
          <p:nvPr/>
        </p:nvSpPr>
        <p:spPr>
          <a:xfrm xmlns:a="http://schemas.openxmlformats.org/drawingml/2006/main">
            <a:off x="29908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4</a:t>
            </a:r>
          </a:p>
        </p:txBody>
      </p:sp>
      <p:sp>
        <p:nvSpPr>
          <p:cNvPr id="29" name="bound-8-5">
            <a:extLst xmlns:a="http://schemas.openxmlformats.org/drawingml/2006/main">
              <a:ext uri="{FF2B5EF4-FFF2-40B4-BE49-F238E27FC236}">
                <a16:creationId xmlns:a16="http://schemas.microsoft.com/office/drawing/2014/main" id="{EF085328-0884-47B4-837C-65BFDDC2CF08}"/>
              </a:ext>
            </a:extLst>
          </p:cNvPr>
          <p:cNvSpPr>
            <a:spLocks xmlns:a="http://schemas.openxmlformats.org/drawingml/2006/main" noGrp="1"/>
          </p:cNvSpPr>
          <p:nvPr/>
        </p:nvSpPr>
        <p:spPr>
          <a:xfrm xmlns:a="http://schemas.openxmlformats.org/drawingml/2006/main">
            <a:off x="35623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5</a:t>
            </a:r>
          </a:p>
        </p:txBody>
      </p:sp>
      <p:sp>
        <p:nvSpPr>
          <p:cNvPr id="30" name="bound-8-6">
            <a:extLst xmlns:a="http://schemas.openxmlformats.org/drawingml/2006/main">
              <a:ext uri="{FF2B5EF4-FFF2-40B4-BE49-F238E27FC236}">
                <a16:creationId xmlns:a16="http://schemas.microsoft.com/office/drawing/2014/main" id="{87FB782E-B091-4CEA-9FDE-4B62F3ED5D21}"/>
              </a:ext>
            </a:extLst>
          </p:cNvPr>
          <p:cNvSpPr>
            <a:spLocks xmlns:a="http://schemas.openxmlformats.org/drawingml/2006/main" noGrp="1"/>
          </p:cNvSpPr>
          <p:nvPr/>
        </p:nvSpPr>
        <p:spPr>
          <a:xfrm xmlns:a="http://schemas.openxmlformats.org/drawingml/2006/main">
            <a:off x="41338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6</a:t>
            </a:r>
          </a:p>
        </p:txBody>
      </p:sp>
      <p:sp>
        <p:nvSpPr>
          <p:cNvPr id="31" name="bound-8-7">
            <a:extLst xmlns:a="http://schemas.openxmlformats.org/drawingml/2006/main">
              <a:ext uri="{FF2B5EF4-FFF2-40B4-BE49-F238E27FC236}">
                <a16:creationId xmlns:a16="http://schemas.microsoft.com/office/drawing/2014/main" id="{9B484393-D80B-4744-A1CD-EFE54A056B49}"/>
              </a:ext>
            </a:extLst>
          </p:cNvPr>
          <p:cNvSpPr>
            <a:spLocks xmlns:a="http://schemas.openxmlformats.org/drawingml/2006/main" noGrp="1"/>
          </p:cNvSpPr>
          <p:nvPr/>
        </p:nvSpPr>
        <p:spPr>
          <a:xfrm xmlns:a="http://schemas.openxmlformats.org/drawingml/2006/main">
            <a:off x="47053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7</a:t>
            </a:r>
          </a:p>
        </p:txBody>
      </p:sp>
      <p:sp>
        <p:nvSpPr>
          <p:cNvPr id="32" name="bound-8-8">
            <a:extLst xmlns:a="http://schemas.openxmlformats.org/drawingml/2006/main">
              <a:ext uri="{FF2B5EF4-FFF2-40B4-BE49-F238E27FC236}">
                <a16:creationId xmlns:a16="http://schemas.microsoft.com/office/drawing/2014/main" id="{D25D82C1-699B-474B-9834-EF90368E0437}"/>
              </a:ext>
            </a:extLst>
          </p:cNvPr>
          <p:cNvSpPr>
            <a:spLocks xmlns:a="http://schemas.openxmlformats.org/drawingml/2006/main" noGrp="1"/>
          </p:cNvSpPr>
          <p:nvPr/>
        </p:nvSpPr>
        <p:spPr>
          <a:xfrm xmlns:a="http://schemas.openxmlformats.org/drawingml/2006/main">
            <a:off x="52768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33" name="bin-16-0">
            <a:extLst xmlns:a="http://schemas.openxmlformats.org/drawingml/2006/main">
              <a:ext uri="{FF2B5EF4-FFF2-40B4-BE49-F238E27FC236}">
                <a16:creationId xmlns:a16="http://schemas.microsoft.com/office/drawing/2014/main" id="{F2FBC633-12C1-48F8-9FB2-7B5DF5908726}"/>
              </a:ext>
            </a:extLst>
          </p:cNvPr>
          <p:cNvSpPr>
            <a:spLocks xmlns:a="http://schemas.openxmlformats.org/drawingml/2006/main" noGrp="1"/>
          </p:cNvSpPr>
          <p:nvPr/>
        </p:nvSpPr>
        <p:spPr>
          <a:xfrm xmlns:a="http://schemas.openxmlformats.org/drawingml/2006/main">
            <a:off x="67056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34" name="bin-16-1">
            <a:extLst xmlns:a="http://schemas.openxmlformats.org/drawingml/2006/main">
              <a:ext uri="{FF2B5EF4-FFF2-40B4-BE49-F238E27FC236}">
                <a16:creationId xmlns:a16="http://schemas.microsoft.com/office/drawing/2014/main" id="{885AC2AA-7002-40CB-BEA1-25A5B16981BC}"/>
              </a:ext>
            </a:extLst>
          </p:cNvPr>
          <p:cNvSpPr>
            <a:spLocks xmlns:a="http://schemas.openxmlformats.org/drawingml/2006/main" noGrp="1"/>
          </p:cNvSpPr>
          <p:nvPr/>
        </p:nvSpPr>
        <p:spPr>
          <a:xfrm xmlns:a="http://schemas.openxmlformats.org/drawingml/2006/main">
            <a:off x="69913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35" name="bin-16-2">
            <a:extLst xmlns:a="http://schemas.openxmlformats.org/drawingml/2006/main">
              <a:ext uri="{FF2B5EF4-FFF2-40B4-BE49-F238E27FC236}">
                <a16:creationId xmlns:a16="http://schemas.microsoft.com/office/drawing/2014/main" id="{A192A382-9127-4D12-B5C8-FFE0FC883CB2}"/>
              </a:ext>
            </a:extLst>
          </p:cNvPr>
          <p:cNvSpPr>
            <a:spLocks xmlns:a="http://schemas.openxmlformats.org/drawingml/2006/main" noGrp="1"/>
          </p:cNvSpPr>
          <p:nvPr/>
        </p:nvSpPr>
        <p:spPr>
          <a:xfrm xmlns:a="http://schemas.openxmlformats.org/drawingml/2006/main">
            <a:off x="72771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36" name="bin-16-3">
            <a:extLst xmlns:a="http://schemas.openxmlformats.org/drawingml/2006/main">
              <a:ext uri="{FF2B5EF4-FFF2-40B4-BE49-F238E27FC236}">
                <a16:creationId xmlns:a16="http://schemas.microsoft.com/office/drawing/2014/main" id="{3F6A56D8-B572-4358-9643-A4EE915E9FB5}"/>
              </a:ext>
            </a:extLst>
          </p:cNvPr>
          <p:cNvSpPr>
            <a:spLocks xmlns:a="http://schemas.openxmlformats.org/drawingml/2006/main" noGrp="1"/>
          </p:cNvSpPr>
          <p:nvPr/>
        </p:nvSpPr>
        <p:spPr>
          <a:xfrm xmlns:a="http://schemas.openxmlformats.org/drawingml/2006/main">
            <a:off x="75628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37" name="bin-16-4">
            <a:extLst xmlns:a="http://schemas.openxmlformats.org/drawingml/2006/main">
              <a:ext uri="{FF2B5EF4-FFF2-40B4-BE49-F238E27FC236}">
                <a16:creationId xmlns:a16="http://schemas.microsoft.com/office/drawing/2014/main" id="{42584635-5597-46F4-A01A-93318CBF9B5C}"/>
              </a:ext>
            </a:extLst>
          </p:cNvPr>
          <p:cNvSpPr>
            <a:spLocks xmlns:a="http://schemas.openxmlformats.org/drawingml/2006/main" noGrp="1"/>
          </p:cNvSpPr>
          <p:nvPr/>
        </p:nvSpPr>
        <p:spPr>
          <a:xfrm xmlns:a="http://schemas.openxmlformats.org/drawingml/2006/main">
            <a:off x="78486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38" name="bin-16-5">
            <a:extLst xmlns:a="http://schemas.openxmlformats.org/drawingml/2006/main">
              <a:ext uri="{FF2B5EF4-FFF2-40B4-BE49-F238E27FC236}">
                <a16:creationId xmlns:a16="http://schemas.microsoft.com/office/drawing/2014/main" id="{8B746842-D265-4F46-B1AF-E7581D1806A8}"/>
              </a:ext>
            </a:extLst>
          </p:cNvPr>
          <p:cNvSpPr>
            <a:spLocks xmlns:a="http://schemas.openxmlformats.org/drawingml/2006/main" noGrp="1"/>
          </p:cNvSpPr>
          <p:nvPr/>
        </p:nvSpPr>
        <p:spPr>
          <a:xfrm xmlns:a="http://schemas.openxmlformats.org/drawingml/2006/main">
            <a:off x="81343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39" name="bin-16-6">
            <a:extLst xmlns:a="http://schemas.openxmlformats.org/drawingml/2006/main">
              <a:ext uri="{FF2B5EF4-FFF2-40B4-BE49-F238E27FC236}">
                <a16:creationId xmlns:a16="http://schemas.microsoft.com/office/drawing/2014/main" id="{F7B37ACE-655F-40DD-B897-381FCF588CD8}"/>
              </a:ext>
            </a:extLst>
          </p:cNvPr>
          <p:cNvSpPr>
            <a:spLocks xmlns:a="http://schemas.openxmlformats.org/drawingml/2006/main" noGrp="1"/>
          </p:cNvSpPr>
          <p:nvPr/>
        </p:nvSpPr>
        <p:spPr>
          <a:xfrm xmlns:a="http://schemas.openxmlformats.org/drawingml/2006/main">
            <a:off x="84201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0" name="bin-16-7">
            <a:extLst xmlns:a="http://schemas.openxmlformats.org/drawingml/2006/main">
              <a:ext uri="{FF2B5EF4-FFF2-40B4-BE49-F238E27FC236}">
                <a16:creationId xmlns:a16="http://schemas.microsoft.com/office/drawing/2014/main" id="{A5979174-F498-4276-AE7D-A71ABC2D6104}"/>
              </a:ext>
            </a:extLst>
          </p:cNvPr>
          <p:cNvSpPr>
            <a:spLocks xmlns:a="http://schemas.openxmlformats.org/drawingml/2006/main" noGrp="1"/>
          </p:cNvSpPr>
          <p:nvPr/>
        </p:nvSpPr>
        <p:spPr>
          <a:xfrm xmlns:a="http://schemas.openxmlformats.org/drawingml/2006/main">
            <a:off x="87058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1" name="bin-16-8">
            <a:extLst xmlns:a="http://schemas.openxmlformats.org/drawingml/2006/main">
              <a:ext uri="{FF2B5EF4-FFF2-40B4-BE49-F238E27FC236}">
                <a16:creationId xmlns:a16="http://schemas.microsoft.com/office/drawing/2014/main" id="{7207FF1F-CF3C-4B2D-83AF-18C30FFFC3F2}"/>
              </a:ext>
            </a:extLst>
          </p:cNvPr>
          <p:cNvSpPr>
            <a:spLocks xmlns:a="http://schemas.openxmlformats.org/drawingml/2006/main" noGrp="1"/>
          </p:cNvSpPr>
          <p:nvPr/>
        </p:nvSpPr>
        <p:spPr>
          <a:xfrm xmlns:a="http://schemas.openxmlformats.org/drawingml/2006/main">
            <a:off x="89916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2" name="bin-16-9">
            <a:extLst xmlns:a="http://schemas.openxmlformats.org/drawingml/2006/main">
              <a:ext uri="{FF2B5EF4-FFF2-40B4-BE49-F238E27FC236}">
                <a16:creationId xmlns:a16="http://schemas.microsoft.com/office/drawing/2014/main" id="{7D392429-6BB3-40F2-BA8D-9A246F39A486}"/>
              </a:ext>
            </a:extLst>
          </p:cNvPr>
          <p:cNvSpPr>
            <a:spLocks xmlns:a="http://schemas.openxmlformats.org/drawingml/2006/main" noGrp="1"/>
          </p:cNvSpPr>
          <p:nvPr/>
        </p:nvSpPr>
        <p:spPr>
          <a:xfrm xmlns:a="http://schemas.openxmlformats.org/drawingml/2006/main">
            <a:off x="92773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3" name="bin-16-10">
            <a:extLst xmlns:a="http://schemas.openxmlformats.org/drawingml/2006/main">
              <a:ext uri="{FF2B5EF4-FFF2-40B4-BE49-F238E27FC236}">
                <a16:creationId xmlns:a16="http://schemas.microsoft.com/office/drawing/2014/main" id="{905E51DD-52C0-4451-B1EF-27FF9170228B}"/>
              </a:ext>
            </a:extLst>
          </p:cNvPr>
          <p:cNvSpPr>
            <a:spLocks xmlns:a="http://schemas.openxmlformats.org/drawingml/2006/main" noGrp="1"/>
          </p:cNvSpPr>
          <p:nvPr/>
        </p:nvSpPr>
        <p:spPr>
          <a:xfrm xmlns:a="http://schemas.openxmlformats.org/drawingml/2006/main">
            <a:off x="95631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4" name="bin-16-11">
            <a:extLst xmlns:a="http://schemas.openxmlformats.org/drawingml/2006/main">
              <a:ext uri="{FF2B5EF4-FFF2-40B4-BE49-F238E27FC236}">
                <a16:creationId xmlns:a16="http://schemas.microsoft.com/office/drawing/2014/main" id="{8F94524C-7502-4071-96B1-887A0270A2B6}"/>
              </a:ext>
            </a:extLst>
          </p:cNvPr>
          <p:cNvSpPr>
            <a:spLocks xmlns:a="http://schemas.openxmlformats.org/drawingml/2006/main" noGrp="1"/>
          </p:cNvSpPr>
          <p:nvPr/>
        </p:nvSpPr>
        <p:spPr>
          <a:xfrm xmlns:a="http://schemas.openxmlformats.org/drawingml/2006/main">
            <a:off x="98488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5" name="bin-16-12">
            <a:extLst xmlns:a="http://schemas.openxmlformats.org/drawingml/2006/main">
              <a:ext uri="{FF2B5EF4-FFF2-40B4-BE49-F238E27FC236}">
                <a16:creationId xmlns:a16="http://schemas.microsoft.com/office/drawing/2014/main" id="{16461074-3DDC-4163-AEA4-508B055FDB43}"/>
              </a:ext>
            </a:extLst>
          </p:cNvPr>
          <p:cNvSpPr>
            <a:spLocks xmlns:a="http://schemas.openxmlformats.org/drawingml/2006/main" noGrp="1"/>
          </p:cNvSpPr>
          <p:nvPr/>
        </p:nvSpPr>
        <p:spPr>
          <a:xfrm xmlns:a="http://schemas.openxmlformats.org/drawingml/2006/main">
            <a:off x="101346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6" name="bin-16-13">
            <a:extLst xmlns:a="http://schemas.openxmlformats.org/drawingml/2006/main">
              <a:ext uri="{FF2B5EF4-FFF2-40B4-BE49-F238E27FC236}">
                <a16:creationId xmlns:a16="http://schemas.microsoft.com/office/drawing/2014/main" id="{4E0D92FD-DAD3-4469-A75C-FCF678EF41E2}"/>
              </a:ext>
            </a:extLst>
          </p:cNvPr>
          <p:cNvSpPr>
            <a:spLocks xmlns:a="http://schemas.openxmlformats.org/drawingml/2006/main" noGrp="1"/>
          </p:cNvSpPr>
          <p:nvPr/>
        </p:nvSpPr>
        <p:spPr>
          <a:xfrm xmlns:a="http://schemas.openxmlformats.org/drawingml/2006/main">
            <a:off x="104203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7" name="bin-16-14">
            <a:extLst xmlns:a="http://schemas.openxmlformats.org/drawingml/2006/main">
              <a:ext uri="{FF2B5EF4-FFF2-40B4-BE49-F238E27FC236}">
                <a16:creationId xmlns:a16="http://schemas.microsoft.com/office/drawing/2014/main" id="{5BEC0196-DA64-46A8-A116-5C442615CB2C}"/>
              </a:ext>
            </a:extLst>
          </p:cNvPr>
          <p:cNvSpPr>
            <a:spLocks xmlns:a="http://schemas.openxmlformats.org/drawingml/2006/main" noGrp="1"/>
          </p:cNvSpPr>
          <p:nvPr/>
        </p:nvSpPr>
        <p:spPr>
          <a:xfrm xmlns:a="http://schemas.openxmlformats.org/drawingml/2006/main">
            <a:off x="107061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8" name="bin-16-15">
            <a:extLst xmlns:a="http://schemas.openxmlformats.org/drawingml/2006/main">
              <a:ext uri="{FF2B5EF4-FFF2-40B4-BE49-F238E27FC236}">
                <a16:creationId xmlns:a16="http://schemas.microsoft.com/office/drawing/2014/main" id="{2D929A57-94F3-4C58-AF84-7BEBFFE15D57}"/>
              </a:ext>
            </a:extLst>
          </p:cNvPr>
          <p:cNvSpPr>
            <a:spLocks xmlns:a="http://schemas.openxmlformats.org/drawingml/2006/main" noGrp="1"/>
          </p:cNvSpPr>
          <p:nvPr/>
        </p:nvSpPr>
        <p:spPr>
          <a:xfrm xmlns:a="http://schemas.openxmlformats.org/drawingml/2006/main">
            <a:off x="109918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9" name="bound-16-0">
            <a:extLst xmlns:a="http://schemas.openxmlformats.org/drawingml/2006/main">
              <a:ext uri="{FF2B5EF4-FFF2-40B4-BE49-F238E27FC236}">
                <a16:creationId xmlns:a16="http://schemas.microsoft.com/office/drawing/2014/main" id="{5751C032-B612-49E5-8DDE-58DF5591C6CB}"/>
              </a:ext>
            </a:extLst>
          </p:cNvPr>
          <p:cNvSpPr>
            <a:spLocks xmlns:a="http://schemas.openxmlformats.org/drawingml/2006/main" noGrp="1"/>
          </p:cNvSpPr>
          <p:nvPr/>
        </p:nvSpPr>
        <p:spPr>
          <a:xfrm xmlns:a="http://schemas.openxmlformats.org/drawingml/2006/main">
            <a:off x="64960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50" name="bound-16-2">
            <a:extLst xmlns:a="http://schemas.openxmlformats.org/drawingml/2006/main">
              <a:ext uri="{FF2B5EF4-FFF2-40B4-BE49-F238E27FC236}">
                <a16:creationId xmlns:a16="http://schemas.microsoft.com/office/drawing/2014/main" id="{9A773742-EE2D-4AE7-B2F2-C58447E96B6B}"/>
              </a:ext>
            </a:extLst>
          </p:cNvPr>
          <p:cNvSpPr>
            <a:spLocks xmlns:a="http://schemas.openxmlformats.org/drawingml/2006/main" noGrp="1"/>
          </p:cNvSpPr>
          <p:nvPr/>
        </p:nvSpPr>
        <p:spPr>
          <a:xfrm xmlns:a="http://schemas.openxmlformats.org/drawingml/2006/main">
            <a:off x="70675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51" name="bound-16-4">
            <a:extLst xmlns:a="http://schemas.openxmlformats.org/drawingml/2006/main">
              <a:ext uri="{FF2B5EF4-FFF2-40B4-BE49-F238E27FC236}">
                <a16:creationId xmlns:a16="http://schemas.microsoft.com/office/drawing/2014/main" id="{1CDB975C-F9D5-47CC-957C-1C95DFFC5012}"/>
              </a:ext>
            </a:extLst>
          </p:cNvPr>
          <p:cNvSpPr>
            <a:spLocks xmlns:a="http://schemas.openxmlformats.org/drawingml/2006/main" noGrp="1"/>
          </p:cNvSpPr>
          <p:nvPr/>
        </p:nvSpPr>
        <p:spPr>
          <a:xfrm xmlns:a="http://schemas.openxmlformats.org/drawingml/2006/main">
            <a:off x="76390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2</a:t>
            </a:r>
          </a:p>
        </p:txBody>
      </p:sp>
      <p:sp>
        <p:nvSpPr>
          <p:cNvPr id="52" name="bound-16-6">
            <a:extLst xmlns:a="http://schemas.openxmlformats.org/drawingml/2006/main">
              <a:ext uri="{FF2B5EF4-FFF2-40B4-BE49-F238E27FC236}">
                <a16:creationId xmlns:a16="http://schemas.microsoft.com/office/drawing/2014/main" id="{7F320E69-3823-4F2A-B94E-5DA861990D1C}"/>
              </a:ext>
            </a:extLst>
          </p:cNvPr>
          <p:cNvSpPr>
            <a:spLocks xmlns:a="http://schemas.openxmlformats.org/drawingml/2006/main" noGrp="1"/>
          </p:cNvSpPr>
          <p:nvPr/>
        </p:nvSpPr>
        <p:spPr>
          <a:xfrm xmlns:a="http://schemas.openxmlformats.org/drawingml/2006/main">
            <a:off x="82105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3</a:t>
            </a:r>
          </a:p>
        </p:txBody>
      </p:sp>
      <p:sp>
        <p:nvSpPr>
          <p:cNvPr id="53" name="bound-16-8">
            <a:extLst xmlns:a="http://schemas.openxmlformats.org/drawingml/2006/main">
              <a:ext uri="{FF2B5EF4-FFF2-40B4-BE49-F238E27FC236}">
                <a16:creationId xmlns:a16="http://schemas.microsoft.com/office/drawing/2014/main" id="{13AD8099-FCCE-46A8-82ED-CFBAB69BF710}"/>
              </a:ext>
            </a:extLst>
          </p:cNvPr>
          <p:cNvSpPr>
            <a:spLocks xmlns:a="http://schemas.openxmlformats.org/drawingml/2006/main" noGrp="1"/>
          </p:cNvSpPr>
          <p:nvPr/>
        </p:nvSpPr>
        <p:spPr>
          <a:xfrm xmlns:a="http://schemas.openxmlformats.org/drawingml/2006/main">
            <a:off x="87820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4</a:t>
            </a:r>
          </a:p>
        </p:txBody>
      </p:sp>
      <p:sp>
        <p:nvSpPr>
          <p:cNvPr id="54" name="bound-16-10">
            <a:extLst xmlns:a="http://schemas.openxmlformats.org/drawingml/2006/main">
              <a:ext uri="{FF2B5EF4-FFF2-40B4-BE49-F238E27FC236}">
                <a16:creationId xmlns:a16="http://schemas.microsoft.com/office/drawing/2014/main" id="{2D0042EF-ACA4-4502-8F48-BD946DC996EF}"/>
              </a:ext>
            </a:extLst>
          </p:cNvPr>
          <p:cNvSpPr>
            <a:spLocks xmlns:a="http://schemas.openxmlformats.org/drawingml/2006/main" noGrp="1"/>
          </p:cNvSpPr>
          <p:nvPr/>
        </p:nvSpPr>
        <p:spPr>
          <a:xfrm xmlns:a="http://schemas.openxmlformats.org/drawingml/2006/main">
            <a:off x="93535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5</a:t>
            </a:r>
          </a:p>
        </p:txBody>
      </p:sp>
      <p:sp>
        <p:nvSpPr>
          <p:cNvPr id="55" name="bound-16-12">
            <a:extLst xmlns:a="http://schemas.openxmlformats.org/drawingml/2006/main">
              <a:ext uri="{FF2B5EF4-FFF2-40B4-BE49-F238E27FC236}">
                <a16:creationId xmlns:a16="http://schemas.microsoft.com/office/drawing/2014/main" id="{3E5B4FF3-F7F9-4384-888A-112D4918731E}"/>
              </a:ext>
            </a:extLst>
          </p:cNvPr>
          <p:cNvSpPr>
            <a:spLocks xmlns:a="http://schemas.openxmlformats.org/drawingml/2006/main" noGrp="1"/>
          </p:cNvSpPr>
          <p:nvPr/>
        </p:nvSpPr>
        <p:spPr>
          <a:xfrm xmlns:a="http://schemas.openxmlformats.org/drawingml/2006/main">
            <a:off x="99250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6</a:t>
            </a:r>
          </a:p>
        </p:txBody>
      </p:sp>
      <p:sp>
        <p:nvSpPr>
          <p:cNvPr id="56" name="bound-16-14">
            <a:extLst xmlns:a="http://schemas.openxmlformats.org/drawingml/2006/main">
              <a:ext uri="{FF2B5EF4-FFF2-40B4-BE49-F238E27FC236}">
                <a16:creationId xmlns:a16="http://schemas.microsoft.com/office/drawing/2014/main" id="{F08BA2B6-EA05-40E5-9750-26A8D176DC71}"/>
              </a:ext>
            </a:extLst>
          </p:cNvPr>
          <p:cNvSpPr>
            <a:spLocks xmlns:a="http://schemas.openxmlformats.org/drawingml/2006/main" noGrp="1"/>
          </p:cNvSpPr>
          <p:nvPr/>
        </p:nvSpPr>
        <p:spPr>
          <a:xfrm xmlns:a="http://schemas.openxmlformats.org/drawingml/2006/main">
            <a:off x="104965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7</a:t>
            </a:r>
          </a:p>
        </p:txBody>
      </p:sp>
      <p:sp>
        <p:nvSpPr>
          <p:cNvPr id="57" name="bound-16-16">
            <a:extLst xmlns:a="http://schemas.openxmlformats.org/drawingml/2006/main">
              <a:ext uri="{FF2B5EF4-FFF2-40B4-BE49-F238E27FC236}">
                <a16:creationId xmlns:a16="http://schemas.microsoft.com/office/drawing/2014/main" id="{62636856-DBDB-4ED2-AA45-05DE852D1D96}"/>
              </a:ext>
            </a:extLst>
          </p:cNvPr>
          <p:cNvSpPr>
            <a:spLocks xmlns:a="http://schemas.openxmlformats.org/drawingml/2006/main" noGrp="1"/>
          </p:cNvSpPr>
          <p:nvPr/>
        </p:nvSpPr>
        <p:spPr>
          <a:xfrm xmlns:a="http://schemas.openxmlformats.org/drawingml/2006/main">
            <a:off x="110680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58" name="given-q3">
            <a:extLst xmlns:a="http://schemas.openxmlformats.org/drawingml/2006/main">
              <a:ext uri="{FF2B5EF4-FFF2-40B4-BE49-F238E27FC236}">
                <a16:creationId xmlns:a16="http://schemas.microsoft.com/office/drawing/2014/main" id="{E89F7246-ED20-45F1-9D04-410D8BBF4C2D}"/>
              </a:ext>
            </a:extLst>
          </p:cNvPr>
          <p:cNvSpPr>
            <a:spLocks xmlns:a="http://schemas.openxmlformats.org/drawingml/2006/main" noGrp="1"/>
          </p:cNvSpPr>
          <p:nvPr/>
        </p:nvSpPr>
        <p:spPr>
          <a:xfrm xmlns:a="http://schemas.openxmlformats.org/drawingml/2006/main">
            <a:off x="609600" y="5153025"/>
            <a:ext cx="5181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已知：3bit把3.71近似为3.5。</a:t>
            </a:r>
          </a:p>
        </p:txBody>
      </p:sp>
      <p:sp>
        <p:nvSpPr>
          <p:cNvPr id="59" name="text">
            <a:extLst xmlns:a="http://schemas.openxmlformats.org/drawingml/2006/main">
              <a:ext uri="{FF2B5EF4-FFF2-40B4-BE49-F238E27FC236}">
                <a16:creationId xmlns:a16="http://schemas.microsoft.com/office/drawing/2014/main" id="{D4303052-50DF-43EB-90D4-9083E845041E}"/>
              </a:ext>
            </a:extLst>
          </p:cNvPr>
          <p:cNvSpPr>
            <a:spLocks xmlns:a="http://schemas.openxmlformats.org/drawingml/2006/main" noGrp="1"/>
          </p:cNvSpPr>
          <p:nvPr/>
        </p:nvSpPr>
        <p:spPr>
          <a:xfrm xmlns:a="http://schemas.openxmlformats.org/drawingml/2006/main">
            <a:off x="6400800" y="5153025"/>
            <a:ext cx="5181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4bit对应哪一段？代表值是多少？</a:t>
            </a:r>
          </a:p>
        </p:txBody>
      </p:sp>
      <p:sp>
        <p:nvSpPr>
          <p:cNvPr id="60" name="same-raw-3.71">
            <a:extLst xmlns:a="http://schemas.openxmlformats.org/drawingml/2006/main">
              <a:ext uri="{FF2B5EF4-FFF2-40B4-BE49-F238E27FC236}">
                <a16:creationId xmlns:a16="http://schemas.microsoft.com/office/drawing/2014/main" id="{0EFD79F0-F4F3-45C2-B615-FC47F21F3AEE}"/>
              </a:ext>
            </a:extLst>
          </p:cNvPr>
          <p:cNvSpPr>
            <a:spLocks xmlns:a="http://schemas.openxmlformats.org/drawingml/2006/main" noGrp="1"/>
          </p:cNvSpPr>
          <p:nvPr/>
        </p:nvSpPr>
        <p:spPr>
          <a:xfrm xmlns:a="http://schemas.openxmlformats.org/drawingml/2006/main">
            <a:off x="8768715" y="3790950"/>
            <a:ext cx="114300" cy="114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FF0000"/>
            </a:solidFill>
          </a:ln>
        </p:spPr>
      </p:sp>
      <p:sp>
        <p:nvSpPr>
          <p:cNvPr id="61" name="q4-selected-bin">
            <a:extLst xmlns:a="http://schemas.openxmlformats.org/drawingml/2006/main">
              <a:ext uri="{FF2B5EF4-FFF2-40B4-BE49-F238E27FC236}">
                <a16:creationId xmlns:a16="http://schemas.microsoft.com/office/drawing/2014/main" id="{0F4869D7-99C0-4DD6-8610-A8F65B6C5928}"/>
              </a:ext>
            </a:extLst>
          </p:cNvPr>
          <p:cNvSpPr>
            <a:spLocks xmlns:a="http://schemas.openxmlformats.org/drawingml/2006/main" noGrp="1"/>
          </p:cNvSpPr>
          <p:nvPr/>
        </p:nvSpPr>
        <p:spPr>
          <a:xfrm xmlns:a="http://schemas.openxmlformats.org/drawingml/2006/main">
            <a:off x="8705850" y="3543300"/>
            <a:ext cx="285750" cy="106680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62" name="q4-representative">
            <a:extLst xmlns:a="http://schemas.openxmlformats.org/drawingml/2006/main">
              <a:ext uri="{FF2B5EF4-FFF2-40B4-BE49-F238E27FC236}">
                <a16:creationId xmlns:a16="http://schemas.microsoft.com/office/drawing/2014/main" id="{5D571E2F-7809-4943-8764-A4AC8B6C5F67}"/>
              </a:ext>
            </a:extLst>
          </p:cNvPr>
          <p:cNvSpPr>
            <a:spLocks xmlns:a="http://schemas.openxmlformats.org/drawingml/2006/main" noGrp="1"/>
          </p:cNvSpPr>
          <p:nvPr/>
        </p:nvSpPr>
        <p:spPr>
          <a:xfrm xmlns:a="http://schemas.openxmlformats.org/drawingml/2006/main">
            <a:off x="6400800" y="5810250"/>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[3.5,4) 的中点：3.75</a:t>
            </a:r>
          </a:p>
        </p:txBody>
      </p:sp>
    </p:spTree>
    <p:extLst>
      <p:ext uri="{BB962C8B-B14F-4D97-AF65-F5344CB8AC3E}">
        <p14:creationId xmlns:p14="http://schemas.microsoft.com/office/powerpoint/2010/main" val="668672532"/>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FD492E0-1614-4C88-A479-CD0F1ABAF27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888EC00-0445-4E3A-AA06-1167CDDECD56}"/>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548184F-EF6C-49F6-8564-F5EDA12E909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采样率与量化位数，分别控制什么？</a:t>
            </a:r>
          </a:p>
        </p:txBody>
      </p:sp>
      <p:sp>
        <p:nvSpPr>
          <p:cNvPr id="5" name="Connector 4">
            <a:extLst xmlns:a="http://schemas.openxmlformats.org/drawingml/2006/main">
              <a:ext uri="{FF2B5EF4-FFF2-40B4-BE49-F238E27FC236}">
                <a16:creationId xmlns:a16="http://schemas.microsoft.com/office/drawing/2014/main" id="{6CBC8CD5-0F58-48F7-B5CF-6761C12D6309}"/>
              </a:ext>
            </a:extLst>
          </p:cNvPr>
          <p:cNvSpPr>
            <a:spLocks xmlns:a="http://schemas.openxmlformats.org/drawingml/2006/main" noGrp="1"/>
          </p:cNvSpPr>
          <p:nvPr/>
        </p:nvSpPr>
        <p:spPr>
          <a:xfrm xmlns:a="http://schemas.openxmlformats.org/drawingml/2006/main">
            <a:off x="969264" y="3291840"/>
            <a:ext cx="9784080"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6D94508E-B1F0-44CA-AEB6-39331850C165}"/>
              </a:ext>
            </a:extLst>
          </p:cNvPr>
          <p:cNvSpPr>
            <a:spLocks xmlns:a="http://schemas.openxmlformats.org/drawingml/2006/main" noGrp="1"/>
          </p:cNvSpPr>
          <p:nvPr/>
        </p:nvSpPr>
        <p:spPr>
          <a:xfrm xmlns:a="http://schemas.openxmlformats.org/drawingml/2006/main">
            <a:off x="1060704" y="1956816"/>
            <a:ext cx="0" cy="2679191"/>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Connector 8">
            <a:extLst xmlns:a="http://schemas.openxmlformats.org/drawingml/2006/main">
              <a:ext uri="{FF2B5EF4-FFF2-40B4-BE49-F238E27FC236}">
                <a16:creationId xmlns:a16="http://schemas.microsoft.com/office/drawing/2014/main" id="{D1D9D89B-05B7-4877-9F55-77FF82FDDE8F}"/>
              </a:ext>
            </a:extLst>
          </p:cNvPr>
          <p:cNvSpPr>
            <a:spLocks xmlns:a="http://schemas.openxmlformats.org/drawingml/2006/main" noGrp="1"/>
          </p:cNvSpPr>
          <p:nvPr/>
        </p:nvSpPr>
        <p:spPr>
          <a:xfrm xmlns:a="http://schemas.openxmlformats.org/drawingml/2006/main" flipV="1">
            <a:off x="1106424" y="3153678"/>
            <a:ext cx="91440" cy="1107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ACF32E1E-9D58-48DA-BB3B-2A4DA3A569D6}"/>
              </a:ext>
            </a:extLst>
          </p:cNvPr>
          <p:cNvSpPr>
            <a:spLocks xmlns:a="http://schemas.openxmlformats.org/drawingml/2006/main" noGrp="1"/>
          </p:cNvSpPr>
          <p:nvPr/>
        </p:nvSpPr>
        <p:spPr>
          <a:xfrm xmlns:a="http://schemas.openxmlformats.org/drawingml/2006/main" flipV="1">
            <a:off x="1197864" y="3044364"/>
            <a:ext cx="91440" cy="1093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12881943-FF7C-4314-A884-789F9267C2C3}"/>
              </a:ext>
            </a:extLst>
          </p:cNvPr>
          <p:cNvSpPr>
            <a:spLocks xmlns:a="http://schemas.openxmlformats.org/drawingml/2006/main" noGrp="1"/>
          </p:cNvSpPr>
          <p:nvPr/>
        </p:nvSpPr>
        <p:spPr>
          <a:xfrm xmlns:a="http://schemas.openxmlformats.org/drawingml/2006/main" flipV="1">
            <a:off x="1289304" y="2937861"/>
            <a:ext cx="91440" cy="10650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D710B3E5-A11D-4103-ACBF-E8B01960DBE9}"/>
              </a:ext>
            </a:extLst>
          </p:cNvPr>
          <p:cNvSpPr>
            <a:spLocks xmlns:a="http://schemas.openxmlformats.org/drawingml/2006/main" noGrp="1"/>
          </p:cNvSpPr>
          <p:nvPr/>
        </p:nvSpPr>
        <p:spPr>
          <a:xfrm xmlns:a="http://schemas.openxmlformats.org/drawingml/2006/main" flipV="1">
            <a:off x="1380744" y="2835531"/>
            <a:ext cx="91440" cy="1023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4EB7DA19-1B3C-474A-933B-E46E9FF2F656}"/>
              </a:ext>
            </a:extLst>
          </p:cNvPr>
          <p:cNvSpPr>
            <a:spLocks xmlns:a="http://schemas.openxmlformats.org/drawingml/2006/main" noGrp="1"/>
          </p:cNvSpPr>
          <p:nvPr/>
        </p:nvSpPr>
        <p:spPr>
          <a:xfrm xmlns:a="http://schemas.openxmlformats.org/drawingml/2006/main" flipV="1">
            <a:off x="1472184" y="2738680"/>
            <a:ext cx="91440" cy="9685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B671A508-EB2D-44C4-B1BA-9CE31DDB0621}"/>
              </a:ext>
            </a:extLst>
          </p:cNvPr>
          <p:cNvSpPr>
            <a:spLocks xmlns:a="http://schemas.openxmlformats.org/drawingml/2006/main" noGrp="1"/>
          </p:cNvSpPr>
          <p:nvPr/>
        </p:nvSpPr>
        <p:spPr>
          <a:xfrm xmlns:a="http://schemas.openxmlformats.org/drawingml/2006/main" flipV="1">
            <a:off x="1563624" y="2648547"/>
            <a:ext cx="91440" cy="9013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B426F7D2-2154-4938-98D7-E7AD8B0B5750}"/>
              </a:ext>
            </a:extLst>
          </p:cNvPr>
          <p:cNvSpPr>
            <a:spLocks xmlns:a="http://schemas.openxmlformats.org/drawingml/2006/main" noGrp="1"/>
          </p:cNvSpPr>
          <p:nvPr/>
        </p:nvSpPr>
        <p:spPr>
          <a:xfrm xmlns:a="http://schemas.openxmlformats.org/drawingml/2006/main" flipV="1">
            <a:off x="1655064" y="2566283"/>
            <a:ext cx="91440" cy="8226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C076E0EA-A2B1-49B9-885A-E5F40C89A304}"/>
              </a:ext>
            </a:extLst>
          </p:cNvPr>
          <p:cNvSpPr>
            <a:spLocks xmlns:a="http://schemas.openxmlformats.org/drawingml/2006/main" noGrp="1"/>
          </p:cNvSpPr>
          <p:nvPr/>
        </p:nvSpPr>
        <p:spPr>
          <a:xfrm xmlns:a="http://schemas.openxmlformats.org/drawingml/2006/main" flipV="1">
            <a:off x="1746504" y="2492940"/>
            <a:ext cx="91439" cy="7334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F0269687-2784-4876-A4C9-D6B4B458199E}"/>
              </a:ext>
            </a:extLst>
          </p:cNvPr>
          <p:cNvSpPr>
            <a:spLocks xmlns:a="http://schemas.openxmlformats.org/drawingml/2006/main" noGrp="1"/>
          </p:cNvSpPr>
          <p:nvPr/>
        </p:nvSpPr>
        <p:spPr>
          <a:xfrm xmlns:a="http://schemas.openxmlformats.org/drawingml/2006/main" flipV="1">
            <a:off x="1837943" y="2429453"/>
            <a:ext cx="91441" cy="6348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02730AB0-4091-4107-A7A6-5C9E2F722361}"/>
              </a:ext>
            </a:extLst>
          </p:cNvPr>
          <p:cNvSpPr>
            <a:spLocks xmlns:a="http://schemas.openxmlformats.org/drawingml/2006/main" noGrp="1"/>
          </p:cNvSpPr>
          <p:nvPr/>
        </p:nvSpPr>
        <p:spPr>
          <a:xfrm xmlns:a="http://schemas.openxmlformats.org/drawingml/2006/main" flipV="1">
            <a:off x="1929384" y="2376635"/>
            <a:ext cx="91440" cy="528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7E9E2065-252C-45CF-8DBB-D1C10C72E990}"/>
              </a:ext>
            </a:extLst>
          </p:cNvPr>
          <p:cNvSpPr>
            <a:spLocks xmlns:a="http://schemas.openxmlformats.org/drawingml/2006/main" noGrp="1"/>
          </p:cNvSpPr>
          <p:nvPr/>
        </p:nvSpPr>
        <p:spPr>
          <a:xfrm xmlns:a="http://schemas.openxmlformats.org/drawingml/2006/main" flipV="1">
            <a:off x="2020824" y="2335161"/>
            <a:ext cx="91440" cy="4147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72AA36A3-28AE-453C-8790-39DD92809844}"/>
              </a:ext>
            </a:extLst>
          </p:cNvPr>
          <p:cNvSpPr>
            <a:spLocks xmlns:a="http://schemas.openxmlformats.org/drawingml/2006/main" noGrp="1"/>
          </p:cNvSpPr>
          <p:nvPr/>
        </p:nvSpPr>
        <p:spPr>
          <a:xfrm xmlns:a="http://schemas.openxmlformats.org/drawingml/2006/main" flipV="1">
            <a:off x="2112264" y="2305560"/>
            <a:ext cx="91440" cy="2960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41476DC9-524A-4B9D-BF8C-4FD50537DFBE}"/>
              </a:ext>
            </a:extLst>
          </p:cNvPr>
          <p:cNvSpPr>
            <a:spLocks xmlns:a="http://schemas.openxmlformats.org/drawingml/2006/main" noGrp="1"/>
          </p:cNvSpPr>
          <p:nvPr/>
        </p:nvSpPr>
        <p:spPr>
          <a:xfrm xmlns:a="http://schemas.openxmlformats.org/drawingml/2006/main" flipV="1">
            <a:off x="2203704" y="2288210"/>
            <a:ext cx="91440" cy="1735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0E582C9E-5DDF-41E2-9016-858AD4141FBD}"/>
              </a:ext>
            </a:extLst>
          </p:cNvPr>
          <p:cNvSpPr>
            <a:spLocks xmlns:a="http://schemas.openxmlformats.org/drawingml/2006/main" noGrp="1"/>
          </p:cNvSpPr>
          <p:nvPr/>
        </p:nvSpPr>
        <p:spPr>
          <a:xfrm xmlns:a="http://schemas.openxmlformats.org/drawingml/2006/main" flipV="1">
            <a:off x="2295144" y="2283334"/>
            <a:ext cx="91440" cy="487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66073F06-5BB5-4232-98AA-AF442F543D7D}"/>
              </a:ext>
            </a:extLst>
          </p:cNvPr>
          <p:cNvSpPr>
            <a:spLocks xmlns:a="http://schemas.openxmlformats.org/drawingml/2006/main" noGrp="1"/>
          </p:cNvSpPr>
          <p:nvPr/>
        </p:nvSpPr>
        <p:spPr>
          <a:xfrm xmlns:a="http://schemas.openxmlformats.org/drawingml/2006/main">
            <a:off x="2386584" y="2283334"/>
            <a:ext cx="91440" cy="765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34320AC9-9E98-415F-B51C-E5964E8B8B78}"/>
              </a:ext>
            </a:extLst>
          </p:cNvPr>
          <p:cNvSpPr>
            <a:spLocks xmlns:a="http://schemas.openxmlformats.org/drawingml/2006/main" noGrp="1"/>
          </p:cNvSpPr>
          <p:nvPr/>
        </p:nvSpPr>
        <p:spPr>
          <a:xfrm xmlns:a="http://schemas.openxmlformats.org/drawingml/2006/main">
            <a:off x="2478024" y="2290993"/>
            <a:ext cx="91440" cy="2009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82EEBC0E-02BB-4236-BDCF-3E73FD0D5423}"/>
              </a:ext>
            </a:extLst>
          </p:cNvPr>
          <p:cNvSpPr>
            <a:spLocks xmlns:a="http://schemas.openxmlformats.org/drawingml/2006/main" noGrp="1"/>
          </p:cNvSpPr>
          <p:nvPr/>
        </p:nvSpPr>
        <p:spPr>
          <a:xfrm xmlns:a="http://schemas.openxmlformats.org/drawingml/2006/main">
            <a:off x="2569464" y="2311090"/>
            <a:ext cx="91440" cy="322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44E670CA-55CF-4A85-9D47-87D06C9E87CE}"/>
              </a:ext>
            </a:extLst>
          </p:cNvPr>
          <p:cNvSpPr>
            <a:spLocks xmlns:a="http://schemas.openxmlformats.org/drawingml/2006/main" noGrp="1"/>
          </p:cNvSpPr>
          <p:nvPr/>
        </p:nvSpPr>
        <p:spPr>
          <a:xfrm xmlns:a="http://schemas.openxmlformats.org/drawingml/2006/main">
            <a:off x="2660904" y="2343368"/>
            <a:ext cx="91440" cy="4404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16F73232-10E1-4398-BE17-A53274080168}"/>
              </a:ext>
            </a:extLst>
          </p:cNvPr>
          <p:cNvSpPr>
            <a:spLocks xmlns:a="http://schemas.openxmlformats.org/drawingml/2006/main" noGrp="1"/>
          </p:cNvSpPr>
          <p:nvPr/>
        </p:nvSpPr>
        <p:spPr>
          <a:xfrm xmlns:a="http://schemas.openxmlformats.org/drawingml/2006/main">
            <a:off x="2752344" y="2387414"/>
            <a:ext cx="91440" cy="552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0C6F4AED-2389-431E-8CA0-33F03BF09272}"/>
              </a:ext>
            </a:extLst>
          </p:cNvPr>
          <p:cNvSpPr>
            <a:spLocks xmlns:a="http://schemas.openxmlformats.org/drawingml/2006/main" noGrp="1"/>
          </p:cNvSpPr>
          <p:nvPr/>
        </p:nvSpPr>
        <p:spPr>
          <a:xfrm xmlns:a="http://schemas.openxmlformats.org/drawingml/2006/main">
            <a:off x="2843784" y="2442666"/>
            <a:ext cx="91440" cy="657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DA2BBCFF-700B-4D53-948A-CCD56A72D3CA}"/>
              </a:ext>
            </a:extLst>
          </p:cNvPr>
          <p:cNvSpPr>
            <a:spLocks xmlns:a="http://schemas.openxmlformats.org/drawingml/2006/main" noGrp="1"/>
          </p:cNvSpPr>
          <p:nvPr/>
        </p:nvSpPr>
        <p:spPr>
          <a:xfrm xmlns:a="http://schemas.openxmlformats.org/drawingml/2006/main">
            <a:off x="2935224" y="2508418"/>
            <a:ext cx="91440" cy="7541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E05D58F2-E923-4C07-9251-CCDA0E06D3F8}"/>
              </a:ext>
            </a:extLst>
          </p:cNvPr>
          <p:cNvSpPr>
            <a:spLocks xmlns:a="http://schemas.openxmlformats.org/drawingml/2006/main" noGrp="1"/>
          </p:cNvSpPr>
          <p:nvPr/>
        </p:nvSpPr>
        <p:spPr>
          <a:xfrm xmlns:a="http://schemas.openxmlformats.org/drawingml/2006/main">
            <a:off x="3026664" y="2583829"/>
            <a:ext cx="91440" cy="8410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AA1952D8-9305-465F-8094-0CAF66E6531C}"/>
              </a:ext>
            </a:extLst>
          </p:cNvPr>
          <p:cNvSpPr>
            <a:spLocks xmlns:a="http://schemas.openxmlformats.org/drawingml/2006/main" noGrp="1"/>
          </p:cNvSpPr>
          <p:nvPr/>
        </p:nvSpPr>
        <p:spPr>
          <a:xfrm xmlns:a="http://schemas.openxmlformats.org/drawingml/2006/main">
            <a:off x="3118104" y="2667936"/>
            <a:ext cx="91440" cy="9172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DED3B25D-559B-48B6-9765-F2A103B4428F}"/>
              </a:ext>
            </a:extLst>
          </p:cNvPr>
          <p:cNvSpPr>
            <a:spLocks xmlns:a="http://schemas.openxmlformats.org/drawingml/2006/main" noGrp="1"/>
          </p:cNvSpPr>
          <p:nvPr/>
        </p:nvSpPr>
        <p:spPr>
          <a:xfrm xmlns:a="http://schemas.openxmlformats.org/drawingml/2006/main">
            <a:off x="3209544" y="2759665"/>
            <a:ext cx="91440" cy="9817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A43B3112-782B-4720-97AE-8F7DD72D73B8}"/>
              </a:ext>
            </a:extLst>
          </p:cNvPr>
          <p:cNvSpPr>
            <a:spLocks xmlns:a="http://schemas.openxmlformats.org/drawingml/2006/main" noGrp="1"/>
          </p:cNvSpPr>
          <p:nvPr/>
        </p:nvSpPr>
        <p:spPr>
          <a:xfrm xmlns:a="http://schemas.openxmlformats.org/drawingml/2006/main">
            <a:off x="3300984" y="2857842"/>
            <a:ext cx="91440" cy="10337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7B278BBE-F1CC-4DDD-8881-BC8B9BFE5A95}"/>
              </a:ext>
            </a:extLst>
          </p:cNvPr>
          <p:cNvSpPr>
            <a:spLocks xmlns:a="http://schemas.openxmlformats.org/drawingml/2006/main" noGrp="1"/>
          </p:cNvSpPr>
          <p:nvPr/>
        </p:nvSpPr>
        <p:spPr>
          <a:xfrm xmlns:a="http://schemas.openxmlformats.org/drawingml/2006/main">
            <a:off x="3392424" y="2961215"/>
            <a:ext cx="91440" cy="10724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21A29A8E-6482-4708-9A9F-374B36F1729A}"/>
              </a:ext>
            </a:extLst>
          </p:cNvPr>
          <p:cNvSpPr>
            <a:spLocks xmlns:a="http://schemas.openxmlformats.org/drawingml/2006/main" noGrp="1"/>
          </p:cNvSpPr>
          <p:nvPr/>
        </p:nvSpPr>
        <p:spPr>
          <a:xfrm xmlns:a="http://schemas.openxmlformats.org/drawingml/2006/main">
            <a:off x="3483864" y="3068462"/>
            <a:ext cx="91440" cy="10975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8453F613-E6CB-4F77-A964-E4391AE778B6}"/>
              </a:ext>
            </a:extLst>
          </p:cNvPr>
          <p:cNvSpPr>
            <a:spLocks xmlns:a="http://schemas.openxmlformats.org/drawingml/2006/main" noGrp="1"/>
          </p:cNvSpPr>
          <p:nvPr/>
        </p:nvSpPr>
        <p:spPr>
          <a:xfrm xmlns:a="http://schemas.openxmlformats.org/drawingml/2006/main">
            <a:off x="3575304" y="3178212"/>
            <a:ext cx="91440" cy="1108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B2BD2320-BF50-4F93-B6DB-DF55C599A9F4}"/>
              </a:ext>
            </a:extLst>
          </p:cNvPr>
          <p:cNvSpPr>
            <a:spLocks xmlns:a="http://schemas.openxmlformats.org/drawingml/2006/main" noGrp="1"/>
          </p:cNvSpPr>
          <p:nvPr/>
        </p:nvSpPr>
        <p:spPr>
          <a:xfrm xmlns:a="http://schemas.openxmlformats.org/drawingml/2006/main">
            <a:off x="3666744" y="3289064"/>
            <a:ext cx="91439" cy="11053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50C38154-4ECB-405C-B0F6-2EBF5D50D2A6}"/>
              </a:ext>
            </a:extLst>
          </p:cNvPr>
          <p:cNvSpPr>
            <a:spLocks xmlns:a="http://schemas.openxmlformats.org/drawingml/2006/main" noGrp="1"/>
          </p:cNvSpPr>
          <p:nvPr/>
        </p:nvSpPr>
        <p:spPr>
          <a:xfrm xmlns:a="http://schemas.openxmlformats.org/drawingml/2006/main">
            <a:off x="3758183" y="3399601"/>
            <a:ext cx="91441" cy="1088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6E9F01E2-CB81-4B98-84FB-8602EAF3A792}"/>
              </a:ext>
            </a:extLst>
          </p:cNvPr>
          <p:cNvSpPr>
            <a:spLocks xmlns:a="http://schemas.openxmlformats.org/drawingml/2006/main" noGrp="1"/>
          </p:cNvSpPr>
          <p:nvPr/>
        </p:nvSpPr>
        <p:spPr>
          <a:xfrm xmlns:a="http://schemas.openxmlformats.org/drawingml/2006/main">
            <a:off x="3849624" y="3508410"/>
            <a:ext cx="91440" cy="10569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0182E8BD-F3B3-40FE-844D-67839BEFD4B3}"/>
              </a:ext>
            </a:extLst>
          </p:cNvPr>
          <p:cNvSpPr>
            <a:spLocks xmlns:a="http://schemas.openxmlformats.org/drawingml/2006/main" noGrp="1"/>
          </p:cNvSpPr>
          <p:nvPr/>
        </p:nvSpPr>
        <p:spPr>
          <a:xfrm xmlns:a="http://schemas.openxmlformats.org/drawingml/2006/main">
            <a:off x="3941064" y="3614101"/>
            <a:ext cx="91440" cy="10122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ED1BCBF5-B8D4-4CDF-9FA1-ABC2CA5AE1DB}"/>
              </a:ext>
            </a:extLst>
          </p:cNvPr>
          <p:cNvSpPr>
            <a:spLocks xmlns:a="http://schemas.openxmlformats.org/drawingml/2006/main" noGrp="1"/>
          </p:cNvSpPr>
          <p:nvPr/>
        </p:nvSpPr>
        <p:spPr>
          <a:xfrm xmlns:a="http://schemas.openxmlformats.org/drawingml/2006/main">
            <a:off x="4032504" y="3715325"/>
            <a:ext cx="91440" cy="9546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F87B50FB-AA5E-4E1A-BD78-37A000F1C58C}"/>
              </a:ext>
            </a:extLst>
          </p:cNvPr>
          <p:cNvSpPr>
            <a:spLocks xmlns:a="http://schemas.openxmlformats.org/drawingml/2006/main" noGrp="1"/>
          </p:cNvSpPr>
          <p:nvPr/>
        </p:nvSpPr>
        <p:spPr>
          <a:xfrm xmlns:a="http://schemas.openxmlformats.org/drawingml/2006/main">
            <a:off x="4123944" y="3810787"/>
            <a:ext cx="91440" cy="8848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EEBCD018-D166-41CA-BC70-3B5F67AF09BE}"/>
              </a:ext>
            </a:extLst>
          </p:cNvPr>
          <p:cNvSpPr>
            <a:spLocks xmlns:a="http://schemas.openxmlformats.org/drawingml/2006/main" noGrp="1"/>
          </p:cNvSpPr>
          <p:nvPr/>
        </p:nvSpPr>
        <p:spPr>
          <a:xfrm xmlns:a="http://schemas.openxmlformats.org/drawingml/2006/main">
            <a:off x="4215384" y="3899267"/>
            <a:ext cx="91440" cy="8036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33757F5B-35BE-496E-844E-4F640E5D6300}"/>
              </a:ext>
            </a:extLst>
          </p:cNvPr>
          <p:cNvSpPr>
            <a:spLocks xmlns:a="http://schemas.openxmlformats.org/drawingml/2006/main" noGrp="1"/>
          </p:cNvSpPr>
          <p:nvPr/>
        </p:nvSpPr>
        <p:spPr>
          <a:xfrm xmlns:a="http://schemas.openxmlformats.org/drawingml/2006/main">
            <a:off x="4306824" y="3979636"/>
            <a:ext cx="91440" cy="712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492134D0-61BA-4FA3-A6D5-385D9AF20010}"/>
              </a:ext>
            </a:extLst>
          </p:cNvPr>
          <p:cNvSpPr>
            <a:spLocks xmlns:a="http://schemas.openxmlformats.org/drawingml/2006/main" noGrp="1"/>
          </p:cNvSpPr>
          <p:nvPr/>
        </p:nvSpPr>
        <p:spPr>
          <a:xfrm xmlns:a="http://schemas.openxmlformats.org/drawingml/2006/main">
            <a:off x="4398264" y="4050866"/>
            <a:ext cx="91440" cy="6118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C4E89ADB-3E8A-4372-848B-38C53944F358}"/>
              </a:ext>
            </a:extLst>
          </p:cNvPr>
          <p:cNvSpPr>
            <a:spLocks xmlns:a="http://schemas.openxmlformats.org/drawingml/2006/main" noGrp="1"/>
          </p:cNvSpPr>
          <p:nvPr/>
        </p:nvSpPr>
        <p:spPr>
          <a:xfrm xmlns:a="http://schemas.openxmlformats.org/drawingml/2006/main">
            <a:off x="4489704" y="4112047"/>
            <a:ext cx="91440" cy="5035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19880D37-36A3-4497-821A-B0D2DDE741C3}"/>
              </a:ext>
            </a:extLst>
          </p:cNvPr>
          <p:cNvSpPr>
            <a:spLocks xmlns:a="http://schemas.openxmlformats.org/drawingml/2006/main" noGrp="1"/>
          </p:cNvSpPr>
          <p:nvPr/>
        </p:nvSpPr>
        <p:spPr>
          <a:xfrm xmlns:a="http://schemas.openxmlformats.org/drawingml/2006/main">
            <a:off x="4581144" y="4162397"/>
            <a:ext cx="91440" cy="3887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5FECE86F-7AED-4CCC-817F-5F1369D40398}"/>
              </a:ext>
            </a:extLst>
          </p:cNvPr>
          <p:cNvSpPr>
            <a:spLocks xmlns:a="http://schemas.openxmlformats.org/drawingml/2006/main" noGrp="1"/>
          </p:cNvSpPr>
          <p:nvPr/>
        </p:nvSpPr>
        <p:spPr>
          <a:xfrm xmlns:a="http://schemas.openxmlformats.org/drawingml/2006/main">
            <a:off x="4672584" y="4201274"/>
            <a:ext cx="91440" cy="2690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CC25ED13-0234-4C81-BF86-B7EDD2B96A1F}"/>
              </a:ext>
            </a:extLst>
          </p:cNvPr>
          <p:cNvSpPr>
            <a:spLocks xmlns:a="http://schemas.openxmlformats.org/drawingml/2006/main" noGrp="1"/>
          </p:cNvSpPr>
          <p:nvPr/>
        </p:nvSpPr>
        <p:spPr>
          <a:xfrm xmlns:a="http://schemas.openxmlformats.org/drawingml/2006/main">
            <a:off x="4764024" y="4228180"/>
            <a:ext cx="91440" cy="1459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B4193997-0B22-4F53-B134-772A1C9ECEAB}"/>
              </a:ext>
            </a:extLst>
          </p:cNvPr>
          <p:cNvSpPr>
            <a:spLocks xmlns:a="http://schemas.openxmlformats.org/drawingml/2006/main" noGrp="1"/>
          </p:cNvSpPr>
          <p:nvPr/>
        </p:nvSpPr>
        <p:spPr>
          <a:xfrm xmlns:a="http://schemas.openxmlformats.org/drawingml/2006/main">
            <a:off x="4855464" y="4242771"/>
            <a:ext cx="91440" cy="209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2514074A-AC50-4B7D-9506-18F8D497EB4D}"/>
              </a:ext>
            </a:extLst>
          </p:cNvPr>
          <p:cNvSpPr>
            <a:spLocks xmlns:a="http://schemas.openxmlformats.org/drawingml/2006/main" noGrp="1"/>
          </p:cNvSpPr>
          <p:nvPr/>
        </p:nvSpPr>
        <p:spPr>
          <a:xfrm xmlns:a="http://schemas.openxmlformats.org/drawingml/2006/main" flipV="1">
            <a:off x="4946904" y="4234424"/>
            <a:ext cx="91440" cy="1043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96601F15-E7BE-4F14-88BA-474D85412847}"/>
              </a:ext>
            </a:extLst>
          </p:cNvPr>
          <p:cNvSpPr>
            <a:spLocks xmlns:a="http://schemas.openxmlformats.org/drawingml/2006/main" noGrp="1"/>
          </p:cNvSpPr>
          <p:nvPr/>
        </p:nvSpPr>
        <p:spPr>
          <a:xfrm xmlns:a="http://schemas.openxmlformats.org/drawingml/2006/main" flipV="1">
            <a:off x="5038344" y="4211593"/>
            <a:ext cx="91440" cy="228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1B55D072-845B-4999-A3AA-51F4C2C9814C}"/>
              </a:ext>
            </a:extLst>
          </p:cNvPr>
          <p:cNvSpPr>
            <a:spLocks xmlns:a="http://schemas.openxmlformats.org/drawingml/2006/main" noGrp="1"/>
          </p:cNvSpPr>
          <p:nvPr/>
        </p:nvSpPr>
        <p:spPr>
          <a:xfrm xmlns:a="http://schemas.openxmlformats.org/drawingml/2006/main" flipV="1">
            <a:off x="5129784" y="4176659"/>
            <a:ext cx="91440" cy="3493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3F56C43A-4917-41F4-A85B-B745876B2923}"/>
              </a:ext>
            </a:extLst>
          </p:cNvPr>
          <p:cNvSpPr>
            <a:spLocks xmlns:a="http://schemas.openxmlformats.org/drawingml/2006/main" noGrp="1"/>
          </p:cNvSpPr>
          <p:nvPr/>
        </p:nvSpPr>
        <p:spPr>
          <a:xfrm xmlns:a="http://schemas.openxmlformats.org/drawingml/2006/main" flipV="1">
            <a:off x="5221224" y="4130069"/>
            <a:ext cx="91440" cy="4659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9CA8657A-C13A-4E34-924D-93A28BB9521E}"/>
              </a:ext>
            </a:extLst>
          </p:cNvPr>
          <p:cNvSpPr>
            <a:spLocks xmlns:a="http://schemas.openxmlformats.org/drawingml/2006/main" noGrp="1"/>
          </p:cNvSpPr>
          <p:nvPr/>
        </p:nvSpPr>
        <p:spPr>
          <a:xfrm xmlns:a="http://schemas.openxmlformats.org/drawingml/2006/main" flipV="1">
            <a:off x="5312664" y="4072417"/>
            <a:ext cx="91439" cy="576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9D054910-1F14-4329-8CB1-F47DA0BD1687}"/>
              </a:ext>
            </a:extLst>
          </p:cNvPr>
          <p:cNvSpPr>
            <a:spLocks xmlns:a="http://schemas.openxmlformats.org/drawingml/2006/main" noGrp="1"/>
          </p:cNvSpPr>
          <p:nvPr/>
        </p:nvSpPr>
        <p:spPr>
          <a:xfrm xmlns:a="http://schemas.openxmlformats.org/drawingml/2006/main" flipV="1">
            <a:off x="5404103" y="4004442"/>
            <a:ext cx="91441" cy="6797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056BE2DB-5A24-48F3-A4D0-06FD3AF61D95}"/>
              </a:ext>
            </a:extLst>
          </p:cNvPr>
          <p:cNvSpPr>
            <a:spLocks xmlns:a="http://schemas.openxmlformats.org/drawingml/2006/main" noGrp="1"/>
          </p:cNvSpPr>
          <p:nvPr/>
        </p:nvSpPr>
        <p:spPr>
          <a:xfrm xmlns:a="http://schemas.openxmlformats.org/drawingml/2006/main" flipV="1">
            <a:off x="5495544" y="3927011"/>
            <a:ext cx="91440" cy="774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74738767-A53A-4729-8D41-05F2406DE247}"/>
              </a:ext>
            </a:extLst>
          </p:cNvPr>
          <p:cNvSpPr>
            <a:spLocks xmlns:a="http://schemas.openxmlformats.org/drawingml/2006/main" noGrp="1"/>
          </p:cNvSpPr>
          <p:nvPr/>
        </p:nvSpPr>
        <p:spPr>
          <a:xfrm xmlns:a="http://schemas.openxmlformats.org/drawingml/2006/main" flipV="1">
            <a:off x="5586984" y="3841114"/>
            <a:ext cx="91440" cy="8589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BBACACEC-21CE-41A9-805B-B73EF9D16C3E}"/>
              </a:ext>
            </a:extLst>
          </p:cNvPr>
          <p:cNvSpPr>
            <a:spLocks xmlns:a="http://schemas.openxmlformats.org/drawingml/2006/main" noGrp="1"/>
          </p:cNvSpPr>
          <p:nvPr/>
        </p:nvSpPr>
        <p:spPr>
          <a:xfrm xmlns:a="http://schemas.openxmlformats.org/drawingml/2006/main" flipV="1">
            <a:off x="5678424" y="3747848"/>
            <a:ext cx="91440" cy="9326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F46AA1AD-B7C8-43C2-AC83-A9EC0DA98F6C}"/>
              </a:ext>
            </a:extLst>
          </p:cNvPr>
          <p:cNvSpPr>
            <a:spLocks xmlns:a="http://schemas.openxmlformats.org/drawingml/2006/main" noGrp="1"/>
          </p:cNvSpPr>
          <p:nvPr/>
        </p:nvSpPr>
        <p:spPr>
          <a:xfrm xmlns:a="http://schemas.openxmlformats.org/drawingml/2006/main" flipV="1">
            <a:off x="5769864" y="3648404"/>
            <a:ext cx="91440" cy="9944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C863B3F0-A3DB-44F1-A6D0-7F3FD68A4888}"/>
              </a:ext>
            </a:extLst>
          </p:cNvPr>
          <p:cNvSpPr>
            <a:spLocks xmlns:a="http://schemas.openxmlformats.org/drawingml/2006/main" noGrp="1"/>
          </p:cNvSpPr>
          <p:nvPr/>
        </p:nvSpPr>
        <p:spPr>
          <a:xfrm xmlns:a="http://schemas.openxmlformats.org/drawingml/2006/main" flipV="1">
            <a:off x="5861304" y="3544054"/>
            <a:ext cx="91440" cy="10435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B6D9D22F-E629-419D-92B3-F22AC8DD1707}"/>
              </a:ext>
            </a:extLst>
          </p:cNvPr>
          <p:cNvSpPr>
            <a:spLocks xmlns:a="http://schemas.openxmlformats.org/drawingml/2006/main" noGrp="1"/>
          </p:cNvSpPr>
          <p:nvPr/>
        </p:nvSpPr>
        <p:spPr>
          <a:xfrm xmlns:a="http://schemas.openxmlformats.org/drawingml/2006/main" flipV="1">
            <a:off x="5952744" y="3436132"/>
            <a:ext cx="91440" cy="10792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48813B5D-333D-423C-81E1-4B99763F4F54}"/>
              </a:ext>
            </a:extLst>
          </p:cNvPr>
          <p:cNvSpPr>
            <a:spLocks xmlns:a="http://schemas.openxmlformats.org/drawingml/2006/main" noGrp="1"/>
          </p:cNvSpPr>
          <p:nvPr/>
        </p:nvSpPr>
        <p:spPr>
          <a:xfrm xmlns:a="http://schemas.openxmlformats.org/drawingml/2006/main" flipV="1">
            <a:off x="6044184" y="3326014"/>
            <a:ext cx="91440" cy="1101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118E7580-6F77-4935-A2C7-A86835991425}"/>
              </a:ext>
            </a:extLst>
          </p:cNvPr>
          <p:cNvSpPr>
            <a:spLocks xmlns:a="http://schemas.openxmlformats.org/drawingml/2006/main" noGrp="1"/>
          </p:cNvSpPr>
          <p:nvPr/>
        </p:nvSpPr>
        <p:spPr>
          <a:xfrm xmlns:a="http://schemas.openxmlformats.org/drawingml/2006/main" flipV="1">
            <a:off x="6135624" y="3215110"/>
            <a:ext cx="91440" cy="11090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585FA919-90B2-426D-9969-3D13B478D2AF}"/>
              </a:ext>
            </a:extLst>
          </p:cNvPr>
          <p:cNvSpPr>
            <a:spLocks xmlns:a="http://schemas.openxmlformats.org/drawingml/2006/main" noGrp="1"/>
          </p:cNvSpPr>
          <p:nvPr/>
        </p:nvSpPr>
        <p:spPr>
          <a:xfrm xmlns:a="http://schemas.openxmlformats.org/drawingml/2006/main" flipV="1">
            <a:off x="6227064" y="3104836"/>
            <a:ext cx="91439" cy="11027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D1AF7895-5828-4C4F-B664-4EE707845013}"/>
              </a:ext>
            </a:extLst>
          </p:cNvPr>
          <p:cNvSpPr>
            <a:spLocks xmlns:a="http://schemas.openxmlformats.org/drawingml/2006/main" noGrp="1"/>
          </p:cNvSpPr>
          <p:nvPr/>
        </p:nvSpPr>
        <p:spPr>
          <a:xfrm xmlns:a="http://schemas.openxmlformats.org/drawingml/2006/main" flipV="1">
            <a:off x="6318503" y="2996600"/>
            <a:ext cx="91441" cy="10823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D7996BC0-0CB4-454E-B862-73F0878F08E0}"/>
              </a:ext>
            </a:extLst>
          </p:cNvPr>
          <p:cNvSpPr>
            <a:spLocks xmlns:a="http://schemas.openxmlformats.org/drawingml/2006/main" noGrp="1"/>
          </p:cNvSpPr>
          <p:nvPr/>
        </p:nvSpPr>
        <p:spPr>
          <a:xfrm xmlns:a="http://schemas.openxmlformats.org/drawingml/2006/main" flipV="1">
            <a:off x="6409944" y="2891787"/>
            <a:ext cx="91439" cy="10481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222FB6A8-78A3-4700-ACB3-F4C9D2B80F4A}"/>
              </a:ext>
            </a:extLst>
          </p:cNvPr>
          <p:cNvSpPr>
            <a:spLocks xmlns:a="http://schemas.openxmlformats.org/drawingml/2006/main" noGrp="1"/>
          </p:cNvSpPr>
          <p:nvPr/>
        </p:nvSpPr>
        <p:spPr>
          <a:xfrm xmlns:a="http://schemas.openxmlformats.org/drawingml/2006/main" flipV="1">
            <a:off x="6501383" y="2791734"/>
            <a:ext cx="91441" cy="10005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A14AB74E-BB93-4D57-A9D2-244B3D0F91F8}"/>
              </a:ext>
            </a:extLst>
          </p:cNvPr>
          <p:cNvSpPr>
            <a:spLocks xmlns:a="http://schemas.openxmlformats.org/drawingml/2006/main" noGrp="1"/>
          </p:cNvSpPr>
          <p:nvPr/>
        </p:nvSpPr>
        <p:spPr>
          <a:xfrm xmlns:a="http://schemas.openxmlformats.org/drawingml/2006/main" flipV="1">
            <a:off x="6592824" y="2697721"/>
            <a:ext cx="91440" cy="9401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0C26D157-54B6-4BAB-9423-EAB712F8B96C}"/>
              </a:ext>
            </a:extLst>
          </p:cNvPr>
          <p:cNvSpPr>
            <a:spLocks xmlns:a="http://schemas.openxmlformats.org/drawingml/2006/main" noGrp="1"/>
          </p:cNvSpPr>
          <p:nvPr/>
        </p:nvSpPr>
        <p:spPr>
          <a:xfrm xmlns:a="http://schemas.openxmlformats.org/drawingml/2006/main" flipV="1">
            <a:off x="6684264" y="2610949"/>
            <a:ext cx="91440" cy="8677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55AF30B7-F36F-4F0D-8799-8230206F5086}"/>
              </a:ext>
            </a:extLst>
          </p:cNvPr>
          <p:cNvSpPr>
            <a:spLocks xmlns:a="http://schemas.openxmlformats.org/drawingml/2006/main" noGrp="1"/>
          </p:cNvSpPr>
          <p:nvPr/>
        </p:nvSpPr>
        <p:spPr>
          <a:xfrm xmlns:a="http://schemas.openxmlformats.org/drawingml/2006/main" flipV="1">
            <a:off x="6775704" y="2532526"/>
            <a:ext cx="91440" cy="7842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B79F8A0C-B8CA-48E8-A778-4463527BF2A7}"/>
              </a:ext>
            </a:extLst>
          </p:cNvPr>
          <p:cNvSpPr>
            <a:spLocks xmlns:a="http://schemas.openxmlformats.org/drawingml/2006/main" noGrp="1"/>
          </p:cNvSpPr>
          <p:nvPr/>
        </p:nvSpPr>
        <p:spPr>
          <a:xfrm xmlns:a="http://schemas.openxmlformats.org/drawingml/2006/main" flipV="1">
            <a:off x="6867144" y="2463455"/>
            <a:ext cx="91440" cy="6907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E306F80C-2DEF-41D6-AC82-8892B99BDEF7}"/>
              </a:ext>
            </a:extLst>
          </p:cNvPr>
          <p:cNvSpPr>
            <a:spLocks xmlns:a="http://schemas.openxmlformats.org/drawingml/2006/main" noGrp="1"/>
          </p:cNvSpPr>
          <p:nvPr/>
        </p:nvSpPr>
        <p:spPr>
          <a:xfrm xmlns:a="http://schemas.openxmlformats.org/drawingml/2006/main" flipV="1">
            <a:off x="6958584" y="2404618"/>
            <a:ext cx="91440" cy="5883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9DBA26BA-AD7B-4533-820D-8F23AD4A7FB9}"/>
              </a:ext>
            </a:extLst>
          </p:cNvPr>
          <p:cNvSpPr>
            <a:spLocks xmlns:a="http://schemas.openxmlformats.org/drawingml/2006/main" noGrp="1"/>
          </p:cNvSpPr>
          <p:nvPr/>
        </p:nvSpPr>
        <p:spPr>
          <a:xfrm xmlns:a="http://schemas.openxmlformats.org/drawingml/2006/main" flipV="1">
            <a:off x="7050024" y="2356767"/>
            <a:ext cx="91440" cy="4785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459C5010-DB98-4E58-95F7-E0FEDF9E3434}"/>
              </a:ext>
            </a:extLst>
          </p:cNvPr>
          <p:cNvSpPr>
            <a:spLocks xmlns:a="http://schemas.openxmlformats.org/drawingml/2006/main" noGrp="1"/>
          </p:cNvSpPr>
          <p:nvPr/>
        </p:nvSpPr>
        <p:spPr>
          <a:xfrm xmlns:a="http://schemas.openxmlformats.org/drawingml/2006/main" flipV="1">
            <a:off x="7141464" y="2320513"/>
            <a:ext cx="91440" cy="3625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BE55759C-3235-45E6-8B9A-7901748CAD60}"/>
              </a:ext>
            </a:extLst>
          </p:cNvPr>
          <p:cNvSpPr>
            <a:spLocks xmlns:a="http://schemas.openxmlformats.org/drawingml/2006/main" noGrp="1"/>
          </p:cNvSpPr>
          <p:nvPr/>
        </p:nvSpPr>
        <p:spPr>
          <a:xfrm xmlns:a="http://schemas.openxmlformats.org/drawingml/2006/main" flipV="1">
            <a:off x="7232904" y="2296319"/>
            <a:ext cx="91440" cy="2419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D2949AF3-5D0E-440C-8E7C-67535D8CCD80}"/>
              </a:ext>
            </a:extLst>
          </p:cNvPr>
          <p:cNvSpPr>
            <a:spLocks xmlns:a="http://schemas.openxmlformats.org/drawingml/2006/main" noGrp="1"/>
          </p:cNvSpPr>
          <p:nvPr/>
        </p:nvSpPr>
        <p:spPr>
          <a:xfrm xmlns:a="http://schemas.openxmlformats.org/drawingml/2006/main" flipV="1">
            <a:off x="7324344" y="2284496"/>
            <a:ext cx="91439" cy="1182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BA3F592F-C1AB-47C3-9906-9C812FA3CDC9}"/>
              </a:ext>
            </a:extLst>
          </p:cNvPr>
          <p:cNvSpPr>
            <a:spLocks xmlns:a="http://schemas.openxmlformats.org/drawingml/2006/main" noGrp="1"/>
          </p:cNvSpPr>
          <p:nvPr/>
        </p:nvSpPr>
        <p:spPr>
          <a:xfrm xmlns:a="http://schemas.openxmlformats.org/drawingml/2006/main">
            <a:off x="7415783" y="2284496"/>
            <a:ext cx="91441" cy="69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C78ADE18-FB28-4C89-BB33-1E644C53B0EC}"/>
              </a:ext>
            </a:extLst>
          </p:cNvPr>
          <p:cNvSpPr>
            <a:spLocks xmlns:a="http://schemas.openxmlformats.org/drawingml/2006/main" noGrp="1"/>
          </p:cNvSpPr>
          <p:nvPr/>
        </p:nvSpPr>
        <p:spPr>
          <a:xfrm xmlns:a="http://schemas.openxmlformats.org/drawingml/2006/main">
            <a:off x="7507224" y="2285192"/>
            <a:ext cx="91439" cy="132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9461093C-6F94-4116-A9AB-76B7FD4F7174}"/>
              </a:ext>
            </a:extLst>
          </p:cNvPr>
          <p:cNvSpPr>
            <a:spLocks xmlns:a="http://schemas.openxmlformats.org/drawingml/2006/main" noGrp="1"/>
          </p:cNvSpPr>
          <p:nvPr/>
        </p:nvSpPr>
        <p:spPr>
          <a:xfrm xmlns:a="http://schemas.openxmlformats.org/drawingml/2006/main">
            <a:off x="7598663" y="2298401"/>
            <a:ext cx="91441" cy="255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72285B1C-8BDE-4C94-AE55-F3E1D7BC54C5}"/>
              </a:ext>
            </a:extLst>
          </p:cNvPr>
          <p:cNvSpPr>
            <a:spLocks xmlns:a="http://schemas.openxmlformats.org/drawingml/2006/main" noGrp="1"/>
          </p:cNvSpPr>
          <p:nvPr/>
        </p:nvSpPr>
        <p:spPr>
          <a:xfrm xmlns:a="http://schemas.openxmlformats.org/drawingml/2006/main">
            <a:off x="7690104" y="2323953"/>
            <a:ext cx="91440" cy="3756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394AB514-A27B-4C87-A956-DCE1D3BF6250}"/>
              </a:ext>
            </a:extLst>
          </p:cNvPr>
          <p:cNvSpPr>
            <a:spLocks xmlns:a="http://schemas.openxmlformats.org/drawingml/2006/main" noGrp="1"/>
          </p:cNvSpPr>
          <p:nvPr/>
        </p:nvSpPr>
        <p:spPr>
          <a:xfrm xmlns:a="http://schemas.openxmlformats.org/drawingml/2006/main">
            <a:off x="7781544" y="2361521"/>
            <a:ext cx="91439" cy="4910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CC01C1D3-9238-4A43-A9B3-B4558FDCF62B}"/>
              </a:ext>
            </a:extLst>
          </p:cNvPr>
          <p:cNvSpPr>
            <a:spLocks xmlns:a="http://schemas.openxmlformats.org/drawingml/2006/main" noGrp="1"/>
          </p:cNvSpPr>
          <p:nvPr/>
        </p:nvSpPr>
        <p:spPr>
          <a:xfrm xmlns:a="http://schemas.openxmlformats.org/drawingml/2006/main">
            <a:off x="7872983" y="2410626"/>
            <a:ext cx="91441" cy="600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94B91D90-2E19-4211-AE6D-989E79F09539}"/>
              </a:ext>
            </a:extLst>
          </p:cNvPr>
          <p:cNvSpPr>
            <a:spLocks xmlns:a="http://schemas.openxmlformats.org/drawingml/2006/main" noGrp="1"/>
          </p:cNvSpPr>
          <p:nvPr/>
        </p:nvSpPr>
        <p:spPr>
          <a:xfrm xmlns:a="http://schemas.openxmlformats.org/drawingml/2006/main">
            <a:off x="7964424" y="2470640"/>
            <a:ext cx="91439" cy="7015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690783DE-3B8E-4393-A629-6D7F8185CCD8}"/>
              </a:ext>
            </a:extLst>
          </p:cNvPr>
          <p:cNvSpPr>
            <a:spLocks xmlns:a="http://schemas.openxmlformats.org/drawingml/2006/main" noGrp="1"/>
          </p:cNvSpPr>
          <p:nvPr/>
        </p:nvSpPr>
        <p:spPr>
          <a:xfrm xmlns:a="http://schemas.openxmlformats.org/drawingml/2006/main">
            <a:off x="8055863" y="2540796"/>
            <a:ext cx="91441" cy="7940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7302A597-A1A5-43C6-BA39-3047E5D4F69E}"/>
              </a:ext>
            </a:extLst>
          </p:cNvPr>
          <p:cNvSpPr>
            <a:spLocks xmlns:a="http://schemas.openxmlformats.org/drawingml/2006/main" noGrp="1"/>
          </p:cNvSpPr>
          <p:nvPr/>
        </p:nvSpPr>
        <p:spPr>
          <a:xfrm xmlns:a="http://schemas.openxmlformats.org/drawingml/2006/main">
            <a:off x="8147304" y="2620198"/>
            <a:ext cx="91440" cy="8763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230AE398-B3CC-4C94-A42E-407C4BDF9600}"/>
              </a:ext>
            </a:extLst>
          </p:cNvPr>
          <p:cNvSpPr>
            <a:spLocks xmlns:a="http://schemas.openxmlformats.org/drawingml/2006/main" noGrp="1"/>
          </p:cNvSpPr>
          <p:nvPr/>
        </p:nvSpPr>
        <p:spPr>
          <a:xfrm xmlns:a="http://schemas.openxmlformats.org/drawingml/2006/main">
            <a:off x="8238744" y="2707831"/>
            <a:ext cx="91439" cy="9474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D683384E-945E-4F71-947D-3BC780301D74}"/>
              </a:ext>
            </a:extLst>
          </p:cNvPr>
          <p:cNvSpPr>
            <a:spLocks xmlns:a="http://schemas.openxmlformats.org/drawingml/2006/main" noGrp="1"/>
          </p:cNvSpPr>
          <p:nvPr/>
        </p:nvSpPr>
        <p:spPr>
          <a:xfrm xmlns:a="http://schemas.openxmlformats.org/drawingml/2006/main">
            <a:off x="8330183" y="2802576"/>
            <a:ext cx="91441" cy="10064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B8980667-05EA-4398-B56B-C03CAE8C309A}"/>
              </a:ext>
            </a:extLst>
          </p:cNvPr>
          <p:cNvSpPr>
            <a:spLocks xmlns:a="http://schemas.openxmlformats.org/drawingml/2006/main" noGrp="1"/>
          </p:cNvSpPr>
          <p:nvPr/>
        </p:nvSpPr>
        <p:spPr>
          <a:xfrm xmlns:a="http://schemas.openxmlformats.org/drawingml/2006/main">
            <a:off x="8421624" y="2903222"/>
            <a:ext cx="91440" cy="10526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7387C0ED-E39B-4023-AB84-7226FBB4FA24}"/>
              </a:ext>
            </a:extLst>
          </p:cNvPr>
          <p:cNvSpPr>
            <a:spLocks xmlns:a="http://schemas.openxmlformats.org/drawingml/2006/main" noGrp="1"/>
          </p:cNvSpPr>
          <p:nvPr/>
        </p:nvSpPr>
        <p:spPr>
          <a:xfrm xmlns:a="http://schemas.openxmlformats.org/drawingml/2006/main">
            <a:off x="8513064" y="3008483"/>
            <a:ext cx="91440" cy="1085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C30C55CF-1167-4547-A041-335FEBD30888}"/>
              </a:ext>
            </a:extLst>
          </p:cNvPr>
          <p:cNvSpPr>
            <a:spLocks xmlns:a="http://schemas.openxmlformats.org/drawingml/2006/main" noGrp="1"/>
          </p:cNvSpPr>
          <p:nvPr/>
        </p:nvSpPr>
        <p:spPr>
          <a:xfrm xmlns:a="http://schemas.openxmlformats.org/drawingml/2006/main">
            <a:off x="8604504" y="3117013"/>
            <a:ext cx="91439" cy="11041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3FBA4024-1860-41E0-BB01-600E139FFD55}"/>
              </a:ext>
            </a:extLst>
          </p:cNvPr>
          <p:cNvSpPr>
            <a:spLocks xmlns:a="http://schemas.openxmlformats.org/drawingml/2006/main" noGrp="1"/>
          </p:cNvSpPr>
          <p:nvPr/>
        </p:nvSpPr>
        <p:spPr>
          <a:xfrm xmlns:a="http://schemas.openxmlformats.org/drawingml/2006/main">
            <a:off x="8695943" y="3227428"/>
            <a:ext cx="91441" cy="11088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2E15F903-72B2-4BD0-B961-C842A3E97248}"/>
              </a:ext>
            </a:extLst>
          </p:cNvPr>
          <p:cNvSpPr>
            <a:spLocks xmlns:a="http://schemas.openxmlformats.org/drawingml/2006/main" noGrp="1"/>
          </p:cNvSpPr>
          <p:nvPr/>
        </p:nvSpPr>
        <p:spPr>
          <a:xfrm xmlns:a="http://schemas.openxmlformats.org/drawingml/2006/main">
            <a:off x="8787384" y="3338314"/>
            <a:ext cx="91440" cy="10994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616861DE-DCCA-4DDC-8482-0D52AC0C9E1F}"/>
              </a:ext>
            </a:extLst>
          </p:cNvPr>
          <p:cNvSpPr>
            <a:spLocks xmlns:a="http://schemas.openxmlformats.org/drawingml/2006/main" noGrp="1"/>
          </p:cNvSpPr>
          <p:nvPr/>
        </p:nvSpPr>
        <p:spPr>
          <a:xfrm xmlns:a="http://schemas.openxmlformats.org/drawingml/2006/main">
            <a:off x="8878824" y="3448257"/>
            <a:ext cx="91439" cy="10759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47AFA1D6-3F3E-460C-939C-E3F15A3D0DD7}"/>
              </a:ext>
            </a:extLst>
          </p:cNvPr>
          <p:cNvSpPr>
            <a:spLocks xmlns:a="http://schemas.openxmlformats.org/drawingml/2006/main" noGrp="1"/>
          </p:cNvSpPr>
          <p:nvPr/>
        </p:nvSpPr>
        <p:spPr>
          <a:xfrm xmlns:a="http://schemas.openxmlformats.org/drawingml/2006/main">
            <a:off x="8970263" y="3555850"/>
            <a:ext cx="91441" cy="10387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584CF007-AE90-4396-8752-70A29EC621D6}"/>
              </a:ext>
            </a:extLst>
          </p:cNvPr>
          <p:cNvSpPr>
            <a:spLocks xmlns:a="http://schemas.openxmlformats.org/drawingml/2006/main" noGrp="1"/>
          </p:cNvSpPr>
          <p:nvPr/>
        </p:nvSpPr>
        <p:spPr>
          <a:xfrm xmlns:a="http://schemas.openxmlformats.org/drawingml/2006/main">
            <a:off x="9061704" y="3659720"/>
            <a:ext cx="91440" cy="988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412289A7-A113-4957-BA94-49024041F591}"/>
              </a:ext>
            </a:extLst>
          </p:cNvPr>
          <p:cNvSpPr>
            <a:spLocks xmlns:a="http://schemas.openxmlformats.org/drawingml/2006/main" noGrp="1"/>
          </p:cNvSpPr>
          <p:nvPr/>
        </p:nvSpPr>
        <p:spPr>
          <a:xfrm xmlns:a="http://schemas.openxmlformats.org/drawingml/2006/main">
            <a:off x="9153144" y="3758538"/>
            <a:ext cx="91440" cy="9250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A91150EB-3E2F-4B6C-A710-33F628CAA856}"/>
              </a:ext>
            </a:extLst>
          </p:cNvPr>
          <p:cNvSpPr>
            <a:spLocks xmlns:a="http://schemas.openxmlformats.org/drawingml/2006/main" noGrp="1"/>
          </p:cNvSpPr>
          <p:nvPr/>
        </p:nvSpPr>
        <p:spPr>
          <a:xfrm xmlns:a="http://schemas.openxmlformats.org/drawingml/2006/main">
            <a:off x="9244584" y="3851043"/>
            <a:ext cx="91440" cy="850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A0F13D22-434C-4DE1-BF7B-1A15F113FACD}"/>
              </a:ext>
            </a:extLst>
          </p:cNvPr>
          <p:cNvSpPr>
            <a:spLocks xmlns:a="http://schemas.openxmlformats.org/drawingml/2006/main" noGrp="1"/>
          </p:cNvSpPr>
          <p:nvPr/>
        </p:nvSpPr>
        <p:spPr>
          <a:xfrm xmlns:a="http://schemas.openxmlformats.org/drawingml/2006/main">
            <a:off x="9336024" y="3936052"/>
            <a:ext cx="91439" cy="7642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CB470A27-0771-4034-96A3-A2ACFFC7CA5D}"/>
              </a:ext>
            </a:extLst>
          </p:cNvPr>
          <p:cNvSpPr>
            <a:spLocks xmlns:a="http://schemas.openxmlformats.org/drawingml/2006/main" noGrp="1"/>
          </p:cNvSpPr>
          <p:nvPr/>
        </p:nvSpPr>
        <p:spPr>
          <a:xfrm xmlns:a="http://schemas.openxmlformats.org/drawingml/2006/main">
            <a:off x="9427463" y="4012479"/>
            <a:ext cx="91441" cy="6686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31B6A22C-A747-492D-96E3-028C9DD5F2C4}"/>
              </a:ext>
            </a:extLst>
          </p:cNvPr>
          <p:cNvSpPr>
            <a:spLocks xmlns:a="http://schemas.openxmlformats.org/drawingml/2006/main" noGrp="1"/>
          </p:cNvSpPr>
          <p:nvPr/>
        </p:nvSpPr>
        <p:spPr>
          <a:xfrm xmlns:a="http://schemas.openxmlformats.org/drawingml/2006/main">
            <a:off x="9518904" y="4079348"/>
            <a:ext cx="91440" cy="5645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F3AFED2C-1696-48EF-A8CA-AFF44BA7E640}"/>
              </a:ext>
            </a:extLst>
          </p:cNvPr>
          <p:cNvSpPr>
            <a:spLocks xmlns:a="http://schemas.openxmlformats.org/drawingml/2006/main" noGrp="1"/>
          </p:cNvSpPr>
          <p:nvPr/>
        </p:nvSpPr>
        <p:spPr>
          <a:xfrm xmlns:a="http://schemas.openxmlformats.org/drawingml/2006/main">
            <a:off x="9610344" y="4135804"/>
            <a:ext cx="91440" cy="4532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96D60F63-6F52-4F26-B2C3-326AFB369EF5}"/>
              </a:ext>
            </a:extLst>
          </p:cNvPr>
          <p:cNvSpPr>
            <a:spLocks xmlns:a="http://schemas.openxmlformats.org/drawingml/2006/main" noGrp="1"/>
          </p:cNvSpPr>
          <p:nvPr/>
        </p:nvSpPr>
        <p:spPr>
          <a:xfrm xmlns:a="http://schemas.openxmlformats.org/drawingml/2006/main">
            <a:off x="9701784" y="4181125"/>
            <a:ext cx="91440" cy="336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E1262B51-DA91-4C1F-93B6-3B7EFE9E2E1B}"/>
              </a:ext>
            </a:extLst>
          </p:cNvPr>
          <p:cNvSpPr>
            <a:spLocks xmlns:a="http://schemas.openxmlformats.org/drawingml/2006/main" noGrp="1"/>
          </p:cNvSpPr>
          <p:nvPr/>
        </p:nvSpPr>
        <p:spPr>
          <a:xfrm xmlns:a="http://schemas.openxmlformats.org/drawingml/2006/main">
            <a:off x="9793224" y="4214734"/>
            <a:ext cx="91439" cy="2146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E47C706F-F396-4BBF-A9E6-5B4B4089716C}"/>
              </a:ext>
            </a:extLst>
          </p:cNvPr>
          <p:cNvSpPr>
            <a:spLocks xmlns:a="http://schemas.openxmlformats.org/drawingml/2006/main" noGrp="1"/>
          </p:cNvSpPr>
          <p:nvPr/>
        </p:nvSpPr>
        <p:spPr>
          <a:xfrm xmlns:a="http://schemas.openxmlformats.org/drawingml/2006/main">
            <a:off x="9884663" y="4236200"/>
            <a:ext cx="91441" cy="904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9F057A7C-EEB0-4BF9-AE36-3925039263DC}"/>
              </a:ext>
            </a:extLst>
          </p:cNvPr>
          <p:cNvSpPr>
            <a:spLocks xmlns:a="http://schemas.openxmlformats.org/drawingml/2006/main" noGrp="1"/>
          </p:cNvSpPr>
          <p:nvPr/>
        </p:nvSpPr>
        <p:spPr>
          <a:xfrm xmlns:a="http://schemas.openxmlformats.org/drawingml/2006/main" flipV="1">
            <a:off x="9976104" y="4241765"/>
            <a:ext cx="91440" cy="348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2EE55EB6-F628-45BE-BE3E-F46E7E7EEF4B}"/>
              </a:ext>
            </a:extLst>
          </p:cNvPr>
          <p:cNvSpPr>
            <a:spLocks xmlns:a="http://schemas.openxmlformats.org/drawingml/2006/main" noGrp="1"/>
          </p:cNvSpPr>
          <p:nvPr/>
        </p:nvSpPr>
        <p:spPr>
          <a:xfrm xmlns:a="http://schemas.openxmlformats.org/drawingml/2006/main" flipV="1">
            <a:off x="10067544" y="4225793"/>
            <a:ext cx="91440" cy="1597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DDE1BFF9-3CFE-4C04-8705-EAEF9BC859F8}"/>
              </a:ext>
            </a:extLst>
          </p:cNvPr>
          <p:cNvSpPr>
            <a:spLocks xmlns:a="http://schemas.openxmlformats.org/drawingml/2006/main" noGrp="1"/>
          </p:cNvSpPr>
          <p:nvPr/>
        </p:nvSpPr>
        <p:spPr>
          <a:xfrm xmlns:a="http://schemas.openxmlformats.org/drawingml/2006/main" flipV="1">
            <a:off x="10158984" y="4197538"/>
            <a:ext cx="91440" cy="2825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Oval 108">
            <a:extLst xmlns:a="http://schemas.openxmlformats.org/drawingml/2006/main">
              <a:ext uri="{FF2B5EF4-FFF2-40B4-BE49-F238E27FC236}">
                <a16:creationId xmlns:a16="http://schemas.microsoft.com/office/drawing/2014/main" id="{1E5F009F-536B-444E-AB24-1A0484849568}"/>
              </a:ext>
            </a:extLst>
          </p:cNvPr>
          <p:cNvSpPr>
            <a:spLocks xmlns:a="http://schemas.openxmlformats.org/drawingml/2006/main" noGrp="1"/>
          </p:cNvSpPr>
          <p:nvPr/>
        </p:nvSpPr>
        <p:spPr>
          <a:xfrm xmlns:a="http://schemas.openxmlformats.org/drawingml/2006/main">
            <a:off x="1045159" y="320314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0" name="Oval 109">
            <a:extLst xmlns:a="http://schemas.openxmlformats.org/drawingml/2006/main">
              <a:ext uri="{FF2B5EF4-FFF2-40B4-BE49-F238E27FC236}">
                <a16:creationId xmlns:a16="http://schemas.microsoft.com/office/drawing/2014/main" id="{B8E1C4A8-2B96-48DA-BF33-E33138C630F2}"/>
              </a:ext>
            </a:extLst>
          </p:cNvPr>
          <p:cNvSpPr>
            <a:spLocks xmlns:a="http://schemas.openxmlformats.org/drawingml/2006/main" noGrp="1"/>
          </p:cNvSpPr>
          <p:nvPr/>
        </p:nvSpPr>
        <p:spPr>
          <a:xfrm xmlns:a="http://schemas.openxmlformats.org/drawingml/2006/main">
            <a:off x="1748543" y="245323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Oval 110">
            <a:extLst xmlns:a="http://schemas.openxmlformats.org/drawingml/2006/main">
              <a:ext uri="{FF2B5EF4-FFF2-40B4-BE49-F238E27FC236}">
                <a16:creationId xmlns:a16="http://schemas.microsoft.com/office/drawing/2014/main" id="{5D9D231F-861B-4C71-B5EC-752C25BEE933}"/>
              </a:ext>
            </a:extLst>
          </p:cNvPr>
          <p:cNvSpPr>
            <a:spLocks xmlns:a="http://schemas.openxmlformats.org/drawingml/2006/main" noGrp="1"/>
          </p:cNvSpPr>
          <p:nvPr/>
        </p:nvSpPr>
        <p:spPr>
          <a:xfrm xmlns:a="http://schemas.openxmlformats.org/drawingml/2006/main">
            <a:off x="2451928" y="2235996"/>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2" name="Oval 111">
            <a:extLst xmlns:a="http://schemas.openxmlformats.org/drawingml/2006/main">
              <a:ext uri="{FF2B5EF4-FFF2-40B4-BE49-F238E27FC236}">
                <a16:creationId xmlns:a16="http://schemas.microsoft.com/office/drawing/2014/main" id="{607E7285-4DA9-477F-ACAE-80479BA7140E}"/>
              </a:ext>
            </a:extLst>
          </p:cNvPr>
          <p:cNvSpPr>
            <a:spLocks xmlns:a="http://schemas.openxmlformats.org/drawingml/2006/main" noGrp="1"/>
          </p:cNvSpPr>
          <p:nvPr/>
        </p:nvSpPr>
        <p:spPr>
          <a:xfrm xmlns:a="http://schemas.openxmlformats.org/drawingml/2006/main">
            <a:off x="3155313" y="270573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Oval 112">
            <a:extLst xmlns:a="http://schemas.openxmlformats.org/drawingml/2006/main">
              <a:ext uri="{FF2B5EF4-FFF2-40B4-BE49-F238E27FC236}">
                <a16:creationId xmlns:a16="http://schemas.microsoft.com/office/drawing/2014/main" id="{4A19FA22-516B-4254-84E3-40CAE40A2F2B}"/>
              </a:ext>
            </a:extLst>
          </p:cNvPr>
          <p:cNvSpPr>
            <a:spLocks xmlns:a="http://schemas.openxmlformats.org/drawingml/2006/main" noGrp="1"/>
          </p:cNvSpPr>
          <p:nvPr/>
        </p:nvSpPr>
        <p:spPr>
          <a:xfrm xmlns:a="http://schemas.openxmlformats.org/drawingml/2006/main">
            <a:off x="3858697" y="3528794"/>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4" name="Oval 113">
            <a:extLst xmlns:a="http://schemas.openxmlformats.org/drawingml/2006/main">
              <a:ext uri="{FF2B5EF4-FFF2-40B4-BE49-F238E27FC236}">
                <a16:creationId xmlns:a16="http://schemas.microsoft.com/office/drawing/2014/main" id="{1F1304AE-E056-4B3E-9227-935988F0D5BC}"/>
              </a:ext>
            </a:extLst>
          </p:cNvPr>
          <p:cNvSpPr>
            <a:spLocks xmlns:a="http://schemas.openxmlformats.org/drawingml/2006/main" noGrp="1"/>
          </p:cNvSpPr>
          <p:nvPr/>
        </p:nvSpPr>
        <p:spPr>
          <a:xfrm xmlns:a="http://schemas.openxmlformats.org/drawingml/2006/main">
            <a:off x="4562082" y="412053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Oval 114">
            <a:extLst xmlns:a="http://schemas.openxmlformats.org/drawingml/2006/main">
              <a:ext uri="{FF2B5EF4-FFF2-40B4-BE49-F238E27FC236}">
                <a16:creationId xmlns:a16="http://schemas.microsoft.com/office/drawing/2014/main" id="{87C3E305-7A4D-4C03-9161-D3F15D8D30C0}"/>
              </a:ext>
            </a:extLst>
          </p:cNvPr>
          <p:cNvSpPr>
            <a:spLocks xmlns:a="http://schemas.openxmlformats.org/drawingml/2006/main" noGrp="1"/>
          </p:cNvSpPr>
          <p:nvPr/>
        </p:nvSpPr>
        <p:spPr>
          <a:xfrm xmlns:a="http://schemas.openxmlformats.org/drawingml/2006/main">
            <a:off x="5265466" y="406063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6" name="Oval 115">
            <a:extLst xmlns:a="http://schemas.openxmlformats.org/drawingml/2006/main">
              <a:ext uri="{FF2B5EF4-FFF2-40B4-BE49-F238E27FC236}">
                <a16:creationId xmlns:a16="http://schemas.microsoft.com/office/drawing/2014/main" id="{F4053CDC-FE95-4C65-9B40-07741C7BE4CE}"/>
              </a:ext>
            </a:extLst>
          </p:cNvPr>
          <p:cNvSpPr>
            <a:spLocks xmlns:a="http://schemas.openxmlformats.org/drawingml/2006/main" noGrp="1"/>
          </p:cNvSpPr>
          <p:nvPr/>
        </p:nvSpPr>
        <p:spPr>
          <a:xfrm xmlns:a="http://schemas.openxmlformats.org/drawingml/2006/main">
            <a:off x="5968851" y="339164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7" name="Oval 116">
            <a:extLst xmlns:a="http://schemas.openxmlformats.org/drawingml/2006/main">
              <a:ext uri="{FF2B5EF4-FFF2-40B4-BE49-F238E27FC236}">
                <a16:creationId xmlns:a16="http://schemas.microsoft.com/office/drawing/2014/main" id="{29EB20A2-0AC2-44F0-A285-776814BB4F58}"/>
              </a:ext>
            </a:extLst>
          </p:cNvPr>
          <p:cNvSpPr>
            <a:spLocks xmlns:a="http://schemas.openxmlformats.org/drawingml/2006/main" noGrp="1"/>
          </p:cNvSpPr>
          <p:nvPr/>
        </p:nvSpPr>
        <p:spPr>
          <a:xfrm xmlns:a="http://schemas.openxmlformats.org/drawingml/2006/main">
            <a:off x="6672236" y="2588760"/>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8" name="Oval 117">
            <a:extLst xmlns:a="http://schemas.openxmlformats.org/drawingml/2006/main">
              <a:ext uri="{FF2B5EF4-FFF2-40B4-BE49-F238E27FC236}">
                <a16:creationId xmlns:a16="http://schemas.microsoft.com/office/drawing/2014/main" id="{F378AE4F-1F81-4415-87F5-1A8D188FA8C4}"/>
              </a:ext>
            </a:extLst>
          </p:cNvPr>
          <p:cNvSpPr>
            <a:spLocks xmlns:a="http://schemas.openxmlformats.org/drawingml/2006/main" noGrp="1"/>
          </p:cNvSpPr>
          <p:nvPr/>
        </p:nvSpPr>
        <p:spPr>
          <a:xfrm xmlns:a="http://schemas.openxmlformats.org/drawingml/2006/main">
            <a:off x="7375620" y="222227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9" name="Oval 118">
            <a:extLst xmlns:a="http://schemas.openxmlformats.org/drawingml/2006/main">
              <a:ext uri="{FF2B5EF4-FFF2-40B4-BE49-F238E27FC236}">
                <a16:creationId xmlns:a16="http://schemas.microsoft.com/office/drawing/2014/main" id="{020C962B-D5C6-4EE8-A7E8-FA8558124BF4}"/>
              </a:ext>
            </a:extLst>
          </p:cNvPr>
          <p:cNvSpPr>
            <a:spLocks xmlns:a="http://schemas.openxmlformats.org/drawingml/2006/main" noGrp="1"/>
          </p:cNvSpPr>
          <p:nvPr/>
        </p:nvSpPr>
        <p:spPr>
          <a:xfrm xmlns:a="http://schemas.openxmlformats.org/drawingml/2006/main">
            <a:off x="8079005" y="255251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0" name="Oval 119">
            <a:extLst xmlns:a="http://schemas.openxmlformats.org/drawingml/2006/main">
              <a:ext uri="{FF2B5EF4-FFF2-40B4-BE49-F238E27FC236}">
                <a16:creationId xmlns:a16="http://schemas.microsoft.com/office/drawing/2014/main" id="{7C744F23-8178-4E43-AE2F-CFEEF340BD3C}"/>
              </a:ext>
            </a:extLst>
          </p:cNvPr>
          <p:cNvSpPr>
            <a:spLocks xmlns:a="http://schemas.openxmlformats.org/drawingml/2006/main" noGrp="1"/>
          </p:cNvSpPr>
          <p:nvPr/>
        </p:nvSpPr>
        <p:spPr>
          <a:xfrm xmlns:a="http://schemas.openxmlformats.org/drawingml/2006/main">
            <a:off x="8782389" y="334490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1" name="Oval 120">
            <a:extLst xmlns:a="http://schemas.openxmlformats.org/drawingml/2006/main">
              <a:ext uri="{FF2B5EF4-FFF2-40B4-BE49-F238E27FC236}">
                <a16:creationId xmlns:a16="http://schemas.microsoft.com/office/drawing/2014/main" id="{32DEEF72-48F8-4962-9470-1987ABAD973E}"/>
              </a:ext>
            </a:extLst>
          </p:cNvPr>
          <p:cNvSpPr>
            <a:spLocks xmlns:a="http://schemas.openxmlformats.org/drawingml/2006/main" noGrp="1"/>
          </p:cNvSpPr>
          <p:nvPr/>
        </p:nvSpPr>
        <p:spPr>
          <a:xfrm xmlns:a="http://schemas.openxmlformats.org/drawingml/2006/main">
            <a:off x="9485774" y="403659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2" name="Connector 121">
            <a:extLst xmlns:a="http://schemas.openxmlformats.org/drawingml/2006/main">
              <a:ext uri="{FF2B5EF4-FFF2-40B4-BE49-F238E27FC236}">
                <a16:creationId xmlns:a16="http://schemas.microsoft.com/office/drawing/2014/main" id="{96D407DE-E822-4C77-86A4-AC12EA773D89}"/>
              </a:ext>
            </a:extLst>
          </p:cNvPr>
          <p:cNvSpPr>
            <a:spLocks xmlns:a="http://schemas.openxmlformats.org/drawingml/2006/main" noGrp="1"/>
          </p:cNvSpPr>
          <p:nvPr/>
        </p:nvSpPr>
        <p:spPr>
          <a:xfrm xmlns:a="http://schemas.openxmlformats.org/drawingml/2006/main">
            <a:off x="4023360" y="4754880"/>
            <a:ext cx="3200400" cy="0"/>
          </a:xfrm>
          <a:prstGeom xmlns:a="http://schemas.openxmlformats.org/drawingml/2006/main" prst="line">
            <a:avLst/>
          </a:prstGeom>
          <a:ln xmlns:a="http://schemas.openxmlformats.org/drawingml/2006/main" w="508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3" name="TextBox 122">
            <a:extLst xmlns:a="http://schemas.openxmlformats.org/drawingml/2006/main">
              <a:ext uri="{FF2B5EF4-FFF2-40B4-BE49-F238E27FC236}">
                <a16:creationId xmlns:a16="http://schemas.microsoft.com/office/drawing/2014/main" id="{0D90EF4A-3FBE-4EBF-A44B-A174868688E2}"/>
              </a:ext>
            </a:extLst>
          </p:cNvPr>
          <p:cNvSpPr>
            <a:spLocks xmlns:a="http://schemas.openxmlformats.org/drawingml/2006/main" noGrp="1"/>
          </p:cNvSpPr>
          <p:nvPr/>
        </p:nvSpPr>
        <p:spPr>
          <a:xfrm xmlns:a="http://schemas.openxmlformats.org/drawingml/2006/main">
            <a:off x="3657600" y="5038344"/>
            <a:ext cx="420624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采样率：时间方向</a:t>
            </a:r>
          </a:p>
        </p:txBody>
      </p:sp>
      <p:sp>
        <p:nvSpPr>
          <p:cNvPr id="124" name="Connector 123">
            <a:extLst xmlns:a="http://schemas.openxmlformats.org/drawingml/2006/main">
              <a:ext uri="{FF2B5EF4-FFF2-40B4-BE49-F238E27FC236}">
                <a16:creationId xmlns:a16="http://schemas.microsoft.com/office/drawing/2014/main" id="{B2095CDB-8172-4434-8096-D60ACAEF5ECB}"/>
              </a:ext>
            </a:extLst>
          </p:cNvPr>
          <p:cNvSpPr>
            <a:spLocks xmlns:a="http://schemas.openxmlformats.org/drawingml/2006/main" noGrp="1"/>
          </p:cNvSpPr>
          <p:nvPr/>
        </p:nvSpPr>
        <p:spPr>
          <a:xfrm xmlns:a="http://schemas.openxmlformats.org/drawingml/2006/main">
            <a:off x="10625328" y="2103120"/>
            <a:ext cx="0" cy="2395728"/>
          </a:xfrm>
          <a:prstGeom xmlns:a="http://schemas.openxmlformats.org/drawingml/2006/main" prst="line">
            <a:avLst/>
          </a:prstGeom>
          <a:ln xmlns:a="http://schemas.openxmlformats.org/drawingml/2006/main" w="508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5" name="TextBox 124">
            <a:extLst xmlns:a="http://schemas.openxmlformats.org/drawingml/2006/main">
              <a:ext uri="{FF2B5EF4-FFF2-40B4-BE49-F238E27FC236}">
                <a16:creationId xmlns:a16="http://schemas.microsoft.com/office/drawing/2014/main" id="{3352C22E-77C8-417C-AA1B-9C3850FAA908}"/>
              </a:ext>
            </a:extLst>
          </p:cNvPr>
          <p:cNvSpPr>
            <a:spLocks xmlns:a="http://schemas.openxmlformats.org/drawingml/2006/main" noGrp="1"/>
          </p:cNvSpPr>
          <p:nvPr/>
        </p:nvSpPr>
        <p:spPr>
          <a:xfrm xmlns:a="http://schemas.openxmlformats.org/drawingml/2006/main">
            <a:off x="8905875" y="1952625"/>
            <a:ext cx="2047875" cy="8096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量化位数</a:t>
            </a:r>
          </a:p>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幅度方向</a:t>
            </a:r>
          </a:p>
        </p:txBody>
      </p:sp>
      <p:sp>
        <p:nvSpPr>
          <p:cNvPr id="7" name="TextBox 6">
            <a:extLst xmlns:a="http://schemas.openxmlformats.org/drawingml/2006/main">
              <a:ext uri="{FF2B5EF4-FFF2-40B4-BE49-F238E27FC236}">
                <a16:creationId xmlns:a16="http://schemas.microsoft.com/office/drawing/2014/main" id="{97C036AB-A39E-4FF1-91E9-D9638F1C0489}"/>
              </a:ext>
            </a:extLst>
          </p:cNvPr>
          <p:cNvSpPr>
            <a:spLocks xmlns:a="http://schemas.openxmlformats.org/drawingml/2006/main" noGrp="1"/>
          </p:cNvSpPr>
          <p:nvPr/>
        </p:nvSpPr>
        <p:spPr>
          <a:xfrm xmlns:a="http://schemas.openxmlformats.org/drawingml/2006/main">
            <a:off x="1088136" y="1645920"/>
            <a:ext cx="1280160" cy="24384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AE7F5666-6D94-4535-99E3-5A9B3EFC0746}"/>
              </a:ext>
            </a:extLst>
          </p:cNvPr>
          <p:cNvSpPr>
            <a:spLocks xmlns:a="http://schemas.openxmlformats.org/drawingml/2006/main" noGrp="1"/>
          </p:cNvSpPr>
          <p:nvPr/>
        </p:nvSpPr>
        <p:spPr>
          <a:xfrm xmlns:a="http://schemas.openxmlformats.org/drawingml/2006/main">
            <a:off x="9429750" y="4524375"/>
            <a:ext cx="104775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Tree>
    <p:extLst>
      <p:ext uri="{BB962C8B-B14F-4D97-AF65-F5344CB8AC3E}">
        <p14:creationId xmlns:p14="http://schemas.microsoft.com/office/powerpoint/2010/main" val="1784432563"/>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F05A3CFC-9B9C-4550-BA25-FBA32DA615C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683CB9A-A8B0-4622-92D5-04AD713E93A5}"/>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4A37115-587D-4414-8447-8151B9954FF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演示C：3bit变4bit，样本点会变多吗？</a:t>
            </a:r>
          </a:p>
        </p:txBody>
      </p:sp>
      <p:sp>
        <p:nvSpPr>
          <p:cNvPr id="5" name="text">
            <a:extLst xmlns:a="http://schemas.openxmlformats.org/drawingml/2006/main">
              <a:ext uri="{FF2B5EF4-FFF2-40B4-BE49-F238E27FC236}">
                <a16:creationId xmlns:a16="http://schemas.microsoft.com/office/drawing/2014/main" id="{81A88632-AAEB-4314-8B9A-6C188EECE3A1}"/>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输入和采样时刻不变，只改量化位数。</a:t>
            </a:r>
          </a:p>
        </p:txBody>
      </p:sp>
      <p:sp>
        <p:nvSpPr>
          <p:cNvPr id="6" name="demo-c-prediction">
            <a:extLst xmlns:a="http://schemas.openxmlformats.org/drawingml/2006/main">
              <a:ext uri="{FF2B5EF4-FFF2-40B4-BE49-F238E27FC236}">
                <a16:creationId xmlns:a16="http://schemas.microsoft.com/office/drawing/2014/main" id="{359499DC-EE3C-4DEC-A061-42FE34EB42B2}"/>
              </a:ext>
            </a:extLst>
          </p:cNvPr>
          <p:cNvSpPr>
            <a:spLocks xmlns:a="http://schemas.openxmlformats.org/drawingml/2006/main" noGrp="1"/>
          </p:cNvSpPr>
          <p:nvPr/>
        </p:nvSpPr>
        <p:spPr>
          <a:xfrm xmlns:a="http://schemas.openxmlformats.org/drawingml/2006/main">
            <a:off x="609600" y="3200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请预测：记录时刻、代表值、码字长度，哪些会变？</a:t>
            </a:r>
          </a:p>
        </p:txBody>
      </p:sp>
    </p:spTree>
    <p:extLst>
      <p:ext uri="{BB962C8B-B14F-4D97-AF65-F5344CB8AC3E}">
        <p14:creationId xmlns:p14="http://schemas.microsoft.com/office/powerpoint/2010/main" val="1962496370"/>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F05A3CFC-9B9C-4550-BA25-FBA32DA615C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683CB9A-A8B0-4622-92D5-04AD713E93A5}"/>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4A37115-587D-4414-8447-8151B9954FF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演示C：3bit变4bit，样本点会变多吗？</a:t>
            </a:r>
          </a:p>
        </p:txBody>
      </p:sp>
      <p:sp>
        <p:nvSpPr>
          <p:cNvPr id="5" name="text">
            <a:extLst xmlns:a="http://schemas.openxmlformats.org/drawingml/2006/main">
              <a:ext uri="{FF2B5EF4-FFF2-40B4-BE49-F238E27FC236}">
                <a16:creationId xmlns:a16="http://schemas.microsoft.com/office/drawing/2014/main" id="{81A88632-AAEB-4314-8B9A-6C188EECE3A1}"/>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输入和采样时刻不变，只改量化位数。</a:t>
            </a:r>
          </a:p>
        </p:txBody>
      </p:sp>
      <p:sp>
        <p:nvSpPr>
          <p:cNvPr id="6" name="demo-c-prediction">
            <a:extLst xmlns:a="http://schemas.openxmlformats.org/drawingml/2006/main">
              <a:ext uri="{FF2B5EF4-FFF2-40B4-BE49-F238E27FC236}">
                <a16:creationId xmlns:a16="http://schemas.microsoft.com/office/drawing/2014/main" id="{359499DC-EE3C-4DEC-A061-42FE34EB42B2}"/>
              </a:ext>
            </a:extLst>
          </p:cNvPr>
          <p:cNvSpPr>
            <a:spLocks xmlns:a="http://schemas.openxmlformats.org/drawingml/2006/main" noGrp="1"/>
          </p:cNvSpPr>
          <p:nvPr/>
        </p:nvSpPr>
        <p:spPr>
          <a:xfrm xmlns:a="http://schemas.openxmlformats.org/drawingml/2006/main">
            <a:off x="609600" y="3200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请预测：记录时刻、代表值、码字长度，哪些会变？</a:t>
            </a:r>
          </a:p>
        </p:txBody>
      </p:sp>
      <p:sp>
        <p:nvSpPr>
          <p:cNvPr id="7" name="bitdepth-3">
            <a:extLst xmlns:a="http://schemas.openxmlformats.org/drawingml/2006/main">
              <a:ext uri="{FF2B5EF4-FFF2-40B4-BE49-F238E27FC236}">
                <a16:creationId xmlns:a16="http://schemas.microsoft.com/office/drawing/2014/main" id="{86704AE0-4664-4C17-A10E-2B8919ACE3C6}"/>
              </a:ext>
            </a:extLst>
          </p:cNvPr>
          <p:cNvSpPr>
            <a:spLocks xmlns:a="http://schemas.openxmlformats.org/drawingml/2006/main" noGrp="1"/>
          </p:cNvSpPr>
          <p:nvPr/>
        </p:nvSpPr>
        <p:spPr>
          <a:xfrm xmlns:a="http://schemas.openxmlformats.org/drawingml/2006/main">
            <a:off x="609600" y="2524125"/>
            <a:ext cx="2714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3bit：8个代表值</a:t>
            </a:r>
          </a:p>
        </p:txBody>
      </p:sp>
      <p:sp>
        <p:nvSpPr>
          <p:cNvPr id="8" name="quant-y-3">
            <a:extLst xmlns:a="http://schemas.openxmlformats.org/drawingml/2006/main">
              <a:ext uri="{FF2B5EF4-FFF2-40B4-BE49-F238E27FC236}">
                <a16:creationId xmlns:a16="http://schemas.microsoft.com/office/drawing/2014/main" id="{A31DF463-2D45-402C-B829-88158E10F576}"/>
              </a:ext>
            </a:extLst>
          </p:cNvPr>
          <p:cNvSpPr>
            <a:spLocks xmlns:a="http://schemas.openxmlformats.org/drawingml/2006/main" noGrp="1"/>
          </p:cNvSpPr>
          <p:nvPr/>
        </p:nvSpPr>
        <p:spPr>
          <a:xfrm xmlns:a="http://schemas.openxmlformats.org/drawingml/2006/main">
            <a:off x="3524250" y="2238375"/>
            <a:ext cx="9525" cy="1323975"/>
          </a:xfrm>
          <a:custGeom xmlns:a="http://schemas.openxmlformats.org/drawingml/2006/main">
            <a:pathLst>
              <a:path w="9525" h="1323975">
                <a:moveTo>
                  <a:pt x="0" y="0"/>
                </a:moveTo>
                <a:lnTo>
                  <a:pt x="0" y="1323975"/>
                </a:lnTo>
              </a:path>
            </a:pathLst>
          </a:custGeom>
          <a:noFill xmlns:a="http://schemas.openxmlformats.org/drawingml/2006/main"/>
          <a:ln xmlns:a="http://schemas.openxmlformats.org/drawingml/2006/main" w="11430">
            <a:solidFill>
              <a:srgbClr val="808080"/>
            </a:solidFill>
          </a:ln>
        </p:spPr>
      </p:sp>
      <p:sp>
        <p:nvSpPr>
          <p:cNvPr id="9" name="quant-x-3">
            <a:extLst xmlns:a="http://schemas.openxmlformats.org/drawingml/2006/main">
              <a:ext uri="{FF2B5EF4-FFF2-40B4-BE49-F238E27FC236}">
                <a16:creationId xmlns:a16="http://schemas.microsoft.com/office/drawing/2014/main" id="{22EE9382-00B3-4DDF-9E10-626AEFBA7186}"/>
              </a:ext>
            </a:extLst>
          </p:cNvPr>
          <p:cNvSpPr>
            <a:spLocks xmlns:a="http://schemas.openxmlformats.org/drawingml/2006/main" noGrp="1"/>
          </p:cNvSpPr>
          <p:nvPr/>
        </p:nvSpPr>
        <p:spPr>
          <a:xfrm xmlns:a="http://schemas.openxmlformats.org/drawingml/2006/main">
            <a:off x="3524250" y="3562350"/>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11430">
            <a:solidFill>
              <a:srgbClr val="808080"/>
            </a:solidFill>
          </a:ln>
        </p:spPr>
      </p:sp>
      <p:sp>
        <p:nvSpPr>
          <p:cNvPr id="10" name="rep-grid-3-0">
            <a:extLst xmlns:a="http://schemas.openxmlformats.org/drawingml/2006/main">
              <a:ext uri="{FF2B5EF4-FFF2-40B4-BE49-F238E27FC236}">
                <a16:creationId xmlns:a16="http://schemas.microsoft.com/office/drawing/2014/main" id="{AF839CD5-BE06-45F6-B03D-87BF82E35B76}"/>
              </a:ext>
            </a:extLst>
          </p:cNvPr>
          <p:cNvSpPr>
            <a:spLocks xmlns:a="http://schemas.openxmlformats.org/drawingml/2006/main" noGrp="1"/>
          </p:cNvSpPr>
          <p:nvPr/>
        </p:nvSpPr>
        <p:spPr>
          <a:xfrm xmlns:a="http://schemas.openxmlformats.org/drawingml/2006/main">
            <a:off x="3524250" y="3479602"/>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1" name="rep-grid-3-1">
            <a:extLst xmlns:a="http://schemas.openxmlformats.org/drawingml/2006/main">
              <a:ext uri="{FF2B5EF4-FFF2-40B4-BE49-F238E27FC236}">
                <a16:creationId xmlns:a16="http://schemas.microsoft.com/office/drawing/2014/main" id="{C5D895A4-F00B-4593-BE43-478F70976A55}"/>
              </a:ext>
            </a:extLst>
          </p:cNvPr>
          <p:cNvSpPr>
            <a:spLocks xmlns:a="http://schemas.openxmlformats.org/drawingml/2006/main" noGrp="1"/>
          </p:cNvSpPr>
          <p:nvPr/>
        </p:nvSpPr>
        <p:spPr>
          <a:xfrm xmlns:a="http://schemas.openxmlformats.org/drawingml/2006/main">
            <a:off x="3524250" y="3314105"/>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2" name="rep-grid-3-2">
            <a:extLst xmlns:a="http://schemas.openxmlformats.org/drawingml/2006/main">
              <a:ext uri="{FF2B5EF4-FFF2-40B4-BE49-F238E27FC236}">
                <a16:creationId xmlns:a16="http://schemas.microsoft.com/office/drawing/2014/main" id="{856643CE-7521-477E-ABDB-23A8EA6C4C52}"/>
              </a:ext>
            </a:extLst>
          </p:cNvPr>
          <p:cNvSpPr>
            <a:spLocks xmlns:a="http://schemas.openxmlformats.org/drawingml/2006/main" noGrp="1"/>
          </p:cNvSpPr>
          <p:nvPr/>
        </p:nvSpPr>
        <p:spPr>
          <a:xfrm xmlns:a="http://schemas.openxmlformats.org/drawingml/2006/main">
            <a:off x="3524250" y="3148608"/>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3" name="rep-grid-3-3">
            <a:extLst xmlns:a="http://schemas.openxmlformats.org/drawingml/2006/main">
              <a:ext uri="{FF2B5EF4-FFF2-40B4-BE49-F238E27FC236}">
                <a16:creationId xmlns:a16="http://schemas.microsoft.com/office/drawing/2014/main" id="{CC602EDD-3035-4AD8-87E4-14839F66D31B}"/>
              </a:ext>
            </a:extLst>
          </p:cNvPr>
          <p:cNvSpPr>
            <a:spLocks xmlns:a="http://schemas.openxmlformats.org/drawingml/2006/main" noGrp="1"/>
          </p:cNvSpPr>
          <p:nvPr/>
        </p:nvSpPr>
        <p:spPr>
          <a:xfrm xmlns:a="http://schemas.openxmlformats.org/drawingml/2006/main">
            <a:off x="3524250" y="2983111"/>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4" name="rep-grid-3-4">
            <a:extLst xmlns:a="http://schemas.openxmlformats.org/drawingml/2006/main">
              <a:ext uri="{FF2B5EF4-FFF2-40B4-BE49-F238E27FC236}">
                <a16:creationId xmlns:a16="http://schemas.microsoft.com/office/drawing/2014/main" id="{A4BAD0B5-26B1-4B15-91AB-34514E2F9C86}"/>
              </a:ext>
            </a:extLst>
          </p:cNvPr>
          <p:cNvSpPr>
            <a:spLocks xmlns:a="http://schemas.openxmlformats.org/drawingml/2006/main" noGrp="1"/>
          </p:cNvSpPr>
          <p:nvPr/>
        </p:nvSpPr>
        <p:spPr>
          <a:xfrm xmlns:a="http://schemas.openxmlformats.org/drawingml/2006/main">
            <a:off x="3524250" y="2817614"/>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5" name="rep-grid-3-5">
            <a:extLst xmlns:a="http://schemas.openxmlformats.org/drawingml/2006/main">
              <a:ext uri="{FF2B5EF4-FFF2-40B4-BE49-F238E27FC236}">
                <a16:creationId xmlns:a16="http://schemas.microsoft.com/office/drawing/2014/main" id="{3E5D3F26-96F9-4225-AA65-0B6BC0582E72}"/>
              </a:ext>
            </a:extLst>
          </p:cNvPr>
          <p:cNvSpPr>
            <a:spLocks xmlns:a="http://schemas.openxmlformats.org/drawingml/2006/main" noGrp="1"/>
          </p:cNvSpPr>
          <p:nvPr/>
        </p:nvSpPr>
        <p:spPr>
          <a:xfrm xmlns:a="http://schemas.openxmlformats.org/drawingml/2006/main">
            <a:off x="3524250" y="2652117"/>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6" name="rep-grid-3-6">
            <a:extLst xmlns:a="http://schemas.openxmlformats.org/drawingml/2006/main">
              <a:ext uri="{FF2B5EF4-FFF2-40B4-BE49-F238E27FC236}">
                <a16:creationId xmlns:a16="http://schemas.microsoft.com/office/drawing/2014/main" id="{D15E5C07-42DE-4D86-9224-0AD0A2243063}"/>
              </a:ext>
            </a:extLst>
          </p:cNvPr>
          <p:cNvSpPr>
            <a:spLocks xmlns:a="http://schemas.openxmlformats.org/drawingml/2006/main" noGrp="1"/>
          </p:cNvSpPr>
          <p:nvPr/>
        </p:nvSpPr>
        <p:spPr>
          <a:xfrm xmlns:a="http://schemas.openxmlformats.org/drawingml/2006/main">
            <a:off x="3524250" y="2486620"/>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7" name="rep-grid-3-7">
            <a:extLst xmlns:a="http://schemas.openxmlformats.org/drawingml/2006/main">
              <a:ext uri="{FF2B5EF4-FFF2-40B4-BE49-F238E27FC236}">
                <a16:creationId xmlns:a16="http://schemas.microsoft.com/office/drawing/2014/main" id="{D96DB529-A421-44D3-AF28-F058DBAD86BF}"/>
              </a:ext>
            </a:extLst>
          </p:cNvPr>
          <p:cNvSpPr>
            <a:spLocks xmlns:a="http://schemas.openxmlformats.org/drawingml/2006/main" noGrp="1"/>
          </p:cNvSpPr>
          <p:nvPr/>
        </p:nvSpPr>
        <p:spPr>
          <a:xfrm xmlns:a="http://schemas.openxmlformats.org/drawingml/2006/main">
            <a:off x="3524250" y="2321123"/>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8" name="error-3-0">
            <a:extLst xmlns:a="http://schemas.openxmlformats.org/drawingml/2006/main">
              <a:ext uri="{FF2B5EF4-FFF2-40B4-BE49-F238E27FC236}">
                <a16:creationId xmlns:a16="http://schemas.microsoft.com/office/drawing/2014/main" id="{6BD32C20-7FFC-43D7-A2C3-7A3B2B5D3F0E}"/>
              </a:ext>
            </a:extLst>
          </p:cNvPr>
          <p:cNvSpPr>
            <a:spLocks xmlns:a="http://schemas.openxmlformats.org/drawingml/2006/main" noGrp="1"/>
          </p:cNvSpPr>
          <p:nvPr/>
        </p:nvSpPr>
        <p:spPr>
          <a:xfrm xmlns:a="http://schemas.openxmlformats.org/drawingml/2006/main">
            <a:off x="3524250" y="2948357"/>
            <a:ext cx="9525" cy="34754"/>
          </a:xfrm>
          <a:custGeom xmlns:a="http://schemas.openxmlformats.org/drawingml/2006/main">
            <a:pathLst>
              <a:path w="9525" h="34754">
                <a:moveTo>
                  <a:pt x="0" y="0"/>
                </a:moveTo>
                <a:lnTo>
                  <a:pt x="0" y="34754"/>
                </a:lnTo>
              </a:path>
            </a:pathLst>
          </a:custGeom>
          <a:noFill xmlns:a="http://schemas.openxmlformats.org/drawingml/2006/main"/>
          <a:ln xmlns:a="http://schemas.openxmlformats.org/drawingml/2006/main" w="9525">
            <a:solidFill>
              <a:srgbClr val="808080"/>
            </a:solidFill>
          </a:ln>
        </p:spPr>
      </p:sp>
      <p:sp>
        <p:nvSpPr>
          <p:cNvPr id="19" name="raw-3-0">
            <a:extLst xmlns:a="http://schemas.openxmlformats.org/drawingml/2006/main">
              <a:ext uri="{FF2B5EF4-FFF2-40B4-BE49-F238E27FC236}">
                <a16:creationId xmlns:a16="http://schemas.microsoft.com/office/drawing/2014/main" id="{9D749A6B-1A1B-4051-8C25-499ABA3F30A0}"/>
              </a:ext>
            </a:extLst>
          </p:cNvPr>
          <p:cNvSpPr>
            <a:spLocks xmlns:a="http://schemas.openxmlformats.org/drawingml/2006/main" noGrp="1"/>
          </p:cNvSpPr>
          <p:nvPr/>
        </p:nvSpPr>
        <p:spPr>
          <a:xfrm xmlns:a="http://schemas.openxmlformats.org/drawingml/2006/main">
            <a:off x="3476625" y="2900732"/>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20" name="quantized-3-0">
            <a:extLst xmlns:a="http://schemas.openxmlformats.org/drawingml/2006/main">
              <a:ext uri="{FF2B5EF4-FFF2-40B4-BE49-F238E27FC236}">
                <a16:creationId xmlns:a16="http://schemas.microsoft.com/office/drawing/2014/main" id="{FB56E1DA-1DB1-4109-ABC1-EE69CC309D3B}"/>
              </a:ext>
            </a:extLst>
          </p:cNvPr>
          <p:cNvSpPr>
            <a:spLocks xmlns:a="http://schemas.openxmlformats.org/drawingml/2006/main" noGrp="1"/>
          </p:cNvSpPr>
          <p:nvPr/>
        </p:nvSpPr>
        <p:spPr>
          <a:xfrm xmlns:a="http://schemas.openxmlformats.org/drawingml/2006/main">
            <a:off x="3486150" y="2945011"/>
            <a:ext cx="76200" cy="7620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21" name="error-3-1">
            <a:extLst xmlns:a="http://schemas.openxmlformats.org/drawingml/2006/main">
              <a:ext uri="{FF2B5EF4-FFF2-40B4-BE49-F238E27FC236}">
                <a16:creationId xmlns:a16="http://schemas.microsoft.com/office/drawing/2014/main" id="{5F83C821-26E1-45AC-972A-0EFC1A263D04}"/>
              </a:ext>
            </a:extLst>
          </p:cNvPr>
          <p:cNvSpPr>
            <a:spLocks xmlns:a="http://schemas.openxmlformats.org/drawingml/2006/main" noGrp="1"/>
          </p:cNvSpPr>
          <p:nvPr/>
        </p:nvSpPr>
        <p:spPr>
          <a:xfrm xmlns:a="http://schemas.openxmlformats.org/drawingml/2006/main">
            <a:off x="4375150" y="2652117"/>
            <a:ext cx="9525" cy="49649"/>
          </a:xfrm>
          <a:custGeom xmlns:a="http://schemas.openxmlformats.org/drawingml/2006/main">
            <a:pathLst>
              <a:path w="9525" h="49649">
                <a:moveTo>
                  <a:pt x="0" y="49649"/>
                </a:moveTo>
                <a:lnTo>
                  <a:pt x="0" y="0"/>
                </a:lnTo>
              </a:path>
            </a:pathLst>
          </a:custGeom>
          <a:noFill xmlns:a="http://schemas.openxmlformats.org/drawingml/2006/main"/>
          <a:ln xmlns:a="http://schemas.openxmlformats.org/drawingml/2006/main" w="9525">
            <a:solidFill>
              <a:srgbClr val="808080"/>
            </a:solidFill>
          </a:ln>
        </p:spPr>
      </p:sp>
      <p:sp>
        <p:nvSpPr>
          <p:cNvPr id="22" name="raw-3-1">
            <a:extLst xmlns:a="http://schemas.openxmlformats.org/drawingml/2006/main">
              <a:ext uri="{FF2B5EF4-FFF2-40B4-BE49-F238E27FC236}">
                <a16:creationId xmlns:a16="http://schemas.microsoft.com/office/drawing/2014/main" id="{D0703ED7-B6B6-4DE6-BA8E-DF1872674ED9}"/>
              </a:ext>
            </a:extLst>
          </p:cNvPr>
          <p:cNvSpPr>
            <a:spLocks xmlns:a="http://schemas.openxmlformats.org/drawingml/2006/main" noGrp="1"/>
          </p:cNvSpPr>
          <p:nvPr/>
        </p:nvSpPr>
        <p:spPr>
          <a:xfrm xmlns:a="http://schemas.openxmlformats.org/drawingml/2006/main">
            <a:off x="4327525" y="2654141"/>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23" name="quantized-3-1">
            <a:extLst xmlns:a="http://schemas.openxmlformats.org/drawingml/2006/main">
              <a:ext uri="{FF2B5EF4-FFF2-40B4-BE49-F238E27FC236}">
                <a16:creationId xmlns:a16="http://schemas.microsoft.com/office/drawing/2014/main" id="{1DBD39C8-EF02-43DD-8432-DB54B81B3792}"/>
              </a:ext>
            </a:extLst>
          </p:cNvPr>
          <p:cNvSpPr>
            <a:spLocks xmlns:a="http://schemas.openxmlformats.org/drawingml/2006/main" noGrp="1"/>
          </p:cNvSpPr>
          <p:nvPr/>
        </p:nvSpPr>
        <p:spPr>
          <a:xfrm xmlns:a="http://schemas.openxmlformats.org/drawingml/2006/main">
            <a:off x="4337050" y="2614017"/>
            <a:ext cx="76200" cy="7620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24" name="error-3-2">
            <a:extLst xmlns:a="http://schemas.openxmlformats.org/drawingml/2006/main">
              <a:ext uri="{FF2B5EF4-FFF2-40B4-BE49-F238E27FC236}">
                <a16:creationId xmlns:a16="http://schemas.microsoft.com/office/drawing/2014/main" id="{FAFFC524-EA9B-4625-8672-F4B43D3FF895}"/>
              </a:ext>
            </a:extLst>
          </p:cNvPr>
          <p:cNvSpPr>
            <a:spLocks xmlns:a="http://schemas.openxmlformats.org/drawingml/2006/main" noGrp="1"/>
          </p:cNvSpPr>
          <p:nvPr/>
        </p:nvSpPr>
        <p:spPr>
          <a:xfrm xmlns:a="http://schemas.openxmlformats.org/drawingml/2006/main">
            <a:off x="5226050" y="2321123"/>
            <a:ext cx="9525" cy="66199"/>
          </a:xfrm>
          <a:custGeom xmlns:a="http://schemas.openxmlformats.org/drawingml/2006/main">
            <a:pathLst>
              <a:path w="9525" h="66199">
                <a:moveTo>
                  <a:pt x="0" y="66199"/>
                </a:moveTo>
                <a:lnTo>
                  <a:pt x="0" y="0"/>
                </a:lnTo>
              </a:path>
            </a:pathLst>
          </a:custGeom>
          <a:noFill xmlns:a="http://schemas.openxmlformats.org/drawingml/2006/main"/>
          <a:ln xmlns:a="http://schemas.openxmlformats.org/drawingml/2006/main" w="9525">
            <a:solidFill>
              <a:srgbClr val="808080"/>
            </a:solidFill>
          </a:ln>
        </p:spPr>
      </p:sp>
      <p:sp>
        <p:nvSpPr>
          <p:cNvPr id="25" name="raw-3-2">
            <a:extLst xmlns:a="http://schemas.openxmlformats.org/drawingml/2006/main">
              <a:ext uri="{FF2B5EF4-FFF2-40B4-BE49-F238E27FC236}">
                <a16:creationId xmlns:a16="http://schemas.microsoft.com/office/drawing/2014/main" id="{BC5BF60E-E9E5-4F1C-97B6-A50DA6E347EB}"/>
              </a:ext>
            </a:extLst>
          </p:cNvPr>
          <p:cNvSpPr>
            <a:spLocks xmlns:a="http://schemas.openxmlformats.org/drawingml/2006/main" noGrp="1"/>
          </p:cNvSpPr>
          <p:nvPr/>
        </p:nvSpPr>
        <p:spPr>
          <a:xfrm xmlns:a="http://schemas.openxmlformats.org/drawingml/2006/main">
            <a:off x="5178425" y="2339697"/>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26" name="quantized-3-2">
            <a:extLst xmlns:a="http://schemas.openxmlformats.org/drawingml/2006/main">
              <a:ext uri="{FF2B5EF4-FFF2-40B4-BE49-F238E27FC236}">
                <a16:creationId xmlns:a16="http://schemas.microsoft.com/office/drawing/2014/main" id="{218B10F5-309F-4A94-A701-C9E0E6D35ED2}"/>
              </a:ext>
            </a:extLst>
          </p:cNvPr>
          <p:cNvSpPr>
            <a:spLocks xmlns:a="http://schemas.openxmlformats.org/drawingml/2006/main" noGrp="1"/>
          </p:cNvSpPr>
          <p:nvPr/>
        </p:nvSpPr>
        <p:spPr>
          <a:xfrm xmlns:a="http://schemas.openxmlformats.org/drawingml/2006/main">
            <a:off x="5187950" y="2283023"/>
            <a:ext cx="76200" cy="7620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27" name="error-3-3">
            <a:extLst xmlns:a="http://schemas.openxmlformats.org/drawingml/2006/main">
              <a:ext uri="{FF2B5EF4-FFF2-40B4-BE49-F238E27FC236}">
                <a16:creationId xmlns:a16="http://schemas.microsoft.com/office/drawing/2014/main" id="{2B142831-5BA1-4E95-90B0-E3A21066BFA8}"/>
              </a:ext>
            </a:extLst>
          </p:cNvPr>
          <p:cNvSpPr>
            <a:spLocks xmlns:a="http://schemas.openxmlformats.org/drawingml/2006/main" noGrp="1"/>
          </p:cNvSpPr>
          <p:nvPr/>
        </p:nvSpPr>
        <p:spPr>
          <a:xfrm xmlns:a="http://schemas.openxmlformats.org/drawingml/2006/main">
            <a:off x="6076950" y="2486620"/>
            <a:ext cx="9525" cy="16550"/>
          </a:xfrm>
          <a:custGeom xmlns:a="http://schemas.openxmlformats.org/drawingml/2006/main">
            <a:pathLst>
              <a:path w="9525" h="16550">
                <a:moveTo>
                  <a:pt x="0" y="16550"/>
                </a:moveTo>
                <a:lnTo>
                  <a:pt x="0" y="0"/>
                </a:lnTo>
              </a:path>
            </a:pathLst>
          </a:custGeom>
          <a:noFill xmlns:a="http://schemas.openxmlformats.org/drawingml/2006/main"/>
          <a:ln xmlns:a="http://schemas.openxmlformats.org/drawingml/2006/main" w="9525">
            <a:solidFill>
              <a:srgbClr val="808080"/>
            </a:solidFill>
          </a:ln>
        </p:spPr>
      </p:sp>
      <p:sp>
        <p:nvSpPr>
          <p:cNvPr id="28" name="raw-3-3">
            <a:extLst xmlns:a="http://schemas.openxmlformats.org/drawingml/2006/main">
              <a:ext uri="{FF2B5EF4-FFF2-40B4-BE49-F238E27FC236}">
                <a16:creationId xmlns:a16="http://schemas.microsoft.com/office/drawing/2014/main" id="{B62CBEF4-6E53-4511-A558-BD7238B1754D}"/>
              </a:ext>
            </a:extLst>
          </p:cNvPr>
          <p:cNvSpPr>
            <a:spLocks xmlns:a="http://schemas.openxmlformats.org/drawingml/2006/main" noGrp="1"/>
          </p:cNvSpPr>
          <p:nvPr/>
        </p:nvSpPr>
        <p:spPr>
          <a:xfrm xmlns:a="http://schemas.openxmlformats.org/drawingml/2006/main">
            <a:off x="6029325" y="245554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29" name="quantized-3-3">
            <a:extLst xmlns:a="http://schemas.openxmlformats.org/drawingml/2006/main">
              <a:ext uri="{FF2B5EF4-FFF2-40B4-BE49-F238E27FC236}">
                <a16:creationId xmlns:a16="http://schemas.microsoft.com/office/drawing/2014/main" id="{F43CA1D6-BF62-46BA-ABD7-2FDF392FFEED}"/>
              </a:ext>
            </a:extLst>
          </p:cNvPr>
          <p:cNvSpPr>
            <a:spLocks xmlns:a="http://schemas.openxmlformats.org/drawingml/2006/main" noGrp="1"/>
          </p:cNvSpPr>
          <p:nvPr/>
        </p:nvSpPr>
        <p:spPr>
          <a:xfrm xmlns:a="http://schemas.openxmlformats.org/drawingml/2006/main">
            <a:off x="6038850" y="2448520"/>
            <a:ext cx="76200" cy="7620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30" name="error-3-4">
            <a:extLst xmlns:a="http://schemas.openxmlformats.org/drawingml/2006/main">
              <a:ext uri="{FF2B5EF4-FFF2-40B4-BE49-F238E27FC236}">
                <a16:creationId xmlns:a16="http://schemas.microsoft.com/office/drawing/2014/main" id="{C1A3E2D8-8981-4491-A96B-B5A55D8E1E0C}"/>
              </a:ext>
            </a:extLst>
          </p:cNvPr>
          <p:cNvSpPr>
            <a:spLocks xmlns:a="http://schemas.openxmlformats.org/drawingml/2006/main" noGrp="1"/>
          </p:cNvSpPr>
          <p:nvPr/>
        </p:nvSpPr>
        <p:spPr>
          <a:xfrm xmlns:a="http://schemas.openxmlformats.org/drawingml/2006/main">
            <a:off x="6927850" y="2817614"/>
            <a:ext cx="9525" cy="57924"/>
          </a:xfrm>
          <a:custGeom xmlns:a="http://schemas.openxmlformats.org/drawingml/2006/main">
            <a:pathLst>
              <a:path w="9525" h="57924">
                <a:moveTo>
                  <a:pt x="0" y="57924"/>
                </a:moveTo>
                <a:lnTo>
                  <a:pt x="0" y="0"/>
                </a:lnTo>
              </a:path>
            </a:pathLst>
          </a:custGeom>
          <a:noFill xmlns:a="http://schemas.openxmlformats.org/drawingml/2006/main"/>
          <a:ln xmlns:a="http://schemas.openxmlformats.org/drawingml/2006/main" w="9525">
            <a:solidFill>
              <a:srgbClr val="808080"/>
            </a:solidFill>
          </a:ln>
        </p:spPr>
      </p:sp>
      <p:sp>
        <p:nvSpPr>
          <p:cNvPr id="31" name="raw-3-4">
            <a:extLst xmlns:a="http://schemas.openxmlformats.org/drawingml/2006/main">
              <a:ext uri="{FF2B5EF4-FFF2-40B4-BE49-F238E27FC236}">
                <a16:creationId xmlns:a16="http://schemas.microsoft.com/office/drawing/2014/main" id="{97837A32-A5D2-40EF-A502-82B71F8488C6}"/>
              </a:ext>
            </a:extLst>
          </p:cNvPr>
          <p:cNvSpPr>
            <a:spLocks xmlns:a="http://schemas.openxmlformats.org/drawingml/2006/main" noGrp="1"/>
          </p:cNvSpPr>
          <p:nvPr/>
        </p:nvSpPr>
        <p:spPr>
          <a:xfrm xmlns:a="http://schemas.openxmlformats.org/drawingml/2006/main">
            <a:off x="6880225" y="2827913"/>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32" name="quantized-3-4">
            <a:extLst xmlns:a="http://schemas.openxmlformats.org/drawingml/2006/main">
              <a:ext uri="{FF2B5EF4-FFF2-40B4-BE49-F238E27FC236}">
                <a16:creationId xmlns:a16="http://schemas.microsoft.com/office/drawing/2014/main" id="{420FC960-8A5B-4C22-A987-3DC742D0AA94}"/>
              </a:ext>
            </a:extLst>
          </p:cNvPr>
          <p:cNvSpPr>
            <a:spLocks xmlns:a="http://schemas.openxmlformats.org/drawingml/2006/main" noGrp="1"/>
          </p:cNvSpPr>
          <p:nvPr/>
        </p:nvSpPr>
        <p:spPr>
          <a:xfrm xmlns:a="http://schemas.openxmlformats.org/drawingml/2006/main">
            <a:off x="6889750" y="2779514"/>
            <a:ext cx="76200" cy="7620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33" name="error-3-5">
            <a:extLst xmlns:a="http://schemas.openxmlformats.org/drawingml/2006/main">
              <a:ext uri="{FF2B5EF4-FFF2-40B4-BE49-F238E27FC236}">
                <a16:creationId xmlns:a16="http://schemas.microsoft.com/office/drawing/2014/main" id="{B1DF7FEB-9BB2-4DBD-A945-AD2B745B291F}"/>
              </a:ext>
            </a:extLst>
          </p:cNvPr>
          <p:cNvSpPr>
            <a:spLocks xmlns:a="http://schemas.openxmlformats.org/drawingml/2006/main" noGrp="1"/>
          </p:cNvSpPr>
          <p:nvPr/>
        </p:nvSpPr>
        <p:spPr>
          <a:xfrm xmlns:a="http://schemas.openxmlformats.org/drawingml/2006/main">
            <a:off x="7778750" y="3148608"/>
            <a:ext cx="9525" cy="33099"/>
          </a:xfrm>
          <a:custGeom xmlns:a="http://schemas.openxmlformats.org/drawingml/2006/main">
            <a:pathLst>
              <a:path w="9525" h="33099">
                <a:moveTo>
                  <a:pt x="0" y="33099"/>
                </a:moveTo>
                <a:lnTo>
                  <a:pt x="0" y="0"/>
                </a:lnTo>
              </a:path>
            </a:pathLst>
          </a:custGeom>
          <a:noFill xmlns:a="http://schemas.openxmlformats.org/drawingml/2006/main"/>
          <a:ln xmlns:a="http://schemas.openxmlformats.org/drawingml/2006/main" w="9525">
            <a:solidFill>
              <a:srgbClr val="808080"/>
            </a:solidFill>
          </a:ln>
        </p:spPr>
      </p:sp>
      <p:sp>
        <p:nvSpPr>
          <p:cNvPr id="34" name="raw-3-5">
            <a:extLst xmlns:a="http://schemas.openxmlformats.org/drawingml/2006/main">
              <a:ext uri="{FF2B5EF4-FFF2-40B4-BE49-F238E27FC236}">
                <a16:creationId xmlns:a16="http://schemas.microsoft.com/office/drawing/2014/main" id="{EAF1792D-0CE3-481B-B6BB-6801229F0B00}"/>
              </a:ext>
            </a:extLst>
          </p:cNvPr>
          <p:cNvSpPr>
            <a:spLocks xmlns:a="http://schemas.openxmlformats.org/drawingml/2006/main" noGrp="1"/>
          </p:cNvSpPr>
          <p:nvPr/>
        </p:nvSpPr>
        <p:spPr>
          <a:xfrm xmlns:a="http://schemas.openxmlformats.org/drawingml/2006/main">
            <a:off x="7731125" y="3134082"/>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35" name="quantized-3-5">
            <a:extLst xmlns:a="http://schemas.openxmlformats.org/drawingml/2006/main">
              <a:ext uri="{FF2B5EF4-FFF2-40B4-BE49-F238E27FC236}">
                <a16:creationId xmlns:a16="http://schemas.microsoft.com/office/drawing/2014/main" id="{9B26EA94-0766-4B90-8635-00F5554C625A}"/>
              </a:ext>
            </a:extLst>
          </p:cNvPr>
          <p:cNvSpPr>
            <a:spLocks xmlns:a="http://schemas.openxmlformats.org/drawingml/2006/main" noGrp="1"/>
          </p:cNvSpPr>
          <p:nvPr/>
        </p:nvSpPr>
        <p:spPr>
          <a:xfrm xmlns:a="http://schemas.openxmlformats.org/drawingml/2006/main">
            <a:off x="7740650" y="3110508"/>
            <a:ext cx="76200" cy="7620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36" name="error-3-6">
            <a:extLst xmlns:a="http://schemas.openxmlformats.org/drawingml/2006/main">
              <a:ext uri="{FF2B5EF4-FFF2-40B4-BE49-F238E27FC236}">
                <a16:creationId xmlns:a16="http://schemas.microsoft.com/office/drawing/2014/main" id="{4F2BA7F2-BF37-4311-9041-64544B7DED7E}"/>
              </a:ext>
            </a:extLst>
          </p:cNvPr>
          <p:cNvSpPr>
            <a:spLocks xmlns:a="http://schemas.openxmlformats.org/drawingml/2006/main" noGrp="1"/>
          </p:cNvSpPr>
          <p:nvPr/>
        </p:nvSpPr>
        <p:spPr>
          <a:xfrm xmlns:a="http://schemas.openxmlformats.org/drawingml/2006/main">
            <a:off x="8629650" y="3454777"/>
            <a:ext cx="9525" cy="24825"/>
          </a:xfrm>
          <a:custGeom xmlns:a="http://schemas.openxmlformats.org/drawingml/2006/main">
            <a:pathLst>
              <a:path w="9525" h="24825">
                <a:moveTo>
                  <a:pt x="0" y="0"/>
                </a:moveTo>
                <a:lnTo>
                  <a:pt x="0" y="24825"/>
                </a:lnTo>
              </a:path>
            </a:pathLst>
          </a:custGeom>
          <a:noFill xmlns:a="http://schemas.openxmlformats.org/drawingml/2006/main"/>
          <a:ln xmlns:a="http://schemas.openxmlformats.org/drawingml/2006/main" w="9525">
            <a:solidFill>
              <a:srgbClr val="808080"/>
            </a:solidFill>
          </a:ln>
        </p:spPr>
      </p:sp>
      <p:sp>
        <p:nvSpPr>
          <p:cNvPr id="37" name="raw-3-6">
            <a:extLst xmlns:a="http://schemas.openxmlformats.org/drawingml/2006/main">
              <a:ext uri="{FF2B5EF4-FFF2-40B4-BE49-F238E27FC236}">
                <a16:creationId xmlns:a16="http://schemas.microsoft.com/office/drawing/2014/main" id="{D124C1BE-4B53-4B23-AF3C-0BDE047B3A26}"/>
              </a:ext>
            </a:extLst>
          </p:cNvPr>
          <p:cNvSpPr>
            <a:spLocks xmlns:a="http://schemas.openxmlformats.org/drawingml/2006/main" noGrp="1"/>
          </p:cNvSpPr>
          <p:nvPr/>
        </p:nvSpPr>
        <p:spPr>
          <a:xfrm xmlns:a="http://schemas.openxmlformats.org/drawingml/2006/main">
            <a:off x="8582025" y="3407152"/>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38" name="quantized-3-6">
            <a:extLst xmlns:a="http://schemas.openxmlformats.org/drawingml/2006/main">
              <a:ext uri="{FF2B5EF4-FFF2-40B4-BE49-F238E27FC236}">
                <a16:creationId xmlns:a16="http://schemas.microsoft.com/office/drawing/2014/main" id="{BF684C31-58B9-44A1-BDBD-77F7F581E42A}"/>
              </a:ext>
            </a:extLst>
          </p:cNvPr>
          <p:cNvSpPr>
            <a:spLocks xmlns:a="http://schemas.openxmlformats.org/drawingml/2006/main" noGrp="1"/>
          </p:cNvSpPr>
          <p:nvPr/>
        </p:nvSpPr>
        <p:spPr>
          <a:xfrm xmlns:a="http://schemas.openxmlformats.org/drawingml/2006/main">
            <a:off x="8591550" y="3441502"/>
            <a:ext cx="76200" cy="7620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39" name="error-3-7">
            <a:extLst xmlns:a="http://schemas.openxmlformats.org/drawingml/2006/main">
              <a:ext uri="{FF2B5EF4-FFF2-40B4-BE49-F238E27FC236}">
                <a16:creationId xmlns:a16="http://schemas.microsoft.com/office/drawing/2014/main" id="{C177517B-0719-4FD2-A404-7142C237255B}"/>
              </a:ext>
            </a:extLst>
          </p:cNvPr>
          <p:cNvSpPr>
            <a:spLocks xmlns:a="http://schemas.openxmlformats.org/drawingml/2006/main" noGrp="1"/>
          </p:cNvSpPr>
          <p:nvPr/>
        </p:nvSpPr>
        <p:spPr>
          <a:xfrm xmlns:a="http://schemas.openxmlformats.org/drawingml/2006/main">
            <a:off x="9480550" y="3314105"/>
            <a:ext cx="9525" cy="16550"/>
          </a:xfrm>
          <a:custGeom xmlns:a="http://schemas.openxmlformats.org/drawingml/2006/main">
            <a:pathLst>
              <a:path w="9525" h="16550">
                <a:moveTo>
                  <a:pt x="0" y="16550"/>
                </a:moveTo>
                <a:lnTo>
                  <a:pt x="0" y="0"/>
                </a:lnTo>
              </a:path>
            </a:pathLst>
          </a:custGeom>
          <a:noFill xmlns:a="http://schemas.openxmlformats.org/drawingml/2006/main"/>
          <a:ln xmlns:a="http://schemas.openxmlformats.org/drawingml/2006/main" w="9525">
            <a:solidFill>
              <a:srgbClr val="808080"/>
            </a:solidFill>
          </a:ln>
        </p:spPr>
      </p:sp>
      <p:sp>
        <p:nvSpPr>
          <p:cNvPr id="40" name="raw-3-7">
            <a:extLst xmlns:a="http://schemas.openxmlformats.org/drawingml/2006/main">
              <a:ext uri="{FF2B5EF4-FFF2-40B4-BE49-F238E27FC236}">
                <a16:creationId xmlns:a16="http://schemas.microsoft.com/office/drawing/2014/main" id="{C239A78A-0E86-4099-A36B-55E00FA508AD}"/>
              </a:ext>
            </a:extLst>
          </p:cNvPr>
          <p:cNvSpPr>
            <a:spLocks xmlns:a="http://schemas.openxmlformats.org/drawingml/2006/main" noGrp="1"/>
          </p:cNvSpPr>
          <p:nvPr/>
        </p:nvSpPr>
        <p:spPr>
          <a:xfrm xmlns:a="http://schemas.openxmlformats.org/drawingml/2006/main">
            <a:off x="9432925" y="3283029"/>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41" name="quantized-3-7">
            <a:extLst xmlns:a="http://schemas.openxmlformats.org/drawingml/2006/main">
              <a:ext uri="{FF2B5EF4-FFF2-40B4-BE49-F238E27FC236}">
                <a16:creationId xmlns:a16="http://schemas.microsoft.com/office/drawing/2014/main" id="{ADC383C1-B6D9-477D-AC0A-AB98ABC3471F}"/>
              </a:ext>
            </a:extLst>
          </p:cNvPr>
          <p:cNvSpPr>
            <a:spLocks xmlns:a="http://schemas.openxmlformats.org/drawingml/2006/main" noGrp="1"/>
          </p:cNvSpPr>
          <p:nvPr/>
        </p:nvSpPr>
        <p:spPr>
          <a:xfrm xmlns:a="http://schemas.openxmlformats.org/drawingml/2006/main">
            <a:off x="9442450" y="3276005"/>
            <a:ext cx="76200" cy="7620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42" name="error-3-8">
            <a:extLst xmlns:a="http://schemas.openxmlformats.org/drawingml/2006/main">
              <a:ext uri="{FF2B5EF4-FFF2-40B4-BE49-F238E27FC236}">
                <a16:creationId xmlns:a16="http://schemas.microsoft.com/office/drawing/2014/main" id="{067BF0E4-FD4E-44D9-823B-897154964A40}"/>
              </a:ext>
            </a:extLst>
          </p:cNvPr>
          <p:cNvSpPr>
            <a:spLocks xmlns:a="http://schemas.openxmlformats.org/drawingml/2006/main" noGrp="1"/>
          </p:cNvSpPr>
          <p:nvPr/>
        </p:nvSpPr>
        <p:spPr>
          <a:xfrm xmlns:a="http://schemas.openxmlformats.org/drawingml/2006/main">
            <a:off x="10331450" y="2983111"/>
            <a:ext cx="9525" cy="49649"/>
          </a:xfrm>
          <a:custGeom xmlns:a="http://schemas.openxmlformats.org/drawingml/2006/main">
            <a:pathLst>
              <a:path w="9525" h="49649">
                <a:moveTo>
                  <a:pt x="0" y="49649"/>
                </a:moveTo>
                <a:lnTo>
                  <a:pt x="0" y="0"/>
                </a:lnTo>
              </a:path>
            </a:pathLst>
          </a:custGeom>
          <a:noFill xmlns:a="http://schemas.openxmlformats.org/drawingml/2006/main"/>
          <a:ln xmlns:a="http://schemas.openxmlformats.org/drawingml/2006/main" w="9525">
            <a:solidFill>
              <a:srgbClr val="808080"/>
            </a:solidFill>
          </a:ln>
        </p:spPr>
      </p:sp>
      <p:sp>
        <p:nvSpPr>
          <p:cNvPr id="43" name="raw-3-8">
            <a:extLst xmlns:a="http://schemas.openxmlformats.org/drawingml/2006/main">
              <a:ext uri="{FF2B5EF4-FFF2-40B4-BE49-F238E27FC236}">
                <a16:creationId xmlns:a16="http://schemas.microsoft.com/office/drawing/2014/main" id="{71DAC1BA-F33C-4054-BD0E-560D2B1E079B}"/>
              </a:ext>
            </a:extLst>
          </p:cNvPr>
          <p:cNvSpPr>
            <a:spLocks xmlns:a="http://schemas.openxmlformats.org/drawingml/2006/main" noGrp="1"/>
          </p:cNvSpPr>
          <p:nvPr/>
        </p:nvSpPr>
        <p:spPr>
          <a:xfrm xmlns:a="http://schemas.openxmlformats.org/drawingml/2006/main">
            <a:off x="10283825" y="298513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44" name="quantized-3-8">
            <a:extLst xmlns:a="http://schemas.openxmlformats.org/drawingml/2006/main">
              <a:ext uri="{FF2B5EF4-FFF2-40B4-BE49-F238E27FC236}">
                <a16:creationId xmlns:a16="http://schemas.microsoft.com/office/drawing/2014/main" id="{2973266F-B0E2-48F1-AB22-60318E4EB02B}"/>
              </a:ext>
            </a:extLst>
          </p:cNvPr>
          <p:cNvSpPr>
            <a:spLocks xmlns:a="http://schemas.openxmlformats.org/drawingml/2006/main" noGrp="1"/>
          </p:cNvSpPr>
          <p:nvPr/>
        </p:nvSpPr>
        <p:spPr>
          <a:xfrm xmlns:a="http://schemas.openxmlformats.org/drawingml/2006/main">
            <a:off x="10293350" y="2945011"/>
            <a:ext cx="76200" cy="7620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45" name="error-3-9">
            <a:extLst xmlns:a="http://schemas.openxmlformats.org/drawingml/2006/main">
              <a:ext uri="{FF2B5EF4-FFF2-40B4-BE49-F238E27FC236}">
                <a16:creationId xmlns:a16="http://schemas.microsoft.com/office/drawing/2014/main" id="{BA8EB547-C552-4C76-B55B-3129B54E9F5F}"/>
              </a:ext>
            </a:extLst>
          </p:cNvPr>
          <p:cNvSpPr>
            <a:spLocks xmlns:a="http://schemas.openxmlformats.org/drawingml/2006/main" noGrp="1"/>
          </p:cNvSpPr>
          <p:nvPr/>
        </p:nvSpPr>
        <p:spPr>
          <a:xfrm xmlns:a="http://schemas.openxmlformats.org/drawingml/2006/main">
            <a:off x="11182350" y="2767965"/>
            <a:ext cx="9525" cy="49649"/>
          </a:xfrm>
          <a:custGeom xmlns:a="http://schemas.openxmlformats.org/drawingml/2006/main">
            <a:pathLst>
              <a:path w="9525" h="49649">
                <a:moveTo>
                  <a:pt x="0" y="0"/>
                </a:moveTo>
                <a:lnTo>
                  <a:pt x="0" y="49649"/>
                </a:lnTo>
              </a:path>
            </a:pathLst>
          </a:custGeom>
          <a:noFill xmlns:a="http://schemas.openxmlformats.org/drawingml/2006/main"/>
          <a:ln xmlns:a="http://schemas.openxmlformats.org/drawingml/2006/main" w="9525">
            <a:solidFill>
              <a:srgbClr val="808080"/>
            </a:solidFill>
          </a:ln>
        </p:spPr>
      </p:sp>
      <p:sp>
        <p:nvSpPr>
          <p:cNvPr id="46" name="raw-3-9">
            <a:extLst xmlns:a="http://schemas.openxmlformats.org/drawingml/2006/main">
              <a:ext uri="{FF2B5EF4-FFF2-40B4-BE49-F238E27FC236}">
                <a16:creationId xmlns:a16="http://schemas.microsoft.com/office/drawing/2014/main" id="{D3DA78C6-2C9F-4191-AC1C-CC387B28D270}"/>
              </a:ext>
            </a:extLst>
          </p:cNvPr>
          <p:cNvSpPr>
            <a:spLocks xmlns:a="http://schemas.openxmlformats.org/drawingml/2006/main" noGrp="1"/>
          </p:cNvSpPr>
          <p:nvPr/>
        </p:nvSpPr>
        <p:spPr>
          <a:xfrm xmlns:a="http://schemas.openxmlformats.org/drawingml/2006/main">
            <a:off x="11134725" y="2720340"/>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47" name="quantized-3-9">
            <a:extLst xmlns:a="http://schemas.openxmlformats.org/drawingml/2006/main">
              <a:ext uri="{FF2B5EF4-FFF2-40B4-BE49-F238E27FC236}">
                <a16:creationId xmlns:a16="http://schemas.microsoft.com/office/drawing/2014/main" id="{82E9ECC7-7EFA-48D3-A980-730047D512C8}"/>
              </a:ext>
            </a:extLst>
          </p:cNvPr>
          <p:cNvSpPr>
            <a:spLocks xmlns:a="http://schemas.openxmlformats.org/drawingml/2006/main" noGrp="1"/>
          </p:cNvSpPr>
          <p:nvPr/>
        </p:nvSpPr>
        <p:spPr>
          <a:xfrm xmlns:a="http://schemas.openxmlformats.org/drawingml/2006/main">
            <a:off x="11144250" y="2779514"/>
            <a:ext cx="76200" cy="7620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48" name="bitdepth-4">
            <a:extLst xmlns:a="http://schemas.openxmlformats.org/drawingml/2006/main">
              <a:ext uri="{FF2B5EF4-FFF2-40B4-BE49-F238E27FC236}">
                <a16:creationId xmlns:a16="http://schemas.microsoft.com/office/drawing/2014/main" id="{CAA88319-D659-4285-ADDF-7F2F0CECD8DD}"/>
              </a:ext>
            </a:extLst>
          </p:cNvPr>
          <p:cNvSpPr>
            <a:spLocks xmlns:a="http://schemas.openxmlformats.org/drawingml/2006/main" noGrp="1"/>
          </p:cNvSpPr>
          <p:nvPr/>
        </p:nvSpPr>
        <p:spPr>
          <a:xfrm xmlns:a="http://schemas.openxmlformats.org/drawingml/2006/main">
            <a:off x="609600" y="4181475"/>
            <a:ext cx="2714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4bit：16个代表值</a:t>
            </a:r>
          </a:p>
        </p:txBody>
      </p:sp>
      <p:sp>
        <p:nvSpPr>
          <p:cNvPr id="49" name="quant-y-4">
            <a:extLst xmlns:a="http://schemas.openxmlformats.org/drawingml/2006/main">
              <a:ext uri="{FF2B5EF4-FFF2-40B4-BE49-F238E27FC236}">
                <a16:creationId xmlns:a16="http://schemas.microsoft.com/office/drawing/2014/main" id="{76E2B535-492D-4518-B644-6A2B06E75624}"/>
              </a:ext>
            </a:extLst>
          </p:cNvPr>
          <p:cNvSpPr>
            <a:spLocks xmlns:a="http://schemas.openxmlformats.org/drawingml/2006/main" noGrp="1"/>
          </p:cNvSpPr>
          <p:nvPr/>
        </p:nvSpPr>
        <p:spPr>
          <a:xfrm xmlns:a="http://schemas.openxmlformats.org/drawingml/2006/main">
            <a:off x="3524250" y="3895725"/>
            <a:ext cx="9525" cy="1323975"/>
          </a:xfrm>
          <a:custGeom xmlns:a="http://schemas.openxmlformats.org/drawingml/2006/main">
            <a:pathLst>
              <a:path w="9525" h="1323975">
                <a:moveTo>
                  <a:pt x="0" y="0"/>
                </a:moveTo>
                <a:lnTo>
                  <a:pt x="0" y="1323975"/>
                </a:lnTo>
              </a:path>
            </a:pathLst>
          </a:custGeom>
          <a:noFill xmlns:a="http://schemas.openxmlformats.org/drawingml/2006/main"/>
          <a:ln xmlns:a="http://schemas.openxmlformats.org/drawingml/2006/main" w="11430">
            <a:solidFill>
              <a:srgbClr val="808080"/>
            </a:solidFill>
          </a:ln>
        </p:spPr>
      </p:sp>
      <p:sp>
        <p:nvSpPr>
          <p:cNvPr id="50" name="quant-x-4">
            <a:extLst xmlns:a="http://schemas.openxmlformats.org/drawingml/2006/main">
              <a:ext uri="{FF2B5EF4-FFF2-40B4-BE49-F238E27FC236}">
                <a16:creationId xmlns:a16="http://schemas.microsoft.com/office/drawing/2014/main" id="{3680FAC0-58B6-4A38-93A9-EC758C7B40E7}"/>
              </a:ext>
            </a:extLst>
          </p:cNvPr>
          <p:cNvSpPr>
            <a:spLocks xmlns:a="http://schemas.openxmlformats.org/drawingml/2006/main" noGrp="1"/>
          </p:cNvSpPr>
          <p:nvPr/>
        </p:nvSpPr>
        <p:spPr>
          <a:xfrm xmlns:a="http://schemas.openxmlformats.org/drawingml/2006/main">
            <a:off x="3524250" y="5219700"/>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11430">
            <a:solidFill>
              <a:srgbClr val="808080"/>
            </a:solidFill>
          </a:ln>
        </p:spPr>
      </p:sp>
      <p:sp>
        <p:nvSpPr>
          <p:cNvPr id="51" name="rep-grid-4-0">
            <a:extLst xmlns:a="http://schemas.openxmlformats.org/drawingml/2006/main">
              <a:ext uri="{FF2B5EF4-FFF2-40B4-BE49-F238E27FC236}">
                <a16:creationId xmlns:a16="http://schemas.microsoft.com/office/drawing/2014/main" id="{F049570D-D33B-454D-891C-21E5A993A917}"/>
              </a:ext>
            </a:extLst>
          </p:cNvPr>
          <p:cNvSpPr>
            <a:spLocks xmlns:a="http://schemas.openxmlformats.org/drawingml/2006/main" noGrp="1"/>
          </p:cNvSpPr>
          <p:nvPr/>
        </p:nvSpPr>
        <p:spPr>
          <a:xfrm xmlns:a="http://schemas.openxmlformats.org/drawingml/2006/main">
            <a:off x="3524250" y="5178326"/>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52" name="rep-grid-4-1">
            <a:extLst xmlns:a="http://schemas.openxmlformats.org/drawingml/2006/main">
              <a:ext uri="{FF2B5EF4-FFF2-40B4-BE49-F238E27FC236}">
                <a16:creationId xmlns:a16="http://schemas.microsoft.com/office/drawing/2014/main" id="{11FD10B4-C363-42F5-BCA2-2F10DCAFDBDF}"/>
              </a:ext>
            </a:extLst>
          </p:cNvPr>
          <p:cNvSpPr>
            <a:spLocks xmlns:a="http://schemas.openxmlformats.org/drawingml/2006/main" noGrp="1"/>
          </p:cNvSpPr>
          <p:nvPr/>
        </p:nvSpPr>
        <p:spPr>
          <a:xfrm xmlns:a="http://schemas.openxmlformats.org/drawingml/2006/main">
            <a:off x="3524250" y="5095577"/>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53" name="rep-grid-4-2">
            <a:extLst xmlns:a="http://schemas.openxmlformats.org/drawingml/2006/main">
              <a:ext uri="{FF2B5EF4-FFF2-40B4-BE49-F238E27FC236}">
                <a16:creationId xmlns:a16="http://schemas.microsoft.com/office/drawing/2014/main" id="{510AED7E-CC75-4AEF-BCBA-BA71EE584E34}"/>
              </a:ext>
            </a:extLst>
          </p:cNvPr>
          <p:cNvSpPr>
            <a:spLocks xmlns:a="http://schemas.openxmlformats.org/drawingml/2006/main" noGrp="1"/>
          </p:cNvSpPr>
          <p:nvPr/>
        </p:nvSpPr>
        <p:spPr>
          <a:xfrm xmlns:a="http://schemas.openxmlformats.org/drawingml/2006/main">
            <a:off x="3524250" y="5012829"/>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54" name="rep-grid-4-3">
            <a:extLst xmlns:a="http://schemas.openxmlformats.org/drawingml/2006/main">
              <a:ext uri="{FF2B5EF4-FFF2-40B4-BE49-F238E27FC236}">
                <a16:creationId xmlns:a16="http://schemas.microsoft.com/office/drawing/2014/main" id="{648D8894-08ED-488C-A5E1-B935CB6260E7}"/>
              </a:ext>
            </a:extLst>
          </p:cNvPr>
          <p:cNvSpPr>
            <a:spLocks xmlns:a="http://schemas.openxmlformats.org/drawingml/2006/main" noGrp="1"/>
          </p:cNvSpPr>
          <p:nvPr/>
        </p:nvSpPr>
        <p:spPr>
          <a:xfrm xmlns:a="http://schemas.openxmlformats.org/drawingml/2006/main">
            <a:off x="3524250" y="4930080"/>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55" name="rep-grid-4-4">
            <a:extLst xmlns:a="http://schemas.openxmlformats.org/drawingml/2006/main">
              <a:ext uri="{FF2B5EF4-FFF2-40B4-BE49-F238E27FC236}">
                <a16:creationId xmlns:a16="http://schemas.microsoft.com/office/drawing/2014/main" id="{81D18E24-1D45-4E5C-BB7E-BE6E61569303}"/>
              </a:ext>
            </a:extLst>
          </p:cNvPr>
          <p:cNvSpPr>
            <a:spLocks xmlns:a="http://schemas.openxmlformats.org/drawingml/2006/main" noGrp="1"/>
          </p:cNvSpPr>
          <p:nvPr/>
        </p:nvSpPr>
        <p:spPr>
          <a:xfrm xmlns:a="http://schemas.openxmlformats.org/drawingml/2006/main">
            <a:off x="3524250" y="4847332"/>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56" name="rep-grid-4-5">
            <a:extLst xmlns:a="http://schemas.openxmlformats.org/drawingml/2006/main">
              <a:ext uri="{FF2B5EF4-FFF2-40B4-BE49-F238E27FC236}">
                <a16:creationId xmlns:a16="http://schemas.microsoft.com/office/drawing/2014/main" id="{C2FD26B0-4B08-4F06-AEB3-9E0154925553}"/>
              </a:ext>
            </a:extLst>
          </p:cNvPr>
          <p:cNvSpPr>
            <a:spLocks xmlns:a="http://schemas.openxmlformats.org/drawingml/2006/main" noGrp="1"/>
          </p:cNvSpPr>
          <p:nvPr/>
        </p:nvSpPr>
        <p:spPr>
          <a:xfrm xmlns:a="http://schemas.openxmlformats.org/drawingml/2006/main">
            <a:off x="3524250" y="4764584"/>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57" name="rep-grid-4-6">
            <a:extLst xmlns:a="http://schemas.openxmlformats.org/drawingml/2006/main">
              <a:ext uri="{FF2B5EF4-FFF2-40B4-BE49-F238E27FC236}">
                <a16:creationId xmlns:a16="http://schemas.microsoft.com/office/drawing/2014/main" id="{E0BD3148-F22C-4A05-9B87-E566C138C603}"/>
              </a:ext>
            </a:extLst>
          </p:cNvPr>
          <p:cNvSpPr>
            <a:spLocks xmlns:a="http://schemas.openxmlformats.org/drawingml/2006/main" noGrp="1"/>
          </p:cNvSpPr>
          <p:nvPr/>
        </p:nvSpPr>
        <p:spPr>
          <a:xfrm xmlns:a="http://schemas.openxmlformats.org/drawingml/2006/main">
            <a:off x="3524250" y="4681835"/>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58" name="rep-grid-4-7">
            <a:extLst xmlns:a="http://schemas.openxmlformats.org/drawingml/2006/main">
              <a:ext uri="{FF2B5EF4-FFF2-40B4-BE49-F238E27FC236}">
                <a16:creationId xmlns:a16="http://schemas.microsoft.com/office/drawing/2014/main" id="{F9F78C07-F22C-4395-A452-0F04424D914E}"/>
              </a:ext>
            </a:extLst>
          </p:cNvPr>
          <p:cNvSpPr>
            <a:spLocks xmlns:a="http://schemas.openxmlformats.org/drawingml/2006/main" noGrp="1"/>
          </p:cNvSpPr>
          <p:nvPr/>
        </p:nvSpPr>
        <p:spPr>
          <a:xfrm xmlns:a="http://schemas.openxmlformats.org/drawingml/2006/main">
            <a:off x="3524250" y="4599087"/>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59" name="rep-grid-4-8">
            <a:extLst xmlns:a="http://schemas.openxmlformats.org/drawingml/2006/main">
              <a:ext uri="{FF2B5EF4-FFF2-40B4-BE49-F238E27FC236}">
                <a16:creationId xmlns:a16="http://schemas.microsoft.com/office/drawing/2014/main" id="{4838C384-3994-4AAB-B598-10E7F1C4DC99}"/>
              </a:ext>
            </a:extLst>
          </p:cNvPr>
          <p:cNvSpPr>
            <a:spLocks xmlns:a="http://schemas.openxmlformats.org/drawingml/2006/main" noGrp="1"/>
          </p:cNvSpPr>
          <p:nvPr/>
        </p:nvSpPr>
        <p:spPr>
          <a:xfrm xmlns:a="http://schemas.openxmlformats.org/drawingml/2006/main">
            <a:off x="3524250" y="4516338"/>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60" name="rep-grid-4-9">
            <a:extLst xmlns:a="http://schemas.openxmlformats.org/drawingml/2006/main">
              <a:ext uri="{FF2B5EF4-FFF2-40B4-BE49-F238E27FC236}">
                <a16:creationId xmlns:a16="http://schemas.microsoft.com/office/drawing/2014/main" id="{52AC4AD9-F4E4-4B2A-8162-6116E35D4008}"/>
              </a:ext>
            </a:extLst>
          </p:cNvPr>
          <p:cNvSpPr>
            <a:spLocks xmlns:a="http://schemas.openxmlformats.org/drawingml/2006/main" noGrp="1"/>
          </p:cNvSpPr>
          <p:nvPr/>
        </p:nvSpPr>
        <p:spPr>
          <a:xfrm xmlns:a="http://schemas.openxmlformats.org/drawingml/2006/main">
            <a:off x="3524250" y="4433590"/>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61" name="rep-grid-4-10">
            <a:extLst xmlns:a="http://schemas.openxmlformats.org/drawingml/2006/main">
              <a:ext uri="{FF2B5EF4-FFF2-40B4-BE49-F238E27FC236}">
                <a16:creationId xmlns:a16="http://schemas.microsoft.com/office/drawing/2014/main" id="{39EAE9EE-E122-4934-BA7B-060F1DFEBE0D}"/>
              </a:ext>
            </a:extLst>
          </p:cNvPr>
          <p:cNvSpPr>
            <a:spLocks xmlns:a="http://schemas.openxmlformats.org/drawingml/2006/main" noGrp="1"/>
          </p:cNvSpPr>
          <p:nvPr/>
        </p:nvSpPr>
        <p:spPr>
          <a:xfrm xmlns:a="http://schemas.openxmlformats.org/drawingml/2006/main">
            <a:off x="3524250" y="4350841"/>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62" name="rep-grid-4-11">
            <a:extLst xmlns:a="http://schemas.openxmlformats.org/drawingml/2006/main">
              <a:ext uri="{FF2B5EF4-FFF2-40B4-BE49-F238E27FC236}">
                <a16:creationId xmlns:a16="http://schemas.microsoft.com/office/drawing/2014/main" id="{D2A00919-0390-4AE3-ABE8-96DAF437C05B}"/>
              </a:ext>
            </a:extLst>
          </p:cNvPr>
          <p:cNvSpPr>
            <a:spLocks xmlns:a="http://schemas.openxmlformats.org/drawingml/2006/main" noGrp="1"/>
          </p:cNvSpPr>
          <p:nvPr/>
        </p:nvSpPr>
        <p:spPr>
          <a:xfrm xmlns:a="http://schemas.openxmlformats.org/drawingml/2006/main">
            <a:off x="3524250" y="4268093"/>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63" name="rep-grid-4-12">
            <a:extLst xmlns:a="http://schemas.openxmlformats.org/drawingml/2006/main">
              <a:ext uri="{FF2B5EF4-FFF2-40B4-BE49-F238E27FC236}">
                <a16:creationId xmlns:a16="http://schemas.microsoft.com/office/drawing/2014/main" id="{FE6291D6-B432-4959-BD0D-B21D7F3F05BC}"/>
              </a:ext>
            </a:extLst>
          </p:cNvPr>
          <p:cNvSpPr>
            <a:spLocks xmlns:a="http://schemas.openxmlformats.org/drawingml/2006/main" noGrp="1"/>
          </p:cNvSpPr>
          <p:nvPr/>
        </p:nvSpPr>
        <p:spPr>
          <a:xfrm xmlns:a="http://schemas.openxmlformats.org/drawingml/2006/main">
            <a:off x="3524250" y="4185345"/>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64" name="rep-grid-4-13">
            <a:extLst xmlns:a="http://schemas.openxmlformats.org/drawingml/2006/main">
              <a:ext uri="{FF2B5EF4-FFF2-40B4-BE49-F238E27FC236}">
                <a16:creationId xmlns:a16="http://schemas.microsoft.com/office/drawing/2014/main" id="{8676EF88-DDAA-4B3F-9791-71C2116B938B}"/>
              </a:ext>
            </a:extLst>
          </p:cNvPr>
          <p:cNvSpPr>
            <a:spLocks xmlns:a="http://schemas.openxmlformats.org/drawingml/2006/main" noGrp="1"/>
          </p:cNvSpPr>
          <p:nvPr/>
        </p:nvSpPr>
        <p:spPr>
          <a:xfrm xmlns:a="http://schemas.openxmlformats.org/drawingml/2006/main">
            <a:off x="3524250" y="4102596"/>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65" name="rep-grid-4-14">
            <a:extLst xmlns:a="http://schemas.openxmlformats.org/drawingml/2006/main">
              <a:ext uri="{FF2B5EF4-FFF2-40B4-BE49-F238E27FC236}">
                <a16:creationId xmlns:a16="http://schemas.microsoft.com/office/drawing/2014/main" id="{03959125-F64B-4F7A-9B01-E680D50B03A9}"/>
              </a:ext>
            </a:extLst>
          </p:cNvPr>
          <p:cNvSpPr>
            <a:spLocks xmlns:a="http://schemas.openxmlformats.org/drawingml/2006/main" noGrp="1"/>
          </p:cNvSpPr>
          <p:nvPr/>
        </p:nvSpPr>
        <p:spPr>
          <a:xfrm xmlns:a="http://schemas.openxmlformats.org/drawingml/2006/main">
            <a:off x="3524250" y="4019848"/>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66" name="rep-grid-4-15">
            <a:extLst xmlns:a="http://schemas.openxmlformats.org/drawingml/2006/main">
              <a:ext uri="{FF2B5EF4-FFF2-40B4-BE49-F238E27FC236}">
                <a16:creationId xmlns:a16="http://schemas.microsoft.com/office/drawing/2014/main" id="{E0DCB9E6-D97F-4214-A6A3-26C51A056E69}"/>
              </a:ext>
            </a:extLst>
          </p:cNvPr>
          <p:cNvSpPr>
            <a:spLocks xmlns:a="http://schemas.openxmlformats.org/drawingml/2006/main" noGrp="1"/>
          </p:cNvSpPr>
          <p:nvPr/>
        </p:nvSpPr>
        <p:spPr>
          <a:xfrm xmlns:a="http://schemas.openxmlformats.org/drawingml/2006/main">
            <a:off x="3524250" y="3937099"/>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67" name="error-4-0">
            <a:extLst xmlns:a="http://schemas.openxmlformats.org/drawingml/2006/main">
              <a:ext uri="{FF2B5EF4-FFF2-40B4-BE49-F238E27FC236}">
                <a16:creationId xmlns:a16="http://schemas.microsoft.com/office/drawing/2014/main" id="{A73BD1AC-AEFB-4074-AC3E-6A911A32883E}"/>
              </a:ext>
            </a:extLst>
          </p:cNvPr>
          <p:cNvSpPr>
            <a:spLocks xmlns:a="http://schemas.openxmlformats.org/drawingml/2006/main" noGrp="1"/>
          </p:cNvSpPr>
          <p:nvPr/>
        </p:nvSpPr>
        <p:spPr>
          <a:xfrm xmlns:a="http://schemas.openxmlformats.org/drawingml/2006/main">
            <a:off x="3524250" y="4599087"/>
            <a:ext cx="9525" cy="9525"/>
          </a:xfrm>
          <a:custGeom xmlns:a="http://schemas.openxmlformats.org/drawingml/2006/main">
            <a:pathLst>
              <a:path w="9525" h="9525">
                <a:moveTo>
                  <a:pt x="0" y="6620"/>
                </a:moveTo>
                <a:lnTo>
                  <a:pt x="0" y="0"/>
                </a:lnTo>
              </a:path>
            </a:pathLst>
          </a:custGeom>
          <a:noFill xmlns:a="http://schemas.openxmlformats.org/drawingml/2006/main"/>
          <a:ln xmlns:a="http://schemas.openxmlformats.org/drawingml/2006/main" w="9525">
            <a:solidFill>
              <a:srgbClr val="808080"/>
            </a:solidFill>
          </a:ln>
        </p:spPr>
      </p:sp>
      <p:sp>
        <p:nvSpPr>
          <p:cNvPr id="68" name="raw-4-0">
            <a:extLst xmlns:a="http://schemas.openxmlformats.org/drawingml/2006/main">
              <a:ext uri="{FF2B5EF4-FFF2-40B4-BE49-F238E27FC236}">
                <a16:creationId xmlns:a16="http://schemas.microsoft.com/office/drawing/2014/main" id="{7800343E-3C0A-48CB-A9AD-981979908269}"/>
              </a:ext>
            </a:extLst>
          </p:cNvPr>
          <p:cNvSpPr>
            <a:spLocks xmlns:a="http://schemas.openxmlformats.org/drawingml/2006/main" noGrp="1"/>
          </p:cNvSpPr>
          <p:nvPr/>
        </p:nvSpPr>
        <p:spPr>
          <a:xfrm xmlns:a="http://schemas.openxmlformats.org/drawingml/2006/main">
            <a:off x="3476625" y="4558082"/>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69" name="quantized-4-0">
            <a:extLst xmlns:a="http://schemas.openxmlformats.org/drawingml/2006/main">
              <a:ext uri="{FF2B5EF4-FFF2-40B4-BE49-F238E27FC236}">
                <a16:creationId xmlns:a16="http://schemas.microsoft.com/office/drawing/2014/main" id="{6A3CEF4E-BBC8-49D8-B243-E9AA39E6E3AB}"/>
              </a:ext>
            </a:extLst>
          </p:cNvPr>
          <p:cNvSpPr>
            <a:spLocks xmlns:a="http://schemas.openxmlformats.org/drawingml/2006/main" noGrp="1"/>
          </p:cNvSpPr>
          <p:nvPr/>
        </p:nvSpPr>
        <p:spPr>
          <a:xfrm xmlns:a="http://schemas.openxmlformats.org/drawingml/2006/main">
            <a:off x="3486150" y="4560987"/>
            <a:ext cx="76200" cy="762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70" name="error-4-1">
            <a:extLst xmlns:a="http://schemas.openxmlformats.org/drawingml/2006/main">
              <a:ext uri="{FF2B5EF4-FFF2-40B4-BE49-F238E27FC236}">
                <a16:creationId xmlns:a16="http://schemas.microsoft.com/office/drawing/2014/main" id="{33197A04-537D-448C-9474-F6178531AFFA}"/>
              </a:ext>
            </a:extLst>
          </p:cNvPr>
          <p:cNvSpPr>
            <a:spLocks xmlns:a="http://schemas.openxmlformats.org/drawingml/2006/main" noGrp="1"/>
          </p:cNvSpPr>
          <p:nvPr/>
        </p:nvSpPr>
        <p:spPr>
          <a:xfrm xmlns:a="http://schemas.openxmlformats.org/drawingml/2006/main">
            <a:off x="4375150" y="4350841"/>
            <a:ext cx="9525" cy="9525"/>
          </a:xfrm>
          <a:custGeom xmlns:a="http://schemas.openxmlformats.org/drawingml/2006/main">
            <a:pathLst>
              <a:path w="9525" h="9525">
                <a:moveTo>
                  <a:pt x="0" y="8275"/>
                </a:moveTo>
                <a:lnTo>
                  <a:pt x="0" y="0"/>
                </a:lnTo>
              </a:path>
            </a:pathLst>
          </a:custGeom>
          <a:noFill xmlns:a="http://schemas.openxmlformats.org/drawingml/2006/main"/>
          <a:ln xmlns:a="http://schemas.openxmlformats.org/drawingml/2006/main" w="9525">
            <a:solidFill>
              <a:srgbClr val="808080"/>
            </a:solidFill>
          </a:ln>
        </p:spPr>
      </p:sp>
      <p:sp>
        <p:nvSpPr>
          <p:cNvPr id="71" name="raw-4-1">
            <a:extLst xmlns:a="http://schemas.openxmlformats.org/drawingml/2006/main">
              <a:ext uri="{FF2B5EF4-FFF2-40B4-BE49-F238E27FC236}">
                <a16:creationId xmlns:a16="http://schemas.microsoft.com/office/drawing/2014/main" id="{1D499D10-0992-464C-B9EE-8D1DF10BF628}"/>
              </a:ext>
            </a:extLst>
          </p:cNvPr>
          <p:cNvSpPr>
            <a:spLocks xmlns:a="http://schemas.openxmlformats.org/drawingml/2006/main" noGrp="1"/>
          </p:cNvSpPr>
          <p:nvPr/>
        </p:nvSpPr>
        <p:spPr>
          <a:xfrm xmlns:a="http://schemas.openxmlformats.org/drawingml/2006/main">
            <a:off x="4327525" y="4311491"/>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72" name="quantized-4-1">
            <a:extLst xmlns:a="http://schemas.openxmlformats.org/drawingml/2006/main">
              <a:ext uri="{FF2B5EF4-FFF2-40B4-BE49-F238E27FC236}">
                <a16:creationId xmlns:a16="http://schemas.microsoft.com/office/drawing/2014/main" id="{7FC89B8B-CED5-42AC-B4FD-A4FCD3E08329}"/>
              </a:ext>
            </a:extLst>
          </p:cNvPr>
          <p:cNvSpPr>
            <a:spLocks xmlns:a="http://schemas.openxmlformats.org/drawingml/2006/main" noGrp="1"/>
          </p:cNvSpPr>
          <p:nvPr/>
        </p:nvSpPr>
        <p:spPr>
          <a:xfrm xmlns:a="http://schemas.openxmlformats.org/drawingml/2006/main">
            <a:off x="4337050" y="4312741"/>
            <a:ext cx="76200" cy="762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73" name="error-4-2">
            <a:extLst xmlns:a="http://schemas.openxmlformats.org/drawingml/2006/main">
              <a:ext uri="{FF2B5EF4-FFF2-40B4-BE49-F238E27FC236}">
                <a16:creationId xmlns:a16="http://schemas.microsoft.com/office/drawing/2014/main" id="{FB5DA4DA-DFF3-4664-A50A-40A027C12FE3}"/>
              </a:ext>
            </a:extLst>
          </p:cNvPr>
          <p:cNvSpPr>
            <a:spLocks xmlns:a="http://schemas.openxmlformats.org/drawingml/2006/main" noGrp="1"/>
          </p:cNvSpPr>
          <p:nvPr/>
        </p:nvSpPr>
        <p:spPr>
          <a:xfrm xmlns:a="http://schemas.openxmlformats.org/drawingml/2006/main">
            <a:off x="5226050" y="4019848"/>
            <a:ext cx="9525" cy="24825"/>
          </a:xfrm>
          <a:custGeom xmlns:a="http://schemas.openxmlformats.org/drawingml/2006/main">
            <a:pathLst>
              <a:path w="9525" h="24825">
                <a:moveTo>
                  <a:pt x="0" y="24825"/>
                </a:moveTo>
                <a:lnTo>
                  <a:pt x="0" y="0"/>
                </a:lnTo>
              </a:path>
            </a:pathLst>
          </a:custGeom>
          <a:noFill xmlns:a="http://schemas.openxmlformats.org/drawingml/2006/main"/>
          <a:ln xmlns:a="http://schemas.openxmlformats.org/drawingml/2006/main" w="9525">
            <a:solidFill>
              <a:srgbClr val="808080"/>
            </a:solidFill>
          </a:ln>
        </p:spPr>
      </p:sp>
      <p:sp>
        <p:nvSpPr>
          <p:cNvPr id="74" name="raw-4-2">
            <a:extLst xmlns:a="http://schemas.openxmlformats.org/drawingml/2006/main">
              <a:ext uri="{FF2B5EF4-FFF2-40B4-BE49-F238E27FC236}">
                <a16:creationId xmlns:a16="http://schemas.microsoft.com/office/drawing/2014/main" id="{C86A1BCC-D6D4-4C45-97E6-354E3075457F}"/>
              </a:ext>
            </a:extLst>
          </p:cNvPr>
          <p:cNvSpPr>
            <a:spLocks xmlns:a="http://schemas.openxmlformats.org/drawingml/2006/main" noGrp="1"/>
          </p:cNvSpPr>
          <p:nvPr/>
        </p:nvSpPr>
        <p:spPr>
          <a:xfrm xmlns:a="http://schemas.openxmlformats.org/drawingml/2006/main">
            <a:off x="5178425" y="3997047"/>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75" name="quantized-4-2">
            <a:extLst xmlns:a="http://schemas.openxmlformats.org/drawingml/2006/main">
              <a:ext uri="{FF2B5EF4-FFF2-40B4-BE49-F238E27FC236}">
                <a16:creationId xmlns:a16="http://schemas.microsoft.com/office/drawing/2014/main" id="{CCE8F227-1602-4C8F-81A8-AD144BBA9798}"/>
              </a:ext>
            </a:extLst>
          </p:cNvPr>
          <p:cNvSpPr>
            <a:spLocks xmlns:a="http://schemas.openxmlformats.org/drawingml/2006/main" noGrp="1"/>
          </p:cNvSpPr>
          <p:nvPr/>
        </p:nvSpPr>
        <p:spPr>
          <a:xfrm xmlns:a="http://schemas.openxmlformats.org/drawingml/2006/main">
            <a:off x="5187950" y="3981748"/>
            <a:ext cx="76200" cy="762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76" name="error-4-3">
            <a:extLst xmlns:a="http://schemas.openxmlformats.org/drawingml/2006/main">
              <a:ext uri="{FF2B5EF4-FFF2-40B4-BE49-F238E27FC236}">
                <a16:creationId xmlns:a16="http://schemas.microsoft.com/office/drawing/2014/main" id="{92FCFD70-A402-470C-B79A-55503FA25236}"/>
              </a:ext>
            </a:extLst>
          </p:cNvPr>
          <p:cNvSpPr>
            <a:spLocks xmlns:a="http://schemas.openxmlformats.org/drawingml/2006/main" noGrp="1"/>
          </p:cNvSpPr>
          <p:nvPr/>
        </p:nvSpPr>
        <p:spPr>
          <a:xfrm xmlns:a="http://schemas.openxmlformats.org/drawingml/2006/main">
            <a:off x="6076950" y="4160520"/>
            <a:ext cx="9525" cy="24825"/>
          </a:xfrm>
          <a:custGeom xmlns:a="http://schemas.openxmlformats.org/drawingml/2006/main">
            <a:pathLst>
              <a:path w="9525" h="24825">
                <a:moveTo>
                  <a:pt x="0" y="0"/>
                </a:moveTo>
                <a:lnTo>
                  <a:pt x="0" y="24825"/>
                </a:lnTo>
              </a:path>
            </a:pathLst>
          </a:custGeom>
          <a:noFill xmlns:a="http://schemas.openxmlformats.org/drawingml/2006/main"/>
          <a:ln xmlns:a="http://schemas.openxmlformats.org/drawingml/2006/main" w="9525">
            <a:solidFill>
              <a:srgbClr val="808080"/>
            </a:solidFill>
          </a:ln>
        </p:spPr>
      </p:sp>
      <p:sp>
        <p:nvSpPr>
          <p:cNvPr id="77" name="raw-4-3">
            <a:extLst xmlns:a="http://schemas.openxmlformats.org/drawingml/2006/main">
              <a:ext uri="{FF2B5EF4-FFF2-40B4-BE49-F238E27FC236}">
                <a16:creationId xmlns:a16="http://schemas.microsoft.com/office/drawing/2014/main" id="{2EEDEB6D-888A-4E96-B681-B59120FD389D}"/>
              </a:ext>
            </a:extLst>
          </p:cNvPr>
          <p:cNvSpPr>
            <a:spLocks xmlns:a="http://schemas.openxmlformats.org/drawingml/2006/main" noGrp="1"/>
          </p:cNvSpPr>
          <p:nvPr/>
        </p:nvSpPr>
        <p:spPr>
          <a:xfrm xmlns:a="http://schemas.openxmlformats.org/drawingml/2006/main">
            <a:off x="6029325" y="411289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78" name="quantized-4-3">
            <a:extLst xmlns:a="http://schemas.openxmlformats.org/drawingml/2006/main">
              <a:ext uri="{FF2B5EF4-FFF2-40B4-BE49-F238E27FC236}">
                <a16:creationId xmlns:a16="http://schemas.microsoft.com/office/drawing/2014/main" id="{34634461-9DAC-4C55-B726-AB6E07E1018D}"/>
              </a:ext>
            </a:extLst>
          </p:cNvPr>
          <p:cNvSpPr>
            <a:spLocks xmlns:a="http://schemas.openxmlformats.org/drawingml/2006/main" noGrp="1"/>
          </p:cNvSpPr>
          <p:nvPr/>
        </p:nvSpPr>
        <p:spPr>
          <a:xfrm xmlns:a="http://schemas.openxmlformats.org/drawingml/2006/main">
            <a:off x="6038850" y="4147245"/>
            <a:ext cx="76200" cy="762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79" name="error-4-4">
            <a:extLst xmlns:a="http://schemas.openxmlformats.org/drawingml/2006/main">
              <a:ext uri="{FF2B5EF4-FFF2-40B4-BE49-F238E27FC236}">
                <a16:creationId xmlns:a16="http://schemas.microsoft.com/office/drawing/2014/main" id="{07CC9D48-4C98-4314-AA3B-FAA85638598A}"/>
              </a:ext>
            </a:extLst>
          </p:cNvPr>
          <p:cNvSpPr>
            <a:spLocks xmlns:a="http://schemas.openxmlformats.org/drawingml/2006/main" noGrp="1"/>
          </p:cNvSpPr>
          <p:nvPr/>
        </p:nvSpPr>
        <p:spPr>
          <a:xfrm xmlns:a="http://schemas.openxmlformats.org/drawingml/2006/main">
            <a:off x="6927850" y="4516338"/>
            <a:ext cx="9525" cy="16550"/>
          </a:xfrm>
          <a:custGeom xmlns:a="http://schemas.openxmlformats.org/drawingml/2006/main">
            <a:pathLst>
              <a:path w="9525" h="16550">
                <a:moveTo>
                  <a:pt x="0" y="16550"/>
                </a:moveTo>
                <a:lnTo>
                  <a:pt x="0" y="0"/>
                </a:lnTo>
              </a:path>
            </a:pathLst>
          </a:custGeom>
          <a:noFill xmlns:a="http://schemas.openxmlformats.org/drawingml/2006/main"/>
          <a:ln xmlns:a="http://schemas.openxmlformats.org/drawingml/2006/main" w="9525">
            <a:solidFill>
              <a:srgbClr val="808080"/>
            </a:solidFill>
          </a:ln>
        </p:spPr>
      </p:sp>
      <p:sp>
        <p:nvSpPr>
          <p:cNvPr id="80" name="raw-4-4">
            <a:extLst xmlns:a="http://schemas.openxmlformats.org/drawingml/2006/main">
              <a:ext uri="{FF2B5EF4-FFF2-40B4-BE49-F238E27FC236}">
                <a16:creationId xmlns:a16="http://schemas.microsoft.com/office/drawing/2014/main" id="{E45B6494-58C9-4CAF-BF5D-E4F1DE563173}"/>
              </a:ext>
            </a:extLst>
          </p:cNvPr>
          <p:cNvSpPr>
            <a:spLocks xmlns:a="http://schemas.openxmlformats.org/drawingml/2006/main" noGrp="1"/>
          </p:cNvSpPr>
          <p:nvPr/>
        </p:nvSpPr>
        <p:spPr>
          <a:xfrm xmlns:a="http://schemas.openxmlformats.org/drawingml/2006/main">
            <a:off x="6880225" y="4485263"/>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81" name="quantized-4-4">
            <a:extLst xmlns:a="http://schemas.openxmlformats.org/drawingml/2006/main">
              <a:ext uri="{FF2B5EF4-FFF2-40B4-BE49-F238E27FC236}">
                <a16:creationId xmlns:a16="http://schemas.microsoft.com/office/drawing/2014/main" id="{5BE29F52-509F-4E49-9167-032D210E4222}"/>
              </a:ext>
            </a:extLst>
          </p:cNvPr>
          <p:cNvSpPr>
            <a:spLocks xmlns:a="http://schemas.openxmlformats.org/drawingml/2006/main" noGrp="1"/>
          </p:cNvSpPr>
          <p:nvPr/>
        </p:nvSpPr>
        <p:spPr>
          <a:xfrm xmlns:a="http://schemas.openxmlformats.org/drawingml/2006/main">
            <a:off x="6889750" y="4478238"/>
            <a:ext cx="76200" cy="762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82" name="error-4-5">
            <a:extLst xmlns:a="http://schemas.openxmlformats.org/drawingml/2006/main">
              <a:ext uri="{FF2B5EF4-FFF2-40B4-BE49-F238E27FC236}">
                <a16:creationId xmlns:a16="http://schemas.microsoft.com/office/drawing/2014/main" id="{85E32D57-9EDC-4B07-9D6D-6E1B899457AB}"/>
              </a:ext>
            </a:extLst>
          </p:cNvPr>
          <p:cNvSpPr>
            <a:spLocks xmlns:a="http://schemas.openxmlformats.org/drawingml/2006/main" noGrp="1"/>
          </p:cNvSpPr>
          <p:nvPr/>
        </p:nvSpPr>
        <p:spPr>
          <a:xfrm xmlns:a="http://schemas.openxmlformats.org/drawingml/2006/main">
            <a:off x="7778750" y="4839057"/>
            <a:ext cx="9525" cy="9525"/>
          </a:xfrm>
          <a:custGeom xmlns:a="http://schemas.openxmlformats.org/drawingml/2006/main">
            <a:pathLst>
              <a:path w="9525" h="9525">
                <a:moveTo>
                  <a:pt x="0" y="0"/>
                </a:moveTo>
                <a:lnTo>
                  <a:pt x="0" y="8275"/>
                </a:lnTo>
              </a:path>
            </a:pathLst>
          </a:custGeom>
          <a:noFill xmlns:a="http://schemas.openxmlformats.org/drawingml/2006/main"/>
          <a:ln xmlns:a="http://schemas.openxmlformats.org/drawingml/2006/main" w="9525">
            <a:solidFill>
              <a:srgbClr val="808080"/>
            </a:solidFill>
          </a:ln>
        </p:spPr>
      </p:sp>
      <p:sp>
        <p:nvSpPr>
          <p:cNvPr id="83" name="raw-4-5">
            <a:extLst xmlns:a="http://schemas.openxmlformats.org/drawingml/2006/main">
              <a:ext uri="{FF2B5EF4-FFF2-40B4-BE49-F238E27FC236}">
                <a16:creationId xmlns:a16="http://schemas.microsoft.com/office/drawing/2014/main" id="{2E43FC75-1AC9-4A0E-A62E-DAE2CBE62D87}"/>
              </a:ext>
            </a:extLst>
          </p:cNvPr>
          <p:cNvSpPr>
            <a:spLocks xmlns:a="http://schemas.openxmlformats.org/drawingml/2006/main" noGrp="1"/>
          </p:cNvSpPr>
          <p:nvPr/>
        </p:nvSpPr>
        <p:spPr>
          <a:xfrm xmlns:a="http://schemas.openxmlformats.org/drawingml/2006/main">
            <a:off x="7731125" y="4791432"/>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84" name="quantized-4-5">
            <a:extLst xmlns:a="http://schemas.openxmlformats.org/drawingml/2006/main">
              <a:ext uri="{FF2B5EF4-FFF2-40B4-BE49-F238E27FC236}">
                <a16:creationId xmlns:a16="http://schemas.microsoft.com/office/drawing/2014/main" id="{EFB2ACEB-879A-4213-8C94-6EFCA63DA80F}"/>
              </a:ext>
            </a:extLst>
          </p:cNvPr>
          <p:cNvSpPr>
            <a:spLocks xmlns:a="http://schemas.openxmlformats.org/drawingml/2006/main" noGrp="1"/>
          </p:cNvSpPr>
          <p:nvPr/>
        </p:nvSpPr>
        <p:spPr>
          <a:xfrm xmlns:a="http://schemas.openxmlformats.org/drawingml/2006/main">
            <a:off x="7740650" y="4809232"/>
            <a:ext cx="76200" cy="762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85" name="error-4-6">
            <a:extLst xmlns:a="http://schemas.openxmlformats.org/drawingml/2006/main">
              <a:ext uri="{FF2B5EF4-FFF2-40B4-BE49-F238E27FC236}">
                <a16:creationId xmlns:a16="http://schemas.microsoft.com/office/drawing/2014/main" id="{A5EAED0E-433F-42C8-BC98-8FA2FE51C3D3}"/>
              </a:ext>
            </a:extLst>
          </p:cNvPr>
          <p:cNvSpPr>
            <a:spLocks xmlns:a="http://schemas.openxmlformats.org/drawingml/2006/main" noGrp="1"/>
          </p:cNvSpPr>
          <p:nvPr/>
        </p:nvSpPr>
        <p:spPr>
          <a:xfrm xmlns:a="http://schemas.openxmlformats.org/drawingml/2006/main">
            <a:off x="8629650" y="5095577"/>
            <a:ext cx="9525" cy="16550"/>
          </a:xfrm>
          <a:custGeom xmlns:a="http://schemas.openxmlformats.org/drawingml/2006/main">
            <a:pathLst>
              <a:path w="9525" h="16550">
                <a:moveTo>
                  <a:pt x="0" y="16550"/>
                </a:moveTo>
                <a:lnTo>
                  <a:pt x="0" y="0"/>
                </a:lnTo>
              </a:path>
            </a:pathLst>
          </a:custGeom>
          <a:noFill xmlns:a="http://schemas.openxmlformats.org/drawingml/2006/main"/>
          <a:ln xmlns:a="http://schemas.openxmlformats.org/drawingml/2006/main" w="9525">
            <a:solidFill>
              <a:srgbClr val="808080"/>
            </a:solidFill>
          </a:ln>
        </p:spPr>
      </p:sp>
      <p:sp>
        <p:nvSpPr>
          <p:cNvPr id="86" name="raw-4-6">
            <a:extLst xmlns:a="http://schemas.openxmlformats.org/drawingml/2006/main">
              <a:ext uri="{FF2B5EF4-FFF2-40B4-BE49-F238E27FC236}">
                <a16:creationId xmlns:a16="http://schemas.microsoft.com/office/drawing/2014/main" id="{CB6EA8A5-4A92-4512-9A03-B13CF0AE740E}"/>
              </a:ext>
            </a:extLst>
          </p:cNvPr>
          <p:cNvSpPr>
            <a:spLocks xmlns:a="http://schemas.openxmlformats.org/drawingml/2006/main" noGrp="1"/>
          </p:cNvSpPr>
          <p:nvPr/>
        </p:nvSpPr>
        <p:spPr>
          <a:xfrm xmlns:a="http://schemas.openxmlformats.org/drawingml/2006/main">
            <a:off x="8582025" y="5064502"/>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87" name="quantized-4-6">
            <a:extLst xmlns:a="http://schemas.openxmlformats.org/drawingml/2006/main">
              <a:ext uri="{FF2B5EF4-FFF2-40B4-BE49-F238E27FC236}">
                <a16:creationId xmlns:a16="http://schemas.microsoft.com/office/drawing/2014/main" id="{F4C415C2-F51A-408C-AC16-590914B1A928}"/>
              </a:ext>
            </a:extLst>
          </p:cNvPr>
          <p:cNvSpPr>
            <a:spLocks xmlns:a="http://schemas.openxmlformats.org/drawingml/2006/main" noGrp="1"/>
          </p:cNvSpPr>
          <p:nvPr/>
        </p:nvSpPr>
        <p:spPr>
          <a:xfrm xmlns:a="http://schemas.openxmlformats.org/drawingml/2006/main">
            <a:off x="8591550" y="5057477"/>
            <a:ext cx="76200" cy="762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88" name="error-4-7">
            <a:extLst xmlns:a="http://schemas.openxmlformats.org/drawingml/2006/main">
              <a:ext uri="{FF2B5EF4-FFF2-40B4-BE49-F238E27FC236}">
                <a16:creationId xmlns:a16="http://schemas.microsoft.com/office/drawing/2014/main" id="{2142EC3F-1B68-45B3-BFF3-14DFEE9F4BCA}"/>
              </a:ext>
            </a:extLst>
          </p:cNvPr>
          <p:cNvSpPr>
            <a:spLocks xmlns:a="http://schemas.openxmlformats.org/drawingml/2006/main" noGrp="1"/>
          </p:cNvSpPr>
          <p:nvPr/>
        </p:nvSpPr>
        <p:spPr>
          <a:xfrm xmlns:a="http://schemas.openxmlformats.org/drawingml/2006/main">
            <a:off x="9480550" y="4988004"/>
            <a:ext cx="9525" cy="24825"/>
          </a:xfrm>
          <a:custGeom xmlns:a="http://schemas.openxmlformats.org/drawingml/2006/main">
            <a:pathLst>
              <a:path w="9525" h="24825">
                <a:moveTo>
                  <a:pt x="0" y="0"/>
                </a:moveTo>
                <a:lnTo>
                  <a:pt x="0" y="24825"/>
                </a:lnTo>
              </a:path>
            </a:pathLst>
          </a:custGeom>
          <a:noFill xmlns:a="http://schemas.openxmlformats.org/drawingml/2006/main"/>
          <a:ln xmlns:a="http://schemas.openxmlformats.org/drawingml/2006/main" w="9525">
            <a:solidFill>
              <a:srgbClr val="808080"/>
            </a:solidFill>
          </a:ln>
        </p:spPr>
      </p:sp>
      <p:sp>
        <p:nvSpPr>
          <p:cNvPr id="89" name="raw-4-7">
            <a:extLst xmlns:a="http://schemas.openxmlformats.org/drawingml/2006/main">
              <a:ext uri="{FF2B5EF4-FFF2-40B4-BE49-F238E27FC236}">
                <a16:creationId xmlns:a16="http://schemas.microsoft.com/office/drawing/2014/main" id="{0DE6F49F-3246-46F3-8059-46057C46CD4F}"/>
              </a:ext>
            </a:extLst>
          </p:cNvPr>
          <p:cNvSpPr>
            <a:spLocks xmlns:a="http://schemas.openxmlformats.org/drawingml/2006/main" noGrp="1"/>
          </p:cNvSpPr>
          <p:nvPr/>
        </p:nvSpPr>
        <p:spPr>
          <a:xfrm xmlns:a="http://schemas.openxmlformats.org/drawingml/2006/main">
            <a:off x="9432925" y="4940379"/>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90" name="quantized-4-7">
            <a:extLst xmlns:a="http://schemas.openxmlformats.org/drawingml/2006/main">
              <a:ext uri="{FF2B5EF4-FFF2-40B4-BE49-F238E27FC236}">
                <a16:creationId xmlns:a16="http://schemas.microsoft.com/office/drawing/2014/main" id="{C541CFBE-3D2A-4EE8-B4C4-1B53F14C99AB}"/>
              </a:ext>
            </a:extLst>
          </p:cNvPr>
          <p:cNvSpPr>
            <a:spLocks xmlns:a="http://schemas.openxmlformats.org/drawingml/2006/main" noGrp="1"/>
          </p:cNvSpPr>
          <p:nvPr/>
        </p:nvSpPr>
        <p:spPr>
          <a:xfrm xmlns:a="http://schemas.openxmlformats.org/drawingml/2006/main">
            <a:off x="9442450" y="4974729"/>
            <a:ext cx="76200" cy="762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91" name="error-4-8">
            <a:extLst xmlns:a="http://schemas.openxmlformats.org/drawingml/2006/main">
              <a:ext uri="{FF2B5EF4-FFF2-40B4-BE49-F238E27FC236}">
                <a16:creationId xmlns:a16="http://schemas.microsoft.com/office/drawing/2014/main" id="{6F64BD9A-3957-4711-B590-1467D7E82FA2}"/>
              </a:ext>
            </a:extLst>
          </p:cNvPr>
          <p:cNvSpPr>
            <a:spLocks xmlns:a="http://schemas.openxmlformats.org/drawingml/2006/main" noGrp="1"/>
          </p:cNvSpPr>
          <p:nvPr/>
        </p:nvSpPr>
        <p:spPr>
          <a:xfrm xmlns:a="http://schemas.openxmlformats.org/drawingml/2006/main">
            <a:off x="10331450" y="4681835"/>
            <a:ext cx="9525" cy="9525"/>
          </a:xfrm>
          <a:custGeom xmlns:a="http://schemas.openxmlformats.org/drawingml/2006/main">
            <a:pathLst>
              <a:path w="9525" h="9525">
                <a:moveTo>
                  <a:pt x="0" y="8275"/>
                </a:moveTo>
                <a:lnTo>
                  <a:pt x="0" y="0"/>
                </a:lnTo>
              </a:path>
            </a:pathLst>
          </a:custGeom>
          <a:noFill xmlns:a="http://schemas.openxmlformats.org/drawingml/2006/main"/>
          <a:ln xmlns:a="http://schemas.openxmlformats.org/drawingml/2006/main" w="9525">
            <a:solidFill>
              <a:srgbClr val="808080"/>
            </a:solidFill>
          </a:ln>
        </p:spPr>
      </p:sp>
      <p:sp>
        <p:nvSpPr>
          <p:cNvPr id="92" name="raw-4-8">
            <a:extLst xmlns:a="http://schemas.openxmlformats.org/drawingml/2006/main">
              <a:ext uri="{FF2B5EF4-FFF2-40B4-BE49-F238E27FC236}">
                <a16:creationId xmlns:a16="http://schemas.microsoft.com/office/drawing/2014/main" id="{A15AC83F-563A-4C41-904F-187CE3ECD4EF}"/>
              </a:ext>
            </a:extLst>
          </p:cNvPr>
          <p:cNvSpPr>
            <a:spLocks xmlns:a="http://schemas.openxmlformats.org/drawingml/2006/main" noGrp="1"/>
          </p:cNvSpPr>
          <p:nvPr/>
        </p:nvSpPr>
        <p:spPr>
          <a:xfrm xmlns:a="http://schemas.openxmlformats.org/drawingml/2006/main">
            <a:off x="10283825" y="464248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93" name="quantized-4-8">
            <a:extLst xmlns:a="http://schemas.openxmlformats.org/drawingml/2006/main">
              <a:ext uri="{FF2B5EF4-FFF2-40B4-BE49-F238E27FC236}">
                <a16:creationId xmlns:a16="http://schemas.microsoft.com/office/drawing/2014/main" id="{BDC063B3-0F1C-4614-8389-0D96747CA55D}"/>
              </a:ext>
            </a:extLst>
          </p:cNvPr>
          <p:cNvSpPr>
            <a:spLocks xmlns:a="http://schemas.openxmlformats.org/drawingml/2006/main" noGrp="1"/>
          </p:cNvSpPr>
          <p:nvPr/>
        </p:nvSpPr>
        <p:spPr>
          <a:xfrm xmlns:a="http://schemas.openxmlformats.org/drawingml/2006/main">
            <a:off x="10293350" y="4643735"/>
            <a:ext cx="76200" cy="762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94" name="error-4-9">
            <a:extLst xmlns:a="http://schemas.openxmlformats.org/drawingml/2006/main">
              <a:ext uri="{FF2B5EF4-FFF2-40B4-BE49-F238E27FC236}">
                <a16:creationId xmlns:a16="http://schemas.microsoft.com/office/drawing/2014/main" id="{23F6B54A-750B-4E43-A499-37154EE2E64A}"/>
              </a:ext>
            </a:extLst>
          </p:cNvPr>
          <p:cNvSpPr>
            <a:spLocks xmlns:a="http://schemas.openxmlformats.org/drawingml/2006/main" noGrp="1"/>
          </p:cNvSpPr>
          <p:nvPr/>
        </p:nvSpPr>
        <p:spPr>
          <a:xfrm xmlns:a="http://schemas.openxmlformats.org/drawingml/2006/main">
            <a:off x="11182350" y="4425315"/>
            <a:ext cx="9525" cy="9525"/>
          </a:xfrm>
          <a:custGeom xmlns:a="http://schemas.openxmlformats.org/drawingml/2006/main">
            <a:pathLst>
              <a:path w="9525" h="9525">
                <a:moveTo>
                  <a:pt x="0" y="0"/>
                </a:moveTo>
                <a:lnTo>
                  <a:pt x="0" y="8275"/>
                </a:lnTo>
              </a:path>
            </a:pathLst>
          </a:custGeom>
          <a:noFill xmlns:a="http://schemas.openxmlformats.org/drawingml/2006/main"/>
          <a:ln xmlns:a="http://schemas.openxmlformats.org/drawingml/2006/main" w="9525">
            <a:solidFill>
              <a:srgbClr val="808080"/>
            </a:solidFill>
          </a:ln>
        </p:spPr>
      </p:sp>
      <p:sp>
        <p:nvSpPr>
          <p:cNvPr id="95" name="raw-4-9">
            <a:extLst xmlns:a="http://schemas.openxmlformats.org/drawingml/2006/main">
              <a:ext uri="{FF2B5EF4-FFF2-40B4-BE49-F238E27FC236}">
                <a16:creationId xmlns:a16="http://schemas.microsoft.com/office/drawing/2014/main" id="{D2688A87-2B31-4DEE-B796-93C2ADF8BD6A}"/>
              </a:ext>
            </a:extLst>
          </p:cNvPr>
          <p:cNvSpPr>
            <a:spLocks xmlns:a="http://schemas.openxmlformats.org/drawingml/2006/main" noGrp="1"/>
          </p:cNvSpPr>
          <p:nvPr/>
        </p:nvSpPr>
        <p:spPr>
          <a:xfrm xmlns:a="http://schemas.openxmlformats.org/drawingml/2006/main">
            <a:off x="11134725" y="4377690"/>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96" name="quantized-4-9">
            <a:extLst xmlns:a="http://schemas.openxmlformats.org/drawingml/2006/main">
              <a:ext uri="{FF2B5EF4-FFF2-40B4-BE49-F238E27FC236}">
                <a16:creationId xmlns:a16="http://schemas.microsoft.com/office/drawing/2014/main" id="{5370EAE9-1743-4FD3-BF20-15EE9B972A0A}"/>
              </a:ext>
            </a:extLst>
          </p:cNvPr>
          <p:cNvSpPr>
            <a:spLocks xmlns:a="http://schemas.openxmlformats.org/drawingml/2006/main" noGrp="1"/>
          </p:cNvSpPr>
          <p:nvPr/>
        </p:nvSpPr>
        <p:spPr>
          <a:xfrm xmlns:a="http://schemas.openxmlformats.org/drawingml/2006/main">
            <a:off x="11144250" y="4395490"/>
            <a:ext cx="76200" cy="762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97" name="text">
            <a:extLst xmlns:a="http://schemas.openxmlformats.org/drawingml/2006/main">
              <a:ext uri="{FF2B5EF4-FFF2-40B4-BE49-F238E27FC236}">
                <a16:creationId xmlns:a16="http://schemas.microsoft.com/office/drawing/2014/main" id="{F348BA31-4157-408A-86C1-7D337CE81A0B}"/>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空心点：同一输入；实心点：量化后的代表值。</a:t>
            </a:r>
          </a:p>
        </p:txBody>
      </p:sp>
    </p:spTree>
    <p:extLst>
      <p:ext uri="{BB962C8B-B14F-4D97-AF65-F5344CB8AC3E}">
        <p14:creationId xmlns:p14="http://schemas.microsoft.com/office/powerpoint/2010/main" val="1962496370"/>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AA11B86-6BC2-453F-B2DE-FA7D4BD53BA1}"/>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BE8D6CA-5092-4FCA-8928-47C82956F2F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B04B3F0-C048-46F0-AC1F-7B6E9D7BBDD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采样更多、等级更密，就一定听得更好吗？</a:t>
            </a:r>
          </a:p>
        </p:txBody>
      </p:sp>
      <p:sp>
        <p:nvSpPr>
          <p:cNvPr id="5" name="TextBox 4">
            <a:extLst xmlns:a="http://schemas.openxmlformats.org/drawingml/2006/main">
              <a:ext uri="{FF2B5EF4-FFF2-40B4-BE49-F238E27FC236}">
                <a16:creationId xmlns:a16="http://schemas.microsoft.com/office/drawing/2014/main" id="{DD2D5B23-635F-4129-94B4-45163CB658C8}"/>
              </a:ext>
            </a:extLst>
          </p:cNvPr>
          <p:cNvSpPr>
            <a:spLocks xmlns:a="http://schemas.openxmlformats.org/drawingml/2006/main" noGrp="1"/>
          </p:cNvSpPr>
          <p:nvPr/>
        </p:nvSpPr>
        <p:spPr>
          <a:xfrm xmlns:a="http://schemas.openxmlformats.org/drawingml/2006/main">
            <a:off x="914400" y="2194560"/>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8C64E1"/>
                </a:solidFill>
                <a:latin typeface="Alibaba PuHuiTi 3.0 115 Black"/>
                <a:ea typeface="Alibaba PuHuiTi 3.0 115 Black"/>
                <a:cs typeface="Alibaba PuHuiTi 3.0 115 Black"/>
              </a:defRPr>
            </a:pPr>
            <a:r>
              <a:rPr sz="3000" b="1">
                <a:solidFill>
                  <a:srgbClr val="8C64E1"/>
                </a:solidFill>
                <a:latin typeface="Alibaba PuHuiTi 3.0 115 Black"/>
                <a:ea typeface="Alibaba PuHuiTi 3.0 115 Black"/>
                <a:cs typeface="Alibaba PuHuiTi 3.0 115 Black"/>
              </a:rPr>
              <a:t>采样率 ↑</a:t>
            </a:r>
          </a:p>
        </p:txBody>
      </p:sp>
      <p:sp>
        <p:nvSpPr>
          <p:cNvPr id="6" name="TextBox 5">
            <a:extLst xmlns:a="http://schemas.openxmlformats.org/drawingml/2006/main">
              <a:ext uri="{FF2B5EF4-FFF2-40B4-BE49-F238E27FC236}">
                <a16:creationId xmlns:a16="http://schemas.microsoft.com/office/drawing/2014/main" id="{4D1737B9-3725-4586-950B-B2530A503954}"/>
              </a:ext>
            </a:extLst>
          </p:cNvPr>
          <p:cNvSpPr>
            <a:spLocks xmlns:a="http://schemas.openxmlformats.org/drawingml/2006/main" noGrp="1"/>
          </p:cNvSpPr>
          <p:nvPr/>
        </p:nvSpPr>
        <p:spPr>
          <a:xfrm xmlns:a="http://schemas.openxmlformats.org/drawingml/2006/main">
            <a:off x="914400" y="2990088"/>
            <a:ext cx="43891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每秒样本更多</a:t>
            </a:r>
          </a:p>
        </p:txBody>
      </p:sp>
      <p:sp>
        <p:nvSpPr>
          <p:cNvPr id="7" name="TextBox 6">
            <a:extLst xmlns:a="http://schemas.openxmlformats.org/drawingml/2006/main">
              <a:ext uri="{FF2B5EF4-FFF2-40B4-BE49-F238E27FC236}">
                <a16:creationId xmlns:a16="http://schemas.microsoft.com/office/drawing/2014/main" id="{7F904231-90B3-423A-B9B7-9E97170C0636}"/>
              </a:ext>
            </a:extLst>
          </p:cNvPr>
          <p:cNvSpPr>
            <a:spLocks xmlns:a="http://schemas.openxmlformats.org/drawingml/2006/main" noGrp="1"/>
          </p:cNvSpPr>
          <p:nvPr/>
        </p:nvSpPr>
        <p:spPr>
          <a:xfrm xmlns:a="http://schemas.openxmlformats.org/drawingml/2006/main">
            <a:off x="6492240" y="2194560"/>
            <a:ext cx="42976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007C9B"/>
                </a:solidFill>
                <a:latin typeface="Alibaba PuHuiTi 3.0 115 Black"/>
                <a:ea typeface="Alibaba PuHuiTi 3.0 115 Black"/>
                <a:cs typeface="Alibaba PuHuiTi 3.0 115 Black"/>
              </a:defRPr>
            </a:pPr>
            <a:r>
              <a:rPr sz="3000" b="1">
                <a:solidFill>
                  <a:srgbClr val="007C9B"/>
                </a:solidFill>
                <a:latin typeface="Alibaba PuHuiTi 3.0 115 Black"/>
                <a:ea typeface="Alibaba PuHuiTi 3.0 115 Black"/>
                <a:cs typeface="Alibaba PuHuiTi 3.0 115 Black"/>
              </a:rPr>
              <a:t>量化位数 ↑</a:t>
            </a:r>
          </a:p>
        </p:txBody>
      </p:sp>
      <p:sp>
        <p:nvSpPr>
          <p:cNvPr id="8" name="TextBox 7">
            <a:extLst xmlns:a="http://schemas.openxmlformats.org/drawingml/2006/main">
              <a:ext uri="{FF2B5EF4-FFF2-40B4-BE49-F238E27FC236}">
                <a16:creationId xmlns:a16="http://schemas.microsoft.com/office/drawing/2014/main" id="{75B0347C-FF2A-4BC2-BEB8-96D2A4507D77}"/>
              </a:ext>
            </a:extLst>
          </p:cNvPr>
          <p:cNvSpPr>
            <a:spLocks xmlns:a="http://schemas.openxmlformats.org/drawingml/2006/main" noGrp="1"/>
          </p:cNvSpPr>
          <p:nvPr/>
        </p:nvSpPr>
        <p:spPr>
          <a:xfrm xmlns:a="http://schemas.openxmlformats.org/drawingml/2006/main">
            <a:off x="6492240" y="2990088"/>
            <a:ext cx="457200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每样本可选等级更多</a:t>
            </a:r>
          </a:p>
        </p:txBody>
      </p:sp>
      <p:sp>
        <p:nvSpPr>
          <p:cNvPr id="9" name="TextBox 8">
            <a:extLst xmlns:a="http://schemas.openxmlformats.org/drawingml/2006/main">
              <a:ext uri="{FF2B5EF4-FFF2-40B4-BE49-F238E27FC236}">
                <a16:creationId xmlns:a16="http://schemas.microsoft.com/office/drawing/2014/main" id="{AA2884D4-B1A7-48A0-8BA4-CE91F205AC6B}"/>
              </a:ext>
            </a:extLst>
          </p:cNvPr>
          <p:cNvSpPr>
            <a:spLocks xmlns:a="http://schemas.openxmlformats.org/drawingml/2006/main" noGrp="1"/>
          </p:cNvSpPr>
          <p:nvPr/>
        </p:nvSpPr>
        <p:spPr>
          <a:xfrm xmlns:a="http://schemas.openxmlformats.org/drawingml/2006/main">
            <a:off x="813816" y="5230368"/>
            <a:ext cx="996696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通常能提高记录的精细程度，但音质不会无限提高。</a:t>
            </a:r>
          </a:p>
        </p:txBody>
      </p:sp>
    </p:spTree>
    <p:extLst>
      <p:ext uri="{BB962C8B-B14F-4D97-AF65-F5344CB8AC3E}">
        <p14:creationId xmlns:p14="http://schemas.microsoft.com/office/powerpoint/2010/main" val="2106339525"/>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8E8D9EE7-3AE7-4FEE-889E-2B79B257ED9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6458CA1-D458-4EDF-A6C5-D167F7266AD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AE58A02-9D8C-4761-B1B4-CE955D4B57F9}"/>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3bit模型与16bit实际存储</a:t>
            </a:r>
          </a:p>
        </p:txBody>
      </p:sp>
      <p:sp>
        <p:nvSpPr>
          <p:cNvPr id="5" name="Rectangle 4">
            <a:extLst xmlns:a="http://schemas.openxmlformats.org/drawingml/2006/main">
              <a:ext uri="{FF2B5EF4-FFF2-40B4-BE49-F238E27FC236}">
                <a16:creationId xmlns:a16="http://schemas.microsoft.com/office/drawing/2014/main" id="{9429AD8A-F897-45ED-A89B-EF94EF9889CB}"/>
              </a:ext>
            </a:extLst>
          </p:cNvPr>
          <p:cNvSpPr>
            <a:spLocks xmlns:a="http://schemas.openxmlformats.org/drawingml/2006/main" noGrp="1"/>
          </p:cNvSpPr>
          <p:nvPr/>
        </p:nvSpPr>
        <p:spPr>
          <a:xfrm xmlns:a="http://schemas.openxmlformats.org/drawingml/2006/main">
            <a:off x="905256" y="2066543"/>
            <a:ext cx="470916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AE687470-EA2F-48C7-ABA3-C20CB62EB1DE}"/>
              </a:ext>
            </a:extLst>
          </p:cNvPr>
          <p:cNvSpPr>
            <a:spLocks xmlns:a="http://schemas.openxmlformats.org/drawingml/2006/main" noGrp="1"/>
          </p:cNvSpPr>
          <p:nvPr/>
        </p:nvSpPr>
        <p:spPr>
          <a:xfrm xmlns:a="http://schemas.openxmlformats.org/drawingml/2006/main">
            <a:off x="978408" y="2185415"/>
            <a:ext cx="4562856"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6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600" b="1">
                <a:solidFill>
                  <a:srgbClr val="8C64E1"/>
                </a:solidFill>
                <a:latin typeface="Alibaba PuHuiTi 3.0 115 Black"/>
                <a:ea typeface="Alibaba PuHuiTi 3.0 115 Black"/>
                <a:cs typeface="Alibaba PuHuiTi 3.0 115 Black"/>
              </a:defRPr>
            </a:pPr>
            <a:r>
              <a:rPr sz="2600" b="1">
                <a:solidFill>
                  <a:srgbClr val="8C64E1"/>
                </a:solidFill>
                <a:latin typeface="Alibaba PuHuiTi 3.0 115 Black"/>
                <a:ea typeface="Alibaba PuHuiTi 3.0 115 Black"/>
                <a:cs typeface="Alibaba PuHuiTi 3.0 115 Black"/>
              </a:rPr>
              <a:t>课堂模型：3 bit</a:t>
            </a:r>
          </a:p>
        </p:txBody>
      </p:sp>
      <p:sp>
        <p:nvSpPr>
          <p:cNvPr id="7" name="Rectangle 6">
            <a:extLst xmlns:a="http://schemas.openxmlformats.org/drawingml/2006/main">
              <a:ext uri="{FF2B5EF4-FFF2-40B4-BE49-F238E27FC236}">
                <a16:creationId xmlns:a16="http://schemas.microsoft.com/office/drawing/2014/main" id="{F03D994B-EE0C-4472-8C0E-587D82139CA1}"/>
              </a:ext>
            </a:extLst>
          </p:cNvPr>
          <p:cNvSpPr>
            <a:spLocks xmlns:a="http://schemas.openxmlformats.org/drawingml/2006/main" noGrp="1"/>
          </p:cNvSpPr>
          <p:nvPr/>
        </p:nvSpPr>
        <p:spPr>
          <a:xfrm xmlns:a="http://schemas.openxmlformats.org/drawingml/2006/main">
            <a:off x="6528816" y="2066543"/>
            <a:ext cx="4626864"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983E0492-B363-48B6-8944-18D78DF2AEFF}"/>
              </a:ext>
            </a:extLst>
          </p:cNvPr>
          <p:cNvSpPr>
            <a:spLocks xmlns:a="http://schemas.openxmlformats.org/drawingml/2006/main" noGrp="1"/>
          </p:cNvSpPr>
          <p:nvPr/>
        </p:nvSpPr>
        <p:spPr>
          <a:xfrm xmlns:a="http://schemas.openxmlformats.org/drawingml/2006/main">
            <a:off x="6601968" y="2185415"/>
            <a:ext cx="4480559"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6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600" b="1">
                <a:solidFill>
                  <a:srgbClr val="007C9B"/>
                </a:solidFill>
                <a:latin typeface="Alibaba PuHuiTi 3.0 115 Black"/>
                <a:ea typeface="Alibaba PuHuiTi 3.0 115 Black"/>
                <a:cs typeface="Alibaba PuHuiTi 3.0 115 Black"/>
              </a:defRPr>
            </a:pPr>
            <a:r>
              <a:rPr sz="2600" b="1">
                <a:solidFill>
                  <a:srgbClr val="007C9B"/>
                </a:solidFill>
                <a:latin typeface="Alibaba PuHuiTi 3.0 115 Black"/>
                <a:ea typeface="Alibaba PuHuiTi 3.0 115 Black"/>
                <a:cs typeface="Alibaba PuHuiTi 3.0 115 Black"/>
              </a:rPr>
              <a:t>PCM例子：16 bit</a:t>
            </a:r>
          </a:p>
        </p:txBody>
      </p:sp>
      <p:sp>
        <p:nvSpPr>
          <p:cNvPr id="9" name="Rectangle 8">
            <a:extLst xmlns:a="http://schemas.openxmlformats.org/drawingml/2006/main">
              <a:ext uri="{FF2B5EF4-FFF2-40B4-BE49-F238E27FC236}">
                <a16:creationId xmlns:a16="http://schemas.microsoft.com/office/drawing/2014/main" id="{D397BF6C-F654-4ACD-A00D-84155C5D0F43}"/>
              </a:ext>
            </a:extLst>
          </p:cNvPr>
          <p:cNvSpPr>
            <a:spLocks xmlns:a="http://schemas.openxmlformats.org/drawingml/2006/main" noGrp="1"/>
          </p:cNvSpPr>
          <p:nvPr/>
        </p:nvSpPr>
        <p:spPr>
          <a:xfrm xmlns:a="http://schemas.openxmlformats.org/drawingml/2006/main">
            <a:off x="1005840"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72780E30-43F6-4753-9F1D-A47CE55F8EE2}"/>
              </a:ext>
            </a:extLst>
          </p:cNvPr>
          <p:cNvSpPr>
            <a:spLocks xmlns:a="http://schemas.openxmlformats.org/drawingml/2006/main" noGrp="1"/>
          </p:cNvSpPr>
          <p:nvPr/>
        </p:nvSpPr>
        <p:spPr>
          <a:xfrm xmlns:a="http://schemas.openxmlformats.org/drawingml/2006/main">
            <a:off x="1097280"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11" name="Rectangle 10">
            <a:extLst xmlns:a="http://schemas.openxmlformats.org/drawingml/2006/main">
              <a:ext uri="{FF2B5EF4-FFF2-40B4-BE49-F238E27FC236}">
                <a16:creationId xmlns:a16="http://schemas.microsoft.com/office/drawing/2014/main" id="{46CA3EFA-90D9-4CF4-B11E-5D2040E3C322}"/>
              </a:ext>
            </a:extLst>
          </p:cNvPr>
          <p:cNvSpPr>
            <a:spLocks xmlns:a="http://schemas.openxmlformats.org/drawingml/2006/main" noGrp="1"/>
          </p:cNvSpPr>
          <p:nvPr/>
        </p:nvSpPr>
        <p:spPr>
          <a:xfrm xmlns:a="http://schemas.openxmlformats.org/drawingml/2006/main">
            <a:off x="1490472"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5AF3D155-2592-4F2E-AC7B-69F065BFE784}"/>
              </a:ext>
            </a:extLst>
          </p:cNvPr>
          <p:cNvSpPr>
            <a:spLocks xmlns:a="http://schemas.openxmlformats.org/drawingml/2006/main" noGrp="1"/>
          </p:cNvSpPr>
          <p:nvPr/>
        </p:nvSpPr>
        <p:spPr>
          <a:xfrm xmlns:a="http://schemas.openxmlformats.org/drawingml/2006/main">
            <a:off x="1581912"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13" name="Rectangle 12">
            <a:extLst xmlns:a="http://schemas.openxmlformats.org/drawingml/2006/main">
              <a:ext uri="{FF2B5EF4-FFF2-40B4-BE49-F238E27FC236}">
                <a16:creationId xmlns:a16="http://schemas.microsoft.com/office/drawing/2014/main" id="{086BF7BC-E758-4DBA-A47A-E2779EC6BDCF}"/>
              </a:ext>
            </a:extLst>
          </p:cNvPr>
          <p:cNvSpPr>
            <a:spLocks xmlns:a="http://schemas.openxmlformats.org/drawingml/2006/main" noGrp="1"/>
          </p:cNvSpPr>
          <p:nvPr/>
        </p:nvSpPr>
        <p:spPr>
          <a:xfrm xmlns:a="http://schemas.openxmlformats.org/drawingml/2006/main">
            <a:off x="1975104"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FB007AEA-1E72-4EAA-8396-AFF8E244B1D6}"/>
              </a:ext>
            </a:extLst>
          </p:cNvPr>
          <p:cNvSpPr>
            <a:spLocks xmlns:a="http://schemas.openxmlformats.org/drawingml/2006/main" noGrp="1"/>
          </p:cNvSpPr>
          <p:nvPr/>
        </p:nvSpPr>
        <p:spPr>
          <a:xfrm xmlns:a="http://schemas.openxmlformats.org/drawingml/2006/main">
            <a:off x="2066544"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15" name="Rectangle 14">
            <a:extLst xmlns:a="http://schemas.openxmlformats.org/drawingml/2006/main">
              <a:ext uri="{FF2B5EF4-FFF2-40B4-BE49-F238E27FC236}">
                <a16:creationId xmlns:a16="http://schemas.microsoft.com/office/drawing/2014/main" id="{56042AB3-2BAD-4D22-910B-71138E29778C}"/>
              </a:ext>
            </a:extLst>
          </p:cNvPr>
          <p:cNvSpPr>
            <a:spLocks xmlns:a="http://schemas.openxmlformats.org/drawingml/2006/main" noGrp="1"/>
          </p:cNvSpPr>
          <p:nvPr/>
        </p:nvSpPr>
        <p:spPr>
          <a:xfrm xmlns:a="http://schemas.openxmlformats.org/drawingml/2006/main">
            <a:off x="6611112"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21C6489A-2C98-4E44-BCBF-6A30759F5319}"/>
              </a:ext>
            </a:extLst>
          </p:cNvPr>
          <p:cNvSpPr>
            <a:spLocks xmlns:a="http://schemas.openxmlformats.org/drawingml/2006/main" noGrp="1"/>
          </p:cNvSpPr>
          <p:nvPr/>
        </p:nvSpPr>
        <p:spPr>
          <a:xfrm xmlns:a="http://schemas.openxmlformats.org/drawingml/2006/main">
            <a:off x="6702552"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17" name="Rectangle 16">
            <a:extLst xmlns:a="http://schemas.openxmlformats.org/drawingml/2006/main">
              <a:ext uri="{FF2B5EF4-FFF2-40B4-BE49-F238E27FC236}">
                <a16:creationId xmlns:a16="http://schemas.microsoft.com/office/drawing/2014/main" id="{67CB049E-C04A-4320-9EF7-99D14DE3F0D1}"/>
              </a:ext>
            </a:extLst>
          </p:cNvPr>
          <p:cNvSpPr>
            <a:spLocks xmlns:a="http://schemas.openxmlformats.org/drawingml/2006/main" noGrp="1"/>
          </p:cNvSpPr>
          <p:nvPr/>
        </p:nvSpPr>
        <p:spPr>
          <a:xfrm xmlns:a="http://schemas.openxmlformats.org/drawingml/2006/main">
            <a:off x="7095744"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CDFC45B7-B810-4D32-8DE9-00BECA3EB100}"/>
              </a:ext>
            </a:extLst>
          </p:cNvPr>
          <p:cNvSpPr>
            <a:spLocks xmlns:a="http://schemas.openxmlformats.org/drawingml/2006/main" noGrp="1"/>
          </p:cNvSpPr>
          <p:nvPr/>
        </p:nvSpPr>
        <p:spPr>
          <a:xfrm xmlns:a="http://schemas.openxmlformats.org/drawingml/2006/main">
            <a:off x="7187184"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19" name="Rectangle 18">
            <a:extLst xmlns:a="http://schemas.openxmlformats.org/drawingml/2006/main">
              <a:ext uri="{FF2B5EF4-FFF2-40B4-BE49-F238E27FC236}">
                <a16:creationId xmlns:a16="http://schemas.microsoft.com/office/drawing/2014/main" id="{F13243D4-4BA2-4AFA-9353-5D526AE77C26}"/>
              </a:ext>
            </a:extLst>
          </p:cNvPr>
          <p:cNvSpPr>
            <a:spLocks xmlns:a="http://schemas.openxmlformats.org/drawingml/2006/main" noGrp="1"/>
          </p:cNvSpPr>
          <p:nvPr/>
        </p:nvSpPr>
        <p:spPr>
          <a:xfrm xmlns:a="http://schemas.openxmlformats.org/drawingml/2006/main">
            <a:off x="7580376"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82E299E6-2C9A-4666-A907-2C4EFCBE483D}"/>
              </a:ext>
            </a:extLst>
          </p:cNvPr>
          <p:cNvSpPr>
            <a:spLocks xmlns:a="http://schemas.openxmlformats.org/drawingml/2006/main" noGrp="1"/>
          </p:cNvSpPr>
          <p:nvPr/>
        </p:nvSpPr>
        <p:spPr>
          <a:xfrm xmlns:a="http://schemas.openxmlformats.org/drawingml/2006/main">
            <a:off x="7671816"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21" name="Rectangle 20">
            <a:extLst xmlns:a="http://schemas.openxmlformats.org/drawingml/2006/main">
              <a:ext uri="{FF2B5EF4-FFF2-40B4-BE49-F238E27FC236}">
                <a16:creationId xmlns:a16="http://schemas.microsoft.com/office/drawing/2014/main" id="{8B6FCF00-1118-46BA-A457-64997D46268D}"/>
              </a:ext>
            </a:extLst>
          </p:cNvPr>
          <p:cNvSpPr>
            <a:spLocks xmlns:a="http://schemas.openxmlformats.org/drawingml/2006/main" noGrp="1"/>
          </p:cNvSpPr>
          <p:nvPr/>
        </p:nvSpPr>
        <p:spPr>
          <a:xfrm xmlns:a="http://schemas.openxmlformats.org/drawingml/2006/main">
            <a:off x="8065008"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A16FA619-E81B-4FCB-9586-6E025FBC6EFD}"/>
              </a:ext>
            </a:extLst>
          </p:cNvPr>
          <p:cNvSpPr>
            <a:spLocks xmlns:a="http://schemas.openxmlformats.org/drawingml/2006/main" noGrp="1"/>
          </p:cNvSpPr>
          <p:nvPr/>
        </p:nvSpPr>
        <p:spPr>
          <a:xfrm xmlns:a="http://schemas.openxmlformats.org/drawingml/2006/main">
            <a:off x="8156448"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23" name="Rectangle 22">
            <a:extLst xmlns:a="http://schemas.openxmlformats.org/drawingml/2006/main">
              <a:ext uri="{FF2B5EF4-FFF2-40B4-BE49-F238E27FC236}">
                <a16:creationId xmlns:a16="http://schemas.microsoft.com/office/drawing/2014/main" id="{2E7A1985-3BF8-42AD-9E60-3F2B4598880E}"/>
              </a:ext>
            </a:extLst>
          </p:cNvPr>
          <p:cNvSpPr>
            <a:spLocks xmlns:a="http://schemas.openxmlformats.org/drawingml/2006/main" noGrp="1"/>
          </p:cNvSpPr>
          <p:nvPr/>
        </p:nvSpPr>
        <p:spPr>
          <a:xfrm xmlns:a="http://schemas.openxmlformats.org/drawingml/2006/main">
            <a:off x="8549640"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TextBox 23">
            <a:extLst xmlns:a="http://schemas.openxmlformats.org/drawingml/2006/main">
              <a:ext uri="{FF2B5EF4-FFF2-40B4-BE49-F238E27FC236}">
                <a16:creationId xmlns:a16="http://schemas.microsoft.com/office/drawing/2014/main" id="{A7D1AA42-BD42-4F18-A267-3915BD6F4B3A}"/>
              </a:ext>
            </a:extLst>
          </p:cNvPr>
          <p:cNvSpPr>
            <a:spLocks xmlns:a="http://schemas.openxmlformats.org/drawingml/2006/main" noGrp="1"/>
          </p:cNvSpPr>
          <p:nvPr/>
        </p:nvSpPr>
        <p:spPr>
          <a:xfrm xmlns:a="http://schemas.openxmlformats.org/drawingml/2006/main">
            <a:off x="8641080"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25" name="Rectangle 24">
            <a:extLst xmlns:a="http://schemas.openxmlformats.org/drawingml/2006/main">
              <a:ext uri="{FF2B5EF4-FFF2-40B4-BE49-F238E27FC236}">
                <a16:creationId xmlns:a16="http://schemas.microsoft.com/office/drawing/2014/main" id="{C0278A25-0293-4EDA-85D9-78AE7F95D3FA}"/>
              </a:ext>
            </a:extLst>
          </p:cNvPr>
          <p:cNvSpPr>
            <a:spLocks xmlns:a="http://schemas.openxmlformats.org/drawingml/2006/main" noGrp="1"/>
          </p:cNvSpPr>
          <p:nvPr/>
        </p:nvSpPr>
        <p:spPr>
          <a:xfrm xmlns:a="http://schemas.openxmlformats.org/drawingml/2006/main">
            <a:off x="9034272"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3EAAAC29-1A1E-40F8-9CAA-9C604A7B34C6}"/>
              </a:ext>
            </a:extLst>
          </p:cNvPr>
          <p:cNvSpPr>
            <a:spLocks xmlns:a="http://schemas.openxmlformats.org/drawingml/2006/main" noGrp="1"/>
          </p:cNvSpPr>
          <p:nvPr/>
        </p:nvSpPr>
        <p:spPr>
          <a:xfrm xmlns:a="http://schemas.openxmlformats.org/drawingml/2006/main">
            <a:off x="9125712"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27" name="Rectangle 26">
            <a:extLst xmlns:a="http://schemas.openxmlformats.org/drawingml/2006/main">
              <a:ext uri="{FF2B5EF4-FFF2-40B4-BE49-F238E27FC236}">
                <a16:creationId xmlns:a16="http://schemas.microsoft.com/office/drawing/2014/main" id="{E48DD1B6-AD6F-4906-BD41-C6F7DE62A8ED}"/>
              </a:ext>
            </a:extLst>
          </p:cNvPr>
          <p:cNvSpPr>
            <a:spLocks xmlns:a="http://schemas.openxmlformats.org/drawingml/2006/main" noGrp="1"/>
          </p:cNvSpPr>
          <p:nvPr/>
        </p:nvSpPr>
        <p:spPr>
          <a:xfrm xmlns:a="http://schemas.openxmlformats.org/drawingml/2006/main">
            <a:off x="9518904"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TextBox 27">
            <a:extLst xmlns:a="http://schemas.openxmlformats.org/drawingml/2006/main">
              <a:ext uri="{FF2B5EF4-FFF2-40B4-BE49-F238E27FC236}">
                <a16:creationId xmlns:a16="http://schemas.microsoft.com/office/drawing/2014/main" id="{3DE6170A-446A-4D50-9E5C-FBBA9B2C291C}"/>
              </a:ext>
            </a:extLst>
          </p:cNvPr>
          <p:cNvSpPr>
            <a:spLocks xmlns:a="http://schemas.openxmlformats.org/drawingml/2006/main" noGrp="1"/>
          </p:cNvSpPr>
          <p:nvPr/>
        </p:nvSpPr>
        <p:spPr>
          <a:xfrm xmlns:a="http://schemas.openxmlformats.org/drawingml/2006/main">
            <a:off x="9610344"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29" name="Rectangle 28">
            <a:extLst xmlns:a="http://schemas.openxmlformats.org/drawingml/2006/main">
              <a:ext uri="{FF2B5EF4-FFF2-40B4-BE49-F238E27FC236}">
                <a16:creationId xmlns:a16="http://schemas.microsoft.com/office/drawing/2014/main" id="{9FE365E7-D313-4A11-A2B4-415C78117DD3}"/>
              </a:ext>
            </a:extLst>
          </p:cNvPr>
          <p:cNvSpPr>
            <a:spLocks xmlns:a="http://schemas.openxmlformats.org/drawingml/2006/main" noGrp="1"/>
          </p:cNvSpPr>
          <p:nvPr/>
        </p:nvSpPr>
        <p:spPr>
          <a:xfrm xmlns:a="http://schemas.openxmlformats.org/drawingml/2006/main">
            <a:off x="10003536"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0" name="TextBox 29">
            <a:extLst xmlns:a="http://schemas.openxmlformats.org/drawingml/2006/main">
              <a:ext uri="{FF2B5EF4-FFF2-40B4-BE49-F238E27FC236}">
                <a16:creationId xmlns:a16="http://schemas.microsoft.com/office/drawing/2014/main" id="{5BBC4668-98B1-4F0E-97C2-437DF8F6F4AE}"/>
              </a:ext>
            </a:extLst>
          </p:cNvPr>
          <p:cNvSpPr>
            <a:spLocks xmlns:a="http://schemas.openxmlformats.org/drawingml/2006/main" noGrp="1"/>
          </p:cNvSpPr>
          <p:nvPr/>
        </p:nvSpPr>
        <p:spPr>
          <a:xfrm xmlns:a="http://schemas.openxmlformats.org/drawingml/2006/main">
            <a:off x="10094976"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31" name="Rectangle 30">
            <a:extLst xmlns:a="http://schemas.openxmlformats.org/drawingml/2006/main">
              <a:ext uri="{FF2B5EF4-FFF2-40B4-BE49-F238E27FC236}">
                <a16:creationId xmlns:a16="http://schemas.microsoft.com/office/drawing/2014/main" id="{63E3927B-4129-4B4B-A82A-E6457DAF77BB}"/>
              </a:ext>
            </a:extLst>
          </p:cNvPr>
          <p:cNvSpPr>
            <a:spLocks xmlns:a="http://schemas.openxmlformats.org/drawingml/2006/main" noGrp="1"/>
          </p:cNvSpPr>
          <p:nvPr/>
        </p:nvSpPr>
        <p:spPr>
          <a:xfrm xmlns:a="http://schemas.openxmlformats.org/drawingml/2006/main">
            <a:off x="6611112"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2" name="TextBox 31">
            <a:extLst xmlns:a="http://schemas.openxmlformats.org/drawingml/2006/main">
              <a:ext uri="{FF2B5EF4-FFF2-40B4-BE49-F238E27FC236}">
                <a16:creationId xmlns:a16="http://schemas.microsoft.com/office/drawing/2014/main" id="{A0F4CCB0-1337-4A3B-9B8E-AFCBA00E3605}"/>
              </a:ext>
            </a:extLst>
          </p:cNvPr>
          <p:cNvSpPr>
            <a:spLocks xmlns:a="http://schemas.openxmlformats.org/drawingml/2006/main" noGrp="1"/>
          </p:cNvSpPr>
          <p:nvPr/>
        </p:nvSpPr>
        <p:spPr>
          <a:xfrm xmlns:a="http://schemas.openxmlformats.org/drawingml/2006/main">
            <a:off x="6702552"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33" name="Rectangle 32">
            <a:extLst xmlns:a="http://schemas.openxmlformats.org/drawingml/2006/main">
              <a:ext uri="{FF2B5EF4-FFF2-40B4-BE49-F238E27FC236}">
                <a16:creationId xmlns:a16="http://schemas.microsoft.com/office/drawing/2014/main" id="{76040660-A0C9-4282-8444-C1DA6E93CDFD}"/>
              </a:ext>
            </a:extLst>
          </p:cNvPr>
          <p:cNvSpPr>
            <a:spLocks xmlns:a="http://schemas.openxmlformats.org/drawingml/2006/main" noGrp="1"/>
          </p:cNvSpPr>
          <p:nvPr/>
        </p:nvSpPr>
        <p:spPr>
          <a:xfrm xmlns:a="http://schemas.openxmlformats.org/drawingml/2006/main">
            <a:off x="7095744"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4" name="TextBox 33">
            <a:extLst xmlns:a="http://schemas.openxmlformats.org/drawingml/2006/main">
              <a:ext uri="{FF2B5EF4-FFF2-40B4-BE49-F238E27FC236}">
                <a16:creationId xmlns:a16="http://schemas.microsoft.com/office/drawing/2014/main" id="{5BE0B004-0CEB-40C1-A59B-D041D788843A}"/>
              </a:ext>
            </a:extLst>
          </p:cNvPr>
          <p:cNvSpPr>
            <a:spLocks xmlns:a="http://schemas.openxmlformats.org/drawingml/2006/main" noGrp="1"/>
          </p:cNvSpPr>
          <p:nvPr/>
        </p:nvSpPr>
        <p:spPr>
          <a:xfrm xmlns:a="http://schemas.openxmlformats.org/drawingml/2006/main">
            <a:off x="7187184"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35" name="Rectangle 34">
            <a:extLst xmlns:a="http://schemas.openxmlformats.org/drawingml/2006/main">
              <a:ext uri="{FF2B5EF4-FFF2-40B4-BE49-F238E27FC236}">
                <a16:creationId xmlns:a16="http://schemas.microsoft.com/office/drawing/2014/main" id="{5E5C4F6B-3DF2-4B2F-A3FA-2E2DECAB8E5A}"/>
              </a:ext>
            </a:extLst>
          </p:cNvPr>
          <p:cNvSpPr>
            <a:spLocks xmlns:a="http://schemas.openxmlformats.org/drawingml/2006/main" noGrp="1"/>
          </p:cNvSpPr>
          <p:nvPr/>
        </p:nvSpPr>
        <p:spPr>
          <a:xfrm xmlns:a="http://schemas.openxmlformats.org/drawingml/2006/main">
            <a:off x="7580376"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6" name="TextBox 35">
            <a:extLst xmlns:a="http://schemas.openxmlformats.org/drawingml/2006/main">
              <a:ext uri="{FF2B5EF4-FFF2-40B4-BE49-F238E27FC236}">
                <a16:creationId xmlns:a16="http://schemas.microsoft.com/office/drawing/2014/main" id="{452A5CE1-EC6A-49E9-9469-4624DA87782B}"/>
              </a:ext>
            </a:extLst>
          </p:cNvPr>
          <p:cNvSpPr>
            <a:spLocks xmlns:a="http://schemas.openxmlformats.org/drawingml/2006/main" noGrp="1"/>
          </p:cNvSpPr>
          <p:nvPr/>
        </p:nvSpPr>
        <p:spPr>
          <a:xfrm xmlns:a="http://schemas.openxmlformats.org/drawingml/2006/main">
            <a:off x="7671816"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37" name="Rectangle 36">
            <a:extLst xmlns:a="http://schemas.openxmlformats.org/drawingml/2006/main">
              <a:ext uri="{FF2B5EF4-FFF2-40B4-BE49-F238E27FC236}">
                <a16:creationId xmlns:a16="http://schemas.microsoft.com/office/drawing/2014/main" id="{9842328A-17A3-44CF-A9A1-2904BA38A915}"/>
              </a:ext>
            </a:extLst>
          </p:cNvPr>
          <p:cNvSpPr>
            <a:spLocks xmlns:a="http://schemas.openxmlformats.org/drawingml/2006/main" noGrp="1"/>
          </p:cNvSpPr>
          <p:nvPr/>
        </p:nvSpPr>
        <p:spPr>
          <a:xfrm xmlns:a="http://schemas.openxmlformats.org/drawingml/2006/main">
            <a:off x="8065008"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8" name="TextBox 37">
            <a:extLst xmlns:a="http://schemas.openxmlformats.org/drawingml/2006/main">
              <a:ext uri="{FF2B5EF4-FFF2-40B4-BE49-F238E27FC236}">
                <a16:creationId xmlns:a16="http://schemas.microsoft.com/office/drawing/2014/main" id="{DA95A6F8-2989-41BF-A6B6-B15A95D05C3A}"/>
              </a:ext>
            </a:extLst>
          </p:cNvPr>
          <p:cNvSpPr>
            <a:spLocks xmlns:a="http://schemas.openxmlformats.org/drawingml/2006/main" noGrp="1"/>
          </p:cNvSpPr>
          <p:nvPr/>
        </p:nvSpPr>
        <p:spPr>
          <a:xfrm xmlns:a="http://schemas.openxmlformats.org/drawingml/2006/main">
            <a:off x="8156448"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39" name="Rectangle 38">
            <a:extLst xmlns:a="http://schemas.openxmlformats.org/drawingml/2006/main">
              <a:ext uri="{FF2B5EF4-FFF2-40B4-BE49-F238E27FC236}">
                <a16:creationId xmlns:a16="http://schemas.microsoft.com/office/drawing/2014/main" id="{175E200A-E2C0-4854-8143-41AD044B2BFD}"/>
              </a:ext>
            </a:extLst>
          </p:cNvPr>
          <p:cNvSpPr>
            <a:spLocks xmlns:a="http://schemas.openxmlformats.org/drawingml/2006/main" noGrp="1"/>
          </p:cNvSpPr>
          <p:nvPr/>
        </p:nvSpPr>
        <p:spPr>
          <a:xfrm xmlns:a="http://schemas.openxmlformats.org/drawingml/2006/main">
            <a:off x="8549640"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0" name="TextBox 39">
            <a:extLst xmlns:a="http://schemas.openxmlformats.org/drawingml/2006/main">
              <a:ext uri="{FF2B5EF4-FFF2-40B4-BE49-F238E27FC236}">
                <a16:creationId xmlns:a16="http://schemas.microsoft.com/office/drawing/2014/main" id="{86EDA7A1-D0C5-48AE-9F77-C22297DEBEA6}"/>
              </a:ext>
            </a:extLst>
          </p:cNvPr>
          <p:cNvSpPr>
            <a:spLocks xmlns:a="http://schemas.openxmlformats.org/drawingml/2006/main" noGrp="1"/>
          </p:cNvSpPr>
          <p:nvPr/>
        </p:nvSpPr>
        <p:spPr>
          <a:xfrm xmlns:a="http://schemas.openxmlformats.org/drawingml/2006/main">
            <a:off x="8641080"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41" name="Rectangle 40">
            <a:extLst xmlns:a="http://schemas.openxmlformats.org/drawingml/2006/main">
              <a:ext uri="{FF2B5EF4-FFF2-40B4-BE49-F238E27FC236}">
                <a16:creationId xmlns:a16="http://schemas.microsoft.com/office/drawing/2014/main" id="{9B1ECF8A-2609-4002-AEB8-AAC05E23B5E8}"/>
              </a:ext>
            </a:extLst>
          </p:cNvPr>
          <p:cNvSpPr>
            <a:spLocks xmlns:a="http://schemas.openxmlformats.org/drawingml/2006/main" noGrp="1"/>
          </p:cNvSpPr>
          <p:nvPr/>
        </p:nvSpPr>
        <p:spPr>
          <a:xfrm xmlns:a="http://schemas.openxmlformats.org/drawingml/2006/main">
            <a:off x="9034272"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2" name="TextBox 41">
            <a:extLst xmlns:a="http://schemas.openxmlformats.org/drawingml/2006/main">
              <a:ext uri="{FF2B5EF4-FFF2-40B4-BE49-F238E27FC236}">
                <a16:creationId xmlns:a16="http://schemas.microsoft.com/office/drawing/2014/main" id="{03E3558A-AC41-4C91-A9D0-3C3C7FCFBBF2}"/>
              </a:ext>
            </a:extLst>
          </p:cNvPr>
          <p:cNvSpPr>
            <a:spLocks xmlns:a="http://schemas.openxmlformats.org/drawingml/2006/main" noGrp="1"/>
          </p:cNvSpPr>
          <p:nvPr/>
        </p:nvSpPr>
        <p:spPr>
          <a:xfrm xmlns:a="http://schemas.openxmlformats.org/drawingml/2006/main">
            <a:off x="9125712"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43" name="Rectangle 42">
            <a:extLst xmlns:a="http://schemas.openxmlformats.org/drawingml/2006/main">
              <a:ext uri="{FF2B5EF4-FFF2-40B4-BE49-F238E27FC236}">
                <a16:creationId xmlns:a16="http://schemas.microsoft.com/office/drawing/2014/main" id="{DBE6463C-5D61-4DFF-AD7D-FD335EFFA196}"/>
              </a:ext>
            </a:extLst>
          </p:cNvPr>
          <p:cNvSpPr>
            <a:spLocks xmlns:a="http://schemas.openxmlformats.org/drawingml/2006/main" noGrp="1"/>
          </p:cNvSpPr>
          <p:nvPr/>
        </p:nvSpPr>
        <p:spPr>
          <a:xfrm xmlns:a="http://schemas.openxmlformats.org/drawingml/2006/main">
            <a:off x="9518904"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4" name="TextBox 43">
            <a:extLst xmlns:a="http://schemas.openxmlformats.org/drawingml/2006/main">
              <a:ext uri="{FF2B5EF4-FFF2-40B4-BE49-F238E27FC236}">
                <a16:creationId xmlns:a16="http://schemas.microsoft.com/office/drawing/2014/main" id="{AF3F32CD-8F53-482A-8C21-4DC31C7042E2}"/>
              </a:ext>
            </a:extLst>
          </p:cNvPr>
          <p:cNvSpPr>
            <a:spLocks xmlns:a="http://schemas.openxmlformats.org/drawingml/2006/main" noGrp="1"/>
          </p:cNvSpPr>
          <p:nvPr/>
        </p:nvSpPr>
        <p:spPr>
          <a:xfrm xmlns:a="http://schemas.openxmlformats.org/drawingml/2006/main">
            <a:off x="9610344"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45" name="Rectangle 44">
            <a:extLst xmlns:a="http://schemas.openxmlformats.org/drawingml/2006/main">
              <a:ext uri="{FF2B5EF4-FFF2-40B4-BE49-F238E27FC236}">
                <a16:creationId xmlns:a16="http://schemas.microsoft.com/office/drawing/2014/main" id="{7C294274-CCC6-4475-8269-4C9140634C83}"/>
              </a:ext>
            </a:extLst>
          </p:cNvPr>
          <p:cNvSpPr>
            <a:spLocks xmlns:a="http://schemas.openxmlformats.org/drawingml/2006/main" noGrp="1"/>
          </p:cNvSpPr>
          <p:nvPr/>
        </p:nvSpPr>
        <p:spPr>
          <a:xfrm xmlns:a="http://schemas.openxmlformats.org/drawingml/2006/main">
            <a:off x="10003536"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6" name="TextBox 45">
            <a:extLst xmlns:a="http://schemas.openxmlformats.org/drawingml/2006/main">
              <a:ext uri="{FF2B5EF4-FFF2-40B4-BE49-F238E27FC236}">
                <a16:creationId xmlns:a16="http://schemas.microsoft.com/office/drawing/2014/main" id="{3D5FABC6-B246-43B6-83F0-CD4A42BC7B67}"/>
              </a:ext>
            </a:extLst>
          </p:cNvPr>
          <p:cNvSpPr>
            <a:spLocks xmlns:a="http://schemas.openxmlformats.org/drawingml/2006/main" noGrp="1"/>
          </p:cNvSpPr>
          <p:nvPr/>
        </p:nvSpPr>
        <p:spPr>
          <a:xfrm xmlns:a="http://schemas.openxmlformats.org/drawingml/2006/main">
            <a:off x="10094976"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47" name="TextBox 46">
            <a:extLst xmlns:a="http://schemas.openxmlformats.org/drawingml/2006/main">
              <a:ext uri="{FF2B5EF4-FFF2-40B4-BE49-F238E27FC236}">
                <a16:creationId xmlns:a16="http://schemas.microsoft.com/office/drawing/2014/main" id="{B3C28826-5AD3-4596-93CD-028FDC1E5E32}"/>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位数越多，一份未压缩样本数据所占的空间也越大。</a:t>
            </a:r>
          </a:p>
        </p:txBody>
      </p:sp>
      <p:sp>
        <p:nvSpPr>
          <p:cNvPr id="48" name="stored-byte-1">
            <a:extLst xmlns:a="http://schemas.openxmlformats.org/drawingml/2006/main">
              <a:ext uri="{FF2B5EF4-FFF2-40B4-BE49-F238E27FC236}">
                <a16:creationId xmlns:a16="http://schemas.microsoft.com/office/drawing/2014/main" id="{001A234D-5EE5-4873-B07C-63F3631BA36C}"/>
              </a:ext>
            </a:extLst>
          </p:cNvPr>
          <p:cNvSpPr>
            <a:spLocks xmlns:a="http://schemas.openxmlformats.org/drawingml/2006/main" noGrp="1"/>
          </p:cNvSpPr>
          <p:nvPr/>
        </p:nvSpPr>
        <p:spPr>
          <a:xfrm xmlns:a="http://schemas.openxmlformats.org/drawingml/2006/main">
            <a:off x="4762500" y="3476625"/>
            <a:ext cx="1571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8bit＝1B</a:t>
            </a:r>
          </a:p>
        </p:txBody>
      </p:sp>
      <p:sp>
        <p:nvSpPr>
          <p:cNvPr id="49" name="stored-byte-2">
            <a:extLst xmlns:a="http://schemas.openxmlformats.org/drawingml/2006/main">
              <a:ext uri="{FF2B5EF4-FFF2-40B4-BE49-F238E27FC236}">
                <a16:creationId xmlns:a16="http://schemas.microsoft.com/office/drawing/2014/main" id="{56043AC1-060D-4471-9F12-C4F615967749}"/>
              </a:ext>
            </a:extLst>
          </p:cNvPr>
          <p:cNvSpPr>
            <a:spLocks xmlns:a="http://schemas.openxmlformats.org/drawingml/2006/main" noGrp="1"/>
          </p:cNvSpPr>
          <p:nvPr/>
        </p:nvSpPr>
        <p:spPr>
          <a:xfrm xmlns:a="http://schemas.openxmlformats.org/drawingml/2006/main">
            <a:off x="4762500" y="4143375"/>
            <a:ext cx="1571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8bit＝1B</a:t>
            </a:r>
          </a:p>
        </p:txBody>
      </p:sp>
      <p:sp>
        <p:nvSpPr>
          <p:cNvPr id="50" name="stored-sample-bytes">
            <a:extLst xmlns:a="http://schemas.openxmlformats.org/drawingml/2006/main">
              <a:ext uri="{FF2B5EF4-FFF2-40B4-BE49-F238E27FC236}">
                <a16:creationId xmlns:a16="http://schemas.microsoft.com/office/drawing/2014/main" id="{B1C51193-68CB-4490-9290-E1427CDAE43D}"/>
              </a:ext>
            </a:extLst>
          </p:cNvPr>
          <p:cNvSpPr>
            <a:spLocks xmlns:a="http://schemas.openxmlformats.org/drawingml/2006/main" noGrp="1"/>
          </p:cNvSpPr>
          <p:nvPr/>
        </p:nvSpPr>
        <p:spPr>
          <a:xfrm xmlns:a="http://schemas.openxmlformats.org/drawingml/2006/main">
            <a:off x="6515100" y="5095875"/>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共16bit＝2B</a:t>
            </a:r>
          </a:p>
        </p:txBody>
      </p:sp>
    </p:spTree>
    <p:extLst>
      <p:ext uri="{BB962C8B-B14F-4D97-AF65-F5344CB8AC3E}">
        <p14:creationId xmlns:p14="http://schemas.microsoft.com/office/powerpoint/2010/main" val="769042"/>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E1B6198-C83D-447C-8CED-26C71A3D305E}"/>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1E5743D-2425-43B1-9D5C-2CCBA8C1573D}"/>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C4D8DA9-7A0A-4E96-B833-128DFF4A5078}"/>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PCM样本和WAV文件，分别指什么？</a:t>
            </a:r>
          </a:p>
        </p:txBody>
      </p:sp>
      <p:sp>
        <p:nvSpPr>
          <p:cNvPr id="5" name="text">
            <a:extLst xmlns:a="http://schemas.openxmlformats.org/drawingml/2006/main">
              <a:ext uri="{FF2B5EF4-FFF2-40B4-BE49-F238E27FC236}">
                <a16:creationId xmlns:a16="http://schemas.microsoft.com/office/drawing/2014/main" id="{BEFEFCDC-29D4-40BE-B954-A68228EFD353}"/>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以装有PCM样本的WAV为例，示意不按字节比例绘制。</a:t>
            </a:r>
          </a:p>
        </p:txBody>
      </p:sp>
      <p:sp>
        <p:nvSpPr>
          <p:cNvPr id="6" name="wav-container">
            <a:extLst xmlns:a="http://schemas.openxmlformats.org/drawingml/2006/main">
              <a:ext uri="{FF2B5EF4-FFF2-40B4-BE49-F238E27FC236}">
                <a16:creationId xmlns:a16="http://schemas.microsoft.com/office/drawing/2014/main" id="{E3A44D92-DB1D-484C-8472-DBCF608D6678}"/>
              </a:ext>
            </a:extLst>
          </p:cNvPr>
          <p:cNvSpPr>
            <a:spLocks xmlns:a="http://schemas.openxmlformats.org/drawingml/2006/main" noGrp="1"/>
          </p:cNvSpPr>
          <p:nvPr/>
        </p:nvSpPr>
        <p:spPr>
          <a:xfrm xmlns:a="http://schemas.openxmlformats.org/drawingml/2006/main">
            <a:off x="609600" y="2762250"/>
            <a:ext cx="10972800" cy="205740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wav-label">
            <a:extLst xmlns:a="http://schemas.openxmlformats.org/drawingml/2006/main">
              <a:ext uri="{FF2B5EF4-FFF2-40B4-BE49-F238E27FC236}">
                <a16:creationId xmlns:a16="http://schemas.microsoft.com/office/drawing/2014/main" id="{1EE5292C-8607-4F05-8A73-B4C4617E0A1C}"/>
              </a:ext>
            </a:extLst>
          </p:cNvPr>
          <p:cNvSpPr>
            <a:spLocks xmlns:a="http://schemas.openxmlformats.org/drawingml/2006/main" noGrp="1"/>
          </p:cNvSpPr>
          <p:nvPr/>
        </p:nvSpPr>
        <p:spPr>
          <a:xfrm xmlns:a="http://schemas.openxmlformats.org/drawingml/2006/main">
            <a:off x="781050" y="2409825"/>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WAV文件</a:t>
            </a:r>
          </a:p>
        </p:txBody>
      </p:sp>
      <p:sp>
        <p:nvSpPr>
          <p:cNvPr id="8" name="description-block">
            <a:extLst xmlns:a="http://schemas.openxmlformats.org/drawingml/2006/main">
              <a:ext uri="{FF2B5EF4-FFF2-40B4-BE49-F238E27FC236}">
                <a16:creationId xmlns:a16="http://schemas.microsoft.com/office/drawing/2014/main" id="{8A738608-174E-4DEF-8D71-C325E6AF0C02}"/>
              </a:ext>
            </a:extLst>
          </p:cNvPr>
          <p:cNvSpPr>
            <a:spLocks xmlns:a="http://schemas.openxmlformats.org/drawingml/2006/main" noGrp="1"/>
          </p:cNvSpPr>
          <p:nvPr/>
        </p:nvSpPr>
        <p:spPr>
          <a:xfrm xmlns:a="http://schemas.openxmlformats.org/drawingml/2006/main">
            <a:off x="819150" y="3000375"/>
            <a:ext cx="3095625" cy="1571625"/>
          </a:xfrm>
          <a:prstGeom xmlns:a="http://schemas.openxmlformats.org/drawingml/2006/main" prst="rect">
            <a:avLst/>
          </a:prstGeom>
          <a:noFill xmlns:a="http://schemas.openxmlformats.org/drawingml/2006/main"/>
          <a:ln xmlns:a="http://schemas.openxmlformats.org/drawingml/2006/main" w="14288">
            <a:solidFill>
              <a:srgbClr val="D7D7DE"/>
            </a:solidFill>
          </a:ln>
        </p:spPr>
      </p:sp>
      <p:sp>
        <p:nvSpPr>
          <p:cNvPr id="9" name="metadata-label">
            <a:extLst xmlns:a="http://schemas.openxmlformats.org/drawingml/2006/main">
              <a:ext uri="{FF2B5EF4-FFF2-40B4-BE49-F238E27FC236}">
                <a16:creationId xmlns:a16="http://schemas.microsoft.com/office/drawing/2014/main" id="{F404EFCB-5E27-4F50-B608-EB1427AA278E}"/>
              </a:ext>
            </a:extLst>
          </p:cNvPr>
          <p:cNvSpPr>
            <a:spLocks xmlns:a="http://schemas.openxmlformats.org/drawingml/2006/main" noGrp="1"/>
          </p:cNvSpPr>
          <p:nvPr/>
        </p:nvSpPr>
        <p:spPr>
          <a:xfrm xmlns:a="http://schemas.openxmlformats.org/drawingml/2006/main">
            <a:off x="990600" y="3333750"/>
            <a:ext cx="27527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格式、采样率、声道</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及其他结构信息</a:t>
            </a:r>
          </a:p>
        </p:txBody>
      </p:sp>
      <p:sp>
        <p:nvSpPr>
          <p:cNvPr id="10" name="payload-label">
            <a:extLst xmlns:a="http://schemas.openxmlformats.org/drawingml/2006/main">
              <a:ext uri="{FF2B5EF4-FFF2-40B4-BE49-F238E27FC236}">
                <a16:creationId xmlns:a16="http://schemas.microsoft.com/office/drawing/2014/main" id="{A5D43B1E-2D34-4BB8-AF10-2EDD65F40C6B}"/>
              </a:ext>
            </a:extLst>
          </p:cNvPr>
          <p:cNvSpPr>
            <a:spLocks xmlns:a="http://schemas.openxmlformats.org/drawingml/2006/main" noGrp="1"/>
          </p:cNvSpPr>
          <p:nvPr/>
        </p:nvSpPr>
        <p:spPr>
          <a:xfrm xmlns:a="http://schemas.openxmlformats.org/drawingml/2006/main">
            <a:off x="4429125" y="2952750"/>
            <a:ext cx="685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PCM样本数据</a:t>
            </a:r>
          </a:p>
        </p:txBody>
      </p:sp>
      <p:sp>
        <p:nvSpPr>
          <p:cNvPr id="11" name="pcm-byte-0">
            <a:extLst xmlns:a="http://schemas.openxmlformats.org/drawingml/2006/main">
              <a:ext uri="{FF2B5EF4-FFF2-40B4-BE49-F238E27FC236}">
                <a16:creationId xmlns:a16="http://schemas.microsoft.com/office/drawing/2014/main" id="{793D4102-C923-4BC1-87EC-755023539200}"/>
              </a:ext>
            </a:extLst>
          </p:cNvPr>
          <p:cNvSpPr>
            <a:spLocks xmlns:a="http://schemas.openxmlformats.org/drawingml/2006/main" noGrp="1"/>
          </p:cNvSpPr>
          <p:nvPr/>
        </p:nvSpPr>
        <p:spPr>
          <a:xfrm xmlns:a="http://schemas.openxmlformats.org/drawingml/2006/main">
            <a:off x="4429125" y="3629025"/>
            <a:ext cx="933450" cy="581025"/>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12" name="byte-label-0">
            <a:extLst xmlns:a="http://schemas.openxmlformats.org/drawingml/2006/main">
              <a:ext uri="{FF2B5EF4-FFF2-40B4-BE49-F238E27FC236}">
                <a16:creationId xmlns:a16="http://schemas.microsoft.com/office/drawing/2014/main" id="{0AF40B99-1A40-48E6-A54A-0A4CC5AFA251}"/>
              </a:ext>
            </a:extLst>
          </p:cNvPr>
          <p:cNvSpPr>
            <a:spLocks xmlns:a="http://schemas.openxmlformats.org/drawingml/2006/main" noGrp="1"/>
          </p:cNvSpPr>
          <p:nvPr/>
        </p:nvSpPr>
        <p:spPr>
          <a:xfrm xmlns:a="http://schemas.openxmlformats.org/drawingml/2006/main">
            <a:off x="4429125" y="3771900"/>
            <a:ext cx="933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B0</a:t>
            </a:r>
          </a:p>
        </p:txBody>
      </p:sp>
      <p:sp>
        <p:nvSpPr>
          <p:cNvPr id="13" name="pcm-byte-1">
            <a:extLst xmlns:a="http://schemas.openxmlformats.org/drawingml/2006/main">
              <a:ext uri="{FF2B5EF4-FFF2-40B4-BE49-F238E27FC236}">
                <a16:creationId xmlns:a16="http://schemas.microsoft.com/office/drawing/2014/main" id="{749FE42D-378C-47DA-9B45-343DDA0D706C}"/>
              </a:ext>
            </a:extLst>
          </p:cNvPr>
          <p:cNvSpPr>
            <a:spLocks xmlns:a="http://schemas.openxmlformats.org/drawingml/2006/main" noGrp="1"/>
          </p:cNvSpPr>
          <p:nvPr/>
        </p:nvSpPr>
        <p:spPr>
          <a:xfrm xmlns:a="http://schemas.openxmlformats.org/drawingml/2006/main">
            <a:off x="5534025" y="3629025"/>
            <a:ext cx="933450" cy="581025"/>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14" name="byte-label-1">
            <a:extLst xmlns:a="http://schemas.openxmlformats.org/drawingml/2006/main">
              <a:ext uri="{FF2B5EF4-FFF2-40B4-BE49-F238E27FC236}">
                <a16:creationId xmlns:a16="http://schemas.microsoft.com/office/drawing/2014/main" id="{FAC4C0F3-3E92-448B-B81F-6612356D4A21}"/>
              </a:ext>
            </a:extLst>
          </p:cNvPr>
          <p:cNvSpPr>
            <a:spLocks xmlns:a="http://schemas.openxmlformats.org/drawingml/2006/main" noGrp="1"/>
          </p:cNvSpPr>
          <p:nvPr/>
        </p:nvSpPr>
        <p:spPr>
          <a:xfrm xmlns:a="http://schemas.openxmlformats.org/drawingml/2006/main">
            <a:off x="5534025" y="3771900"/>
            <a:ext cx="933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B1</a:t>
            </a:r>
          </a:p>
        </p:txBody>
      </p:sp>
      <p:sp>
        <p:nvSpPr>
          <p:cNvPr id="15" name="pcm-byte-2">
            <a:extLst xmlns:a="http://schemas.openxmlformats.org/drawingml/2006/main">
              <a:ext uri="{FF2B5EF4-FFF2-40B4-BE49-F238E27FC236}">
                <a16:creationId xmlns:a16="http://schemas.microsoft.com/office/drawing/2014/main" id="{ECD3A2D2-CEA2-4E15-9B6D-B6FE792FDDA4}"/>
              </a:ext>
            </a:extLst>
          </p:cNvPr>
          <p:cNvSpPr>
            <a:spLocks xmlns:a="http://schemas.openxmlformats.org/drawingml/2006/main" noGrp="1"/>
          </p:cNvSpPr>
          <p:nvPr/>
        </p:nvSpPr>
        <p:spPr>
          <a:xfrm xmlns:a="http://schemas.openxmlformats.org/drawingml/2006/main">
            <a:off x="6638925" y="3629025"/>
            <a:ext cx="933450" cy="581025"/>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16" name="byte-label-2">
            <a:extLst xmlns:a="http://schemas.openxmlformats.org/drawingml/2006/main">
              <a:ext uri="{FF2B5EF4-FFF2-40B4-BE49-F238E27FC236}">
                <a16:creationId xmlns:a16="http://schemas.microsoft.com/office/drawing/2014/main" id="{3175FE1F-87B3-4BD4-BF09-3EB4F6489C72}"/>
              </a:ext>
            </a:extLst>
          </p:cNvPr>
          <p:cNvSpPr>
            <a:spLocks xmlns:a="http://schemas.openxmlformats.org/drawingml/2006/main" noGrp="1"/>
          </p:cNvSpPr>
          <p:nvPr/>
        </p:nvSpPr>
        <p:spPr>
          <a:xfrm xmlns:a="http://schemas.openxmlformats.org/drawingml/2006/main">
            <a:off x="6638925" y="3771900"/>
            <a:ext cx="933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B2</a:t>
            </a:r>
          </a:p>
        </p:txBody>
      </p:sp>
      <p:sp>
        <p:nvSpPr>
          <p:cNvPr id="17" name="pcm-byte-3">
            <a:extLst xmlns:a="http://schemas.openxmlformats.org/drawingml/2006/main">
              <a:ext uri="{FF2B5EF4-FFF2-40B4-BE49-F238E27FC236}">
                <a16:creationId xmlns:a16="http://schemas.microsoft.com/office/drawing/2014/main" id="{9175C011-CF04-480D-A56C-A0DEDE4F1355}"/>
              </a:ext>
            </a:extLst>
          </p:cNvPr>
          <p:cNvSpPr>
            <a:spLocks xmlns:a="http://schemas.openxmlformats.org/drawingml/2006/main" noGrp="1"/>
          </p:cNvSpPr>
          <p:nvPr/>
        </p:nvSpPr>
        <p:spPr>
          <a:xfrm xmlns:a="http://schemas.openxmlformats.org/drawingml/2006/main">
            <a:off x="7743825" y="3629025"/>
            <a:ext cx="933450" cy="581025"/>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18" name="byte-label-3">
            <a:extLst xmlns:a="http://schemas.openxmlformats.org/drawingml/2006/main">
              <a:ext uri="{FF2B5EF4-FFF2-40B4-BE49-F238E27FC236}">
                <a16:creationId xmlns:a16="http://schemas.microsoft.com/office/drawing/2014/main" id="{1C22D9DD-2E76-4BEE-9EC9-23C30CB66F1E}"/>
              </a:ext>
            </a:extLst>
          </p:cNvPr>
          <p:cNvSpPr>
            <a:spLocks xmlns:a="http://schemas.openxmlformats.org/drawingml/2006/main" noGrp="1"/>
          </p:cNvSpPr>
          <p:nvPr/>
        </p:nvSpPr>
        <p:spPr>
          <a:xfrm xmlns:a="http://schemas.openxmlformats.org/drawingml/2006/main">
            <a:off x="7743825" y="3771900"/>
            <a:ext cx="933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B3</a:t>
            </a:r>
          </a:p>
        </p:txBody>
      </p:sp>
      <p:sp>
        <p:nvSpPr>
          <p:cNvPr id="19" name="pcm-byte-4">
            <a:extLst xmlns:a="http://schemas.openxmlformats.org/drawingml/2006/main">
              <a:ext uri="{FF2B5EF4-FFF2-40B4-BE49-F238E27FC236}">
                <a16:creationId xmlns:a16="http://schemas.microsoft.com/office/drawing/2014/main" id="{2AB7BDA7-5889-4B0E-AA4E-60E0CCC1449D}"/>
              </a:ext>
            </a:extLst>
          </p:cNvPr>
          <p:cNvSpPr>
            <a:spLocks xmlns:a="http://schemas.openxmlformats.org/drawingml/2006/main" noGrp="1"/>
          </p:cNvSpPr>
          <p:nvPr/>
        </p:nvSpPr>
        <p:spPr>
          <a:xfrm xmlns:a="http://schemas.openxmlformats.org/drawingml/2006/main">
            <a:off x="8848725" y="3629025"/>
            <a:ext cx="933450" cy="581025"/>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20" name="byte-label-4">
            <a:extLst xmlns:a="http://schemas.openxmlformats.org/drawingml/2006/main">
              <a:ext uri="{FF2B5EF4-FFF2-40B4-BE49-F238E27FC236}">
                <a16:creationId xmlns:a16="http://schemas.microsoft.com/office/drawing/2014/main" id="{434A3AD3-6D9E-4536-9482-D6C0D54F7A5A}"/>
              </a:ext>
            </a:extLst>
          </p:cNvPr>
          <p:cNvSpPr>
            <a:spLocks xmlns:a="http://schemas.openxmlformats.org/drawingml/2006/main" noGrp="1"/>
          </p:cNvSpPr>
          <p:nvPr/>
        </p:nvSpPr>
        <p:spPr>
          <a:xfrm xmlns:a="http://schemas.openxmlformats.org/drawingml/2006/main">
            <a:off x="8848725" y="3771900"/>
            <a:ext cx="933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B4</a:t>
            </a:r>
          </a:p>
        </p:txBody>
      </p:sp>
      <p:sp>
        <p:nvSpPr>
          <p:cNvPr id="21" name="pcm-byte-5">
            <a:extLst xmlns:a="http://schemas.openxmlformats.org/drawingml/2006/main">
              <a:ext uri="{FF2B5EF4-FFF2-40B4-BE49-F238E27FC236}">
                <a16:creationId xmlns:a16="http://schemas.microsoft.com/office/drawing/2014/main" id="{DDDFB4C6-CD95-4620-B1A6-2DA9832EE564}"/>
              </a:ext>
            </a:extLst>
          </p:cNvPr>
          <p:cNvSpPr>
            <a:spLocks xmlns:a="http://schemas.openxmlformats.org/drawingml/2006/main" noGrp="1"/>
          </p:cNvSpPr>
          <p:nvPr/>
        </p:nvSpPr>
        <p:spPr>
          <a:xfrm xmlns:a="http://schemas.openxmlformats.org/drawingml/2006/main">
            <a:off x="9953625" y="3629025"/>
            <a:ext cx="933450" cy="581025"/>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22" name="byte-label-5">
            <a:extLst xmlns:a="http://schemas.openxmlformats.org/drawingml/2006/main">
              <a:ext uri="{FF2B5EF4-FFF2-40B4-BE49-F238E27FC236}">
                <a16:creationId xmlns:a16="http://schemas.microsoft.com/office/drawing/2014/main" id="{34BC957C-9E10-4265-A2C5-D1A8B768323E}"/>
              </a:ext>
            </a:extLst>
          </p:cNvPr>
          <p:cNvSpPr>
            <a:spLocks xmlns:a="http://schemas.openxmlformats.org/drawingml/2006/main" noGrp="1"/>
          </p:cNvSpPr>
          <p:nvPr/>
        </p:nvSpPr>
        <p:spPr>
          <a:xfrm xmlns:a="http://schemas.openxmlformats.org/drawingml/2006/main">
            <a:off x="9953625" y="3771900"/>
            <a:ext cx="933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B5</a:t>
            </a:r>
          </a:p>
        </p:txBody>
      </p:sp>
      <p:sp>
        <p:nvSpPr>
          <p:cNvPr id="23" name="text">
            <a:extLst xmlns:a="http://schemas.openxmlformats.org/drawingml/2006/main">
              <a:ext uri="{FF2B5EF4-FFF2-40B4-BE49-F238E27FC236}">
                <a16:creationId xmlns:a16="http://schemas.microsoft.com/office/drawing/2014/main" id="{6B70E712-DA9D-49A0-8493-22658641EE7F}"/>
              </a:ext>
            </a:extLst>
          </p:cNvPr>
          <p:cNvSpPr>
            <a:spLocks xmlns:a="http://schemas.openxmlformats.org/drawingml/2006/main" noGrp="1"/>
          </p:cNvSpPr>
          <p:nvPr/>
        </p:nvSpPr>
        <p:spPr>
          <a:xfrm xmlns:a="http://schemas.openxmlformats.org/drawingml/2006/main">
            <a:off x="609600" y="54673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样本数据量 + 文件结构，才是完整文件大小。</a:t>
            </a:r>
          </a:p>
        </p:txBody>
      </p:sp>
    </p:spTree>
    <p:extLst>
      <p:ext uri="{BB962C8B-B14F-4D97-AF65-F5344CB8AC3E}">
        <p14:creationId xmlns:p14="http://schemas.microsoft.com/office/powerpoint/2010/main" val="2146766851"/>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8FCF4D5-A8B5-4743-A05E-8282ADA6A5D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6A09B3F1-0230-4195-84AC-D6694B7F8E1A}"/>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6D863A18-63A0-4D00-80A2-6DBD6DF389E5}"/>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播放时，数字样本怎样变成声音？</a:t>
            </a:r>
          </a:p>
        </p:txBody>
      </p:sp>
      <p:sp>
        <p:nvSpPr>
          <p:cNvPr id="5" name="Rectangle 4">
            <a:extLst xmlns:a="http://schemas.openxmlformats.org/drawingml/2006/main">
              <a:ext uri="{FF2B5EF4-FFF2-40B4-BE49-F238E27FC236}">
                <a16:creationId xmlns:a16="http://schemas.microsoft.com/office/drawing/2014/main" id="{46126858-0668-4689-8CA8-8FA259BBF6F6}"/>
              </a:ext>
            </a:extLst>
          </p:cNvPr>
          <p:cNvSpPr>
            <a:spLocks xmlns:a="http://schemas.openxmlformats.org/drawingml/2006/main" noGrp="1"/>
          </p:cNvSpPr>
          <p:nvPr/>
        </p:nvSpPr>
        <p:spPr>
          <a:xfrm xmlns:a="http://schemas.openxmlformats.org/drawingml/2006/main">
            <a:off x="704088" y="2258568"/>
            <a:ext cx="240487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797CDAB6-40F9-4F79-A816-8D22A3F4561F}"/>
              </a:ext>
            </a:extLst>
          </p:cNvPr>
          <p:cNvSpPr>
            <a:spLocks xmlns:a="http://schemas.openxmlformats.org/drawingml/2006/main" noGrp="1"/>
          </p:cNvSpPr>
          <p:nvPr/>
        </p:nvSpPr>
        <p:spPr>
          <a:xfrm xmlns:a="http://schemas.openxmlformats.org/drawingml/2006/main">
            <a:off x="777240" y="2377440"/>
            <a:ext cx="225856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数字样本</a:t>
            </a:r>
          </a:p>
        </p:txBody>
      </p:sp>
      <p:sp>
        <p:nvSpPr>
          <p:cNvPr id="7" name="Connector 6">
            <a:extLst xmlns:a="http://schemas.openxmlformats.org/drawingml/2006/main">
              <a:ext uri="{FF2B5EF4-FFF2-40B4-BE49-F238E27FC236}">
                <a16:creationId xmlns:a16="http://schemas.microsoft.com/office/drawing/2014/main" id="{C79455E5-D4A6-483D-B2A4-0FBEC4BDA6AA}"/>
              </a:ext>
            </a:extLst>
          </p:cNvPr>
          <p:cNvSpPr>
            <a:spLocks xmlns:a="http://schemas.openxmlformats.org/drawingml/2006/main" noGrp="1"/>
          </p:cNvSpPr>
          <p:nvPr/>
        </p:nvSpPr>
        <p:spPr>
          <a:xfrm xmlns:a="http://schemas.openxmlformats.org/drawingml/2006/main">
            <a:off x="3182112" y="2596896"/>
            <a:ext cx="35661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18154948-0D56-49F9-8046-6001CFD3A3EE}"/>
              </a:ext>
            </a:extLst>
          </p:cNvPr>
          <p:cNvSpPr>
            <a:spLocks xmlns:a="http://schemas.openxmlformats.org/drawingml/2006/main" noGrp="1"/>
          </p:cNvSpPr>
          <p:nvPr/>
        </p:nvSpPr>
        <p:spPr>
          <a:xfrm xmlns:a="http://schemas.openxmlformats.org/drawingml/2006/main">
            <a:off x="3630168" y="2258568"/>
            <a:ext cx="240487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E839F1C1-5598-46F8-ACA0-82BCF3162EFA}"/>
              </a:ext>
            </a:extLst>
          </p:cNvPr>
          <p:cNvSpPr>
            <a:spLocks xmlns:a="http://schemas.openxmlformats.org/drawingml/2006/main" noGrp="1"/>
          </p:cNvSpPr>
          <p:nvPr/>
        </p:nvSpPr>
        <p:spPr>
          <a:xfrm xmlns:a="http://schemas.openxmlformats.org/drawingml/2006/main">
            <a:off x="3703320" y="2377440"/>
            <a:ext cx="225856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DAC</a:t>
            </a:r>
          </a:p>
        </p:txBody>
      </p:sp>
      <p:sp>
        <p:nvSpPr>
          <p:cNvPr id="10" name="Connector 9">
            <a:extLst xmlns:a="http://schemas.openxmlformats.org/drawingml/2006/main">
              <a:ext uri="{FF2B5EF4-FFF2-40B4-BE49-F238E27FC236}">
                <a16:creationId xmlns:a16="http://schemas.microsoft.com/office/drawing/2014/main" id="{0F318466-91B8-44C7-A369-0D5183634EF0}"/>
              </a:ext>
            </a:extLst>
          </p:cNvPr>
          <p:cNvSpPr>
            <a:spLocks xmlns:a="http://schemas.openxmlformats.org/drawingml/2006/main" noGrp="1"/>
          </p:cNvSpPr>
          <p:nvPr/>
        </p:nvSpPr>
        <p:spPr>
          <a:xfrm xmlns:a="http://schemas.openxmlformats.org/drawingml/2006/main">
            <a:off x="6108192" y="2596896"/>
            <a:ext cx="35661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Rectangle 10">
            <a:extLst xmlns:a="http://schemas.openxmlformats.org/drawingml/2006/main">
              <a:ext uri="{FF2B5EF4-FFF2-40B4-BE49-F238E27FC236}">
                <a16:creationId xmlns:a16="http://schemas.microsoft.com/office/drawing/2014/main" id="{DC53D965-B191-4E35-ABD0-2334FF029648}"/>
              </a:ext>
            </a:extLst>
          </p:cNvPr>
          <p:cNvSpPr>
            <a:spLocks xmlns:a="http://schemas.openxmlformats.org/drawingml/2006/main" noGrp="1"/>
          </p:cNvSpPr>
          <p:nvPr/>
        </p:nvSpPr>
        <p:spPr>
          <a:xfrm xmlns:a="http://schemas.openxmlformats.org/drawingml/2006/main">
            <a:off x="6556248" y="2258568"/>
            <a:ext cx="240487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BDE78A09-0D48-4DDB-BEE6-D56C83226269}"/>
              </a:ext>
            </a:extLst>
          </p:cNvPr>
          <p:cNvSpPr>
            <a:spLocks xmlns:a="http://schemas.openxmlformats.org/drawingml/2006/main" noGrp="1"/>
          </p:cNvSpPr>
          <p:nvPr/>
        </p:nvSpPr>
        <p:spPr>
          <a:xfrm xmlns:a="http://schemas.openxmlformats.org/drawingml/2006/main">
            <a:off x="6629400" y="2377440"/>
            <a:ext cx="225856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连续电信号</a:t>
            </a:r>
          </a:p>
        </p:txBody>
      </p:sp>
      <p:sp>
        <p:nvSpPr>
          <p:cNvPr id="13" name="Connector 12">
            <a:extLst xmlns:a="http://schemas.openxmlformats.org/drawingml/2006/main">
              <a:ext uri="{FF2B5EF4-FFF2-40B4-BE49-F238E27FC236}">
                <a16:creationId xmlns:a16="http://schemas.microsoft.com/office/drawing/2014/main" id="{686F3817-1F74-4FFD-BDF8-33C1F82F1258}"/>
              </a:ext>
            </a:extLst>
          </p:cNvPr>
          <p:cNvSpPr>
            <a:spLocks xmlns:a="http://schemas.openxmlformats.org/drawingml/2006/main" noGrp="1"/>
          </p:cNvSpPr>
          <p:nvPr/>
        </p:nvSpPr>
        <p:spPr>
          <a:xfrm xmlns:a="http://schemas.openxmlformats.org/drawingml/2006/main">
            <a:off x="9034272" y="2596896"/>
            <a:ext cx="35661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Rectangle 13">
            <a:extLst xmlns:a="http://schemas.openxmlformats.org/drawingml/2006/main">
              <a:ext uri="{FF2B5EF4-FFF2-40B4-BE49-F238E27FC236}">
                <a16:creationId xmlns:a16="http://schemas.microsoft.com/office/drawing/2014/main" id="{FAD459EA-7619-4321-B104-086515F4FC7D}"/>
              </a:ext>
            </a:extLst>
          </p:cNvPr>
          <p:cNvSpPr>
            <a:spLocks xmlns:a="http://schemas.openxmlformats.org/drawingml/2006/main" noGrp="1"/>
          </p:cNvSpPr>
          <p:nvPr/>
        </p:nvSpPr>
        <p:spPr>
          <a:xfrm xmlns:a="http://schemas.openxmlformats.org/drawingml/2006/main">
            <a:off x="9482328" y="2258568"/>
            <a:ext cx="240487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57EF07DB-0257-4790-B5F9-45E7F4C76FFB}"/>
              </a:ext>
            </a:extLst>
          </p:cNvPr>
          <p:cNvSpPr>
            <a:spLocks xmlns:a="http://schemas.openxmlformats.org/drawingml/2006/main" noGrp="1"/>
          </p:cNvSpPr>
          <p:nvPr/>
        </p:nvSpPr>
        <p:spPr>
          <a:xfrm xmlns:a="http://schemas.openxmlformats.org/drawingml/2006/main">
            <a:off x="9555480" y="2377440"/>
            <a:ext cx="225856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扬声器</a:t>
            </a:r>
          </a:p>
        </p:txBody>
      </p:sp>
      <p:sp>
        <p:nvSpPr>
          <p:cNvPr id="16" name="TextBox 15">
            <a:extLst xmlns:a="http://schemas.openxmlformats.org/drawingml/2006/main">
              <a:ext uri="{FF2B5EF4-FFF2-40B4-BE49-F238E27FC236}">
                <a16:creationId xmlns:a16="http://schemas.microsoft.com/office/drawing/2014/main" id="{1976FAAB-2F1A-4E23-9234-53F58A758E4B}"/>
              </a:ext>
            </a:extLst>
          </p:cNvPr>
          <p:cNvSpPr>
            <a:spLocks xmlns:a="http://schemas.openxmlformats.org/drawingml/2006/main" noGrp="1"/>
          </p:cNvSpPr>
          <p:nvPr/>
        </p:nvSpPr>
        <p:spPr>
          <a:xfrm xmlns:a="http://schemas.openxmlformats.org/drawingml/2006/main">
            <a:off x="777240" y="4846320"/>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录音是模拟 → 数字；播放是数字 → 模拟。</a:t>
            </a:r>
          </a:p>
        </p:txBody>
      </p:sp>
    </p:spTree>
    <p:extLst>
      <p:ext uri="{BB962C8B-B14F-4D97-AF65-F5344CB8AC3E}">
        <p14:creationId xmlns:p14="http://schemas.microsoft.com/office/powerpoint/2010/main" val="1499879244"/>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8F081302-E86E-4DD4-BE29-900D5EC76C9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FCE1200-A46A-481C-BF56-ED617301F613}"/>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B261AD3-FC44-4B35-B3F6-D02FCA0C5B6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声音数据量为什么与四个参数有关？</a:t>
            </a:r>
          </a:p>
        </p:txBody>
      </p:sp>
      <p:sp>
        <p:nvSpPr>
          <p:cNvPr id="5" name="TextBox 4">
            <a:extLst xmlns:a="http://schemas.openxmlformats.org/drawingml/2006/main">
              <a:ext uri="{FF2B5EF4-FFF2-40B4-BE49-F238E27FC236}">
                <a16:creationId xmlns:a16="http://schemas.microsoft.com/office/drawing/2014/main" id="{54463418-921A-43BF-AFE1-C8DD923875BB}"/>
              </a:ext>
            </a:extLst>
          </p:cNvPr>
          <p:cNvSpPr>
            <a:spLocks xmlns:a="http://schemas.openxmlformats.org/drawingml/2006/main" noGrp="1"/>
          </p:cNvSpPr>
          <p:nvPr/>
        </p:nvSpPr>
        <p:spPr>
          <a:xfrm xmlns:a="http://schemas.openxmlformats.org/drawingml/2006/main">
            <a:off x="822960" y="1883664"/>
            <a:ext cx="493776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8C64E1"/>
                </a:solidFill>
                <a:latin typeface="Alibaba PuHuiTi 3.0 115 Black"/>
                <a:ea typeface="Alibaba PuHuiTi 3.0 115 Black"/>
                <a:cs typeface="Alibaba PuHuiTi 3.0 115 Black"/>
              </a:defRPr>
            </a:pPr>
            <a:r>
              <a:rPr sz="2600" b="1">
                <a:solidFill>
                  <a:srgbClr val="8C64E1"/>
                </a:solidFill>
                <a:latin typeface="Alibaba PuHuiTi 3.0 115 Black"/>
                <a:ea typeface="Alibaba PuHuiTi 3.0 115 Black"/>
                <a:cs typeface="Alibaba PuHuiTi 3.0 115 Black"/>
              </a:rPr>
              <a:t>采样率</a:t>
            </a:r>
          </a:p>
        </p:txBody>
      </p:sp>
      <p:sp>
        <p:nvSpPr>
          <p:cNvPr id="6" name="TextBox 5">
            <a:extLst xmlns:a="http://schemas.openxmlformats.org/drawingml/2006/main">
              <a:ext uri="{FF2B5EF4-FFF2-40B4-BE49-F238E27FC236}">
                <a16:creationId xmlns:a16="http://schemas.microsoft.com/office/drawing/2014/main" id="{CA8B768D-2DAD-42BE-B25A-82C50578B960}"/>
              </a:ext>
            </a:extLst>
          </p:cNvPr>
          <p:cNvSpPr>
            <a:spLocks xmlns:a="http://schemas.openxmlformats.org/drawingml/2006/main" noGrp="1"/>
          </p:cNvSpPr>
          <p:nvPr/>
        </p:nvSpPr>
        <p:spPr>
          <a:xfrm xmlns:a="http://schemas.openxmlformats.org/drawingml/2006/main">
            <a:off x="822960" y="2468880"/>
            <a:ext cx="49377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每秒几个样本</a:t>
            </a:r>
          </a:p>
        </p:txBody>
      </p:sp>
      <p:sp>
        <p:nvSpPr>
          <p:cNvPr id="7" name="TextBox 6">
            <a:extLst xmlns:a="http://schemas.openxmlformats.org/drawingml/2006/main">
              <a:ext uri="{FF2B5EF4-FFF2-40B4-BE49-F238E27FC236}">
                <a16:creationId xmlns:a16="http://schemas.microsoft.com/office/drawing/2014/main" id="{2E66B0A3-3DFA-45BA-BCEE-E9E40B9B32E2}"/>
              </a:ext>
            </a:extLst>
          </p:cNvPr>
          <p:cNvSpPr>
            <a:spLocks xmlns:a="http://schemas.openxmlformats.org/drawingml/2006/main" noGrp="1"/>
          </p:cNvSpPr>
          <p:nvPr/>
        </p:nvSpPr>
        <p:spPr>
          <a:xfrm xmlns:a="http://schemas.openxmlformats.org/drawingml/2006/main">
            <a:off x="6364224" y="1883664"/>
            <a:ext cx="493776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007C9B"/>
                </a:solidFill>
                <a:latin typeface="Alibaba PuHuiTi 3.0 115 Black"/>
                <a:ea typeface="Alibaba PuHuiTi 3.0 115 Black"/>
                <a:cs typeface="Alibaba PuHuiTi 3.0 115 Black"/>
              </a:defRPr>
            </a:pPr>
            <a:r>
              <a:rPr sz="2600" b="1">
                <a:solidFill>
                  <a:srgbClr val="007C9B"/>
                </a:solidFill>
                <a:latin typeface="Alibaba PuHuiTi 3.0 115 Black"/>
                <a:ea typeface="Alibaba PuHuiTi 3.0 115 Black"/>
                <a:cs typeface="Alibaba PuHuiTi 3.0 115 Black"/>
              </a:rPr>
              <a:t>存储位宽</a:t>
            </a:r>
          </a:p>
        </p:txBody>
      </p:sp>
      <p:sp>
        <p:nvSpPr>
          <p:cNvPr id="8" name="TextBox 7">
            <a:extLst xmlns:a="http://schemas.openxmlformats.org/drawingml/2006/main">
              <a:ext uri="{FF2B5EF4-FFF2-40B4-BE49-F238E27FC236}">
                <a16:creationId xmlns:a16="http://schemas.microsoft.com/office/drawing/2014/main" id="{AB0391E5-D9D7-413B-8DEA-0E3C604FA269}"/>
              </a:ext>
            </a:extLst>
          </p:cNvPr>
          <p:cNvSpPr>
            <a:spLocks xmlns:a="http://schemas.openxmlformats.org/drawingml/2006/main" noGrp="1"/>
          </p:cNvSpPr>
          <p:nvPr/>
        </p:nvSpPr>
        <p:spPr>
          <a:xfrm xmlns:a="http://schemas.openxmlformats.org/drawingml/2006/main">
            <a:off x="6364224" y="2468880"/>
            <a:ext cx="49377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实际每样本占多少bit</a:t>
            </a:r>
          </a:p>
        </p:txBody>
      </p:sp>
      <p:sp>
        <p:nvSpPr>
          <p:cNvPr id="9" name="TextBox 8">
            <a:extLst xmlns:a="http://schemas.openxmlformats.org/drawingml/2006/main">
              <a:ext uri="{FF2B5EF4-FFF2-40B4-BE49-F238E27FC236}">
                <a16:creationId xmlns:a16="http://schemas.microsoft.com/office/drawing/2014/main" id="{88BD044E-32F3-43BB-B1B2-3A83D0EF8491}"/>
              </a:ext>
            </a:extLst>
          </p:cNvPr>
          <p:cNvSpPr>
            <a:spLocks xmlns:a="http://schemas.openxmlformats.org/drawingml/2006/main" noGrp="1"/>
          </p:cNvSpPr>
          <p:nvPr/>
        </p:nvSpPr>
        <p:spPr>
          <a:xfrm xmlns:a="http://schemas.openxmlformats.org/drawingml/2006/main">
            <a:off x="822960" y="3511296"/>
            <a:ext cx="493776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8C64E1"/>
                </a:solidFill>
                <a:latin typeface="Alibaba PuHuiTi 3.0 115 Black"/>
                <a:ea typeface="Alibaba PuHuiTi 3.0 115 Black"/>
                <a:cs typeface="Alibaba PuHuiTi 3.0 115 Black"/>
              </a:defRPr>
            </a:pPr>
            <a:r>
              <a:rPr sz="2600" b="1">
                <a:solidFill>
                  <a:srgbClr val="8C64E1"/>
                </a:solidFill>
                <a:latin typeface="Alibaba PuHuiTi 3.0 115 Black"/>
                <a:ea typeface="Alibaba PuHuiTi 3.0 115 Black"/>
                <a:cs typeface="Alibaba PuHuiTi 3.0 115 Black"/>
              </a:rPr>
              <a:t>声道数</a:t>
            </a:r>
          </a:p>
        </p:txBody>
      </p:sp>
      <p:sp>
        <p:nvSpPr>
          <p:cNvPr id="10" name="TextBox 9">
            <a:extLst xmlns:a="http://schemas.openxmlformats.org/drawingml/2006/main">
              <a:ext uri="{FF2B5EF4-FFF2-40B4-BE49-F238E27FC236}">
                <a16:creationId xmlns:a16="http://schemas.microsoft.com/office/drawing/2014/main" id="{EC8E51FE-97BB-48A6-97CF-D6FD49598E38}"/>
              </a:ext>
            </a:extLst>
          </p:cNvPr>
          <p:cNvSpPr>
            <a:spLocks xmlns:a="http://schemas.openxmlformats.org/drawingml/2006/main" noGrp="1"/>
          </p:cNvSpPr>
          <p:nvPr/>
        </p:nvSpPr>
        <p:spPr>
          <a:xfrm xmlns:a="http://schemas.openxmlformats.org/drawingml/2006/main">
            <a:off x="822960" y="4096511"/>
            <a:ext cx="49377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同一时刻几路</a:t>
            </a:r>
          </a:p>
        </p:txBody>
      </p:sp>
      <p:sp>
        <p:nvSpPr>
          <p:cNvPr id="11" name="TextBox 10">
            <a:extLst xmlns:a="http://schemas.openxmlformats.org/drawingml/2006/main">
              <a:ext uri="{FF2B5EF4-FFF2-40B4-BE49-F238E27FC236}">
                <a16:creationId xmlns:a16="http://schemas.microsoft.com/office/drawing/2014/main" id="{2A098DBB-7E75-46A3-8FED-89395F02849C}"/>
              </a:ext>
            </a:extLst>
          </p:cNvPr>
          <p:cNvSpPr>
            <a:spLocks xmlns:a="http://schemas.openxmlformats.org/drawingml/2006/main" noGrp="1"/>
          </p:cNvSpPr>
          <p:nvPr/>
        </p:nvSpPr>
        <p:spPr>
          <a:xfrm xmlns:a="http://schemas.openxmlformats.org/drawingml/2006/main">
            <a:off x="6364224" y="3511296"/>
            <a:ext cx="493776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007C9B"/>
                </a:solidFill>
                <a:latin typeface="Alibaba PuHuiTi 3.0 115 Black"/>
                <a:ea typeface="Alibaba PuHuiTi 3.0 115 Black"/>
                <a:cs typeface="Alibaba PuHuiTi 3.0 115 Black"/>
              </a:defRPr>
            </a:pPr>
            <a:r>
              <a:rPr sz="2600" b="1">
                <a:solidFill>
                  <a:srgbClr val="007C9B"/>
                </a:solidFill>
                <a:latin typeface="Alibaba PuHuiTi 3.0 115 Black"/>
                <a:ea typeface="Alibaba PuHuiTi 3.0 115 Black"/>
                <a:cs typeface="Alibaba PuHuiTi 3.0 115 Black"/>
              </a:rPr>
              <a:t>时长</a:t>
            </a:r>
          </a:p>
        </p:txBody>
      </p:sp>
      <p:sp>
        <p:nvSpPr>
          <p:cNvPr id="12" name="TextBox 11">
            <a:extLst xmlns:a="http://schemas.openxmlformats.org/drawingml/2006/main">
              <a:ext uri="{FF2B5EF4-FFF2-40B4-BE49-F238E27FC236}">
                <a16:creationId xmlns:a16="http://schemas.microsoft.com/office/drawing/2014/main" id="{A644918A-AFDA-4380-BE9E-5007FA02ACE2}"/>
              </a:ext>
            </a:extLst>
          </p:cNvPr>
          <p:cNvSpPr>
            <a:spLocks xmlns:a="http://schemas.openxmlformats.org/drawingml/2006/main" noGrp="1"/>
          </p:cNvSpPr>
          <p:nvPr/>
        </p:nvSpPr>
        <p:spPr>
          <a:xfrm xmlns:a="http://schemas.openxmlformats.org/drawingml/2006/main">
            <a:off x="6364224" y="4096511"/>
            <a:ext cx="49377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持续多少秒</a:t>
            </a:r>
          </a:p>
        </p:txBody>
      </p:sp>
    </p:spTree>
    <p:extLst>
      <p:ext uri="{BB962C8B-B14F-4D97-AF65-F5344CB8AC3E}">
        <p14:creationId xmlns:p14="http://schemas.microsoft.com/office/powerpoint/2010/main" val="1237310941"/>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85ACEAD-BD65-458E-8374-8D6CCD0FACB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483D794-CE4E-4B5B-893C-A344ECDDF0B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2AEE4A1-5E17-44FC-A009-85D8F8F4DDB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先数样本，再数bit，最后换成Byte</a:t>
            </a:r>
          </a:p>
        </p:txBody>
      </p:sp>
      <p:sp>
        <p:nvSpPr>
          <p:cNvPr id="5" name="TextBox 4">
            <a:extLst xmlns:a="http://schemas.openxmlformats.org/drawingml/2006/main">
              <a:ext uri="{FF2B5EF4-FFF2-40B4-BE49-F238E27FC236}">
                <a16:creationId xmlns:a16="http://schemas.microsoft.com/office/drawing/2014/main" id="{CA222C35-F473-48D0-A7F0-756065CDAFF7}"/>
              </a:ext>
            </a:extLst>
          </p:cNvPr>
          <p:cNvSpPr>
            <a:spLocks xmlns:a="http://schemas.openxmlformats.org/drawingml/2006/main" noGrp="1"/>
          </p:cNvSpPr>
          <p:nvPr/>
        </p:nvSpPr>
        <p:spPr>
          <a:xfrm xmlns:a="http://schemas.openxmlformats.org/drawingml/2006/main">
            <a:off x="822960" y="2076450"/>
            <a:ext cx="1078992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262626"/>
                </a:solidFill>
                <a:latin typeface="Alibaba PuHuiTi 3.0 115 Black"/>
                <a:ea typeface="Alibaba PuHuiTi 3.0 115 Black"/>
                <a:cs typeface="Alibaba PuHuiTi 3.0 115 Black"/>
              </a:defRPr>
            </a:pPr>
            <a:r>
              <a:rPr sz="2500" b="1">
                <a:solidFill>
                  <a:srgbClr val="262626"/>
                </a:solidFill>
                <a:latin typeface="Alibaba PuHuiTi 3.0 115 Black"/>
                <a:ea typeface="Alibaba PuHuiTi 3.0 115 Black"/>
                <a:cs typeface="Alibaba PuHuiTi 3.0 115 Black"/>
              </a:rPr>
              <a:t>2 样本/秒 × 4 秒 × 1 声道 = 8 个样本</a:t>
            </a:r>
          </a:p>
        </p:txBody>
      </p:sp>
      <p:sp>
        <p:nvSpPr>
          <p:cNvPr id="6" name="Rectangle 5">
            <a:extLst xmlns:a="http://schemas.openxmlformats.org/drawingml/2006/main">
              <a:ext uri="{FF2B5EF4-FFF2-40B4-BE49-F238E27FC236}">
                <a16:creationId xmlns:a16="http://schemas.microsoft.com/office/drawing/2014/main" id="{C38ABDF1-0E25-46CA-8A3E-B6127CB9B413}"/>
              </a:ext>
            </a:extLst>
          </p:cNvPr>
          <p:cNvSpPr>
            <a:spLocks xmlns:a="http://schemas.openxmlformats.org/drawingml/2006/main" noGrp="1"/>
          </p:cNvSpPr>
          <p:nvPr/>
        </p:nvSpPr>
        <p:spPr>
          <a:xfrm xmlns:a="http://schemas.openxmlformats.org/drawingml/2006/main">
            <a:off x="941832"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0F466CB2-25A1-451A-936D-48199C10D9F1}"/>
              </a:ext>
            </a:extLst>
          </p:cNvPr>
          <p:cNvSpPr>
            <a:spLocks xmlns:a="http://schemas.openxmlformats.org/drawingml/2006/main" noGrp="1"/>
          </p:cNvSpPr>
          <p:nvPr/>
        </p:nvSpPr>
        <p:spPr>
          <a:xfrm xmlns:a="http://schemas.openxmlformats.org/drawingml/2006/main">
            <a:off x="1060704"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8" name="Rectangle 7">
            <a:extLst xmlns:a="http://schemas.openxmlformats.org/drawingml/2006/main">
              <a:ext uri="{FF2B5EF4-FFF2-40B4-BE49-F238E27FC236}">
                <a16:creationId xmlns:a16="http://schemas.microsoft.com/office/drawing/2014/main" id="{4C52E847-DBCE-45D1-AD2D-3355CFF51A66}"/>
              </a:ext>
            </a:extLst>
          </p:cNvPr>
          <p:cNvSpPr>
            <a:spLocks xmlns:a="http://schemas.openxmlformats.org/drawingml/2006/main" noGrp="1"/>
          </p:cNvSpPr>
          <p:nvPr/>
        </p:nvSpPr>
        <p:spPr>
          <a:xfrm xmlns:a="http://schemas.openxmlformats.org/drawingml/2006/main">
            <a:off x="2231136"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DCA911DC-D749-4053-B49D-C18EAD1C06A4}"/>
              </a:ext>
            </a:extLst>
          </p:cNvPr>
          <p:cNvSpPr>
            <a:spLocks xmlns:a="http://schemas.openxmlformats.org/drawingml/2006/main" noGrp="1"/>
          </p:cNvSpPr>
          <p:nvPr/>
        </p:nvSpPr>
        <p:spPr>
          <a:xfrm xmlns:a="http://schemas.openxmlformats.org/drawingml/2006/main">
            <a:off x="2350008"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0" name="Rectangle 9">
            <a:extLst xmlns:a="http://schemas.openxmlformats.org/drawingml/2006/main">
              <a:ext uri="{FF2B5EF4-FFF2-40B4-BE49-F238E27FC236}">
                <a16:creationId xmlns:a16="http://schemas.microsoft.com/office/drawing/2014/main" id="{EE7AB331-4A84-40F5-924C-29BEECEC4D20}"/>
              </a:ext>
            </a:extLst>
          </p:cNvPr>
          <p:cNvSpPr>
            <a:spLocks xmlns:a="http://schemas.openxmlformats.org/drawingml/2006/main" noGrp="1"/>
          </p:cNvSpPr>
          <p:nvPr/>
        </p:nvSpPr>
        <p:spPr>
          <a:xfrm xmlns:a="http://schemas.openxmlformats.org/drawingml/2006/main">
            <a:off x="3520439"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60C4F071-56C6-48BA-8586-450A86884894}"/>
              </a:ext>
            </a:extLst>
          </p:cNvPr>
          <p:cNvSpPr>
            <a:spLocks xmlns:a="http://schemas.openxmlformats.org/drawingml/2006/main" noGrp="1"/>
          </p:cNvSpPr>
          <p:nvPr/>
        </p:nvSpPr>
        <p:spPr>
          <a:xfrm xmlns:a="http://schemas.openxmlformats.org/drawingml/2006/main">
            <a:off x="3639311"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2" name="Rectangle 11">
            <a:extLst xmlns:a="http://schemas.openxmlformats.org/drawingml/2006/main">
              <a:ext uri="{FF2B5EF4-FFF2-40B4-BE49-F238E27FC236}">
                <a16:creationId xmlns:a16="http://schemas.microsoft.com/office/drawing/2014/main" id="{6164B45A-DF45-4D45-891C-61B0A0E2B073}"/>
              </a:ext>
            </a:extLst>
          </p:cNvPr>
          <p:cNvSpPr>
            <a:spLocks xmlns:a="http://schemas.openxmlformats.org/drawingml/2006/main" noGrp="1"/>
          </p:cNvSpPr>
          <p:nvPr/>
        </p:nvSpPr>
        <p:spPr>
          <a:xfrm xmlns:a="http://schemas.openxmlformats.org/drawingml/2006/main">
            <a:off x="4809744"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C68F53FF-826B-4C19-A5F0-E037997E39CE}"/>
              </a:ext>
            </a:extLst>
          </p:cNvPr>
          <p:cNvSpPr>
            <a:spLocks xmlns:a="http://schemas.openxmlformats.org/drawingml/2006/main" noGrp="1"/>
          </p:cNvSpPr>
          <p:nvPr/>
        </p:nvSpPr>
        <p:spPr>
          <a:xfrm xmlns:a="http://schemas.openxmlformats.org/drawingml/2006/main">
            <a:off x="4928616"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4" name="Rectangle 13">
            <a:extLst xmlns:a="http://schemas.openxmlformats.org/drawingml/2006/main">
              <a:ext uri="{FF2B5EF4-FFF2-40B4-BE49-F238E27FC236}">
                <a16:creationId xmlns:a16="http://schemas.microsoft.com/office/drawing/2014/main" id="{7CB55757-E4B5-451D-914C-88AB5020C7E3}"/>
              </a:ext>
            </a:extLst>
          </p:cNvPr>
          <p:cNvSpPr>
            <a:spLocks xmlns:a="http://schemas.openxmlformats.org/drawingml/2006/main" noGrp="1"/>
          </p:cNvSpPr>
          <p:nvPr/>
        </p:nvSpPr>
        <p:spPr>
          <a:xfrm xmlns:a="http://schemas.openxmlformats.org/drawingml/2006/main">
            <a:off x="6099048"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BB54934C-F3A6-43CE-AC75-732F477B8F7F}"/>
              </a:ext>
            </a:extLst>
          </p:cNvPr>
          <p:cNvSpPr>
            <a:spLocks xmlns:a="http://schemas.openxmlformats.org/drawingml/2006/main" noGrp="1"/>
          </p:cNvSpPr>
          <p:nvPr/>
        </p:nvSpPr>
        <p:spPr>
          <a:xfrm xmlns:a="http://schemas.openxmlformats.org/drawingml/2006/main">
            <a:off x="6217920"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6" name="Rectangle 15">
            <a:extLst xmlns:a="http://schemas.openxmlformats.org/drawingml/2006/main">
              <a:ext uri="{FF2B5EF4-FFF2-40B4-BE49-F238E27FC236}">
                <a16:creationId xmlns:a16="http://schemas.microsoft.com/office/drawing/2014/main" id="{8017E0A5-3442-45AF-A91D-BF010999F5B9}"/>
              </a:ext>
            </a:extLst>
          </p:cNvPr>
          <p:cNvSpPr>
            <a:spLocks xmlns:a="http://schemas.openxmlformats.org/drawingml/2006/main" noGrp="1"/>
          </p:cNvSpPr>
          <p:nvPr/>
        </p:nvSpPr>
        <p:spPr>
          <a:xfrm xmlns:a="http://schemas.openxmlformats.org/drawingml/2006/main">
            <a:off x="7388352"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10169B95-F358-4396-A184-5641B18D553D}"/>
              </a:ext>
            </a:extLst>
          </p:cNvPr>
          <p:cNvSpPr>
            <a:spLocks xmlns:a="http://schemas.openxmlformats.org/drawingml/2006/main" noGrp="1"/>
          </p:cNvSpPr>
          <p:nvPr/>
        </p:nvSpPr>
        <p:spPr>
          <a:xfrm xmlns:a="http://schemas.openxmlformats.org/drawingml/2006/main">
            <a:off x="7507224"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8" name="Rectangle 17">
            <a:extLst xmlns:a="http://schemas.openxmlformats.org/drawingml/2006/main">
              <a:ext uri="{FF2B5EF4-FFF2-40B4-BE49-F238E27FC236}">
                <a16:creationId xmlns:a16="http://schemas.microsoft.com/office/drawing/2014/main" id="{1CC848D8-D4A3-4D04-BBE2-D9D16F968991}"/>
              </a:ext>
            </a:extLst>
          </p:cNvPr>
          <p:cNvSpPr>
            <a:spLocks xmlns:a="http://schemas.openxmlformats.org/drawingml/2006/main" noGrp="1"/>
          </p:cNvSpPr>
          <p:nvPr/>
        </p:nvSpPr>
        <p:spPr>
          <a:xfrm xmlns:a="http://schemas.openxmlformats.org/drawingml/2006/main">
            <a:off x="8677655"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3DD43CA4-4CDA-4163-8D53-968E606B09BC}"/>
              </a:ext>
            </a:extLst>
          </p:cNvPr>
          <p:cNvSpPr>
            <a:spLocks xmlns:a="http://schemas.openxmlformats.org/drawingml/2006/main" noGrp="1"/>
          </p:cNvSpPr>
          <p:nvPr/>
        </p:nvSpPr>
        <p:spPr>
          <a:xfrm xmlns:a="http://schemas.openxmlformats.org/drawingml/2006/main">
            <a:off x="8796528"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20" name="Rectangle 19">
            <a:extLst xmlns:a="http://schemas.openxmlformats.org/drawingml/2006/main">
              <a:ext uri="{FF2B5EF4-FFF2-40B4-BE49-F238E27FC236}">
                <a16:creationId xmlns:a16="http://schemas.microsoft.com/office/drawing/2014/main" id="{9FDB4B15-172C-4E16-A637-E4911200AB30}"/>
              </a:ext>
            </a:extLst>
          </p:cNvPr>
          <p:cNvSpPr>
            <a:spLocks xmlns:a="http://schemas.openxmlformats.org/drawingml/2006/main" noGrp="1"/>
          </p:cNvSpPr>
          <p:nvPr/>
        </p:nvSpPr>
        <p:spPr>
          <a:xfrm xmlns:a="http://schemas.openxmlformats.org/drawingml/2006/main">
            <a:off x="9966959"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3DD44E37-4E79-4AC6-9FC3-27BEF79CA0ED}"/>
              </a:ext>
            </a:extLst>
          </p:cNvPr>
          <p:cNvSpPr>
            <a:spLocks xmlns:a="http://schemas.openxmlformats.org/drawingml/2006/main" noGrp="1"/>
          </p:cNvSpPr>
          <p:nvPr/>
        </p:nvSpPr>
        <p:spPr>
          <a:xfrm xmlns:a="http://schemas.openxmlformats.org/drawingml/2006/main">
            <a:off x="10085832"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22" name="TextBox 21">
            <a:extLst xmlns:a="http://schemas.openxmlformats.org/drawingml/2006/main">
              <a:ext uri="{FF2B5EF4-FFF2-40B4-BE49-F238E27FC236}">
                <a16:creationId xmlns:a16="http://schemas.microsoft.com/office/drawing/2014/main" id="{04E3ABDC-8723-43B3-962B-2F2015466408}"/>
              </a:ext>
            </a:extLst>
          </p:cNvPr>
          <p:cNvSpPr>
            <a:spLocks xmlns:a="http://schemas.openxmlformats.org/drawingml/2006/main" noGrp="1"/>
          </p:cNvSpPr>
          <p:nvPr/>
        </p:nvSpPr>
        <p:spPr>
          <a:xfrm xmlns:a="http://schemas.openxmlformats.org/drawingml/2006/main">
            <a:off x="832104" y="4389120"/>
            <a:ext cx="10698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700" b="1">
                <a:solidFill>
                  <a:srgbClr val="007C9B"/>
                </a:solidFill>
                <a:latin typeface="Alibaba PuHuiTi 3.0 115 Black"/>
                <a:ea typeface="Alibaba PuHuiTi 3.0 115 Black"/>
                <a:cs typeface="Alibaba PuHuiTi 3.0 115 Black"/>
              </a:defRPr>
            </a:pPr>
            <a:r>
              <a:rPr sz="2700" b="1">
                <a:solidFill>
                  <a:srgbClr val="007C9B"/>
                </a:solidFill>
                <a:latin typeface="Alibaba PuHuiTi 3.0 115 Black"/>
                <a:ea typeface="Alibaba PuHuiTi 3.0 115 Black"/>
                <a:cs typeface="Alibaba PuHuiTi 3.0 115 Black"/>
              </a:rPr>
              <a:t>8 个样本 × 3 bit = 24 bit = 3 Byte</a:t>
            </a:r>
          </a:p>
        </p:txBody>
      </p:sp>
      <p:sp>
        <p:nvSpPr>
          <p:cNvPr id="23" name="TextBox 22">
            <a:extLst xmlns:a="http://schemas.openxmlformats.org/drawingml/2006/main">
              <a:ext uri="{FF2B5EF4-FFF2-40B4-BE49-F238E27FC236}">
                <a16:creationId xmlns:a16="http://schemas.microsoft.com/office/drawing/2014/main" id="{228D9069-CDDE-4666-91A6-16BE6C51E39A}"/>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不同声道要各自记录样本；声道数翻倍，未压缩样本数据量也翻倍。</a:t>
            </a:r>
          </a:p>
        </p:txBody>
      </p:sp>
      <p:sp>
        <p:nvSpPr>
          <p:cNvPr id="24" name="packed-model-condition">
            <a:extLst xmlns:a="http://schemas.openxmlformats.org/drawingml/2006/main">
              <a:ext uri="{FF2B5EF4-FFF2-40B4-BE49-F238E27FC236}">
                <a16:creationId xmlns:a16="http://schemas.microsoft.com/office/drawing/2014/main" id="{3EC7DFC6-2787-4CD5-9AB6-6152ADFCA1AC}"/>
              </a:ext>
            </a:extLst>
          </p:cNvPr>
          <p:cNvSpPr>
            <a:spLocks xmlns:a="http://schemas.openxmlformats.org/drawingml/2006/main" noGrp="1"/>
          </p:cNvSpPr>
          <p:nvPr/>
        </p:nvSpPr>
        <p:spPr>
          <a:xfrm xmlns:a="http://schemas.openxmlformats.org/drawingml/2006/main">
            <a:off x="609600" y="14859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3bit教学模型：码字连续打包；不是实际16bit PCM文件。</a:t>
            </a:r>
          </a:p>
        </p:txBody>
      </p:sp>
    </p:spTree>
    <p:extLst>
      <p:ext uri="{BB962C8B-B14F-4D97-AF65-F5344CB8AC3E}">
        <p14:creationId xmlns:p14="http://schemas.microsoft.com/office/powerpoint/2010/main" val="988655443"/>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1F3E7FD-73DA-4844-944C-2285F0FB773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7D42B4A-3AE5-4F03-82DD-F0B6DBDA58B5}"/>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F6CCA1E-E55B-46D0-A61E-695D806BB505}"/>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未压缩PCM的数据量，怎样数出来？</a:t>
            </a:r>
          </a:p>
        </p:txBody>
      </p:sp>
      <p:sp>
        <p:nvSpPr>
          <p:cNvPr id="5" name="text">
            <a:extLst xmlns:a="http://schemas.openxmlformats.org/drawingml/2006/main">
              <a:ext uri="{FF2B5EF4-FFF2-40B4-BE49-F238E27FC236}">
                <a16:creationId xmlns:a16="http://schemas.microsoft.com/office/drawing/2014/main" id="{D9DD46E8-3CEF-4CBD-AA54-924096C0304C}"/>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固定存储位宽；计算样本数据，不含文件结构。</a:t>
            </a:r>
          </a:p>
        </p:txBody>
      </p:sp>
      <p:sp>
        <p:nvSpPr>
          <p:cNvPr id="6" name="sample-count-label">
            <a:extLst xmlns:a="http://schemas.openxmlformats.org/drawingml/2006/main">
              <a:ext uri="{FF2B5EF4-FFF2-40B4-BE49-F238E27FC236}">
                <a16:creationId xmlns:a16="http://schemas.microsoft.com/office/drawing/2014/main" id="{F314A293-D0CE-4D24-8EB7-AF4BD231D521}"/>
              </a:ext>
            </a:extLst>
          </p:cNvPr>
          <p:cNvSpPr>
            <a:spLocks xmlns:a="http://schemas.openxmlformats.org/drawingml/2006/main" noGrp="1"/>
          </p:cNvSpPr>
          <p:nvPr/>
        </p:nvSpPr>
        <p:spPr>
          <a:xfrm xmlns:a="http://schemas.openxmlformats.org/drawingml/2006/main">
            <a:off x="609600" y="2647950"/>
            <a:ext cx="490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每声道采样了多少次？</a:t>
            </a:r>
          </a:p>
        </p:txBody>
      </p:sp>
      <p:sp>
        <p:nvSpPr>
          <p:cNvPr id="7" name="sample-count-factors">
            <a:extLst xmlns:a="http://schemas.openxmlformats.org/drawingml/2006/main">
              <a:ext uri="{FF2B5EF4-FFF2-40B4-BE49-F238E27FC236}">
                <a16:creationId xmlns:a16="http://schemas.microsoft.com/office/drawing/2014/main" id="{7871B412-DC21-47E1-9A83-534D86D970AE}"/>
              </a:ext>
            </a:extLst>
          </p:cNvPr>
          <p:cNvSpPr>
            <a:spLocks xmlns:a="http://schemas.openxmlformats.org/drawingml/2006/main" noGrp="1"/>
          </p:cNvSpPr>
          <p:nvPr/>
        </p:nvSpPr>
        <p:spPr>
          <a:xfrm xmlns:a="http://schemas.openxmlformats.org/drawingml/2006/main">
            <a:off x="609600" y="3409950"/>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262626"/>
                </a:solidFill>
                <a:latin typeface="Alibaba PuHuiTi 3.0 115 Black"/>
                <a:ea typeface="Alibaba PuHuiTi 3.0 115 Black"/>
                <a:cs typeface="Alibaba PuHuiTi 3.0 115 Black"/>
              </a:defRPr>
            </a:defPPr>
          </a:lstStyle>
          <a:p xmlns:a="http://schemas.openxmlformats.org/drawingml/2006/main">
            <a:pPr algn="l">
              <a:defRPr sz="2700" b="1">
                <a:solidFill>
                  <a:srgbClr val="262626"/>
                </a:solidFill>
                <a:latin typeface="Alibaba PuHuiTi 3.0 115 Black"/>
                <a:ea typeface="Alibaba PuHuiTi 3.0 115 Black"/>
                <a:cs typeface="Alibaba PuHuiTi 3.0 115 Black"/>
              </a:defRPr>
            </a:pPr>
            <a:r>
              <a:rPr sz="2700" b="1">
                <a:solidFill>
                  <a:srgbClr val="262626"/>
                </a:solidFill>
                <a:latin typeface="Alibaba PuHuiTi 3.0 115 Black"/>
                <a:ea typeface="Alibaba PuHuiTi 3.0 115 Black"/>
                <a:cs typeface="Alibaba PuHuiTi 3.0 115 Black"/>
              </a:rPr>
              <a:t>采样率 × 秒数</a:t>
            </a:r>
          </a:p>
        </p:txBody>
      </p:sp>
      <p:sp>
        <p:nvSpPr>
          <p:cNvPr id="8" name="instant-width-label">
            <a:extLst xmlns:a="http://schemas.openxmlformats.org/drawingml/2006/main">
              <a:ext uri="{FF2B5EF4-FFF2-40B4-BE49-F238E27FC236}">
                <a16:creationId xmlns:a16="http://schemas.microsoft.com/office/drawing/2014/main" id="{86B979FE-1C19-4EC6-9BD3-60C9DEE0A308}"/>
              </a:ext>
            </a:extLst>
          </p:cNvPr>
          <p:cNvSpPr>
            <a:spLocks xmlns:a="http://schemas.openxmlformats.org/drawingml/2006/main" noGrp="1"/>
          </p:cNvSpPr>
          <p:nvPr/>
        </p:nvSpPr>
        <p:spPr>
          <a:xfrm xmlns:a="http://schemas.openxmlformats.org/drawingml/2006/main">
            <a:off x="6677025" y="2647950"/>
            <a:ext cx="490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每个时刻要存多少Byte？</a:t>
            </a:r>
          </a:p>
        </p:txBody>
      </p:sp>
      <p:sp>
        <p:nvSpPr>
          <p:cNvPr id="9" name="instant-width-factors">
            <a:extLst xmlns:a="http://schemas.openxmlformats.org/drawingml/2006/main">
              <a:ext uri="{FF2B5EF4-FFF2-40B4-BE49-F238E27FC236}">
                <a16:creationId xmlns:a16="http://schemas.microsoft.com/office/drawing/2014/main" id="{3FED79B7-C2F9-4497-9C6A-D54679EAF144}"/>
              </a:ext>
            </a:extLst>
          </p:cNvPr>
          <p:cNvSpPr>
            <a:spLocks xmlns:a="http://schemas.openxmlformats.org/drawingml/2006/main" noGrp="1"/>
          </p:cNvSpPr>
          <p:nvPr/>
        </p:nvSpPr>
        <p:spPr>
          <a:xfrm xmlns:a="http://schemas.openxmlformats.org/drawingml/2006/main">
            <a:off x="6677025" y="3409950"/>
            <a:ext cx="4905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声道数 ×（存储位宽 ÷ 8）</a:t>
            </a:r>
          </a:p>
        </p:txBody>
      </p:sp>
      <p:sp>
        <p:nvSpPr>
          <p:cNvPr id="10" name="count-times-width">
            <a:extLst xmlns:a="http://schemas.openxmlformats.org/drawingml/2006/main">
              <a:ext uri="{FF2B5EF4-FFF2-40B4-BE49-F238E27FC236}">
                <a16:creationId xmlns:a16="http://schemas.microsoft.com/office/drawing/2014/main" id="{6F2E9F32-43FD-452B-809D-BB58A46AAB60}"/>
              </a:ext>
            </a:extLst>
          </p:cNvPr>
          <p:cNvSpPr>
            <a:spLocks xmlns:a="http://schemas.openxmlformats.org/drawingml/2006/main" noGrp="1"/>
          </p:cNvSpPr>
          <p:nvPr/>
        </p:nvSpPr>
        <p:spPr>
          <a:xfrm xmlns:a="http://schemas.openxmlformats.org/drawingml/2006/main">
            <a:off x="5648325" y="33337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600" b="1">
                <a:solidFill>
                  <a:srgbClr val="262626"/>
                </a:solidFill>
                <a:latin typeface="Alibaba PuHuiTi 3.0 115 Black"/>
                <a:ea typeface="Alibaba PuHuiTi 3.0 115 Black"/>
                <a:cs typeface="Alibaba PuHuiTi 3.0 115 Black"/>
              </a:defRPr>
            </a:defPPr>
          </a:lstStyle>
          <a:p xmlns:a="http://schemas.openxmlformats.org/drawingml/2006/main">
            <a:pPr algn="ctr">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a:t>
            </a:r>
          </a:p>
        </p:txBody>
      </p:sp>
      <p:sp>
        <p:nvSpPr>
          <p:cNvPr id="11" name="pcm-result-formula">
            <a:extLst xmlns:a="http://schemas.openxmlformats.org/drawingml/2006/main">
              <a:ext uri="{FF2B5EF4-FFF2-40B4-BE49-F238E27FC236}">
                <a16:creationId xmlns:a16="http://schemas.microsoft.com/office/drawing/2014/main" id="{9F99C893-ED23-4BE5-A82F-EEDD973E18D0}"/>
              </a:ext>
            </a:extLst>
          </p:cNvPr>
          <p:cNvSpPr>
            <a:spLocks xmlns:a="http://schemas.openxmlformats.org/drawingml/2006/main" noGrp="1"/>
          </p:cNvSpPr>
          <p:nvPr/>
        </p:nvSpPr>
        <p:spPr>
          <a:xfrm xmlns:a="http://schemas.openxmlformats.org/drawingml/2006/main">
            <a:off x="609600" y="51244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总Byte数＝每声道样本数 × 每时刻Byte数</a:t>
            </a:r>
          </a:p>
        </p:txBody>
      </p:sp>
      <p:sp>
        <p:nvSpPr>
          <p:cNvPr id="12" name="text">
            <a:extLst xmlns:a="http://schemas.openxmlformats.org/drawingml/2006/main">
              <a:ext uri="{FF2B5EF4-FFF2-40B4-BE49-F238E27FC236}">
                <a16:creationId xmlns:a16="http://schemas.microsoft.com/office/drawing/2014/main" id="{C6E0CD55-EF5E-47F4-8408-E0969098FCF0}"/>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先统一为Hz、秒、bit；8 bit＝1 Byte。</a:t>
            </a:r>
          </a:p>
        </p:txBody>
      </p:sp>
    </p:spTree>
    <p:extLst>
      <p:ext uri="{BB962C8B-B14F-4D97-AF65-F5344CB8AC3E}">
        <p14:creationId xmlns:p14="http://schemas.microsoft.com/office/powerpoint/2010/main" val="501068252"/>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9649B05-E401-4ED1-ABB9-36BF6B81B3ED}"/>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0020634-36C4-486E-A4F2-D06C465B14E8}"/>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BCA0A6F-F5F2-4437-B466-6EE33788617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1</a:t>
            </a:r>
          </a:p>
        </p:txBody>
      </p:sp>
      <p:sp>
        <p:nvSpPr>
          <p:cNvPr id="5" name="practice-givens">
            <a:extLst xmlns:a="http://schemas.openxmlformats.org/drawingml/2006/main">
              <a:ext uri="{FF2B5EF4-FFF2-40B4-BE49-F238E27FC236}">
                <a16:creationId xmlns:a16="http://schemas.microsoft.com/office/drawing/2014/main" id="{E31669BC-9C0A-4F3F-8142-77DED8B4B1C9}"/>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采样率 16,000 Hz，8 bit，双声道，录制5秒。</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未压缩PCM样本数据共有多少 Byte？</a:t>
            </a:r>
          </a:p>
        </p:txBody>
      </p:sp>
      <p:sp>
        <p:nvSpPr>
          <p:cNvPr id="6" name="Connector 5">
            <a:extLst xmlns:a="http://schemas.openxmlformats.org/drawingml/2006/main">
              <a:ext uri="{FF2B5EF4-FFF2-40B4-BE49-F238E27FC236}">
                <a16:creationId xmlns:a16="http://schemas.microsoft.com/office/drawing/2014/main" id="{D0809662-B334-4427-BFFA-5DA8301324A8}"/>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EC65EDDE-C6FA-46A0-92AB-CA53F50E98BD}"/>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先标出每个数字的含义。</a:t>
            </a:r>
          </a:p>
        </p:txBody>
      </p:sp>
    </p:spTree>
    <p:extLst>
      <p:ext uri="{BB962C8B-B14F-4D97-AF65-F5344CB8AC3E}">
        <p14:creationId xmlns:p14="http://schemas.microsoft.com/office/powerpoint/2010/main" val="1436871140"/>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27B172FB-5B5B-4E7C-B02F-491B8773BD75}"/>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5E2CBD1-E57B-4C50-A1B2-56C395E79FA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8A8FEF9-8020-4045-B551-11DF86EB213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1</a:t>
            </a:r>
          </a:p>
        </p:txBody>
      </p:sp>
      <p:sp>
        <p:nvSpPr>
          <p:cNvPr id="5" name="practice-givens">
            <a:extLst xmlns:a="http://schemas.openxmlformats.org/drawingml/2006/main">
              <a:ext uri="{FF2B5EF4-FFF2-40B4-BE49-F238E27FC236}">
                <a16:creationId xmlns:a16="http://schemas.microsoft.com/office/drawing/2014/main" id="{64F18342-A32D-43DC-80EF-66270DBA48F5}"/>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采样率 16,000 Hz，8 bit，双声道，录制5秒。</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未压缩PCM样本数据共有多少 Byte？</a:t>
            </a:r>
          </a:p>
        </p:txBody>
      </p:sp>
      <p:sp>
        <p:nvSpPr>
          <p:cNvPr id="6" name="Connector 5">
            <a:extLst xmlns:a="http://schemas.openxmlformats.org/drawingml/2006/main">
              <a:ext uri="{FF2B5EF4-FFF2-40B4-BE49-F238E27FC236}">
                <a16:creationId xmlns:a16="http://schemas.microsoft.com/office/drawing/2014/main" id="{6180F880-7969-46E8-B53A-4748D6FC5F8C}"/>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calculation-step-0">
            <a:extLst xmlns:a="http://schemas.openxmlformats.org/drawingml/2006/main">
              <a:ext uri="{FF2B5EF4-FFF2-40B4-BE49-F238E27FC236}">
                <a16:creationId xmlns:a16="http://schemas.microsoft.com/office/drawing/2014/main" id="{E4CE2F24-A34D-498C-B4EF-4D6D7CCDA7B5}"/>
              </a:ext>
            </a:extLst>
          </p:cNvPr>
          <p:cNvSpPr>
            <a:spLocks xmlns:a="http://schemas.openxmlformats.org/drawingml/2006/main" noGrp="1"/>
          </p:cNvSpPr>
          <p:nvPr/>
        </p:nvSpPr>
        <p:spPr>
          <a:xfrm xmlns:a="http://schemas.openxmlformats.org/drawingml/2006/main">
            <a:off x="819150" y="35147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每声道：16,000 × 5＝80,000 个样本</a:t>
            </a:r>
          </a:p>
        </p:txBody>
      </p:sp>
      <p:sp>
        <p:nvSpPr>
          <p:cNvPr id="8" name="calculation-step-1">
            <a:extLst xmlns:a="http://schemas.openxmlformats.org/drawingml/2006/main">
              <a:ext uri="{FF2B5EF4-FFF2-40B4-BE49-F238E27FC236}">
                <a16:creationId xmlns:a16="http://schemas.microsoft.com/office/drawing/2014/main" id="{FCD090C7-A671-4BA4-B87A-5407C359E278}"/>
              </a:ext>
            </a:extLst>
          </p:cNvPr>
          <p:cNvSpPr>
            <a:spLocks xmlns:a="http://schemas.openxmlformats.org/drawingml/2006/main" noGrp="1"/>
          </p:cNvSpPr>
          <p:nvPr/>
        </p:nvSpPr>
        <p:spPr>
          <a:xfrm xmlns:a="http://schemas.openxmlformats.org/drawingml/2006/main">
            <a:off x="819150" y="39909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每样本：8 bit ÷ 8＝1 Byte</a:t>
            </a:r>
          </a:p>
        </p:txBody>
      </p:sp>
      <p:sp>
        <p:nvSpPr>
          <p:cNvPr id="9" name="calculation-step-2">
            <a:extLst xmlns:a="http://schemas.openxmlformats.org/drawingml/2006/main">
              <a:ext uri="{FF2B5EF4-FFF2-40B4-BE49-F238E27FC236}">
                <a16:creationId xmlns:a16="http://schemas.microsoft.com/office/drawing/2014/main" id="{EC975187-ED6E-4307-BA89-B1A30FE3B0EF}"/>
              </a:ext>
            </a:extLst>
          </p:cNvPr>
          <p:cNvSpPr>
            <a:spLocks xmlns:a="http://schemas.openxmlformats.org/drawingml/2006/main" noGrp="1"/>
          </p:cNvSpPr>
          <p:nvPr/>
        </p:nvSpPr>
        <p:spPr>
          <a:xfrm xmlns:a="http://schemas.openxmlformats.org/drawingml/2006/main">
            <a:off x="819150" y="44672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双声道：80,000 × 2 × 1＝160,000 Byte</a:t>
            </a:r>
          </a:p>
        </p:txBody>
      </p:sp>
      <p:sp>
        <p:nvSpPr>
          <p:cNvPr id="10" name="practice-answer">
            <a:extLst xmlns:a="http://schemas.openxmlformats.org/drawingml/2006/main">
              <a:ext uri="{FF2B5EF4-FFF2-40B4-BE49-F238E27FC236}">
                <a16:creationId xmlns:a16="http://schemas.microsoft.com/office/drawing/2014/main" id="{59213D46-0B45-4FAB-A526-9ABFD5744F8E}"/>
              </a:ext>
            </a:extLst>
          </p:cNvPr>
          <p:cNvSpPr>
            <a:spLocks xmlns:a="http://schemas.openxmlformats.org/drawingml/2006/main" noGrp="1"/>
          </p:cNvSpPr>
          <p:nvPr/>
        </p:nvSpPr>
        <p:spPr>
          <a:xfrm xmlns:a="http://schemas.openxmlformats.org/drawingml/2006/main">
            <a:off x="819150" y="56578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答案：160,000 Byte</a:t>
            </a:r>
          </a:p>
        </p:txBody>
      </p:sp>
    </p:spTree>
    <p:extLst>
      <p:ext uri="{BB962C8B-B14F-4D97-AF65-F5344CB8AC3E}">
        <p14:creationId xmlns:p14="http://schemas.microsoft.com/office/powerpoint/2010/main" val="1664441173"/>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本节课你能解释三件事吗？</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声音怎样进入电脑？三个步骤各改变什么？</a:t>
            </a:r>
          </a:p>
          <a:p xmlns:a="http://schemas.openxmlformats.org/drawingml/2006/main">
            <a:pPr algn="l">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未压缩PCM的数据量从哪里来？</a:t>
            </a:r>
          </a:p>
        </p:txBody>
      </p:sp>
    </p:spTree>
    <p:extLst>
      <p:ext uri="{BB962C8B-B14F-4D97-AF65-F5344CB8AC3E}">
        <p14:creationId xmlns:p14="http://schemas.microsoft.com/office/powerpoint/2010/main" val="1560500694"/>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本节课你能解释三件事吗？</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声音怎样进入电脑？三个步骤各改变什么？</a:t>
            </a:r>
          </a:p>
          <a:p xmlns:a="http://schemas.openxmlformats.org/drawingml/2006/main">
            <a:pPr algn="l">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未压缩PCM的数据量从哪里来？</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红框：本次新增</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Tree>
    <p:extLst>
      <p:ext uri="{BB962C8B-B14F-4D97-AF65-F5344CB8AC3E}">
        <p14:creationId xmlns:p14="http://schemas.microsoft.com/office/powerpoint/2010/main" val="1560500694"/>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本节课你能解释三件事吗？</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声音怎样进入电脑？三个步骤各改变什么？</a:t>
            </a:r>
          </a:p>
          <a:p xmlns:a="http://schemas.openxmlformats.org/drawingml/2006/main">
            <a:pPr algn="l">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未压缩PCM的数据量从哪里来？</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红框：本次新增</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
        <p:nvSpPr>
          <p:cNvPr id="15" name="tree-link-2">
            <a:extLst xmlns:a="http://schemas.openxmlformats.org/drawingml/2006/main">
              <a:ext uri="{FF2B5EF4-FFF2-40B4-BE49-F238E27FC236}">
                <a16:creationId xmlns:a16="http://schemas.microsoft.com/office/drawing/2014/main" id="{66C6BE6C-98B9-494D-A1B3-A02D8FC366D3}"/>
              </a:ext>
            </a:extLst>
          </p:cNvPr>
          <p:cNvSpPr>
            <a:spLocks xmlns:a="http://schemas.openxmlformats.org/drawingml/2006/main" noGrp="1"/>
          </p:cNvSpPr>
          <p:nvPr/>
        </p:nvSpPr>
        <p:spPr>
          <a:xfrm xmlns:a="http://schemas.openxmlformats.org/drawingml/2006/main">
            <a:off x="2914650" y="36004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6" name="tree-focus-2">
            <a:extLst xmlns:a="http://schemas.openxmlformats.org/drawingml/2006/main">
              <a:ext uri="{FF2B5EF4-FFF2-40B4-BE49-F238E27FC236}">
                <a16:creationId xmlns:a16="http://schemas.microsoft.com/office/drawing/2014/main" id="{2869B33C-F31D-405A-91A0-DFE7A416A9E1}"/>
              </a:ext>
            </a:extLst>
          </p:cNvPr>
          <p:cNvSpPr>
            <a:spLocks xmlns:a="http://schemas.openxmlformats.org/drawingml/2006/main" noGrp="1"/>
          </p:cNvSpPr>
          <p:nvPr/>
        </p:nvSpPr>
        <p:spPr>
          <a:xfrm xmlns:a="http://schemas.openxmlformats.org/drawingml/2006/main">
            <a:off x="3333750" y="3295650"/>
            <a:ext cx="8248650" cy="7048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17" name="tree-node-2">
            <a:extLst xmlns:a="http://schemas.openxmlformats.org/drawingml/2006/main">
              <a:ext uri="{FF2B5EF4-FFF2-40B4-BE49-F238E27FC236}">
                <a16:creationId xmlns:a16="http://schemas.microsoft.com/office/drawing/2014/main" id="{5A56D062-B8B6-4568-B67F-7CF1BB43CD1E}"/>
              </a:ext>
            </a:extLst>
          </p:cNvPr>
          <p:cNvSpPr>
            <a:spLocks xmlns:a="http://schemas.openxmlformats.org/drawingml/2006/main" noGrp="1"/>
          </p:cNvSpPr>
          <p:nvPr/>
        </p:nvSpPr>
        <p:spPr>
          <a:xfrm xmlns:a="http://schemas.openxmlformats.org/drawingml/2006/main">
            <a:off x="3476625" y="34575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采样、量化、编码</a:t>
            </a:r>
          </a:p>
        </p:txBody>
      </p:sp>
      <p:sp>
        <p:nvSpPr>
          <p:cNvPr id="18" name="tree-detail-2">
            <a:extLst xmlns:a="http://schemas.openxmlformats.org/drawingml/2006/main">
              <a:ext uri="{FF2B5EF4-FFF2-40B4-BE49-F238E27FC236}">
                <a16:creationId xmlns:a16="http://schemas.microsoft.com/office/drawing/2014/main" id="{49DA3B6E-26B7-4021-B869-667F1693F9EA}"/>
              </a:ext>
            </a:extLst>
          </p:cNvPr>
          <p:cNvSpPr>
            <a:spLocks xmlns:a="http://schemas.openxmlformats.org/drawingml/2006/main" noGrp="1"/>
          </p:cNvSpPr>
          <p:nvPr/>
        </p:nvSpPr>
        <p:spPr>
          <a:xfrm xmlns:a="http://schemas.openxmlformats.org/drawingml/2006/main">
            <a:off x="6381750" y="33051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定时刻；定代表值；写码字</a:t>
            </a:r>
          </a:p>
        </p:txBody>
      </p:sp>
    </p:spTree>
    <p:extLst>
      <p:ext uri="{BB962C8B-B14F-4D97-AF65-F5344CB8AC3E}">
        <p14:creationId xmlns:p14="http://schemas.microsoft.com/office/powerpoint/2010/main" val="1560500694"/>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本节课你能解释三件事吗？</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声音怎样进入电脑？三个步骤各改变什么？</a:t>
            </a:r>
          </a:p>
          <a:p xmlns:a="http://schemas.openxmlformats.org/drawingml/2006/main">
            <a:pPr algn="l">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未压缩PCM的数据量从哪里来？</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红框：本次新增</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
        <p:nvSpPr>
          <p:cNvPr id="15" name="tree-link-2">
            <a:extLst xmlns:a="http://schemas.openxmlformats.org/drawingml/2006/main">
              <a:ext uri="{FF2B5EF4-FFF2-40B4-BE49-F238E27FC236}">
                <a16:creationId xmlns:a16="http://schemas.microsoft.com/office/drawing/2014/main" id="{66C6BE6C-98B9-494D-A1B3-A02D8FC366D3}"/>
              </a:ext>
            </a:extLst>
          </p:cNvPr>
          <p:cNvSpPr>
            <a:spLocks xmlns:a="http://schemas.openxmlformats.org/drawingml/2006/main" noGrp="1"/>
          </p:cNvSpPr>
          <p:nvPr/>
        </p:nvSpPr>
        <p:spPr>
          <a:xfrm xmlns:a="http://schemas.openxmlformats.org/drawingml/2006/main">
            <a:off x="2914650" y="36004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6" name="tree-focus-2">
            <a:extLst xmlns:a="http://schemas.openxmlformats.org/drawingml/2006/main">
              <a:ext uri="{FF2B5EF4-FFF2-40B4-BE49-F238E27FC236}">
                <a16:creationId xmlns:a16="http://schemas.microsoft.com/office/drawing/2014/main" id="{2869B33C-F31D-405A-91A0-DFE7A416A9E1}"/>
              </a:ext>
            </a:extLst>
          </p:cNvPr>
          <p:cNvSpPr>
            <a:spLocks xmlns:a="http://schemas.openxmlformats.org/drawingml/2006/main" noGrp="1"/>
          </p:cNvSpPr>
          <p:nvPr/>
        </p:nvSpPr>
        <p:spPr>
          <a:xfrm xmlns:a="http://schemas.openxmlformats.org/drawingml/2006/main">
            <a:off x="3333750" y="32956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tree-node-2">
            <a:extLst xmlns:a="http://schemas.openxmlformats.org/drawingml/2006/main">
              <a:ext uri="{FF2B5EF4-FFF2-40B4-BE49-F238E27FC236}">
                <a16:creationId xmlns:a16="http://schemas.microsoft.com/office/drawing/2014/main" id="{5A56D062-B8B6-4568-B67F-7CF1BB43CD1E}"/>
              </a:ext>
            </a:extLst>
          </p:cNvPr>
          <p:cNvSpPr>
            <a:spLocks xmlns:a="http://schemas.openxmlformats.org/drawingml/2006/main" noGrp="1"/>
          </p:cNvSpPr>
          <p:nvPr/>
        </p:nvSpPr>
        <p:spPr>
          <a:xfrm xmlns:a="http://schemas.openxmlformats.org/drawingml/2006/main">
            <a:off x="3476625" y="34575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采样、量化、编码</a:t>
            </a:r>
          </a:p>
        </p:txBody>
      </p:sp>
      <p:sp>
        <p:nvSpPr>
          <p:cNvPr id="18" name="tree-detail-2">
            <a:extLst xmlns:a="http://schemas.openxmlformats.org/drawingml/2006/main">
              <a:ext uri="{FF2B5EF4-FFF2-40B4-BE49-F238E27FC236}">
                <a16:creationId xmlns:a16="http://schemas.microsoft.com/office/drawing/2014/main" id="{49DA3B6E-26B7-4021-B869-667F1693F9EA}"/>
              </a:ext>
            </a:extLst>
          </p:cNvPr>
          <p:cNvSpPr>
            <a:spLocks xmlns:a="http://schemas.openxmlformats.org/drawingml/2006/main" noGrp="1"/>
          </p:cNvSpPr>
          <p:nvPr/>
        </p:nvSpPr>
        <p:spPr>
          <a:xfrm xmlns:a="http://schemas.openxmlformats.org/drawingml/2006/main">
            <a:off x="6381750" y="33051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定时刻；定代表值；写码字</a:t>
            </a:r>
          </a:p>
        </p:txBody>
      </p:sp>
      <p:sp>
        <p:nvSpPr>
          <p:cNvPr id="19" name="tree-link-3">
            <a:extLst xmlns:a="http://schemas.openxmlformats.org/drawingml/2006/main">
              <a:ext uri="{FF2B5EF4-FFF2-40B4-BE49-F238E27FC236}">
                <a16:creationId xmlns:a16="http://schemas.microsoft.com/office/drawing/2014/main" id="{A0ADAB27-3E5E-4AC8-8B86-1AE5504DBF83}"/>
              </a:ext>
            </a:extLst>
          </p:cNvPr>
          <p:cNvSpPr>
            <a:spLocks xmlns:a="http://schemas.openxmlformats.org/drawingml/2006/main" noGrp="1"/>
          </p:cNvSpPr>
          <p:nvPr/>
        </p:nvSpPr>
        <p:spPr>
          <a:xfrm xmlns:a="http://schemas.openxmlformats.org/drawingml/2006/main">
            <a:off x="2914650" y="43243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0" name="tree-trunk-3">
            <a:extLst xmlns:a="http://schemas.openxmlformats.org/drawingml/2006/main">
              <a:ext uri="{FF2B5EF4-FFF2-40B4-BE49-F238E27FC236}">
                <a16:creationId xmlns:a16="http://schemas.microsoft.com/office/drawing/2014/main" id="{F7C8880B-559B-4AD8-83C2-211EBACC9970}"/>
              </a:ext>
            </a:extLst>
          </p:cNvPr>
          <p:cNvSpPr>
            <a:spLocks xmlns:a="http://schemas.openxmlformats.org/drawingml/2006/main" noGrp="1"/>
          </p:cNvSpPr>
          <p:nvPr/>
        </p:nvSpPr>
        <p:spPr>
          <a:xfrm xmlns:a="http://schemas.openxmlformats.org/drawingml/2006/main">
            <a:off x="2914650" y="4105275"/>
            <a:ext cx="9525" cy="219075"/>
          </a:xfrm>
          <a:custGeom xmlns:a="http://schemas.openxmlformats.org/drawingml/2006/main">
            <a:pathLst>
              <a:path w="9525" h="219075">
                <a:moveTo>
                  <a:pt x="0" y="0"/>
                </a:moveTo>
                <a:lnTo>
                  <a:pt x="0" y="219075"/>
                </a:lnTo>
              </a:path>
            </a:pathLst>
          </a:custGeom>
          <a:noFill xmlns:a="http://schemas.openxmlformats.org/drawingml/2006/main"/>
          <a:ln xmlns:a="http://schemas.openxmlformats.org/drawingml/2006/main" w="19050">
            <a:solidFill>
              <a:srgbClr val="8C64E1"/>
            </a:solidFill>
          </a:ln>
        </p:spPr>
      </p:sp>
      <p:sp>
        <p:nvSpPr>
          <p:cNvPr id="21" name="tree-focus-3">
            <a:extLst xmlns:a="http://schemas.openxmlformats.org/drawingml/2006/main">
              <a:ext uri="{FF2B5EF4-FFF2-40B4-BE49-F238E27FC236}">
                <a16:creationId xmlns:a16="http://schemas.microsoft.com/office/drawing/2014/main" id="{3C2DD68F-4026-4402-AB97-C401D04E3CCE}"/>
              </a:ext>
            </a:extLst>
          </p:cNvPr>
          <p:cNvSpPr>
            <a:spLocks xmlns:a="http://schemas.openxmlformats.org/drawingml/2006/main" noGrp="1"/>
          </p:cNvSpPr>
          <p:nvPr/>
        </p:nvSpPr>
        <p:spPr>
          <a:xfrm xmlns:a="http://schemas.openxmlformats.org/drawingml/2006/main">
            <a:off x="3333750" y="4019550"/>
            <a:ext cx="8248650" cy="7048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22" name="tree-node-3">
            <a:extLst xmlns:a="http://schemas.openxmlformats.org/drawingml/2006/main">
              <a:ext uri="{FF2B5EF4-FFF2-40B4-BE49-F238E27FC236}">
                <a16:creationId xmlns:a16="http://schemas.microsoft.com/office/drawing/2014/main" id="{ABFAB60C-377D-4D03-A555-1B9DBE9FC701}"/>
              </a:ext>
            </a:extLst>
          </p:cNvPr>
          <p:cNvSpPr>
            <a:spLocks xmlns:a="http://schemas.openxmlformats.org/drawingml/2006/main" noGrp="1"/>
          </p:cNvSpPr>
          <p:nvPr/>
        </p:nvSpPr>
        <p:spPr>
          <a:xfrm xmlns:a="http://schemas.openxmlformats.org/drawingml/2006/main">
            <a:off x="3476625" y="41814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未压缩PCM</a:t>
            </a:r>
          </a:p>
        </p:txBody>
      </p:sp>
      <p:sp>
        <p:nvSpPr>
          <p:cNvPr id="23" name="tree-detail-3">
            <a:extLst xmlns:a="http://schemas.openxmlformats.org/drawingml/2006/main">
              <a:ext uri="{FF2B5EF4-FFF2-40B4-BE49-F238E27FC236}">
                <a16:creationId xmlns:a16="http://schemas.microsoft.com/office/drawing/2014/main" id="{0ACF9228-6EC3-4F87-8804-9A917122DE07}"/>
              </a:ext>
            </a:extLst>
          </p:cNvPr>
          <p:cNvSpPr>
            <a:spLocks xmlns:a="http://schemas.openxmlformats.org/drawingml/2006/main" noGrp="1"/>
          </p:cNvSpPr>
          <p:nvPr/>
        </p:nvSpPr>
        <p:spPr>
          <a:xfrm xmlns:a="http://schemas.openxmlformats.org/drawingml/2006/main">
            <a:off x="6381750" y="40290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每声道样本数×声道数</a:t>
            </a:r>
          </a:p>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×每样本存储字节数</a:t>
            </a:r>
          </a:p>
        </p:txBody>
      </p:sp>
    </p:spTree>
    <p:extLst>
      <p:ext uri="{BB962C8B-B14F-4D97-AF65-F5344CB8AC3E}">
        <p14:creationId xmlns:p14="http://schemas.microsoft.com/office/powerpoint/2010/main" val="1560500694"/>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299D16D-B339-4B0F-9806-028C3B69DB5E}"/>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8100A9D-3AE7-437C-A678-CF43999231A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78990BA-5725-4A9E-AFA4-5232DE79BC83}"/>
              </a:ext>
            </a:extLst>
          </p:cNvPr>
          <p:cNvSpPr>
            <a:spLocks xmlns:a="http://schemas.openxmlformats.org/drawingml/2006/main" noGrp="1"/>
          </p:cNvSpPr>
          <p:nvPr/>
        </p:nvSpPr>
        <p:spPr>
          <a:xfrm xmlns:a="http://schemas.openxmlformats.org/drawingml/2006/main">
            <a:off x="608076" y="2114550"/>
            <a:ext cx="10972800" cy="114300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ctr">
              <a:defRPr sz="6000" b="1">
                <a:solidFill>
                  <a:srgbClr val="262626"/>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6000" b="1">
                <a:solidFill>
                  <a:srgbClr val="262626"/>
                </a:solidFill>
                <a:latin typeface="Alibaba PuHuiTi 3.0 115 Black"/>
                <a:ea typeface="Alibaba PuHuiTi 3.0 115 Black"/>
                <a:cs typeface="Alibaba PuHuiTi 3.0 115 Black"/>
              </a:defRPr>
            </a:pPr>
            <a:r>
              <a:rPr sz="6000" b="1">
                <a:solidFill>
                  <a:srgbClr val="262626"/>
                </a:solidFill>
                <a:latin typeface="Alibaba PuHuiTi 3.0 115 Black"/>
                <a:ea typeface="Alibaba PuHuiTi 3.0 115 Black"/>
                <a:cs typeface="Alibaba PuHuiTi 3.0 115 Black"/>
              </a:rPr>
              <a:t>为什么文件还需要压缩？</a:t>
            </a:r>
          </a:p>
        </p:txBody>
      </p:sp>
      <p:sp>
        <p:nvSpPr>
          <p:cNvPr id="5" name="TextBox 4">
            <a:extLst xmlns:a="http://schemas.openxmlformats.org/drawingml/2006/main">
              <a:ext uri="{FF2B5EF4-FFF2-40B4-BE49-F238E27FC236}">
                <a16:creationId xmlns:a16="http://schemas.microsoft.com/office/drawing/2014/main" id="{E5D9E495-69C5-4558-BB75-1B99EB069F32}"/>
              </a:ext>
            </a:extLst>
          </p:cNvPr>
          <p:cNvSpPr>
            <a:spLocks xmlns:a="http://schemas.openxmlformats.org/drawingml/2006/main" noGrp="1"/>
          </p:cNvSpPr>
          <p:nvPr/>
        </p:nvSpPr>
        <p:spPr>
          <a:xfrm xmlns:a="http://schemas.openxmlformats.org/drawingml/2006/main">
            <a:off x="608076" y="3714750"/>
            <a:ext cx="10972800" cy="7429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ctr">
              <a:defRPr sz="37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3700" b="0">
                <a:solidFill>
                  <a:srgbClr val="808080"/>
                </a:solidFill>
                <a:latin typeface="Alibaba PuHuiTi 3.0 55 Regular"/>
                <a:ea typeface="Alibaba PuHuiTi 3.0 55 Regular"/>
                <a:cs typeface="Alibaba PuHuiTi 3.0 55 Regular"/>
              </a:defRPr>
            </a:pPr>
            <a:r>
              <a:rPr sz="3700" b="0">
                <a:solidFill>
                  <a:srgbClr val="808080"/>
                </a:solidFill>
                <a:latin typeface="Alibaba PuHuiTi 3.0 55 Regular"/>
                <a:ea typeface="Alibaba PuHuiTi 3.0 55 Regular"/>
                <a:cs typeface="Alibaba PuHuiTi 3.0 55 Regular"/>
              </a:rPr>
              <a:t>第二课时｜音频、视频编码与数据压缩</a:t>
            </a:r>
          </a:p>
        </p:txBody>
      </p:sp>
    </p:spTree>
    <p:extLst>
      <p:ext uri="{BB962C8B-B14F-4D97-AF65-F5344CB8AC3E}">
        <p14:creationId xmlns:p14="http://schemas.microsoft.com/office/powerpoint/2010/main" val="1647313591"/>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FA51B1A3-3586-41EF-A28D-ADB680FBB8C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63C254A-0819-4817-B4AF-0F54D5FE9014}"/>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EAD6507-1564-44A0-9249-ED63AA94EE8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先回忆：这四个数字，分别是什么意思？</a:t>
            </a:r>
          </a:p>
        </p:txBody>
      </p:sp>
      <p:sp>
        <p:nvSpPr>
          <p:cNvPr id="5" name="TextBox 4">
            <a:extLst xmlns:a="http://schemas.openxmlformats.org/drawingml/2006/main">
              <a:ext uri="{FF2B5EF4-FFF2-40B4-BE49-F238E27FC236}">
                <a16:creationId xmlns:a16="http://schemas.microsoft.com/office/drawing/2014/main" id="{3F8F754F-E919-44EF-B86B-437AACDADB05}"/>
              </a:ext>
            </a:extLst>
          </p:cNvPr>
          <p:cNvSpPr>
            <a:spLocks xmlns:a="http://schemas.openxmlformats.org/drawingml/2006/main" noGrp="1"/>
          </p:cNvSpPr>
          <p:nvPr/>
        </p:nvSpPr>
        <p:spPr>
          <a:xfrm xmlns:a="http://schemas.openxmlformats.org/drawingml/2006/main">
            <a:off x="859536" y="1828800"/>
            <a:ext cx="495604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8C64E1"/>
                </a:solidFill>
                <a:latin typeface="Alibaba PuHuiTi 3.0 115 Black"/>
                <a:ea typeface="Alibaba PuHuiTi 3.0 115 Black"/>
                <a:cs typeface="Alibaba PuHuiTi 3.0 115 Black"/>
              </a:defRPr>
            </a:pPr>
            <a:r>
              <a:rPr sz="3000" b="1">
                <a:solidFill>
                  <a:srgbClr val="8C64E1"/>
                </a:solidFill>
                <a:latin typeface="Alibaba PuHuiTi 3.0 115 Black"/>
                <a:ea typeface="Alibaba PuHuiTi 3.0 115 Black"/>
                <a:cs typeface="Alibaba PuHuiTi 3.0 115 Black"/>
              </a:rPr>
              <a:t>48,000 Hz</a:t>
            </a:r>
          </a:p>
        </p:txBody>
      </p:sp>
      <p:sp>
        <p:nvSpPr>
          <p:cNvPr id="6" name="TextBox 5">
            <a:extLst xmlns:a="http://schemas.openxmlformats.org/drawingml/2006/main">
              <a:ext uri="{FF2B5EF4-FFF2-40B4-BE49-F238E27FC236}">
                <a16:creationId xmlns:a16="http://schemas.microsoft.com/office/drawing/2014/main" id="{041B745E-4C8C-4787-AE18-9812501D75F1}"/>
              </a:ext>
            </a:extLst>
          </p:cNvPr>
          <p:cNvSpPr>
            <a:spLocks xmlns:a="http://schemas.openxmlformats.org/drawingml/2006/main" noGrp="1"/>
          </p:cNvSpPr>
          <p:nvPr/>
        </p:nvSpPr>
        <p:spPr>
          <a:xfrm xmlns:a="http://schemas.openxmlformats.org/drawingml/2006/main">
            <a:off x="859536" y="2551176"/>
            <a:ext cx="495604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每秒取样次数</a:t>
            </a:r>
          </a:p>
        </p:txBody>
      </p:sp>
      <p:sp>
        <p:nvSpPr>
          <p:cNvPr id="7" name="TextBox 6">
            <a:extLst xmlns:a="http://schemas.openxmlformats.org/drawingml/2006/main">
              <a:ext uri="{FF2B5EF4-FFF2-40B4-BE49-F238E27FC236}">
                <a16:creationId xmlns:a16="http://schemas.microsoft.com/office/drawing/2014/main" id="{A46D0309-A763-4576-BA63-806BDAF207FA}"/>
              </a:ext>
            </a:extLst>
          </p:cNvPr>
          <p:cNvSpPr>
            <a:spLocks xmlns:a="http://schemas.openxmlformats.org/drawingml/2006/main" noGrp="1"/>
          </p:cNvSpPr>
          <p:nvPr/>
        </p:nvSpPr>
        <p:spPr>
          <a:xfrm xmlns:a="http://schemas.openxmlformats.org/drawingml/2006/main">
            <a:off x="6455664" y="1828800"/>
            <a:ext cx="495604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007C9B"/>
                </a:solidFill>
                <a:latin typeface="Alibaba PuHuiTi 3.0 115 Black"/>
                <a:ea typeface="Alibaba PuHuiTi 3.0 115 Black"/>
                <a:cs typeface="Alibaba PuHuiTi 3.0 115 Black"/>
              </a:defRPr>
            </a:pPr>
            <a:r>
              <a:rPr sz="3000" b="1">
                <a:solidFill>
                  <a:srgbClr val="007C9B"/>
                </a:solidFill>
                <a:latin typeface="Alibaba PuHuiTi 3.0 115 Black"/>
                <a:ea typeface="Alibaba PuHuiTi 3.0 115 Black"/>
                <a:cs typeface="Alibaba PuHuiTi 3.0 115 Black"/>
              </a:rPr>
              <a:t>16 bit</a:t>
            </a:r>
          </a:p>
        </p:txBody>
      </p:sp>
      <p:sp>
        <p:nvSpPr>
          <p:cNvPr id="8" name="TextBox 7">
            <a:extLst xmlns:a="http://schemas.openxmlformats.org/drawingml/2006/main">
              <a:ext uri="{FF2B5EF4-FFF2-40B4-BE49-F238E27FC236}">
                <a16:creationId xmlns:a16="http://schemas.microsoft.com/office/drawing/2014/main" id="{B79E5FDD-C245-4F87-B27C-06C2A660519C}"/>
              </a:ext>
            </a:extLst>
          </p:cNvPr>
          <p:cNvSpPr>
            <a:spLocks xmlns:a="http://schemas.openxmlformats.org/drawingml/2006/main" noGrp="1"/>
          </p:cNvSpPr>
          <p:nvPr/>
        </p:nvSpPr>
        <p:spPr>
          <a:xfrm xmlns:a="http://schemas.openxmlformats.org/drawingml/2006/main">
            <a:off x="6455664" y="2551176"/>
            <a:ext cx="495604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每样本的位数</a:t>
            </a:r>
          </a:p>
        </p:txBody>
      </p:sp>
      <p:sp>
        <p:nvSpPr>
          <p:cNvPr id="9" name="TextBox 8">
            <a:extLst xmlns:a="http://schemas.openxmlformats.org/drawingml/2006/main">
              <a:ext uri="{FF2B5EF4-FFF2-40B4-BE49-F238E27FC236}">
                <a16:creationId xmlns:a16="http://schemas.microsoft.com/office/drawing/2014/main" id="{AC6FEBB1-D865-4F37-8813-A97CA8525A7D}"/>
              </a:ext>
            </a:extLst>
          </p:cNvPr>
          <p:cNvSpPr>
            <a:spLocks xmlns:a="http://schemas.openxmlformats.org/drawingml/2006/main" noGrp="1"/>
          </p:cNvSpPr>
          <p:nvPr/>
        </p:nvSpPr>
        <p:spPr>
          <a:xfrm xmlns:a="http://schemas.openxmlformats.org/drawingml/2006/main">
            <a:off x="859536" y="3566160"/>
            <a:ext cx="495604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8C64E1"/>
                </a:solidFill>
                <a:latin typeface="Alibaba PuHuiTi 3.0 115 Black"/>
                <a:ea typeface="Alibaba PuHuiTi 3.0 115 Black"/>
                <a:cs typeface="Alibaba PuHuiTi 3.0 115 Black"/>
              </a:defRPr>
            </a:pPr>
            <a:r>
              <a:rPr sz="3000" b="1">
                <a:solidFill>
                  <a:srgbClr val="8C64E1"/>
                </a:solidFill>
                <a:latin typeface="Alibaba PuHuiTi 3.0 115 Black"/>
                <a:ea typeface="Alibaba PuHuiTi 3.0 115 Black"/>
                <a:cs typeface="Alibaba PuHuiTi 3.0 115 Black"/>
              </a:rPr>
              <a:t>2</a:t>
            </a:r>
          </a:p>
        </p:txBody>
      </p:sp>
      <p:sp>
        <p:nvSpPr>
          <p:cNvPr id="10" name="TextBox 9">
            <a:extLst xmlns:a="http://schemas.openxmlformats.org/drawingml/2006/main">
              <a:ext uri="{FF2B5EF4-FFF2-40B4-BE49-F238E27FC236}">
                <a16:creationId xmlns:a16="http://schemas.microsoft.com/office/drawing/2014/main" id="{4E1AC4D7-448D-4FDE-93B0-21B0C01074D0}"/>
              </a:ext>
            </a:extLst>
          </p:cNvPr>
          <p:cNvSpPr>
            <a:spLocks xmlns:a="http://schemas.openxmlformats.org/drawingml/2006/main" noGrp="1"/>
          </p:cNvSpPr>
          <p:nvPr/>
        </p:nvSpPr>
        <p:spPr>
          <a:xfrm xmlns:a="http://schemas.openxmlformats.org/drawingml/2006/main">
            <a:off x="859536" y="4288536"/>
            <a:ext cx="495604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左右两个声道</a:t>
            </a:r>
          </a:p>
        </p:txBody>
      </p:sp>
      <p:sp>
        <p:nvSpPr>
          <p:cNvPr id="11" name="TextBox 10">
            <a:extLst xmlns:a="http://schemas.openxmlformats.org/drawingml/2006/main">
              <a:ext uri="{FF2B5EF4-FFF2-40B4-BE49-F238E27FC236}">
                <a16:creationId xmlns:a16="http://schemas.microsoft.com/office/drawing/2014/main" id="{61EE167F-CBB1-45BD-A415-3C2FE805ACCB}"/>
              </a:ext>
            </a:extLst>
          </p:cNvPr>
          <p:cNvSpPr>
            <a:spLocks xmlns:a="http://schemas.openxmlformats.org/drawingml/2006/main" noGrp="1"/>
          </p:cNvSpPr>
          <p:nvPr/>
        </p:nvSpPr>
        <p:spPr>
          <a:xfrm xmlns:a="http://schemas.openxmlformats.org/drawingml/2006/main">
            <a:off x="6455664" y="3566160"/>
            <a:ext cx="495604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007C9B"/>
                </a:solidFill>
                <a:latin typeface="Alibaba PuHuiTi 3.0 115 Black"/>
                <a:ea typeface="Alibaba PuHuiTi 3.0 115 Black"/>
                <a:cs typeface="Alibaba PuHuiTi 3.0 115 Black"/>
              </a:defRPr>
            </a:pPr>
            <a:r>
              <a:rPr sz="3000" b="1">
                <a:solidFill>
                  <a:srgbClr val="007C9B"/>
                </a:solidFill>
                <a:latin typeface="Alibaba PuHuiTi 3.0 115 Black"/>
                <a:ea typeface="Alibaba PuHuiTi 3.0 115 Black"/>
                <a:cs typeface="Alibaba PuHuiTi 3.0 115 Black"/>
              </a:rPr>
              <a:t>60 s</a:t>
            </a:r>
          </a:p>
        </p:txBody>
      </p:sp>
      <p:sp>
        <p:nvSpPr>
          <p:cNvPr id="12" name="TextBox 11">
            <a:extLst xmlns:a="http://schemas.openxmlformats.org/drawingml/2006/main">
              <a:ext uri="{FF2B5EF4-FFF2-40B4-BE49-F238E27FC236}">
                <a16:creationId xmlns:a16="http://schemas.microsoft.com/office/drawing/2014/main" id="{A31A36E7-AB18-4D71-9140-4AD1127C8A2D}"/>
              </a:ext>
            </a:extLst>
          </p:cNvPr>
          <p:cNvSpPr>
            <a:spLocks xmlns:a="http://schemas.openxmlformats.org/drawingml/2006/main" noGrp="1"/>
          </p:cNvSpPr>
          <p:nvPr/>
        </p:nvSpPr>
        <p:spPr>
          <a:xfrm xmlns:a="http://schemas.openxmlformats.org/drawingml/2006/main">
            <a:off x="6455664" y="4288536"/>
            <a:ext cx="495604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音频持续时间</a:t>
            </a:r>
          </a:p>
        </p:txBody>
      </p:sp>
      <p:sp>
        <p:nvSpPr>
          <p:cNvPr id="13" name="TextBox 12">
            <a:extLst xmlns:a="http://schemas.openxmlformats.org/drawingml/2006/main">
              <a:ext uri="{FF2B5EF4-FFF2-40B4-BE49-F238E27FC236}">
                <a16:creationId xmlns:a16="http://schemas.microsoft.com/office/drawing/2014/main" id="{751E5C86-5990-4BBA-94AE-12F34A9177C9}"/>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提醒：1 MB（按1024²换算）在严格单位写法中应称MiB。</a:t>
            </a:r>
          </a:p>
        </p:txBody>
      </p:sp>
    </p:spTree>
    <p:extLst>
      <p:ext uri="{BB962C8B-B14F-4D97-AF65-F5344CB8AC3E}">
        <p14:creationId xmlns:p14="http://schemas.microsoft.com/office/powerpoint/2010/main" val="603738169"/>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F36C739-C494-4ABB-87F4-0AC7D4BDC4D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DEB8769-EF31-4A3A-BBF7-62B7D2B1E3B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52C28D2-25E8-42F2-8D5F-C6B0BFC70CE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2</a:t>
            </a:r>
          </a:p>
        </p:txBody>
      </p:sp>
      <p:sp>
        <p:nvSpPr>
          <p:cNvPr id="5" name="practice-givens">
            <a:extLst xmlns:a="http://schemas.openxmlformats.org/drawingml/2006/main">
              <a:ext uri="{FF2B5EF4-FFF2-40B4-BE49-F238E27FC236}">
                <a16:creationId xmlns:a16="http://schemas.microsoft.com/office/drawing/2014/main" id="{B935642A-DCE0-416E-93CE-B54731243153}"/>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1分钟未压缩PCM音频：48,000 Hz、16 bit、双声道。</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样本数据量约多少MiB？</a:t>
            </a:r>
          </a:p>
        </p:txBody>
      </p:sp>
      <p:sp>
        <p:nvSpPr>
          <p:cNvPr id="6" name="Connector 5">
            <a:extLst xmlns:a="http://schemas.openxmlformats.org/drawingml/2006/main">
              <a:ext uri="{FF2B5EF4-FFF2-40B4-BE49-F238E27FC236}">
                <a16:creationId xmlns:a16="http://schemas.microsoft.com/office/drawing/2014/main" id="{1B797BEA-9D84-41CD-8472-3AB48B9A3136}"/>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04C1E76F-4CC1-4AD5-B5C6-0B471A416687}"/>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先列式，再做单位换算。</a:t>
            </a:r>
          </a:p>
        </p:txBody>
      </p:sp>
    </p:spTree>
    <p:extLst>
      <p:ext uri="{BB962C8B-B14F-4D97-AF65-F5344CB8AC3E}">
        <p14:creationId xmlns:p14="http://schemas.microsoft.com/office/powerpoint/2010/main" val="1850345566"/>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66D5E8A-F42D-4C5C-A7EE-AF6DC04B62C0}"/>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115AA4B-75DE-4DBA-9B98-D02C61B9106D}"/>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5067003-B407-495B-A1D1-67228A2EF3F2}"/>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2</a:t>
            </a:r>
          </a:p>
        </p:txBody>
      </p:sp>
      <p:sp>
        <p:nvSpPr>
          <p:cNvPr id="5" name="practice-givens">
            <a:extLst xmlns:a="http://schemas.openxmlformats.org/drawingml/2006/main">
              <a:ext uri="{FF2B5EF4-FFF2-40B4-BE49-F238E27FC236}">
                <a16:creationId xmlns:a16="http://schemas.microsoft.com/office/drawing/2014/main" id="{06DA94E1-7A53-4954-A939-234A0E001EFF}"/>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1分钟未压缩PCM音频：48,000 Hz、16 bit、双声道。</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样本数据量约多少MiB？</a:t>
            </a:r>
          </a:p>
        </p:txBody>
      </p:sp>
      <p:sp>
        <p:nvSpPr>
          <p:cNvPr id="6" name="Connector 5">
            <a:extLst xmlns:a="http://schemas.openxmlformats.org/drawingml/2006/main">
              <a:ext uri="{FF2B5EF4-FFF2-40B4-BE49-F238E27FC236}">
                <a16:creationId xmlns:a16="http://schemas.microsoft.com/office/drawing/2014/main" id="{FCDC3A8A-DD8B-4D15-A123-28A4D4AA05D3}"/>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calculation-step-0">
            <a:extLst xmlns:a="http://schemas.openxmlformats.org/drawingml/2006/main">
              <a:ext uri="{FF2B5EF4-FFF2-40B4-BE49-F238E27FC236}">
                <a16:creationId xmlns:a16="http://schemas.microsoft.com/office/drawing/2014/main" id="{0DECBB39-16AC-4FE3-BB80-EC82208A2D8E}"/>
              </a:ext>
            </a:extLst>
          </p:cNvPr>
          <p:cNvSpPr>
            <a:spLocks xmlns:a="http://schemas.openxmlformats.org/drawingml/2006/main" noGrp="1"/>
          </p:cNvSpPr>
          <p:nvPr/>
        </p:nvSpPr>
        <p:spPr>
          <a:xfrm xmlns:a="http://schemas.openxmlformats.org/drawingml/2006/main">
            <a:off x="819150" y="35147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每声道：48,000 × 60＝2,880,000 个样本</a:t>
            </a:r>
          </a:p>
        </p:txBody>
      </p:sp>
      <p:sp>
        <p:nvSpPr>
          <p:cNvPr id="8" name="calculation-step-1">
            <a:extLst xmlns:a="http://schemas.openxmlformats.org/drawingml/2006/main">
              <a:ext uri="{FF2B5EF4-FFF2-40B4-BE49-F238E27FC236}">
                <a16:creationId xmlns:a16="http://schemas.microsoft.com/office/drawing/2014/main" id="{A8CE6ED8-1F3E-4BE3-9F09-DBC398F2E049}"/>
              </a:ext>
            </a:extLst>
          </p:cNvPr>
          <p:cNvSpPr>
            <a:spLocks xmlns:a="http://schemas.openxmlformats.org/drawingml/2006/main" noGrp="1"/>
          </p:cNvSpPr>
          <p:nvPr/>
        </p:nvSpPr>
        <p:spPr>
          <a:xfrm xmlns:a="http://schemas.openxmlformats.org/drawingml/2006/main">
            <a:off x="819150" y="39909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每样本：16 bit ÷ 8＝2 Byte</a:t>
            </a:r>
          </a:p>
        </p:txBody>
      </p:sp>
      <p:sp>
        <p:nvSpPr>
          <p:cNvPr id="9" name="calculation-step-2">
            <a:extLst xmlns:a="http://schemas.openxmlformats.org/drawingml/2006/main">
              <a:ext uri="{FF2B5EF4-FFF2-40B4-BE49-F238E27FC236}">
                <a16:creationId xmlns:a16="http://schemas.microsoft.com/office/drawing/2014/main" id="{C629BE71-1224-4217-9849-65134E09B647}"/>
              </a:ext>
            </a:extLst>
          </p:cNvPr>
          <p:cNvSpPr>
            <a:spLocks xmlns:a="http://schemas.openxmlformats.org/drawingml/2006/main" noGrp="1"/>
          </p:cNvSpPr>
          <p:nvPr/>
        </p:nvSpPr>
        <p:spPr>
          <a:xfrm xmlns:a="http://schemas.openxmlformats.org/drawingml/2006/main">
            <a:off x="819150" y="44672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总量：2,880,000 × 2声道 × 2＝11,520,000 B</a:t>
            </a:r>
          </a:p>
        </p:txBody>
      </p:sp>
      <p:sp>
        <p:nvSpPr>
          <p:cNvPr id="10" name="calculation-step-3">
            <a:extLst xmlns:a="http://schemas.openxmlformats.org/drawingml/2006/main">
              <a:ext uri="{FF2B5EF4-FFF2-40B4-BE49-F238E27FC236}">
                <a16:creationId xmlns:a16="http://schemas.microsoft.com/office/drawing/2014/main" id="{1C7CB7F3-E4B3-4FA8-ADCD-C790BF1213FB}"/>
              </a:ext>
            </a:extLst>
          </p:cNvPr>
          <p:cNvSpPr>
            <a:spLocks xmlns:a="http://schemas.openxmlformats.org/drawingml/2006/main" noGrp="1"/>
          </p:cNvSpPr>
          <p:nvPr/>
        </p:nvSpPr>
        <p:spPr>
          <a:xfrm xmlns:a="http://schemas.openxmlformats.org/drawingml/2006/main">
            <a:off x="819150" y="49434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换算：11,520,000 ÷ 1024² ≈ 10.99 MiB</a:t>
            </a:r>
          </a:p>
        </p:txBody>
      </p:sp>
      <p:sp>
        <p:nvSpPr>
          <p:cNvPr id="11" name="practice-answer">
            <a:extLst xmlns:a="http://schemas.openxmlformats.org/drawingml/2006/main">
              <a:ext uri="{FF2B5EF4-FFF2-40B4-BE49-F238E27FC236}">
                <a16:creationId xmlns:a16="http://schemas.microsoft.com/office/drawing/2014/main" id="{8B86645D-221E-4AFD-9A7C-C3AF2F4C302E}"/>
              </a:ext>
            </a:extLst>
          </p:cNvPr>
          <p:cNvSpPr>
            <a:spLocks xmlns:a="http://schemas.openxmlformats.org/drawingml/2006/main" noGrp="1"/>
          </p:cNvSpPr>
          <p:nvPr/>
        </p:nvSpPr>
        <p:spPr>
          <a:xfrm xmlns:a="http://schemas.openxmlformats.org/drawingml/2006/main">
            <a:off x="819150" y="56578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答案：约10.99 MiB</a:t>
            </a:r>
          </a:p>
        </p:txBody>
      </p:sp>
    </p:spTree>
    <p:extLst>
      <p:ext uri="{BB962C8B-B14F-4D97-AF65-F5344CB8AC3E}">
        <p14:creationId xmlns:p14="http://schemas.microsoft.com/office/powerpoint/2010/main" val="794302661"/>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362DAEF-B75E-406E-99BF-46E94BA9AE7D}"/>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FBE21C1-D229-4A3A-987F-26560DE8A08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AA6B79E-E1A0-4C2F-830B-114B1CE2C9FE}"/>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3</a:t>
            </a:r>
          </a:p>
        </p:txBody>
      </p:sp>
      <p:sp>
        <p:nvSpPr>
          <p:cNvPr id="5" name="practice-givens">
            <a:extLst xmlns:a="http://schemas.openxmlformats.org/drawingml/2006/main">
              <a:ext uri="{FF2B5EF4-FFF2-40B4-BE49-F238E27FC236}">
                <a16:creationId xmlns:a16="http://schemas.microsoft.com/office/drawing/2014/main" id="{3D58D31C-D2A3-4E26-84C0-A84F6831A646}"/>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给5分钟的诗朗诵加入一条等时长背景音乐音轨。</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如果导出时仍为44.1 kHz、16 bit、双声道PCM，</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数据量会翻倍吗？</a:t>
            </a:r>
          </a:p>
        </p:txBody>
      </p:sp>
      <p:sp>
        <p:nvSpPr>
          <p:cNvPr id="6" name="Connector 5">
            <a:extLst xmlns:a="http://schemas.openxmlformats.org/drawingml/2006/main">
              <a:ext uri="{FF2B5EF4-FFF2-40B4-BE49-F238E27FC236}">
                <a16:creationId xmlns:a16="http://schemas.microsoft.com/office/drawing/2014/main" id="{B4CA7659-332D-4CAA-BF65-5B6E20BFF703}"/>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F71F4805-C040-4396-BD0B-6A9F6A52B406}"/>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先投票：翻倍 / 不变 / 说不清。</a:t>
            </a:r>
          </a:p>
        </p:txBody>
      </p:sp>
    </p:spTree>
    <p:extLst>
      <p:ext uri="{BB962C8B-B14F-4D97-AF65-F5344CB8AC3E}">
        <p14:creationId xmlns:p14="http://schemas.microsoft.com/office/powerpoint/2010/main" val="1801136467"/>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BA1BF46-6D25-4AF9-A841-C3F30AE1D5F5}"/>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5DDFCD8-3299-42EC-9758-A3928AD50E9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EFECA51-F282-4AF3-8F05-018FCB9283B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两个看似有道理的答案，你支持哪一个？</a:t>
            </a:r>
          </a:p>
        </p:txBody>
      </p:sp>
      <p:sp>
        <p:nvSpPr>
          <p:cNvPr id="5" name="Connector 4">
            <a:extLst xmlns:a="http://schemas.openxmlformats.org/drawingml/2006/main">
              <a:ext uri="{FF2B5EF4-FFF2-40B4-BE49-F238E27FC236}">
                <a16:creationId xmlns:a16="http://schemas.microsoft.com/office/drawing/2014/main" id="{3F61939C-3BEF-45FE-B64F-27F1487191AE}"/>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D00F1509-332A-45EF-A7B9-6BFF3CF86E70}"/>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观点 A：不变</a:t>
            </a:r>
          </a:p>
        </p:txBody>
      </p:sp>
      <p:sp>
        <p:nvSpPr>
          <p:cNvPr id="7" name="TextBox 6">
            <a:extLst xmlns:a="http://schemas.openxmlformats.org/drawingml/2006/main">
              <a:ext uri="{FF2B5EF4-FFF2-40B4-BE49-F238E27FC236}">
                <a16:creationId xmlns:a16="http://schemas.microsoft.com/office/drawing/2014/main" id="{AC8413F1-127A-44E8-845E-D9E3E2C29A14}"/>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观点 B：翻倍</a:t>
            </a:r>
          </a:p>
        </p:txBody>
      </p:sp>
      <p:sp>
        <p:nvSpPr>
          <p:cNvPr id="8" name="TextBox 7">
            <a:extLst xmlns:a="http://schemas.openxmlformats.org/drawingml/2006/main">
              <a:ext uri="{FF2B5EF4-FFF2-40B4-BE49-F238E27FC236}">
                <a16:creationId xmlns:a16="http://schemas.microsoft.com/office/drawing/2014/main" id="{032EE781-27F2-4856-884C-3A45FA8109D7}"/>
              </a:ext>
            </a:extLst>
          </p:cNvPr>
          <p:cNvSpPr>
            <a:spLocks xmlns:a="http://schemas.openxmlformats.org/drawingml/2006/main" noGrp="1"/>
          </p:cNvSpPr>
          <p:nvPr/>
        </p:nvSpPr>
        <p:spPr>
          <a:xfrm xmlns:a="http://schemas.openxmlformats.org/drawingml/2006/main">
            <a:off x="822960" y="2743200"/>
            <a:ext cx="501091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采样率没变，位数没变，时长没变，</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输出的声道数也没变。</a:t>
            </a:r>
          </a:p>
        </p:txBody>
      </p:sp>
      <p:sp>
        <p:nvSpPr>
          <p:cNvPr id="9" name="TextBox 8">
            <a:extLst xmlns:a="http://schemas.openxmlformats.org/drawingml/2006/main">
              <a:ext uri="{FF2B5EF4-FFF2-40B4-BE49-F238E27FC236}">
                <a16:creationId xmlns:a16="http://schemas.microsoft.com/office/drawing/2014/main" id="{B6AAACEA-1429-4CAA-BD78-9AD73A2A79FF}"/>
              </a:ext>
            </a:extLst>
          </p:cNvPr>
          <p:cNvSpPr>
            <a:spLocks xmlns:a="http://schemas.openxmlformats.org/drawingml/2006/main" noGrp="1"/>
          </p:cNvSpPr>
          <p:nvPr/>
        </p:nvSpPr>
        <p:spPr>
          <a:xfrm xmlns:a="http://schemas.openxmlformats.org/drawingml/2006/main">
            <a:off x="6455664" y="2743200"/>
            <a:ext cx="487375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录音里多了一份音乐，</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是不是就需要多一份音频数据？</a:t>
            </a:r>
          </a:p>
        </p:txBody>
      </p:sp>
      <p:sp>
        <p:nvSpPr>
          <p:cNvPr id="10" name="TextBox 9">
            <a:extLst xmlns:a="http://schemas.openxmlformats.org/drawingml/2006/main">
              <a:ext uri="{FF2B5EF4-FFF2-40B4-BE49-F238E27FC236}">
                <a16:creationId xmlns:a16="http://schemas.microsoft.com/office/drawing/2014/main" id="{56FBD98A-9BEA-4F18-898E-25E9801ABC92}"/>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争论的关键：编辑时的“音轨”，是不是导出时的“声道”？</a:t>
            </a:r>
          </a:p>
        </p:txBody>
      </p:sp>
    </p:spTree>
    <p:extLst>
      <p:ext uri="{BB962C8B-B14F-4D97-AF65-F5344CB8AC3E}">
        <p14:creationId xmlns:p14="http://schemas.microsoft.com/office/powerpoint/2010/main" val="1103825675"/>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EBA404E-08CE-4241-B73A-408354AD7F0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1B937D7B-07AF-4E2C-9434-8DBD9BF713DC}"/>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183488D-6181-435B-A71E-04EF55E2018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编辑音轨与输出声道，有什么不同？</a:t>
            </a:r>
          </a:p>
        </p:txBody>
      </p:sp>
      <p:sp>
        <p:nvSpPr>
          <p:cNvPr id="5" name="text">
            <a:extLst xmlns:a="http://schemas.openxmlformats.org/drawingml/2006/main">
              <a:ext uri="{FF2B5EF4-FFF2-40B4-BE49-F238E27FC236}">
                <a16:creationId xmlns:a16="http://schemas.microsoft.com/office/drawing/2014/main" id="{26DF4944-9D91-4818-A9AE-D5A18F38CB97}"/>
              </a:ext>
            </a:extLst>
          </p:cNvPr>
          <p:cNvSpPr>
            <a:spLocks xmlns:a="http://schemas.openxmlformats.org/drawingml/2006/main" noGrp="1"/>
          </p:cNvSpPr>
          <p:nvPr/>
        </p:nvSpPr>
        <p:spPr>
          <a:xfrm xmlns:a="http://schemas.openxmlformats.org/drawingml/2006/main">
            <a:off x="609600" y="1581150"/>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编辑时：两条音轨</a:t>
            </a:r>
          </a:p>
        </p:txBody>
      </p:sp>
      <p:sp>
        <p:nvSpPr>
          <p:cNvPr id="6" name="text">
            <a:extLst xmlns:a="http://schemas.openxmlformats.org/drawingml/2006/main">
              <a:ext uri="{FF2B5EF4-FFF2-40B4-BE49-F238E27FC236}">
                <a16:creationId xmlns:a16="http://schemas.microsoft.com/office/drawing/2014/main" id="{46BAFEF4-6CB3-4AE0-851D-174D3389E450}"/>
              </a:ext>
            </a:extLst>
          </p:cNvPr>
          <p:cNvSpPr>
            <a:spLocks xmlns:a="http://schemas.openxmlformats.org/drawingml/2006/main" noGrp="1"/>
          </p:cNvSpPr>
          <p:nvPr/>
        </p:nvSpPr>
        <p:spPr>
          <a:xfrm xmlns:a="http://schemas.openxmlformats.org/drawingml/2006/main">
            <a:off x="7905750" y="1581150"/>
            <a:ext cx="3676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输出时：两个声道</a:t>
            </a:r>
          </a:p>
        </p:txBody>
      </p:sp>
      <p:sp>
        <p:nvSpPr>
          <p:cNvPr id="7" name="track-0">
            <a:extLst xmlns:a="http://schemas.openxmlformats.org/drawingml/2006/main">
              <a:ext uri="{FF2B5EF4-FFF2-40B4-BE49-F238E27FC236}">
                <a16:creationId xmlns:a16="http://schemas.microsoft.com/office/drawing/2014/main" id="{C068DB38-5723-42D6-84D5-819FC4197A49}"/>
              </a:ext>
            </a:extLst>
          </p:cNvPr>
          <p:cNvSpPr>
            <a:spLocks xmlns:a="http://schemas.openxmlformats.org/drawingml/2006/main" noGrp="1"/>
          </p:cNvSpPr>
          <p:nvPr/>
        </p:nvSpPr>
        <p:spPr>
          <a:xfrm xmlns:a="http://schemas.openxmlformats.org/drawingml/2006/main">
            <a:off x="609600" y="2619375"/>
            <a:ext cx="3476625" cy="72390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8" name="track-label-0">
            <a:extLst xmlns:a="http://schemas.openxmlformats.org/drawingml/2006/main">
              <a:ext uri="{FF2B5EF4-FFF2-40B4-BE49-F238E27FC236}">
                <a16:creationId xmlns:a16="http://schemas.microsoft.com/office/drawing/2014/main" id="{9BEC75FC-FED2-47B9-87C3-83B9F258674C}"/>
              </a:ext>
            </a:extLst>
          </p:cNvPr>
          <p:cNvSpPr>
            <a:spLocks xmlns:a="http://schemas.openxmlformats.org/drawingml/2006/main" noGrp="1"/>
          </p:cNvSpPr>
          <p:nvPr/>
        </p:nvSpPr>
        <p:spPr>
          <a:xfrm xmlns:a="http://schemas.openxmlformats.org/drawingml/2006/main">
            <a:off x="790575" y="2809875"/>
            <a:ext cx="309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音轨1：诗朗诵</a:t>
            </a:r>
          </a:p>
        </p:txBody>
      </p:sp>
      <p:sp>
        <p:nvSpPr>
          <p:cNvPr id="9" name="track-1">
            <a:extLst xmlns:a="http://schemas.openxmlformats.org/drawingml/2006/main">
              <a:ext uri="{FF2B5EF4-FFF2-40B4-BE49-F238E27FC236}">
                <a16:creationId xmlns:a16="http://schemas.microsoft.com/office/drawing/2014/main" id="{2318F141-C5C8-4D2B-8848-F7192D94D77A}"/>
              </a:ext>
            </a:extLst>
          </p:cNvPr>
          <p:cNvSpPr>
            <a:spLocks xmlns:a="http://schemas.openxmlformats.org/drawingml/2006/main" noGrp="1"/>
          </p:cNvSpPr>
          <p:nvPr/>
        </p:nvSpPr>
        <p:spPr>
          <a:xfrm xmlns:a="http://schemas.openxmlformats.org/drawingml/2006/main">
            <a:off x="609600" y="4143375"/>
            <a:ext cx="3476625" cy="72390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0" name="track-label-1">
            <a:extLst xmlns:a="http://schemas.openxmlformats.org/drawingml/2006/main">
              <a:ext uri="{FF2B5EF4-FFF2-40B4-BE49-F238E27FC236}">
                <a16:creationId xmlns:a16="http://schemas.microsoft.com/office/drawing/2014/main" id="{FF2C0F56-F9D7-4931-A872-F487C1EF7D63}"/>
              </a:ext>
            </a:extLst>
          </p:cNvPr>
          <p:cNvSpPr>
            <a:spLocks xmlns:a="http://schemas.openxmlformats.org/drawingml/2006/main" noGrp="1"/>
          </p:cNvSpPr>
          <p:nvPr/>
        </p:nvSpPr>
        <p:spPr>
          <a:xfrm xmlns:a="http://schemas.openxmlformats.org/drawingml/2006/main">
            <a:off x="790575" y="4333875"/>
            <a:ext cx="309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音轨2：背景音乐</a:t>
            </a:r>
          </a:p>
        </p:txBody>
      </p:sp>
      <p:sp>
        <p:nvSpPr>
          <p:cNvPr id="11" name="mix-operation">
            <a:extLst xmlns:a="http://schemas.openxmlformats.org/drawingml/2006/main">
              <a:ext uri="{FF2B5EF4-FFF2-40B4-BE49-F238E27FC236}">
                <a16:creationId xmlns:a16="http://schemas.microsoft.com/office/drawing/2014/main" id="{F20998D3-1BB9-4B6C-BFBA-570BBFD5F2E8}"/>
              </a:ext>
            </a:extLst>
          </p:cNvPr>
          <p:cNvSpPr>
            <a:spLocks xmlns:a="http://schemas.openxmlformats.org/drawingml/2006/main" noGrp="1"/>
          </p:cNvSpPr>
          <p:nvPr/>
        </p:nvSpPr>
        <p:spPr>
          <a:xfrm xmlns:a="http://schemas.openxmlformats.org/drawingml/2006/main">
            <a:off x="5105400" y="3362325"/>
            <a:ext cx="1981200" cy="72390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2" name="mix-label">
            <a:extLst xmlns:a="http://schemas.openxmlformats.org/drawingml/2006/main">
              <a:ext uri="{FF2B5EF4-FFF2-40B4-BE49-F238E27FC236}">
                <a16:creationId xmlns:a16="http://schemas.microsoft.com/office/drawing/2014/main" id="{C355DDE4-9C63-4F13-8BC9-2D6E5BFD56FA}"/>
              </a:ext>
            </a:extLst>
          </p:cNvPr>
          <p:cNvSpPr>
            <a:spLocks xmlns:a="http://schemas.openxmlformats.org/drawingml/2006/main" noGrp="1"/>
          </p:cNvSpPr>
          <p:nvPr/>
        </p:nvSpPr>
        <p:spPr>
          <a:xfrm xmlns:a="http://schemas.openxmlformats.org/drawingml/2006/main">
            <a:off x="5248275" y="3552825"/>
            <a:ext cx="1695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混音导出</a:t>
            </a:r>
          </a:p>
        </p:txBody>
      </p:sp>
      <p:sp>
        <p:nvSpPr>
          <p:cNvPr id="13" name="output-0">
            <a:extLst xmlns:a="http://schemas.openxmlformats.org/drawingml/2006/main">
              <a:ext uri="{FF2B5EF4-FFF2-40B4-BE49-F238E27FC236}">
                <a16:creationId xmlns:a16="http://schemas.microsoft.com/office/drawing/2014/main" id="{A11A79B2-D6EE-4B11-96E0-5A55A74BA794}"/>
              </a:ext>
            </a:extLst>
          </p:cNvPr>
          <p:cNvSpPr>
            <a:spLocks xmlns:a="http://schemas.openxmlformats.org/drawingml/2006/main" noGrp="1"/>
          </p:cNvSpPr>
          <p:nvPr/>
        </p:nvSpPr>
        <p:spPr>
          <a:xfrm xmlns:a="http://schemas.openxmlformats.org/drawingml/2006/main">
            <a:off x="8096250" y="2619375"/>
            <a:ext cx="3486150" cy="72390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14" name="output-label-0">
            <a:extLst xmlns:a="http://schemas.openxmlformats.org/drawingml/2006/main">
              <a:ext uri="{FF2B5EF4-FFF2-40B4-BE49-F238E27FC236}">
                <a16:creationId xmlns:a16="http://schemas.microsoft.com/office/drawing/2014/main" id="{CC881C8F-0D3B-4852-818C-3A88326E57F5}"/>
              </a:ext>
            </a:extLst>
          </p:cNvPr>
          <p:cNvSpPr>
            <a:spLocks xmlns:a="http://schemas.openxmlformats.org/drawingml/2006/main" noGrp="1"/>
          </p:cNvSpPr>
          <p:nvPr/>
        </p:nvSpPr>
        <p:spPr>
          <a:xfrm xmlns:a="http://schemas.openxmlformats.org/drawingml/2006/main">
            <a:off x="8258175" y="2809875"/>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左声道 L</a:t>
            </a:r>
          </a:p>
        </p:txBody>
      </p:sp>
      <p:sp>
        <p:nvSpPr>
          <p:cNvPr id="15" name="split-0">
            <a:extLst xmlns:a="http://schemas.openxmlformats.org/drawingml/2006/main">
              <a:ext uri="{FF2B5EF4-FFF2-40B4-BE49-F238E27FC236}">
                <a16:creationId xmlns:a16="http://schemas.microsoft.com/office/drawing/2014/main" id="{F2DC6789-3185-4677-AEC1-1CF908DEB802}"/>
              </a:ext>
            </a:extLst>
          </p:cNvPr>
          <p:cNvSpPr>
            <a:spLocks xmlns:a="http://schemas.openxmlformats.org/drawingml/2006/main" noGrp="1"/>
          </p:cNvSpPr>
          <p:nvPr/>
        </p:nvSpPr>
        <p:spPr>
          <a:xfrm xmlns:a="http://schemas.openxmlformats.org/drawingml/2006/main">
            <a:off x="7086600" y="3724275"/>
            <a:ext cx="609600" cy="9525"/>
          </a:xfrm>
          <a:custGeom xmlns:a="http://schemas.openxmlformats.org/drawingml/2006/main">
            <a:pathLst>
              <a:path w="609600" h="9525">
                <a:moveTo>
                  <a:pt x="0" y="0"/>
                </a:moveTo>
                <a:lnTo>
                  <a:pt x="609600" y="0"/>
                </a:lnTo>
              </a:path>
            </a:pathLst>
          </a:custGeom>
          <a:noFill xmlns:a="http://schemas.openxmlformats.org/drawingml/2006/main"/>
          <a:ln xmlns:a="http://schemas.openxmlformats.org/drawingml/2006/main" w="19050">
            <a:solidFill>
              <a:srgbClr val="8C64E1"/>
            </a:solidFill>
          </a:ln>
        </p:spPr>
      </p:sp>
      <p:sp>
        <p:nvSpPr>
          <p:cNvPr id="16" name="split-branch-0">
            <a:extLst xmlns:a="http://schemas.openxmlformats.org/drawingml/2006/main">
              <a:ext uri="{FF2B5EF4-FFF2-40B4-BE49-F238E27FC236}">
                <a16:creationId xmlns:a16="http://schemas.microsoft.com/office/drawing/2014/main" id="{F8776E24-5338-4357-ABF2-6211DA0166C8}"/>
              </a:ext>
            </a:extLst>
          </p:cNvPr>
          <p:cNvSpPr>
            <a:spLocks xmlns:a="http://schemas.openxmlformats.org/drawingml/2006/main" noGrp="1"/>
          </p:cNvSpPr>
          <p:nvPr/>
        </p:nvSpPr>
        <p:spPr>
          <a:xfrm xmlns:a="http://schemas.openxmlformats.org/drawingml/2006/main">
            <a:off x="7696200" y="2981325"/>
            <a:ext cx="9525" cy="742950"/>
          </a:xfrm>
          <a:custGeom xmlns:a="http://schemas.openxmlformats.org/drawingml/2006/main">
            <a:pathLst>
              <a:path w="9525" h="742950">
                <a:moveTo>
                  <a:pt x="0" y="742950"/>
                </a:moveTo>
                <a:lnTo>
                  <a:pt x="0" y="0"/>
                </a:lnTo>
              </a:path>
            </a:pathLst>
          </a:custGeom>
          <a:noFill xmlns:a="http://schemas.openxmlformats.org/drawingml/2006/main"/>
          <a:ln xmlns:a="http://schemas.openxmlformats.org/drawingml/2006/main" w="19050">
            <a:solidFill>
              <a:srgbClr val="8C64E1"/>
            </a:solidFill>
          </a:ln>
        </p:spPr>
      </p:sp>
      <p:sp>
        <p:nvSpPr>
          <p:cNvPr id="17" name="mapping-arrow">
            <a:extLst xmlns:a="http://schemas.openxmlformats.org/drawingml/2006/main">
              <a:ext uri="{FF2B5EF4-FFF2-40B4-BE49-F238E27FC236}">
                <a16:creationId xmlns:a16="http://schemas.microsoft.com/office/drawing/2014/main" id="{CAB22C6E-CDB4-424F-8E04-CB802BF1B9EC}"/>
              </a:ext>
            </a:extLst>
          </p:cNvPr>
          <p:cNvSpPr>
            <a:spLocks xmlns:a="http://schemas.openxmlformats.org/drawingml/2006/main" noGrp="1"/>
          </p:cNvSpPr>
          <p:nvPr/>
        </p:nvSpPr>
        <p:spPr>
          <a:xfrm xmlns:a="http://schemas.openxmlformats.org/drawingml/2006/main">
            <a:off x="7705725" y="2886075"/>
            <a:ext cx="323850"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18" name="output-1">
            <a:extLst xmlns:a="http://schemas.openxmlformats.org/drawingml/2006/main">
              <a:ext uri="{FF2B5EF4-FFF2-40B4-BE49-F238E27FC236}">
                <a16:creationId xmlns:a16="http://schemas.microsoft.com/office/drawing/2014/main" id="{797DC401-5ECA-4927-A12C-C023063F422F}"/>
              </a:ext>
            </a:extLst>
          </p:cNvPr>
          <p:cNvSpPr>
            <a:spLocks xmlns:a="http://schemas.openxmlformats.org/drawingml/2006/main" noGrp="1"/>
          </p:cNvSpPr>
          <p:nvPr/>
        </p:nvSpPr>
        <p:spPr>
          <a:xfrm xmlns:a="http://schemas.openxmlformats.org/drawingml/2006/main">
            <a:off x="8096250" y="4143375"/>
            <a:ext cx="3486150" cy="72390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19" name="output-label-1">
            <a:extLst xmlns:a="http://schemas.openxmlformats.org/drawingml/2006/main">
              <a:ext uri="{FF2B5EF4-FFF2-40B4-BE49-F238E27FC236}">
                <a16:creationId xmlns:a16="http://schemas.microsoft.com/office/drawing/2014/main" id="{77DF4A3B-60B8-4FCC-9A2A-A2113DAF2959}"/>
              </a:ext>
            </a:extLst>
          </p:cNvPr>
          <p:cNvSpPr>
            <a:spLocks xmlns:a="http://schemas.openxmlformats.org/drawingml/2006/main" noGrp="1"/>
          </p:cNvSpPr>
          <p:nvPr/>
        </p:nvSpPr>
        <p:spPr>
          <a:xfrm xmlns:a="http://schemas.openxmlformats.org/drawingml/2006/main">
            <a:off x="8258175" y="4333875"/>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右声道 R</a:t>
            </a:r>
          </a:p>
        </p:txBody>
      </p:sp>
      <p:sp>
        <p:nvSpPr>
          <p:cNvPr id="20" name="split-1">
            <a:extLst xmlns:a="http://schemas.openxmlformats.org/drawingml/2006/main">
              <a:ext uri="{FF2B5EF4-FFF2-40B4-BE49-F238E27FC236}">
                <a16:creationId xmlns:a16="http://schemas.microsoft.com/office/drawing/2014/main" id="{1B06431F-57ED-408D-B45A-82304A67A6F8}"/>
              </a:ext>
            </a:extLst>
          </p:cNvPr>
          <p:cNvSpPr>
            <a:spLocks xmlns:a="http://schemas.openxmlformats.org/drawingml/2006/main" noGrp="1"/>
          </p:cNvSpPr>
          <p:nvPr/>
        </p:nvSpPr>
        <p:spPr>
          <a:xfrm xmlns:a="http://schemas.openxmlformats.org/drawingml/2006/main">
            <a:off x="7086600" y="3724275"/>
            <a:ext cx="609600" cy="9525"/>
          </a:xfrm>
          <a:custGeom xmlns:a="http://schemas.openxmlformats.org/drawingml/2006/main">
            <a:pathLst>
              <a:path w="609600" h="9525">
                <a:moveTo>
                  <a:pt x="0" y="0"/>
                </a:moveTo>
                <a:lnTo>
                  <a:pt x="609600" y="0"/>
                </a:lnTo>
              </a:path>
            </a:pathLst>
          </a:custGeom>
          <a:noFill xmlns:a="http://schemas.openxmlformats.org/drawingml/2006/main"/>
          <a:ln xmlns:a="http://schemas.openxmlformats.org/drawingml/2006/main" w="19050">
            <a:solidFill>
              <a:srgbClr val="8C64E1"/>
            </a:solidFill>
          </a:ln>
        </p:spPr>
      </p:sp>
      <p:sp>
        <p:nvSpPr>
          <p:cNvPr id="21" name="split-branch-1">
            <a:extLst xmlns:a="http://schemas.openxmlformats.org/drawingml/2006/main">
              <a:ext uri="{FF2B5EF4-FFF2-40B4-BE49-F238E27FC236}">
                <a16:creationId xmlns:a16="http://schemas.microsoft.com/office/drawing/2014/main" id="{3CFCBB33-93B6-41FF-8287-809EC50304E0}"/>
              </a:ext>
            </a:extLst>
          </p:cNvPr>
          <p:cNvSpPr>
            <a:spLocks xmlns:a="http://schemas.openxmlformats.org/drawingml/2006/main" noGrp="1"/>
          </p:cNvSpPr>
          <p:nvPr/>
        </p:nvSpPr>
        <p:spPr>
          <a:xfrm xmlns:a="http://schemas.openxmlformats.org/drawingml/2006/main">
            <a:off x="7696200" y="3724275"/>
            <a:ext cx="9525" cy="781050"/>
          </a:xfrm>
          <a:custGeom xmlns:a="http://schemas.openxmlformats.org/drawingml/2006/main">
            <a:pathLst>
              <a:path w="9525" h="781050">
                <a:moveTo>
                  <a:pt x="0" y="0"/>
                </a:moveTo>
                <a:lnTo>
                  <a:pt x="0" y="781050"/>
                </a:lnTo>
              </a:path>
            </a:pathLst>
          </a:custGeom>
          <a:noFill xmlns:a="http://schemas.openxmlformats.org/drawingml/2006/main"/>
          <a:ln xmlns:a="http://schemas.openxmlformats.org/drawingml/2006/main" w="19050">
            <a:solidFill>
              <a:srgbClr val="8C64E1"/>
            </a:solidFill>
          </a:ln>
        </p:spPr>
      </p:sp>
      <p:sp>
        <p:nvSpPr>
          <p:cNvPr id="22" name="mapping-arrow">
            <a:extLst xmlns:a="http://schemas.openxmlformats.org/drawingml/2006/main">
              <a:ext uri="{FF2B5EF4-FFF2-40B4-BE49-F238E27FC236}">
                <a16:creationId xmlns:a16="http://schemas.microsoft.com/office/drawing/2014/main" id="{97F758A6-C562-4C0A-AD85-1F14DCB8E08D}"/>
              </a:ext>
            </a:extLst>
          </p:cNvPr>
          <p:cNvSpPr>
            <a:spLocks xmlns:a="http://schemas.openxmlformats.org/drawingml/2006/main" noGrp="1"/>
          </p:cNvSpPr>
          <p:nvPr/>
        </p:nvSpPr>
        <p:spPr>
          <a:xfrm xmlns:a="http://schemas.openxmlformats.org/drawingml/2006/main">
            <a:off x="7705725" y="4410075"/>
            <a:ext cx="323850"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23" name="merge-upper">
            <a:extLst xmlns:a="http://schemas.openxmlformats.org/drawingml/2006/main">
              <a:ext uri="{FF2B5EF4-FFF2-40B4-BE49-F238E27FC236}">
                <a16:creationId xmlns:a16="http://schemas.microsoft.com/office/drawing/2014/main" id="{2543E979-09C5-4D18-B2A3-8904BFD2B870}"/>
              </a:ext>
            </a:extLst>
          </p:cNvPr>
          <p:cNvSpPr>
            <a:spLocks xmlns:a="http://schemas.openxmlformats.org/drawingml/2006/main" noGrp="1"/>
          </p:cNvSpPr>
          <p:nvPr/>
        </p:nvSpPr>
        <p:spPr>
          <a:xfrm xmlns:a="http://schemas.openxmlformats.org/drawingml/2006/main">
            <a:off x="4086225" y="2981325"/>
            <a:ext cx="581025" cy="9525"/>
          </a:xfrm>
          <a:custGeom xmlns:a="http://schemas.openxmlformats.org/drawingml/2006/main">
            <a:pathLst>
              <a:path w="581025" h="9525">
                <a:moveTo>
                  <a:pt x="0" y="0"/>
                </a:moveTo>
                <a:lnTo>
                  <a:pt x="581025" y="0"/>
                </a:lnTo>
              </a:path>
            </a:pathLst>
          </a:custGeom>
          <a:noFill xmlns:a="http://schemas.openxmlformats.org/drawingml/2006/main"/>
          <a:ln xmlns:a="http://schemas.openxmlformats.org/drawingml/2006/main" w="19050">
            <a:solidFill>
              <a:srgbClr val="8C64E1"/>
            </a:solidFill>
          </a:ln>
        </p:spPr>
      </p:sp>
      <p:sp>
        <p:nvSpPr>
          <p:cNvPr id="24" name="merge-lower">
            <a:extLst xmlns:a="http://schemas.openxmlformats.org/drawingml/2006/main">
              <a:ext uri="{FF2B5EF4-FFF2-40B4-BE49-F238E27FC236}">
                <a16:creationId xmlns:a16="http://schemas.microsoft.com/office/drawing/2014/main" id="{5FCE143A-FBFA-4FB3-99F7-956C123F7298}"/>
              </a:ext>
            </a:extLst>
          </p:cNvPr>
          <p:cNvSpPr>
            <a:spLocks xmlns:a="http://schemas.openxmlformats.org/drawingml/2006/main" noGrp="1"/>
          </p:cNvSpPr>
          <p:nvPr/>
        </p:nvSpPr>
        <p:spPr>
          <a:xfrm xmlns:a="http://schemas.openxmlformats.org/drawingml/2006/main">
            <a:off x="4086225" y="4505325"/>
            <a:ext cx="581025" cy="9525"/>
          </a:xfrm>
          <a:custGeom xmlns:a="http://schemas.openxmlformats.org/drawingml/2006/main">
            <a:pathLst>
              <a:path w="581025" h="9525">
                <a:moveTo>
                  <a:pt x="0" y="0"/>
                </a:moveTo>
                <a:lnTo>
                  <a:pt x="581025" y="0"/>
                </a:lnTo>
              </a:path>
            </a:pathLst>
          </a:custGeom>
          <a:noFill xmlns:a="http://schemas.openxmlformats.org/drawingml/2006/main"/>
          <a:ln xmlns:a="http://schemas.openxmlformats.org/drawingml/2006/main" w="19050">
            <a:solidFill>
              <a:srgbClr val="8C64E1"/>
            </a:solidFill>
          </a:ln>
        </p:spPr>
      </p:sp>
      <p:sp>
        <p:nvSpPr>
          <p:cNvPr id="25" name="merge-branch">
            <a:extLst xmlns:a="http://schemas.openxmlformats.org/drawingml/2006/main">
              <a:ext uri="{FF2B5EF4-FFF2-40B4-BE49-F238E27FC236}">
                <a16:creationId xmlns:a16="http://schemas.microsoft.com/office/drawing/2014/main" id="{0659306D-AD82-45AE-83E1-0319656F0BD8}"/>
              </a:ext>
            </a:extLst>
          </p:cNvPr>
          <p:cNvSpPr>
            <a:spLocks xmlns:a="http://schemas.openxmlformats.org/drawingml/2006/main" noGrp="1"/>
          </p:cNvSpPr>
          <p:nvPr/>
        </p:nvSpPr>
        <p:spPr>
          <a:xfrm xmlns:a="http://schemas.openxmlformats.org/drawingml/2006/main">
            <a:off x="4667250" y="2981325"/>
            <a:ext cx="9525" cy="1524000"/>
          </a:xfrm>
          <a:custGeom xmlns:a="http://schemas.openxmlformats.org/drawingml/2006/main">
            <a:pathLst>
              <a:path w="9525" h="1524000">
                <a:moveTo>
                  <a:pt x="0" y="0"/>
                </a:moveTo>
                <a:lnTo>
                  <a:pt x="0" y="1524000"/>
                </a:lnTo>
              </a:path>
            </a:pathLst>
          </a:custGeom>
          <a:noFill xmlns:a="http://schemas.openxmlformats.org/drawingml/2006/main"/>
          <a:ln xmlns:a="http://schemas.openxmlformats.org/drawingml/2006/main" w="19050">
            <a:solidFill>
              <a:srgbClr val="8C64E1"/>
            </a:solidFill>
          </a:ln>
        </p:spPr>
      </p:sp>
      <p:sp>
        <p:nvSpPr>
          <p:cNvPr id="26" name="mapping-arrow">
            <a:extLst xmlns:a="http://schemas.openxmlformats.org/drawingml/2006/main">
              <a:ext uri="{FF2B5EF4-FFF2-40B4-BE49-F238E27FC236}">
                <a16:creationId xmlns:a16="http://schemas.microsoft.com/office/drawing/2014/main" id="{2A6313DE-875B-4A49-B0EB-DD8B011DC275}"/>
              </a:ext>
            </a:extLst>
          </p:cNvPr>
          <p:cNvSpPr>
            <a:spLocks xmlns:a="http://schemas.openxmlformats.org/drawingml/2006/main" noGrp="1"/>
          </p:cNvSpPr>
          <p:nvPr/>
        </p:nvSpPr>
        <p:spPr>
          <a:xfrm xmlns:a="http://schemas.openxmlformats.org/drawingml/2006/main">
            <a:off x="4667250" y="3629025"/>
            <a:ext cx="381000"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27" name="text">
            <a:extLst xmlns:a="http://schemas.openxmlformats.org/drawingml/2006/main">
              <a:ext uri="{FF2B5EF4-FFF2-40B4-BE49-F238E27FC236}">
                <a16:creationId xmlns:a16="http://schemas.microsoft.com/office/drawing/2014/main" id="{289473FD-75DE-4F0F-8289-8D51C446A2F0}"/>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两条音轨共同参与混音；输出仍可为 L、R 两路。</a:t>
            </a:r>
          </a:p>
        </p:txBody>
      </p:sp>
    </p:spTree>
    <p:extLst>
      <p:ext uri="{BB962C8B-B14F-4D97-AF65-F5344CB8AC3E}">
        <p14:creationId xmlns:p14="http://schemas.microsoft.com/office/powerpoint/2010/main" val="309474929"/>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326910E5-1015-4BED-8CE3-CE65FF20A3A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6A4E8AC7-8255-4D98-9892-B57F2DFEAD45}"/>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233BFB9-4B33-465B-9F84-585DC564E6B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3</a:t>
            </a:r>
          </a:p>
        </p:txBody>
      </p:sp>
      <p:sp>
        <p:nvSpPr>
          <p:cNvPr id="5" name="practice-givens">
            <a:extLst xmlns:a="http://schemas.openxmlformats.org/drawingml/2006/main">
              <a:ext uri="{FF2B5EF4-FFF2-40B4-BE49-F238E27FC236}">
                <a16:creationId xmlns:a16="http://schemas.microsoft.com/office/drawing/2014/main" id="{2D800952-F4DC-44C5-B298-C79C96B55883}"/>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给5分钟的诗朗诵加入一条等时长背景音乐音轨。</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如果导出时仍为44.1 kHz、16 bit、双声道PCM，</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数据量会翻倍吗？</a:t>
            </a:r>
          </a:p>
        </p:txBody>
      </p:sp>
      <p:sp>
        <p:nvSpPr>
          <p:cNvPr id="6" name="Connector 5">
            <a:extLst xmlns:a="http://schemas.openxmlformats.org/drawingml/2006/main">
              <a:ext uri="{FF2B5EF4-FFF2-40B4-BE49-F238E27FC236}">
                <a16:creationId xmlns:a16="http://schemas.microsoft.com/office/drawing/2014/main" id="{5C5AA14C-4893-4F03-8008-4406B6324D83}"/>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54A3F51C-7E94-413B-898C-8065C173122B}"/>
              </a:ext>
            </a:extLst>
          </p:cNvPr>
          <p:cNvSpPr>
            <a:spLocks xmlns:a="http://schemas.openxmlformats.org/drawingml/2006/main" noGrp="1"/>
          </p:cNvSpPr>
          <p:nvPr/>
        </p:nvSpPr>
        <p:spPr>
          <a:xfrm xmlns:a="http://schemas.openxmlformats.org/drawingml/2006/main">
            <a:off x="832104" y="5074920"/>
            <a:ext cx="1051560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答案：未压缩样本数据量不变。</a:t>
            </a:r>
          </a:p>
        </p:txBody>
      </p:sp>
      <p:sp>
        <p:nvSpPr>
          <p:cNvPr id="8" name="TextBox 7">
            <a:extLst xmlns:a="http://schemas.openxmlformats.org/drawingml/2006/main">
              <a:ext uri="{FF2B5EF4-FFF2-40B4-BE49-F238E27FC236}">
                <a16:creationId xmlns:a16="http://schemas.microsoft.com/office/drawing/2014/main" id="{0601FCF7-CEE0-4521-B293-82098DA7E70F}"/>
              </a:ext>
            </a:extLst>
          </p:cNvPr>
          <p:cNvSpPr>
            <a:spLocks xmlns:a="http://schemas.openxmlformats.org/drawingml/2006/main" noGrp="1"/>
          </p:cNvSpPr>
          <p:nvPr/>
        </p:nvSpPr>
        <p:spPr>
          <a:xfrm xmlns:a="http://schemas.openxmlformats.org/drawingml/2006/main">
            <a:off x="832104" y="5660136"/>
            <a:ext cx="1051560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内容变了，但采样率、位数、声道数、时长均未变。</a:t>
            </a:r>
          </a:p>
        </p:txBody>
      </p:sp>
    </p:spTree>
    <p:extLst>
      <p:ext uri="{BB962C8B-B14F-4D97-AF65-F5344CB8AC3E}">
        <p14:creationId xmlns:p14="http://schemas.microsoft.com/office/powerpoint/2010/main" val="1447985931"/>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5C183CD3-04AF-42FF-A565-C26B12ABB966}"/>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EC7FEB2-E139-482F-9F0B-9C32F2335D9E}"/>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E62FF47-1FA9-48AE-BD0F-F97604AA58F7}"/>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迁移：把双声道改成单声道，会怎样？</a:t>
            </a:r>
          </a:p>
        </p:txBody>
      </p:sp>
      <p:sp>
        <p:nvSpPr>
          <p:cNvPr id="5" name="text">
            <a:extLst xmlns:a="http://schemas.openxmlformats.org/drawingml/2006/main">
              <a:ext uri="{FF2B5EF4-FFF2-40B4-BE49-F238E27FC236}">
                <a16:creationId xmlns:a16="http://schemas.microsoft.com/office/drawing/2014/main" id="{10552169-6B2E-403B-BAEB-ACD7AC1BDB3C}"/>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相同采样率、存储位宽与时长；这里只改变声道数。</a:t>
            </a:r>
          </a:p>
        </p:txBody>
      </p:sp>
      <p:sp>
        <p:nvSpPr>
          <p:cNvPr id="6" name="channel-group-0">
            <a:extLst xmlns:a="http://schemas.openxmlformats.org/drawingml/2006/main">
              <a:ext uri="{FF2B5EF4-FFF2-40B4-BE49-F238E27FC236}">
                <a16:creationId xmlns:a16="http://schemas.microsoft.com/office/drawing/2014/main" id="{46035CB0-C9B1-4AC9-ACCB-3E2F8499490B}"/>
              </a:ext>
            </a:extLst>
          </p:cNvPr>
          <p:cNvSpPr>
            <a:spLocks xmlns:a="http://schemas.openxmlformats.org/drawingml/2006/main" noGrp="1"/>
          </p:cNvSpPr>
          <p:nvPr/>
        </p:nvSpPr>
        <p:spPr>
          <a:xfrm xmlns:a="http://schemas.openxmlformats.org/drawingml/2006/main">
            <a:off x="914400" y="238125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双声道</a:t>
            </a:r>
          </a:p>
        </p:txBody>
      </p:sp>
      <p:sp>
        <p:nvSpPr>
          <p:cNvPr id="7" name="channel-label-0-0">
            <a:extLst xmlns:a="http://schemas.openxmlformats.org/drawingml/2006/main">
              <a:ext uri="{FF2B5EF4-FFF2-40B4-BE49-F238E27FC236}">
                <a16:creationId xmlns:a16="http://schemas.microsoft.com/office/drawing/2014/main" id="{1DB13E69-D1DF-4831-B971-73047E089F49}"/>
              </a:ext>
            </a:extLst>
          </p:cNvPr>
          <p:cNvSpPr>
            <a:spLocks xmlns:a="http://schemas.openxmlformats.org/drawingml/2006/main" noGrp="1"/>
          </p:cNvSpPr>
          <p:nvPr/>
        </p:nvSpPr>
        <p:spPr>
          <a:xfrm xmlns:a="http://schemas.openxmlformats.org/drawingml/2006/main">
            <a:off x="914400" y="3190875"/>
            <a:ext cx="68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L</a:t>
            </a:r>
          </a:p>
        </p:txBody>
      </p:sp>
      <p:sp>
        <p:nvSpPr>
          <p:cNvPr id="8" name="channel-sample-0-0-0">
            <a:extLst xmlns:a="http://schemas.openxmlformats.org/drawingml/2006/main">
              <a:ext uri="{FF2B5EF4-FFF2-40B4-BE49-F238E27FC236}">
                <a16:creationId xmlns:a16="http://schemas.microsoft.com/office/drawing/2014/main" id="{48832E4C-5D54-4ACC-805A-459F36B33018}"/>
              </a:ext>
            </a:extLst>
          </p:cNvPr>
          <p:cNvSpPr>
            <a:spLocks xmlns:a="http://schemas.openxmlformats.org/drawingml/2006/main" noGrp="1"/>
          </p:cNvSpPr>
          <p:nvPr/>
        </p:nvSpPr>
        <p:spPr>
          <a:xfrm xmlns:a="http://schemas.openxmlformats.org/drawingml/2006/main">
            <a:off x="1914525" y="309562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9" name="channel-value-0-0-0">
            <a:extLst xmlns:a="http://schemas.openxmlformats.org/drawingml/2006/main">
              <a:ext uri="{FF2B5EF4-FFF2-40B4-BE49-F238E27FC236}">
                <a16:creationId xmlns:a16="http://schemas.microsoft.com/office/drawing/2014/main" id="{45CDC880-BC82-45CB-B389-B5974FFEEFDD}"/>
              </a:ext>
            </a:extLst>
          </p:cNvPr>
          <p:cNvSpPr>
            <a:spLocks xmlns:a="http://schemas.openxmlformats.org/drawingml/2006/main" noGrp="1"/>
          </p:cNvSpPr>
          <p:nvPr/>
        </p:nvSpPr>
        <p:spPr>
          <a:xfrm xmlns:a="http://schemas.openxmlformats.org/drawingml/2006/main">
            <a:off x="193357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0.2</a:t>
            </a:r>
          </a:p>
        </p:txBody>
      </p:sp>
      <p:sp>
        <p:nvSpPr>
          <p:cNvPr id="10" name="channel-sample-0-0-1">
            <a:extLst xmlns:a="http://schemas.openxmlformats.org/drawingml/2006/main">
              <a:ext uri="{FF2B5EF4-FFF2-40B4-BE49-F238E27FC236}">
                <a16:creationId xmlns:a16="http://schemas.microsoft.com/office/drawing/2014/main" id="{37A65DC4-6400-4E5A-988E-33BC73B640A5}"/>
              </a:ext>
            </a:extLst>
          </p:cNvPr>
          <p:cNvSpPr>
            <a:spLocks xmlns:a="http://schemas.openxmlformats.org/drawingml/2006/main" noGrp="1"/>
          </p:cNvSpPr>
          <p:nvPr/>
        </p:nvSpPr>
        <p:spPr>
          <a:xfrm xmlns:a="http://schemas.openxmlformats.org/drawingml/2006/main">
            <a:off x="2828925" y="309562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1" name="channel-value-0-0-1">
            <a:extLst xmlns:a="http://schemas.openxmlformats.org/drawingml/2006/main">
              <a:ext uri="{FF2B5EF4-FFF2-40B4-BE49-F238E27FC236}">
                <a16:creationId xmlns:a16="http://schemas.microsoft.com/office/drawing/2014/main" id="{8CA6FB1A-0120-4080-AB2C-32CECEBD2ACE}"/>
              </a:ext>
            </a:extLst>
          </p:cNvPr>
          <p:cNvSpPr>
            <a:spLocks xmlns:a="http://schemas.openxmlformats.org/drawingml/2006/main" noGrp="1"/>
          </p:cNvSpPr>
          <p:nvPr/>
        </p:nvSpPr>
        <p:spPr>
          <a:xfrm xmlns:a="http://schemas.openxmlformats.org/drawingml/2006/main">
            <a:off x="284797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0.3</a:t>
            </a:r>
          </a:p>
        </p:txBody>
      </p:sp>
      <p:sp>
        <p:nvSpPr>
          <p:cNvPr id="12" name="channel-sample-0-0-2">
            <a:extLst xmlns:a="http://schemas.openxmlformats.org/drawingml/2006/main">
              <a:ext uri="{FF2B5EF4-FFF2-40B4-BE49-F238E27FC236}">
                <a16:creationId xmlns:a16="http://schemas.microsoft.com/office/drawing/2014/main" id="{2F993443-9E6A-4888-B527-4A9DF04F47AC}"/>
              </a:ext>
            </a:extLst>
          </p:cNvPr>
          <p:cNvSpPr>
            <a:spLocks xmlns:a="http://schemas.openxmlformats.org/drawingml/2006/main" noGrp="1"/>
          </p:cNvSpPr>
          <p:nvPr/>
        </p:nvSpPr>
        <p:spPr>
          <a:xfrm xmlns:a="http://schemas.openxmlformats.org/drawingml/2006/main">
            <a:off x="3743325" y="309562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3" name="channel-value-0-0-2">
            <a:extLst xmlns:a="http://schemas.openxmlformats.org/drawingml/2006/main">
              <a:ext uri="{FF2B5EF4-FFF2-40B4-BE49-F238E27FC236}">
                <a16:creationId xmlns:a16="http://schemas.microsoft.com/office/drawing/2014/main" id="{FB3AC042-554F-47D8-A5FA-71DDCC92EA6B}"/>
              </a:ext>
            </a:extLst>
          </p:cNvPr>
          <p:cNvSpPr>
            <a:spLocks xmlns:a="http://schemas.openxmlformats.org/drawingml/2006/main" noGrp="1"/>
          </p:cNvSpPr>
          <p:nvPr/>
        </p:nvSpPr>
        <p:spPr>
          <a:xfrm xmlns:a="http://schemas.openxmlformats.org/drawingml/2006/main">
            <a:off x="376237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0.4</a:t>
            </a:r>
          </a:p>
        </p:txBody>
      </p:sp>
      <p:sp>
        <p:nvSpPr>
          <p:cNvPr id="14" name="channel-label-0-1">
            <a:extLst xmlns:a="http://schemas.openxmlformats.org/drawingml/2006/main">
              <a:ext uri="{FF2B5EF4-FFF2-40B4-BE49-F238E27FC236}">
                <a16:creationId xmlns:a16="http://schemas.microsoft.com/office/drawing/2014/main" id="{D0E7CB0B-D7A5-4BAD-A025-7DE61E8C9A19}"/>
              </a:ext>
            </a:extLst>
          </p:cNvPr>
          <p:cNvSpPr>
            <a:spLocks xmlns:a="http://schemas.openxmlformats.org/drawingml/2006/main" noGrp="1"/>
          </p:cNvSpPr>
          <p:nvPr/>
        </p:nvSpPr>
        <p:spPr>
          <a:xfrm xmlns:a="http://schemas.openxmlformats.org/drawingml/2006/main">
            <a:off x="914400" y="4238625"/>
            <a:ext cx="68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R</a:t>
            </a:r>
          </a:p>
        </p:txBody>
      </p:sp>
      <p:sp>
        <p:nvSpPr>
          <p:cNvPr id="15" name="channel-sample-0-1-0">
            <a:extLst xmlns:a="http://schemas.openxmlformats.org/drawingml/2006/main">
              <a:ext uri="{FF2B5EF4-FFF2-40B4-BE49-F238E27FC236}">
                <a16:creationId xmlns:a16="http://schemas.microsoft.com/office/drawing/2014/main" id="{C2BFD745-6070-4DE0-998D-154145CEDE3D}"/>
              </a:ext>
            </a:extLst>
          </p:cNvPr>
          <p:cNvSpPr>
            <a:spLocks xmlns:a="http://schemas.openxmlformats.org/drawingml/2006/main" noGrp="1"/>
          </p:cNvSpPr>
          <p:nvPr/>
        </p:nvSpPr>
        <p:spPr>
          <a:xfrm xmlns:a="http://schemas.openxmlformats.org/drawingml/2006/main">
            <a:off x="1914525" y="414337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6" name="channel-value-0-1-0">
            <a:extLst xmlns:a="http://schemas.openxmlformats.org/drawingml/2006/main">
              <a:ext uri="{FF2B5EF4-FFF2-40B4-BE49-F238E27FC236}">
                <a16:creationId xmlns:a16="http://schemas.microsoft.com/office/drawing/2014/main" id="{5D955EEE-D240-40A8-AE92-2C43B4721FA4}"/>
              </a:ext>
            </a:extLst>
          </p:cNvPr>
          <p:cNvSpPr>
            <a:spLocks xmlns:a="http://schemas.openxmlformats.org/drawingml/2006/main" noGrp="1"/>
          </p:cNvSpPr>
          <p:nvPr/>
        </p:nvSpPr>
        <p:spPr>
          <a:xfrm xmlns:a="http://schemas.openxmlformats.org/drawingml/2006/main">
            <a:off x="1933575" y="427672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-0.3</a:t>
            </a:r>
          </a:p>
        </p:txBody>
      </p:sp>
      <p:sp>
        <p:nvSpPr>
          <p:cNvPr id="17" name="channel-sample-0-1-1">
            <a:extLst xmlns:a="http://schemas.openxmlformats.org/drawingml/2006/main">
              <a:ext uri="{FF2B5EF4-FFF2-40B4-BE49-F238E27FC236}">
                <a16:creationId xmlns:a16="http://schemas.microsoft.com/office/drawing/2014/main" id="{173739E5-EFA9-4FF9-B08D-F23B6D4328CF}"/>
              </a:ext>
            </a:extLst>
          </p:cNvPr>
          <p:cNvSpPr>
            <a:spLocks xmlns:a="http://schemas.openxmlformats.org/drawingml/2006/main" noGrp="1"/>
          </p:cNvSpPr>
          <p:nvPr/>
        </p:nvSpPr>
        <p:spPr>
          <a:xfrm xmlns:a="http://schemas.openxmlformats.org/drawingml/2006/main">
            <a:off x="2828925" y="414337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8" name="channel-value-0-1-1">
            <a:extLst xmlns:a="http://schemas.openxmlformats.org/drawingml/2006/main">
              <a:ext uri="{FF2B5EF4-FFF2-40B4-BE49-F238E27FC236}">
                <a16:creationId xmlns:a16="http://schemas.microsoft.com/office/drawing/2014/main" id="{698A7ECD-622F-480D-92D4-52D4A3798BFB}"/>
              </a:ext>
            </a:extLst>
          </p:cNvPr>
          <p:cNvSpPr>
            <a:spLocks xmlns:a="http://schemas.openxmlformats.org/drawingml/2006/main" noGrp="1"/>
          </p:cNvSpPr>
          <p:nvPr/>
        </p:nvSpPr>
        <p:spPr>
          <a:xfrm xmlns:a="http://schemas.openxmlformats.org/drawingml/2006/main">
            <a:off x="2847975" y="427672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-0.1</a:t>
            </a:r>
          </a:p>
        </p:txBody>
      </p:sp>
      <p:sp>
        <p:nvSpPr>
          <p:cNvPr id="19" name="channel-sample-0-1-2">
            <a:extLst xmlns:a="http://schemas.openxmlformats.org/drawingml/2006/main">
              <a:ext uri="{FF2B5EF4-FFF2-40B4-BE49-F238E27FC236}">
                <a16:creationId xmlns:a16="http://schemas.microsoft.com/office/drawing/2014/main" id="{65520E02-C912-4812-94EA-0245D8111620}"/>
              </a:ext>
            </a:extLst>
          </p:cNvPr>
          <p:cNvSpPr>
            <a:spLocks xmlns:a="http://schemas.openxmlformats.org/drawingml/2006/main" noGrp="1"/>
          </p:cNvSpPr>
          <p:nvPr/>
        </p:nvSpPr>
        <p:spPr>
          <a:xfrm xmlns:a="http://schemas.openxmlformats.org/drawingml/2006/main">
            <a:off x="3743325" y="414337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20" name="channel-value-0-1-2">
            <a:extLst xmlns:a="http://schemas.openxmlformats.org/drawingml/2006/main">
              <a:ext uri="{FF2B5EF4-FFF2-40B4-BE49-F238E27FC236}">
                <a16:creationId xmlns:a16="http://schemas.microsoft.com/office/drawing/2014/main" id="{033549A4-B103-49A2-9396-84916BDC4699}"/>
              </a:ext>
            </a:extLst>
          </p:cNvPr>
          <p:cNvSpPr>
            <a:spLocks xmlns:a="http://schemas.openxmlformats.org/drawingml/2006/main" noGrp="1"/>
          </p:cNvSpPr>
          <p:nvPr/>
        </p:nvSpPr>
        <p:spPr>
          <a:xfrm xmlns:a="http://schemas.openxmlformats.org/drawingml/2006/main">
            <a:off x="3762375" y="427672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0.1</a:t>
            </a:r>
          </a:p>
        </p:txBody>
      </p:sp>
      <p:sp>
        <p:nvSpPr>
          <p:cNvPr id="21" name="channel-instant-0-0">
            <a:extLst xmlns:a="http://schemas.openxmlformats.org/drawingml/2006/main">
              <a:ext uri="{FF2B5EF4-FFF2-40B4-BE49-F238E27FC236}">
                <a16:creationId xmlns:a16="http://schemas.microsoft.com/office/drawing/2014/main" id="{5B5ACD2D-2EA0-416D-8ED8-526DB919F4C8}"/>
              </a:ext>
            </a:extLst>
          </p:cNvPr>
          <p:cNvSpPr>
            <a:spLocks xmlns:a="http://schemas.openxmlformats.org/drawingml/2006/main" noGrp="1"/>
          </p:cNvSpPr>
          <p:nvPr/>
        </p:nvSpPr>
        <p:spPr>
          <a:xfrm xmlns:a="http://schemas.openxmlformats.org/drawingml/2006/main">
            <a:off x="191452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t0</a:t>
            </a:r>
          </a:p>
        </p:txBody>
      </p:sp>
      <p:sp>
        <p:nvSpPr>
          <p:cNvPr id="22" name="channel-instant-0-1">
            <a:extLst xmlns:a="http://schemas.openxmlformats.org/drawingml/2006/main">
              <a:ext uri="{FF2B5EF4-FFF2-40B4-BE49-F238E27FC236}">
                <a16:creationId xmlns:a16="http://schemas.microsoft.com/office/drawing/2014/main" id="{07B13CCA-DF98-491B-8B86-8AAD5177277D}"/>
              </a:ext>
            </a:extLst>
          </p:cNvPr>
          <p:cNvSpPr>
            <a:spLocks xmlns:a="http://schemas.openxmlformats.org/drawingml/2006/main" noGrp="1"/>
          </p:cNvSpPr>
          <p:nvPr/>
        </p:nvSpPr>
        <p:spPr>
          <a:xfrm xmlns:a="http://schemas.openxmlformats.org/drawingml/2006/main">
            <a:off x="282892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t1</a:t>
            </a:r>
          </a:p>
        </p:txBody>
      </p:sp>
      <p:sp>
        <p:nvSpPr>
          <p:cNvPr id="23" name="channel-instant-0-2">
            <a:extLst xmlns:a="http://schemas.openxmlformats.org/drawingml/2006/main">
              <a:ext uri="{FF2B5EF4-FFF2-40B4-BE49-F238E27FC236}">
                <a16:creationId xmlns:a16="http://schemas.microsoft.com/office/drawing/2014/main" id="{3515D948-4734-4358-B3FE-AF830A0F1507}"/>
              </a:ext>
            </a:extLst>
          </p:cNvPr>
          <p:cNvSpPr>
            <a:spLocks xmlns:a="http://schemas.openxmlformats.org/drawingml/2006/main" noGrp="1"/>
          </p:cNvSpPr>
          <p:nvPr/>
        </p:nvSpPr>
        <p:spPr>
          <a:xfrm xmlns:a="http://schemas.openxmlformats.org/drawingml/2006/main">
            <a:off x="374332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t2</a:t>
            </a:r>
          </a:p>
        </p:txBody>
      </p:sp>
      <p:sp>
        <p:nvSpPr>
          <p:cNvPr id="24" name="channel-group-1">
            <a:extLst xmlns:a="http://schemas.openxmlformats.org/drawingml/2006/main">
              <a:ext uri="{FF2B5EF4-FFF2-40B4-BE49-F238E27FC236}">
                <a16:creationId xmlns:a16="http://schemas.microsoft.com/office/drawing/2014/main" id="{7DF9BD60-230B-49DB-9817-D5381C972BF6}"/>
              </a:ext>
            </a:extLst>
          </p:cNvPr>
          <p:cNvSpPr>
            <a:spLocks xmlns:a="http://schemas.openxmlformats.org/drawingml/2006/main" noGrp="1"/>
          </p:cNvSpPr>
          <p:nvPr/>
        </p:nvSpPr>
        <p:spPr>
          <a:xfrm xmlns:a="http://schemas.openxmlformats.org/drawingml/2006/main">
            <a:off x="6724650" y="238125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单声道</a:t>
            </a:r>
          </a:p>
        </p:txBody>
      </p:sp>
      <p:sp>
        <p:nvSpPr>
          <p:cNvPr id="25" name="channel-label-1-0">
            <a:extLst xmlns:a="http://schemas.openxmlformats.org/drawingml/2006/main">
              <a:ext uri="{FF2B5EF4-FFF2-40B4-BE49-F238E27FC236}">
                <a16:creationId xmlns:a16="http://schemas.microsoft.com/office/drawing/2014/main" id="{EE554C05-E99E-4CC9-8915-1D866A1B1581}"/>
              </a:ext>
            </a:extLst>
          </p:cNvPr>
          <p:cNvSpPr>
            <a:spLocks xmlns:a="http://schemas.openxmlformats.org/drawingml/2006/main" noGrp="1"/>
          </p:cNvSpPr>
          <p:nvPr/>
        </p:nvSpPr>
        <p:spPr>
          <a:xfrm xmlns:a="http://schemas.openxmlformats.org/drawingml/2006/main">
            <a:off x="6724650" y="3190875"/>
            <a:ext cx="68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单路</a:t>
            </a:r>
          </a:p>
        </p:txBody>
      </p:sp>
      <p:sp>
        <p:nvSpPr>
          <p:cNvPr id="26" name="channel-sample-1-0-0">
            <a:extLst xmlns:a="http://schemas.openxmlformats.org/drawingml/2006/main">
              <a:ext uri="{FF2B5EF4-FFF2-40B4-BE49-F238E27FC236}">
                <a16:creationId xmlns:a16="http://schemas.microsoft.com/office/drawing/2014/main" id="{DF5FE1F4-8AC0-49AF-8B8C-4FCD765FFE3F}"/>
              </a:ext>
            </a:extLst>
          </p:cNvPr>
          <p:cNvSpPr>
            <a:spLocks xmlns:a="http://schemas.openxmlformats.org/drawingml/2006/main" noGrp="1"/>
          </p:cNvSpPr>
          <p:nvPr/>
        </p:nvSpPr>
        <p:spPr>
          <a:xfrm xmlns:a="http://schemas.openxmlformats.org/drawingml/2006/main">
            <a:off x="7724775" y="3095625"/>
            <a:ext cx="666750" cy="59055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27" name="channel-value-1-0-0">
            <a:extLst xmlns:a="http://schemas.openxmlformats.org/drawingml/2006/main">
              <a:ext uri="{FF2B5EF4-FFF2-40B4-BE49-F238E27FC236}">
                <a16:creationId xmlns:a16="http://schemas.microsoft.com/office/drawing/2014/main" id="{0D794E6F-4F42-461D-8A70-E4C89AAD116C}"/>
              </a:ext>
            </a:extLst>
          </p:cNvPr>
          <p:cNvSpPr>
            <a:spLocks xmlns:a="http://schemas.openxmlformats.org/drawingml/2006/main" noGrp="1"/>
          </p:cNvSpPr>
          <p:nvPr/>
        </p:nvSpPr>
        <p:spPr>
          <a:xfrm xmlns:a="http://schemas.openxmlformats.org/drawingml/2006/main">
            <a:off x="774382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0.2</a:t>
            </a:r>
          </a:p>
        </p:txBody>
      </p:sp>
      <p:sp>
        <p:nvSpPr>
          <p:cNvPr id="28" name="channel-sample-1-0-1">
            <a:extLst xmlns:a="http://schemas.openxmlformats.org/drawingml/2006/main">
              <a:ext uri="{FF2B5EF4-FFF2-40B4-BE49-F238E27FC236}">
                <a16:creationId xmlns:a16="http://schemas.microsoft.com/office/drawing/2014/main" id="{39A3575D-284F-47D7-9E2D-979DFF28F7CE}"/>
              </a:ext>
            </a:extLst>
          </p:cNvPr>
          <p:cNvSpPr>
            <a:spLocks xmlns:a="http://schemas.openxmlformats.org/drawingml/2006/main" noGrp="1"/>
          </p:cNvSpPr>
          <p:nvPr/>
        </p:nvSpPr>
        <p:spPr>
          <a:xfrm xmlns:a="http://schemas.openxmlformats.org/drawingml/2006/main">
            <a:off x="8639175" y="3095625"/>
            <a:ext cx="666750" cy="59055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29" name="channel-value-1-0-1">
            <a:extLst xmlns:a="http://schemas.openxmlformats.org/drawingml/2006/main">
              <a:ext uri="{FF2B5EF4-FFF2-40B4-BE49-F238E27FC236}">
                <a16:creationId xmlns:a16="http://schemas.microsoft.com/office/drawing/2014/main" id="{F287E212-1F30-411C-9EA5-CAD38B392022}"/>
              </a:ext>
            </a:extLst>
          </p:cNvPr>
          <p:cNvSpPr>
            <a:spLocks xmlns:a="http://schemas.openxmlformats.org/drawingml/2006/main" noGrp="1"/>
          </p:cNvSpPr>
          <p:nvPr/>
        </p:nvSpPr>
        <p:spPr>
          <a:xfrm xmlns:a="http://schemas.openxmlformats.org/drawingml/2006/main">
            <a:off x="865822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0.3</a:t>
            </a:r>
          </a:p>
        </p:txBody>
      </p:sp>
      <p:sp>
        <p:nvSpPr>
          <p:cNvPr id="30" name="channel-sample-1-0-2">
            <a:extLst xmlns:a="http://schemas.openxmlformats.org/drawingml/2006/main">
              <a:ext uri="{FF2B5EF4-FFF2-40B4-BE49-F238E27FC236}">
                <a16:creationId xmlns:a16="http://schemas.microsoft.com/office/drawing/2014/main" id="{98F3762A-61DA-4855-98CA-DD106B70E2EB}"/>
              </a:ext>
            </a:extLst>
          </p:cNvPr>
          <p:cNvSpPr>
            <a:spLocks xmlns:a="http://schemas.openxmlformats.org/drawingml/2006/main" noGrp="1"/>
          </p:cNvSpPr>
          <p:nvPr/>
        </p:nvSpPr>
        <p:spPr>
          <a:xfrm xmlns:a="http://schemas.openxmlformats.org/drawingml/2006/main">
            <a:off x="9553575" y="3095625"/>
            <a:ext cx="666750" cy="59055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31" name="channel-value-1-0-2">
            <a:extLst xmlns:a="http://schemas.openxmlformats.org/drawingml/2006/main">
              <a:ext uri="{FF2B5EF4-FFF2-40B4-BE49-F238E27FC236}">
                <a16:creationId xmlns:a16="http://schemas.microsoft.com/office/drawing/2014/main" id="{8AEA55CD-AD31-4600-B507-033B11987F71}"/>
              </a:ext>
            </a:extLst>
          </p:cNvPr>
          <p:cNvSpPr>
            <a:spLocks xmlns:a="http://schemas.openxmlformats.org/drawingml/2006/main" noGrp="1"/>
          </p:cNvSpPr>
          <p:nvPr/>
        </p:nvSpPr>
        <p:spPr>
          <a:xfrm xmlns:a="http://schemas.openxmlformats.org/drawingml/2006/main">
            <a:off x="957262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0.4</a:t>
            </a:r>
          </a:p>
        </p:txBody>
      </p:sp>
      <p:sp>
        <p:nvSpPr>
          <p:cNvPr id="32" name="channel-instant-1-0">
            <a:extLst xmlns:a="http://schemas.openxmlformats.org/drawingml/2006/main">
              <a:ext uri="{FF2B5EF4-FFF2-40B4-BE49-F238E27FC236}">
                <a16:creationId xmlns:a16="http://schemas.microsoft.com/office/drawing/2014/main" id="{4C233503-3C58-4447-A930-6FA8EB9C80EF}"/>
              </a:ext>
            </a:extLst>
          </p:cNvPr>
          <p:cNvSpPr>
            <a:spLocks xmlns:a="http://schemas.openxmlformats.org/drawingml/2006/main" noGrp="1"/>
          </p:cNvSpPr>
          <p:nvPr/>
        </p:nvSpPr>
        <p:spPr>
          <a:xfrm xmlns:a="http://schemas.openxmlformats.org/drawingml/2006/main">
            <a:off x="772477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t0</a:t>
            </a:r>
          </a:p>
        </p:txBody>
      </p:sp>
      <p:sp>
        <p:nvSpPr>
          <p:cNvPr id="33" name="channel-instant-1-1">
            <a:extLst xmlns:a="http://schemas.openxmlformats.org/drawingml/2006/main">
              <a:ext uri="{FF2B5EF4-FFF2-40B4-BE49-F238E27FC236}">
                <a16:creationId xmlns:a16="http://schemas.microsoft.com/office/drawing/2014/main" id="{FA5B668D-5F9D-4D74-ADAC-EE5C6C166E91}"/>
              </a:ext>
            </a:extLst>
          </p:cNvPr>
          <p:cNvSpPr>
            <a:spLocks xmlns:a="http://schemas.openxmlformats.org/drawingml/2006/main" noGrp="1"/>
          </p:cNvSpPr>
          <p:nvPr/>
        </p:nvSpPr>
        <p:spPr>
          <a:xfrm xmlns:a="http://schemas.openxmlformats.org/drawingml/2006/main">
            <a:off x="863917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t1</a:t>
            </a:r>
          </a:p>
        </p:txBody>
      </p:sp>
      <p:sp>
        <p:nvSpPr>
          <p:cNvPr id="34" name="channel-instant-1-2">
            <a:extLst xmlns:a="http://schemas.openxmlformats.org/drawingml/2006/main">
              <a:ext uri="{FF2B5EF4-FFF2-40B4-BE49-F238E27FC236}">
                <a16:creationId xmlns:a16="http://schemas.microsoft.com/office/drawing/2014/main" id="{8A82EA0F-27FA-4C78-B0CB-63388277C393}"/>
              </a:ext>
            </a:extLst>
          </p:cNvPr>
          <p:cNvSpPr>
            <a:spLocks xmlns:a="http://schemas.openxmlformats.org/drawingml/2006/main" noGrp="1"/>
          </p:cNvSpPr>
          <p:nvPr/>
        </p:nvSpPr>
        <p:spPr>
          <a:xfrm xmlns:a="http://schemas.openxmlformats.org/drawingml/2006/main">
            <a:off x="955357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t2</a:t>
            </a:r>
          </a:p>
        </p:txBody>
      </p:sp>
      <p:sp>
        <p:nvSpPr>
          <p:cNvPr id="35" name="same-instant-stereo">
            <a:extLst xmlns:a="http://schemas.openxmlformats.org/drawingml/2006/main">
              <a:ext uri="{FF2B5EF4-FFF2-40B4-BE49-F238E27FC236}">
                <a16:creationId xmlns:a16="http://schemas.microsoft.com/office/drawing/2014/main" id="{54C0CD4C-44F4-4D77-918B-6EC18ADAC0F7}"/>
              </a:ext>
            </a:extLst>
          </p:cNvPr>
          <p:cNvSpPr>
            <a:spLocks xmlns:a="http://schemas.openxmlformats.org/drawingml/2006/main" noGrp="1"/>
          </p:cNvSpPr>
          <p:nvPr/>
        </p:nvSpPr>
        <p:spPr>
          <a:xfrm xmlns:a="http://schemas.openxmlformats.org/drawingml/2006/main">
            <a:off x="1857375" y="3057525"/>
            <a:ext cx="790575" cy="1714500"/>
          </a:xfrm>
          <a:prstGeom xmlns:a="http://schemas.openxmlformats.org/drawingml/2006/main" prst="rect">
            <a:avLst/>
          </a:prstGeom>
          <a:noFill xmlns:a="http://schemas.openxmlformats.org/drawingml/2006/main"/>
          <a:ln xmlns:a="http://schemas.openxmlformats.org/drawingml/2006/main" w="28575">
            <a:solidFill>
              <a:srgbClr val="FF0000"/>
            </a:solidFill>
          </a:ln>
        </p:spPr>
      </p:sp>
      <p:sp>
        <p:nvSpPr>
          <p:cNvPr id="36" name="two-samples">
            <a:extLst xmlns:a="http://schemas.openxmlformats.org/drawingml/2006/main">
              <a:ext uri="{FF2B5EF4-FFF2-40B4-BE49-F238E27FC236}">
                <a16:creationId xmlns:a16="http://schemas.microsoft.com/office/drawing/2014/main" id="{E45DF262-28DE-460C-A043-E8BAF107EE22}"/>
              </a:ext>
            </a:extLst>
          </p:cNvPr>
          <p:cNvSpPr>
            <a:spLocks xmlns:a="http://schemas.openxmlformats.org/drawingml/2006/main" noGrp="1"/>
          </p:cNvSpPr>
          <p:nvPr/>
        </p:nvSpPr>
        <p:spPr>
          <a:xfrm xmlns:a="http://schemas.openxmlformats.org/drawingml/2006/main">
            <a:off x="914400" y="5162550"/>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同一时刻：2个样本</a:t>
            </a:r>
          </a:p>
        </p:txBody>
      </p:sp>
      <p:sp>
        <p:nvSpPr>
          <p:cNvPr id="37" name="one-sample">
            <a:extLst xmlns:a="http://schemas.openxmlformats.org/drawingml/2006/main">
              <a:ext uri="{FF2B5EF4-FFF2-40B4-BE49-F238E27FC236}">
                <a16:creationId xmlns:a16="http://schemas.microsoft.com/office/drawing/2014/main" id="{FF95FB82-C48F-43A5-B841-8298C8A3C826}"/>
              </a:ext>
            </a:extLst>
          </p:cNvPr>
          <p:cNvSpPr>
            <a:spLocks xmlns:a="http://schemas.openxmlformats.org/drawingml/2006/main" noGrp="1"/>
          </p:cNvSpPr>
          <p:nvPr/>
        </p:nvSpPr>
        <p:spPr>
          <a:xfrm xmlns:a="http://schemas.openxmlformats.org/drawingml/2006/main">
            <a:off x="6724650" y="516255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同一时刻：1个样本</a:t>
            </a:r>
          </a:p>
        </p:txBody>
      </p:sp>
      <p:sp>
        <p:nvSpPr>
          <p:cNvPr id="38" name="text">
            <a:extLst xmlns:a="http://schemas.openxmlformats.org/drawingml/2006/main">
              <a:ext uri="{FF2B5EF4-FFF2-40B4-BE49-F238E27FC236}">
                <a16:creationId xmlns:a16="http://schemas.microsoft.com/office/drawing/2014/main" id="{C1BB6D2B-135E-41C8-83E6-F9C8D51C3BF7}"/>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其他条件相同：单声道的PCM样本数据量为原来一半。</a:t>
            </a:r>
          </a:p>
        </p:txBody>
      </p:sp>
    </p:spTree>
    <p:extLst>
      <p:ext uri="{BB962C8B-B14F-4D97-AF65-F5344CB8AC3E}">
        <p14:creationId xmlns:p14="http://schemas.microsoft.com/office/powerpoint/2010/main" val="496766387"/>
      </p:ext>
    </p:extLst>
  </p:cSld>
</p:sld>
</file>

<file path=ppt/slides/slide5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4B60B5C-DD68-4FED-8E13-B7502DFF54A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4C88733E-D364-49B8-8191-34F5E3C1349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919A0E5-300D-4E28-BBB8-66BDEE4EC9B6}"/>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图像和声音，在哪里取样？</a:t>
            </a:r>
          </a:p>
        </p:txBody>
      </p:sp>
      <p:sp>
        <p:nvSpPr>
          <p:cNvPr id="5" name="image-heading">
            <a:extLst xmlns:a="http://schemas.openxmlformats.org/drawingml/2006/main">
              <a:ext uri="{FF2B5EF4-FFF2-40B4-BE49-F238E27FC236}">
                <a16:creationId xmlns:a16="http://schemas.microsoft.com/office/drawing/2014/main" id="{57A1DB1B-F27F-4CC7-BE21-D82E9DDDAF49}"/>
              </a:ext>
            </a:extLst>
          </p:cNvPr>
          <p:cNvSpPr>
            <a:spLocks xmlns:a="http://schemas.openxmlformats.org/drawingml/2006/main" noGrp="1"/>
          </p:cNvSpPr>
          <p:nvPr/>
        </p:nvSpPr>
        <p:spPr>
          <a:xfrm xmlns:a="http://schemas.openxmlformats.org/drawingml/2006/main">
            <a:off x="609600" y="1581150"/>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图像：空间位置</a:t>
            </a:r>
          </a:p>
        </p:txBody>
      </p:sp>
      <p:sp>
        <p:nvSpPr>
          <p:cNvPr id="6" name="audio-heading">
            <a:extLst xmlns:a="http://schemas.openxmlformats.org/drawingml/2006/main">
              <a:ext uri="{FF2B5EF4-FFF2-40B4-BE49-F238E27FC236}">
                <a16:creationId xmlns:a16="http://schemas.microsoft.com/office/drawing/2014/main" id="{BACAA5A2-0E6C-483B-8528-BBE75D882E76}"/>
              </a:ext>
            </a:extLst>
          </p:cNvPr>
          <p:cNvSpPr>
            <a:spLocks xmlns:a="http://schemas.openxmlformats.org/drawingml/2006/main" noGrp="1"/>
          </p:cNvSpPr>
          <p:nvPr/>
        </p:nvSpPr>
        <p:spPr>
          <a:xfrm xmlns:a="http://schemas.openxmlformats.org/drawingml/2006/main">
            <a:off x="6400800" y="1581150"/>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声音：时间点</a:t>
            </a:r>
          </a:p>
        </p:txBody>
      </p:sp>
      <p:sp>
        <p:nvSpPr>
          <p:cNvPr id="7" name="pixel-0-0">
            <a:extLst xmlns:a="http://schemas.openxmlformats.org/drawingml/2006/main">
              <a:ext uri="{FF2B5EF4-FFF2-40B4-BE49-F238E27FC236}">
                <a16:creationId xmlns:a16="http://schemas.microsoft.com/office/drawing/2014/main" id="{602652F9-07EC-438A-AB90-9BDD5B359A3E}"/>
              </a:ext>
            </a:extLst>
          </p:cNvPr>
          <p:cNvSpPr>
            <a:spLocks xmlns:a="http://schemas.openxmlformats.org/drawingml/2006/main" noGrp="1"/>
          </p:cNvSpPr>
          <p:nvPr/>
        </p:nvSpPr>
        <p:spPr>
          <a:xfrm xmlns:a="http://schemas.openxmlformats.org/drawingml/2006/main">
            <a:off x="1066800" y="2790825"/>
            <a:ext cx="571500" cy="57150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8" name="pixel-0-1">
            <a:extLst xmlns:a="http://schemas.openxmlformats.org/drawingml/2006/main">
              <a:ext uri="{FF2B5EF4-FFF2-40B4-BE49-F238E27FC236}">
                <a16:creationId xmlns:a16="http://schemas.microsoft.com/office/drawing/2014/main" id="{3AB8674A-FA0B-4853-A48A-A72B0BE8D837}"/>
              </a:ext>
            </a:extLst>
          </p:cNvPr>
          <p:cNvSpPr>
            <a:spLocks xmlns:a="http://schemas.openxmlformats.org/drawingml/2006/main" noGrp="1"/>
          </p:cNvSpPr>
          <p:nvPr/>
        </p:nvSpPr>
        <p:spPr>
          <a:xfrm xmlns:a="http://schemas.openxmlformats.org/drawingml/2006/main">
            <a:off x="1638300" y="2790825"/>
            <a:ext cx="571500" cy="571500"/>
          </a:xfrm>
          <a:prstGeom xmlns:a="http://schemas.openxmlformats.org/drawingml/2006/main" prst="rect">
            <a:avLst/>
          </a:prstGeom>
          <a:solidFill xmlns:a="http://schemas.openxmlformats.org/drawingml/2006/main">
            <a:srgbClr val="D5EBF3"/>
          </a:solidFill>
          <a:ln xmlns:a="http://schemas.openxmlformats.org/drawingml/2006/main" w="14288">
            <a:solidFill>
              <a:srgbClr val="D7D7DE"/>
            </a:solidFill>
          </a:ln>
        </p:spPr>
      </p:sp>
      <p:sp>
        <p:nvSpPr>
          <p:cNvPr id="9" name="pixel-0-2">
            <a:extLst xmlns:a="http://schemas.openxmlformats.org/drawingml/2006/main">
              <a:ext uri="{FF2B5EF4-FFF2-40B4-BE49-F238E27FC236}">
                <a16:creationId xmlns:a16="http://schemas.microsoft.com/office/drawing/2014/main" id="{3989C64F-EE72-4161-8ECC-60524B3014A5}"/>
              </a:ext>
            </a:extLst>
          </p:cNvPr>
          <p:cNvSpPr>
            <a:spLocks xmlns:a="http://schemas.openxmlformats.org/drawingml/2006/main" noGrp="1"/>
          </p:cNvSpPr>
          <p:nvPr/>
        </p:nvSpPr>
        <p:spPr>
          <a:xfrm xmlns:a="http://schemas.openxmlformats.org/drawingml/2006/main">
            <a:off x="2209800" y="2790825"/>
            <a:ext cx="571500" cy="57150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0" name="pixel-0-3">
            <a:extLst xmlns:a="http://schemas.openxmlformats.org/drawingml/2006/main">
              <a:ext uri="{FF2B5EF4-FFF2-40B4-BE49-F238E27FC236}">
                <a16:creationId xmlns:a16="http://schemas.microsoft.com/office/drawing/2014/main" id="{BD761D76-C3BE-437D-AD8E-2473228B4E23}"/>
              </a:ext>
            </a:extLst>
          </p:cNvPr>
          <p:cNvSpPr>
            <a:spLocks xmlns:a="http://schemas.openxmlformats.org/drawingml/2006/main" noGrp="1"/>
          </p:cNvSpPr>
          <p:nvPr/>
        </p:nvSpPr>
        <p:spPr>
          <a:xfrm xmlns:a="http://schemas.openxmlformats.org/drawingml/2006/main">
            <a:off x="2781300" y="2790825"/>
            <a:ext cx="571500" cy="571500"/>
          </a:xfrm>
          <a:prstGeom xmlns:a="http://schemas.openxmlformats.org/drawingml/2006/main" prst="rect">
            <a:avLst/>
          </a:prstGeom>
          <a:solidFill xmlns:a="http://schemas.openxmlformats.org/drawingml/2006/main">
            <a:srgbClr val="D5EBF3"/>
          </a:solidFill>
          <a:ln xmlns:a="http://schemas.openxmlformats.org/drawingml/2006/main" w="14288">
            <a:solidFill>
              <a:srgbClr val="D7D7DE"/>
            </a:solidFill>
          </a:ln>
        </p:spPr>
      </p:sp>
      <p:sp>
        <p:nvSpPr>
          <p:cNvPr id="11" name="pixel-0-4">
            <a:extLst xmlns:a="http://schemas.openxmlformats.org/drawingml/2006/main">
              <a:ext uri="{FF2B5EF4-FFF2-40B4-BE49-F238E27FC236}">
                <a16:creationId xmlns:a16="http://schemas.microsoft.com/office/drawing/2014/main" id="{B72294A5-9973-427D-9D71-C8B452B2E3EF}"/>
              </a:ext>
            </a:extLst>
          </p:cNvPr>
          <p:cNvSpPr>
            <a:spLocks xmlns:a="http://schemas.openxmlformats.org/drawingml/2006/main" noGrp="1"/>
          </p:cNvSpPr>
          <p:nvPr/>
        </p:nvSpPr>
        <p:spPr>
          <a:xfrm xmlns:a="http://schemas.openxmlformats.org/drawingml/2006/main">
            <a:off x="3352800" y="2790825"/>
            <a:ext cx="571500" cy="57150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2" name="pixel-0-5">
            <a:extLst xmlns:a="http://schemas.openxmlformats.org/drawingml/2006/main">
              <a:ext uri="{FF2B5EF4-FFF2-40B4-BE49-F238E27FC236}">
                <a16:creationId xmlns:a16="http://schemas.microsoft.com/office/drawing/2014/main" id="{A7484C22-98C3-4B2C-98BD-D7344085420F}"/>
              </a:ext>
            </a:extLst>
          </p:cNvPr>
          <p:cNvSpPr>
            <a:spLocks xmlns:a="http://schemas.openxmlformats.org/drawingml/2006/main" noGrp="1"/>
          </p:cNvSpPr>
          <p:nvPr/>
        </p:nvSpPr>
        <p:spPr>
          <a:xfrm xmlns:a="http://schemas.openxmlformats.org/drawingml/2006/main">
            <a:off x="3924300" y="2790825"/>
            <a:ext cx="571500" cy="571500"/>
          </a:xfrm>
          <a:prstGeom xmlns:a="http://schemas.openxmlformats.org/drawingml/2006/main" prst="rect">
            <a:avLst/>
          </a:prstGeom>
          <a:solidFill xmlns:a="http://schemas.openxmlformats.org/drawingml/2006/main">
            <a:srgbClr val="D5EBF3"/>
          </a:solidFill>
          <a:ln xmlns:a="http://schemas.openxmlformats.org/drawingml/2006/main" w="14288">
            <a:solidFill>
              <a:srgbClr val="D7D7DE"/>
            </a:solidFill>
          </a:ln>
        </p:spPr>
      </p:sp>
      <p:sp>
        <p:nvSpPr>
          <p:cNvPr id="13" name="pixel-1-0">
            <a:extLst xmlns:a="http://schemas.openxmlformats.org/drawingml/2006/main">
              <a:ext uri="{FF2B5EF4-FFF2-40B4-BE49-F238E27FC236}">
                <a16:creationId xmlns:a16="http://schemas.microsoft.com/office/drawing/2014/main" id="{54818ACB-CCE2-4DFF-BD04-3B37375A96A7}"/>
              </a:ext>
            </a:extLst>
          </p:cNvPr>
          <p:cNvSpPr>
            <a:spLocks xmlns:a="http://schemas.openxmlformats.org/drawingml/2006/main" noGrp="1"/>
          </p:cNvSpPr>
          <p:nvPr/>
        </p:nvSpPr>
        <p:spPr>
          <a:xfrm xmlns:a="http://schemas.openxmlformats.org/drawingml/2006/main">
            <a:off x="1066800" y="3362325"/>
            <a:ext cx="571500" cy="571500"/>
          </a:xfrm>
          <a:prstGeom xmlns:a="http://schemas.openxmlformats.org/drawingml/2006/main" prst="rect">
            <a:avLst/>
          </a:prstGeom>
          <a:solidFill xmlns:a="http://schemas.openxmlformats.org/drawingml/2006/main">
            <a:srgbClr val="D5EBF3"/>
          </a:solidFill>
          <a:ln xmlns:a="http://schemas.openxmlformats.org/drawingml/2006/main" w="14288">
            <a:solidFill>
              <a:srgbClr val="D7D7DE"/>
            </a:solidFill>
          </a:ln>
        </p:spPr>
      </p:sp>
      <p:sp>
        <p:nvSpPr>
          <p:cNvPr id="14" name="pixel-1-1">
            <a:extLst xmlns:a="http://schemas.openxmlformats.org/drawingml/2006/main">
              <a:ext uri="{FF2B5EF4-FFF2-40B4-BE49-F238E27FC236}">
                <a16:creationId xmlns:a16="http://schemas.microsoft.com/office/drawing/2014/main" id="{B90E2B9B-B866-4B19-8F4C-BE78AFE80EA8}"/>
              </a:ext>
            </a:extLst>
          </p:cNvPr>
          <p:cNvSpPr>
            <a:spLocks xmlns:a="http://schemas.openxmlformats.org/drawingml/2006/main" noGrp="1"/>
          </p:cNvSpPr>
          <p:nvPr/>
        </p:nvSpPr>
        <p:spPr>
          <a:xfrm xmlns:a="http://schemas.openxmlformats.org/drawingml/2006/main">
            <a:off x="1638300" y="3362325"/>
            <a:ext cx="571500" cy="57150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5" name="pixel-1-2">
            <a:extLst xmlns:a="http://schemas.openxmlformats.org/drawingml/2006/main">
              <a:ext uri="{FF2B5EF4-FFF2-40B4-BE49-F238E27FC236}">
                <a16:creationId xmlns:a16="http://schemas.microsoft.com/office/drawing/2014/main" id="{D7F5656C-6E1D-48E0-93B9-7B85369B3AE2}"/>
              </a:ext>
            </a:extLst>
          </p:cNvPr>
          <p:cNvSpPr>
            <a:spLocks xmlns:a="http://schemas.openxmlformats.org/drawingml/2006/main" noGrp="1"/>
          </p:cNvSpPr>
          <p:nvPr/>
        </p:nvSpPr>
        <p:spPr>
          <a:xfrm xmlns:a="http://schemas.openxmlformats.org/drawingml/2006/main">
            <a:off x="2209800" y="3362325"/>
            <a:ext cx="571500" cy="571500"/>
          </a:xfrm>
          <a:prstGeom xmlns:a="http://schemas.openxmlformats.org/drawingml/2006/main" prst="rect">
            <a:avLst/>
          </a:prstGeom>
          <a:solidFill xmlns:a="http://schemas.openxmlformats.org/drawingml/2006/main">
            <a:srgbClr val="D5EBF3"/>
          </a:solidFill>
          <a:ln xmlns:a="http://schemas.openxmlformats.org/drawingml/2006/main" w="14288">
            <a:solidFill>
              <a:srgbClr val="D7D7DE"/>
            </a:solidFill>
          </a:ln>
        </p:spPr>
      </p:sp>
      <p:sp>
        <p:nvSpPr>
          <p:cNvPr id="16" name="pixel-1-3">
            <a:extLst xmlns:a="http://schemas.openxmlformats.org/drawingml/2006/main">
              <a:ext uri="{FF2B5EF4-FFF2-40B4-BE49-F238E27FC236}">
                <a16:creationId xmlns:a16="http://schemas.microsoft.com/office/drawing/2014/main" id="{19BC55B4-A9AC-4F58-9A58-E81699D33CEA}"/>
              </a:ext>
            </a:extLst>
          </p:cNvPr>
          <p:cNvSpPr>
            <a:spLocks xmlns:a="http://schemas.openxmlformats.org/drawingml/2006/main" noGrp="1"/>
          </p:cNvSpPr>
          <p:nvPr/>
        </p:nvSpPr>
        <p:spPr>
          <a:xfrm xmlns:a="http://schemas.openxmlformats.org/drawingml/2006/main">
            <a:off x="2781300" y="3362325"/>
            <a:ext cx="571500" cy="57150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7" name="pixel-1-4">
            <a:extLst xmlns:a="http://schemas.openxmlformats.org/drawingml/2006/main">
              <a:ext uri="{FF2B5EF4-FFF2-40B4-BE49-F238E27FC236}">
                <a16:creationId xmlns:a16="http://schemas.microsoft.com/office/drawing/2014/main" id="{BF60FABD-0404-44F6-BCCA-951F573BC769}"/>
              </a:ext>
            </a:extLst>
          </p:cNvPr>
          <p:cNvSpPr>
            <a:spLocks xmlns:a="http://schemas.openxmlformats.org/drawingml/2006/main" noGrp="1"/>
          </p:cNvSpPr>
          <p:nvPr/>
        </p:nvSpPr>
        <p:spPr>
          <a:xfrm xmlns:a="http://schemas.openxmlformats.org/drawingml/2006/main">
            <a:off x="3352800" y="3362325"/>
            <a:ext cx="571500" cy="571500"/>
          </a:xfrm>
          <a:prstGeom xmlns:a="http://schemas.openxmlformats.org/drawingml/2006/main" prst="rect">
            <a:avLst/>
          </a:prstGeom>
          <a:solidFill xmlns:a="http://schemas.openxmlformats.org/drawingml/2006/main">
            <a:srgbClr val="D5EBF3"/>
          </a:solidFill>
          <a:ln xmlns:a="http://schemas.openxmlformats.org/drawingml/2006/main" w="14288">
            <a:solidFill>
              <a:srgbClr val="D7D7DE"/>
            </a:solidFill>
          </a:ln>
        </p:spPr>
      </p:sp>
      <p:sp>
        <p:nvSpPr>
          <p:cNvPr id="18" name="pixel-1-5">
            <a:extLst xmlns:a="http://schemas.openxmlformats.org/drawingml/2006/main">
              <a:ext uri="{FF2B5EF4-FFF2-40B4-BE49-F238E27FC236}">
                <a16:creationId xmlns:a16="http://schemas.microsoft.com/office/drawing/2014/main" id="{147BD28A-8EBE-48EC-9149-9EAE0A60D71B}"/>
              </a:ext>
            </a:extLst>
          </p:cNvPr>
          <p:cNvSpPr>
            <a:spLocks xmlns:a="http://schemas.openxmlformats.org/drawingml/2006/main" noGrp="1"/>
          </p:cNvSpPr>
          <p:nvPr/>
        </p:nvSpPr>
        <p:spPr>
          <a:xfrm xmlns:a="http://schemas.openxmlformats.org/drawingml/2006/main">
            <a:off x="3924300" y="3362325"/>
            <a:ext cx="571500" cy="57150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9" name="pixel-2-0">
            <a:extLst xmlns:a="http://schemas.openxmlformats.org/drawingml/2006/main">
              <a:ext uri="{FF2B5EF4-FFF2-40B4-BE49-F238E27FC236}">
                <a16:creationId xmlns:a16="http://schemas.microsoft.com/office/drawing/2014/main" id="{96F6ABC5-BAD0-40A6-882B-DB8DF08D8ACB}"/>
              </a:ext>
            </a:extLst>
          </p:cNvPr>
          <p:cNvSpPr>
            <a:spLocks xmlns:a="http://schemas.openxmlformats.org/drawingml/2006/main" noGrp="1"/>
          </p:cNvSpPr>
          <p:nvPr/>
        </p:nvSpPr>
        <p:spPr>
          <a:xfrm xmlns:a="http://schemas.openxmlformats.org/drawingml/2006/main">
            <a:off x="1066800" y="3933825"/>
            <a:ext cx="571500" cy="57150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20" name="pixel-2-1">
            <a:extLst xmlns:a="http://schemas.openxmlformats.org/drawingml/2006/main">
              <a:ext uri="{FF2B5EF4-FFF2-40B4-BE49-F238E27FC236}">
                <a16:creationId xmlns:a16="http://schemas.microsoft.com/office/drawing/2014/main" id="{3C62ABB0-EE95-4310-AB06-67B80336632C}"/>
              </a:ext>
            </a:extLst>
          </p:cNvPr>
          <p:cNvSpPr>
            <a:spLocks xmlns:a="http://schemas.openxmlformats.org/drawingml/2006/main" noGrp="1"/>
          </p:cNvSpPr>
          <p:nvPr/>
        </p:nvSpPr>
        <p:spPr>
          <a:xfrm xmlns:a="http://schemas.openxmlformats.org/drawingml/2006/main">
            <a:off x="1638300" y="3933825"/>
            <a:ext cx="571500" cy="571500"/>
          </a:xfrm>
          <a:prstGeom xmlns:a="http://schemas.openxmlformats.org/drawingml/2006/main" prst="rect">
            <a:avLst/>
          </a:prstGeom>
          <a:solidFill xmlns:a="http://schemas.openxmlformats.org/drawingml/2006/main">
            <a:srgbClr val="D5EBF3"/>
          </a:solidFill>
          <a:ln xmlns:a="http://schemas.openxmlformats.org/drawingml/2006/main" w="14288">
            <a:solidFill>
              <a:srgbClr val="D7D7DE"/>
            </a:solidFill>
          </a:ln>
        </p:spPr>
      </p:sp>
      <p:sp>
        <p:nvSpPr>
          <p:cNvPr id="21" name="pixel-2-2">
            <a:extLst xmlns:a="http://schemas.openxmlformats.org/drawingml/2006/main">
              <a:ext uri="{FF2B5EF4-FFF2-40B4-BE49-F238E27FC236}">
                <a16:creationId xmlns:a16="http://schemas.microsoft.com/office/drawing/2014/main" id="{88A2092B-A2FD-46F4-87A7-F9CFDFA457E7}"/>
              </a:ext>
            </a:extLst>
          </p:cNvPr>
          <p:cNvSpPr>
            <a:spLocks xmlns:a="http://schemas.openxmlformats.org/drawingml/2006/main" noGrp="1"/>
          </p:cNvSpPr>
          <p:nvPr/>
        </p:nvSpPr>
        <p:spPr>
          <a:xfrm xmlns:a="http://schemas.openxmlformats.org/drawingml/2006/main">
            <a:off x="2209800" y="3933825"/>
            <a:ext cx="571500" cy="57150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22" name="pixel-2-3">
            <a:extLst xmlns:a="http://schemas.openxmlformats.org/drawingml/2006/main">
              <a:ext uri="{FF2B5EF4-FFF2-40B4-BE49-F238E27FC236}">
                <a16:creationId xmlns:a16="http://schemas.microsoft.com/office/drawing/2014/main" id="{39C0EE49-903E-42A0-A6B2-C6371A04D8C5}"/>
              </a:ext>
            </a:extLst>
          </p:cNvPr>
          <p:cNvSpPr>
            <a:spLocks xmlns:a="http://schemas.openxmlformats.org/drawingml/2006/main" noGrp="1"/>
          </p:cNvSpPr>
          <p:nvPr/>
        </p:nvSpPr>
        <p:spPr>
          <a:xfrm xmlns:a="http://schemas.openxmlformats.org/drawingml/2006/main">
            <a:off x="2781300" y="3933825"/>
            <a:ext cx="571500" cy="571500"/>
          </a:xfrm>
          <a:prstGeom xmlns:a="http://schemas.openxmlformats.org/drawingml/2006/main" prst="rect">
            <a:avLst/>
          </a:prstGeom>
          <a:solidFill xmlns:a="http://schemas.openxmlformats.org/drawingml/2006/main">
            <a:srgbClr val="D5EBF3"/>
          </a:solidFill>
          <a:ln xmlns:a="http://schemas.openxmlformats.org/drawingml/2006/main" w="14288">
            <a:solidFill>
              <a:srgbClr val="D7D7DE"/>
            </a:solidFill>
          </a:ln>
        </p:spPr>
      </p:sp>
      <p:sp>
        <p:nvSpPr>
          <p:cNvPr id="23" name="pixel-2-4">
            <a:extLst xmlns:a="http://schemas.openxmlformats.org/drawingml/2006/main">
              <a:ext uri="{FF2B5EF4-FFF2-40B4-BE49-F238E27FC236}">
                <a16:creationId xmlns:a16="http://schemas.microsoft.com/office/drawing/2014/main" id="{414C0D40-D158-41ED-929A-238C9708E23A}"/>
              </a:ext>
            </a:extLst>
          </p:cNvPr>
          <p:cNvSpPr>
            <a:spLocks xmlns:a="http://schemas.openxmlformats.org/drawingml/2006/main" noGrp="1"/>
          </p:cNvSpPr>
          <p:nvPr/>
        </p:nvSpPr>
        <p:spPr>
          <a:xfrm xmlns:a="http://schemas.openxmlformats.org/drawingml/2006/main">
            <a:off x="3352800" y="3933825"/>
            <a:ext cx="571500" cy="57150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24" name="pixel-2-5">
            <a:extLst xmlns:a="http://schemas.openxmlformats.org/drawingml/2006/main">
              <a:ext uri="{FF2B5EF4-FFF2-40B4-BE49-F238E27FC236}">
                <a16:creationId xmlns:a16="http://schemas.microsoft.com/office/drawing/2014/main" id="{B0EDBFD4-E6B0-4EFB-9E9F-FAFEA0DE85FE}"/>
              </a:ext>
            </a:extLst>
          </p:cNvPr>
          <p:cNvSpPr>
            <a:spLocks xmlns:a="http://schemas.openxmlformats.org/drawingml/2006/main" noGrp="1"/>
          </p:cNvSpPr>
          <p:nvPr/>
        </p:nvSpPr>
        <p:spPr>
          <a:xfrm xmlns:a="http://schemas.openxmlformats.org/drawingml/2006/main">
            <a:off x="3924300" y="3933825"/>
            <a:ext cx="571500" cy="571500"/>
          </a:xfrm>
          <a:prstGeom xmlns:a="http://schemas.openxmlformats.org/drawingml/2006/main" prst="rect">
            <a:avLst/>
          </a:prstGeom>
          <a:solidFill xmlns:a="http://schemas.openxmlformats.org/drawingml/2006/main">
            <a:srgbClr val="D5EBF3"/>
          </a:solidFill>
          <a:ln xmlns:a="http://schemas.openxmlformats.org/drawingml/2006/main" w="14288">
            <a:solidFill>
              <a:srgbClr val="D7D7DE"/>
            </a:solidFill>
          </a:ln>
        </p:spPr>
      </p:sp>
      <p:sp>
        <p:nvSpPr>
          <p:cNvPr id="25" name="pixel-3-0">
            <a:extLst xmlns:a="http://schemas.openxmlformats.org/drawingml/2006/main">
              <a:ext uri="{FF2B5EF4-FFF2-40B4-BE49-F238E27FC236}">
                <a16:creationId xmlns:a16="http://schemas.microsoft.com/office/drawing/2014/main" id="{E94AC115-6218-491D-A72A-FA5A1C459E8C}"/>
              </a:ext>
            </a:extLst>
          </p:cNvPr>
          <p:cNvSpPr>
            <a:spLocks xmlns:a="http://schemas.openxmlformats.org/drawingml/2006/main" noGrp="1"/>
          </p:cNvSpPr>
          <p:nvPr/>
        </p:nvSpPr>
        <p:spPr>
          <a:xfrm xmlns:a="http://schemas.openxmlformats.org/drawingml/2006/main">
            <a:off x="1066800" y="4505325"/>
            <a:ext cx="571500" cy="571500"/>
          </a:xfrm>
          <a:prstGeom xmlns:a="http://schemas.openxmlformats.org/drawingml/2006/main" prst="rect">
            <a:avLst/>
          </a:prstGeom>
          <a:solidFill xmlns:a="http://schemas.openxmlformats.org/drawingml/2006/main">
            <a:srgbClr val="D5EBF3"/>
          </a:solidFill>
          <a:ln xmlns:a="http://schemas.openxmlformats.org/drawingml/2006/main" w="14288">
            <a:solidFill>
              <a:srgbClr val="D7D7DE"/>
            </a:solidFill>
          </a:ln>
        </p:spPr>
      </p:sp>
      <p:sp>
        <p:nvSpPr>
          <p:cNvPr id="26" name="pixel-3-1">
            <a:extLst xmlns:a="http://schemas.openxmlformats.org/drawingml/2006/main">
              <a:ext uri="{FF2B5EF4-FFF2-40B4-BE49-F238E27FC236}">
                <a16:creationId xmlns:a16="http://schemas.microsoft.com/office/drawing/2014/main" id="{730F0383-C269-4410-BF76-1DB3F88E9E54}"/>
              </a:ext>
            </a:extLst>
          </p:cNvPr>
          <p:cNvSpPr>
            <a:spLocks xmlns:a="http://schemas.openxmlformats.org/drawingml/2006/main" noGrp="1"/>
          </p:cNvSpPr>
          <p:nvPr/>
        </p:nvSpPr>
        <p:spPr>
          <a:xfrm xmlns:a="http://schemas.openxmlformats.org/drawingml/2006/main">
            <a:off x="1638300" y="4505325"/>
            <a:ext cx="571500" cy="57150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27" name="pixel-3-2">
            <a:extLst xmlns:a="http://schemas.openxmlformats.org/drawingml/2006/main">
              <a:ext uri="{FF2B5EF4-FFF2-40B4-BE49-F238E27FC236}">
                <a16:creationId xmlns:a16="http://schemas.microsoft.com/office/drawing/2014/main" id="{70A18E77-63F5-4A69-AF6C-3627651C474C}"/>
              </a:ext>
            </a:extLst>
          </p:cNvPr>
          <p:cNvSpPr>
            <a:spLocks xmlns:a="http://schemas.openxmlformats.org/drawingml/2006/main" noGrp="1"/>
          </p:cNvSpPr>
          <p:nvPr/>
        </p:nvSpPr>
        <p:spPr>
          <a:xfrm xmlns:a="http://schemas.openxmlformats.org/drawingml/2006/main">
            <a:off x="2209800" y="4505325"/>
            <a:ext cx="571500" cy="571500"/>
          </a:xfrm>
          <a:prstGeom xmlns:a="http://schemas.openxmlformats.org/drawingml/2006/main" prst="rect">
            <a:avLst/>
          </a:prstGeom>
          <a:solidFill xmlns:a="http://schemas.openxmlformats.org/drawingml/2006/main">
            <a:srgbClr val="D5EBF3"/>
          </a:solidFill>
          <a:ln xmlns:a="http://schemas.openxmlformats.org/drawingml/2006/main" w="14288">
            <a:solidFill>
              <a:srgbClr val="D7D7DE"/>
            </a:solidFill>
          </a:ln>
        </p:spPr>
      </p:sp>
      <p:sp>
        <p:nvSpPr>
          <p:cNvPr id="28" name="pixel-3-3">
            <a:extLst xmlns:a="http://schemas.openxmlformats.org/drawingml/2006/main">
              <a:ext uri="{FF2B5EF4-FFF2-40B4-BE49-F238E27FC236}">
                <a16:creationId xmlns:a16="http://schemas.microsoft.com/office/drawing/2014/main" id="{2C510416-F0DD-4148-B11D-7B3CC5DBB427}"/>
              </a:ext>
            </a:extLst>
          </p:cNvPr>
          <p:cNvSpPr>
            <a:spLocks xmlns:a="http://schemas.openxmlformats.org/drawingml/2006/main" noGrp="1"/>
          </p:cNvSpPr>
          <p:nvPr/>
        </p:nvSpPr>
        <p:spPr>
          <a:xfrm xmlns:a="http://schemas.openxmlformats.org/drawingml/2006/main">
            <a:off x="2781300" y="4505325"/>
            <a:ext cx="571500" cy="57150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29" name="pixel-3-4">
            <a:extLst xmlns:a="http://schemas.openxmlformats.org/drawingml/2006/main">
              <a:ext uri="{FF2B5EF4-FFF2-40B4-BE49-F238E27FC236}">
                <a16:creationId xmlns:a16="http://schemas.microsoft.com/office/drawing/2014/main" id="{2FA481E5-D747-4457-91B9-FAF3DC0F0F6D}"/>
              </a:ext>
            </a:extLst>
          </p:cNvPr>
          <p:cNvSpPr>
            <a:spLocks xmlns:a="http://schemas.openxmlformats.org/drawingml/2006/main" noGrp="1"/>
          </p:cNvSpPr>
          <p:nvPr/>
        </p:nvSpPr>
        <p:spPr>
          <a:xfrm xmlns:a="http://schemas.openxmlformats.org/drawingml/2006/main">
            <a:off x="3352800" y="4505325"/>
            <a:ext cx="571500" cy="571500"/>
          </a:xfrm>
          <a:prstGeom xmlns:a="http://schemas.openxmlformats.org/drawingml/2006/main" prst="rect">
            <a:avLst/>
          </a:prstGeom>
          <a:solidFill xmlns:a="http://schemas.openxmlformats.org/drawingml/2006/main">
            <a:srgbClr val="D5EBF3"/>
          </a:solidFill>
          <a:ln xmlns:a="http://schemas.openxmlformats.org/drawingml/2006/main" w="14288">
            <a:solidFill>
              <a:srgbClr val="D7D7DE"/>
            </a:solidFill>
          </a:ln>
        </p:spPr>
      </p:sp>
      <p:sp>
        <p:nvSpPr>
          <p:cNvPr id="30" name="pixel-3-5">
            <a:extLst xmlns:a="http://schemas.openxmlformats.org/drawingml/2006/main">
              <a:ext uri="{FF2B5EF4-FFF2-40B4-BE49-F238E27FC236}">
                <a16:creationId xmlns:a16="http://schemas.microsoft.com/office/drawing/2014/main" id="{F2D8E149-7D25-446A-A225-7D727FA64B4D}"/>
              </a:ext>
            </a:extLst>
          </p:cNvPr>
          <p:cNvSpPr>
            <a:spLocks xmlns:a="http://schemas.openxmlformats.org/drawingml/2006/main" noGrp="1"/>
          </p:cNvSpPr>
          <p:nvPr/>
        </p:nvSpPr>
        <p:spPr>
          <a:xfrm xmlns:a="http://schemas.openxmlformats.org/drawingml/2006/main">
            <a:off x="3924300" y="4505325"/>
            <a:ext cx="571500" cy="57150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31" name="focus-pixel">
            <a:extLst xmlns:a="http://schemas.openxmlformats.org/drawingml/2006/main">
              <a:ext uri="{FF2B5EF4-FFF2-40B4-BE49-F238E27FC236}">
                <a16:creationId xmlns:a16="http://schemas.microsoft.com/office/drawing/2014/main" id="{5D349432-5E25-4868-ADD4-834E546DF98C}"/>
              </a:ext>
            </a:extLst>
          </p:cNvPr>
          <p:cNvSpPr>
            <a:spLocks xmlns:a="http://schemas.openxmlformats.org/drawingml/2006/main" noGrp="1"/>
          </p:cNvSpPr>
          <p:nvPr/>
        </p:nvSpPr>
        <p:spPr>
          <a:xfrm xmlns:a="http://schemas.openxmlformats.org/drawingml/2006/main">
            <a:off x="2209800" y="3362325"/>
            <a:ext cx="571500" cy="57150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32" name="text">
            <a:extLst xmlns:a="http://schemas.openxmlformats.org/drawingml/2006/main">
              <a:ext uri="{FF2B5EF4-FFF2-40B4-BE49-F238E27FC236}">
                <a16:creationId xmlns:a16="http://schemas.microsoft.com/office/drawing/2014/main" id="{B51A3081-41BA-4819-A091-377955ECF392}"/>
              </a:ext>
            </a:extLst>
          </p:cNvPr>
          <p:cNvSpPr>
            <a:spLocks xmlns:a="http://schemas.openxmlformats.org/drawingml/2006/main" noGrp="1"/>
          </p:cNvSpPr>
          <p:nvPr/>
        </p:nvSpPr>
        <p:spPr>
          <a:xfrm xmlns:a="http://schemas.openxmlformats.org/drawingml/2006/main">
            <a:off x="609600" y="5305425"/>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6列 × 4行：24个像素</a:t>
            </a:r>
          </a:p>
        </p:txBody>
      </p:sp>
      <p:sp>
        <p:nvSpPr>
          <p:cNvPr id="33" name="sample-time-axis">
            <a:extLst xmlns:a="http://schemas.openxmlformats.org/drawingml/2006/main">
              <a:ext uri="{FF2B5EF4-FFF2-40B4-BE49-F238E27FC236}">
                <a16:creationId xmlns:a16="http://schemas.microsoft.com/office/drawing/2014/main" id="{B687462A-2F49-4681-AA89-330DFF208131}"/>
              </a:ext>
            </a:extLst>
          </p:cNvPr>
          <p:cNvSpPr>
            <a:spLocks xmlns:a="http://schemas.openxmlformats.org/drawingml/2006/main" noGrp="1"/>
          </p:cNvSpPr>
          <p:nvPr/>
        </p:nvSpPr>
        <p:spPr>
          <a:xfrm xmlns:a="http://schemas.openxmlformats.org/drawingml/2006/main">
            <a:off x="6724650" y="4248150"/>
            <a:ext cx="4419600" cy="9525"/>
          </a:xfrm>
          <a:custGeom xmlns:a="http://schemas.openxmlformats.org/drawingml/2006/main">
            <a:pathLst>
              <a:path w="4419600" h="9525">
                <a:moveTo>
                  <a:pt x="0" y="0"/>
                </a:moveTo>
                <a:lnTo>
                  <a:pt x="4419600" y="0"/>
                </a:lnTo>
              </a:path>
            </a:pathLst>
          </a:custGeom>
          <a:noFill xmlns:a="http://schemas.openxmlformats.org/drawingml/2006/main"/>
          <a:ln xmlns:a="http://schemas.openxmlformats.org/drawingml/2006/main" w="12383">
            <a:solidFill>
              <a:srgbClr val="808080"/>
            </a:solidFill>
          </a:ln>
        </p:spPr>
      </p:sp>
      <p:sp>
        <p:nvSpPr>
          <p:cNvPr id="34" name="waveform">
            <a:extLst xmlns:a="http://schemas.openxmlformats.org/drawingml/2006/main">
              <a:ext uri="{FF2B5EF4-FFF2-40B4-BE49-F238E27FC236}">
                <a16:creationId xmlns:a16="http://schemas.microsoft.com/office/drawing/2014/main" id="{6A6BBA02-4D12-4DD6-9BF7-0EF541FE1E2C}"/>
              </a:ext>
            </a:extLst>
          </p:cNvPr>
          <p:cNvSpPr>
            <a:spLocks xmlns:a="http://schemas.openxmlformats.org/drawingml/2006/main" noGrp="1"/>
          </p:cNvSpPr>
          <p:nvPr/>
        </p:nvSpPr>
        <p:spPr>
          <a:xfrm xmlns:a="http://schemas.openxmlformats.org/drawingml/2006/main">
            <a:off x="6724650" y="3305332"/>
            <a:ext cx="4419600" cy="1428437"/>
          </a:xfrm>
          <a:custGeom xmlns:a="http://schemas.openxmlformats.org/drawingml/2006/main">
            <a:pathLst>
              <a:path w="4419600" h="1428437">
                <a:moveTo>
                  <a:pt x="0" y="714218"/>
                </a:moveTo>
                <a:lnTo>
                  <a:pt x="29464" y="684303"/>
                </a:lnTo>
                <a:lnTo>
                  <a:pt x="58928" y="654441"/>
                </a:lnTo>
                <a:lnTo>
                  <a:pt x="88392" y="624683"/>
                </a:lnTo>
                <a:lnTo>
                  <a:pt x="117856" y="595083"/>
                </a:lnTo>
                <a:lnTo>
                  <a:pt x="147320" y="565691"/>
                </a:lnTo>
                <a:lnTo>
                  <a:pt x="176784" y="536560"/>
                </a:lnTo>
                <a:lnTo>
                  <a:pt x="206248" y="507741"/>
                </a:lnTo>
                <a:lnTo>
                  <a:pt x="235712" y="479284"/>
                </a:lnTo>
                <a:lnTo>
                  <a:pt x="265176" y="451239"/>
                </a:lnTo>
                <a:lnTo>
                  <a:pt x="294640" y="423656"/>
                </a:lnTo>
                <a:lnTo>
                  <a:pt x="324104" y="396582"/>
                </a:lnTo>
                <a:lnTo>
                  <a:pt x="353568" y="370066"/>
                </a:lnTo>
                <a:lnTo>
                  <a:pt x="383032" y="344153"/>
                </a:lnTo>
                <a:lnTo>
                  <a:pt x="412496" y="318889"/>
                </a:lnTo>
                <a:lnTo>
                  <a:pt x="441960" y="294319"/>
                </a:lnTo>
                <a:lnTo>
                  <a:pt x="471424" y="270486"/>
                </a:lnTo>
                <a:lnTo>
                  <a:pt x="500888" y="247431"/>
                </a:lnTo>
                <a:lnTo>
                  <a:pt x="530352" y="225195"/>
                </a:lnTo>
                <a:lnTo>
                  <a:pt x="559816" y="203817"/>
                </a:lnTo>
                <a:lnTo>
                  <a:pt x="589280" y="183334"/>
                </a:lnTo>
                <a:lnTo>
                  <a:pt x="618744" y="163783"/>
                </a:lnTo>
                <a:lnTo>
                  <a:pt x="648208" y="145197"/>
                </a:lnTo>
                <a:lnTo>
                  <a:pt x="677672" y="127610"/>
                </a:lnTo>
                <a:lnTo>
                  <a:pt x="707136" y="111052"/>
                </a:lnTo>
                <a:lnTo>
                  <a:pt x="736600" y="95551"/>
                </a:lnTo>
                <a:lnTo>
                  <a:pt x="766064" y="81137"/>
                </a:lnTo>
                <a:lnTo>
                  <a:pt x="795528" y="67833"/>
                </a:lnTo>
                <a:lnTo>
                  <a:pt x="824992" y="55662"/>
                </a:lnTo>
                <a:lnTo>
                  <a:pt x="854456" y="44648"/>
                </a:lnTo>
                <a:lnTo>
                  <a:pt x="883920" y="34807"/>
                </a:lnTo>
                <a:lnTo>
                  <a:pt x="913384" y="26159"/>
                </a:lnTo>
                <a:lnTo>
                  <a:pt x="942848" y="18718"/>
                </a:lnTo>
                <a:lnTo>
                  <a:pt x="972312" y="12497"/>
                </a:lnTo>
                <a:lnTo>
                  <a:pt x="1001776" y="7507"/>
                </a:lnTo>
                <a:lnTo>
                  <a:pt x="1031240" y="3757"/>
                </a:lnTo>
                <a:lnTo>
                  <a:pt x="1060704" y="1253"/>
                </a:lnTo>
                <a:lnTo>
                  <a:pt x="1090168" y="0"/>
                </a:lnTo>
                <a:lnTo>
                  <a:pt x="1119632" y="0"/>
                </a:lnTo>
                <a:lnTo>
                  <a:pt x="1149096" y="1253"/>
                </a:lnTo>
                <a:lnTo>
                  <a:pt x="1178560" y="3757"/>
                </a:lnTo>
                <a:lnTo>
                  <a:pt x="1208024" y="7507"/>
                </a:lnTo>
                <a:lnTo>
                  <a:pt x="1237488" y="12497"/>
                </a:lnTo>
                <a:lnTo>
                  <a:pt x="1266952" y="18718"/>
                </a:lnTo>
                <a:lnTo>
                  <a:pt x="1296416" y="26159"/>
                </a:lnTo>
                <a:lnTo>
                  <a:pt x="1325880" y="34807"/>
                </a:lnTo>
                <a:lnTo>
                  <a:pt x="1355344" y="44648"/>
                </a:lnTo>
                <a:lnTo>
                  <a:pt x="1384808" y="55662"/>
                </a:lnTo>
                <a:lnTo>
                  <a:pt x="1414272" y="67833"/>
                </a:lnTo>
                <a:lnTo>
                  <a:pt x="1443736" y="81137"/>
                </a:lnTo>
                <a:lnTo>
                  <a:pt x="1473200" y="95551"/>
                </a:lnTo>
                <a:lnTo>
                  <a:pt x="1502664" y="111052"/>
                </a:lnTo>
                <a:lnTo>
                  <a:pt x="1532128" y="127610"/>
                </a:lnTo>
                <a:lnTo>
                  <a:pt x="1561592" y="145197"/>
                </a:lnTo>
                <a:lnTo>
                  <a:pt x="1591056" y="163783"/>
                </a:lnTo>
                <a:lnTo>
                  <a:pt x="1620520" y="183334"/>
                </a:lnTo>
                <a:lnTo>
                  <a:pt x="1649984" y="203817"/>
                </a:lnTo>
                <a:lnTo>
                  <a:pt x="1679448" y="225195"/>
                </a:lnTo>
                <a:lnTo>
                  <a:pt x="1708912" y="247431"/>
                </a:lnTo>
                <a:lnTo>
                  <a:pt x="1738376" y="270486"/>
                </a:lnTo>
                <a:lnTo>
                  <a:pt x="1767840" y="294319"/>
                </a:lnTo>
                <a:lnTo>
                  <a:pt x="1797304" y="318889"/>
                </a:lnTo>
                <a:lnTo>
                  <a:pt x="1826768" y="344153"/>
                </a:lnTo>
                <a:lnTo>
                  <a:pt x="1856232" y="370066"/>
                </a:lnTo>
                <a:lnTo>
                  <a:pt x="1885696" y="396582"/>
                </a:lnTo>
                <a:lnTo>
                  <a:pt x="1915160" y="423656"/>
                </a:lnTo>
                <a:lnTo>
                  <a:pt x="1944624" y="451239"/>
                </a:lnTo>
                <a:lnTo>
                  <a:pt x="1974088" y="479284"/>
                </a:lnTo>
                <a:lnTo>
                  <a:pt x="2003552" y="507741"/>
                </a:lnTo>
                <a:lnTo>
                  <a:pt x="2033016" y="536560"/>
                </a:lnTo>
                <a:lnTo>
                  <a:pt x="2062480" y="565691"/>
                </a:lnTo>
                <a:lnTo>
                  <a:pt x="2091944" y="595083"/>
                </a:lnTo>
                <a:lnTo>
                  <a:pt x="2121408" y="624683"/>
                </a:lnTo>
                <a:lnTo>
                  <a:pt x="2150872" y="654441"/>
                </a:lnTo>
                <a:lnTo>
                  <a:pt x="2180336" y="684303"/>
                </a:lnTo>
                <a:lnTo>
                  <a:pt x="2209800" y="714218"/>
                </a:lnTo>
                <a:lnTo>
                  <a:pt x="2239264" y="744133"/>
                </a:lnTo>
                <a:lnTo>
                  <a:pt x="2268728" y="773996"/>
                </a:lnTo>
                <a:lnTo>
                  <a:pt x="2298192" y="803753"/>
                </a:lnTo>
                <a:lnTo>
                  <a:pt x="2327656" y="833354"/>
                </a:lnTo>
                <a:lnTo>
                  <a:pt x="2357120" y="862745"/>
                </a:lnTo>
                <a:lnTo>
                  <a:pt x="2386584" y="891876"/>
                </a:lnTo>
                <a:lnTo>
                  <a:pt x="2416048" y="920695"/>
                </a:lnTo>
                <a:lnTo>
                  <a:pt x="2445512" y="949152"/>
                </a:lnTo>
                <a:lnTo>
                  <a:pt x="2474976" y="977197"/>
                </a:lnTo>
                <a:lnTo>
                  <a:pt x="2504440" y="1004781"/>
                </a:lnTo>
                <a:lnTo>
                  <a:pt x="2533904" y="1031855"/>
                </a:lnTo>
                <a:lnTo>
                  <a:pt x="2563368" y="1058371"/>
                </a:lnTo>
                <a:lnTo>
                  <a:pt x="2592832" y="1084284"/>
                </a:lnTo>
                <a:lnTo>
                  <a:pt x="2622296" y="1109547"/>
                </a:lnTo>
                <a:lnTo>
                  <a:pt x="2651760" y="1134117"/>
                </a:lnTo>
                <a:lnTo>
                  <a:pt x="2681224" y="1157951"/>
                </a:lnTo>
                <a:lnTo>
                  <a:pt x="2710688" y="1181006"/>
                </a:lnTo>
                <a:lnTo>
                  <a:pt x="2740152" y="1203242"/>
                </a:lnTo>
                <a:lnTo>
                  <a:pt x="2769616" y="1224620"/>
                </a:lnTo>
                <a:lnTo>
                  <a:pt x="2799080" y="1245102"/>
                </a:lnTo>
                <a:lnTo>
                  <a:pt x="2828544" y="1264654"/>
                </a:lnTo>
                <a:lnTo>
                  <a:pt x="2858008" y="1283239"/>
                </a:lnTo>
                <a:lnTo>
                  <a:pt x="2887472" y="1300827"/>
                </a:lnTo>
                <a:lnTo>
                  <a:pt x="2916936" y="1317385"/>
                </a:lnTo>
                <a:lnTo>
                  <a:pt x="2946400" y="1332885"/>
                </a:lnTo>
                <a:lnTo>
                  <a:pt x="2975864" y="1347300"/>
                </a:lnTo>
                <a:lnTo>
                  <a:pt x="3005328" y="1360604"/>
                </a:lnTo>
                <a:lnTo>
                  <a:pt x="3034792" y="1372774"/>
                </a:lnTo>
                <a:lnTo>
                  <a:pt x="3064256" y="1383789"/>
                </a:lnTo>
                <a:lnTo>
                  <a:pt x="3093720" y="1393629"/>
                </a:lnTo>
                <a:lnTo>
                  <a:pt x="3123184" y="1402278"/>
                </a:lnTo>
                <a:lnTo>
                  <a:pt x="3152648" y="1409719"/>
                </a:lnTo>
                <a:lnTo>
                  <a:pt x="3182112" y="1415940"/>
                </a:lnTo>
                <a:lnTo>
                  <a:pt x="3211576" y="1420930"/>
                </a:lnTo>
                <a:lnTo>
                  <a:pt x="3241040" y="1424680"/>
                </a:lnTo>
                <a:lnTo>
                  <a:pt x="3270504" y="1427184"/>
                </a:lnTo>
                <a:lnTo>
                  <a:pt x="3299968" y="1428437"/>
                </a:lnTo>
                <a:lnTo>
                  <a:pt x="3329432" y="1428437"/>
                </a:lnTo>
                <a:lnTo>
                  <a:pt x="3358896" y="1427184"/>
                </a:lnTo>
                <a:lnTo>
                  <a:pt x="3388360" y="1424680"/>
                </a:lnTo>
                <a:lnTo>
                  <a:pt x="3417824" y="1420930"/>
                </a:lnTo>
                <a:lnTo>
                  <a:pt x="3447288" y="1415940"/>
                </a:lnTo>
                <a:lnTo>
                  <a:pt x="3476752" y="1409719"/>
                </a:lnTo>
                <a:lnTo>
                  <a:pt x="3506216" y="1402278"/>
                </a:lnTo>
                <a:lnTo>
                  <a:pt x="3535680" y="1393629"/>
                </a:lnTo>
                <a:lnTo>
                  <a:pt x="3565144" y="1383789"/>
                </a:lnTo>
                <a:lnTo>
                  <a:pt x="3594608" y="1372774"/>
                </a:lnTo>
                <a:lnTo>
                  <a:pt x="3624072" y="1360604"/>
                </a:lnTo>
                <a:lnTo>
                  <a:pt x="3653536" y="1347300"/>
                </a:lnTo>
                <a:lnTo>
                  <a:pt x="3683000" y="1332885"/>
                </a:lnTo>
                <a:lnTo>
                  <a:pt x="3712464" y="1317385"/>
                </a:lnTo>
                <a:lnTo>
                  <a:pt x="3741928" y="1300827"/>
                </a:lnTo>
                <a:lnTo>
                  <a:pt x="3771392" y="1283239"/>
                </a:lnTo>
                <a:lnTo>
                  <a:pt x="3800856" y="1264654"/>
                </a:lnTo>
                <a:lnTo>
                  <a:pt x="3830320" y="1245102"/>
                </a:lnTo>
                <a:lnTo>
                  <a:pt x="3859784" y="1224620"/>
                </a:lnTo>
                <a:lnTo>
                  <a:pt x="3889248" y="1203242"/>
                </a:lnTo>
                <a:lnTo>
                  <a:pt x="3918712" y="1181006"/>
                </a:lnTo>
                <a:lnTo>
                  <a:pt x="3948176" y="1157951"/>
                </a:lnTo>
                <a:lnTo>
                  <a:pt x="3977640" y="1134117"/>
                </a:lnTo>
                <a:lnTo>
                  <a:pt x="4007104" y="1109547"/>
                </a:lnTo>
                <a:lnTo>
                  <a:pt x="4036568" y="1084284"/>
                </a:lnTo>
                <a:lnTo>
                  <a:pt x="4066032" y="1058371"/>
                </a:lnTo>
                <a:lnTo>
                  <a:pt x="4095496" y="1031855"/>
                </a:lnTo>
                <a:lnTo>
                  <a:pt x="4124960" y="1004781"/>
                </a:lnTo>
                <a:lnTo>
                  <a:pt x="4154424" y="977197"/>
                </a:lnTo>
                <a:lnTo>
                  <a:pt x="4183888" y="949152"/>
                </a:lnTo>
                <a:lnTo>
                  <a:pt x="4213352" y="920695"/>
                </a:lnTo>
                <a:lnTo>
                  <a:pt x="4242816" y="891876"/>
                </a:lnTo>
                <a:lnTo>
                  <a:pt x="4272280" y="862745"/>
                </a:lnTo>
                <a:lnTo>
                  <a:pt x="4301744" y="833354"/>
                </a:lnTo>
                <a:lnTo>
                  <a:pt x="4331208" y="803753"/>
                </a:lnTo>
                <a:lnTo>
                  <a:pt x="4360672" y="773996"/>
                </a:lnTo>
                <a:lnTo>
                  <a:pt x="4390136" y="744133"/>
                </a:lnTo>
                <a:lnTo>
                  <a:pt x="4419600" y="714218"/>
                </a:lnTo>
              </a:path>
            </a:pathLst>
          </a:custGeom>
          <a:noFill xmlns:a="http://schemas.openxmlformats.org/drawingml/2006/main"/>
          <a:ln xmlns:a="http://schemas.openxmlformats.org/drawingml/2006/main" w="15240">
            <a:solidFill>
              <a:srgbClr val="808080"/>
            </a:solidFill>
          </a:ln>
        </p:spPr>
      </p:sp>
      <p:sp>
        <p:nvSpPr>
          <p:cNvPr id="35" name="time-sample-0">
            <a:extLst xmlns:a="http://schemas.openxmlformats.org/drawingml/2006/main">
              <a:ext uri="{FF2B5EF4-FFF2-40B4-BE49-F238E27FC236}">
                <a16:creationId xmlns:a16="http://schemas.microsoft.com/office/drawing/2014/main" id="{578319A2-CB60-4C8D-ACCB-6140629A2CCD}"/>
              </a:ext>
            </a:extLst>
          </p:cNvPr>
          <p:cNvSpPr>
            <a:spLocks xmlns:a="http://schemas.openxmlformats.org/drawingml/2006/main" noGrp="1"/>
          </p:cNvSpPr>
          <p:nvPr/>
        </p:nvSpPr>
        <p:spPr>
          <a:xfrm xmlns:a="http://schemas.openxmlformats.org/drawingml/2006/main">
            <a:off x="6667500" y="3962400"/>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6" name="time-sample-1">
            <a:extLst xmlns:a="http://schemas.openxmlformats.org/drawingml/2006/main">
              <a:ext uri="{FF2B5EF4-FFF2-40B4-BE49-F238E27FC236}">
                <a16:creationId xmlns:a16="http://schemas.microsoft.com/office/drawing/2014/main" id="{809C195F-DA6A-4701-8303-D30CB2CF76F7}"/>
              </a:ext>
            </a:extLst>
          </p:cNvPr>
          <p:cNvSpPr>
            <a:spLocks xmlns:a="http://schemas.openxmlformats.org/drawingml/2006/main" noGrp="1"/>
          </p:cNvSpPr>
          <p:nvPr/>
        </p:nvSpPr>
        <p:spPr>
          <a:xfrm xmlns:a="http://schemas.openxmlformats.org/drawingml/2006/main">
            <a:off x="7551420" y="3282989"/>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7" name="time-sample-2">
            <a:extLst xmlns:a="http://schemas.openxmlformats.org/drawingml/2006/main">
              <a:ext uri="{FF2B5EF4-FFF2-40B4-BE49-F238E27FC236}">
                <a16:creationId xmlns:a16="http://schemas.microsoft.com/office/drawing/2014/main" id="{109E7A64-46A4-49A8-BE8A-B0C51BF7A102}"/>
              </a:ext>
            </a:extLst>
          </p:cNvPr>
          <p:cNvSpPr>
            <a:spLocks xmlns:a="http://schemas.openxmlformats.org/drawingml/2006/main" noGrp="1"/>
          </p:cNvSpPr>
          <p:nvPr/>
        </p:nvSpPr>
        <p:spPr>
          <a:xfrm xmlns:a="http://schemas.openxmlformats.org/drawingml/2006/main">
            <a:off x="8435340" y="3542501"/>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8" name="time-sample-3">
            <a:extLst xmlns:a="http://schemas.openxmlformats.org/drawingml/2006/main">
              <a:ext uri="{FF2B5EF4-FFF2-40B4-BE49-F238E27FC236}">
                <a16:creationId xmlns:a16="http://schemas.microsoft.com/office/drawing/2014/main" id="{9FC78FE4-BCA9-40A8-80A0-CD1D696B8575}"/>
              </a:ext>
            </a:extLst>
          </p:cNvPr>
          <p:cNvSpPr>
            <a:spLocks xmlns:a="http://schemas.openxmlformats.org/drawingml/2006/main" noGrp="1"/>
          </p:cNvSpPr>
          <p:nvPr/>
        </p:nvSpPr>
        <p:spPr>
          <a:xfrm xmlns:a="http://schemas.openxmlformats.org/drawingml/2006/main">
            <a:off x="9319260" y="4382299"/>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9" name="time-sample-4">
            <a:extLst xmlns:a="http://schemas.openxmlformats.org/drawingml/2006/main">
              <a:ext uri="{FF2B5EF4-FFF2-40B4-BE49-F238E27FC236}">
                <a16:creationId xmlns:a16="http://schemas.microsoft.com/office/drawing/2014/main" id="{F2522F62-335A-4013-86E8-CED30DC1E808}"/>
              </a:ext>
            </a:extLst>
          </p:cNvPr>
          <p:cNvSpPr>
            <a:spLocks xmlns:a="http://schemas.openxmlformats.org/drawingml/2006/main" noGrp="1"/>
          </p:cNvSpPr>
          <p:nvPr/>
        </p:nvSpPr>
        <p:spPr>
          <a:xfrm xmlns:a="http://schemas.openxmlformats.org/drawingml/2006/main">
            <a:off x="10203180" y="4641811"/>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40" name="time-sample-5">
            <a:extLst xmlns:a="http://schemas.openxmlformats.org/drawingml/2006/main">
              <a:ext uri="{FF2B5EF4-FFF2-40B4-BE49-F238E27FC236}">
                <a16:creationId xmlns:a16="http://schemas.microsoft.com/office/drawing/2014/main" id="{715691D7-69E7-42C1-83FF-7070940F89C9}"/>
              </a:ext>
            </a:extLst>
          </p:cNvPr>
          <p:cNvSpPr>
            <a:spLocks xmlns:a="http://schemas.openxmlformats.org/drawingml/2006/main" noGrp="1"/>
          </p:cNvSpPr>
          <p:nvPr/>
        </p:nvSpPr>
        <p:spPr>
          <a:xfrm xmlns:a="http://schemas.openxmlformats.org/drawingml/2006/main">
            <a:off x="11087100" y="3962400"/>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41" name="text">
            <a:extLst xmlns:a="http://schemas.openxmlformats.org/drawingml/2006/main">
              <a:ext uri="{FF2B5EF4-FFF2-40B4-BE49-F238E27FC236}">
                <a16:creationId xmlns:a16="http://schemas.microsoft.com/office/drawing/2014/main" id="{7430A139-97C6-4AA6-A8DC-4BC46AB0CA2E}"/>
              </a:ext>
            </a:extLst>
          </p:cNvPr>
          <p:cNvSpPr>
            <a:spLocks xmlns:a="http://schemas.openxmlformats.org/drawingml/2006/main" noGrp="1"/>
          </p:cNvSpPr>
          <p:nvPr/>
        </p:nvSpPr>
        <p:spPr>
          <a:xfrm xmlns:a="http://schemas.openxmlformats.org/drawingml/2006/main">
            <a:off x="6400800" y="5305425"/>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6个时刻：6个样本／声道</a:t>
            </a:r>
          </a:p>
        </p:txBody>
      </p:sp>
      <p:sp>
        <p:nvSpPr>
          <p:cNvPr id="42" name="text">
            <a:extLst xmlns:a="http://schemas.openxmlformats.org/drawingml/2006/main">
              <a:ext uri="{FF2B5EF4-FFF2-40B4-BE49-F238E27FC236}">
                <a16:creationId xmlns:a16="http://schemas.microsoft.com/office/drawing/2014/main" id="{A5377ED9-8315-4996-89A3-4502250CE987}"/>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数清“有多少份”，再乘“每份占多少bit”。</a:t>
            </a:r>
          </a:p>
        </p:txBody>
      </p:sp>
    </p:spTree>
    <p:extLst>
      <p:ext uri="{BB962C8B-B14F-4D97-AF65-F5344CB8AC3E}">
        <p14:creationId xmlns:p14="http://schemas.microsoft.com/office/powerpoint/2010/main" val="1571901996"/>
      </p:ext>
    </p:extLst>
  </p:cSld>
</p:sld>
</file>

<file path=ppt/slides/slide5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CC72A83-55C2-4661-ADC0-F7BDB8D3F65B}"/>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598E12A-F69F-4165-A67F-BE70ABCEB0D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5A6F206-8F9C-45E5-A362-B9140C0BEEF6}"/>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连续的图片，怎样让我们看到运动？</a:t>
            </a:r>
          </a:p>
        </p:txBody>
      </p:sp>
      <p:sp>
        <p:nvSpPr>
          <p:cNvPr id="5" name="Rectangle 4">
            <a:extLst xmlns:a="http://schemas.openxmlformats.org/drawingml/2006/main">
              <a:ext uri="{FF2B5EF4-FFF2-40B4-BE49-F238E27FC236}">
                <a16:creationId xmlns:a16="http://schemas.microsoft.com/office/drawing/2014/main" id="{7D0B5C2D-DF2F-4BBC-95A1-6B11213E5BD8}"/>
              </a:ext>
            </a:extLst>
          </p:cNvPr>
          <p:cNvSpPr>
            <a:spLocks xmlns:a="http://schemas.openxmlformats.org/drawingml/2006/main" noGrp="1"/>
          </p:cNvSpPr>
          <p:nvPr/>
        </p:nvSpPr>
        <p:spPr>
          <a:xfrm xmlns:a="http://schemas.openxmlformats.org/drawingml/2006/main">
            <a:off x="609600" y="2084831"/>
            <a:ext cx="2009604" cy="2027389"/>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Oval 5">
            <a:extLst xmlns:a="http://schemas.openxmlformats.org/drawingml/2006/main">
              <a:ext uri="{FF2B5EF4-FFF2-40B4-BE49-F238E27FC236}">
                <a16:creationId xmlns:a16="http://schemas.microsoft.com/office/drawing/2014/main" id="{E5CAD4C9-2078-46E8-A5F0-43D7DC93D871}"/>
              </a:ext>
            </a:extLst>
          </p:cNvPr>
          <p:cNvSpPr>
            <a:spLocks xmlns:a="http://schemas.openxmlformats.org/drawingml/2006/main" noGrp="1"/>
          </p:cNvSpPr>
          <p:nvPr/>
        </p:nvSpPr>
        <p:spPr>
          <a:xfrm xmlns:a="http://schemas.openxmlformats.org/drawingml/2006/main">
            <a:off x="787441" y="2867333"/>
            <a:ext cx="471279" cy="47127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99F2A1C1-7EF4-48E9-A43E-4385A2E222B4}"/>
              </a:ext>
            </a:extLst>
          </p:cNvPr>
          <p:cNvSpPr>
            <a:spLocks xmlns:a="http://schemas.openxmlformats.org/drawingml/2006/main" noGrp="1"/>
          </p:cNvSpPr>
          <p:nvPr/>
        </p:nvSpPr>
        <p:spPr>
          <a:xfrm xmlns:a="http://schemas.openxmlformats.org/drawingml/2006/main">
            <a:off x="609600" y="4352544"/>
            <a:ext cx="20096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第1帧</a:t>
            </a:r>
          </a:p>
        </p:txBody>
      </p:sp>
      <p:sp>
        <p:nvSpPr>
          <p:cNvPr id="8" name="Rectangle 7">
            <a:extLst xmlns:a="http://schemas.openxmlformats.org/drawingml/2006/main">
              <a:ext uri="{FF2B5EF4-FFF2-40B4-BE49-F238E27FC236}">
                <a16:creationId xmlns:a16="http://schemas.microsoft.com/office/drawing/2014/main" id="{BAD35231-6187-4CC4-9459-A57EBB1E53BB}"/>
              </a:ext>
            </a:extLst>
          </p:cNvPr>
          <p:cNvSpPr>
            <a:spLocks xmlns:a="http://schemas.openxmlformats.org/drawingml/2006/main" noGrp="1"/>
          </p:cNvSpPr>
          <p:nvPr/>
        </p:nvSpPr>
        <p:spPr>
          <a:xfrm xmlns:a="http://schemas.openxmlformats.org/drawingml/2006/main">
            <a:off x="2850399" y="2084831"/>
            <a:ext cx="2009604" cy="2027389"/>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Oval 8">
            <a:extLst xmlns:a="http://schemas.openxmlformats.org/drawingml/2006/main">
              <a:ext uri="{FF2B5EF4-FFF2-40B4-BE49-F238E27FC236}">
                <a16:creationId xmlns:a16="http://schemas.microsoft.com/office/drawing/2014/main" id="{47DD49A3-0C0F-4A91-BD59-E1A539E3140E}"/>
              </a:ext>
            </a:extLst>
          </p:cNvPr>
          <p:cNvSpPr>
            <a:spLocks xmlns:a="http://schemas.openxmlformats.org/drawingml/2006/main" noGrp="1"/>
          </p:cNvSpPr>
          <p:nvPr/>
        </p:nvSpPr>
        <p:spPr>
          <a:xfrm xmlns:a="http://schemas.openxmlformats.org/drawingml/2006/main">
            <a:off x="3277218" y="2867333"/>
            <a:ext cx="471279" cy="47127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25A5B942-D0EF-4A9E-BC1C-3B8BEC6FDCCD}"/>
              </a:ext>
            </a:extLst>
          </p:cNvPr>
          <p:cNvSpPr>
            <a:spLocks xmlns:a="http://schemas.openxmlformats.org/drawingml/2006/main" noGrp="1"/>
          </p:cNvSpPr>
          <p:nvPr/>
        </p:nvSpPr>
        <p:spPr>
          <a:xfrm xmlns:a="http://schemas.openxmlformats.org/drawingml/2006/main">
            <a:off x="2850399" y="4352544"/>
            <a:ext cx="20096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第2帧</a:t>
            </a:r>
          </a:p>
        </p:txBody>
      </p:sp>
      <p:sp>
        <p:nvSpPr>
          <p:cNvPr id="11" name="Rectangle 10">
            <a:extLst xmlns:a="http://schemas.openxmlformats.org/drawingml/2006/main">
              <a:ext uri="{FF2B5EF4-FFF2-40B4-BE49-F238E27FC236}">
                <a16:creationId xmlns:a16="http://schemas.microsoft.com/office/drawing/2014/main" id="{7568A683-AFF5-483A-8BB4-1BB2BA3B1BA0}"/>
              </a:ext>
            </a:extLst>
          </p:cNvPr>
          <p:cNvSpPr>
            <a:spLocks xmlns:a="http://schemas.openxmlformats.org/drawingml/2006/main" noGrp="1"/>
          </p:cNvSpPr>
          <p:nvPr/>
        </p:nvSpPr>
        <p:spPr>
          <a:xfrm xmlns:a="http://schemas.openxmlformats.org/drawingml/2006/main">
            <a:off x="5091198" y="2084831"/>
            <a:ext cx="2009604" cy="2027389"/>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Oval 11">
            <a:extLst xmlns:a="http://schemas.openxmlformats.org/drawingml/2006/main">
              <a:ext uri="{FF2B5EF4-FFF2-40B4-BE49-F238E27FC236}">
                <a16:creationId xmlns:a16="http://schemas.microsoft.com/office/drawing/2014/main" id="{36346C87-1A59-4C05-AC3E-EA0173367299}"/>
              </a:ext>
            </a:extLst>
          </p:cNvPr>
          <p:cNvSpPr>
            <a:spLocks xmlns:a="http://schemas.openxmlformats.org/drawingml/2006/main" noGrp="1"/>
          </p:cNvSpPr>
          <p:nvPr/>
        </p:nvSpPr>
        <p:spPr>
          <a:xfrm xmlns:a="http://schemas.openxmlformats.org/drawingml/2006/main">
            <a:off x="5766994" y="2867333"/>
            <a:ext cx="471279" cy="47127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0172BE2F-825F-4060-B886-C9615F4D945E}"/>
              </a:ext>
            </a:extLst>
          </p:cNvPr>
          <p:cNvSpPr>
            <a:spLocks xmlns:a="http://schemas.openxmlformats.org/drawingml/2006/main" noGrp="1"/>
          </p:cNvSpPr>
          <p:nvPr/>
        </p:nvSpPr>
        <p:spPr>
          <a:xfrm xmlns:a="http://schemas.openxmlformats.org/drawingml/2006/main">
            <a:off x="5091198" y="4352544"/>
            <a:ext cx="20096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第3帧</a:t>
            </a:r>
          </a:p>
        </p:txBody>
      </p:sp>
      <p:sp>
        <p:nvSpPr>
          <p:cNvPr id="14" name="Rectangle 13">
            <a:extLst xmlns:a="http://schemas.openxmlformats.org/drawingml/2006/main">
              <a:ext uri="{FF2B5EF4-FFF2-40B4-BE49-F238E27FC236}">
                <a16:creationId xmlns:a16="http://schemas.microsoft.com/office/drawing/2014/main" id="{CB9427C4-0CEF-47A9-8890-3477EA46767D}"/>
              </a:ext>
            </a:extLst>
          </p:cNvPr>
          <p:cNvSpPr>
            <a:spLocks xmlns:a="http://schemas.openxmlformats.org/drawingml/2006/main" noGrp="1"/>
          </p:cNvSpPr>
          <p:nvPr/>
        </p:nvSpPr>
        <p:spPr>
          <a:xfrm xmlns:a="http://schemas.openxmlformats.org/drawingml/2006/main">
            <a:off x="7331997" y="2084831"/>
            <a:ext cx="2009604" cy="2027389"/>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Oval 14">
            <a:extLst xmlns:a="http://schemas.openxmlformats.org/drawingml/2006/main">
              <a:ext uri="{FF2B5EF4-FFF2-40B4-BE49-F238E27FC236}">
                <a16:creationId xmlns:a16="http://schemas.microsoft.com/office/drawing/2014/main" id="{80C8F7C8-47C5-4EA9-B20B-BBDEC90EA678}"/>
              </a:ext>
            </a:extLst>
          </p:cNvPr>
          <p:cNvSpPr>
            <a:spLocks xmlns:a="http://schemas.openxmlformats.org/drawingml/2006/main" noGrp="1"/>
          </p:cNvSpPr>
          <p:nvPr/>
        </p:nvSpPr>
        <p:spPr>
          <a:xfrm xmlns:a="http://schemas.openxmlformats.org/drawingml/2006/main">
            <a:off x="8256771" y="2867333"/>
            <a:ext cx="471279" cy="47127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544526F9-1ADF-4D96-AA61-FFF84BA23B88}"/>
              </a:ext>
            </a:extLst>
          </p:cNvPr>
          <p:cNvSpPr>
            <a:spLocks xmlns:a="http://schemas.openxmlformats.org/drawingml/2006/main" noGrp="1"/>
          </p:cNvSpPr>
          <p:nvPr/>
        </p:nvSpPr>
        <p:spPr>
          <a:xfrm xmlns:a="http://schemas.openxmlformats.org/drawingml/2006/main">
            <a:off x="7331997" y="4352544"/>
            <a:ext cx="20096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第4帧</a:t>
            </a:r>
          </a:p>
        </p:txBody>
      </p:sp>
      <p:sp>
        <p:nvSpPr>
          <p:cNvPr id="17" name="Rectangle 16">
            <a:extLst xmlns:a="http://schemas.openxmlformats.org/drawingml/2006/main">
              <a:ext uri="{FF2B5EF4-FFF2-40B4-BE49-F238E27FC236}">
                <a16:creationId xmlns:a16="http://schemas.microsoft.com/office/drawing/2014/main" id="{F9730DA6-8FCE-494C-A605-B19DF2BBA0DB}"/>
              </a:ext>
            </a:extLst>
          </p:cNvPr>
          <p:cNvSpPr>
            <a:spLocks xmlns:a="http://schemas.openxmlformats.org/drawingml/2006/main" noGrp="1"/>
          </p:cNvSpPr>
          <p:nvPr/>
        </p:nvSpPr>
        <p:spPr>
          <a:xfrm xmlns:a="http://schemas.openxmlformats.org/drawingml/2006/main">
            <a:off x="9572796" y="2084831"/>
            <a:ext cx="2009604" cy="2027389"/>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Oval 17">
            <a:extLst xmlns:a="http://schemas.openxmlformats.org/drawingml/2006/main">
              <a:ext uri="{FF2B5EF4-FFF2-40B4-BE49-F238E27FC236}">
                <a16:creationId xmlns:a16="http://schemas.microsoft.com/office/drawing/2014/main" id="{475E59B1-CE20-4B8C-AF8A-EFBAD843D39E}"/>
              </a:ext>
            </a:extLst>
          </p:cNvPr>
          <p:cNvSpPr>
            <a:spLocks xmlns:a="http://schemas.openxmlformats.org/drawingml/2006/main" noGrp="1"/>
          </p:cNvSpPr>
          <p:nvPr/>
        </p:nvSpPr>
        <p:spPr>
          <a:xfrm xmlns:a="http://schemas.openxmlformats.org/drawingml/2006/main">
            <a:off x="10746547" y="2867333"/>
            <a:ext cx="471279" cy="47127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132E4E02-F71D-4FF7-B717-1EEA9155B378}"/>
              </a:ext>
            </a:extLst>
          </p:cNvPr>
          <p:cNvSpPr>
            <a:spLocks xmlns:a="http://schemas.openxmlformats.org/drawingml/2006/main" noGrp="1"/>
          </p:cNvSpPr>
          <p:nvPr/>
        </p:nvSpPr>
        <p:spPr>
          <a:xfrm xmlns:a="http://schemas.openxmlformats.org/drawingml/2006/main">
            <a:off x="9572796" y="4352544"/>
            <a:ext cx="20096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第5帧</a:t>
            </a:r>
          </a:p>
        </p:txBody>
      </p:sp>
      <p:sp>
        <p:nvSpPr>
          <p:cNvPr id="20" name="TextBox 19">
            <a:extLst xmlns:a="http://schemas.openxmlformats.org/drawingml/2006/main">
              <a:ext uri="{FF2B5EF4-FFF2-40B4-BE49-F238E27FC236}">
                <a16:creationId xmlns:a16="http://schemas.microsoft.com/office/drawing/2014/main" id="{15A38971-D832-4CF0-8F84-45C4AE41A40A}"/>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帧率25 fps：每秒显示25张画面。</a:t>
            </a:r>
          </a:p>
        </p:txBody>
      </p:sp>
      <p:sp>
        <p:nvSpPr>
          <p:cNvPr id="21" name="TextBox 20">
            <a:extLst xmlns:a="http://schemas.openxmlformats.org/drawingml/2006/main">
              <a:ext uri="{FF2B5EF4-FFF2-40B4-BE49-F238E27FC236}">
                <a16:creationId xmlns:a16="http://schemas.microsoft.com/office/drawing/2014/main" id="{DF31247B-9914-4BF3-995C-52FBAB82F074}"/>
              </a:ext>
            </a:extLst>
          </p:cNvPr>
          <p:cNvSpPr>
            <a:spLocks xmlns:a="http://schemas.openxmlformats.org/drawingml/2006/main" noGrp="1"/>
          </p:cNvSpPr>
          <p:nvPr/>
        </p:nvSpPr>
        <p:spPr>
          <a:xfrm xmlns:a="http://schemas.openxmlformats.org/drawingml/2006/main">
            <a:off x="2130142" y="5056632"/>
            <a:ext cx="7602711"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球在画面中的位置逐帧变化</a:t>
            </a:r>
          </a:p>
        </p:txBody>
      </p:sp>
    </p:spTree>
    <p:extLst>
      <p:ext uri="{BB962C8B-B14F-4D97-AF65-F5344CB8AC3E}">
        <p14:creationId xmlns:p14="http://schemas.microsoft.com/office/powerpoint/2010/main" val="991203829"/>
      </p:ext>
    </p:extLst>
  </p:cSld>
</p:sld>
</file>

<file path=ppt/slides/slide5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91820ED1-A929-4E46-B021-CBEBD6C1685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1B8DCB3-2C93-4428-8446-067FFCCA60BF}"/>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7D83945-FA16-49C6-93FA-682BD573D4F2}"/>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10分钟、25fps，要保存多少帧？</a:t>
            </a:r>
          </a:p>
        </p:txBody>
      </p:sp>
      <p:sp>
        <p:nvSpPr>
          <p:cNvPr id="5" name="TextBox 4">
            <a:extLst xmlns:a="http://schemas.openxmlformats.org/drawingml/2006/main">
              <a:ext uri="{FF2B5EF4-FFF2-40B4-BE49-F238E27FC236}">
                <a16:creationId xmlns:a16="http://schemas.microsoft.com/office/drawing/2014/main" id="{4FF829EA-2790-4F54-ADA0-5400F1570A26}"/>
              </a:ext>
            </a:extLst>
          </p:cNvPr>
          <p:cNvSpPr>
            <a:spLocks xmlns:a="http://schemas.openxmlformats.org/drawingml/2006/main" noGrp="1"/>
          </p:cNvSpPr>
          <p:nvPr/>
        </p:nvSpPr>
        <p:spPr>
          <a:xfrm xmlns:a="http://schemas.openxmlformats.org/drawingml/2006/main">
            <a:off x="768096" y="2048256"/>
            <a:ext cx="107899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700" b="1">
                <a:solidFill>
                  <a:srgbClr val="262626"/>
                </a:solidFill>
                <a:latin typeface="Alibaba PuHuiTi 3.0 115 Black"/>
                <a:ea typeface="Alibaba PuHuiTi 3.0 115 Black"/>
                <a:cs typeface="Alibaba PuHuiTi 3.0 115 Black"/>
              </a:defRPr>
            </a:pPr>
            <a:r>
              <a:rPr sz="2700" b="1">
                <a:solidFill>
                  <a:srgbClr val="262626"/>
                </a:solidFill>
                <a:latin typeface="Alibaba PuHuiTi 3.0 115 Black"/>
                <a:ea typeface="Alibaba PuHuiTi 3.0 115 Black"/>
                <a:cs typeface="Alibaba PuHuiTi 3.0 115 Black"/>
              </a:rPr>
              <a:t>25帧/秒 × 60秒/分钟 × 10分钟</a:t>
            </a:r>
          </a:p>
        </p:txBody>
      </p:sp>
      <p:sp>
        <p:nvSpPr>
          <p:cNvPr id="6" name="TextBox 5">
            <a:extLst xmlns:a="http://schemas.openxmlformats.org/drawingml/2006/main">
              <a:ext uri="{FF2B5EF4-FFF2-40B4-BE49-F238E27FC236}">
                <a16:creationId xmlns:a16="http://schemas.microsoft.com/office/drawing/2014/main" id="{731C3185-DE9A-41ED-B243-4979A8D1203E}"/>
              </a:ext>
            </a:extLst>
          </p:cNvPr>
          <p:cNvSpPr>
            <a:spLocks xmlns:a="http://schemas.openxmlformats.org/drawingml/2006/main" noGrp="1"/>
          </p:cNvSpPr>
          <p:nvPr/>
        </p:nvSpPr>
        <p:spPr>
          <a:xfrm xmlns:a="http://schemas.openxmlformats.org/drawingml/2006/main">
            <a:off x="841248" y="3264408"/>
            <a:ext cx="10515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4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4200" b="1">
                <a:solidFill>
                  <a:srgbClr val="8C64E1"/>
                </a:solidFill>
                <a:latin typeface="Alibaba PuHuiTi 3.0 115 Black"/>
                <a:ea typeface="Alibaba PuHuiTi 3.0 115 Black"/>
                <a:cs typeface="Alibaba PuHuiTi 3.0 115 Black"/>
              </a:defRPr>
            </a:pPr>
            <a:r>
              <a:rPr sz="4200" b="1">
                <a:solidFill>
                  <a:srgbClr val="8C64E1"/>
                </a:solidFill>
                <a:latin typeface="Alibaba PuHuiTi 3.0 115 Black"/>
                <a:ea typeface="Alibaba PuHuiTi 3.0 115 Black"/>
                <a:cs typeface="Alibaba PuHuiTi 3.0 115 Black"/>
              </a:rPr>
              <a:t>= 15,000 帧</a:t>
            </a:r>
          </a:p>
        </p:txBody>
      </p:sp>
      <p:sp>
        <p:nvSpPr>
          <p:cNvPr id="7" name="TextBox 6">
            <a:extLst xmlns:a="http://schemas.openxmlformats.org/drawingml/2006/main">
              <a:ext uri="{FF2B5EF4-FFF2-40B4-BE49-F238E27FC236}">
                <a16:creationId xmlns:a16="http://schemas.microsoft.com/office/drawing/2014/main" id="{4C7E941B-D40D-4730-A3DD-49DA74CBD469}"/>
              </a:ext>
            </a:extLst>
          </p:cNvPr>
          <p:cNvSpPr>
            <a:spLocks xmlns:a="http://schemas.openxmlformats.org/drawingml/2006/main" noGrp="1"/>
          </p:cNvSpPr>
          <p:nvPr/>
        </p:nvSpPr>
        <p:spPr>
          <a:xfrm xmlns:a="http://schemas.openxmlformats.org/drawingml/2006/main">
            <a:off x="777240" y="4910328"/>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无压缩视频 = 单帧图像数据量 × 总帧数。</a:t>
            </a:r>
          </a:p>
        </p:txBody>
      </p:sp>
    </p:spTree>
    <p:extLst>
      <p:ext uri="{BB962C8B-B14F-4D97-AF65-F5344CB8AC3E}">
        <p14:creationId xmlns:p14="http://schemas.microsoft.com/office/powerpoint/2010/main" val="1653715975"/>
      </p:ext>
    </p:extLst>
  </p:cSld>
</p:sld>
</file>

<file path=ppt/slides/slide5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F48A47DF-EA30-4B85-8FFA-DA793659EAF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E4F7918-05EF-4B0C-B1E3-F3AC71916EE3}"/>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5DFEBF3-8EA5-45E1-93DD-7C8ADC4C938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4</a:t>
            </a:r>
          </a:p>
        </p:txBody>
      </p:sp>
      <p:sp>
        <p:nvSpPr>
          <p:cNvPr id="5" name="practice-givens">
            <a:extLst xmlns:a="http://schemas.openxmlformats.org/drawingml/2006/main">
              <a:ext uri="{FF2B5EF4-FFF2-40B4-BE49-F238E27FC236}">
                <a16:creationId xmlns:a16="http://schemas.microsoft.com/office/drawing/2014/main" id="{525AA737-361B-433A-A7F4-BA11572EC813}"/>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10分钟的无声视频：480×320像素，24 bit/像素，</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帧率25 fps。假设逐帧未压缩存储，</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总数据量约多少GiB？</a:t>
            </a:r>
          </a:p>
        </p:txBody>
      </p:sp>
      <p:sp>
        <p:nvSpPr>
          <p:cNvPr id="6" name="Connector 5">
            <a:extLst xmlns:a="http://schemas.openxmlformats.org/drawingml/2006/main">
              <a:ext uri="{FF2B5EF4-FFF2-40B4-BE49-F238E27FC236}">
                <a16:creationId xmlns:a16="http://schemas.microsoft.com/office/drawing/2014/main" id="{64A30EB8-7197-490D-832D-C4F8CADC827D}"/>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879F7FF0-D57B-4292-8ED7-F6BD733EB2F9}"/>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先独立作答，再说明依据。</a:t>
            </a:r>
          </a:p>
        </p:txBody>
      </p:sp>
    </p:spTree>
    <p:extLst>
      <p:ext uri="{BB962C8B-B14F-4D97-AF65-F5344CB8AC3E}">
        <p14:creationId xmlns:p14="http://schemas.microsoft.com/office/powerpoint/2010/main" val="2131278924"/>
      </p:ext>
    </p:extLst>
  </p:cSld>
</p:sld>
</file>

<file path=ppt/slides/slide5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7E4F12CC-7077-4853-A185-C0B552AF101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E0418E61-BB83-4764-A15B-E4595F5A4EE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E0ECEFB-063F-40E6-BA53-C603C48F3E7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4</a:t>
            </a:r>
          </a:p>
        </p:txBody>
      </p:sp>
      <p:sp>
        <p:nvSpPr>
          <p:cNvPr id="5" name="practice-givens">
            <a:extLst xmlns:a="http://schemas.openxmlformats.org/drawingml/2006/main">
              <a:ext uri="{FF2B5EF4-FFF2-40B4-BE49-F238E27FC236}">
                <a16:creationId xmlns:a16="http://schemas.microsoft.com/office/drawing/2014/main" id="{DCB06CCF-53D2-46E4-BC00-BFCDC990D7C6}"/>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10分钟的无声视频：480×320像素，24 bit/像素，</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帧率25 fps。假设逐帧未压缩存储，</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总数据量约多少GiB？</a:t>
            </a:r>
          </a:p>
        </p:txBody>
      </p:sp>
      <p:sp>
        <p:nvSpPr>
          <p:cNvPr id="6" name="Connector 5">
            <a:extLst xmlns:a="http://schemas.openxmlformats.org/drawingml/2006/main">
              <a:ext uri="{FF2B5EF4-FFF2-40B4-BE49-F238E27FC236}">
                <a16:creationId xmlns:a16="http://schemas.microsoft.com/office/drawing/2014/main" id="{CE431726-F8B3-4900-A81A-6697A0284874}"/>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calculation-step-0">
            <a:extLst xmlns:a="http://schemas.openxmlformats.org/drawingml/2006/main">
              <a:ext uri="{FF2B5EF4-FFF2-40B4-BE49-F238E27FC236}">
                <a16:creationId xmlns:a16="http://schemas.microsoft.com/office/drawing/2014/main" id="{A4B31346-32E8-4831-8610-1ADC019B2A0E}"/>
              </a:ext>
            </a:extLst>
          </p:cNvPr>
          <p:cNvSpPr>
            <a:spLocks xmlns:a="http://schemas.openxmlformats.org/drawingml/2006/main" noGrp="1"/>
          </p:cNvSpPr>
          <p:nvPr/>
        </p:nvSpPr>
        <p:spPr>
          <a:xfrm xmlns:a="http://schemas.openxmlformats.org/drawingml/2006/main">
            <a:off x="819150" y="35147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单帧：480 × 320 × 24 ÷ 8＝460,800 B</a:t>
            </a:r>
          </a:p>
        </p:txBody>
      </p:sp>
      <p:sp>
        <p:nvSpPr>
          <p:cNvPr id="8" name="calculation-step-1">
            <a:extLst xmlns:a="http://schemas.openxmlformats.org/drawingml/2006/main">
              <a:ext uri="{FF2B5EF4-FFF2-40B4-BE49-F238E27FC236}">
                <a16:creationId xmlns:a16="http://schemas.microsoft.com/office/drawing/2014/main" id="{3B1ABC75-7945-4731-A9EE-FE3E6F5FA4FE}"/>
              </a:ext>
            </a:extLst>
          </p:cNvPr>
          <p:cNvSpPr>
            <a:spLocks xmlns:a="http://schemas.openxmlformats.org/drawingml/2006/main" noGrp="1"/>
          </p:cNvSpPr>
          <p:nvPr/>
        </p:nvSpPr>
        <p:spPr>
          <a:xfrm xmlns:a="http://schemas.openxmlformats.org/drawingml/2006/main">
            <a:off x="819150" y="39909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帧数：25 × 10 × 60＝15,000 帧</a:t>
            </a:r>
          </a:p>
        </p:txBody>
      </p:sp>
      <p:sp>
        <p:nvSpPr>
          <p:cNvPr id="9" name="calculation-step-2">
            <a:extLst xmlns:a="http://schemas.openxmlformats.org/drawingml/2006/main">
              <a:ext uri="{FF2B5EF4-FFF2-40B4-BE49-F238E27FC236}">
                <a16:creationId xmlns:a16="http://schemas.microsoft.com/office/drawing/2014/main" id="{91740D09-E05B-436C-AF2D-3F30002A7940}"/>
              </a:ext>
            </a:extLst>
          </p:cNvPr>
          <p:cNvSpPr>
            <a:spLocks xmlns:a="http://schemas.openxmlformats.org/drawingml/2006/main" noGrp="1"/>
          </p:cNvSpPr>
          <p:nvPr/>
        </p:nvSpPr>
        <p:spPr>
          <a:xfrm xmlns:a="http://schemas.openxmlformats.org/drawingml/2006/main">
            <a:off x="819150" y="44672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总量：460,800 × 15,000＝6,912,000,000 B</a:t>
            </a:r>
          </a:p>
        </p:txBody>
      </p:sp>
      <p:sp>
        <p:nvSpPr>
          <p:cNvPr id="10" name="calculation-step-3">
            <a:extLst xmlns:a="http://schemas.openxmlformats.org/drawingml/2006/main">
              <a:ext uri="{FF2B5EF4-FFF2-40B4-BE49-F238E27FC236}">
                <a16:creationId xmlns:a16="http://schemas.microsoft.com/office/drawing/2014/main" id="{CF0BC073-1495-47D1-B0D8-A58D5F72D4B8}"/>
              </a:ext>
            </a:extLst>
          </p:cNvPr>
          <p:cNvSpPr>
            <a:spLocks xmlns:a="http://schemas.openxmlformats.org/drawingml/2006/main" noGrp="1"/>
          </p:cNvSpPr>
          <p:nvPr/>
        </p:nvSpPr>
        <p:spPr>
          <a:xfrm xmlns:a="http://schemas.openxmlformats.org/drawingml/2006/main">
            <a:off x="819150" y="49434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换算：6,912,000,000 ÷ 1024³ ≈ 6.44 GiB</a:t>
            </a:r>
          </a:p>
        </p:txBody>
      </p:sp>
      <p:sp>
        <p:nvSpPr>
          <p:cNvPr id="11" name="practice-answer">
            <a:extLst xmlns:a="http://schemas.openxmlformats.org/drawingml/2006/main">
              <a:ext uri="{FF2B5EF4-FFF2-40B4-BE49-F238E27FC236}">
                <a16:creationId xmlns:a16="http://schemas.microsoft.com/office/drawing/2014/main" id="{FB3AD08D-A1D8-4CB8-9B62-9BEF8FFA50F9}"/>
              </a:ext>
            </a:extLst>
          </p:cNvPr>
          <p:cNvSpPr>
            <a:spLocks xmlns:a="http://schemas.openxmlformats.org/drawingml/2006/main" noGrp="1"/>
          </p:cNvSpPr>
          <p:nvPr/>
        </p:nvSpPr>
        <p:spPr>
          <a:xfrm xmlns:a="http://schemas.openxmlformats.org/drawingml/2006/main">
            <a:off x="819150" y="56578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答案：约6.44 GiB</a:t>
            </a:r>
          </a:p>
        </p:txBody>
      </p:sp>
    </p:spTree>
    <p:extLst>
      <p:ext uri="{BB962C8B-B14F-4D97-AF65-F5344CB8AC3E}">
        <p14:creationId xmlns:p14="http://schemas.microsoft.com/office/powerpoint/2010/main" val="669091188"/>
      </p:ext>
    </p:extLst>
  </p:cSld>
</p:sld>
</file>

<file path=ppt/slides/slide5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9C7A18DA-FE06-4D8E-8F53-77A6E77D5500}"/>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F6BCF116-9F98-4665-99E6-95D705013A8C}"/>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76A5737-0705-48D8-9C87-57A278120256}"/>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视频文件为什么可能小于6.44 GiB？</a:t>
            </a:r>
          </a:p>
        </p:txBody>
      </p:sp>
      <p:sp>
        <p:nvSpPr>
          <p:cNvPr id="5" name="text">
            <a:extLst xmlns:a="http://schemas.openxmlformats.org/drawingml/2006/main">
              <a:ext uri="{FF2B5EF4-FFF2-40B4-BE49-F238E27FC236}">
                <a16:creationId xmlns:a16="http://schemas.microsoft.com/office/drawing/2014/main" id="{83B4E0CC-696C-4EE6-945F-1BF38AAE18BC}"/>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相同题设：480×320、24bit／像素、25fps、10分钟、无声。</a:t>
            </a:r>
          </a:p>
        </p:txBody>
      </p:sp>
      <p:sp>
        <p:nvSpPr>
          <p:cNvPr id="6" name="uncompressed-given">
            <a:extLst xmlns:a="http://schemas.openxmlformats.org/drawingml/2006/main">
              <a:ext uri="{FF2B5EF4-FFF2-40B4-BE49-F238E27FC236}">
                <a16:creationId xmlns:a16="http://schemas.microsoft.com/office/drawing/2014/main" id="{685ACC78-B811-43D2-96F1-C2DB2EF3F99D}"/>
              </a:ext>
            </a:extLst>
          </p:cNvPr>
          <p:cNvSpPr>
            <a:spLocks xmlns:a="http://schemas.openxmlformats.org/drawingml/2006/main" noGrp="1"/>
          </p:cNvSpPr>
          <p:nvPr/>
        </p:nvSpPr>
        <p:spPr>
          <a:xfrm xmlns:a="http://schemas.openxmlformats.org/drawingml/2006/main">
            <a:off x="609600" y="2419350"/>
            <a:ext cx="6334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逐帧未压缩：约6.44 GiB</a:t>
            </a:r>
          </a:p>
        </p:txBody>
      </p:sp>
      <p:sp>
        <p:nvSpPr>
          <p:cNvPr id="7" name="raw-frame-0">
            <a:extLst xmlns:a="http://schemas.openxmlformats.org/drawingml/2006/main">
              <a:ext uri="{FF2B5EF4-FFF2-40B4-BE49-F238E27FC236}">
                <a16:creationId xmlns:a16="http://schemas.microsoft.com/office/drawing/2014/main" id="{F91D5696-526B-4BC1-B4D7-2EF232753151}"/>
              </a:ext>
            </a:extLst>
          </p:cNvPr>
          <p:cNvSpPr>
            <a:spLocks xmlns:a="http://schemas.openxmlformats.org/drawingml/2006/main" noGrp="1"/>
          </p:cNvSpPr>
          <p:nvPr/>
        </p:nvSpPr>
        <p:spPr>
          <a:xfrm xmlns:a="http://schemas.openxmlformats.org/drawingml/2006/main">
            <a:off x="609600" y="3390900"/>
            <a:ext cx="981075" cy="1390650"/>
          </a:xfrm>
          <a:prstGeom xmlns:a="http://schemas.openxmlformats.org/drawingml/2006/main" prst="rect">
            <a:avLst/>
          </a:prstGeom>
          <a:noFill xmlns:a="http://schemas.openxmlformats.org/drawingml/2006/main"/>
          <a:ln xmlns:a="http://schemas.openxmlformats.org/drawingml/2006/main" w="14288">
            <a:solidFill>
              <a:srgbClr val="D7D7DE"/>
            </a:solidFill>
          </a:ln>
        </p:spPr>
      </p:sp>
      <p:sp>
        <p:nvSpPr>
          <p:cNvPr id="8" name="ball-0">
            <a:extLst xmlns:a="http://schemas.openxmlformats.org/drawingml/2006/main">
              <a:ext uri="{FF2B5EF4-FFF2-40B4-BE49-F238E27FC236}">
                <a16:creationId xmlns:a16="http://schemas.microsoft.com/office/drawing/2014/main" id="{6BF2D6E1-7B98-4D7F-9FBC-7EB37F75F60B}"/>
              </a:ext>
            </a:extLst>
          </p:cNvPr>
          <p:cNvSpPr>
            <a:spLocks xmlns:a="http://schemas.openxmlformats.org/drawingml/2006/main" noGrp="1"/>
          </p:cNvSpPr>
          <p:nvPr/>
        </p:nvSpPr>
        <p:spPr>
          <a:xfrm xmlns:a="http://schemas.openxmlformats.org/drawingml/2006/main">
            <a:off x="704850" y="4000500"/>
            <a:ext cx="152400" cy="1524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9" name="raw-frame-1">
            <a:extLst xmlns:a="http://schemas.openxmlformats.org/drawingml/2006/main">
              <a:ext uri="{FF2B5EF4-FFF2-40B4-BE49-F238E27FC236}">
                <a16:creationId xmlns:a16="http://schemas.microsoft.com/office/drawing/2014/main" id="{63F95F32-46D0-4B89-87B3-95E663C99530}"/>
              </a:ext>
            </a:extLst>
          </p:cNvPr>
          <p:cNvSpPr>
            <a:spLocks xmlns:a="http://schemas.openxmlformats.org/drawingml/2006/main" noGrp="1"/>
          </p:cNvSpPr>
          <p:nvPr/>
        </p:nvSpPr>
        <p:spPr>
          <a:xfrm xmlns:a="http://schemas.openxmlformats.org/drawingml/2006/main">
            <a:off x="1847850" y="3390900"/>
            <a:ext cx="981075" cy="1390650"/>
          </a:xfrm>
          <a:prstGeom xmlns:a="http://schemas.openxmlformats.org/drawingml/2006/main" prst="rect">
            <a:avLst/>
          </a:prstGeom>
          <a:noFill xmlns:a="http://schemas.openxmlformats.org/drawingml/2006/main"/>
          <a:ln xmlns:a="http://schemas.openxmlformats.org/drawingml/2006/main" w="14288">
            <a:solidFill>
              <a:srgbClr val="D7D7DE"/>
            </a:solidFill>
          </a:ln>
        </p:spPr>
      </p:sp>
      <p:sp>
        <p:nvSpPr>
          <p:cNvPr id="10" name="ball-1">
            <a:extLst xmlns:a="http://schemas.openxmlformats.org/drawingml/2006/main">
              <a:ext uri="{FF2B5EF4-FFF2-40B4-BE49-F238E27FC236}">
                <a16:creationId xmlns:a16="http://schemas.microsoft.com/office/drawing/2014/main" id="{4A302D8A-7A47-497E-BF20-8B2534161E15}"/>
              </a:ext>
            </a:extLst>
          </p:cNvPr>
          <p:cNvSpPr>
            <a:spLocks xmlns:a="http://schemas.openxmlformats.org/drawingml/2006/main" noGrp="1"/>
          </p:cNvSpPr>
          <p:nvPr/>
        </p:nvSpPr>
        <p:spPr>
          <a:xfrm xmlns:a="http://schemas.openxmlformats.org/drawingml/2006/main">
            <a:off x="2066925" y="4000500"/>
            <a:ext cx="152400" cy="1524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11" name="raw-frame-2">
            <a:extLst xmlns:a="http://schemas.openxmlformats.org/drawingml/2006/main">
              <a:ext uri="{FF2B5EF4-FFF2-40B4-BE49-F238E27FC236}">
                <a16:creationId xmlns:a16="http://schemas.microsoft.com/office/drawing/2014/main" id="{AEC6CF17-84CA-458E-8AA9-DF4608EB0D33}"/>
              </a:ext>
            </a:extLst>
          </p:cNvPr>
          <p:cNvSpPr>
            <a:spLocks xmlns:a="http://schemas.openxmlformats.org/drawingml/2006/main" noGrp="1"/>
          </p:cNvSpPr>
          <p:nvPr/>
        </p:nvSpPr>
        <p:spPr>
          <a:xfrm xmlns:a="http://schemas.openxmlformats.org/drawingml/2006/main">
            <a:off x="3086100" y="3390900"/>
            <a:ext cx="981075" cy="1390650"/>
          </a:xfrm>
          <a:prstGeom xmlns:a="http://schemas.openxmlformats.org/drawingml/2006/main" prst="rect">
            <a:avLst/>
          </a:prstGeom>
          <a:noFill xmlns:a="http://schemas.openxmlformats.org/drawingml/2006/main"/>
          <a:ln xmlns:a="http://schemas.openxmlformats.org/drawingml/2006/main" w="14288">
            <a:solidFill>
              <a:srgbClr val="D7D7DE"/>
            </a:solidFill>
          </a:ln>
        </p:spPr>
      </p:sp>
      <p:sp>
        <p:nvSpPr>
          <p:cNvPr id="12" name="ball-2">
            <a:extLst xmlns:a="http://schemas.openxmlformats.org/drawingml/2006/main">
              <a:ext uri="{FF2B5EF4-FFF2-40B4-BE49-F238E27FC236}">
                <a16:creationId xmlns:a16="http://schemas.microsoft.com/office/drawing/2014/main" id="{2B4D8675-7E80-4619-9FDB-A0BB8F4E59B7}"/>
              </a:ext>
            </a:extLst>
          </p:cNvPr>
          <p:cNvSpPr>
            <a:spLocks xmlns:a="http://schemas.openxmlformats.org/drawingml/2006/main" noGrp="1"/>
          </p:cNvSpPr>
          <p:nvPr/>
        </p:nvSpPr>
        <p:spPr>
          <a:xfrm xmlns:a="http://schemas.openxmlformats.org/drawingml/2006/main">
            <a:off x="3429000" y="4000500"/>
            <a:ext cx="152400" cy="1524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13" name="raw-frame-3">
            <a:extLst xmlns:a="http://schemas.openxmlformats.org/drawingml/2006/main">
              <a:ext uri="{FF2B5EF4-FFF2-40B4-BE49-F238E27FC236}">
                <a16:creationId xmlns:a16="http://schemas.microsoft.com/office/drawing/2014/main" id="{2A0D0046-900C-4E5C-B2F1-0E81A3997005}"/>
              </a:ext>
            </a:extLst>
          </p:cNvPr>
          <p:cNvSpPr>
            <a:spLocks xmlns:a="http://schemas.openxmlformats.org/drawingml/2006/main" noGrp="1"/>
          </p:cNvSpPr>
          <p:nvPr/>
        </p:nvSpPr>
        <p:spPr>
          <a:xfrm xmlns:a="http://schemas.openxmlformats.org/drawingml/2006/main">
            <a:off x="4324350" y="3390900"/>
            <a:ext cx="981075" cy="1390650"/>
          </a:xfrm>
          <a:prstGeom xmlns:a="http://schemas.openxmlformats.org/drawingml/2006/main" prst="rect">
            <a:avLst/>
          </a:prstGeom>
          <a:noFill xmlns:a="http://schemas.openxmlformats.org/drawingml/2006/main"/>
          <a:ln xmlns:a="http://schemas.openxmlformats.org/drawingml/2006/main" w="14288">
            <a:solidFill>
              <a:srgbClr val="D7D7DE"/>
            </a:solidFill>
          </a:ln>
        </p:spPr>
      </p:sp>
      <p:sp>
        <p:nvSpPr>
          <p:cNvPr id="14" name="ball-3">
            <a:extLst xmlns:a="http://schemas.openxmlformats.org/drawingml/2006/main">
              <a:ext uri="{FF2B5EF4-FFF2-40B4-BE49-F238E27FC236}">
                <a16:creationId xmlns:a16="http://schemas.microsoft.com/office/drawing/2014/main" id="{E2F62CDF-D746-41D5-9530-20BBFDDEBB1E}"/>
              </a:ext>
            </a:extLst>
          </p:cNvPr>
          <p:cNvSpPr>
            <a:spLocks xmlns:a="http://schemas.openxmlformats.org/drawingml/2006/main" noGrp="1"/>
          </p:cNvSpPr>
          <p:nvPr/>
        </p:nvSpPr>
        <p:spPr>
          <a:xfrm xmlns:a="http://schemas.openxmlformats.org/drawingml/2006/main">
            <a:off x="4791075" y="4000500"/>
            <a:ext cx="152400" cy="1524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15" name="raw-frame-4">
            <a:extLst xmlns:a="http://schemas.openxmlformats.org/drawingml/2006/main">
              <a:ext uri="{FF2B5EF4-FFF2-40B4-BE49-F238E27FC236}">
                <a16:creationId xmlns:a16="http://schemas.microsoft.com/office/drawing/2014/main" id="{B199036D-7B1A-4AC9-B713-1074B8383E19}"/>
              </a:ext>
            </a:extLst>
          </p:cNvPr>
          <p:cNvSpPr>
            <a:spLocks xmlns:a="http://schemas.openxmlformats.org/drawingml/2006/main" noGrp="1"/>
          </p:cNvSpPr>
          <p:nvPr/>
        </p:nvSpPr>
        <p:spPr>
          <a:xfrm xmlns:a="http://schemas.openxmlformats.org/drawingml/2006/main">
            <a:off x="5562600" y="3390900"/>
            <a:ext cx="981075" cy="1390650"/>
          </a:xfrm>
          <a:prstGeom xmlns:a="http://schemas.openxmlformats.org/drawingml/2006/main" prst="rect">
            <a:avLst/>
          </a:prstGeom>
          <a:noFill xmlns:a="http://schemas.openxmlformats.org/drawingml/2006/main"/>
          <a:ln xmlns:a="http://schemas.openxmlformats.org/drawingml/2006/main" w="14288">
            <a:solidFill>
              <a:srgbClr val="D7D7DE"/>
            </a:solidFill>
          </a:ln>
        </p:spPr>
      </p:sp>
      <p:sp>
        <p:nvSpPr>
          <p:cNvPr id="16" name="ball-4">
            <a:extLst xmlns:a="http://schemas.openxmlformats.org/drawingml/2006/main">
              <a:ext uri="{FF2B5EF4-FFF2-40B4-BE49-F238E27FC236}">
                <a16:creationId xmlns:a16="http://schemas.microsoft.com/office/drawing/2014/main" id="{B1A87D4B-D265-4F78-B0D8-597D2D0630A8}"/>
              </a:ext>
            </a:extLst>
          </p:cNvPr>
          <p:cNvSpPr>
            <a:spLocks xmlns:a="http://schemas.openxmlformats.org/drawingml/2006/main" noGrp="1"/>
          </p:cNvSpPr>
          <p:nvPr/>
        </p:nvSpPr>
        <p:spPr>
          <a:xfrm xmlns:a="http://schemas.openxmlformats.org/drawingml/2006/main">
            <a:off x="6153150" y="4000500"/>
            <a:ext cx="152400" cy="1524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17" name="file-question-arrow">
            <a:extLst xmlns:a="http://schemas.openxmlformats.org/drawingml/2006/main">
              <a:ext uri="{FF2B5EF4-FFF2-40B4-BE49-F238E27FC236}">
                <a16:creationId xmlns:a16="http://schemas.microsoft.com/office/drawing/2014/main" id="{96BA0270-0F28-48A9-9F9E-11A7A8FF1249}"/>
              </a:ext>
            </a:extLst>
          </p:cNvPr>
          <p:cNvSpPr>
            <a:spLocks xmlns:a="http://schemas.openxmlformats.org/drawingml/2006/main" noGrp="1"/>
          </p:cNvSpPr>
          <p:nvPr/>
        </p:nvSpPr>
        <p:spPr>
          <a:xfrm xmlns:a="http://schemas.openxmlformats.org/drawingml/2006/main">
            <a:off x="7334250" y="3952875"/>
            <a:ext cx="571500"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18" name="unknown-file">
            <a:extLst xmlns:a="http://schemas.openxmlformats.org/drawingml/2006/main">
              <a:ext uri="{FF2B5EF4-FFF2-40B4-BE49-F238E27FC236}">
                <a16:creationId xmlns:a16="http://schemas.microsoft.com/office/drawing/2014/main" id="{C906CE3E-BBB0-40D6-8106-4A7E66DB0277}"/>
              </a:ext>
            </a:extLst>
          </p:cNvPr>
          <p:cNvSpPr>
            <a:spLocks xmlns:a="http://schemas.openxmlformats.org/drawingml/2006/main" noGrp="1"/>
          </p:cNvSpPr>
          <p:nvPr/>
        </p:nvSpPr>
        <p:spPr>
          <a:xfrm xmlns:a="http://schemas.openxmlformats.org/drawingml/2006/main">
            <a:off x="8705850" y="3171825"/>
            <a:ext cx="2543175" cy="1752600"/>
          </a:xfrm>
          <a:prstGeom xmlns:a="http://schemas.openxmlformats.org/drawingml/2006/main" prst="rect">
            <a:avLst/>
          </a:prstGeom>
          <a:noFill xmlns:a="http://schemas.openxmlformats.org/drawingml/2006/main"/>
          <a:ln xmlns:a="http://schemas.openxmlformats.org/drawingml/2006/main" w="14288">
            <a:solidFill>
              <a:srgbClr val="D7D7DE"/>
            </a:solidFill>
          </a:ln>
        </p:spPr>
      </p:sp>
      <p:sp>
        <p:nvSpPr>
          <p:cNvPr id="19" name="file-title">
            <a:extLst xmlns:a="http://schemas.openxmlformats.org/drawingml/2006/main">
              <a:ext uri="{FF2B5EF4-FFF2-40B4-BE49-F238E27FC236}">
                <a16:creationId xmlns:a16="http://schemas.microsoft.com/office/drawing/2014/main" id="{25B681D8-39BA-4F17-881F-07430CD01EB7}"/>
              </a:ext>
            </a:extLst>
          </p:cNvPr>
          <p:cNvSpPr>
            <a:spLocks xmlns:a="http://schemas.openxmlformats.org/drawingml/2006/main" noGrp="1"/>
          </p:cNvSpPr>
          <p:nvPr/>
        </p:nvSpPr>
        <p:spPr>
          <a:xfrm xmlns:a="http://schemas.openxmlformats.org/drawingml/2006/main">
            <a:off x="8915400" y="3381375"/>
            <a:ext cx="2143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保存的视频文件</a:t>
            </a:r>
          </a:p>
        </p:txBody>
      </p:sp>
      <p:sp>
        <p:nvSpPr>
          <p:cNvPr id="20" name="unknown-size">
            <a:extLst xmlns:a="http://schemas.openxmlformats.org/drawingml/2006/main">
              <a:ext uri="{FF2B5EF4-FFF2-40B4-BE49-F238E27FC236}">
                <a16:creationId xmlns:a16="http://schemas.microsoft.com/office/drawing/2014/main" id="{E7AA6718-55DA-4732-825B-5CA8D5CCED5C}"/>
              </a:ext>
            </a:extLst>
          </p:cNvPr>
          <p:cNvSpPr>
            <a:spLocks xmlns:a="http://schemas.openxmlformats.org/drawingml/2006/main" noGrp="1"/>
          </p:cNvSpPr>
          <p:nvPr/>
        </p:nvSpPr>
        <p:spPr>
          <a:xfrm xmlns:a="http://schemas.openxmlformats.org/drawingml/2006/main">
            <a:off x="8915400" y="3914775"/>
            <a:ext cx="2143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600" b="1">
                <a:solidFill>
                  <a:srgbClr val="262626"/>
                </a:solidFill>
                <a:latin typeface="Alibaba PuHuiTi 3.0 115 Black"/>
                <a:ea typeface="Alibaba PuHuiTi 3.0 115 Black"/>
                <a:cs typeface="Alibaba PuHuiTi 3.0 115 Black"/>
              </a:defRPr>
            </a:defPPr>
          </a:lstStyle>
          <a:p xmlns:a="http://schemas.openxmlformats.org/drawingml/2006/main">
            <a:pPr algn="ctr">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a:t>
            </a:r>
          </a:p>
        </p:txBody>
      </p:sp>
      <p:sp>
        <p:nvSpPr>
          <p:cNvPr id="21" name="text">
            <a:extLst xmlns:a="http://schemas.openxmlformats.org/drawingml/2006/main">
              <a:ext uri="{FF2B5EF4-FFF2-40B4-BE49-F238E27FC236}">
                <a16:creationId xmlns:a16="http://schemas.microsoft.com/office/drawing/2014/main" id="{4F4A0327-B055-45F2-A8DF-AE43A142706C}"/>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请提出一种解释，并说出还要核对什么条件。</a:t>
            </a:r>
          </a:p>
        </p:txBody>
      </p:sp>
    </p:spTree>
    <p:extLst>
      <p:ext uri="{BB962C8B-B14F-4D97-AF65-F5344CB8AC3E}">
        <p14:creationId xmlns:p14="http://schemas.microsoft.com/office/powerpoint/2010/main" val="2064523846"/>
      </p:ext>
    </p:extLst>
  </p:cSld>
</p:sld>
</file>

<file path=ppt/slides/slide5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72B63DB-6118-4323-9E7E-CCA132784176}"/>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748265D-7913-418A-AFF6-53DDDEA47CD9}"/>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1BF1218-3645-44E9-8784-1DCB861C9421}"/>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刚才计算的是逐帧未压缩数据量</a:t>
            </a:r>
          </a:p>
        </p:txBody>
      </p:sp>
      <p:sp>
        <p:nvSpPr>
          <p:cNvPr id="5" name="Rectangle 4">
            <a:extLst xmlns:a="http://schemas.openxmlformats.org/drawingml/2006/main">
              <a:ext uri="{FF2B5EF4-FFF2-40B4-BE49-F238E27FC236}">
                <a16:creationId xmlns:a16="http://schemas.microsoft.com/office/drawing/2014/main" id="{022C48AE-5B3F-49F9-86F5-685ABD402EB6}"/>
              </a:ext>
            </a:extLst>
          </p:cNvPr>
          <p:cNvSpPr>
            <a:spLocks xmlns:a="http://schemas.openxmlformats.org/drawingml/2006/main" noGrp="1"/>
          </p:cNvSpPr>
          <p:nvPr/>
        </p:nvSpPr>
        <p:spPr>
          <a:xfrm xmlns:a="http://schemas.openxmlformats.org/drawingml/2006/main">
            <a:off x="832104" y="2267712"/>
            <a:ext cx="4590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241CFF3E-13AA-4C80-BAA9-CB60DA4AC6E3}"/>
              </a:ext>
            </a:extLst>
          </p:cNvPr>
          <p:cNvSpPr>
            <a:spLocks xmlns:a="http://schemas.openxmlformats.org/drawingml/2006/main" noGrp="1"/>
          </p:cNvSpPr>
          <p:nvPr/>
        </p:nvSpPr>
        <p:spPr>
          <a:xfrm xmlns:a="http://schemas.openxmlformats.org/drawingml/2006/main">
            <a:off x="905256" y="2386584"/>
            <a:ext cx="4443983"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未压缩图像帧</a:t>
            </a:r>
          </a:p>
        </p:txBody>
      </p:sp>
      <p:sp>
        <p:nvSpPr>
          <p:cNvPr id="7" name="Connector 6">
            <a:extLst xmlns:a="http://schemas.openxmlformats.org/drawingml/2006/main">
              <a:ext uri="{FF2B5EF4-FFF2-40B4-BE49-F238E27FC236}">
                <a16:creationId xmlns:a16="http://schemas.microsoft.com/office/drawing/2014/main" id="{CE7B6797-52EE-47D4-91BA-5CE289F15308}"/>
              </a:ext>
            </a:extLst>
          </p:cNvPr>
          <p:cNvSpPr>
            <a:spLocks xmlns:a="http://schemas.openxmlformats.org/drawingml/2006/main" noGrp="1"/>
          </p:cNvSpPr>
          <p:nvPr/>
        </p:nvSpPr>
        <p:spPr>
          <a:xfrm xmlns:a="http://schemas.openxmlformats.org/drawingml/2006/main">
            <a:off x="5513832" y="2606040"/>
            <a:ext cx="987552"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B4C64501-1490-43CF-8390-E490310956A7}"/>
              </a:ext>
            </a:extLst>
          </p:cNvPr>
          <p:cNvSpPr>
            <a:spLocks xmlns:a="http://schemas.openxmlformats.org/drawingml/2006/main" noGrp="1"/>
          </p:cNvSpPr>
          <p:nvPr/>
        </p:nvSpPr>
        <p:spPr>
          <a:xfrm xmlns:a="http://schemas.openxmlformats.org/drawingml/2006/main">
            <a:off x="6574536" y="2267712"/>
            <a:ext cx="4663440"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A703D6B0-09C9-43F8-A78F-31EBEDA5F603}"/>
              </a:ext>
            </a:extLst>
          </p:cNvPr>
          <p:cNvSpPr>
            <a:spLocks xmlns:a="http://schemas.openxmlformats.org/drawingml/2006/main" noGrp="1"/>
          </p:cNvSpPr>
          <p:nvPr/>
        </p:nvSpPr>
        <p:spPr>
          <a:xfrm xmlns:a="http://schemas.openxmlformats.org/drawingml/2006/main">
            <a:off x="6647688" y="2386584"/>
            <a:ext cx="451713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重新编码后的视频</a:t>
            </a:r>
          </a:p>
        </p:txBody>
      </p:sp>
      <p:sp>
        <p:nvSpPr>
          <p:cNvPr id="10" name="TextBox 9">
            <a:extLst xmlns:a="http://schemas.openxmlformats.org/drawingml/2006/main">
              <a:ext uri="{FF2B5EF4-FFF2-40B4-BE49-F238E27FC236}">
                <a16:creationId xmlns:a16="http://schemas.microsoft.com/office/drawing/2014/main" id="{548CB43B-82A9-47CE-8D17-CC0F0BD1E090}"/>
              </a:ext>
            </a:extLst>
          </p:cNvPr>
          <p:cNvSpPr>
            <a:spLocks xmlns:a="http://schemas.openxmlformats.org/drawingml/2006/main" noGrp="1"/>
          </p:cNvSpPr>
          <p:nvPr/>
        </p:nvSpPr>
        <p:spPr>
          <a:xfrm xmlns:a="http://schemas.openxmlformats.org/drawingml/2006/main">
            <a:off x="859536" y="3712463"/>
            <a:ext cx="459943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每一帧都要保存完整的原始像素数据</a:t>
            </a:r>
          </a:p>
        </p:txBody>
      </p:sp>
      <p:sp>
        <p:nvSpPr>
          <p:cNvPr id="11" name="TextBox 10">
            <a:extLst xmlns:a="http://schemas.openxmlformats.org/drawingml/2006/main">
              <a:ext uri="{FF2B5EF4-FFF2-40B4-BE49-F238E27FC236}">
                <a16:creationId xmlns:a16="http://schemas.microsoft.com/office/drawing/2014/main" id="{A1068641-C72F-45CC-9020-D34EFD0379D4}"/>
              </a:ext>
            </a:extLst>
          </p:cNvPr>
          <p:cNvSpPr>
            <a:spLocks xmlns:a="http://schemas.openxmlformats.org/drawingml/2006/main" noGrp="1"/>
          </p:cNvSpPr>
          <p:nvPr/>
        </p:nvSpPr>
        <p:spPr>
          <a:xfrm xmlns:a="http://schemas.openxmlformats.org/drawingml/2006/main">
            <a:off x="6601968" y="3712463"/>
            <a:ext cx="4681728" cy="670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利用帧间相似和更有效的编码，</a:t>
            </a:r>
          </a:p>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数据可能显著减小</a:t>
            </a:r>
          </a:p>
        </p:txBody>
      </p:sp>
      <p:sp>
        <p:nvSpPr>
          <p:cNvPr id="12" name="TextBox 11">
            <a:extLst xmlns:a="http://schemas.openxmlformats.org/drawingml/2006/main">
              <a:ext uri="{FF2B5EF4-FFF2-40B4-BE49-F238E27FC236}">
                <a16:creationId xmlns:a16="http://schemas.microsoft.com/office/drawing/2014/main" id="{B665E2F4-816A-4475-84FC-0711E904C3F3}"/>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数据量计算仍正确，它描述的是题设中的“未压缩”情况。</a:t>
            </a:r>
          </a:p>
        </p:txBody>
      </p:sp>
    </p:spTree>
    <p:extLst>
      <p:ext uri="{BB962C8B-B14F-4D97-AF65-F5344CB8AC3E}">
        <p14:creationId xmlns:p14="http://schemas.microsoft.com/office/powerpoint/2010/main" val="1649176444"/>
      </p:ext>
    </p:extLst>
  </p:cSld>
</p:sld>
</file>

<file path=ppt/slides/slide5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14093FAB-1AC2-4C99-8584-182684C3B2E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C86014B-DEC2-45C5-9E09-45129EB05484}"/>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26C5C9E-63A4-42F5-B4EC-1539230C7991}"/>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为什么要压缩？先想两种真实需求</a:t>
            </a:r>
          </a:p>
        </p:txBody>
      </p:sp>
      <p:sp>
        <p:nvSpPr>
          <p:cNvPr id="5" name="Connector 4">
            <a:extLst xmlns:a="http://schemas.openxmlformats.org/drawingml/2006/main">
              <a:ext uri="{FF2B5EF4-FFF2-40B4-BE49-F238E27FC236}">
                <a16:creationId xmlns:a16="http://schemas.microsoft.com/office/drawing/2014/main" id="{B8989768-D4CD-4E57-8836-F3CAE1754626}"/>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EF6ED5FC-2CFE-411F-A8EE-0F27C79274F3}"/>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节省存储空间</a:t>
            </a:r>
          </a:p>
        </p:txBody>
      </p:sp>
      <p:sp>
        <p:nvSpPr>
          <p:cNvPr id="7" name="TextBox 6">
            <a:extLst xmlns:a="http://schemas.openxmlformats.org/drawingml/2006/main">
              <a:ext uri="{FF2B5EF4-FFF2-40B4-BE49-F238E27FC236}">
                <a16:creationId xmlns:a16="http://schemas.microsoft.com/office/drawing/2014/main" id="{C4DF377C-EF73-4104-B9F6-2C334F727773}"/>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方便网络传输</a:t>
            </a:r>
          </a:p>
        </p:txBody>
      </p:sp>
      <p:sp>
        <p:nvSpPr>
          <p:cNvPr id="8" name="TextBox 7">
            <a:extLst xmlns:a="http://schemas.openxmlformats.org/drawingml/2006/main">
              <a:ext uri="{FF2B5EF4-FFF2-40B4-BE49-F238E27FC236}">
                <a16:creationId xmlns:a16="http://schemas.microsoft.com/office/drawing/2014/main" id="{960784B8-A2D2-4868-91B7-74AA604DE529}"/>
              </a:ext>
            </a:extLst>
          </p:cNvPr>
          <p:cNvSpPr>
            <a:spLocks xmlns:a="http://schemas.openxmlformats.org/drawingml/2006/main" noGrp="1"/>
          </p:cNvSpPr>
          <p:nvPr/>
        </p:nvSpPr>
        <p:spPr>
          <a:xfrm xmlns:a="http://schemas.openxmlformats.org/drawingml/2006/main">
            <a:off x="822960" y="2743200"/>
            <a:ext cx="501091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同样容量的手机或硬盘，</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可以保存更多数据。</a:t>
            </a:r>
          </a:p>
        </p:txBody>
      </p:sp>
      <p:sp>
        <p:nvSpPr>
          <p:cNvPr id="9" name="TextBox 8">
            <a:extLst xmlns:a="http://schemas.openxmlformats.org/drawingml/2006/main">
              <a:ext uri="{FF2B5EF4-FFF2-40B4-BE49-F238E27FC236}">
                <a16:creationId xmlns:a16="http://schemas.microsoft.com/office/drawing/2014/main" id="{B3B1EAE8-36B5-41C8-AE06-0E2D16530512}"/>
              </a:ext>
            </a:extLst>
          </p:cNvPr>
          <p:cNvSpPr>
            <a:spLocks xmlns:a="http://schemas.openxmlformats.org/drawingml/2006/main" noGrp="1"/>
          </p:cNvSpPr>
          <p:nvPr/>
        </p:nvSpPr>
        <p:spPr>
          <a:xfrm xmlns:a="http://schemas.openxmlformats.org/drawingml/2006/main">
            <a:off x="6455664" y="2743200"/>
            <a:ext cx="487375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需要传输的数据更少，</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通常能更快下载或播放。</a:t>
            </a:r>
          </a:p>
        </p:txBody>
      </p:sp>
      <p:sp>
        <p:nvSpPr>
          <p:cNvPr id="10" name="TextBox 9">
            <a:extLst xmlns:a="http://schemas.openxmlformats.org/drawingml/2006/main">
              <a:ext uri="{FF2B5EF4-FFF2-40B4-BE49-F238E27FC236}">
                <a16:creationId xmlns:a16="http://schemas.microsoft.com/office/drawing/2014/main" id="{FD993DD6-01E0-4553-BDF4-E7254658CBCD}"/>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压缩的两个目的：节省空间、提高传输效率。</a:t>
            </a:r>
          </a:p>
        </p:txBody>
      </p:sp>
    </p:spTree>
    <p:extLst>
      <p:ext uri="{BB962C8B-B14F-4D97-AF65-F5344CB8AC3E}">
        <p14:creationId xmlns:p14="http://schemas.microsoft.com/office/powerpoint/2010/main" val="1515240837"/>
      </p:ext>
    </p:extLst>
  </p:cSld>
</p:sld>
</file>

<file path=ppt/slides/slide5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45C9309-4012-4D5F-9A1E-637A31CB017E}"/>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D9FED1C3-7801-410B-B04C-09F671308BF8}"/>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E661E9A0-1950-4A44-B32A-CA8154929E9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“中国”重复100次，怎样写得更短？</a:t>
            </a:r>
          </a:p>
        </p:txBody>
      </p:sp>
      <p:sp>
        <p:nvSpPr>
          <p:cNvPr id="5" name="TextBox 4">
            <a:extLst xmlns:a="http://schemas.openxmlformats.org/drawingml/2006/main">
              <a:ext uri="{FF2B5EF4-FFF2-40B4-BE49-F238E27FC236}">
                <a16:creationId xmlns:a16="http://schemas.microsoft.com/office/drawing/2014/main" id="{6CBE751D-DFA8-4BB7-A016-63FB4D8D28A8}"/>
              </a:ext>
            </a:extLst>
          </p:cNvPr>
          <p:cNvSpPr>
            <a:spLocks xmlns:a="http://schemas.openxmlformats.org/drawingml/2006/main" noGrp="1"/>
          </p:cNvSpPr>
          <p:nvPr/>
        </p:nvSpPr>
        <p:spPr>
          <a:xfrm xmlns:a="http://schemas.openxmlformats.org/drawingml/2006/main">
            <a:off x="786384" y="1975104"/>
            <a:ext cx="10789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262626"/>
                </a:solidFill>
                <a:latin typeface="Alibaba PuHuiTi 3.0 115 Black"/>
                <a:ea typeface="Alibaba PuHuiTi 3.0 115 Black"/>
                <a:cs typeface="Alibaba PuHuiTi 3.0 115 Black"/>
              </a:defRPr>
            </a:pPr>
            <a:r>
              <a:rPr sz="3000" b="1">
                <a:solidFill>
                  <a:srgbClr val="262626"/>
                </a:solidFill>
                <a:latin typeface="Alibaba PuHuiTi 3.0 115 Black"/>
                <a:ea typeface="Alibaba PuHuiTi 3.0 115 Black"/>
                <a:cs typeface="Alibaba PuHuiTi 3.0 115 Black"/>
              </a:rPr>
              <a:t>中国中国中国中国中国中国……</a:t>
            </a:r>
          </a:p>
        </p:txBody>
      </p:sp>
      <p:sp>
        <p:nvSpPr>
          <p:cNvPr id="6" name="Connector 5">
            <a:extLst xmlns:a="http://schemas.openxmlformats.org/drawingml/2006/main">
              <a:ext uri="{FF2B5EF4-FFF2-40B4-BE49-F238E27FC236}">
                <a16:creationId xmlns:a16="http://schemas.microsoft.com/office/drawing/2014/main" id="{4FCBCAA7-CAD3-4038-AEE3-3F2BE06AA3DE}"/>
              </a:ext>
            </a:extLst>
          </p:cNvPr>
          <p:cNvSpPr>
            <a:spLocks xmlns:a="http://schemas.openxmlformats.org/drawingml/2006/main" noGrp="1"/>
          </p:cNvSpPr>
          <p:nvPr/>
        </p:nvSpPr>
        <p:spPr>
          <a:xfrm xmlns:a="http://schemas.openxmlformats.org/drawingml/2006/main">
            <a:off x="3291840" y="3685032"/>
            <a:ext cx="3154680"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66B88E5D-891F-4EB1-BE59-73F126D1C152}"/>
              </a:ext>
            </a:extLst>
          </p:cNvPr>
          <p:cNvSpPr>
            <a:spLocks xmlns:a="http://schemas.openxmlformats.org/drawingml/2006/main" noGrp="1"/>
          </p:cNvSpPr>
          <p:nvPr/>
        </p:nvSpPr>
        <p:spPr>
          <a:xfrm xmlns:a="http://schemas.openxmlformats.org/drawingml/2006/main">
            <a:off x="6803136" y="3310128"/>
            <a:ext cx="4297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300" b="1">
                <a:solidFill>
                  <a:srgbClr val="8C64E1"/>
                </a:solidFill>
                <a:latin typeface="Alibaba PuHuiTi 3.0 115 Black"/>
                <a:ea typeface="Alibaba PuHuiTi 3.0 115 Black"/>
                <a:cs typeface="Alibaba PuHuiTi 3.0 115 Black"/>
              </a:defRPr>
            </a:pPr>
            <a:r>
              <a:rPr sz="3300" b="1">
                <a:solidFill>
                  <a:srgbClr val="8C64E1"/>
                </a:solidFill>
                <a:latin typeface="Alibaba PuHuiTi 3.0 115 Black"/>
                <a:ea typeface="Alibaba PuHuiTi 3.0 115 Black"/>
                <a:cs typeface="Alibaba PuHuiTi 3.0 115 Black"/>
              </a:rPr>
              <a:t>“中国” × 100</a:t>
            </a:r>
          </a:p>
        </p:txBody>
      </p:sp>
      <p:sp>
        <p:nvSpPr>
          <p:cNvPr id="8" name="TextBox 7">
            <a:extLst xmlns:a="http://schemas.openxmlformats.org/drawingml/2006/main">
              <a:ext uri="{FF2B5EF4-FFF2-40B4-BE49-F238E27FC236}">
                <a16:creationId xmlns:a16="http://schemas.microsoft.com/office/drawing/2014/main" id="{6FFA1C6C-2E82-4AB0-8DA6-D81E9682843C}"/>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在不改变内容的前提下，用规则和次数来表示重复部分。</a:t>
            </a:r>
          </a:p>
        </p:txBody>
      </p:sp>
    </p:spTree>
    <p:extLst>
      <p:ext uri="{BB962C8B-B14F-4D97-AF65-F5344CB8AC3E}">
        <p14:creationId xmlns:p14="http://schemas.microsoft.com/office/powerpoint/2010/main" val="1923840916"/>
      </p:ext>
    </p:extLst>
  </p:cSld>
</p:sld>
</file>

<file path=ppt/slides/slide6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312505A3-CA78-4D11-B3BE-795607F50F7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F41EC01E-A53D-4341-A019-5761EAE1FF9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A051B56-5FC5-40A4-93E3-65F32BC9A289}"/>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为什么重复内容更容易压缩？</a:t>
            </a:r>
          </a:p>
        </p:txBody>
      </p:sp>
      <p:sp>
        <p:nvSpPr>
          <p:cNvPr id="5" name="Connector 4">
            <a:extLst xmlns:a="http://schemas.openxmlformats.org/drawingml/2006/main">
              <a:ext uri="{FF2B5EF4-FFF2-40B4-BE49-F238E27FC236}">
                <a16:creationId xmlns:a16="http://schemas.microsoft.com/office/drawing/2014/main" id="{AEAEA053-5613-479F-B635-091AEC879FBB}"/>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832D697F-245F-4212-92DC-B1E7D9D05F38}"/>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高度重复的内容</a:t>
            </a:r>
          </a:p>
        </p:txBody>
      </p:sp>
      <p:sp>
        <p:nvSpPr>
          <p:cNvPr id="7" name="TextBox 6">
            <a:extLst xmlns:a="http://schemas.openxmlformats.org/drawingml/2006/main">
              <a:ext uri="{FF2B5EF4-FFF2-40B4-BE49-F238E27FC236}">
                <a16:creationId xmlns:a16="http://schemas.microsoft.com/office/drawing/2014/main" id="{BDB6664A-8BF4-4649-B996-081902C4FDAC}"/>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变化复杂的内容</a:t>
            </a:r>
          </a:p>
        </p:txBody>
      </p:sp>
      <p:sp>
        <p:nvSpPr>
          <p:cNvPr id="8" name="TextBox 7">
            <a:extLst xmlns:a="http://schemas.openxmlformats.org/drawingml/2006/main">
              <a:ext uri="{FF2B5EF4-FFF2-40B4-BE49-F238E27FC236}">
                <a16:creationId xmlns:a16="http://schemas.microsoft.com/office/drawing/2014/main" id="{68CAFFED-E2AC-4B03-887D-985377D64752}"/>
              </a:ext>
            </a:extLst>
          </p:cNvPr>
          <p:cNvSpPr>
            <a:spLocks xmlns:a="http://schemas.openxmlformats.org/drawingml/2006/main" noGrp="1"/>
          </p:cNvSpPr>
          <p:nvPr/>
        </p:nvSpPr>
        <p:spPr>
          <a:xfrm xmlns:a="http://schemas.openxmlformats.org/drawingml/2006/main">
            <a:off x="822960" y="2743200"/>
            <a:ext cx="501091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AAAAAAAAAA…</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容易用简短规则表示。</a:t>
            </a:r>
          </a:p>
        </p:txBody>
      </p:sp>
      <p:sp>
        <p:nvSpPr>
          <p:cNvPr id="9" name="TextBox 8">
            <a:extLst xmlns:a="http://schemas.openxmlformats.org/drawingml/2006/main">
              <a:ext uri="{FF2B5EF4-FFF2-40B4-BE49-F238E27FC236}">
                <a16:creationId xmlns:a16="http://schemas.microsoft.com/office/drawing/2014/main" id="{E75F2CB0-EF27-403E-811C-80E9A2670F3F}"/>
              </a:ext>
            </a:extLst>
          </p:cNvPr>
          <p:cNvSpPr>
            <a:spLocks xmlns:a="http://schemas.openxmlformats.org/drawingml/2006/main" noGrp="1"/>
          </p:cNvSpPr>
          <p:nvPr/>
        </p:nvSpPr>
        <p:spPr>
          <a:xfrm xmlns:a="http://schemas.openxmlformats.org/drawingml/2006/main">
            <a:off x="6455664" y="2743200"/>
            <a:ext cx="487375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AX3Q9P8F2…</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难以找到同样简短的规则。</a:t>
            </a:r>
          </a:p>
        </p:txBody>
      </p:sp>
      <p:sp>
        <p:nvSpPr>
          <p:cNvPr id="10" name="TextBox 9">
            <a:extLst xmlns:a="http://schemas.openxmlformats.org/drawingml/2006/main">
              <a:ext uri="{FF2B5EF4-FFF2-40B4-BE49-F238E27FC236}">
                <a16:creationId xmlns:a16="http://schemas.microsoft.com/office/drawing/2014/main" id="{A3867212-537E-4B6C-9061-FFC3660D1A15}"/>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冗余越多，使用合适的算法时，通常越容易压缩。</a:t>
            </a:r>
          </a:p>
        </p:txBody>
      </p:sp>
    </p:spTree>
    <p:extLst>
      <p:ext uri="{BB962C8B-B14F-4D97-AF65-F5344CB8AC3E}">
        <p14:creationId xmlns:p14="http://schemas.microsoft.com/office/powerpoint/2010/main" val="1350035696"/>
      </p:ext>
    </p:extLst>
  </p:cSld>
</p:sld>
</file>

<file path=ppt/slides/slide6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113F245-16FC-493D-B0C0-6A901DBDA15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4401BC2E-ACC4-4FFF-9E08-0AE2E7D144D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4B5C6B2-920B-4554-8CC1-758FC350477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两份都是1000Byte，压缩后谁更小？</a:t>
            </a:r>
          </a:p>
        </p:txBody>
      </p:sp>
      <p:sp>
        <p:nvSpPr>
          <p:cNvPr id="5" name="TextBox 4">
            <a:extLst xmlns:a="http://schemas.openxmlformats.org/drawingml/2006/main">
              <a:ext uri="{FF2B5EF4-FFF2-40B4-BE49-F238E27FC236}">
                <a16:creationId xmlns:a16="http://schemas.microsoft.com/office/drawing/2014/main" id="{7637B534-1F2E-47A2-8A25-E30D5D6E4475}"/>
              </a:ext>
            </a:extLst>
          </p:cNvPr>
          <p:cNvSpPr>
            <a:spLocks xmlns:a="http://schemas.openxmlformats.org/drawingml/2006/main" noGrp="1"/>
          </p:cNvSpPr>
          <p:nvPr/>
        </p:nvSpPr>
        <p:spPr>
          <a:xfrm xmlns:a="http://schemas.openxmlformats.org/drawingml/2006/main">
            <a:off x="795528" y="2002536"/>
            <a:ext cx="4882896"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文件A：1000个“A”</a:t>
            </a:r>
          </a:p>
        </p:txBody>
      </p:sp>
      <p:sp>
        <p:nvSpPr>
          <p:cNvPr id="6" name="TextBox 5">
            <a:extLst xmlns:a="http://schemas.openxmlformats.org/drawingml/2006/main">
              <a:ext uri="{FF2B5EF4-FFF2-40B4-BE49-F238E27FC236}">
                <a16:creationId xmlns:a16="http://schemas.microsoft.com/office/drawing/2014/main" id="{288E4EB4-B451-4319-91B1-B1A22A20FB93}"/>
              </a:ext>
            </a:extLst>
          </p:cNvPr>
          <p:cNvSpPr>
            <a:spLocks xmlns:a="http://schemas.openxmlformats.org/drawingml/2006/main" noGrp="1"/>
          </p:cNvSpPr>
          <p:nvPr/>
        </p:nvSpPr>
        <p:spPr>
          <a:xfrm xmlns:a="http://schemas.openxmlformats.org/drawingml/2006/main">
            <a:off x="6419088" y="2002536"/>
            <a:ext cx="4828032"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007C9B"/>
                </a:solidFill>
                <a:latin typeface="Alibaba PuHuiTi 3.0 115 Black"/>
                <a:ea typeface="Alibaba PuHuiTi 3.0 115 Black"/>
                <a:cs typeface="Alibaba PuHuiTi 3.0 115 Black"/>
              </a:defRPr>
            </a:pPr>
            <a:r>
              <a:rPr sz="2600" b="1">
                <a:solidFill>
                  <a:srgbClr val="007C9B"/>
                </a:solidFill>
                <a:latin typeface="Alibaba PuHuiTi 3.0 115 Black"/>
                <a:ea typeface="Alibaba PuHuiTi 3.0 115 Black"/>
                <a:cs typeface="Alibaba PuHuiTi 3.0 115 Black"/>
              </a:rPr>
              <a:t>文件B：1000个随机字节</a:t>
            </a:r>
          </a:p>
        </p:txBody>
      </p:sp>
      <p:sp>
        <p:nvSpPr>
          <p:cNvPr id="7" name="TextBox 6">
            <a:extLst xmlns:a="http://schemas.openxmlformats.org/drawingml/2006/main">
              <a:ext uri="{FF2B5EF4-FFF2-40B4-BE49-F238E27FC236}">
                <a16:creationId xmlns:a16="http://schemas.microsoft.com/office/drawing/2014/main" id="{035ACA73-9D79-41C5-A8C7-FAD72B547EC4}"/>
              </a:ext>
            </a:extLst>
          </p:cNvPr>
          <p:cNvSpPr>
            <a:spLocks xmlns:a="http://schemas.openxmlformats.org/drawingml/2006/main" noGrp="1"/>
          </p:cNvSpPr>
          <p:nvPr/>
        </p:nvSpPr>
        <p:spPr>
          <a:xfrm xmlns:a="http://schemas.openxmlformats.org/drawingml/2006/main">
            <a:off x="804672" y="3337560"/>
            <a:ext cx="10515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原始大小相同，都等于1000 Byte。</a:t>
            </a:r>
          </a:p>
        </p:txBody>
      </p:sp>
      <p:sp>
        <p:nvSpPr>
          <p:cNvPr id="8" name="TextBox 7">
            <a:extLst xmlns:a="http://schemas.openxmlformats.org/drawingml/2006/main">
              <a:ext uri="{FF2B5EF4-FFF2-40B4-BE49-F238E27FC236}">
                <a16:creationId xmlns:a16="http://schemas.microsoft.com/office/drawing/2014/main" id="{15D2B491-FC36-4324-B8A3-9F4B6F16D909}"/>
              </a:ext>
            </a:extLst>
          </p:cNvPr>
          <p:cNvSpPr>
            <a:spLocks xmlns:a="http://schemas.openxmlformats.org/drawingml/2006/main" noGrp="1"/>
          </p:cNvSpPr>
          <p:nvPr/>
        </p:nvSpPr>
        <p:spPr>
          <a:xfrm xmlns:a="http://schemas.openxmlformats.org/drawingml/2006/main">
            <a:off x="777240" y="5065776"/>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请预测：压缩后 A、B 谁更小？能够完整恢复吗？</a:t>
            </a:r>
          </a:p>
        </p:txBody>
      </p:sp>
    </p:spTree>
    <p:extLst>
      <p:ext uri="{BB962C8B-B14F-4D97-AF65-F5344CB8AC3E}">
        <p14:creationId xmlns:p14="http://schemas.microsoft.com/office/powerpoint/2010/main" val="491927422"/>
      </p:ext>
    </p:extLst>
  </p:cSld>
</p:sld>
</file>

<file path=ppt/slides/slide6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35D5393F-B383-4C91-95F9-E55BD451536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6F0D2FC0-E657-4267-ABC5-B50DE758784F}"/>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F0E87F8-062F-4222-AE66-439406AE6F8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演示D：同样1000Byte，压缩后会相同吗？</a:t>
            </a:r>
          </a:p>
        </p:txBody>
      </p:sp>
      <p:sp>
        <p:nvSpPr>
          <p:cNvPr id="5" name="TextBox 4">
            <a:extLst xmlns:a="http://schemas.openxmlformats.org/drawingml/2006/main">
              <a:ext uri="{FF2B5EF4-FFF2-40B4-BE49-F238E27FC236}">
                <a16:creationId xmlns:a16="http://schemas.microsoft.com/office/drawing/2014/main" id="{458DBD57-23E8-43F9-9326-FE65C48282EB}"/>
              </a:ext>
            </a:extLst>
          </p:cNvPr>
          <p:cNvSpPr>
            <a:spLocks xmlns:a="http://schemas.openxmlformats.org/drawingml/2006/main" noGrp="1"/>
          </p:cNvSpPr>
          <p:nvPr/>
        </p:nvSpPr>
        <p:spPr>
          <a:xfrm xmlns:a="http://schemas.openxmlformats.org/drawingml/2006/main">
            <a:off x="627965" y="1627632"/>
            <a:ext cx="10559598"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600" b="1">
                <a:solidFill>
                  <a:srgbClr val="262626"/>
                </a:solidFill>
                <a:latin typeface="Alibaba PuHuiTi 3.0 115 Black"/>
                <a:ea typeface="Alibaba PuHuiTi 3.0 115 Black"/>
                <a:cs typeface="Alibaba PuHuiTi 3.0 115 Black"/>
              </a:defRPr>
            </a:pPr>
            <a:r>
              <a:rPr sz="2600" b="1">
                <a:solidFill>
                  <a:srgbClr val="262626"/>
                </a:solidFill>
                <a:latin typeface="Alibaba PuHuiTi 3.0 115 Black"/>
                <a:ea typeface="Alibaba PuHuiTi 3.0 115 Black"/>
                <a:cs typeface="Alibaba PuHuiTi 3.0 115 Black"/>
              </a:rPr>
              <a:t>同样是 1000 Byte：</a:t>
            </a:r>
          </a:p>
        </p:txBody>
      </p:sp>
      <p:sp>
        <p:nvSpPr>
          <p:cNvPr id="6" name="Rectangle 5">
            <a:extLst xmlns:a="http://schemas.openxmlformats.org/drawingml/2006/main">
              <a:ext uri="{FF2B5EF4-FFF2-40B4-BE49-F238E27FC236}">
                <a16:creationId xmlns:a16="http://schemas.microsoft.com/office/drawing/2014/main" id="{89E62C4E-8F5E-40B3-8DD3-503CE950F342}"/>
              </a:ext>
            </a:extLst>
          </p:cNvPr>
          <p:cNvSpPr>
            <a:spLocks xmlns:a="http://schemas.openxmlformats.org/drawingml/2006/main" noGrp="1"/>
          </p:cNvSpPr>
          <p:nvPr/>
        </p:nvSpPr>
        <p:spPr>
          <a:xfrm xmlns:a="http://schemas.openxmlformats.org/drawingml/2006/main">
            <a:off x="627965" y="2589856"/>
            <a:ext cx="5123701" cy="1267152"/>
          </a:xfrm>
          <a:prstGeom xmlns:a="http://schemas.openxmlformats.org/drawingml/2006/main" prst="rect">
            <a:avLst/>
          </a:prstGeom>
          <a:noFill xmlns:a="http://schemas.openxmlformats.org/drawingml/2006/main"/>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E574B343-60CB-4508-B15C-323FBF60A578}"/>
              </a:ext>
            </a:extLst>
          </p:cNvPr>
          <p:cNvSpPr>
            <a:spLocks xmlns:a="http://schemas.openxmlformats.org/drawingml/2006/main" noGrp="1"/>
          </p:cNvSpPr>
          <p:nvPr/>
        </p:nvSpPr>
        <p:spPr>
          <a:xfrm xmlns:a="http://schemas.openxmlformats.org/drawingml/2006/main">
            <a:off x="820792" y="2798064"/>
            <a:ext cx="1358974"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文件 A</a:t>
            </a:r>
          </a:p>
        </p:txBody>
      </p:sp>
      <p:sp>
        <p:nvSpPr>
          <p:cNvPr id="8" name="TextBox 7">
            <a:extLst xmlns:a="http://schemas.openxmlformats.org/drawingml/2006/main">
              <a:ext uri="{FF2B5EF4-FFF2-40B4-BE49-F238E27FC236}">
                <a16:creationId xmlns:a16="http://schemas.microsoft.com/office/drawing/2014/main" id="{F20FAC58-A8AE-4A18-AD14-F3039C510DA4}"/>
              </a:ext>
            </a:extLst>
          </p:cNvPr>
          <p:cNvSpPr>
            <a:spLocks xmlns:a="http://schemas.openxmlformats.org/drawingml/2006/main" noGrp="1"/>
          </p:cNvSpPr>
          <p:nvPr/>
        </p:nvSpPr>
        <p:spPr>
          <a:xfrm xmlns:a="http://schemas.openxmlformats.org/drawingml/2006/main">
            <a:off x="2152220" y="2798064"/>
            <a:ext cx="3287249"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1000个重复的字节“A”</a:t>
            </a:r>
          </a:p>
        </p:txBody>
      </p:sp>
      <p:sp>
        <p:nvSpPr>
          <p:cNvPr id="9" name="Rectangle 8">
            <a:extLst xmlns:a="http://schemas.openxmlformats.org/drawingml/2006/main">
              <a:ext uri="{FF2B5EF4-FFF2-40B4-BE49-F238E27FC236}">
                <a16:creationId xmlns:a16="http://schemas.microsoft.com/office/drawing/2014/main" id="{AEC86C89-69D7-47EB-A911-EF087FCB7495}"/>
              </a:ext>
            </a:extLst>
          </p:cNvPr>
          <p:cNvSpPr>
            <a:spLocks xmlns:a="http://schemas.openxmlformats.org/drawingml/2006/main" noGrp="1"/>
          </p:cNvSpPr>
          <p:nvPr/>
        </p:nvSpPr>
        <p:spPr>
          <a:xfrm xmlns:a="http://schemas.openxmlformats.org/drawingml/2006/main">
            <a:off x="6458699" y="2589856"/>
            <a:ext cx="5123701" cy="1267152"/>
          </a:xfrm>
          <a:prstGeom xmlns:a="http://schemas.openxmlformats.org/drawingml/2006/main" prst="rect">
            <a:avLst/>
          </a:prstGeom>
          <a:noFill xmlns:a="http://schemas.openxmlformats.org/drawingml/2006/main"/>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447234E4-FC00-45F0-AE79-ABD94F087394}"/>
              </a:ext>
            </a:extLst>
          </p:cNvPr>
          <p:cNvSpPr>
            <a:spLocks xmlns:a="http://schemas.openxmlformats.org/drawingml/2006/main" noGrp="1"/>
          </p:cNvSpPr>
          <p:nvPr/>
        </p:nvSpPr>
        <p:spPr>
          <a:xfrm xmlns:a="http://schemas.openxmlformats.org/drawingml/2006/main">
            <a:off x="6651527" y="2798064"/>
            <a:ext cx="1358974"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文件 B</a:t>
            </a:r>
          </a:p>
        </p:txBody>
      </p:sp>
      <p:sp>
        <p:nvSpPr>
          <p:cNvPr id="11" name="TextBox 10">
            <a:extLst xmlns:a="http://schemas.openxmlformats.org/drawingml/2006/main">
              <a:ext uri="{FF2B5EF4-FFF2-40B4-BE49-F238E27FC236}">
                <a16:creationId xmlns:a16="http://schemas.microsoft.com/office/drawing/2014/main" id="{E0030BDA-1641-4C6B-BC58-58EE7A7D774C}"/>
              </a:ext>
            </a:extLst>
          </p:cNvPr>
          <p:cNvSpPr>
            <a:spLocks xmlns:a="http://schemas.openxmlformats.org/drawingml/2006/main" noGrp="1"/>
          </p:cNvSpPr>
          <p:nvPr/>
        </p:nvSpPr>
        <p:spPr>
          <a:xfrm xmlns:a="http://schemas.openxmlformats.org/drawingml/2006/main">
            <a:off x="7982954" y="2798064"/>
            <a:ext cx="3287249"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1000个随机变化的字节</a:t>
            </a:r>
          </a:p>
        </p:txBody>
      </p:sp>
      <p:sp>
        <p:nvSpPr>
          <p:cNvPr id="12" name="TextBox 11">
            <a:extLst xmlns:a="http://schemas.openxmlformats.org/drawingml/2006/main">
              <a:ext uri="{FF2B5EF4-FFF2-40B4-BE49-F238E27FC236}">
                <a16:creationId xmlns:a16="http://schemas.microsoft.com/office/drawing/2014/main" id="{788DF6A5-876A-4C41-B4A2-BBC38B204065}"/>
              </a:ext>
            </a:extLst>
          </p:cNvPr>
          <p:cNvSpPr>
            <a:spLocks xmlns:a="http://schemas.openxmlformats.org/drawingml/2006/main" noGrp="1"/>
          </p:cNvSpPr>
          <p:nvPr/>
        </p:nvSpPr>
        <p:spPr>
          <a:xfrm xmlns:a="http://schemas.openxmlformats.org/drawingml/2006/main">
            <a:off x="609600" y="4315968"/>
            <a:ext cx="10669785"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① 先预测 → ② 运行Notebook的zlib压缩 → ③ 比较结果</a:t>
            </a:r>
          </a:p>
        </p:txBody>
      </p:sp>
      <p:sp>
        <p:nvSpPr>
          <p:cNvPr id="13" name="TextBox 12">
            <a:extLst xmlns:a="http://schemas.openxmlformats.org/drawingml/2006/main">
              <a:ext uri="{FF2B5EF4-FFF2-40B4-BE49-F238E27FC236}">
                <a16:creationId xmlns:a16="http://schemas.microsoft.com/office/drawing/2014/main" id="{4AA01038-FBE6-43C2-812C-1EACF17487AB}"/>
              </a:ext>
            </a:extLst>
          </p:cNvPr>
          <p:cNvSpPr>
            <a:spLocks xmlns:a="http://schemas.openxmlformats.org/drawingml/2006/main" noGrp="1"/>
          </p:cNvSpPr>
          <p:nvPr/>
        </p:nvSpPr>
        <p:spPr>
          <a:xfrm xmlns:a="http://schemas.openxmlformats.org/drawingml/2006/main">
            <a:off x="609600" y="5559552"/>
            <a:ext cx="1055959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可追问：压缩后的文件有没有可能比原来更大？</a:t>
            </a:r>
          </a:p>
        </p:txBody>
      </p:sp>
    </p:spTree>
    <p:extLst>
      <p:ext uri="{BB962C8B-B14F-4D97-AF65-F5344CB8AC3E}">
        <p14:creationId xmlns:p14="http://schemas.microsoft.com/office/powerpoint/2010/main" val="867342076"/>
      </p:ext>
    </p:extLst>
  </p:cSld>
</p:sld>
</file>

<file path=ppt/slides/slide6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19515D67-DFE5-4F32-8A67-EEDA6810381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EC94959-5E99-4164-98CC-932D6F46FDF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BDFA094-2D3F-4964-8E69-8F43D247FE45}"/>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同样原始大小，压缩结果为何不同？</a:t>
            </a:r>
          </a:p>
        </p:txBody>
      </p:sp>
      <p:sp>
        <p:nvSpPr>
          <p:cNvPr id="5" name="compression-header-0">
            <a:extLst xmlns:a="http://schemas.openxmlformats.org/drawingml/2006/main">
              <a:ext uri="{FF2B5EF4-FFF2-40B4-BE49-F238E27FC236}">
                <a16:creationId xmlns:a16="http://schemas.microsoft.com/office/drawing/2014/main" id="{45EC7CAC-5C18-46A4-AB69-6AA26146A279}"/>
              </a:ext>
            </a:extLst>
          </p:cNvPr>
          <p:cNvSpPr>
            <a:spLocks xmlns:a="http://schemas.openxmlformats.org/drawingml/2006/main" noGrp="1"/>
          </p:cNvSpPr>
          <p:nvPr/>
        </p:nvSpPr>
        <p:spPr>
          <a:xfrm xmlns:a="http://schemas.openxmlformats.org/drawingml/2006/main">
            <a:off x="609600" y="1590675"/>
            <a:ext cx="5181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A：重复的内容</a:t>
            </a:r>
          </a:p>
        </p:txBody>
      </p:sp>
      <p:sp>
        <p:nvSpPr>
          <p:cNvPr id="6" name="original-count-0">
            <a:extLst xmlns:a="http://schemas.openxmlformats.org/drawingml/2006/main">
              <a:ext uri="{FF2B5EF4-FFF2-40B4-BE49-F238E27FC236}">
                <a16:creationId xmlns:a16="http://schemas.microsoft.com/office/drawing/2014/main" id="{15460A1F-0FEB-42F0-9035-3A38C518CCA2}"/>
              </a:ext>
            </a:extLst>
          </p:cNvPr>
          <p:cNvSpPr>
            <a:spLocks xmlns:a="http://schemas.openxmlformats.org/drawingml/2006/main" noGrp="1"/>
          </p:cNvSpPr>
          <p:nvPr/>
        </p:nvSpPr>
        <p:spPr>
          <a:xfrm xmlns:a="http://schemas.openxmlformats.org/drawingml/2006/main">
            <a:off x="609600" y="2409825"/>
            <a:ext cx="518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原始：1000 Byte</a:t>
            </a:r>
          </a:p>
        </p:txBody>
      </p:sp>
      <p:sp>
        <p:nvSpPr>
          <p:cNvPr id="7" name="original-bar-0">
            <a:extLst xmlns:a="http://schemas.openxmlformats.org/drawingml/2006/main">
              <a:ext uri="{FF2B5EF4-FFF2-40B4-BE49-F238E27FC236}">
                <a16:creationId xmlns:a16="http://schemas.microsoft.com/office/drawing/2014/main" id="{F1292CA1-3D4A-4186-9D74-786144BBD8DC}"/>
              </a:ext>
            </a:extLst>
          </p:cNvPr>
          <p:cNvSpPr>
            <a:spLocks xmlns:a="http://schemas.openxmlformats.org/drawingml/2006/main" noGrp="1"/>
          </p:cNvSpPr>
          <p:nvPr/>
        </p:nvSpPr>
        <p:spPr>
          <a:xfrm xmlns:a="http://schemas.openxmlformats.org/drawingml/2006/main">
            <a:off x="609600" y="2895600"/>
            <a:ext cx="4762500" cy="285750"/>
          </a:xfrm>
          <a:prstGeom xmlns:a="http://schemas.openxmlformats.org/drawingml/2006/main" prst="rect">
            <a:avLst/>
          </a:prstGeom>
          <a:solidFill xmlns:a="http://schemas.openxmlformats.org/drawingml/2006/main">
            <a:srgbClr val="D7D7DE"/>
          </a:solidFill>
          <a:ln xmlns:a="http://schemas.openxmlformats.org/drawingml/2006/main" w="0">
            <a:noFill/>
          </a:ln>
        </p:spPr>
      </p:sp>
      <p:sp>
        <p:nvSpPr>
          <p:cNvPr id="8" name="compressed-count-0">
            <a:extLst xmlns:a="http://schemas.openxmlformats.org/drawingml/2006/main">
              <a:ext uri="{FF2B5EF4-FFF2-40B4-BE49-F238E27FC236}">
                <a16:creationId xmlns:a16="http://schemas.microsoft.com/office/drawing/2014/main" id="{AE240940-5CB4-493F-B56E-C21F8039D60E}"/>
              </a:ext>
            </a:extLst>
          </p:cNvPr>
          <p:cNvSpPr>
            <a:spLocks xmlns:a="http://schemas.openxmlformats.org/drawingml/2006/main" noGrp="1"/>
          </p:cNvSpPr>
          <p:nvPr/>
        </p:nvSpPr>
        <p:spPr>
          <a:xfrm xmlns:a="http://schemas.openxmlformats.org/drawingml/2006/main">
            <a:off x="609600" y="3667125"/>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压缩后：17 Byte</a:t>
            </a:r>
          </a:p>
        </p:txBody>
      </p:sp>
      <p:sp>
        <p:nvSpPr>
          <p:cNvPr id="9" name="compressed-bar-0">
            <a:extLst xmlns:a="http://schemas.openxmlformats.org/drawingml/2006/main">
              <a:ext uri="{FF2B5EF4-FFF2-40B4-BE49-F238E27FC236}">
                <a16:creationId xmlns:a16="http://schemas.microsoft.com/office/drawing/2014/main" id="{DBEF3D61-757E-4BCC-902E-BF57CD9AF5CB}"/>
              </a:ext>
            </a:extLst>
          </p:cNvPr>
          <p:cNvSpPr>
            <a:spLocks xmlns:a="http://schemas.openxmlformats.org/drawingml/2006/main" noGrp="1"/>
          </p:cNvSpPr>
          <p:nvPr/>
        </p:nvSpPr>
        <p:spPr>
          <a:xfrm xmlns:a="http://schemas.openxmlformats.org/drawingml/2006/main">
            <a:off x="609600" y="4219575"/>
            <a:ext cx="80963" cy="285750"/>
          </a:xfrm>
          <a:prstGeom xmlns:a="http://schemas.openxmlformats.org/drawingml/2006/main" prst="rect">
            <a:avLst/>
          </a:prstGeom>
          <a:solidFill xmlns:a="http://schemas.openxmlformats.org/drawingml/2006/main">
            <a:srgbClr val="8C64E1"/>
          </a:solidFill>
          <a:ln xmlns:a="http://schemas.openxmlformats.org/drawingml/2006/main" w="0">
            <a:noFill/>
          </a:ln>
        </p:spPr>
      </p:sp>
      <p:sp>
        <p:nvSpPr>
          <p:cNvPr id="10" name="compression-header-1">
            <a:extLst xmlns:a="http://schemas.openxmlformats.org/drawingml/2006/main">
              <a:ext uri="{FF2B5EF4-FFF2-40B4-BE49-F238E27FC236}">
                <a16:creationId xmlns:a16="http://schemas.microsoft.com/office/drawing/2014/main" id="{B559A03A-9AFB-4759-80D0-074F43DA94E0}"/>
              </a:ext>
            </a:extLst>
          </p:cNvPr>
          <p:cNvSpPr>
            <a:spLocks xmlns:a="http://schemas.openxmlformats.org/drawingml/2006/main" noGrp="1"/>
          </p:cNvSpPr>
          <p:nvPr/>
        </p:nvSpPr>
        <p:spPr>
          <a:xfrm xmlns:a="http://schemas.openxmlformats.org/drawingml/2006/main">
            <a:off x="6400800" y="1590675"/>
            <a:ext cx="5181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B：复杂的内容</a:t>
            </a:r>
          </a:p>
        </p:txBody>
      </p:sp>
      <p:sp>
        <p:nvSpPr>
          <p:cNvPr id="11" name="original-count-1">
            <a:extLst xmlns:a="http://schemas.openxmlformats.org/drawingml/2006/main">
              <a:ext uri="{FF2B5EF4-FFF2-40B4-BE49-F238E27FC236}">
                <a16:creationId xmlns:a16="http://schemas.microsoft.com/office/drawing/2014/main" id="{C34D8B10-4380-42C1-8406-8624D8988F71}"/>
              </a:ext>
            </a:extLst>
          </p:cNvPr>
          <p:cNvSpPr>
            <a:spLocks xmlns:a="http://schemas.openxmlformats.org/drawingml/2006/main" noGrp="1"/>
          </p:cNvSpPr>
          <p:nvPr/>
        </p:nvSpPr>
        <p:spPr>
          <a:xfrm xmlns:a="http://schemas.openxmlformats.org/drawingml/2006/main">
            <a:off x="6400800" y="2409825"/>
            <a:ext cx="518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原始：1000 Byte</a:t>
            </a:r>
          </a:p>
        </p:txBody>
      </p:sp>
      <p:sp>
        <p:nvSpPr>
          <p:cNvPr id="12" name="original-bar-1">
            <a:extLst xmlns:a="http://schemas.openxmlformats.org/drawingml/2006/main">
              <a:ext uri="{FF2B5EF4-FFF2-40B4-BE49-F238E27FC236}">
                <a16:creationId xmlns:a16="http://schemas.microsoft.com/office/drawing/2014/main" id="{5320F40E-1959-47DF-A6C1-E38B43521626}"/>
              </a:ext>
            </a:extLst>
          </p:cNvPr>
          <p:cNvSpPr>
            <a:spLocks xmlns:a="http://schemas.openxmlformats.org/drawingml/2006/main" noGrp="1"/>
          </p:cNvSpPr>
          <p:nvPr/>
        </p:nvSpPr>
        <p:spPr>
          <a:xfrm xmlns:a="http://schemas.openxmlformats.org/drawingml/2006/main">
            <a:off x="6400800" y="2895600"/>
            <a:ext cx="4762500" cy="285750"/>
          </a:xfrm>
          <a:prstGeom xmlns:a="http://schemas.openxmlformats.org/drawingml/2006/main" prst="rect">
            <a:avLst/>
          </a:prstGeom>
          <a:solidFill xmlns:a="http://schemas.openxmlformats.org/drawingml/2006/main">
            <a:srgbClr val="D7D7DE"/>
          </a:solidFill>
          <a:ln xmlns:a="http://schemas.openxmlformats.org/drawingml/2006/main" w="0">
            <a:noFill/>
          </a:ln>
        </p:spPr>
      </p:sp>
      <p:sp>
        <p:nvSpPr>
          <p:cNvPr id="13" name="compressed-count-1">
            <a:extLst xmlns:a="http://schemas.openxmlformats.org/drawingml/2006/main">
              <a:ext uri="{FF2B5EF4-FFF2-40B4-BE49-F238E27FC236}">
                <a16:creationId xmlns:a16="http://schemas.microsoft.com/office/drawing/2014/main" id="{1E990956-2956-4B65-AB2C-D1559CC89F9D}"/>
              </a:ext>
            </a:extLst>
          </p:cNvPr>
          <p:cNvSpPr>
            <a:spLocks xmlns:a="http://schemas.openxmlformats.org/drawingml/2006/main" noGrp="1"/>
          </p:cNvSpPr>
          <p:nvPr/>
        </p:nvSpPr>
        <p:spPr>
          <a:xfrm xmlns:a="http://schemas.openxmlformats.org/drawingml/2006/main">
            <a:off x="6400800" y="3667125"/>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压缩后：1011 Byte</a:t>
            </a:r>
          </a:p>
        </p:txBody>
      </p:sp>
      <p:sp>
        <p:nvSpPr>
          <p:cNvPr id="14" name="compressed-bar-1">
            <a:extLst xmlns:a="http://schemas.openxmlformats.org/drawingml/2006/main">
              <a:ext uri="{FF2B5EF4-FFF2-40B4-BE49-F238E27FC236}">
                <a16:creationId xmlns:a16="http://schemas.microsoft.com/office/drawing/2014/main" id="{F82C4966-A915-4FBC-A3ED-36321691A155}"/>
              </a:ext>
            </a:extLst>
          </p:cNvPr>
          <p:cNvSpPr>
            <a:spLocks xmlns:a="http://schemas.openxmlformats.org/drawingml/2006/main" noGrp="1"/>
          </p:cNvSpPr>
          <p:nvPr/>
        </p:nvSpPr>
        <p:spPr>
          <a:xfrm xmlns:a="http://schemas.openxmlformats.org/drawingml/2006/main">
            <a:off x="6400800" y="4219575"/>
            <a:ext cx="4814888" cy="285750"/>
          </a:xfrm>
          <a:prstGeom xmlns:a="http://schemas.openxmlformats.org/drawingml/2006/main" prst="rect">
            <a:avLst/>
          </a:prstGeom>
          <a:solidFill xmlns:a="http://schemas.openxmlformats.org/drawingml/2006/main">
            <a:srgbClr val="007C9B"/>
          </a:solidFill>
          <a:ln xmlns:a="http://schemas.openxmlformats.org/drawingml/2006/main" w="0">
            <a:noFill/>
          </a:ln>
        </p:spPr>
      </p:sp>
      <p:sp>
        <p:nvSpPr>
          <p:cNvPr id="15" name="extra-eleven-bytes">
            <a:extLst xmlns:a="http://schemas.openxmlformats.org/drawingml/2006/main">
              <a:ext uri="{FF2B5EF4-FFF2-40B4-BE49-F238E27FC236}">
                <a16:creationId xmlns:a16="http://schemas.microsoft.com/office/drawing/2014/main" id="{FC79B386-D0E7-4776-A30A-FA74D840BD70}"/>
              </a:ext>
            </a:extLst>
          </p:cNvPr>
          <p:cNvSpPr>
            <a:spLocks xmlns:a="http://schemas.openxmlformats.org/drawingml/2006/main" noGrp="1"/>
          </p:cNvSpPr>
          <p:nvPr/>
        </p:nvSpPr>
        <p:spPr>
          <a:xfrm xmlns:a="http://schemas.openxmlformats.org/drawingml/2006/main">
            <a:off x="11163300" y="4219575"/>
            <a:ext cx="52388" cy="285750"/>
          </a:xfrm>
          <a:prstGeom xmlns:a="http://schemas.openxmlformats.org/drawingml/2006/main" prst="rect">
            <a:avLst/>
          </a:prstGeom>
          <a:solidFill xmlns:a="http://schemas.openxmlformats.org/drawingml/2006/main">
            <a:srgbClr val="FF0000"/>
          </a:solidFill>
          <a:ln xmlns:a="http://schemas.openxmlformats.org/drawingml/2006/main" w="0">
            <a:noFill/>
          </a:ln>
        </p:spPr>
      </p:sp>
      <p:sp>
        <p:nvSpPr>
          <p:cNvPr id="16" name="compression-extra">
            <a:extLst xmlns:a="http://schemas.openxmlformats.org/drawingml/2006/main">
              <a:ext uri="{FF2B5EF4-FFF2-40B4-BE49-F238E27FC236}">
                <a16:creationId xmlns:a16="http://schemas.microsoft.com/office/drawing/2014/main" id="{0EC5717A-459F-49C9-AD0F-8C76562003C9}"/>
              </a:ext>
            </a:extLst>
          </p:cNvPr>
          <p:cNvSpPr>
            <a:spLocks xmlns:a="http://schemas.openxmlformats.org/drawingml/2006/main" noGrp="1"/>
          </p:cNvSpPr>
          <p:nvPr/>
        </p:nvSpPr>
        <p:spPr>
          <a:xfrm xmlns:a="http://schemas.openxmlformats.org/drawingml/2006/main">
            <a:off x="6400800" y="4762500"/>
            <a:ext cx="518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FF0000"/>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FF0000"/>
                </a:solidFill>
                <a:latin typeface="Alibaba PuHuiTi 3.0 55 Regular"/>
                <a:ea typeface="Alibaba PuHuiTi 3.0 55 Regular"/>
                <a:cs typeface="Alibaba PuHuiTi 3.0 55 Regular"/>
              </a:defRPr>
            </a:pPr>
            <a:r>
              <a:rPr sz="2200" b="0">
                <a:solidFill>
                  <a:srgbClr val="FF0000"/>
                </a:solidFill>
                <a:latin typeface="Alibaba PuHuiTi 3.0 55 Regular"/>
                <a:ea typeface="Alibaba PuHuiTi 3.0 55 Regular"/>
                <a:cs typeface="Alibaba PuHuiTi 3.0 55 Regular"/>
              </a:rPr>
              <a:t>比原始多11 Byte</a:t>
            </a:r>
          </a:p>
        </p:txBody>
      </p:sp>
      <p:sp>
        <p:nvSpPr>
          <p:cNvPr id="17" name="text">
            <a:extLst xmlns:a="http://schemas.openxmlformats.org/drawingml/2006/main">
              <a:ext uri="{FF2B5EF4-FFF2-40B4-BE49-F238E27FC236}">
                <a16:creationId xmlns:a16="http://schemas.microsoft.com/office/drawing/2014/main" id="{503DC229-B479-4A44-8B0F-67BCB84776AC}"/>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同一比例尺；解压后都能逐字节恢复原始数据。</a:t>
            </a:r>
          </a:p>
        </p:txBody>
      </p:sp>
    </p:spTree>
    <p:extLst>
      <p:ext uri="{BB962C8B-B14F-4D97-AF65-F5344CB8AC3E}">
        <p14:creationId xmlns:p14="http://schemas.microsoft.com/office/powerpoint/2010/main" val="757539079"/>
      </p:ext>
    </p:extLst>
  </p:cSld>
</p:sld>
</file>

<file path=ppt/slides/slide6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1362713-27BE-4E2E-8939-E4C005A6BEA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F5E6EB9-CCEF-473B-9007-D81A775F09E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94B05B7-2139-43CE-A40D-212F8204296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压缩到底改变了什么？</a:t>
            </a:r>
          </a:p>
        </p:txBody>
      </p:sp>
      <p:sp>
        <p:nvSpPr>
          <p:cNvPr id="5" name="TextBox 4">
            <a:extLst xmlns:a="http://schemas.openxmlformats.org/drawingml/2006/main">
              <a:ext uri="{FF2B5EF4-FFF2-40B4-BE49-F238E27FC236}">
                <a16:creationId xmlns:a16="http://schemas.microsoft.com/office/drawing/2014/main" id="{159000EF-1E2D-4938-9196-9EB8C2416529}"/>
              </a:ext>
            </a:extLst>
          </p:cNvPr>
          <p:cNvSpPr>
            <a:spLocks xmlns:a="http://schemas.openxmlformats.org/drawingml/2006/main" noGrp="1"/>
          </p:cNvSpPr>
          <p:nvPr/>
        </p:nvSpPr>
        <p:spPr>
          <a:xfrm xmlns:a="http://schemas.openxmlformats.org/drawingml/2006/main">
            <a:off x="813816" y="1837943"/>
            <a:ext cx="10698480" cy="4419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9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900" b="1">
                <a:solidFill>
                  <a:srgbClr val="262626"/>
                </a:solidFill>
                <a:latin typeface="Alibaba PuHuiTi 3.0 115 Black"/>
                <a:ea typeface="Alibaba PuHuiTi 3.0 115 Black"/>
                <a:cs typeface="Alibaba PuHuiTi 3.0 115 Black"/>
              </a:defRPr>
            </a:pPr>
            <a:r>
              <a:rPr sz="2900" b="1">
                <a:solidFill>
                  <a:srgbClr val="262626"/>
                </a:solidFill>
                <a:latin typeface="Alibaba PuHuiTi 3.0 115 Black"/>
                <a:ea typeface="Alibaba PuHuiTi 3.0 115 Black"/>
                <a:cs typeface="Alibaba PuHuiTi 3.0 115 Black"/>
              </a:rPr>
              <a:t>数据本身在计算机中仍是0和1。</a:t>
            </a:r>
          </a:p>
        </p:txBody>
      </p:sp>
      <p:sp>
        <p:nvSpPr>
          <p:cNvPr id="6" name="TextBox 5">
            <a:extLst xmlns:a="http://schemas.openxmlformats.org/drawingml/2006/main">
              <a:ext uri="{FF2B5EF4-FFF2-40B4-BE49-F238E27FC236}">
                <a16:creationId xmlns:a16="http://schemas.microsoft.com/office/drawing/2014/main" id="{546EE775-D217-43A6-9910-914462FCAE2F}"/>
              </a:ext>
            </a:extLst>
          </p:cNvPr>
          <p:cNvSpPr>
            <a:spLocks xmlns:a="http://schemas.openxmlformats.org/drawingml/2006/main" noGrp="1"/>
          </p:cNvSpPr>
          <p:nvPr/>
        </p:nvSpPr>
        <p:spPr>
          <a:xfrm xmlns:a="http://schemas.openxmlformats.org/drawingml/2006/main">
            <a:off x="832104" y="2999232"/>
            <a:ext cx="10698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压缩：重新表示数据，目标是减少数据量。</a:t>
            </a:r>
          </a:p>
        </p:txBody>
      </p:sp>
      <p:sp>
        <p:nvSpPr>
          <p:cNvPr id="7" name="TextBox 6">
            <a:extLst xmlns:a="http://schemas.openxmlformats.org/drawingml/2006/main">
              <a:ext uri="{FF2B5EF4-FFF2-40B4-BE49-F238E27FC236}">
                <a16:creationId xmlns:a16="http://schemas.microsoft.com/office/drawing/2014/main" id="{35D09BCC-D120-43F3-B648-9DF3D594E5F2}"/>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方法有很多，今天重点研究能不能完整还原。</a:t>
            </a:r>
          </a:p>
        </p:txBody>
      </p:sp>
    </p:spTree>
    <p:extLst>
      <p:ext uri="{BB962C8B-B14F-4D97-AF65-F5344CB8AC3E}">
        <p14:creationId xmlns:p14="http://schemas.microsoft.com/office/powerpoint/2010/main" val="977242696"/>
      </p:ext>
    </p:extLst>
  </p:cSld>
</p:sld>
</file>

<file path=ppt/slides/slide6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41D3418-95CF-4210-83D7-FBE8A9FB8B1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AB0B320-D5FB-49FE-8ED7-8DD95CA4174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67CD0AB-F405-42DA-8C85-571F5853F21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看起来相同，能证明完全恢复吗？</a:t>
            </a:r>
          </a:p>
        </p:txBody>
      </p:sp>
      <p:sp>
        <p:nvSpPr>
          <p:cNvPr id="5" name="text">
            <a:extLst xmlns:a="http://schemas.openxmlformats.org/drawingml/2006/main">
              <a:ext uri="{FF2B5EF4-FFF2-40B4-BE49-F238E27FC236}">
                <a16:creationId xmlns:a16="http://schemas.microsoft.com/office/drawing/2014/main" id="{8B526426-79A1-4F6B-AEEC-461E2D263F74}"/>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比较对象：原始像素值。请提出一种检验方法。</a:t>
            </a:r>
          </a:p>
        </p:txBody>
      </p:sp>
      <p:sp>
        <p:nvSpPr>
          <p:cNvPr id="6" name="original-pixels-title">
            <a:extLst xmlns:a="http://schemas.openxmlformats.org/drawingml/2006/main">
              <a:ext uri="{FF2B5EF4-FFF2-40B4-BE49-F238E27FC236}">
                <a16:creationId xmlns:a16="http://schemas.microsoft.com/office/drawing/2014/main" id="{C3C64AC6-2394-495E-8EDA-9213B1491092}"/>
              </a:ext>
            </a:extLst>
          </p:cNvPr>
          <p:cNvSpPr>
            <a:spLocks xmlns:a="http://schemas.openxmlformats.org/drawingml/2006/main" noGrp="1"/>
          </p:cNvSpPr>
          <p:nvPr/>
        </p:nvSpPr>
        <p:spPr>
          <a:xfrm xmlns:a="http://schemas.openxmlformats.org/drawingml/2006/main">
            <a:off x="609600" y="2362200"/>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原始：4×4像素</a:t>
            </a:r>
          </a:p>
        </p:txBody>
      </p:sp>
      <p:sp>
        <p:nvSpPr>
          <p:cNvPr id="7" name="original-pixel-0-0">
            <a:extLst xmlns:a="http://schemas.openxmlformats.org/drawingml/2006/main">
              <a:ext uri="{FF2B5EF4-FFF2-40B4-BE49-F238E27FC236}">
                <a16:creationId xmlns:a16="http://schemas.microsoft.com/office/drawing/2014/main" id="{675BDE12-5F51-4980-B703-A5F4BA730AE0}"/>
              </a:ext>
            </a:extLst>
          </p:cNvPr>
          <p:cNvSpPr>
            <a:spLocks xmlns:a="http://schemas.openxmlformats.org/drawingml/2006/main" noGrp="1"/>
          </p:cNvSpPr>
          <p:nvPr/>
        </p:nvSpPr>
        <p:spPr>
          <a:xfrm xmlns:a="http://schemas.openxmlformats.org/drawingml/2006/main">
            <a:off x="1085850" y="30575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8" name="original-pixel-0-1">
            <a:extLst xmlns:a="http://schemas.openxmlformats.org/drawingml/2006/main">
              <a:ext uri="{FF2B5EF4-FFF2-40B4-BE49-F238E27FC236}">
                <a16:creationId xmlns:a16="http://schemas.microsoft.com/office/drawing/2014/main" id="{FFE650A9-D2E1-4E7C-9877-115F49122F9F}"/>
              </a:ext>
            </a:extLst>
          </p:cNvPr>
          <p:cNvSpPr>
            <a:spLocks xmlns:a="http://schemas.openxmlformats.org/drawingml/2006/main" noGrp="1"/>
          </p:cNvSpPr>
          <p:nvPr/>
        </p:nvSpPr>
        <p:spPr>
          <a:xfrm xmlns:a="http://schemas.openxmlformats.org/drawingml/2006/main">
            <a:off x="1638300" y="30575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9" name="original-pixel-0-2">
            <a:extLst xmlns:a="http://schemas.openxmlformats.org/drawingml/2006/main">
              <a:ext uri="{FF2B5EF4-FFF2-40B4-BE49-F238E27FC236}">
                <a16:creationId xmlns:a16="http://schemas.microsoft.com/office/drawing/2014/main" id="{D9E9690D-F4AF-4F9F-A31B-30AC7524F23E}"/>
              </a:ext>
            </a:extLst>
          </p:cNvPr>
          <p:cNvSpPr>
            <a:spLocks xmlns:a="http://schemas.openxmlformats.org/drawingml/2006/main" noGrp="1"/>
          </p:cNvSpPr>
          <p:nvPr/>
        </p:nvSpPr>
        <p:spPr>
          <a:xfrm xmlns:a="http://schemas.openxmlformats.org/drawingml/2006/main">
            <a:off x="2190750" y="30575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10" name="original-pixel-0-3">
            <a:extLst xmlns:a="http://schemas.openxmlformats.org/drawingml/2006/main">
              <a:ext uri="{FF2B5EF4-FFF2-40B4-BE49-F238E27FC236}">
                <a16:creationId xmlns:a16="http://schemas.microsoft.com/office/drawing/2014/main" id="{42C84433-66AF-4C35-AE3E-5A5DAC333E31}"/>
              </a:ext>
            </a:extLst>
          </p:cNvPr>
          <p:cNvSpPr>
            <a:spLocks xmlns:a="http://schemas.openxmlformats.org/drawingml/2006/main" noGrp="1"/>
          </p:cNvSpPr>
          <p:nvPr/>
        </p:nvSpPr>
        <p:spPr>
          <a:xfrm xmlns:a="http://schemas.openxmlformats.org/drawingml/2006/main">
            <a:off x="2743200" y="30575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1" name="original-pixel-1-0">
            <a:extLst xmlns:a="http://schemas.openxmlformats.org/drawingml/2006/main">
              <a:ext uri="{FF2B5EF4-FFF2-40B4-BE49-F238E27FC236}">
                <a16:creationId xmlns:a16="http://schemas.microsoft.com/office/drawing/2014/main" id="{B42A9218-3086-4AF8-A29F-6757C6D6F879}"/>
              </a:ext>
            </a:extLst>
          </p:cNvPr>
          <p:cNvSpPr>
            <a:spLocks xmlns:a="http://schemas.openxmlformats.org/drawingml/2006/main" noGrp="1"/>
          </p:cNvSpPr>
          <p:nvPr/>
        </p:nvSpPr>
        <p:spPr>
          <a:xfrm xmlns:a="http://schemas.openxmlformats.org/drawingml/2006/main">
            <a:off x="1085850" y="36099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2" name="original-pixel-1-1">
            <a:extLst xmlns:a="http://schemas.openxmlformats.org/drawingml/2006/main">
              <a:ext uri="{FF2B5EF4-FFF2-40B4-BE49-F238E27FC236}">
                <a16:creationId xmlns:a16="http://schemas.microsoft.com/office/drawing/2014/main" id="{F1E6AFB0-1BC4-4DCD-82AF-D36417D7DD25}"/>
              </a:ext>
            </a:extLst>
          </p:cNvPr>
          <p:cNvSpPr>
            <a:spLocks xmlns:a="http://schemas.openxmlformats.org/drawingml/2006/main" noGrp="1"/>
          </p:cNvSpPr>
          <p:nvPr/>
        </p:nvSpPr>
        <p:spPr>
          <a:xfrm xmlns:a="http://schemas.openxmlformats.org/drawingml/2006/main">
            <a:off x="1638300" y="36099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13" name="original-pixel-1-2">
            <a:extLst xmlns:a="http://schemas.openxmlformats.org/drawingml/2006/main">
              <a:ext uri="{FF2B5EF4-FFF2-40B4-BE49-F238E27FC236}">
                <a16:creationId xmlns:a16="http://schemas.microsoft.com/office/drawing/2014/main" id="{788AC850-1ACC-4A44-BABC-AEF45DA24409}"/>
              </a:ext>
            </a:extLst>
          </p:cNvPr>
          <p:cNvSpPr>
            <a:spLocks xmlns:a="http://schemas.openxmlformats.org/drawingml/2006/main" noGrp="1"/>
          </p:cNvSpPr>
          <p:nvPr/>
        </p:nvSpPr>
        <p:spPr>
          <a:xfrm xmlns:a="http://schemas.openxmlformats.org/drawingml/2006/main">
            <a:off x="2190750" y="36099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4" name="original-pixel-1-3">
            <a:extLst xmlns:a="http://schemas.openxmlformats.org/drawingml/2006/main">
              <a:ext uri="{FF2B5EF4-FFF2-40B4-BE49-F238E27FC236}">
                <a16:creationId xmlns:a16="http://schemas.microsoft.com/office/drawing/2014/main" id="{9AF27B26-74ED-4CB6-852E-44288671BF5F}"/>
              </a:ext>
            </a:extLst>
          </p:cNvPr>
          <p:cNvSpPr>
            <a:spLocks xmlns:a="http://schemas.openxmlformats.org/drawingml/2006/main" noGrp="1"/>
          </p:cNvSpPr>
          <p:nvPr/>
        </p:nvSpPr>
        <p:spPr>
          <a:xfrm xmlns:a="http://schemas.openxmlformats.org/drawingml/2006/main">
            <a:off x="2743200" y="36099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15" name="original-pixel-2-0">
            <a:extLst xmlns:a="http://schemas.openxmlformats.org/drawingml/2006/main">
              <a:ext uri="{FF2B5EF4-FFF2-40B4-BE49-F238E27FC236}">
                <a16:creationId xmlns:a16="http://schemas.microsoft.com/office/drawing/2014/main" id="{1102A5AE-7320-4F03-BA47-96706C28DB35}"/>
              </a:ext>
            </a:extLst>
          </p:cNvPr>
          <p:cNvSpPr>
            <a:spLocks xmlns:a="http://schemas.openxmlformats.org/drawingml/2006/main" noGrp="1"/>
          </p:cNvSpPr>
          <p:nvPr/>
        </p:nvSpPr>
        <p:spPr>
          <a:xfrm xmlns:a="http://schemas.openxmlformats.org/drawingml/2006/main">
            <a:off x="1085850" y="41624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16" name="original-pixel-2-1">
            <a:extLst xmlns:a="http://schemas.openxmlformats.org/drawingml/2006/main">
              <a:ext uri="{FF2B5EF4-FFF2-40B4-BE49-F238E27FC236}">
                <a16:creationId xmlns:a16="http://schemas.microsoft.com/office/drawing/2014/main" id="{C19DFB7C-AA3E-45F0-A658-31172A1072E2}"/>
              </a:ext>
            </a:extLst>
          </p:cNvPr>
          <p:cNvSpPr>
            <a:spLocks xmlns:a="http://schemas.openxmlformats.org/drawingml/2006/main" noGrp="1"/>
          </p:cNvSpPr>
          <p:nvPr/>
        </p:nvSpPr>
        <p:spPr>
          <a:xfrm xmlns:a="http://schemas.openxmlformats.org/drawingml/2006/main">
            <a:off x="1638300" y="41624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7" name="original-pixel-2-2">
            <a:extLst xmlns:a="http://schemas.openxmlformats.org/drawingml/2006/main">
              <a:ext uri="{FF2B5EF4-FFF2-40B4-BE49-F238E27FC236}">
                <a16:creationId xmlns:a16="http://schemas.microsoft.com/office/drawing/2014/main" id="{CF3362C0-839A-4614-A52A-56F5DB096CF4}"/>
              </a:ext>
            </a:extLst>
          </p:cNvPr>
          <p:cNvSpPr>
            <a:spLocks xmlns:a="http://schemas.openxmlformats.org/drawingml/2006/main" noGrp="1"/>
          </p:cNvSpPr>
          <p:nvPr/>
        </p:nvSpPr>
        <p:spPr>
          <a:xfrm xmlns:a="http://schemas.openxmlformats.org/drawingml/2006/main">
            <a:off x="2190750" y="41624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18" name="original-pixel-2-3">
            <a:extLst xmlns:a="http://schemas.openxmlformats.org/drawingml/2006/main">
              <a:ext uri="{FF2B5EF4-FFF2-40B4-BE49-F238E27FC236}">
                <a16:creationId xmlns:a16="http://schemas.microsoft.com/office/drawing/2014/main" id="{7014F590-51AE-4EA3-8865-3A2F497A2A92}"/>
              </a:ext>
            </a:extLst>
          </p:cNvPr>
          <p:cNvSpPr>
            <a:spLocks xmlns:a="http://schemas.openxmlformats.org/drawingml/2006/main" noGrp="1"/>
          </p:cNvSpPr>
          <p:nvPr/>
        </p:nvSpPr>
        <p:spPr>
          <a:xfrm xmlns:a="http://schemas.openxmlformats.org/drawingml/2006/main">
            <a:off x="2743200" y="41624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9" name="original-pixel-3-0">
            <a:extLst xmlns:a="http://schemas.openxmlformats.org/drawingml/2006/main">
              <a:ext uri="{FF2B5EF4-FFF2-40B4-BE49-F238E27FC236}">
                <a16:creationId xmlns:a16="http://schemas.microsoft.com/office/drawing/2014/main" id="{61662019-D93D-4CD1-9D9B-A5EAA814D19B}"/>
              </a:ext>
            </a:extLst>
          </p:cNvPr>
          <p:cNvSpPr>
            <a:spLocks xmlns:a="http://schemas.openxmlformats.org/drawingml/2006/main" noGrp="1"/>
          </p:cNvSpPr>
          <p:nvPr/>
        </p:nvSpPr>
        <p:spPr>
          <a:xfrm xmlns:a="http://schemas.openxmlformats.org/drawingml/2006/main">
            <a:off x="1085850" y="47148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20" name="original-pixel-3-1">
            <a:extLst xmlns:a="http://schemas.openxmlformats.org/drawingml/2006/main">
              <a:ext uri="{FF2B5EF4-FFF2-40B4-BE49-F238E27FC236}">
                <a16:creationId xmlns:a16="http://schemas.microsoft.com/office/drawing/2014/main" id="{D6F66CF0-F3A2-47E4-B50B-8D4BD111E369}"/>
              </a:ext>
            </a:extLst>
          </p:cNvPr>
          <p:cNvSpPr>
            <a:spLocks xmlns:a="http://schemas.openxmlformats.org/drawingml/2006/main" noGrp="1"/>
          </p:cNvSpPr>
          <p:nvPr/>
        </p:nvSpPr>
        <p:spPr>
          <a:xfrm xmlns:a="http://schemas.openxmlformats.org/drawingml/2006/main">
            <a:off x="1638300" y="47148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21" name="original-pixel-3-2">
            <a:extLst xmlns:a="http://schemas.openxmlformats.org/drawingml/2006/main">
              <a:ext uri="{FF2B5EF4-FFF2-40B4-BE49-F238E27FC236}">
                <a16:creationId xmlns:a16="http://schemas.microsoft.com/office/drawing/2014/main" id="{CB197413-134B-4081-B3C4-22EFA4E68D3B}"/>
              </a:ext>
            </a:extLst>
          </p:cNvPr>
          <p:cNvSpPr>
            <a:spLocks xmlns:a="http://schemas.openxmlformats.org/drawingml/2006/main" noGrp="1"/>
          </p:cNvSpPr>
          <p:nvPr/>
        </p:nvSpPr>
        <p:spPr>
          <a:xfrm xmlns:a="http://schemas.openxmlformats.org/drawingml/2006/main">
            <a:off x="2190750" y="47148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22" name="original-pixel-3-3">
            <a:extLst xmlns:a="http://schemas.openxmlformats.org/drawingml/2006/main">
              <a:ext uri="{FF2B5EF4-FFF2-40B4-BE49-F238E27FC236}">
                <a16:creationId xmlns:a16="http://schemas.microsoft.com/office/drawing/2014/main" id="{6AB0BEB9-3A0D-4AC5-8562-F062F6B4C69B}"/>
              </a:ext>
            </a:extLst>
          </p:cNvPr>
          <p:cNvSpPr>
            <a:spLocks xmlns:a="http://schemas.openxmlformats.org/drawingml/2006/main" noGrp="1"/>
          </p:cNvSpPr>
          <p:nvPr/>
        </p:nvSpPr>
        <p:spPr>
          <a:xfrm xmlns:a="http://schemas.openxmlformats.org/drawingml/2006/main">
            <a:off x="2743200" y="47148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23" name="text">
            <a:extLst xmlns:a="http://schemas.openxmlformats.org/drawingml/2006/main">
              <a:ext uri="{FF2B5EF4-FFF2-40B4-BE49-F238E27FC236}">
                <a16:creationId xmlns:a16="http://schemas.microsoft.com/office/drawing/2014/main" id="{77CA1FE5-E336-45B5-A39F-0868ED1A10EA}"/>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恢复后的数据要和什么比较？</a:t>
            </a:r>
          </a:p>
        </p:txBody>
      </p:sp>
    </p:spTree>
    <p:extLst>
      <p:ext uri="{BB962C8B-B14F-4D97-AF65-F5344CB8AC3E}">
        <p14:creationId xmlns:p14="http://schemas.microsoft.com/office/powerpoint/2010/main" val="1352918926"/>
      </p:ext>
    </p:extLst>
  </p:cSld>
</p:sld>
</file>

<file path=ppt/slides/slide6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41D3418-95CF-4210-83D7-FBE8A9FB8B1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AB0B320-D5FB-49FE-8ED7-8DD95CA4174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67CD0AB-F405-42DA-8C85-571F5853F21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看起来相同，能证明完全恢复吗？</a:t>
            </a:r>
          </a:p>
        </p:txBody>
      </p:sp>
      <p:sp>
        <p:nvSpPr>
          <p:cNvPr id="5" name="text">
            <a:extLst xmlns:a="http://schemas.openxmlformats.org/drawingml/2006/main">
              <a:ext uri="{FF2B5EF4-FFF2-40B4-BE49-F238E27FC236}">
                <a16:creationId xmlns:a16="http://schemas.microsoft.com/office/drawing/2014/main" id="{8B526426-79A1-4F6B-AEEC-461E2D263F74}"/>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比较对象：原始像素值。请提出一种检验方法。</a:t>
            </a:r>
          </a:p>
        </p:txBody>
      </p:sp>
      <p:sp>
        <p:nvSpPr>
          <p:cNvPr id="6" name="original-pixels-title">
            <a:extLst xmlns:a="http://schemas.openxmlformats.org/drawingml/2006/main">
              <a:ext uri="{FF2B5EF4-FFF2-40B4-BE49-F238E27FC236}">
                <a16:creationId xmlns:a16="http://schemas.microsoft.com/office/drawing/2014/main" id="{C3C64AC6-2394-495E-8EDA-9213B1491092}"/>
              </a:ext>
            </a:extLst>
          </p:cNvPr>
          <p:cNvSpPr>
            <a:spLocks xmlns:a="http://schemas.openxmlformats.org/drawingml/2006/main" noGrp="1"/>
          </p:cNvSpPr>
          <p:nvPr/>
        </p:nvSpPr>
        <p:spPr>
          <a:xfrm xmlns:a="http://schemas.openxmlformats.org/drawingml/2006/main">
            <a:off x="609600" y="2362200"/>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原始：4×4像素</a:t>
            </a:r>
          </a:p>
        </p:txBody>
      </p:sp>
      <p:sp>
        <p:nvSpPr>
          <p:cNvPr id="7" name="original-pixel-0-0">
            <a:extLst xmlns:a="http://schemas.openxmlformats.org/drawingml/2006/main">
              <a:ext uri="{FF2B5EF4-FFF2-40B4-BE49-F238E27FC236}">
                <a16:creationId xmlns:a16="http://schemas.microsoft.com/office/drawing/2014/main" id="{675BDE12-5F51-4980-B703-A5F4BA730AE0}"/>
              </a:ext>
            </a:extLst>
          </p:cNvPr>
          <p:cNvSpPr>
            <a:spLocks xmlns:a="http://schemas.openxmlformats.org/drawingml/2006/main" noGrp="1"/>
          </p:cNvSpPr>
          <p:nvPr/>
        </p:nvSpPr>
        <p:spPr>
          <a:xfrm xmlns:a="http://schemas.openxmlformats.org/drawingml/2006/main">
            <a:off x="1085850" y="30575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8" name="original-pixel-0-1">
            <a:extLst xmlns:a="http://schemas.openxmlformats.org/drawingml/2006/main">
              <a:ext uri="{FF2B5EF4-FFF2-40B4-BE49-F238E27FC236}">
                <a16:creationId xmlns:a16="http://schemas.microsoft.com/office/drawing/2014/main" id="{FFE650A9-D2E1-4E7C-9877-115F49122F9F}"/>
              </a:ext>
            </a:extLst>
          </p:cNvPr>
          <p:cNvSpPr>
            <a:spLocks xmlns:a="http://schemas.openxmlformats.org/drawingml/2006/main" noGrp="1"/>
          </p:cNvSpPr>
          <p:nvPr/>
        </p:nvSpPr>
        <p:spPr>
          <a:xfrm xmlns:a="http://schemas.openxmlformats.org/drawingml/2006/main">
            <a:off x="1638300" y="30575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9" name="original-pixel-0-2">
            <a:extLst xmlns:a="http://schemas.openxmlformats.org/drawingml/2006/main">
              <a:ext uri="{FF2B5EF4-FFF2-40B4-BE49-F238E27FC236}">
                <a16:creationId xmlns:a16="http://schemas.microsoft.com/office/drawing/2014/main" id="{D9E9690D-F4AF-4F9F-A31B-30AC7524F23E}"/>
              </a:ext>
            </a:extLst>
          </p:cNvPr>
          <p:cNvSpPr>
            <a:spLocks xmlns:a="http://schemas.openxmlformats.org/drawingml/2006/main" noGrp="1"/>
          </p:cNvSpPr>
          <p:nvPr/>
        </p:nvSpPr>
        <p:spPr>
          <a:xfrm xmlns:a="http://schemas.openxmlformats.org/drawingml/2006/main">
            <a:off x="2190750" y="30575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10" name="original-pixel-0-3">
            <a:extLst xmlns:a="http://schemas.openxmlformats.org/drawingml/2006/main">
              <a:ext uri="{FF2B5EF4-FFF2-40B4-BE49-F238E27FC236}">
                <a16:creationId xmlns:a16="http://schemas.microsoft.com/office/drawing/2014/main" id="{42C84433-66AF-4C35-AE3E-5A5DAC333E31}"/>
              </a:ext>
            </a:extLst>
          </p:cNvPr>
          <p:cNvSpPr>
            <a:spLocks xmlns:a="http://schemas.openxmlformats.org/drawingml/2006/main" noGrp="1"/>
          </p:cNvSpPr>
          <p:nvPr/>
        </p:nvSpPr>
        <p:spPr>
          <a:xfrm xmlns:a="http://schemas.openxmlformats.org/drawingml/2006/main">
            <a:off x="2743200" y="30575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1" name="original-pixel-1-0">
            <a:extLst xmlns:a="http://schemas.openxmlformats.org/drawingml/2006/main">
              <a:ext uri="{FF2B5EF4-FFF2-40B4-BE49-F238E27FC236}">
                <a16:creationId xmlns:a16="http://schemas.microsoft.com/office/drawing/2014/main" id="{B42A9218-3086-4AF8-A29F-6757C6D6F879}"/>
              </a:ext>
            </a:extLst>
          </p:cNvPr>
          <p:cNvSpPr>
            <a:spLocks xmlns:a="http://schemas.openxmlformats.org/drawingml/2006/main" noGrp="1"/>
          </p:cNvSpPr>
          <p:nvPr/>
        </p:nvSpPr>
        <p:spPr>
          <a:xfrm xmlns:a="http://schemas.openxmlformats.org/drawingml/2006/main">
            <a:off x="1085850" y="36099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2" name="original-pixel-1-1">
            <a:extLst xmlns:a="http://schemas.openxmlformats.org/drawingml/2006/main">
              <a:ext uri="{FF2B5EF4-FFF2-40B4-BE49-F238E27FC236}">
                <a16:creationId xmlns:a16="http://schemas.microsoft.com/office/drawing/2014/main" id="{F1E6AFB0-1BC4-4DCD-82AF-D36417D7DD25}"/>
              </a:ext>
            </a:extLst>
          </p:cNvPr>
          <p:cNvSpPr>
            <a:spLocks xmlns:a="http://schemas.openxmlformats.org/drawingml/2006/main" noGrp="1"/>
          </p:cNvSpPr>
          <p:nvPr/>
        </p:nvSpPr>
        <p:spPr>
          <a:xfrm xmlns:a="http://schemas.openxmlformats.org/drawingml/2006/main">
            <a:off x="1638300" y="36099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13" name="original-pixel-1-2">
            <a:extLst xmlns:a="http://schemas.openxmlformats.org/drawingml/2006/main">
              <a:ext uri="{FF2B5EF4-FFF2-40B4-BE49-F238E27FC236}">
                <a16:creationId xmlns:a16="http://schemas.microsoft.com/office/drawing/2014/main" id="{788AC850-1ACC-4A44-BABC-AEF45DA24409}"/>
              </a:ext>
            </a:extLst>
          </p:cNvPr>
          <p:cNvSpPr>
            <a:spLocks xmlns:a="http://schemas.openxmlformats.org/drawingml/2006/main" noGrp="1"/>
          </p:cNvSpPr>
          <p:nvPr/>
        </p:nvSpPr>
        <p:spPr>
          <a:xfrm xmlns:a="http://schemas.openxmlformats.org/drawingml/2006/main">
            <a:off x="2190750" y="36099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4" name="original-pixel-1-3">
            <a:extLst xmlns:a="http://schemas.openxmlformats.org/drawingml/2006/main">
              <a:ext uri="{FF2B5EF4-FFF2-40B4-BE49-F238E27FC236}">
                <a16:creationId xmlns:a16="http://schemas.microsoft.com/office/drawing/2014/main" id="{9AF27B26-74ED-4CB6-852E-44288671BF5F}"/>
              </a:ext>
            </a:extLst>
          </p:cNvPr>
          <p:cNvSpPr>
            <a:spLocks xmlns:a="http://schemas.openxmlformats.org/drawingml/2006/main" noGrp="1"/>
          </p:cNvSpPr>
          <p:nvPr/>
        </p:nvSpPr>
        <p:spPr>
          <a:xfrm xmlns:a="http://schemas.openxmlformats.org/drawingml/2006/main">
            <a:off x="2743200" y="36099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15" name="original-pixel-2-0">
            <a:extLst xmlns:a="http://schemas.openxmlformats.org/drawingml/2006/main">
              <a:ext uri="{FF2B5EF4-FFF2-40B4-BE49-F238E27FC236}">
                <a16:creationId xmlns:a16="http://schemas.microsoft.com/office/drawing/2014/main" id="{1102A5AE-7320-4F03-BA47-96706C28DB35}"/>
              </a:ext>
            </a:extLst>
          </p:cNvPr>
          <p:cNvSpPr>
            <a:spLocks xmlns:a="http://schemas.openxmlformats.org/drawingml/2006/main" noGrp="1"/>
          </p:cNvSpPr>
          <p:nvPr/>
        </p:nvSpPr>
        <p:spPr>
          <a:xfrm xmlns:a="http://schemas.openxmlformats.org/drawingml/2006/main">
            <a:off x="1085850" y="41624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16" name="original-pixel-2-1">
            <a:extLst xmlns:a="http://schemas.openxmlformats.org/drawingml/2006/main">
              <a:ext uri="{FF2B5EF4-FFF2-40B4-BE49-F238E27FC236}">
                <a16:creationId xmlns:a16="http://schemas.microsoft.com/office/drawing/2014/main" id="{C19DFB7C-AA3E-45F0-A658-31172A1072E2}"/>
              </a:ext>
            </a:extLst>
          </p:cNvPr>
          <p:cNvSpPr>
            <a:spLocks xmlns:a="http://schemas.openxmlformats.org/drawingml/2006/main" noGrp="1"/>
          </p:cNvSpPr>
          <p:nvPr/>
        </p:nvSpPr>
        <p:spPr>
          <a:xfrm xmlns:a="http://schemas.openxmlformats.org/drawingml/2006/main">
            <a:off x="1638300" y="41624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7" name="original-pixel-2-2">
            <a:extLst xmlns:a="http://schemas.openxmlformats.org/drawingml/2006/main">
              <a:ext uri="{FF2B5EF4-FFF2-40B4-BE49-F238E27FC236}">
                <a16:creationId xmlns:a16="http://schemas.microsoft.com/office/drawing/2014/main" id="{CF3362C0-839A-4614-A52A-56F5DB096CF4}"/>
              </a:ext>
            </a:extLst>
          </p:cNvPr>
          <p:cNvSpPr>
            <a:spLocks xmlns:a="http://schemas.openxmlformats.org/drawingml/2006/main" noGrp="1"/>
          </p:cNvSpPr>
          <p:nvPr/>
        </p:nvSpPr>
        <p:spPr>
          <a:xfrm xmlns:a="http://schemas.openxmlformats.org/drawingml/2006/main">
            <a:off x="2190750" y="41624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18" name="original-pixel-2-3">
            <a:extLst xmlns:a="http://schemas.openxmlformats.org/drawingml/2006/main">
              <a:ext uri="{FF2B5EF4-FFF2-40B4-BE49-F238E27FC236}">
                <a16:creationId xmlns:a16="http://schemas.microsoft.com/office/drawing/2014/main" id="{7014F590-51AE-4EA3-8865-3A2F497A2A92}"/>
              </a:ext>
            </a:extLst>
          </p:cNvPr>
          <p:cNvSpPr>
            <a:spLocks xmlns:a="http://schemas.openxmlformats.org/drawingml/2006/main" noGrp="1"/>
          </p:cNvSpPr>
          <p:nvPr/>
        </p:nvSpPr>
        <p:spPr>
          <a:xfrm xmlns:a="http://schemas.openxmlformats.org/drawingml/2006/main">
            <a:off x="2743200" y="41624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9" name="original-pixel-3-0">
            <a:extLst xmlns:a="http://schemas.openxmlformats.org/drawingml/2006/main">
              <a:ext uri="{FF2B5EF4-FFF2-40B4-BE49-F238E27FC236}">
                <a16:creationId xmlns:a16="http://schemas.microsoft.com/office/drawing/2014/main" id="{61662019-D93D-4CD1-9D9B-A5EAA814D19B}"/>
              </a:ext>
            </a:extLst>
          </p:cNvPr>
          <p:cNvSpPr>
            <a:spLocks xmlns:a="http://schemas.openxmlformats.org/drawingml/2006/main" noGrp="1"/>
          </p:cNvSpPr>
          <p:nvPr/>
        </p:nvSpPr>
        <p:spPr>
          <a:xfrm xmlns:a="http://schemas.openxmlformats.org/drawingml/2006/main">
            <a:off x="1085850" y="47148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20" name="original-pixel-3-1">
            <a:extLst xmlns:a="http://schemas.openxmlformats.org/drawingml/2006/main">
              <a:ext uri="{FF2B5EF4-FFF2-40B4-BE49-F238E27FC236}">
                <a16:creationId xmlns:a16="http://schemas.microsoft.com/office/drawing/2014/main" id="{D6F66CF0-F3A2-47E4-B50B-8D4BD111E369}"/>
              </a:ext>
            </a:extLst>
          </p:cNvPr>
          <p:cNvSpPr>
            <a:spLocks xmlns:a="http://schemas.openxmlformats.org/drawingml/2006/main" noGrp="1"/>
          </p:cNvSpPr>
          <p:nvPr/>
        </p:nvSpPr>
        <p:spPr>
          <a:xfrm xmlns:a="http://schemas.openxmlformats.org/drawingml/2006/main">
            <a:off x="1638300" y="47148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21" name="original-pixel-3-2">
            <a:extLst xmlns:a="http://schemas.openxmlformats.org/drawingml/2006/main">
              <a:ext uri="{FF2B5EF4-FFF2-40B4-BE49-F238E27FC236}">
                <a16:creationId xmlns:a16="http://schemas.microsoft.com/office/drawing/2014/main" id="{CB197413-134B-4081-B3C4-22EFA4E68D3B}"/>
              </a:ext>
            </a:extLst>
          </p:cNvPr>
          <p:cNvSpPr>
            <a:spLocks xmlns:a="http://schemas.openxmlformats.org/drawingml/2006/main" noGrp="1"/>
          </p:cNvSpPr>
          <p:nvPr/>
        </p:nvSpPr>
        <p:spPr>
          <a:xfrm xmlns:a="http://schemas.openxmlformats.org/drawingml/2006/main">
            <a:off x="2190750" y="47148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22" name="original-pixel-3-3">
            <a:extLst xmlns:a="http://schemas.openxmlformats.org/drawingml/2006/main">
              <a:ext uri="{FF2B5EF4-FFF2-40B4-BE49-F238E27FC236}">
                <a16:creationId xmlns:a16="http://schemas.microsoft.com/office/drawing/2014/main" id="{6AB0BEB9-3A0D-4AC5-8562-F062F6B4C69B}"/>
              </a:ext>
            </a:extLst>
          </p:cNvPr>
          <p:cNvSpPr>
            <a:spLocks xmlns:a="http://schemas.openxmlformats.org/drawingml/2006/main" noGrp="1"/>
          </p:cNvSpPr>
          <p:nvPr/>
        </p:nvSpPr>
        <p:spPr>
          <a:xfrm xmlns:a="http://schemas.openxmlformats.org/drawingml/2006/main">
            <a:off x="2743200" y="47148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23" name="text">
            <a:extLst xmlns:a="http://schemas.openxmlformats.org/drawingml/2006/main">
              <a:ext uri="{FF2B5EF4-FFF2-40B4-BE49-F238E27FC236}">
                <a16:creationId xmlns:a16="http://schemas.microsoft.com/office/drawing/2014/main" id="{77CA1FE5-E336-45B5-A39F-0868ED1A10EA}"/>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恢复后的数据要和什么比较？</a:t>
            </a:r>
          </a:p>
        </p:txBody>
      </p:sp>
      <p:sp>
        <p:nvSpPr>
          <p:cNvPr id="24" name="restore-heading-0">
            <a:extLst xmlns:a="http://schemas.openxmlformats.org/drawingml/2006/main">
              <a:ext uri="{FF2B5EF4-FFF2-40B4-BE49-F238E27FC236}">
                <a16:creationId xmlns:a16="http://schemas.microsoft.com/office/drawing/2014/main" id="{EDD95935-A609-4F3D-8191-DF252644CCFE}"/>
              </a:ext>
            </a:extLst>
          </p:cNvPr>
          <p:cNvSpPr>
            <a:spLocks xmlns:a="http://schemas.openxmlformats.org/drawingml/2006/main" noGrp="1"/>
          </p:cNvSpPr>
          <p:nvPr/>
        </p:nvSpPr>
        <p:spPr>
          <a:xfrm xmlns:a="http://schemas.openxmlformats.org/drawingml/2006/main">
            <a:off x="4572000" y="2362200"/>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完整恢复</a:t>
            </a:r>
          </a:p>
        </p:txBody>
      </p:sp>
      <p:sp>
        <p:nvSpPr>
          <p:cNvPr id="25" name="restored-0-0-0">
            <a:extLst xmlns:a="http://schemas.openxmlformats.org/drawingml/2006/main">
              <a:ext uri="{FF2B5EF4-FFF2-40B4-BE49-F238E27FC236}">
                <a16:creationId xmlns:a16="http://schemas.microsoft.com/office/drawing/2014/main" id="{6064C292-BC46-4780-A322-37BAB35A269D}"/>
              </a:ext>
            </a:extLst>
          </p:cNvPr>
          <p:cNvSpPr>
            <a:spLocks xmlns:a="http://schemas.openxmlformats.org/drawingml/2006/main" noGrp="1"/>
          </p:cNvSpPr>
          <p:nvPr/>
        </p:nvSpPr>
        <p:spPr>
          <a:xfrm xmlns:a="http://schemas.openxmlformats.org/drawingml/2006/main">
            <a:off x="4572000" y="30575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26" name="restored-0-0-1">
            <a:extLst xmlns:a="http://schemas.openxmlformats.org/drawingml/2006/main">
              <a:ext uri="{FF2B5EF4-FFF2-40B4-BE49-F238E27FC236}">
                <a16:creationId xmlns:a16="http://schemas.microsoft.com/office/drawing/2014/main" id="{A5CDB615-ED42-4A6C-83C7-6087A6615144}"/>
              </a:ext>
            </a:extLst>
          </p:cNvPr>
          <p:cNvSpPr>
            <a:spLocks xmlns:a="http://schemas.openxmlformats.org/drawingml/2006/main" noGrp="1"/>
          </p:cNvSpPr>
          <p:nvPr/>
        </p:nvSpPr>
        <p:spPr>
          <a:xfrm xmlns:a="http://schemas.openxmlformats.org/drawingml/2006/main">
            <a:off x="5124450" y="30575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27" name="restored-0-0-2">
            <a:extLst xmlns:a="http://schemas.openxmlformats.org/drawingml/2006/main">
              <a:ext uri="{FF2B5EF4-FFF2-40B4-BE49-F238E27FC236}">
                <a16:creationId xmlns:a16="http://schemas.microsoft.com/office/drawing/2014/main" id="{6D35E98D-9FB1-4C0A-A26F-E4D44573F3DD}"/>
              </a:ext>
            </a:extLst>
          </p:cNvPr>
          <p:cNvSpPr>
            <a:spLocks xmlns:a="http://schemas.openxmlformats.org/drawingml/2006/main" noGrp="1"/>
          </p:cNvSpPr>
          <p:nvPr/>
        </p:nvSpPr>
        <p:spPr>
          <a:xfrm xmlns:a="http://schemas.openxmlformats.org/drawingml/2006/main">
            <a:off x="5676900" y="30575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28" name="restored-0-0-3">
            <a:extLst xmlns:a="http://schemas.openxmlformats.org/drawingml/2006/main">
              <a:ext uri="{FF2B5EF4-FFF2-40B4-BE49-F238E27FC236}">
                <a16:creationId xmlns:a16="http://schemas.microsoft.com/office/drawing/2014/main" id="{4ABF63A0-CC57-4E23-B097-2B4777473AF9}"/>
              </a:ext>
            </a:extLst>
          </p:cNvPr>
          <p:cNvSpPr>
            <a:spLocks xmlns:a="http://schemas.openxmlformats.org/drawingml/2006/main" noGrp="1"/>
          </p:cNvSpPr>
          <p:nvPr/>
        </p:nvSpPr>
        <p:spPr>
          <a:xfrm xmlns:a="http://schemas.openxmlformats.org/drawingml/2006/main">
            <a:off x="6229350" y="30575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29" name="restored-0-1-0">
            <a:extLst xmlns:a="http://schemas.openxmlformats.org/drawingml/2006/main">
              <a:ext uri="{FF2B5EF4-FFF2-40B4-BE49-F238E27FC236}">
                <a16:creationId xmlns:a16="http://schemas.microsoft.com/office/drawing/2014/main" id="{1E946D0E-6E12-4653-B855-12D953CF2545}"/>
              </a:ext>
            </a:extLst>
          </p:cNvPr>
          <p:cNvSpPr>
            <a:spLocks xmlns:a="http://schemas.openxmlformats.org/drawingml/2006/main" noGrp="1"/>
          </p:cNvSpPr>
          <p:nvPr/>
        </p:nvSpPr>
        <p:spPr>
          <a:xfrm xmlns:a="http://schemas.openxmlformats.org/drawingml/2006/main">
            <a:off x="4572000" y="36099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30" name="restored-0-1-1">
            <a:extLst xmlns:a="http://schemas.openxmlformats.org/drawingml/2006/main">
              <a:ext uri="{FF2B5EF4-FFF2-40B4-BE49-F238E27FC236}">
                <a16:creationId xmlns:a16="http://schemas.microsoft.com/office/drawing/2014/main" id="{99D45649-AF8F-478B-9CFF-BFCF262A8BDD}"/>
              </a:ext>
            </a:extLst>
          </p:cNvPr>
          <p:cNvSpPr>
            <a:spLocks xmlns:a="http://schemas.openxmlformats.org/drawingml/2006/main" noGrp="1"/>
          </p:cNvSpPr>
          <p:nvPr/>
        </p:nvSpPr>
        <p:spPr>
          <a:xfrm xmlns:a="http://schemas.openxmlformats.org/drawingml/2006/main">
            <a:off x="5124450" y="36099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31" name="restored-0-1-2">
            <a:extLst xmlns:a="http://schemas.openxmlformats.org/drawingml/2006/main">
              <a:ext uri="{FF2B5EF4-FFF2-40B4-BE49-F238E27FC236}">
                <a16:creationId xmlns:a16="http://schemas.microsoft.com/office/drawing/2014/main" id="{5A465BEA-E69C-49DE-AFB4-CB3111B5D5AF}"/>
              </a:ext>
            </a:extLst>
          </p:cNvPr>
          <p:cNvSpPr>
            <a:spLocks xmlns:a="http://schemas.openxmlformats.org/drawingml/2006/main" noGrp="1"/>
          </p:cNvSpPr>
          <p:nvPr/>
        </p:nvSpPr>
        <p:spPr>
          <a:xfrm xmlns:a="http://schemas.openxmlformats.org/drawingml/2006/main">
            <a:off x="5676900" y="36099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32" name="restored-0-1-3">
            <a:extLst xmlns:a="http://schemas.openxmlformats.org/drawingml/2006/main">
              <a:ext uri="{FF2B5EF4-FFF2-40B4-BE49-F238E27FC236}">
                <a16:creationId xmlns:a16="http://schemas.microsoft.com/office/drawing/2014/main" id="{89A95054-80E1-42DB-BE35-8D9FCD60C9CA}"/>
              </a:ext>
            </a:extLst>
          </p:cNvPr>
          <p:cNvSpPr>
            <a:spLocks xmlns:a="http://schemas.openxmlformats.org/drawingml/2006/main" noGrp="1"/>
          </p:cNvSpPr>
          <p:nvPr/>
        </p:nvSpPr>
        <p:spPr>
          <a:xfrm xmlns:a="http://schemas.openxmlformats.org/drawingml/2006/main">
            <a:off x="6229350" y="36099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33" name="restored-0-2-0">
            <a:extLst xmlns:a="http://schemas.openxmlformats.org/drawingml/2006/main">
              <a:ext uri="{FF2B5EF4-FFF2-40B4-BE49-F238E27FC236}">
                <a16:creationId xmlns:a16="http://schemas.microsoft.com/office/drawing/2014/main" id="{03FD5C01-D35A-416A-A597-0ABA78EA13B8}"/>
              </a:ext>
            </a:extLst>
          </p:cNvPr>
          <p:cNvSpPr>
            <a:spLocks xmlns:a="http://schemas.openxmlformats.org/drawingml/2006/main" noGrp="1"/>
          </p:cNvSpPr>
          <p:nvPr/>
        </p:nvSpPr>
        <p:spPr>
          <a:xfrm xmlns:a="http://schemas.openxmlformats.org/drawingml/2006/main">
            <a:off x="4572000" y="41624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34" name="restored-0-2-1">
            <a:extLst xmlns:a="http://schemas.openxmlformats.org/drawingml/2006/main">
              <a:ext uri="{FF2B5EF4-FFF2-40B4-BE49-F238E27FC236}">
                <a16:creationId xmlns:a16="http://schemas.microsoft.com/office/drawing/2014/main" id="{9AC010A7-73DE-409A-8E8F-DEA33FCDEA21}"/>
              </a:ext>
            </a:extLst>
          </p:cNvPr>
          <p:cNvSpPr>
            <a:spLocks xmlns:a="http://schemas.openxmlformats.org/drawingml/2006/main" noGrp="1"/>
          </p:cNvSpPr>
          <p:nvPr/>
        </p:nvSpPr>
        <p:spPr>
          <a:xfrm xmlns:a="http://schemas.openxmlformats.org/drawingml/2006/main">
            <a:off x="5124450" y="41624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35" name="restored-0-2-2">
            <a:extLst xmlns:a="http://schemas.openxmlformats.org/drawingml/2006/main">
              <a:ext uri="{FF2B5EF4-FFF2-40B4-BE49-F238E27FC236}">
                <a16:creationId xmlns:a16="http://schemas.microsoft.com/office/drawing/2014/main" id="{10180A88-2B56-4AF1-964B-EC675E6BA9A1}"/>
              </a:ext>
            </a:extLst>
          </p:cNvPr>
          <p:cNvSpPr>
            <a:spLocks xmlns:a="http://schemas.openxmlformats.org/drawingml/2006/main" noGrp="1"/>
          </p:cNvSpPr>
          <p:nvPr/>
        </p:nvSpPr>
        <p:spPr>
          <a:xfrm xmlns:a="http://schemas.openxmlformats.org/drawingml/2006/main">
            <a:off x="5676900" y="41624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36" name="restored-0-2-3">
            <a:extLst xmlns:a="http://schemas.openxmlformats.org/drawingml/2006/main">
              <a:ext uri="{FF2B5EF4-FFF2-40B4-BE49-F238E27FC236}">
                <a16:creationId xmlns:a16="http://schemas.microsoft.com/office/drawing/2014/main" id="{33D806CD-677E-4F3C-9983-266E0077DB70}"/>
              </a:ext>
            </a:extLst>
          </p:cNvPr>
          <p:cNvSpPr>
            <a:spLocks xmlns:a="http://schemas.openxmlformats.org/drawingml/2006/main" noGrp="1"/>
          </p:cNvSpPr>
          <p:nvPr/>
        </p:nvSpPr>
        <p:spPr>
          <a:xfrm xmlns:a="http://schemas.openxmlformats.org/drawingml/2006/main">
            <a:off x="6229350" y="41624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37" name="restored-0-3-0">
            <a:extLst xmlns:a="http://schemas.openxmlformats.org/drawingml/2006/main">
              <a:ext uri="{FF2B5EF4-FFF2-40B4-BE49-F238E27FC236}">
                <a16:creationId xmlns:a16="http://schemas.microsoft.com/office/drawing/2014/main" id="{86362C9A-6CFC-4F16-9B2F-8EC660C8F034}"/>
              </a:ext>
            </a:extLst>
          </p:cNvPr>
          <p:cNvSpPr>
            <a:spLocks xmlns:a="http://schemas.openxmlformats.org/drawingml/2006/main" noGrp="1"/>
          </p:cNvSpPr>
          <p:nvPr/>
        </p:nvSpPr>
        <p:spPr>
          <a:xfrm xmlns:a="http://schemas.openxmlformats.org/drawingml/2006/main">
            <a:off x="4572000" y="47148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38" name="restored-0-3-1">
            <a:extLst xmlns:a="http://schemas.openxmlformats.org/drawingml/2006/main">
              <a:ext uri="{FF2B5EF4-FFF2-40B4-BE49-F238E27FC236}">
                <a16:creationId xmlns:a16="http://schemas.microsoft.com/office/drawing/2014/main" id="{ABB84E1F-9653-49A0-8155-B6AF6699EC05}"/>
              </a:ext>
            </a:extLst>
          </p:cNvPr>
          <p:cNvSpPr>
            <a:spLocks xmlns:a="http://schemas.openxmlformats.org/drawingml/2006/main" noGrp="1"/>
          </p:cNvSpPr>
          <p:nvPr/>
        </p:nvSpPr>
        <p:spPr>
          <a:xfrm xmlns:a="http://schemas.openxmlformats.org/drawingml/2006/main">
            <a:off x="5124450" y="47148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39" name="restored-0-3-2">
            <a:extLst xmlns:a="http://schemas.openxmlformats.org/drawingml/2006/main">
              <a:ext uri="{FF2B5EF4-FFF2-40B4-BE49-F238E27FC236}">
                <a16:creationId xmlns:a16="http://schemas.microsoft.com/office/drawing/2014/main" id="{5C992481-3711-4B12-A8EB-C6FDBC395D1D}"/>
              </a:ext>
            </a:extLst>
          </p:cNvPr>
          <p:cNvSpPr>
            <a:spLocks xmlns:a="http://schemas.openxmlformats.org/drawingml/2006/main" noGrp="1"/>
          </p:cNvSpPr>
          <p:nvPr/>
        </p:nvSpPr>
        <p:spPr>
          <a:xfrm xmlns:a="http://schemas.openxmlformats.org/drawingml/2006/main">
            <a:off x="5676900" y="47148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40" name="restored-0-3-3">
            <a:extLst xmlns:a="http://schemas.openxmlformats.org/drawingml/2006/main">
              <a:ext uri="{FF2B5EF4-FFF2-40B4-BE49-F238E27FC236}">
                <a16:creationId xmlns:a16="http://schemas.microsoft.com/office/drawing/2014/main" id="{8B69A077-9FB5-46E0-996E-3E75CD6FE9ED}"/>
              </a:ext>
            </a:extLst>
          </p:cNvPr>
          <p:cNvSpPr>
            <a:spLocks xmlns:a="http://schemas.openxmlformats.org/drawingml/2006/main" noGrp="1"/>
          </p:cNvSpPr>
          <p:nvPr/>
        </p:nvSpPr>
        <p:spPr>
          <a:xfrm xmlns:a="http://schemas.openxmlformats.org/drawingml/2006/main">
            <a:off x="6229350" y="47148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41" name="identical-count">
            <a:extLst xmlns:a="http://schemas.openxmlformats.org/drawingml/2006/main">
              <a:ext uri="{FF2B5EF4-FFF2-40B4-BE49-F238E27FC236}">
                <a16:creationId xmlns:a16="http://schemas.microsoft.com/office/drawing/2014/main" id="{12B70141-9E06-4B3E-951F-1493EE1DACA9}"/>
              </a:ext>
            </a:extLst>
          </p:cNvPr>
          <p:cNvSpPr>
            <a:spLocks xmlns:a="http://schemas.openxmlformats.org/drawingml/2006/main" noGrp="1"/>
          </p:cNvSpPr>
          <p:nvPr/>
        </p:nvSpPr>
        <p:spPr>
          <a:xfrm xmlns:a="http://schemas.openxmlformats.org/drawingml/2006/main">
            <a:off x="4572000" y="539115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16处逐一相同</a:t>
            </a:r>
          </a:p>
        </p:txBody>
      </p:sp>
      <p:sp>
        <p:nvSpPr>
          <p:cNvPr id="42" name="restore-heading-1">
            <a:extLst xmlns:a="http://schemas.openxmlformats.org/drawingml/2006/main">
              <a:ext uri="{FF2B5EF4-FFF2-40B4-BE49-F238E27FC236}">
                <a16:creationId xmlns:a16="http://schemas.microsoft.com/office/drawing/2014/main" id="{D73A057E-B85A-43F0-82B1-F294A44D2C31}"/>
              </a:ext>
            </a:extLst>
          </p:cNvPr>
          <p:cNvSpPr>
            <a:spLocks xmlns:a="http://schemas.openxmlformats.org/drawingml/2006/main" noGrp="1"/>
          </p:cNvSpPr>
          <p:nvPr/>
        </p:nvSpPr>
        <p:spPr>
          <a:xfrm xmlns:a="http://schemas.openxmlformats.org/drawingml/2006/main">
            <a:off x="7981950" y="2362200"/>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近似恢复</a:t>
            </a:r>
          </a:p>
        </p:txBody>
      </p:sp>
      <p:sp>
        <p:nvSpPr>
          <p:cNvPr id="43" name="restored-1-0-0">
            <a:extLst xmlns:a="http://schemas.openxmlformats.org/drawingml/2006/main">
              <a:ext uri="{FF2B5EF4-FFF2-40B4-BE49-F238E27FC236}">
                <a16:creationId xmlns:a16="http://schemas.microsoft.com/office/drawing/2014/main" id="{55026E61-9960-4313-A4C5-8B1ED41D4F49}"/>
              </a:ext>
            </a:extLst>
          </p:cNvPr>
          <p:cNvSpPr>
            <a:spLocks xmlns:a="http://schemas.openxmlformats.org/drawingml/2006/main" noGrp="1"/>
          </p:cNvSpPr>
          <p:nvPr/>
        </p:nvSpPr>
        <p:spPr>
          <a:xfrm xmlns:a="http://schemas.openxmlformats.org/drawingml/2006/main">
            <a:off x="7981950" y="30575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44" name="restored-1-0-1">
            <a:extLst xmlns:a="http://schemas.openxmlformats.org/drawingml/2006/main">
              <a:ext uri="{FF2B5EF4-FFF2-40B4-BE49-F238E27FC236}">
                <a16:creationId xmlns:a16="http://schemas.microsoft.com/office/drawing/2014/main" id="{FD09751D-BAC5-4BDB-9DCB-A7493B6D1941}"/>
              </a:ext>
            </a:extLst>
          </p:cNvPr>
          <p:cNvSpPr>
            <a:spLocks xmlns:a="http://schemas.openxmlformats.org/drawingml/2006/main" noGrp="1"/>
          </p:cNvSpPr>
          <p:nvPr/>
        </p:nvSpPr>
        <p:spPr>
          <a:xfrm xmlns:a="http://schemas.openxmlformats.org/drawingml/2006/main">
            <a:off x="8534400" y="30575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45" name="restored-1-0-2">
            <a:extLst xmlns:a="http://schemas.openxmlformats.org/drawingml/2006/main">
              <a:ext uri="{FF2B5EF4-FFF2-40B4-BE49-F238E27FC236}">
                <a16:creationId xmlns:a16="http://schemas.microsoft.com/office/drawing/2014/main" id="{10C573E8-8C68-4B7B-B995-90055B91FCB4}"/>
              </a:ext>
            </a:extLst>
          </p:cNvPr>
          <p:cNvSpPr>
            <a:spLocks xmlns:a="http://schemas.openxmlformats.org/drawingml/2006/main" noGrp="1"/>
          </p:cNvSpPr>
          <p:nvPr/>
        </p:nvSpPr>
        <p:spPr>
          <a:xfrm xmlns:a="http://schemas.openxmlformats.org/drawingml/2006/main">
            <a:off x="9086850" y="30575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46" name="restored-1-0-3">
            <a:extLst xmlns:a="http://schemas.openxmlformats.org/drawingml/2006/main">
              <a:ext uri="{FF2B5EF4-FFF2-40B4-BE49-F238E27FC236}">
                <a16:creationId xmlns:a16="http://schemas.microsoft.com/office/drawing/2014/main" id="{AE63D97F-6E2B-4F39-9502-D56E320D444C}"/>
              </a:ext>
            </a:extLst>
          </p:cNvPr>
          <p:cNvSpPr>
            <a:spLocks xmlns:a="http://schemas.openxmlformats.org/drawingml/2006/main" noGrp="1"/>
          </p:cNvSpPr>
          <p:nvPr/>
        </p:nvSpPr>
        <p:spPr>
          <a:xfrm xmlns:a="http://schemas.openxmlformats.org/drawingml/2006/main">
            <a:off x="9639300" y="30575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47" name="restored-1-1-0">
            <a:extLst xmlns:a="http://schemas.openxmlformats.org/drawingml/2006/main">
              <a:ext uri="{FF2B5EF4-FFF2-40B4-BE49-F238E27FC236}">
                <a16:creationId xmlns:a16="http://schemas.microsoft.com/office/drawing/2014/main" id="{997F5458-A11B-43D7-B9AB-B3BC284D53A6}"/>
              </a:ext>
            </a:extLst>
          </p:cNvPr>
          <p:cNvSpPr>
            <a:spLocks xmlns:a="http://schemas.openxmlformats.org/drawingml/2006/main" noGrp="1"/>
          </p:cNvSpPr>
          <p:nvPr/>
        </p:nvSpPr>
        <p:spPr>
          <a:xfrm xmlns:a="http://schemas.openxmlformats.org/drawingml/2006/main">
            <a:off x="7981950" y="36099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48" name="restored-1-1-1">
            <a:extLst xmlns:a="http://schemas.openxmlformats.org/drawingml/2006/main">
              <a:ext uri="{FF2B5EF4-FFF2-40B4-BE49-F238E27FC236}">
                <a16:creationId xmlns:a16="http://schemas.microsoft.com/office/drawing/2014/main" id="{8C9AE40F-1985-466D-9217-B09A9E1F24BE}"/>
              </a:ext>
            </a:extLst>
          </p:cNvPr>
          <p:cNvSpPr>
            <a:spLocks xmlns:a="http://schemas.openxmlformats.org/drawingml/2006/main" noGrp="1"/>
          </p:cNvSpPr>
          <p:nvPr/>
        </p:nvSpPr>
        <p:spPr>
          <a:xfrm xmlns:a="http://schemas.openxmlformats.org/drawingml/2006/main">
            <a:off x="8534400" y="36099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49" name="restored-1-1-2">
            <a:extLst xmlns:a="http://schemas.openxmlformats.org/drawingml/2006/main">
              <a:ext uri="{FF2B5EF4-FFF2-40B4-BE49-F238E27FC236}">
                <a16:creationId xmlns:a16="http://schemas.microsoft.com/office/drawing/2014/main" id="{5167A609-1058-4869-B6F2-88419D85CC4A}"/>
              </a:ext>
            </a:extLst>
          </p:cNvPr>
          <p:cNvSpPr>
            <a:spLocks xmlns:a="http://schemas.openxmlformats.org/drawingml/2006/main" noGrp="1"/>
          </p:cNvSpPr>
          <p:nvPr/>
        </p:nvSpPr>
        <p:spPr>
          <a:xfrm xmlns:a="http://schemas.openxmlformats.org/drawingml/2006/main">
            <a:off x="9086850" y="36099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50" name="restored-1-1-3">
            <a:extLst xmlns:a="http://schemas.openxmlformats.org/drawingml/2006/main">
              <a:ext uri="{FF2B5EF4-FFF2-40B4-BE49-F238E27FC236}">
                <a16:creationId xmlns:a16="http://schemas.microsoft.com/office/drawing/2014/main" id="{A5A511EE-06CC-41E4-9EC6-5DCB41E77E3F}"/>
              </a:ext>
            </a:extLst>
          </p:cNvPr>
          <p:cNvSpPr>
            <a:spLocks xmlns:a="http://schemas.openxmlformats.org/drawingml/2006/main" noGrp="1"/>
          </p:cNvSpPr>
          <p:nvPr/>
        </p:nvSpPr>
        <p:spPr>
          <a:xfrm xmlns:a="http://schemas.openxmlformats.org/drawingml/2006/main">
            <a:off x="9639300" y="36099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51" name="restored-1-2-0">
            <a:extLst xmlns:a="http://schemas.openxmlformats.org/drawingml/2006/main">
              <a:ext uri="{FF2B5EF4-FFF2-40B4-BE49-F238E27FC236}">
                <a16:creationId xmlns:a16="http://schemas.microsoft.com/office/drawing/2014/main" id="{106CD445-E26C-4CF5-B1BB-B9055CA4B5D1}"/>
              </a:ext>
            </a:extLst>
          </p:cNvPr>
          <p:cNvSpPr>
            <a:spLocks xmlns:a="http://schemas.openxmlformats.org/drawingml/2006/main" noGrp="1"/>
          </p:cNvSpPr>
          <p:nvPr/>
        </p:nvSpPr>
        <p:spPr>
          <a:xfrm xmlns:a="http://schemas.openxmlformats.org/drawingml/2006/main">
            <a:off x="7981950" y="41624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52" name="restored-1-2-1">
            <a:extLst xmlns:a="http://schemas.openxmlformats.org/drawingml/2006/main">
              <a:ext uri="{FF2B5EF4-FFF2-40B4-BE49-F238E27FC236}">
                <a16:creationId xmlns:a16="http://schemas.microsoft.com/office/drawing/2014/main" id="{71DAB271-2893-4162-AFF8-4C2FAC1D2AC1}"/>
              </a:ext>
            </a:extLst>
          </p:cNvPr>
          <p:cNvSpPr>
            <a:spLocks xmlns:a="http://schemas.openxmlformats.org/drawingml/2006/main" noGrp="1"/>
          </p:cNvSpPr>
          <p:nvPr/>
        </p:nvSpPr>
        <p:spPr>
          <a:xfrm xmlns:a="http://schemas.openxmlformats.org/drawingml/2006/main">
            <a:off x="8534400" y="41624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53" name="restored-1-2-2">
            <a:extLst xmlns:a="http://schemas.openxmlformats.org/drawingml/2006/main">
              <a:ext uri="{FF2B5EF4-FFF2-40B4-BE49-F238E27FC236}">
                <a16:creationId xmlns:a16="http://schemas.microsoft.com/office/drawing/2014/main" id="{14F08C5C-F0A2-475B-AA65-975530ABB8A7}"/>
              </a:ext>
            </a:extLst>
          </p:cNvPr>
          <p:cNvSpPr>
            <a:spLocks xmlns:a="http://schemas.openxmlformats.org/drawingml/2006/main" noGrp="1"/>
          </p:cNvSpPr>
          <p:nvPr/>
        </p:nvSpPr>
        <p:spPr>
          <a:xfrm xmlns:a="http://schemas.openxmlformats.org/drawingml/2006/main">
            <a:off x="9086850" y="41624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54" name="restored-1-2-3">
            <a:extLst xmlns:a="http://schemas.openxmlformats.org/drawingml/2006/main">
              <a:ext uri="{FF2B5EF4-FFF2-40B4-BE49-F238E27FC236}">
                <a16:creationId xmlns:a16="http://schemas.microsoft.com/office/drawing/2014/main" id="{CCFFAE0C-ABAA-462B-9B56-2CF78037435D}"/>
              </a:ext>
            </a:extLst>
          </p:cNvPr>
          <p:cNvSpPr>
            <a:spLocks xmlns:a="http://schemas.openxmlformats.org/drawingml/2006/main" noGrp="1"/>
          </p:cNvSpPr>
          <p:nvPr/>
        </p:nvSpPr>
        <p:spPr>
          <a:xfrm xmlns:a="http://schemas.openxmlformats.org/drawingml/2006/main">
            <a:off x="9639300" y="41624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55" name="restored-1-3-0">
            <a:extLst xmlns:a="http://schemas.openxmlformats.org/drawingml/2006/main">
              <a:ext uri="{FF2B5EF4-FFF2-40B4-BE49-F238E27FC236}">
                <a16:creationId xmlns:a16="http://schemas.microsoft.com/office/drawing/2014/main" id="{F4EE4E5B-4673-4540-AD30-C1941BB89653}"/>
              </a:ext>
            </a:extLst>
          </p:cNvPr>
          <p:cNvSpPr>
            <a:spLocks xmlns:a="http://schemas.openxmlformats.org/drawingml/2006/main" noGrp="1"/>
          </p:cNvSpPr>
          <p:nvPr/>
        </p:nvSpPr>
        <p:spPr>
          <a:xfrm xmlns:a="http://schemas.openxmlformats.org/drawingml/2006/main">
            <a:off x="7981950" y="47148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56" name="restored-1-3-1">
            <a:extLst xmlns:a="http://schemas.openxmlformats.org/drawingml/2006/main">
              <a:ext uri="{FF2B5EF4-FFF2-40B4-BE49-F238E27FC236}">
                <a16:creationId xmlns:a16="http://schemas.microsoft.com/office/drawing/2014/main" id="{748A5088-E4BB-433C-8721-DE8DA663129E}"/>
              </a:ext>
            </a:extLst>
          </p:cNvPr>
          <p:cNvSpPr>
            <a:spLocks xmlns:a="http://schemas.openxmlformats.org/drawingml/2006/main" noGrp="1"/>
          </p:cNvSpPr>
          <p:nvPr/>
        </p:nvSpPr>
        <p:spPr>
          <a:xfrm xmlns:a="http://schemas.openxmlformats.org/drawingml/2006/main">
            <a:off x="8534400" y="47148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57" name="restored-1-3-2">
            <a:extLst xmlns:a="http://schemas.openxmlformats.org/drawingml/2006/main">
              <a:ext uri="{FF2B5EF4-FFF2-40B4-BE49-F238E27FC236}">
                <a16:creationId xmlns:a16="http://schemas.microsoft.com/office/drawing/2014/main" id="{ACBEC6AA-99F0-469A-85F2-01DCD7ACFE33}"/>
              </a:ext>
            </a:extLst>
          </p:cNvPr>
          <p:cNvSpPr>
            <a:spLocks xmlns:a="http://schemas.openxmlformats.org/drawingml/2006/main" noGrp="1"/>
          </p:cNvSpPr>
          <p:nvPr/>
        </p:nvSpPr>
        <p:spPr>
          <a:xfrm xmlns:a="http://schemas.openxmlformats.org/drawingml/2006/main">
            <a:off x="9086850" y="47148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58" name="restored-1-3-3">
            <a:extLst xmlns:a="http://schemas.openxmlformats.org/drawingml/2006/main">
              <a:ext uri="{FF2B5EF4-FFF2-40B4-BE49-F238E27FC236}">
                <a16:creationId xmlns:a16="http://schemas.microsoft.com/office/drawing/2014/main" id="{101517C4-C2B4-4FD5-BAC2-D813CC3F79CB}"/>
              </a:ext>
            </a:extLst>
          </p:cNvPr>
          <p:cNvSpPr>
            <a:spLocks xmlns:a="http://schemas.openxmlformats.org/drawingml/2006/main" noGrp="1"/>
          </p:cNvSpPr>
          <p:nvPr/>
        </p:nvSpPr>
        <p:spPr>
          <a:xfrm xmlns:a="http://schemas.openxmlformats.org/drawingml/2006/main">
            <a:off x="9639300" y="47148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59" name="changed-pixel">
            <a:extLst xmlns:a="http://schemas.openxmlformats.org/drawingml/2006/main">
              <a:ext uri="{FF2B5EF4-FFF2-40B4-BE49-F238E27FC236}">
                <a16:creationId xmlns:a16="http://schemas.microsoft.com/office/drawing/2014/main" id="{8EF79847-B679-4816-922B-5F02BD1E7420}"/>
              </a:ext>
            </a:extLst>
          </p:cNvPr>
          <p:cNvSpPr>
            <a:spLocks xmlns:a="http://schemas.openxmlformats.org/drawingml/2006/main" noGrp="1"/>
          </p:cNvSpPr>
          <p:nvPr/>
        </p:nvSpPr>
        <p:spPr>
          <a:xfrm xmlns:a="http://schemas.openxmlformats.org/drawingml/2006/main">
            <a:off x="9086850" y="4162425"/>
            <a:ext cx="552450" cy="552450"/>
          </a:xfrm>
          <a:prstGeom xmlns:a="http://schemas.openxmlformats.org/drawingml/2006/main" prst="rect">
            <a:avLst/>
          </a:prstGeom>
          <a:noFill xmlns:a="http://schemas.openxmlformats.org/drawingml/2006/main"/>
          <a:ln xmlns:a="http://schemas.openxmlformats.org/drawingml/2006/main" w="28575">
            <a:solidFill>
              <a:srgbClr val="FF0000"/>
            </a:solidFill>
          </a:ln>
        </p:spPr>
      </p:sp>
      <p:sp>
        <p:nvSpPr>
          <p:cNvPr id="60" name="different-count">
            <a:extLst xmlns:a="http://schemas.openxmlformats.org/drawingml/2006/main">
              <a:ext uri="{FF2B5EF4-FFF2-40B4-BE49-F238E27FC236}">
                <a16:creationId xmlns:a16="http://schemas.microsoft.com/office/drawing/2014/main" id="{ED2A3038-7EDB-4619-AFA7-88ABF82B2D9F}"/>
              </a:ext>
            </a:extLst>
          </p:cNvPr>
          <p:cNvSpPr>
            <a:spLocks xmlns:a="http://schemas.openxmlformats.org/drawingml/2006/main" noGrp="1"/>
          </p:cNvSpPr>
          <p:nvPr/>
        </p:nvSpPr>
        <p:spPr>
          <a:xfrm xmlns:a="http://schemas.openxmlformats.org/drawingml/2006/main">
            <a:off x="7981950" y="539115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FF0000"/>
                </a:solidFill>
                <a:latin typeface="Alibaba PuHuiTi 3.0 115 Black"/>
                <a:ea typeface="Alibaba PuHuiTi 3.0 115 Black"/>
                <a:cs typeface="Alibaba PuHuiTi 3.0 115 Black"/>
              </a:defRPr>
            </a:defPPr>
          </a:lstStyle>
          <a:p xmlns:a="http://schemas.openxmlformats.org/drawingml/2006/main">
            <a:pPr algn="l">
              <a:defRPr sz="2200" b="1">
                <a:solidFill>
                  <a:srgbClr val="FF0000"/>
                </a:solidFill>
                <a:latin typeface="Alibaba PuHuiTi 3.0 115 Black"/>
                <a:ea typeface="Alibaba PuHuiTi 3.0 115 Black"/>
                <a:cs typeface="Alibaba PuHuiTi 3.0 115 Black"/>
              </a:defRPr>
            </a:pPr>
            <a:r>
              <a:rPr sz="2200" b="1">
                <a:solidFill>
                  <a:srgbClr val="FF0000"/>
                </a:solidFill>
                <a:latin typeface="Alibaba PuHuiTi 3.0 115 Black"/>
                <a:ea typeface="Alibaba PuHuiTi 3.0 115 Black"/>
                <a:cs typeface="Alibaba PuHuiTi 3.0 115 Black"/>
              </a:rPr>
              <a:t>1处不同</a:t>
            </a:r>
          </a:p>
        </p:txBody>
      </p:sp>
    </p:spTree>
    <p:extLst>
      <p:ext uri="{BB962C8B-B14F-4D97-AF65-F5344CB8AC3E}">
        <p14:creationId xmlns:p14="http://schemas.microsoft.com/office/powerpoint/2010/main" val="1352918926"/>
      </p:ext>
    </p:extLst>
  </p:cSld>
</p:sld>
</file>

<file path=ppt/slides/slide6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88FCEB7-92A2-4174-8867-478BECCB14A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7E87870-91FC-405B-A381-FDE8260C379D}"/>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6A7D893-968C-4BE3-928E-AC96FE03859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ZIP、MP3、WAV、MP4，是同一层吗？</a:t>
            </a:r>
          </a:p>
        </p:txBody>
      </p:sp>
      <p:sp>
        <p:nvSpPr>
          <p:cNvPr id="5" name="format-category-0">
            <a:extLst xmlns:a="http://schemas.openxmlformats.org/drawingml/2006/main">
              <a:ext uri="{FF2B5EF4-FFF2-40B4-BE49-F238E27FC236}">
                <a16:creationId xmlns:a16="http://schemas.microsoft.com/office/drawing/2014/main" id="{5CAC08A9-99B6-4358-B5E4-B7AB971B3391}"/>
              </a:ext>
            </a:extLst>
          </p:cNvPr>
          <p:cNvSpPr>
            <a:spLocks xmlns:a="http://schemas.openxmlformats.org/drawingml/2006/main" noGrp="1"/>
          </p:cNvSpPr>
          <p:nvPr/>
        </p:nvSpPr>
        <p:spPr>
          <a:xfrm xmlns:a="http://schemas.openxmlformats.org/drawingml/2006/main">
            <a:off x="609600" y="2276475"/>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归档格式</a:t>
            </a:r>
          </a:p>
        </p:txBody>
      </p:sp>
      <p:sp>
        <p:nvSpPr>
          <p:cNvPr id="6" name="format-example-0">
            <a:extLst xmlns:a="http://schemas.openxmlformats.org/drawingml/2006/main">
              <a:ext uri="{FF2B5EF4-FFF2-40B4-BE49-F238E27FC236}">
                <a16:creationId xmlns:a16="http://schemas.microsoft.com/office/drawing/2014/main" id="{D9F02CD6-28B7-45D0-A5EC-4A9F74E9AD8B}"/>
              </a:ext>
            </a:extLst>
          </p:cNvPr>
          <p:cNvSpPr>
            <a:spLocks xmlns:a="http://schemas.openxmlformats.org/drawingml/2006/main" noGrp="1"/>
          </p:cNvSpPr>
          <p:nvPr/>
        </p:nvSpPr>
        <p:spPr>
          <a:xfrm xmlns:a="http://schemas.openxmlformats.org/drawingml/2006/main">
            <a:off x="3476625" y="227647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ZIP / RAR</a:t>
            </a:r>
          </a:p>
        </p:txBody>
      </p:sp>
      <p:sp>
        <p:nvSpPr>
          <p:cNvPr id="7" name="format-qualification-0">
            <a:extLst xmlns:a="http://schemas.openxmlformats.org/drawingml/2006/main">
              <a:ext uri="{FF2B5EF4-FFF2-40B4-BE49-F238E27FC236}">
                <a16:creationId xmlns:a16="http://schemas.microsoft.com/office/drawing/2014/main" id="{DF3D4BD6-8AED-4A56-998D-636BD5736CC1}"/>
              </a:ext>
            </a:extLst>
          </p:cNvPr>
          <p:cNvSpPr>
            <a:spLocks xmlns:a="http://schemas.openxmlformats.org/drawingml/2006/main" noGrp="1"/>
          </p:cNvSpPr>
          <p:nvPr/>
        </p:nvSpPr>
        <p:spPr>
          <a:xfrm xmlns:a="http://schemas.openxmlformats.org/drawingml/2006/main">
            <a:off x="7181850" y="2276475"/>
            <a:ext cx="44005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常用无损压缩，恢复原始文件。</a:t>
            </a:r>
          </a:p>
        </p:txBody>
      </p:sp>
      <p:sp>
        <p:nvSpPr>
          <p:cNvPr id="8" name="format-divider-0">
            <a:extLst xmlns:a="http://schemas.openxmlformats.org/drawingml/2006/main">
              <a:ext uri="{FF2B5EF4-FFF2-40B4-BE49-F238E27FC236}">
                <a16:creationId xmlns:a16="http://schemas.microsoft.com/office/drawing/2014/main" id="{DB12A7D7-6287-4E13-AD5C-E97023640F7B}"/>
              </a:ext>
            </a:extLst>
          </p:cNvPr>
          <p:cNvSpPr>
            <a:spLocks xmlns:a="http://schemas.openxmlformats.org/drawingml/2006/main" noGrp="1"/>
          </p:cNvSpPr>
          <p:nvPr/>
        </p:nvSpPr>
        <p:spPr>
          <a:xfrm xmlns:a="http://schemas.openxmlformats.org/drawingml/2006/main">
            <a:off x="609600" y="3067050"/>
            <a:ext cx="10972800" cy="9525"/>
          </a:xfrm>
          <a:custGeom xmlns:a="http://schemas.openxmlformats.org/drawingml/2006/main">
            <a:pathLst>
              <a:path w="10972800" h="9525">
                <a:moveTo>
                  <a:pt x="0" y="0"/>
                </a:moveTo>
                <a:lnTo>
                  <a:pt x="10972800" y="0"/>
                </a:lnTo>
              </a:path>
            </a:pathLst>
          </a:custGeom>
          <a:noFill xmlns:a="http://schemas.openxmlformats.org/drawingml/2006/main"/>
          <a:ln xmlns:a="http://schemas.openxmlformats.org/drawingml/2006/main" w="13335">
            <a:solidFill>
              <a:srgbClr val="D7D7DE"/>
            </a:solidFill>
          </a:ln>
        </p:spPr>
      </p:sp>
      <p:sp>
        <p:nvSpPr>
          <p:cNvPr id="9" name="format-category-1">
            <a:extLst xmlns:a="http://schemas.openxmlformats.org/drawingml/2006/main">
              <a:ext uri="{FF2B5EF4-FFF2-40B4-BE49-F238E27FC236}">
                <a16:creationId xmlns:a16="http://schemas.microsoft.com/office/drawing/2014/main" id="{55D4ECB0-6B30-4623-A106-97F85B8D378B}"/>
              </a:ext>
            </a:extLst>
          </p:cNvPr>
          <p:cNvSpPr>
            <a:spLocks xmlns:a="http://schemas.openxmlformats.org/drawingml/2006/main" noGrp="1"/>
          </p:cNvSpPr>
          <p:nvPr/>
        </p:nvSpPr>
        <p:spPr>
          <a:xfrm xmlns:a="http://schemas.openxmlformats.org/drawingml/2006/main">
            <a:off x="609600" y="3381375"/>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音频编码</a:t>
            </a:r>
          </a:p>
        </p:txBody>
      </p:sp>
      <p:sp>
        <p:nvSpPr>
          <p:cNvPr id="10" name="format-example-1">
            <a:extLst xmlns:a="http://schemas.openxmlformats.org/drawingml/2006/main">
              <a:ext uri="{FF2B5EF4-FFF2-40B4-BE49-F238E27FC236}">
                <a16:creationId xmlns:a16="http://schemas.microsoft.com/office/drawing/2014/main" id="{F8973337-5B37-4D97-A64F-E741E791781D}"/>
              </a:ext>
            </a:extLst>
          </p:cNvPr>
          <p:cNvSpPr>
            <a:spLocks xmlns:a="http://schemas.openxmlformats.org/drawingml/2006/main" noGrp="1"/>
          </p:cNvSpPr>
          <p:nvPr/>
        </p:nvSpPr>
        <p:spPr>
          <a:xfrm xmlns:a="http://schemas.openxmlformats.org/drawingml/2006/main">
            <a:off x="3476625" y="338137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MP3</a:t>
            </a:r>
          </a:p>
        </p:txBody>
      </p:sp>
      <p:sp>
        <p:nvSpPr>
          <p:cNvPr id="11" name="format-qualification-1">
            <a:extLst xmlns:a="http://schemas.openxmlformats.org/drawingml/2006/main">
              <a:ext uri="{FF2B5EF4-FFF2-40B4-BE49-F238E27FC236}">
                <a16:creationId xmlns:a16="http://schemas.microsoft.com/office/drawing/2014/main" id="{E29F76B4-6530-4E23-9C43-1DC9C8742A55}"/>
              </a:ext>
            </a:extLst>
          </p:cNvPr>
          <p:cNvSpPr>
            <a:spLocks xmlns:a="http://schemas.openxmlformats.org/drawingml/2006/main" noGrp="1"/>
          </p:cNvSpPr>
          <p:nvPr/>
        </p:nvSpPr>
        <p:spPr>
          <a:xfrm xmlns:a="http://schemas.openxmlformats.org/drawingml/2006/main">
            <a:off x="7181850" y="3381375"/>
            <a:ext cx="44005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常见有损音频编码。</a:t>
            </a:r>
          </a:p>
        </p:txBody>
      </p:sp>
      <p:sp>
        <p:nvSpPr>
          <p:cNvPr id="12" name="format-divider-1">
            <a:extLst xmlns:a="http://schemas.openxmlformats.org/drawingml/2006/main">
              <a:ext uri="{FF2B5EF4-FFF2-40B4-BE49-F238E27FC236}">
                <a16:creationId xmlns:a16="http://schemas.microsoft.com/office/drawing/2014/main" id="{50AA9A69-D82B-45FD-AF92-701B5E08A82B}"/>
              </a:ext>
            </a:extLst>
          </p:cNvPr>
          <p:cNvSpPr>
            <a:spLocks xmlns:a="http://schemas.openxmlformats.org/drawingml/2006/main" noGrp="1"/>
          </p:cNvSpPr>
          <p:nvPr/>
        </p:nvSpPr>
        <p:spPr>
          <a:xfrm xmlns:a="http://schemas.openxmlformats.org/drawingml/2006/main">
            <a:off x="609600" y="4171950"/>
            <a:ext cx="10972800" cy="9525"/>
          </a:xfrm>
          <a:custGeom xmlns:a="http://schemas.openxmlformats.org/drawingml/2006/main">
            <a:pathLst>
              <a:path w="10972800" h="9525">
                <a:moveTo>
                  <a:pt x="0" y="0"/>
                </a:moveTo>
                <a:lnTo>
                  <a:pt x="10972800" y="0"/>
                </a:lnTo>
              </a:path>
            </a:pathLst>
          </a:custGeom>
          <a:noFill xmlns:a="http://schemas.openxmlformats.org/drawingml/2006/main"/>
          <a:ln xmlns:a="http://schemas.openxmlformats.org/drawingml/2006/main" w="13335">
            <a:solidFill>
              <a:srgbClr val="D7D7DE"/>
            </a:solidFill>
          </a:ln>
        </p:spPr>
      </p:sp>
      <p:sp>
        <p:nvSpPr>
          <p:cNvPr id="13" name="format-category-2">
            <a:extLst xmlns:a="http://schemas.openxmlformats.org/drawingml/2006/main">
              <a:ext uri="{FF2B5EF4-FFF2-40B4-BE49-F238E27FC236}">
                <a16:creationId xmlns:a16="http://schemas.microsoft.com/office/drawing/2014/main" id="{457EE457-49A9-49F2-89E1-E26DACE37378}"/>
              </a:ext>
            </a:extLst>
          </p:cNvPr>
          <p:cNvSpPr>
            <a:spLocks xmlns:a="http://schemas.openxmlformats.org/drawingml/2006/main" noGrp="1"/>
          </p:cNvSpPr>
          <p:nvPr/>
        </p:nvSpPr>
        <p:spPr>
          <a:xfrm xmlns:a="http://schemas.openxmlformats.org/drawingml/2006/main">
            <a:off x="609600" y="4486275"/>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容器</a:t>
            </a:r>
          </a:p>
        </p:txBody>
      </p:sp>
      <p:sp>
        <p:nvSpPr>
          <p:cNvPr id="14" name="format-example-2">
            <a:extLst xmlns:a="http://schemas.openxmlformats.org/drawingml/2006/main">
              <a:ext uri="{FF2B5EF4-FFF2-40B4-BE49-F238E27FC236}">
                <a16:creationId xmlns:a16="http://schemas.microsoft.com/office/drawing/2014/main" id="{FE88AEA4-4BC7-4572-8637-722CDD7FE0B2}"/>
              </a:ext>
            </a:extLst>
          </p:cNvPr>
          <p:cNvSpPr>
            <a:spLocks xmlns:a="http://schemas.openxmlformats.org/drawingml/2006/main" noGrp="1"/>
          </p:cNvSpPr>
          <p:nvPr/>
        </p:nvSpPr>
        <p:spPr>
          <a:xfrm xmlns:a="http://schemas.openxmlformats.org/drawingml/2006/main">
            <a:off x="3476625" y="448627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WAV / MP4</a:t>
            </a:r>
          </a:p>
        </p:txBody>
      </p:sp>
      <p:sp>
        <p:nvSpPr>
          <p:cNvPr id="15" name="format-qualification-2">
            <a:extLst xmlns:a="http://schemas.openxmlformats.org/drawingml/2006/main">
              <a:ext uri="{FF2B5EF4-FFF2-40B4-BE49-F238E27FC236}">
                <a16:creationId xmlns:a16="http://schemas.microsoft.com/office/drawing/2014/main" id="{C8618572-A5CC-42CA-8D54-B24516E74312}"/>
              </a:ext>
            </a:extLst>
          </p:cNvPr>
          <p:cNvSpPr>
            <a:spLocks xmlns:a="http://schemas.openxmlformats.org/drawingml/2006/main" noGrp="1"/>
          </p:cNvSpPr>
          <p:nvPr/>
        </p:nvSpPr>
        <p:spPr>
          <a:xfrm xmlns:a="http://schemas.openxmlformats.org/drawingml/2006/main">
            <a:off x="7181850" y="4486275"/>
            <a:ext cx="44005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WAV常装PCM；MP4可装音视频。</a:t>
            </a:r>
          </a:p>
        </p:txBody>
      </p:sp>
      <p:sp>
        <p:nvSpPr>
          <p:cNvPr id="16" name="text">
            <a:extLst xmlns:a="http://schemas.openxmlformats.org/drawingml/2006/main">
              <a:ext uri="{FF2B5EF4-FFF2-40B4-BE49-F238E27FC236}">
                <a16:creationId xmlns:a16="http://schemas.microsoft.com/office/drawing/2014/main" id="{BF4008AC-A2B5-4122-ACEE-029B662A894B}"/>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容器名不能单独确定内部编码，也不能单独判断有损或无损。</a:t>
            </a:r>
          </a:p>
        </p:txBody>
      </p:sp>
    </p:spTree>
    <p:extLst>
      <p:ext uri="{BB962C8B-B14F-4D97-AF65-F5344CB8AC3E}">
        <p14:creationId xmlns:p14="http://schemas.microsoft.com/office/powerpoint/2010/main" val="3847893"/>
      </p:ext>
    </p:extLst>
  </p:cSld>
</p:sld>
</file>

<file path=ppt/slides/slide6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FA754AD-ACDC-49F8-A235-242A8BD4FB4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67100F0-75FC-4065-A2E4-861272691C85}"/>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57F0369-719A-4907-968D-6742027F9795}"/>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相同尺寸的三幅图，谁容易无损压缩？</a:t>
            </a:r>
          </a:p>
        </p:txBody>
      </p:sp>
      <p:sp>
        <p:nvSpPr>
          <p:cNvPr id="5" name="TextBox 4">
            <a:extLst xmlns:a="http://schemas.openxmlformats.org/drawingml/2006/main">
              <a:ext uri="{FF2B5EF4-FFF2-40B4-BE49-F238E27FC236}">
                <a16:creationId xmlns:a16="http://schemas.microsoft.com/office/drawing/2014/main" id="{4F9033B4-40B4-4156-ABC9-BADD998A82D5}"/>
              </a:ext>
            </a:extLst>
          </p:cNvPr>
          <p:cNvSpPr>
            <a:spLocks xmlns:a="http://schemas.openxmlformats.org/drawingml/2006/main" noGrp="1"/>
          </p:cNvSpPr>
          <p:nvPr/>
        </p:nvSpPr>
        <p:spPr>
          <a:xfrm xmlns:a="http://schemas.openxmlformats.org/drawingml/2006/main">
            <a:off x="609600" y="1719072"/>
            <a:ext cx="3417757"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262626"/>
                </a:solidFill>
                <a:latin typeface="Alibaba PuHuiTi 3.0 115 Black"/>
                <a:ea typeface="Alibaba PuHuiTi 3.0 115 Black"/>
                <a:cs typeface="Alibaba PuHuiTi 3.0 115 Black"/>
              </a:defRPr>
            </a:pPr>
            <a:r>
              <a:rPr sz="2500" b="1">
                <a:solidFill>
                  <a:srgbClr val="262626"/>
                </a:solidFill>
                <a:latin typeface="Alibaba PuHuiTi 3.0 115 Black"/>
                <a:ea typeface="Alibaba PuHuiTi 3.0 115 Black"/>
                <a:cs typeface="Alibaba PuHuiTi 3.0 115 Black"/>
              </a:rPr>
              <a:t>A 纯色</a:t>
            </a:r>
          </a:p>
        </p:txBody>
      </p:sp>
      <p:sp>
        <p:nvSpPr>
          <p:cNvPr id="6" name="Rectangle 5">
            <a:extLst xmlns:a="http://schemas.openxmlformats.org/drawingml/2006/main">
              <a:ext uri="{FF2B5EF4-FFF2-40B4-BE49-F238E27FC236}">
                <a16:creationId xmlns:a16="http://schemas.microsoft.com/office/drawing/2014/main" id="{A55E6178-7142-47DC-93A2-4AB2C2ACC234}"/>
              </a:ext>
            </a:extLst>
          </p:cNvPr>
          <p:cNvSpPr>
            <a:spLocks xmlns:a="http://schemas.openxmlformats.org/drawingml/2006/main" noGrp="1"/>
          </p:cNvSpPr>
          <p:nvPr/>
        </p:nvSpPr>
        <p:spPr>
          <a:xfrm xmlns:a="http://schemas.openxmlformats.org/drawingml/2006/main">
            <a:off x="60960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7E6D5AFC-7EBD-415E-8AA2-2CB0EE48581A}"/>
              </a:ext>
            </a:extLst>
          </p:cNvPr>
          <p:cNvSpPr>
            <a:spLocks xmlns:a="http://schemas.openxmlformats.org/drawingml/2006/main" noGrp="1"/>
          </p:cNvSpPr>
          <p:nvPr/>
        </p:nvSpPr>
        <p:spPr>
          <a:xfrm xmlns:a="http://schemas.openxmlformats.org/drawingml/2006/main">
            <a:off x="96037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ectangle 7">
            <a:extLst xmlns:a="http://schemas.openxmlformats.org/drawingml/2006/main">
              <a:ext uri="{FF2B5EF4-FFF2-40B4-BE49-F238E27FC236}">
                <a16:creationId xmlns:a16="http://schemas.microsoft.com/office/drawing/2014/main" id="{AB56B943-CA1E-48A4-8145-03898794AC78}"/>
              </a:ext>
            </a:extLst>
          </p:cNvPr>
          <p:cNvSpPr>
            <a:spLocks xmlns:a="http://schemas.openxmlformats.org/drawingml/2006/main" noGrp="1"/>
          </p:cNvSpPr>
          <p:nvPr/>
        </p:nvSpPr>
        <p:spPr>
          <a:xfrm xmlns:a="http://schemas.openxmlformats.org/drawingml/2006/main">
            <a:off x="131114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Rectangle 8">
            <a:extLst xmlns:a="http://schemas.openxmlformats.org/drawingml/2006/main">
              <a:ext uri="{FF2B5EF4-FFF2-40B4-BE49-F238E27FC236}">
                <a16:creationId xmlns:a16="http://schemas.microsoft.com/office/drawing/2014/main" id="{9A162CC4-C5C1-4A05-BF9E-AB2FE724AF0C}"/>
              </a:ext>
            </a:extLst>
          </p:cNvPr>
          <p:cNvSpPr>
            <a:spLocks xmlns:a="http://schemas.openxmlformats.org/drawingml/2006/main" noGrp="1"/>
          </p:cNvSpPr>
          <p:nvPr/>
        </p:nvSpPr>
        <p:spPr>
          <a:xfrm xmlns:a="http://schemas.openxmlformats.org/drawingml/2006/main">
            <a:off x="166191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Rectangle 9">
            <a:extLst xmlns:a="http://schemas.openxmlformats.org/drawingml/2006/main">
              <a:ext uri="{FF2B5EF4-FFF2-40B4-BE49-F238E27FC236}">
                <a16:creationId xmlns:a16="http://schemas.microsoft.com/office/drawing/2014/main" id="{822CBC4F-62BC-444D-B110-52EBC76A979F}"/>
              </a:ext>
            </a:extLst>
          </p:cNvPr>
          <p:cNvSpPr>
            <a:spLocks xmlns:a="http://schemas.openxmlformats.org/drawingml/2006/main" noGrp="1"/>
          </p:cNvSpPr>
          <p:nvPr/>
        </p:nvSpPr>
        <p:spPr>
          <a:xfrm xmlns:a="http://schemas.openxmlformats.org/drawingml/2006/main">
            <a:off x="201267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ectangle 10">
            <a:extLst xmlns:a="http://schemas.openxmlformats.org/drawingml/2006/main">
              <a:ext uri="{FF2B5EF4-FFF2-40B4-BE49-F238E27FC236}">
                <a16:creationId xmlns:a16="http://schemas.microsoft.com/office/drawing/2014/main" id="{C48CF238-3B7E-4B01-9420-296DBAFFBE67}"/>
              </a:ext>
            </a:extLst>
          </p:cNvPr>
          <p:cNvSpPr>
            <a:spLocks xmlns:a="http://schemas.openxmlformats.org/drawingml/2006/main" noGrp="1"/>
          </p:cNvSpPr>
          <p:nvPr/>
        </p:nvSpPr>
        <p:spPr>
          <a:xfrm xmlns:a="http://schemas.openxmlformats.org/drawingml/2006/main">
            <a:off x="236344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Rectangle 11">
            <a:extLst xmlns:a="http://schemas.openxmlformats.org/drawingml/2006/main">
              <a:ext uri="{FF2B5EF4-FFF2-40B4-BE49-F238E27FC236}">
                <a16:creationId xmlns:a16="http://schemas.microsoft.com/office/drawing/2014/main" id="{6E9A5B35-FA6E-4DC4-9D55-B220FA7D6242}"/>
              </a:ext>
            </a:extLst>
          </p:cNvPr>
          <p:cNvSpPr>
            <a:spLocks xmlns:a="http://schemas.openxmlformats.org/drawingml/2006/main" noGrp="1"/>
          </p:cNvSpPr>
          <p:nvPr/>
        </p:nvSpPr>
        <p:spPr>
          <a:xfrm xmlns:a="http://schemas.openxmlformats.org/drawingml/2006/main">
            <a:off x="271421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Rectangle 12">
            <a:extLst xmlns:a="http://schemas.openxmlformats.org/drawingml/2006/main">
              <a:ext uri="{FF2B5EF4-FFF2-40B4-BE49-F238E27FC236}">
                <a16:creationId xmlns:a16="http://schemas.microsoft.com/office/drawing/2014/main" id="{2A6C90CC-DAE9-44C5-A8F5-5E0D5FB4A8A1}"/>
              </a:ext>
            </a:extLst>
          </p:cNvPr>
          <p:cNvSpPr>
            <a:spLocks xmlns:a="http://schemas.openxmlformats.org/drawingml/2006/main" noGrp="1"/>
          </p:cNvSpPr>
          <p:nvPr/>
        </p:nvSpPr>
        <p:spPr>
          <a:xfrm xmlns:a="http://schemas.openxmlformats.org/drawingml/2006/main">
            <a:off x="306498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Rectangle 13">
            <a:extLst xmlns:a="http://schemas.openxmlformats.org/drawingml/2006/main">
              <a:ext uri="{FF2B5EF4-FFF2-40B4-BE49-F238E27FC236}">
                <a16:creationId xmlns:a16="http://schemas.microsoft.com/office/drawing/2014/main" id="{BE880483-BE7C-4D41-AC26-4553E3B16F37}"/>
              </a:ext>
            </a:extLst>
          </p:cNvPr>
          <p:cNvSpPr>
            <a:spLocks xmlns:a="http://schemas.openxmlformats.org/drawingml/2006/main" noGrp="1"/>
          </p:cNvSpPr>
          <p:nvPr/>
        </p:nvSpPr>
        <p:spPr>
          <a:xfrm xmlns:a="http://schemas.openxmlformats.org/drawingml/2006/main">
            <a:off x="341575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Rectangle 14">
            <a:extLst xmlns:a="http://schemas.openxmlformats.org/drawingml/2006/main">
              <a:ext uri="{FF2B5EF4-FFF2-40B4-BE49-F238E27FC236}">
                <a16:creationId xmlns:a16="http://schemas.microsoft.com/office/drawing/2014/main" id="{B7F6934D-6FE2-492B-A8E0-A52C2D68C93F}"/>
              </a:ext>
            </a:extLst>
          </p:cNvPr>
          <p:cNvSpPr>
            <a:spLocks xmlns:a="http://schemas.openxmlformats.org/drawingml/2006/main" noGrp="1"/>
          </p:cNvSpPr>
          <p:nvPr/>
        </p:nvSpPr>
        <p:spPr>
          <a:xfrm xmlns:a="http://schemas.openxmlformats.org/drawingml/2006/main">
            <a:off x="60960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Rectangle 15">
            <a:extLst xmlns:a="http://schemas.openxmlformats.org/drawingml/2006/main">
              <a:ext uri="{FF2B5EF4-FFF2-40B4-BE49-F238E27FC236}">
                <a16:creationId xmlns:a16="http://schemas.microsoft.com/office/drawing/2014/main" id="{5514A5C5-B7C3-416D-BA12-267DDDD2A507}"/>
              </a:ext>
            </a:extLst>
          </p:cNvPr>
          <p:cNvSpPr>
            <a:spLocks xmlns:a="http://schemas.openxmlformats.org/drawingml/2006/main" noGrp="1"/>
          </p:cNvSpPr>
          <p:nvPr/>
        </p:nvSpPr>
        <p:spPr>
          <a:xfrm xmlns:a="http://schemas.openxmlformats.org/drawingml/2006/main">
            <a:off x="96037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Rectangle 16">
            <a:extLst xmlns:a="http://schemas.openxmlformats.org/drawingml/2006/main">
              <a:ext uri="{FF2B5EF4-FFF2-40B4-BE49-F238E27FC236}">
                <a16:creationId xmlns:a16="http://schemas.microsoft.com/office/drawing/2014/main" id="{51F76153-49DE-4DB4-86D0-FC480C0DC121}"/>
              </a:ext>
            </a:extLst>
          </p:cNvPr>
          <p:cNvSpPr>
            <a:spLocks xmlns:a="http://schemas.openxmlformats.org/drawingml/2006/main" noGrp="1"/>
          </p:cNvSpPr>
          <p:nvPr/>
        </p:nvSpPr>
        <p:spPr>
          <a:xfrm xmlns:a="http://schemas.openxmlformats.org/drawingml/2006/main">
            <a:off x="131114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Rectangle 17">
            <a:extLst xmlns:a="http://schemas.openxmlformats.org/drawingml/2006/main">
              <a:ext uri="{FF2B5EF4-FFF2-40B4-BE49-F238E27FC236}">
                <a16:creationId xmlns:a16="http://schemas.microsoft.com/office/drawing/2014/main" id="{393D95B1-36BE-4F63-A5D4-04906AC61B58}"/>
              </a:ext>
            </a:extLst>
          </p:cNvPr>
          <p:cNvSpPr>
            <a:spLocks xmlns:a="http://schemas.openxmlformats.org/drawingml/2006/main" noGrp="1"/>
          </p:cNvSpPr>
          <p:nvPr/>
        </p:nvSpPr>
        <p:spPr>
          <a:xfrm xmlns:a="http://schemas.openxmlformats.org/drawingml/2006/main">
            <a:off x="166191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Rectangle 18">
            <a:extLst xmlns:a="http://schemas.openxmlformats.org/drawingml/2006/main">
              <a:ext uri="{FF2B5EF4-FFF2-40B4-BE49-F238E27FC236}">
                <a16:creationId xmlns:a16="http://schemas.microsoft.com/office/drawing/2014/main" id="{DC269B76-9997-432E-A29A-27DABE2540C7}"/>
              </a:ext>
            </a:extLst>
          </p:cNvPr>
          <p:cNvSpPr>
            <a:spLocks xmlns:a="http://schemas.openxmlformats.org/drawingml/2006/main" noGrp="1"/>
          </p:cNvSpPr>
          <p:nvPr/>
        </p:nvSpPr>
        <p:spPr>
          <a:xfrm xmlns:a="http://schemas.openxmlformats.org/drawingml/2006/main">
            <a:off x="201267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Rectangle 19">
            <a:extLst xmlns:a="http://schemas.openxmlformats.org/drawingml/2006/main">
              <a:ext uri="{FF2B5EF4-FFF2-40B4-BE49-F238E27FC236}">
                <a16:creationId xmlns:a16="http://schemas.microsoft.com/office/drawing/2014/main" id="{912590A9-4C4A-43C7-A6E1-396596545228}"/>
              </a:ext>
            </a:extLst>
          </p:cNvPr>
          <p:cNvSpPr>
            <a:spLocks xmlns:a="http://schemas.openxmlformats.org/drawingml/2006/main" noGrp="1"/>
          </p:cNvSpPr>
          <p:nvPr/>
        </p:nvSpPr>
        <p:spPr>
          <a:xfrm xmlns:a="http://schemas.openxmlformats.org/drawingml/2006/main">
            <a:off x="236344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Rectangle 20">
            <a:extLst xmlns:a="http://schemas.openxmlformats.org/drawingml/2006/main">
              <a:ext uri="{FF2B5EF4-FFF2-40B4-BE49-F238E27FC236}">
                <a16:creationId xmlns:a16="http://schemas.microsoft.com/office/drawing/2014/main" id="{A48F2333-6DB3-4C35-9201-0E16ED1B8ED6}"/>
              </a:ext>
            </a:extLst>
          </p:cNvPr>
          <p:cNvSpPr>
            <a:spLocks xmlns:a="http://schemas.openxmlformats.org/drawingml/2006/main" noGrp="1"/>
          </p:cNvSpPr>
          <p:nvPr/>
        </p:nvSpPr>
        <p:spPr>
          <a:xfrm xmlns:a="http://schemas.openxmlformats.org/drawingml/2006/main">
            <a:off x="271421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Rectangle 21">
            <a:extLst xmlns:a="http://schemas.openxmlformats.org/drawingml/2006/main">
              <a:ext uri="{FF2B5EF4-FFF2-40B4-BE49-F238E27FC236}">
                <a16:creationId xmlns:a16="http://schemas.microsoft.com/office/drawing/2014/main" id="{7B45C2F8-7FE5-498F-9E8E-6E3D0BAC655C}"/>
              </a:ext>
            </a:extLst>
          </p:cNvPr>
          <p:cNvSpPr>
            <a:spLocks xmlns:a="http://schemas.openxmlformats.org/drawingml/2006/main" noGrp="1"/>
          </p:cNvSpPr>
          <p:nvPr/>
        </p:nvSpPr>
        <p:spPr>
          <a:xfrm xmlns:a="http://schemas.openxmlformats.org/drawingml/2006/main">
            <a:off x="306498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Rectangle 22">
            <a:extLst xmlns:a="http://schemas.openxmlformats.org/drawingml/2006/main">
              <a:ext uri="{FF2B5EF4-FFF2-40B4-BE49-F238E27FC236}">
                <a16:creationId xmlns:a16="http://schemas.microsoft.com/office/drawing/2014/main" id="{8413D92C-8CC1-4C9A-9918-01D9847B1D8C}"/>
              </a:ext>
            </a:extLst>
          </p:cNvPr>
          <p:cNvSpPr>
            <a:spLocks xmlns:a="http://schemas.openxmlformats.org/drawingml/2006/main" noGrp="1"/>
          </p:cNvSpPr>
          <p:nvPr/>
        </p:nvSpPr>
        <p:spPr>
          <a:xfrm xmlns:a="http://schemas.openxmlformats.org/drawingml/2006/main">
            <a:off x="341575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Rectangle 23">
            <a:extLst xmlns:a="http://schemas.openxmlformats.org/drawingml/2006/main">
              <a:ext uri="{FF2B5EF4-FFF2-40B4-BE49-F238E27FC236}">
                <a16:creationId xmlns:a16="http://schemas.microsoft.com/office/drawing/2014/main" id="{688F686B-E9E2-40D5-A447-253914A75B16}"/>
              </a:ext>
            </a:extLst>
          </p:cNvPr>
          <p:cNvSpPr>
            <a:spLocks xmlns:a="http://schemas.openxmlformats.org/drawingml/2006/main" noGrp="1"/>
          </p:cNvSpPr>
          <p:nvPr/>
        </p:nvSpPr>
        <p:spPr>
          <a:xfrm xmlns:a="http://schemas.openxmlformats.org/drawingml/2006/main">
            <a:off x="60960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5" name="Rectangle 24">
            <a:extLst xmlns:a="http://schemas.openxmlformats.org/drawingml/2006/main">
              <a:ext uri="{FF2B5EF4-FFF2-40B4-BE49-F238E27FC236}">
                <a16:creationId xmlns:a16="http://schemas.microsoft.com/office/drawing/2014/main" id="{C0ABF58B-BDFA-4D27-8979-BD429BEDC260}"/>
              </a:ext>
            </a:extLst>
          </p:cNvPr>
          <p:cNvSpPr>
            <a:spLocks xmlns:a="http://schemas.openxmlformats.org/drawingml/2006/main" noGrp="1"/>
          </p:cNvSpPr>
          <p:nvPr/>
        </p:nvSpPr>
        <p:spPr>
          <a:xfrm xmlns:a="http://schemas.openxmlformats.org/drawingml/2006/main">
            <a:off x="96037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Rectangle 25">
            <a:extLst xmlns:a="http://schemas.openxmlformats.org/drawingml/2006/main">
              <a:ext uri="{FF2B5EF4-FFF2-40B4-BE49-F238E27FC236}">
                <a16:creationId xmlns:a16="http://schemas.microsoft.com/office/drawing/2014/main" id="{9ED05715-95FD-425A-915B-33D14056E673}"/>
              </a:ext>
            </a:extLst>
          </p:cNvPr>
          <p:cNvSpPr>
            <a:spLocks xmlns:a="http://schemas.openxmlformats.org/drawingml/2006/main" noGrp="1"/>
          </p:cNvSpPr>
          <p:nvPr/>
        </p:nvSpPr>
        <p:spPr>
          <a:xfrm xmlns:a="http://schemas.openxmlformats.org/drawingml/2006/main">
            <a:off x="131114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7" name="Rectangle 26">
            <a:extLst xmlns:a="http://schemas.openxmlformats.org/drawingml/2006/main">
              <a:ext uri="{FF2B5EF4-FFF2-40B4-BE49-F238E27FC236}">
                <a16:creationId xmlns:a16="http://schemas.microsoft.com/office/drawing/2014/main" id="{F51CD334-70AB-489A-BC96-79A9147AAFD9}"/>
              </a:ext>
            </a:extLst>
          </p:cNvPr>
          <p:cNvSpPr>
            <a:spLocks xmlns:a="http://schemas.openxmlformats.org/drawingml/2006/main" noGrp="1"/>
          </p:cNvSpPr>
          <p:nvPr/>
        </p:nvSpPr>
        <p:spPr>
          <a:xfrm xmlns:a="http://schemas.openxmlformats.org/drawingml/2006/main">
            <a:off x="166191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Rectangle 27">
            <a:extLst xmlns:a="http://schemas.openxmlformats.org/drawingml/2006/main">
              <a:ext uri="{FF2B5EF4-FFF2-40B4-BE49-F238E27FC236}">
                <a16:creationId xmlns:a16="http://schemas.microsoft.com/office/drawing/2014/main" id="{27BC19F4-F3BC-4374-A461-753939459DDD}"/>
              </a:ext>
            </a:extLst>
          </p:cNvPr>
          <p:cNvSpPr>
            <a:spLocks xmlns:a="http://schemas.openxmlformats.org/drawingml/2006/main" noGrp="1"/>
          </p:cNvSpPr>
          <p:nvPr/>
        </p:nvSpPr>
        <p:spPr>
          <a:xfrm xmlns:a="http://schemas.openxmlformats.org/drawingml/2006/main">
            <a:off x="201267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9" name="Rectangle 28">
            <a:extLst xmlns:a="http://schemas.openxmlformats.org/drawingml/2006/main">
              <a:ext uri="{FF2B5EF4-FFF2-40B4-BE49-F238E27FC236}">
                <a16:creationId xmlns:a16="http://schemas.microsoft.com/office/drawing/2014/main" id="{F0DC7F0C-331F-49EB-85BD-E03EEA472D8C}"/>
              </a:ext>
            </a:extLst>
          </p:cNvPr>
          <p:cNvSpPr>
            <a:spLocks xmlns:a="http://schemas.openxmlformats.org/drawingml/2006/main" noGrp="1"/>
          </p:cNvSpPr>
          <p:nvPr/>
        </p:nvSpPr>
        <p:spPr>
          <a:xfrm xmlns:a="http://schemas.openxmlformats.org/drawingml/2006/main">
            <a:off x="236344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0" name="Rectangle 29">
            <a:extLst xmlns:a="http://schemas.openxmlformats.org/drawingml/2006/main">
              <a:ext uri="{FF2B5EF4-FFF2-40B4-BE49-F238E27FC236}">
                <a16:creationId xmlns:a16="http://schemas.microsoft.com/office/drawing/2014/main" id="{80E8EFE2-AC69-49F0-8124-0EB2846FBDC7}"/>
              </a:ext>
            </a:extLst>
          </p:cNvPr>
          <p:cNvSpPr>
            <a:spLocks xmlns:a="http://schemas.openxmlformats.org/drawingml/2006/main" noGrp="1"/>
          </p:cNvSpPr>
          <p:nvPr/>
        </p:nvSpPr>
        <p:spPr>
          <a:xfrm xmlns:a="http://schemas.openxmlformats.org/drawingml/2006/main">
            <a:off x="271421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1" name="Rectangle 30">
            <a:extLst xmlns:a="http://schemas.openxmlformats.org/drawingml/2006/main">
              <a:ext uri="{FF2B5EF4-FFF2-40B4-BE49-F238E27FC236}">
                <a16:creationId xmlns:a16="http://schemas.microsoft.com/office/drawing/2014/main" id="{BC3886CB-EBB2-4360-9D51-A4FC38EDDE0F}"/>
              </a:ext>
            </a:extLst>
          </p:cNvPr>
          <p:cNvSpPr>
            <a:spLocks xmlns:a="http://schemas.openxmlformats.org/drawingml/2006/main" noGrp="1"/>
          </p:cNvSpPr>
          <p:nvPr/>
        </p:nvSpPr>
        <p:spPr>
          <a:xfrm xmlns:a="http://schemas.openxmlformats.org/drawingml/2006/main">
            <a:off x="306498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2" name="Rectangle 31">
            <a:extLst xmlns:a="http://schemas.openxmlformats.org/drawingml/2006/main">
              <a:ext uri="{FF2B5EF4-FFF2-40B4-BE49-F238E27FC236}">
                <a16:creationId xmlns:a16="http://schemas.microsoft.com/office/drawing/2014/main" id="{D1ABE181-D8A5-448E-BE58-681B810F2FEC}"/>
              </a:ext>
            </a:extLst>
          </p:cNvPr>
          <p:cNvSpPr>
            <a:spLocks xmlns:a="http://schemas.openxmlformats.org/drawingml/2006/main" noGrp="1"/>
          </p:cNvSpPr>
          <p:nvPr/>
        </p:nvSpPr>
        <p:spPr>
          <a:xfrm xmlns:a="http://schemas.openxmlformats.org/drawingml/2006/main">
            <a:off x="341575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3" name="Rectangle 32">
            <a:extLst xmlns:a="http://schemas.openxmlformats.org/drawingml/2006/main">
              <a:ext uri="{FF2B5EF4-FFF2-40B4-BE49-F238E27FC236}">
                <a16:creationId xmlns:a16="http://schemas.microsoft.com/office/drawing/2014/main" id="{FE1C9DFA-FB45-47DA-99A8-305425522501}"/>
              </a:ext>
            </a:extLst>
          </p:cNvPr>
          <p:cNvSpPr>
            <a:spLocks xmlns:a="http://schemas.openxmlformats.org/drawingml/2006/main" noGrp="1"/>
          </p:cNvSpPr>
          <p:nvPr/>
        </p:nvSpPr>
        <p:spPr>
          <a:xfrm xmlns:a="http://schemas.openxmlformats.org/drawingml/2006/main">
            <a:off x="609600"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4" name="Rectangle 33">
            <a:extLst xmlns:a="http://schemas.openxmlformats.org/drawingml/2006/main">
              <a:ext uri="{FF2B5EF4-FFF2-40B4-BE49-F238E27FC236}">
                <a16:creationId xmlns:a16="http://schemas.microsoft.com/office/drawing/2014/main" id="{DAC50BD6-C952-45CB-B841-85F43223E440}"/>
              </a:ext>
            </a:extLst>
          </p:cNvPr>
          <p:cNvSpPr>
            <a:spLocks xmlns:a="http://schemas.openxmlformats.org/drawingml/2006/main" noGrp="1"/>
          </p:cNvSpPr>
          <p:nvPr/>
        </p:nvSpPr>
        <p:spPr>
          <a:xfrm xmlns:a="http://schemas.openxmlformats.org/drawingml/2006/main">
            <a:off x="960370"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5" name="Rectangle 34">
            <a:extLst xmlns:a="http://schemas.openxmlformats.org/drawingml/2006/main">
              <a:ext uri="{FF2B5EF4-FFF2-40B4-BE49-F238E27FC236}">
                <a16:creationId xmlns:a16="http://schemas.microsoft.com/office/drawing/2014/main" id="{B7D86636-8A03-44FA-997D-4EBDC8322628}"/>
              </a:ext>
            </a:extLst>
          </p:cNvPr>
          <p:cNvSpPr>
            <a:spLocks xmlns:a="http://schemas.openxmlformats.org/drawingml/2006/main" noGrp="1"/>
          </p:cNvSpPr>
          <p:nvPr/>
        </p:nvSpPr>
        <p:spPr>
          <a:xfrm xmlns:a="http://schemas.openxmlformats.org/drawingml/2006/main">
            <a:off x="1311140"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6" name="Rectangle 35">
            <a:extLst xmlns:a="http://schemas.openxmlformats.org/drawingml/2006/main">
              <a:ext uri="{FF2B5EF4-FFF2-40B4-BE49-F238E27FC236}">
                <a16:creationId xmlns:a16="http://schemas.microsoft.com/office/drawing/2014/main" id="{4B81A1EC-BF7C-4B88-87BE-F6B0B6C0DB86}"/>
              </a:ext>
            </a:extLst>
          </p:cNvPr>
          <p:cNvSpPr>
            <a:spLocks xmlns:a="http://schemas.openxmlformats.org/drawingml/2006/main" noGrp="1"/>
          </p:cNvSpPr>
          <p:nvPr/>
        </p:nvSpPr>
        <p:spPr>
          <a:xfrm xmlns:a="http://schemas.openxmlformats.org/drawingml/2006/main">
            <a:off x="1661910"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7" name="Rectangle 36">
            <a:extLst xmlns:a="http://schemas.openxmlformats.org/drawingml/2006/main">
              <a:ext uri="{FF2B5EF4-FFF2-40B4-BE49-F238E27FC236}">
                <a16:creationId xmlns:a16="http://schemas.microsoft.com/office/drawing/2014/main" id="{BABCCDE0-3245-45B4-97D7-561E869A85CB}"/>
              </a:ext>
            </a:extLst>
          </p:cNvPr>
          <p:cNvSpPr>
            <a:spLocks xmlns:a="http://schemas.openxmlformats.org/drawingml/2006/main" noGrp="1"/>
          </p:cNvSpPr>
          <p:nvPr/>
        </p:nvSpPr>
        <p:spPr>
          <a:xfrm xmlns:a="http://schemas.openxmlformats.org/drawingml/2006/main">
            <a:off x="2012679"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8" name="Rectangle 37">
            <a:extLst xmlns:a="http://schemas.openxmlformats.org/drawingml/2006/main">
              <a:ext uri="{FF2B5EF4-FFF2-40B4-BE49-F238E27FC236}">
                <a16:creationId xmlns:a16="http://schemas.microsoft.com/office/drawing/2014/main" id="{83DE9823-7C1F-4524-9F97-D71C0AD65219}"/>
              </a:ext>
            </a:extLst>
          </p:cNvPr>
          <p:cNvSpPr>
            <a:spLocks xmlns:a="http://schemas.openxmlformats.org/drawingml/2006/main" noGrp="1"/>
          </p:cNvSpPr>
          <p:nvPr/>
        </p:nvSpPr>
        <p:spPr>
          <a:xfrm xmlns:a="http://schemas.openxmlformats.org/drawingml/2006/main">
            <a:off x="2363449"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9" name="Rectangle 38">
            <a:extLst xmlns:a="http://schemas.openxmlformats.org/drawingml/2006/main">
              <a:ext uri="{FF2B5EF4-FFF2-40B4-BE49-F238E27FC236}">
                <a16:creationId xmlns:a16="http://schemas.microsoft.com/office/drawing/2014/main" id="{10673E5C-F108-435C-912F-D452E49B864D}"/>
              </a:ext>
            </a:extLst>
          </p:cNvPr>
          <p:cNvSpPr>
            <a:spLocks xmlns:a="http://schemas.openxmlformats.org/drawingml/2006/main" noGrp="1"/>
          </p:cNvSpPr>
          <p:nvPr/>
        </p:nvSpPr>
        <p:spPr>
          <a:xfrm xmlns:a="http://schemas.openxmlformats.org/drawingml/2006/main">
            <a:off x="2714219"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0" name="Rectangle 39">
            <a:extLst xmlns:a="http://schemas.openxmlformats.org/drawingml/2006/main">
              <a:ext uri="{FF2B5EF4-FFF2-40B4-BE49-F238E27FC236}">
                <a16:creationId xmlns:a16="http://schemas.microsoft.com/office/drawing/2014/main" id="{AC73DCB7-2174-4A6C-92B9-59B80B8D2563}"/>
              </a:ext>
            </a:extLst>
          </p:cNvPr>
          <p:cNvSpPr>
            <a:spLocks xmlns:a="http://schemas.openxmlformats.org/drawingml/2006/main" noGrp="1"/>
          </p:cNvSpPr>
          <p:nvPr/>
        </p:nvSpPr>
        <p:spPr>
          <a:xfrm xmlns:a="http://schemas.openxmlformats.org/drawingml/2006/main">
            <a:off x="3064989"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1" name="Rectangle 40">
            <a:extLst xmlns:a="http://schemas.openxmlformats.org/drawingml/2006/main">
              <a:ext uri="{FF2B5EF4-FFF2-40B4-BE49-F238E27FC236}">
                <a16:creationId xmlns:a16="http://schemas.microsoft.com/office/drawing/2014/main" id="{4E0B2BF7-EFE3-42DB-936B-6565DCD6CD23}"/>
              </a:ext>
            </a:extLst>
          </p:cNvPr>
          <p:cNvSpPr>
            <a:spLocks xmlns:a="http://schemas.openxmlformats.org/drawingml/2006/main" noGrp="1"/>
          </p:cNvSpPr>
          <p:nvPr/>
        </p:nvSpPr>
        <p:spPr>
          <a:xfrm xmlns:a="http://schemas.openxmlformats.org/drawingml/2006/main">
            <a:off x="3415759"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2" name="Rectangle 41">
            <a:extLst xmlns:a="http://schemas.openxmlformats.org/drawingml/2006/main">
              <a:ext uri="{FF2B5EF4-FFF2-40B4-BE49-F238E27FC236}">
                <a16:creationId xmlns:a16="http://schemas.microsoft.com/office/drawing/2014/main" id="{B8F52DFC-027F-49EB-8043-2DA80EBEE8EC}"/>
              </a:ext>
            </a:extLst>
          </p:cNvPr>
          <p:cNvSpPr>
            <a:spLocks xmlns:a="http://schemas.openxmlformats.org/drawingml/2006/main" noGrp="1"/>
          </p:cNvSpPr>
          <p:nvPr/>
        </p:nvSpPr>
        <p:spPr>
          <a:xfrm xmlns:a="http://schemas.openxmlformats.org/drawingml/2006/main">
            <a:off x="609600"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3" name="Rectangle 42">
            <a:extLst xmlns:a="http://schemas.openxmlformats.org/drawingml/2006/main">
              <a:ext uri="{FF2B5EF4-FFF2-40B4-BE49-F238E27FC236}">
                <a16:creationId xmlns:a16="http://schemas.microsoft.com/office/drawing/2014/main" id="{1DD4F2A1-FE01-413B-AA6A-F187066CD089}"/>
              </a:ext>
            </a:extLst>
          </p:cNvPr>
          <p:cNvSpPr>
            <a:spLocks xmlns:a="http://schemas.openxmlformats.org/drawingml/2006/main" noGrp="1"/>
          </p:cNvSpPr>
          <p:nvPr/>
        </p:nvSpPr>
        <p:spPr>
          <a:xfrm xmlns:a="http://schemas.openxmlformats.org/drawingml/2006/main">
            <a:off x="960370"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4" name="Rectangle 43">
            <a:extLst xmlns:a="http://schemas.openxmlformats.org/drawingml/2006/main">
              <a:ext uri="{FF2B5EF4-FFF2-40B4-BE49-F238E27FC236}">
                <a16:creationId xmlns:a16="http://schemas.microsoft.com/office/drawing/2014/main" id="{BF069680-4CE5-4742-B995-04D8E934C7B1}"/>
              </a:ext>
            </a:extLst>
          </p:cNvPr>
          <p:cNvSpPr>
            <a:spLocks xmlns:a="http://schemas.openxmlformats.org/drawingml/2006/main" noGrp="1"/>
          </p:cNvSpPr>
          <p:nvPr/>
        </p:nvSpPr>
        <p:spPr>
          <a:xfrm xmlns:a="http://schemas.openxmlformats.org/drawingml/2006/main">
            <a:off x="1311140"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5" name="Rectangle 44">
            <a:extLst xmlns:a="http://schemas.openxmlformats.org/drawingml/2006/main">
              <a:ext uri="{FF2B5EF4-FFF2-40B4-BE49-F238E27FC236}">
                <a16:creationId xmlns:a16="http://schemas.microsoft.com/office/drawing/2014/main" id="{5535F08E-5A9A-4F31-B095-A36211646C53}"/>
              </a:ext>
            </a:extLst>
          </p:cNvPr>
          <p:cNvSpPr>
            <a:spLocks xmlns:a="http://schemas.openxmlformats.org/drawingml/2006/main" noGrp="1"/>
          </p:cNvSpPr>
          <p:nvPr/>
        </p:nvSpPr>
        <p:spPr>
          <a:xfrm xmlns:a="http://schemas.openxmlformats.org/drawingml/2006/main">
            <a:off x="1661910"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6" name="Rectangle 45">
            <a:extLst xmlns:a="http://schemas.openxmlformats.org/drawingml/2006/main">
              <a:ext uri="{FF2B5EF4-FFF2-40B4-BE49-F238E27FC236}">
                <a16:creationId xmlns:a16="http://schemas.microsoft.com/office/drawing/2014/main" id="{EA3FD641-1BBA-4CD8-9F82-DDC53723812A}"/>
              </a:ext>
            </a:extLst>
          </p:cNvPr>
          <p:cNvSpPr>
            <a:spLocks xmlns:a="http://schemas.openxmlformats.org/drawingml/2006/main" noGrp="1"/>
          </p:cNvSpPr>
          <p:nvPr/>
        </p:nvSpPr>
        <p:spPr>
          <a:xfrm xmlns:a="http://schemas.openxmlformats.org/drawingml/2006/main">
            <a:off x="2012679"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7" name="Rectangle 46">
            <a:extLst xmlns:a="http://schemas.openxmlformats.org/drawingml/2006/main">
              <a:ext uri="{FF2B5EF4-FFF2-40B4-BE49-F238E27FC236}">
                <a16:creationId xmlns:a16="http://schemas.microsoft.com/office/drawing/2014/main" id="{F759E284-9C06-4A32-846F-E414EBF4911D}"/>
              </a:ext>
            </a:extLst>
          </p:cNvPr>
          <p:cNvSpPr>
            <a:spLocks xmlns:a="http://schemas.openxmlformats.org/drawingml/2006/main" noGrp="1"/>
          </p:cNvSpPr>
          <p:nvPr/>
        </p:nvSpPr>
        <p:spPr>
          <a:xfrm xmlns:a="http://schemas.openxmlformats.org/drawingml/2006/main">
            <a:off x="2363449"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8" name="Rectangle 47">
            <a:extLst xmlns:a="http://schemas.openxmlformats.org/drawingml/2006/main">
              <a:ext uri="{FF2B5EF4-FFF2-40B4-BE49-F238E27FC236}">
                <a16:creationId xmlns:a16="http://schemas.microsoft.com/office/drawing/2014/main" id="{250D2568-C773-4BD2-AEEA-0C95E7FD08CB}"/>
              </a:ext>
            </a:extLst>
          </p:cNvPr>
          <p:cNvSpPr>
            <a:spLocks xmlns:a="http://schemas.openxmlformats.org/drawingml/2006/main" noGrp="1"/>
          </p:cNvSpPr>
          <p:nvPr/>
        </p:nvSpPr>
        <p:spPr>
          <a:xfrm xmlns:a="http://schemas.openxmlformats.org/drawingml/2006/main">
            <a:off x="2714219"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9" name="Rectangle 48">
            <a:extLst xmlns:a="http://schemas.openxmlformats.org/drawingml/2006/main">
              <a:ext uri="{FF2B5EF4-FFF2-40B4-BE49-F238E27FC236}">
                <a16:creationId xmlns:a16="http://schemas.microsoft.com/office/drawing/2014/main" id="{A7AEAD5B-4A2D-4B3A-A3D5-6EDCE5AAE11E}"/>
              </a:ext>
            </a:extLst>
          </p:cNvPr>
          <p:cNvSpPr>
            <a:spLocks xmlns:a="http://schemas.openxmlformats.org/drawingml/2006/main" noGrp="1"/>
          </p:cNvSpPr>
          <p:nvPr/>
        </p:nvSpPr>
        <p:spPr>
          <a:xfrm xmlns:a="http://schemas.openxmlformats.org/drawingml/2006/main">
            <a:off x="3064989"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0" name="Rectangle 49">
            <a:extLst xmlns:a="http://schemas.openxmlformats.org/drawingml/2006/main">
              <a:ext uri="{FF2B5EF4-FFF2-40B4-BE49-F238E27FC236}">
                <a16:creationId xmlns:a16="http://schemas.microsoft.com/office/drawing/2014/main" id="{E076C0DF-EF47-4D5D-BB10-BBE8B789994B}"/>
              </a:ext>
            </a:extLst>
          </p:cNvPr>
          <p:cNvSpPr>
            <a:spLocks xmlns:a="http://schemas.openxmlformats.org/drawingml/2006/main" noGrp="1"/>
          </p:cNvSpPr>
          <p:nvPr/>
        </p:nvSpPr>
        <p:spPr>
          <a:xfrm xmlns:a="http://schemas.openxmlformats.org/drawingml/2006/main">
            <a:off x="3415759"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1" name="Rectangle 50">
            <a:extLst xmlns:a="http://schemas.openxmlformats.org/drawingml/2006/main">
              <a:ext uri="{FF2B5EF4-FFF2-40B4-BE49-F238E27FC236}">
                <a16:creationId xmlns:a16="http://schemas.microsoft.com/office/drawing/2014/main" id="{11467CCF-E9D4-4309-AF3F-A7C092B079DE}"/>
              </a:ext>
            </a:extLst>
          </p:cNvPr>
          <p:cNvSpPr>
            <a:spLocks xmlns:a="http://schemas.openxmlformats.org/drawingml/2006/main" noGrp="1"/>
          </p:cNvSpPr>
          <p:nvPr/>
        </p:nvSpPr>
        <p:spPr>
          <a:xfrm xmlns:a="http://schemas.openxmlformats.org/drawingml/2006/main">
            <a:off x="609600"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2" name="Rectangle 51">
            <a:extLst xmlns:a="http://schemas.openxmlformats.org/drawingml/2006/main">
              <a:ext uri="{FF2B5EF4-FFF2-40B4-BE49-F238E27FC236}">
                <a16:creationId xmlns:a16="http://schemas.microsoft.com/office/drawing/2014/main" id="{22F04359-DF2A-4DEF-B044-C2B868CCA40B}"/>
              </a:ext>
            </a:extLst>
          </p:cNvPr>
          <p:cNvSpPr>
            <a:spLocks xmlns:a="http://schemas.openxmlformats.org/drawingml/2006/main" noGrp="1"/>
          </p:cNvSpPr>
          <p:nvPr/>
        </p:nvSpPr>
        <p:spPr>
          <a:xfrm xmlns:a="http://schemas.openxmlformats.org/drawingml/2006/main">
            <a:off x="960370"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3" name="Rectangle 52">
            <a:extLst xmlns:a="http://schemas.openxmlformats.org/drawingml/2006/main">
              <a:ext uri="{FF2B5EF4-FFF2-40B4-BE49-F238E27FC236}">
                <a16:creationId xmlns:a16="http://schemas.microsoft.com/office/drawing/2014/main" id="{10E4B710-F3C0-4BEC-805D-6502FD1CEF42}"/>
              </a:ext>
            </a:extLst>
          </p:cNvPr>
          <p:cNvSpPr>
            <a:spLocks xmlns:a="http://schemas.openxmlformats.org/drawingml/2006/main" noGrp="1"/>
          </p:cNvSpPr>
          <p:nvPr/>
        </p:nvSpPr>
        <p:spPr>
          <a:xfrm xmlns:a="http://schemas.openxmlformats.org/drawingml/2006/main">
            <a:off x="1311140"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4" name="Rectangle 53">
            <a:extLst xmlns:a="http://schemas.openxmlformats.org/drawingml/2006/main">
              <a:ext uri="{FF2B5EF4-FFF2-40B4-BE49-F238E27FC236}">
                <a16:creationId xmlns:a16="http://schemas.microsoft.com/office/drawing/2014/main" id="{3B1C1972-131C-4ACB-A597-09287C906677}"/>
              </a:ext>
            </a:extLst>
          </p:cNvPr>
          <p:cNvSpPr>
            <a:spLocks xmlns:a="http://schemas.openxmlformats.org/drawingml/2006/main" noGrp="1"/>
          </p:cNvSpPr>
          <p:nvPr/>
        </p:nvSpPr>
        <p:spPr>
          <a:xfrm xmlns:a="http://schemas.openxmlformats.org/drawingml/2006/main">
            <a:off x="1661910"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5" name="Rectangle 54">
            <a:extLst xmlns:a="http://schemas.openxmlformats.org/drawingml/2006/main">
              <a:ext uri="{FF2B5EF4-FFF2-40B4-BE49-F238E27FC236}">
                <a16:creationId xmlns:a16="http://schemas.microsoft.com/office/drawing/2014/main" id="{F7B1E525-4FE3-402B-8343-B604A9F62E77}"/>
              </a:ext>
            </a:extLst>
          </p:cNvPr>
          <p:cNvSpPr>
            <a:spLocks xmlns:a="http://schemas.openxmlformats.org/drawingml/2006/main" noGrp="1"/>
          </p:cNvSpPr>
          <p:nvPr/>
        </p:nvSpPr>
        <p:spPr>
          <a:xfrm xmlns:a="http://schemas.openxmlformats.org/drawingml/2006/main">
            <a:off x="2012679"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6" name="Rectangle 55">
            <a:extLst xmlns:a="http://schemas.openxmlformats.org/drawingml/2006/main">
              <a:ext uri="{FF2B5EF4-FFF2-40B4-BE49-F238E27FC236}">
                <a16:creationId xmlns:a16="http://schemas.microsoft.com/office/drawing/2014/main" id="{C418F702-7E24-47A7-A770-84C5C6D76AA2}"/>
              </a:ext>
            </a:extLst>
          </p:cNvPr>
          <p:cNvSpPr>
            <a:spLocks xmlns:a="http://schemas.openxmlformats.org/drawingml/2006/main" noGrp="1"/>
          </p:cNvSpPr>
          <p:nvPr/>
        </p:nvSpPr>
        <p:spPr>
          <a:xfrm xmlns:a="http://schemas.openxmlformats.org/drawingml/2006/main">
            <a:off x="2363449"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7" name="Rectangle 56">
            <a:extLst xmlns:a="http://schemas.openxmlformats.org/drawingml/2006/main">
              <a:ext uri="{FF2B5EF4-FFF2-40B4-BE49-F238E27FC236}">
                <a16:creationId xmlns:a16="http://schemas.microsoft.com/office/drawing/2014/main" id="{DE511698-3586-4363-A6D4-786996DCFC13}"/>
              </a:ext>
            </a:extLst>
          </p:cNvPr>
          <p:cNvSpPr>
            <a:spLocks xmlns:a="http://schemas.openxmlformats.org/drawingml/2006/main" noGrp="1"/>
          </p:cNvSpPr>
          <p:nvPr/>
        </p:nvSpPr>
        <p:spPr>
          <a:xfrm xmlns:a="http://schemas.openxmlformats.org/drawingml/2006/main">
            <a:off x="2714219"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8" name="Rectangle 57">
            <a:extLst xmlns:a="http://schemas.openxmlformats.org/drawingml/2006/main">
              <a:ext uri="{FF2B5EF4-FFF2-40B4-BE49-F238E27FC236}">
                <a16:creationId xmlns:a16="http://schemas.microsoft.com/office/drawing/2014/main" id="{8C5B79D3-B0AF-408C-9877-2A80F65F5F77}"/>
              </a:ext>
            </a:extLst>
          </p:cNvPr>
          <p:cNvSpPr>
            <a:spLocks xmlns:a="http://schemas.openxmlformats.org/drawingml/2006/main" noGrp="1"/>
          </p:cNvSpPr>
          <p:nvPr/>
        </p:nvSpPr>
        <p:spPr>
          <a:xfrm xmlns:a="http://schemas.openxmlformats.org/drawingml/2006/main">
            <a:off x="3064989"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9" name="Rectangle 58">
            <a:extLst xmlns:a="http://schemas.openxmlformats.org/drawingml/2006/main">
              <a:ext uri="{FF2B5EF4-FFF2-40B4-BE49-F238E27FC236}">
                <a16:creationId xmlns:a16="http://schemas.microsoft.com/office/drawing/2014/main" id="{5E616251-F180-4F26-81DA-EB2B537B9A66}"/>
              </a:ext>
            </a:extLst>
          </p:cNvPr>
          <p:cNvSpPr>
            <a:spLocks xmlns:a="http://schemas.openxmlformats.org/drawingml/2006/main" noGrp="1"/>
          </p:cNvSpPr>
          <p:nvPr/>
        </p:nvSpPr>
        <p:spPr>
          <a:xfrm xmlns:a="http://schemas.openxmlformats.org/drawingml/2006/main">
            <a:off x="3415759"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0" name="TextBox 59">
            <a:extLst xmlns:a="http://schemas.openxmlformats.org/drawingml/2006/main">
              <a:ext uri="{FF2B5EF4-FFF2-40B4-BE49-F238E27FC236}">
                <a16:creationId xmlns:a16="http://schemas.microsoft.com/office/drawing/2014/main" id="{E262C5B5-2D2D-4D23-907C-89F736255B04}"/>
              </a:ext>
            </a:extLst>
          </p:cNvPr>
          <p:cNvSpPr>
            <a:spLocks xmlns:a="http://schemas.openxmlformats.org/drawingml/2006/main" noGrp="1"/>
          </p:cNvSpPr>
          <p:nvPr/>
        </p:nvSpPr>
        <p:spPr>
          <a:xfrm xmlns:a="http://schemas.openxmlformats.org/drawingml/2006/main">
            <a:off x="609600" y="4946904"/>
            <a:ext cx="332781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同一尺寸与位深</a:t>
            </a:r>
          </a:p>
        </p:txBody>
      </p:sp>
      <p:sp>
        <p:nvSpPr>
          <p:cNvPr id="61" name="TextBox 60">
            <a:extLst xmlns:a="http://schemas.openxmlformats.org/drawingml/2006/main">
              <a:ext uri="{FF2B5EF4-FFF2-40B4-BE49-F238E27FC236}">
                <a16:creationId xmlns:a16="http://schemas.microsoft.com/office/drawing/2014/main" id="{9AFF36AC-F82C-4C60-8902-559E03C64479}"/>
              </a:ext>
            </a:extLst>
          </p:cNvPr>
          <p:cNvSpPr>
            <a:spLocks xmlns:a="http://schemas.openxmlformats.org/drawingml/2006/main" noGrp="1"/>
          </p:cNvSpPr>
          <p:nvPr/>
        </p:nvSpPr>
        <p:spPr>
          <a:xfrm xmlns:a="http://schemas.openxmlformats.org/drawingml/2006/main">
            <a:off x="4387121" y="1719072"/>
            <a:ext cx="3417757"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262626"/>
                </a:solidFill>
                <a:latin typeface="Alibaba PuHuiTi 3.0 115 Black"/>
                <a:ea typeface="Alibaba PuHuiTi 3.0 115 Black"/>
                <a:cs typeface="Alibaba PuHuiTi 3.0 115 Black"/>
              </a:defRPr>
            </a:pPr>
            <a:r>
              <a:rPr sz="2500" b="1">
                <a:solidFill>
                  <a:srgbClr val="262626"/>
                </a:solidFill>
                <a:latin typeface="Alibaba PuHuiTi 3.0 115 Black"/>
                <a:ea typeface="Alibaba PuHuiTi 3.0 115 Black"/>
                <a:cs typeface="Alibaba PuHuiTi 3.0 115 Black"/>
              </a:rPr>
              <a:t>B 色块</a:t>
            </a:r>
          </a:p>
        </p:txBody>
      </p:sp>
      <p:sp>
        <p:nvSpPr>
          <p:cNvPr id="62" name="Rectangle 61">
            <a:extLst xmlns:a="http://schemas.openxmlformats.org/drawingml/2006/main">
              <a:ext uri="{FF2B5EF4-FFF2-40B4-BE49-F238E27FC236}">
                <a16:creationId xmlns:a16="http://schemas.microsoft.com/office/drawing/2014/main" id="{78419A58-CE21-4654-87EF-3AF15A6BB2CD}"/>
              </a:ext>
            </a:extLst>
          </p:cNvPr>
          <p:cNvSpPr>
            <a:spLocks xmlns:a="http://schemas.openxmlformats.org/drawingml/2006/main" noGrp="1"/>
          </p:cNvSpPr>
          <p:nvPr/>
        </p:nvSpPr>
        <p:spPr>
          <a:xfrm xmlns:a="http://schemas.openxmlformats.org/drawingml/2006/main">
            <a:off x="4387121"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3" name="Rectangle 62">
            <a:extLst xmlns:a="http://schemas.openxmlformats.org/drawingml/2006/main">
              <a:ext uri="{FF2B5EF4-FFF2-40B4-BE49-F238E27FC236}">
                <a16:creationId xmlns:a16="http://schemas.microsoft.com/office/drawing/2014/main" id="{FD0548CF-A44F-4139-B6CF-75A31E9F1F80}"/>
              </a:ext>
            </a:extLst>
          </p:cNvPr>
          <p:cNvSpPr>
            <a:spLocks xmlns:a="http://schemas.openxmlformats.org/drawingml/2006/main" noGrp="1"/>
          </p:cNvSpPr>
          <p:nvPr/>
        </p:nvSpPr>
        <p:spPr>
          <a:xfrm xmlns:a="http://schemas.openxmlformats.org/drawingml/2006/main">
            <a:off x="4737891"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4" name="Rectangle 63">
            <a:extLst xmlns:a="http://schemas.openxmlformats.org/drawingml/2006/main">
              <a:ext uri="{FF2B5EF4-FFF2-40B4-BE49-F238E27FC236}">
                <a16:creationId xmlns:a16="http://schemas.microsoft.com/office/drawing/2014/main" id="{892D91D5-997A-4338-AB77-F3B3F3251C9C}"/>
              </a:ext>
            </a:extLst>
          </p:cNvPr>
          <p:cNvSpPr>
            <a:spLocks xmlns:a="http://schemas.openxmlformats.org/drawingml/2006/main" noGrp="1"/>
          </p:cNvSpPr>
          <p:nvPr/>
        </p:nvSpPr>
        <p:spPr>
          <a:xfrm xmlns:a="http://schemas.openxmlformats.org/drawingml/2006/main">
            <a:off x="5088661"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5" name="Rectangle 64">
            <a:extLst xmlns:a="http://schemas.openxmlformats.org/drawingml/2006/main">
              <a:ext uri="{FF2B5EF4-FFF2-40B4-BE49-F238E27FC236}">
                <a16:creationId xmlns:a16="http://schemas.microsoft.com/office/drawing/2014/main" id="{BEE9C73F-73DA-41F3-AF49-192C0A27F2DC}"/>
              </a:ext>
            </a:extLst>
          </p:cNvPr>
          <p:cNvSpPr>
            <a:spLocks xmlns:a="http://schemas.openxmlformats.org/drawingml/2006/main" noGrp="1"/>
          </p:cNvSpPr>
          <p:nvPr/>
        </p:nvSpPr>
        <p:spPr>
          <a:xfrm xmlns:a="http://schemas.openxmlformats.org/drawingml/2006/main">
            <a:off x="5439431"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6" name="Rectangle 65">
            <a:extLst xmlns:a="http://schemas.openxmlformats.org/drawingml/2006/main">
              <a:ext uri="{FF2B5EF4-FFF2-40B4-BE49-F238E27FC236}">
                <a16:creationId xmlns:a16="http://schemas.microsoft.com/office/drawing/2014/main" id="{8C68A872-DA6D-43CC-9054-8B5F5ADD5106}"/>
              </a:ext>
            </a:extLst>
          </p:cNvPr>
          <p:cNvSpPr>
            <a:spLocks xmlns:a="http://schemas.openxmlformats.org/drawingml/2006/main" noGrp="1"/>
          </p:cNvSpPr>
          <p:nvPr/>
        </p:nvSpPr>
        <p:spPr>
          <a:xfrm xmlns:a="http://schemas.openxmlformats.org/drawingml/2006/main">
            <a:off x="5790201"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7" name="Rectangle 66">
            <a:extLst xmlns:a="http://schemas.openxmlformats.org/drawingml/2006/main">
              <a:ext uri="{FF2B5EF4-FFF2-40B4-BE49-F238E27FC236}">
                <a16:creationId xmlns:a16="http://schemas.microsoft.com/office/drawing/2014/main" id="{FBCD8340-AFC9-4937-8DF8-67C081790667}"/>
              </a:ext>
            </a:extLst>
          </p:cNvPr>
          <p:cNvSpPr>
            <a:spLocks xmlns:a="http://schemas.openxmlformats.org/drawingml/2006/main" noGrp="1"/>
          </p:cNvSpPr>
          <p:nvPr/>
        </p:nvSpPr>
        <p:spPr>
          <a:xfrm xmlns:a="http://schemas.openxmlformats.org/drawingml/2006/main">
            <a:off x="6140970"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8" name="Rectangle 67">
            <a:extLst xmlns:a="http://schemas.openxmlformats.org/drawingml/2006/main">
              <a:ext uri="{FF2B5EF4-FFF2-40B4-BE49-F238E27FC236}">
                <a16:creationId xmlns:a16="http://schemas.microsoft.com/office/drawing/2014/main" id="{53998C9A-544E-4C80-B8BC-DC6421BFE15F}"/>
              </a:ext>
            </a:extLst>
          </p:cNvPr>
          <p:cNvSpPr>
            <a:spLocks xmlns:a="http://schemas.openxmlformats.org/drawingml/2006/main" noGrp="1"/>
          </p:cNvSpPr>
          <p:nvPr/>
        </p:nvSpPr>
        <p:spPr>
          <a:xfrm xmlns:a="http://schemas.openxmlformats.org/drawingml/2006/main">
            <a:off x="649174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9" name="Rectangle 68">
            <a:extLst xmlns:a="http://schemas.openxmlformats.org/drawingml/2006/main">
              <a:ext uri="{FF2B5EF4-FFF2-40B4-BE49-F238E27FC236}">
                <a16:creationId xmlns:a16="http://schemas.microsoft.com/office/drawing/2014/main" id="{F122F33D-1C2B-461F-9D9C-95054D40C18D}"/>
              </a:ext>
            </a:extLst>
          </p:cNvPr>
          <p:cNvSpPr>
            <a:spLocks xmlns:a="http://schemas.openxmlformats.org/drawingml/2006/main" noGrp="1"/>
          </p:cNvSpPr>
          <p:nvPr/>
        </p:nvSpPr>
        <p:spPr>
          <a:xfrm xmlns:a="http://schemas.openxmlformats.org/drawingml/2006/main">
            <a:off x="684250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0" name="Rectangle 69">
            <a:extLst xmlns:a="http://schemas.openxmlformats.org/drawingml/2006/main">
              <a:ext uri="{FF2B5EF4-FFF2-40B4-BE49-F238E27FC236}">
                <a16:creationId xmlns:a16="http://schemas.microsoft.com/office/drawing/2014/main" id="{B57AA449-9F9D-45A1-B754-C020A86CE305}"/>
              </a:ext>
            </a:extLst>
          </p:cNvPr>
          <p:cNvSpPr>
            <a:spLocks xmlns:a="http://schemas.openxmlformats.org/drawingml/2006/main" noGrp="1"/>
          </p:cNvSpPr>
          <p:nvPr/>
        </p:nvSpPr>
        <p:spPr>
          <a:xfrm xmlns:a="http://schemas.openxmlformats.org/drawingml/2006/main">
            <a:off x="719328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1" name="Rectangle 70">
            <a:extLst xmlns:a="http://schemas.openxmlformats.org/drawingml/2006/main">
              <a:ext uri="{FF2B5EF4-FFF2-40B4-BE49-F238E27FC236}">
                <a16:creationId xmlns:a16="http://schemas.microsoft.com/office/drawing/2014/main" id="{103A4C0C-18E0-4C2E-AB38-04AEED15B84A}"/>
              </a:ext>
            </a:extLst>
          </p:cNvPr>
          <p:cNvSpPr>
            <a:spLocks xmlns:a="http://schemas.openxmlformats.org/drawingml/2006/main" noGrp="1"/>
          </p:cNvSpPr>
          <p:nvPr/>
        </p:nvSpPr>
        <p:spPr>
          <a:xfrm xmlns:a="http://schemas.openxmlformats.org/drawingml/2006/main">
            <a:off x="4387121"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2" name="Rectangle 71">
            <a:extLst xmlns:a="http://schemas.openxmlformats.org/drawingml/2006/main">
              <a:ext uri="{FF2B5EF4-FFF2-40B4-BE49-F238E27FC236}">
                <a16:creationId xmlns:a16="http://schemas.microsoft.com/office/drawing/2014/main" id="{D88CDDBF-835C-4B5A-8691-F88A75B8A16D}"/>
              </a:ext>
            </a:extLst>
          </p:cNvPr>
          <p:cNvSpPr>
            <a:spLocks xmlns:a="http://schemas.openxmlformats.org/drawingml/2006/main" noGrp="1"/>
          </p:cNvSpPr>
          <p:nvPr/>
        </p:nvSpPr>
        <p:spPr>
          <a:xfrm xmlns:a="http://schemas.openxmlformats.org/drawingml/2006/main">
            <a:off x="4737891"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3" name="Rectangle 72">
            <a:extLst xmlns:a="http://schemas.openxmlformats.org/drawingml/2006/main">
              <a:ext uri="{FF2B5EF4-FFF2-40B4-BE49-F238E27FC236}">
                <a16:creationId xmlns:a16="http://schemas.microsoft.com/office/drawing/2014/main" id="{34233655-2159-48D6-B9E0-5AED87A2D468}"/>
              </a:ext>
            </a:extLst>
          </p:cNvPr>
          <p:cNvSpPr>
            <a:spLocks xmlns:a="http://schemas.openxmlformats.org/drawingml/2006/main" noGrp="1"/>
          </p:cNvSpPr>
          <p:nvPr/>
        </p:nvSpPr>
        <p:spPr>
          <a:xfrm xmlns:a="http://schemas.openxmlformats.org/drawingml/2006/main">
            <a:off x="5088661"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4" name="Rectangle 73">
            <a:extLst xmlns:a="http://schemas.openxmlformats.org/drawingml/2006/main">
              <a:ext uri="{FF2B5EF4-FFF2-40B4-BE49-F238E27FC236}">
                <a16:creationId xmlns:a16="http://schemas.microsoft.com/office/drawing/2014/main" id="{87537E25-A9D6-401F-AB89-23AE563301C7}"/>
              </a:ext>
            </a:extLst>
          </p:cNvPr>
          <p:cNvSpPr>
            <a:spLocks xmlns:a="http://schemas.openxmlformats.org/drawingml/2006/main" noGrp="1"/>
          </p:cNvSpPr>
          <p:nvPr/>
        </p:nvSpPr>
        <p:spPr>
          <a:xfrm xmlns:a="http://schemas.openxmlformats.org/drawingml/2006/main">
            <a:off x="5439431"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5" name="Rectangle 74">
            <a:extLst xmlns:a="http://schemas.openxmlformats.org/drawingml/2006/main">
              <a:ext uri="{FF2B5EF4-FFF2-40B4-BE49-F238E27FC236}">
                <a16:creationId xmlns:a16="http://schemas.microsoft.com/office/drawing/2014/main" id="{27A4310F-CC8A-446B-86E1-7A78BE01C42A}"/>
              </a:ext>
            </a:extLst>
          </p:cNvPr>
          <p:cNvSpPr>
            <a:spLocks xmlns:a="http://schemas.openxmlformats.org/drawingml/2006/main" noGrp="1"/>
          </p:cNvSpPr>
          <p:nvPr/>
        </p:nvSpPr>
        <p:spPr>
          <a:xfrm xmlns:a="http://schemas.openxmlformats.org/drawingml/2006/main">
            <a:off x="5790201"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6" name="Rectangle 75">
            <a:extLst xmlns:a="http://schemas.openxmlformats.org/drawingml/2006/main">
              <a:ext uri="{FF2B5EF4-FFF2-40B4-BE49-F238E27FC236}">
                <a16:creationId xmlns:a16="http://schemas.microsoft.com/office/drawing/2014/main" id="{F8017FD5-FA1B-45FD-BC6F-AAB93B569B83}"/>
              </a:ext>
            </a:extLst>
          </p:cNvPr>
          <p:cNvSpPr>
            <a:spLocks xmlns:a="http://schemas.openxmlformats.org/drawingml/2006/main" noGrp="1"/>
          </p:cNvSpPr>
          <p:nvPr/>
        </p:nvSpPr>
        <p:spPr>
          <a:xfrm xmlns:a="http://schemas.openxmlformats.org/drawingml/2006/main">
            <a:off x="6140970"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7" name="Rectangle 76">
            <a:extLst xmlns:a="http://schemas.openxmlformats.org/drawingml/2006/main">
              <a:ext uri="{FF2B5EF4-FFF2-40B4-BE49-F238E27FC236}">
                <a16:creationId xmlns:a16="http://schemas.microsoft.com/office/drawing/2014/main" id="{7E3AEBE8-871A-4AED-92A6-3C55E391EA4E}"/>
              </a:ext>
            </a:extLst>
          </p:cNvPr>
          <p:cNvSpPr>
            <a:spLocks xmlns:a="http://schemas.openxmlformats.org/drawingml/2006/main" noGrp="1"/>
          </p:cNvSpPr>
          <p:nvPr/>
        </p:nvSpPr>
        <p:spPr>
          <a:xfrm xmlns:a="http://schemas.openxmlformats.org/drawingml/2006/main">
            <a:off x="649174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8" name="Rectangle 77">
            <a:extLst xmlns:a="http://schemas.openxmlformats.org/drawingml/2006/main">
              <a:ext uri="{FF2B5EF4-FFF2-40B4-BE49-F238E27FC236}">
                <a16:creationId xmlns:a16="http://schemas.microsoft.com/office/drawing/2014/main" id="{3FD46FC9-B022-42F1-9C44-A87D89D3901F}"/>
              </a:ext>
            </a:extLst>
          </p:cNvPr>
          <p:cNvSpPr>
            <a:spLocks xmlns:a="http://schemas.openxmlformats.org/drawingml/2006/main" noGrp="1"/>
          </p:cNvSpPr>
          <p:nvPr/>
        </p:nvSpPr>
        <p:spPr>
          <a:xfrm xmlns:a="http://schemas.openxmlformats.org/drawingml/2006/main">
            <a:off x="684250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9" name="Rectangle 78">
            <a:extLst xmlns:a="http://schemas.openxmlformats.org/drawingml/2006/main">
              <a:ext uri="{FF2B5EF4-FFF2-40B4-BE49-F238E27FC236}">
                <a16:creationId xmlns:a16="http://schemas.microsoft.com/office/drawing/2014/main" id="{C74C3617-8447-416C-A417-554C122ECFF1}"/>
              </a:ext>
            </a:extLst>
          </p:cNvPr>
          <p:cNvSpPr>
            <a:spLocks xmlns:a="http://schemas.openxmlformats.org/drawingml/2006/main" noGrp="1"/>
          </p:cNvSpPr>
          <p:nvPr/>
        </p:nvSpPr>
        <p:spPr>
          <a:xfrm xmlns:a="http://schemas.openxmlformats.org/drawingml/2006/main">
            <a:off x="719328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0" name="Rectangle 79">
            <a:extLst xmlns:a="http://schemas.openxmlformats.org/drawingml/2006/main">
              <a:ext uri="{FF2B5EF4-FFF2-40B4-BE49-F238E27FC236}">
                <a16:creationId xmlns:a16="http://schemas.microsoft.com/office/drawing/2014/main" id="{276A2B47-9DBB-44A1-976C-D0BAF0DA3649}"/>
              </a:ext>
            </a:extLst>
          </p:cNvPr>
          <p:cNvSpPr>
            <a:spLocks xmlns:a="http://schemas.openxmlformats.org/drawingml/2006/main" noGrp="1"/>
          </p:cNvSpPr>
          <p:nvPr/>
        </p:nvSpPr>
        <p:spPr>
          <a:xfrm xmlns:a="http://schemas.openxmlformats.org/drawingml/2006/main">
            <a:off x="4387121"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1" name="Rectangle 80">
            <a:extLst xmlns:a="http://schemas.openxmlformats.org/drawingml/2006/main">
              <a:ext uri="{FF2B5EF4-FFF2-40B4-BE49-F238E27FC236}">
                <a16:creationId xmlns:a16="http://schemas.microsoft.com/office/drawing/2014/main" id="{7E2512B9-FAEF-4258-BF4E-F095348A29F9}"/>
              </a:ext>
            </a:extLst>
          </p:cNvPr>
          <p:cNvSpPr>
            <a:spLocks xmlns:a="http://schemas.openxmlformats.org/drawingml/2006/main" noGrp="1"/>
          </p:cNvSpPr>
          <p:nvPr/>
        </p:nvSpPr>
        <p:spPr>
          <a:xfrm xmlns:a="http://schemas.openxmlformats.org/drawingml/2006/main">
            <a:off x="4737891"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2" name="Rectangle 81">
            <a:extLst xmlns:a="http://schemas.openxmlformats.org/drawingml/2006/main">
              <a:ext uri="{FF2B5EF4-FFF2-40B4-BE49-F238E27FC236}">
                <a16:creationId xmlns:a16="http://schemas.microsoft.com/office/drawing/2014/main" id="{26DF2F7F-8174-4AF6-9D4C-644A2055E897}"/>
              </a:ext>
            </a:extLst>
          </p:cNvPr>
          <p:cNvSpPr>
            <a:spLocks xmlns:a="http://schemas.openxmlformats.org/drawingml/2006/main" noGrp="1"/>
          </p:cNvSpPr>
          <p:nvPr/>
        </p:nvSpPr>
        <p:spPr>
          <a:xfrm xmlns:a="http://schemas.openxmlformats.org/drawingml/2006/main">
            <a:off x="5088661"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3" name="Rectangle 82">
            <a:extLst xmlns:a="http://schemas.openxmlformats.org/drawingml/2006/main">
              <a:ext uri="{FF2B5EF4-FFF2-40B4-BE49-F238E27FC236}">
                <a16:creationId xmlns:a16="http://schemas.microsoft.com/office/drawing/2014/main" id="{1E7F301C-51C9-461A-BDCF-25F5D2AC4EFB}"/>
              </a:ext>
            </a:extLst>
          </p:cNvPr>
          <p:cNvSpPr>
            <a:spLocks xmlns:a="http://schemas.openxmlformats.org/drawingml/2006/main" noGrp="1"/>
          </p:cNvSpPr>
          <p:nvPr/>
        </p:nvSpPr>
        <p:spPr>
          <a:xfrm xmlns:a="http://schemas.openxmlformats.org/drawingml/2006/main">
            <a:off x="5439431"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4" name="Rectangle 83">
            <a:extLst xmlns:a="http://schemas.openxmlformats.org/drawingml/2006/main">
              <a:ext uri="{FF2B5EF4-FFF2-40B4-BE49-F238E27FC236}">
                <a16:creationId xmlns:a16="http://schemas.microsoft.com/office/drawing/2014/main" id="{83960F3D-2BDF-40B0-BBE3-8FBA15C19556}"/>
              </a:ext>
            </a:extLst>
          </p:cNvPr>
          <p:cNvSpPr>
            <a:spLocks xmlns:a="http://schemas.openxmlformats.org/drawingml/2006/main" noGrp="1"/>
          </p:cNvSpPr>
          <p:nvPr/>
        </p:nvSpPr>
        <p:spPr>
          <a:xfrm xmlns:a="http://schemas.openxmlformats.org/drawingml/2006/main">
            <a:off x="5790201"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5" name="Rectangle 84">
            <a:extLst xmlns:a="http://schemas.openxmlformats.org/drawingml/2006/main">
              <a:ext uri="{FF2B5EF4-FFF2-40B4-BE49-F238E27FC236}">
                <a16:creationId xmlns:a16="http://schemas.microsoft.com/office/drawing/2014/main" id="{1DD77EED-39EC-41E2-A1C2-377D624E7C62}"/>
              </a:ext>
            </a:extLst>
          </p:cNvPr>
          <p:cNvSpPr>
            <a:spLocks xmlns:a="http://schemas.openxmlformats.org/drawingml/2006/main" noGrp="1"/>
          </p:cNvSpPr>
          <p:nvPr/>
        </p:nvSpPr>
        <p:spPr>
          <a:xfrm xmlns:a="http://schemas.openxmlformats.org/drawingml/2006/main">
            <a:off x="6140970"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6" name="Rectangle 85">
            <a:extLst xmlns:a="http://schemas.openxmlformats.org/drawingml/2006/main">
              <a:ext uri="{FF2B5EF4-FFF2-40B4-BE49-F238E27FC236}">
                <a16:creationId xmlns:a16="http://schemas.microsoft.com/office/drawing/2014/main" id="{C24DC8CD-19CE-4F70-A6CD-9FBE24A08A86}"/>
              </a:ext>
            </a:extLst>
          </p:cNvPr>
          <p:cNvSpPr>
            <a:spLocks xmlns:a="http://schemas.openxmlformats.org/drawingml/2006/main" noGrp="1"/>
          </p:cNvSpPr>
          <p:nvPr/>
        </p:nvSpPr>
        <p:spPr>
          <a:xfrm xmlns:a="http://schemas.openxmlformats.org/drawingml/2006/main">
            <a:off x="649174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7" name="Rectangle 86">
            <a:extLst xmlns:a="http://schemas.openxmlformats.org/drawingml/2006/main">
              <a:ext uri="{FF2B5EF4-FFF2-40B4-BE49-F238E27FC236}">
                <a16:creationId xmlns:a16="http://schemas.microsoft.com/office/drawing/2014/main" id="{59B16CE4-0390-43D2-B514-A7D01F6A462B}"/>
              </a:ext>
            </a:extLst>
          </p:cNvPr>
          <p:cNvSpPr>
            <a:spLocks xmlns:a="http://schemas.openxmlformats.org/drawingml/2006/main" noGrp="1"/>
          </p:cNvSpPr>
          <p:nvPr/>
        </p:nvSpPr>
        <p:spPr>
          <a:xfrm xmlns:a="http://schemas.openxmlformats.org/drawingml/2006/main">
            <a:off x="684250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8" name="Rectangle 87">
            <a:extLst xmlns:a="http://schemas.openxmlformats.org/drawingml/2006/main">
              <a:ext uri="{FF2B5EF4-FFF2-40B4-BE49-F238E27FC236}">
                <a16:creationId xmlns:a16="http://schemas.microsoft.com/office/drawing/2014/main" id="{FF0AC46E-F98D-4A8D-BF84-16C7B06615DD}"/>
              </a:ext>
            </a:extLst>
          </p:cNvPr>
          <p:cNvSpPr>
            <a:spLocks xmlns:a="http://schemas.openxmlformats.org/drawingml/2006/main" noGrp="1"/>
          </p:cNvSpPr>
          <p:nvPr/>
        </p:nvSpPr>
        <p:spPr>
          <a:xfrm xmlns:a="http://schemas.openxmlformats.org/drawingml/2006/main">
            <a:off x="719328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9" name="Rectangle 88">
            <a:extLst xmlns:a="http://schemas.openxmlformats.org/drawingml/2006/main">
              <a:ext uri="{FF2B5EF4-FFF2-40B4-BE49-F238E27FC236}">
                <a16:creationId xmlns:a16="http://schemas.microsoft.com/office/drawing/2014/main" id="{191DECDB-888E-4542-BC3A-806C68654142}"/>
              </a:ext>
            </a:extLst>
          </p:cNvPr>
          <p:cNvSpPr>
            <a:spLocks xmlns:a="http://schemas.openxmlformats.org/drawingml/2006/main" noGrp="1"/>
          </p:cNvSpPr>
          <p:nvPr/>
        </p:nvSpPr>
        <p:spPr>
          <a:xfrm xmlns:a="http://schemas.openxmlformats.org/drawingml/2006/main">
            <a:off x="4387121"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0" name="Rectangle 89">
            <a:extLst xmlns:a="http://schemas.openxmlformats.org/drawingml/2006/main">
              <a:ext uri="{FF2B5EF4-FFF2-40B4-BE49-F238E27FC236}">
                <a16:creationId xmlns:a16="http://schemas.microsoft.com/office/drawing/2014/main" id="{DE146AC8-13F4-47BF-92A8-AE9822D80A59}"/>
              </a:ext>
            </a:extLst>
          </p:cNvPr>
          <p:cNvSpPr>
            <a:spLocks xmlns:a="http://schemas.openxmlformats.org/drawingml/2006/main" noGrp="1"/>
          </p:cNvSpPr>
          <p:nvPr/>
        </p:nvSpPr>
        <p:spPr>
          <a:xfrm xmlns:a="http://schemas.openxmlformats.org/drawingml/2006/main">
            <a:off x="4737891"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1" name="Rectangle 90">
            <a:extLst xmlns:a="http://schemas.openxmlformats.org/drawingml/2006/main">
              <a:ext uri="{FF2B5EF4-FFF2-40B4-BE49-F238E27FC236}">
                <a16:creationId xmlns:a16="http://schemas.microsoft.com/office/drawing/2014/main" id="{576D00F5-88A8-455D-AAC7-1C4929520068}"/>
              </a:ext>
            </a:extLst>
          </p:cNvPr>
          <p:cNvSpPr>
            <a:spLocks xmlns:a="http://schemas.openxmlformats.org/drawingml/2006/main" noGrp="1"/>
          </p:cNvSpPr>
          <p:nvPr/>
        </p:nvSpPr>
        <p:spPr>
          <a:xfrm xmlns:a="http://schemas.openxmlformats.org/drawingml/2006/main">
            <a:off x="5088661"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2" name="Rectangle 91">
            <a:extLst xmlns:a="http://schemas.openxmlformats.org/drawingml/2006/main">
              <a:ext uri="{FF2B5EF4-FFF2-40B4-BE49-F238E27FC236}">
                <a16:creationId xmlns:a16="http://schemas.microsoft.com/office/drawing/2014/main" id="{C5F9F1B1-7208-4D1A-9EFF-ACE6D36CC92A}"/>
              </a:ext>
            </a:extLst>
          </p:cNvPr>
          <p:cNvSpPr>
            <a:spLocks xmlns:a="http://schemas.openxmlformats.org/drawingml/2006/main" noGrp="1"/>
          </p:cNvSpPr>
          <p:nvPr/>
        </p:nvSpPr>
        <p:spPr>
          <a:xfrm xmlns:a="http://schemas.openxmlformats.org/drawingml/2006/main">
            <a:off x="5439431"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3" name="Rectangle 92">
            <a:extLst xmlns:a="http://schemas.openxmlformats.org/drawingml/2006/main">
              <a:ext uri="{FF2B5EF4-FFF2-40B4-BE49-F238E27FC236}">
                <a16:creationId xmlns:a16="http://schemas.microsoft.com/office/drawing/2014/main" id="{EE9EFE90-B1AB-4D9A-BB65-0E9177BBC1E1}"/>
              </a:ext>
            </a:extLst>
          </p:cNvPr>
          <p:cNvSpPr>
            <a:spLocks xmlns:a="http://schemas.openxmlformats.org/drawingml/2006/main" noGrp="1"/>
          </p:cNvSpPr>
          <p:nvPr/>
        </p:nvSpPr>
        <p:spPr>
          <a:xfrm xmlns:a="http://schemas.openxmlformats.org/drawingml/2006/main">
            <a:off x="5790201"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4" name="Rectangle 93">
            <a:extLst xmlns:a="http://schemas.openxmlformats.org/drawingml/2006/main">
              <a:ext uri="{FF2B5EF4-FFF2-40B4-BE49-F238E27FC236}">
                <a16:creationId xmlns:a16="http://schemas.microsoft.com/office/drawing/2014/main" id="{E5F9175E-B4F9-48A8-9164-AAC54DA266E6}"/>
              </a:ext>
            </a:extLst>
          </p:cNvPr>
          <p:cNvSpPr>
            <a:spLocks xmlns:a="http://schemas.openxmlformats.org/drawingml/2006/main" noGrp="1"/>
          </p:cNvSpPr>
          <p:nvPr/>
        </p:nvSpPr>
        <p:spPr>
          <a:xfrm xmlns:a="http://schemas.openxmlformats.org/drawingml/2006/main">
            <a:off x="6140970"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5" name="Rectangle 94">
            <a:extLst xmlns:a="http://schemas.openxmlformats.org/drawingml/2006/main">
              <a:ext uri="{FF2B5EF4-FFF2-40B4-BE49-F238E27FC236}">
                <a16:creationId xmlns:a16="http://schemas.microsoft.com/office/drawing/2014/main" id="{54E601CA-855A-42FB-8233-A189A3600640}"/>
              </a:ext>
            </a:extLst>
          </p:cNvPr>
          <p:cNvSpPr>
            <a:spLocks xmlns:a="http://schemas.openxmlformats.org/drawingml/2006/main" noGrp="1"/>
          </p:cNvSpPr>
          <p:nvPr/>
        </p:nvSpPr>
        <p:spPr>
          <a:xfrm xmlns:a="http://schemas.openxmlformats.org/drawingml/2006/main">
            <a:off x="6491740"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6" name="Rectangle 95">
            <a:extLst xmlns:a="http://schemas.openxmlformats.org/drawingml/2006/main">
              <a:ext uri="{FF2B5EF4-FFF2-40B4-BE49-F238E27FC236}">
                <a16:creationId xmlns:a16="http://schemas.microsoft.com/office/drawing/2014/main" id="{3296BBE7-984C-4D28-B79F-E4FC8FCB4607}"/>
              </a:ext>
            </a:extLst>
          </p:cNvPr>
          <p:cNvSpPr>
            <a:spLocks xmlns:a="http://schemas.openxmlformats.org/drawingml/2006/main" noGrp="1"/>
          </p:cNvSpPr>
          <p:nvPr/>
        </p:nvSpPr>
        <p:spPr>
          <a:xfrm xmlns:a="http://schemas.openxmlformats.org/drawingml/2006/main">
            <a:off x="6842509"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7" name="Rectangle 96">
            <a:extLst xmlns:a="http://schemas.openxmlformats.org/drawingml/2006/main">
              <a:ext uri="{FF2B5EF4-FFF2-40B4-BE49-F238E27FC236}">
                <a16:creationId xmlns:a16="http://schemas.microsoft.com/office/drawing/2014/main" id="{77B4B9C2-1E78-4F2A-85CB-9334CB0E5D30}"/>
              </a:ext>
            </a:extLst>
          </p:cNvPr>
          <p:cNvSpPr>
            <a:spLocks xmlns:a="http://schemas.openxmlformats.org/drawingml/2006/main" noGrp="1"/>
          </p:cNvSpPr>
          <p:nvPr/>
        </p:nvSpPr>
        <p:spPr>
          <a:xfrm xmlns:a="http://schemas.openxmlformats.org/drawingml/2006/main">
            <a:off x="7193280"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8" name="Rectangle 97">
            <a:extLst xmlns:a="http://schemas.openxmlformats.org/drawingml/2006/main">
              <a:ext uri="{FF2B5EF4-FFF2-40B4-BE49-F238E27FC236}">
                <a16:creationId xmlns:a16="http://schemas.microsoft.com/office/drawing/2014/main" id="{FDE5FCED-BFAF-4BF6-B06C-A7D8CC548A47}"/>
              </a:ext>
            </a:extLst>
          </p:cNvPr>
          <p:cNvSpPr>
            <a:spLocks xmlns:a="http://schemas.openxmlformats.org/drawingml/2006/main" noGrp="1"/>
          </p:cNvSpPr>
          <p:nvPr/>
        </p:nvSpPr>
        <p:spPr>
          <a:xfrm xmlns:a="http://schemas.openxmlformats.org/drawingml/2006/main">
            <a:off x="4387121"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9" name="Rectangle 98">
            <a:extLst xmlns:a="http://schemas.openxmlformats.org/drawingml/2006/main">
              <a:ext uri="{FF2B5EF4-FFF2-40B4-BE49-F238E27FC236}">
                <a16:creationId xmlns:a16="http://schemas.microsoft.com/office/drawing/2014/main" id="{BCBA86FA-DCE5-4617-8F2E-B987DF0A46A8}"/>
              </a:ext>
            </a:extLst>
          </p:cNvPr>
          <p:cNvSpPr>
            <a:spLocks xmlns:a="http://schemas.openxmlformats.org/drawingml/2006/main" noGrp="1"/>
          </p:cNvSpPr>
          <p:nvPr/>
        </p:nvSpPr>
        <p:spPr>
          <a:xfrm xmlns:a="http://schemas.openxmlformats.org/drawingml/2006/main">
            <a:off x="4737891"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0" name="Rectangle 99">
            <a:extLst xmlns:a="http://schemas.openxmlformats.org/drawingml/2006/main">
              <a:ext uri="{FF2B5EF4-FFF2-40B4-BE49-F238E27FC236}">
                <a16:creationId xmlns:a16="http://schemas.microsoft.com/office/drawing/2014/main" id="{FAEDFFAA-DA72-43D8-8BDB-1C821BF5B602}"/>
              </a:ext>
            </a:extLst>
          </p:cNvPr>
          <p:cNvSpPr>
            <a:spLocks xmlns:a="http://schemas.openxmlformats.org/drawingml/2006/main" noGrp="1"/>
          </p:cNvSpPr>
          <p:nvPr/>
        </p:nvSpPr>
        <p:spPr>
          <a:xfrm xmlns:a="http://schemas.openxmlformats.org/drawingml/2006/main">
            <a:off x="5088661"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1" name="Rectangle 100">
            <a:extLst xmlns:a="http://schemas.openxmlformats.org/drawingml/2006/main">
              <a:ext uri="{FF2B5EF4-FFF2-40B4-BE49-F238E27FC236}">
                <a16:creationId xmlns:a16="http://schemas.microsoft.com/office/drawing/2014/main" id="{B8D2CC02-859A-4E84-B50D-D742E26C6E43}"/>
              </a:ext>
            </a:extLst>
          </p:cNvPr>
          <p:cNvSpPr>
            <a:spLocks xmlns:a="http://schemas.openxmlformats.org/drawingml/2006/main" noGrp="1"/>
          </p:cNvSpPr>
          <p:nvPr/>
        </p:nvSpPr>
        <p:spPr>
          <a:xfrm xmlns:a="http://schemas.openxmlformats.org/drawingml/2006/main">
            <a:off x="5439431"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2" name="Rectangle 101">
            <a:extLst xmlns:a="http://schemas.openxmlformats.org/drawingml/2006/main">
              <a:ext uri="{FF2B5EF4-FFF2-40B4-BE49-F238E27FC236}">
                <a16:creationId xmlns:a16="http://schemas.microsoft.com/office/drawing/2014/main" id="{C600485A-75FF-4CE7-B1F5-4CB9C8377701}"/>
              </a:ext>
            </a:extLst>
          </p:cNvPr>
          <p:cNvSpPr>
            <a:spLocks xmlns:a="http://schemas.openxmlformats.org/drawingml/2006/main" noGrp="1"/>
          </p:cNvSpPr>
          <p:nvPr/>
        </p:nvSpPr>
        <p:spPr>
          <a:xfrm xmlns:a="http://schemas.openxmlformats.org/drawingml/2006/main">
            <a:off x="5790201"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3" name="Rectangle 102">
            <a:extLst xmlns:a="http://schemas.openxmlformats.org/drawingml/2006/main">
              <a:ext uri="{FF2B5EF4-FFF2-40B4-BE49-F238E27FC236}">
                <a16:creationId xmlns:a16="http://schemas.microsoft.com/office/drawing/2014/main" id="{DB3A5337-BFFF-4D35-8DE5-B8C4462C6415}"/>
              </a:ext>
            </a:extLst>
          </p:cNvPr>
          <p:cNvSpPr>
            <a:spLocks xmlns:a="http://schemas.openxmlformats.org/drawingml/2006/main" noGrp="1"/>
          </p:cNvSpPr>
          <p:nvPr/>
        </p:nvSpPr>
        <p:spPr>
          <a:xfrm xmlns:a="http://schemas.openxmlformats.org/drawingml/2006/main">
            <a:off x="6140970"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4" name="Rectangle 103">
            <a:extLst xmlns:a="http://schemas.openxmlformats.org/drawingml/2006/main">
              <a:ext uri="{FF2B5EF4-FFF2-40B4-BE49-F238E27FC236}">
                <a16:creationId xmlns:a16="http://schemas.microsoft.com/office/drawing/2014/main" id="{E9611F19-50A7-4583-ACD5-C05500347877}"/>
              </a:ext>
            </a:extLst>
          </p:cNvPr>
          <p:cNvSpPr>
            <a:spLocks xmlns:a="http://schemas.openxmlformats.org/drawingml/2006/main" noGrp="1"/>
          </p:cNvSpPr>
          <p:nvPr/>
        </p:nvSpPr>
        <p:spPr>
          <a:xfrm xmlns:a="http://schemas.openxmlformats.org/drawingml/2006/main">
            <a:off x="6491740"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5" name="Rectangle 104">
            <a:extLst xmlns:a="http://schemas.openxmlformats.org/drawingml/2006/main">
              <a:ext uri="{FF2B5EF4-FFF2-40B4-BE49-F238E27FC236}">
                <a16:creationId xmlns:a16="http://schemas.microsoft.com/office/drawing/2014/main" id="{31578782-BA5F-4CD1-9B15-1AAB11EC5581}"/>
              </a:ext>
            </a:extLst>
          </p:cNvPr>
          <p:cNvSpPr>
            <a:spLocks xmlns:a="http://schemas.openxmlformats.org/drawingml/2006/main" noGrp="1"/>
          </p:cNvSpPr>
          <p:nvPr/>
        </p:nvSpPr>
        <p:spPr>
          <a:xfrm xmlns:a="http://schemas.openxmlformats.org/drawingml/2006/main">
            <a:off x="6842509"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6" name="Rectangle 105">
            <a:extLst xmlns:a="http://schemas.openxmlformats.org/drawingml/2006/main">
              <a:ext uri="{FF2B5EF4-FFF2-40B4-BE49-F238E27FC236}">
                <a16:creationId xmlns:a16="http://schemas.microsoft.com/office/drawing/2014/main" id="{996C4C58-9E59-4DAA-A315-F950B3ECFB69}"/>
              </a:ext>
            </a:extLst>
          </p:cNvPr>
          <p:cNvSpPr>
            <a:spLocks xmlns:a="http://schemas.openxmlformats.org/drawingml/2006/main" noGrp="1"/>
          </p:cNvSpPr>
          <p:nvPr/>
        </p:nvSpPr>
        <p:spPr>
          <a:xfrm xmlns:a="http://schemas.openxmlformats.org/drawingml/2006/main">
            <a:off x="7193280"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7" name="Rectangle 106">
            <a:extLst xmlns:a="http://schemas.openxmlformats.org/drawingml/2006/main">
              <a:ext uri="{FF2B5EF4-FFF2-40B4-BE49-F238E27FC236}">
                <a16:creationId xmlns:a16="http://schemas.microsoft.com/office/drawing/2014/main" id="{14B003D9-F8BB-4189-8051-F55F008E7534}"/>
              </a:ext>
            </a:extLst>
          </p:cNvPr>
          <p:cNvSpPr>
            <a:spLocks xmlns:a="http://schemas.openxmlformats.org/drawingml/2006/main" noGrp="1"/>
          </p:cNvSpPr>
          <p:nvPr/>
        </p:nvSpPr>
        <p:spPr>
          <a:xfrm xmlns:a="http://schemas.openxmlformats.org/drawingml/2006/main">
            <a:off x="4387121"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8" name="Rectangle 107">
            <a:extLst xmlns:a="http://schemas.openxmlformats.org/drawingml/2006/main">
              <a:ext uri="{FF2B5EF4-FFF2-40B4-BE49-F238E27FC236}">
                <a16:creationId xmlns:a16="http://schemas.microsoft.com/office/drawing/2014/main" id="{40923093-17E5-451B-8C99-39330E173B6D}"/>
              </a:ext>
            </a:extLst>
          </p:cNvPr>
          <p:cNvSpPr>
            <a:spLocks xmlns:a="http://schemas.openxmlformats.org/drawingml/2006/main" noGrp="1"/>
          </p:cNvSpPr>
          <p:nvPr/>
        </p:nvSpPr>
        <p:spPr>
          <a:xfrm xmlns:a="http://schemas.openxmlformats.org/drawingml/2006/main">
            <a:off x="4737891"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9" name="Rectangle 108">
            <a:extLst xmlns:a="http://schemas.openxmlformats.org/drawingml/2006/main">
              <a:ext uri="{FF2B5EF4-FFF2-40B4-BE49-F238E27FC236}">
                <a16:creationId xmlns:a16="http://schemas.microsoft.com/office/drawing/2014/main" id="{2626D43C-947C-4B23-A5A2-6954B4A07DD8}"/>
              </a:ext>
            </a:extLst>
          </p:cNvPr>
          <p:cNvSpPr>
            <a:spLocks xmlns:a="http://schemas.openxmlformats.org/drawingml/2006/main" noGrp="1"/>
          </p:cNvSpPr>
          <p:nvPr/>
        </p:nvSpPr>
        <p:spPr>
          <a:xfrm xmlns:a="http://schemas.openxmlformats.org/drawingml/2006/main">
            <a:off x="5088661"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0" name="Rectangle 109">
            <a:extLst xmlns:a="http://schemas.openxmlformats.org/drawingml/2006/main">
              <a:ext uri="{FF2B5EF4-FFF2-40B4-BE49-F238E27FC236}">
                <a16:creationId xmlns:a16="http://schemas.microsoft.com/office/drawing/2014/main" id="{D5074F1E-3596-48ED-A79F-BC3C4CA2FECD}"/>
              </a:ext>
            </a:extLst>
          </p:cNvPr>
          <p:cNvSpPr>
            <a:spLocks xmlns:a="http://schemas.openxmlformats.org/drawingml/2006/main" noGrp="1"/>
          </p:cNvSpPr>
          <p:nvPr/>
        </p:nvSpPr>
        <p:spPr>
          <a:xfrm xmlns:a="http://schemas.openxmlformats.org/drawingml/2006/main">
            <a:off x="5439431"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Rectangle 110">
            <a:extLst xmlns:a="http://schemas.openxmlformats.org/drawingml/2006/main">
              <a:ext uri="{FF2B5EF4-FFF2-40B4-BE49-F238E27FC236}">
                <a16:creationId xmlns:a16="http://schemas.microsoft.com/office/drawing/2014/main" id="{B3591B95-8EA8-4A4E-A6CE-D21E4FF17870}"/>
              </a:ext>
            </a:extLst>
          </p:cNvPr>
          <p:cNvSpPr>
            <a:spLocks xmlns:a="http://schemas.openxmlformats.org/drawingml/2006/main" noGrp="1"/>
          </p:cNvSpPr>
          <p:nvPr/>
        </p:nvSpPr>
        <p:spPr>
          <a:xfrm xmlns:a="http://schemas.openxmlformats.org/drawingml/2006/main">
            <a:off x="5790201"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2" name="Rectangle 111">
            <a:extLst xmlns:a="http://schemas.openxmlformats.org/drawingml/2006/main">
              <a:ext uri="{FF2B5EF4-FFF2-40B4-BE49-F238E27FC236}">
                <a16:creationId xmlns:a16="http://schemas.microsoft.com/office/drawing/2014/main" id="{7DBC5B00-BCFE-465F-9442-0A5C0A766C69}"/>
              </a:ext>
            </a:extLst>
          </p:cNvPr>
          <p:cNvSpPr>
            <a:spLocks xmlns:a="http://schemas.openxmlformats.org/drawingml/2006/main" noGrp="1"/>
          </p:cNvSpPr>
          <p:nvPr/>
        </p:nvSpPr>
        <p:spPr>
          <a:xfrm xmlns:a="http://schemas.openxmlformats.org/drawingml/2006/main">
            <a:off x="6140970"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Rectangle 112">
            <a:extLst xmlns:a="http://schemas.openxmlformats.org/drawingml/2006/main">
              <a:ext uri="{FF2B5EF4-FFF2-40B4-BE49-F238E27FC236}">
                <a16:creationId xmlns:a16="http://schemas.microsoft.com/office/drawing/2014/main" id="{09793667-A1F1-482F-AA3E-4E6F23DD827B}"/>
              </a:ext>
            </a:extLst>
          </p:cNvPr>
          <p:cNvSpPr>
            <a:spLocks xmlns:a="http://schemas.openxmlformats.org/drawingml/2006/main" noGrp="1"/>
          </p:cNvSpPr>
          <p:nvPr/>
        </p:nvSpPr>
        <p:spPr>
          <a:xfrm xmlns:a="http://schemas.openxmlformats.org/drawingml/2006/main">
            <a:off x="6491740"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4" name="Rectangle 113">
            <a:extLst xmlns:a="http://schemas.openxmlformats.org/drawingml/2006/main">
              <a:ext uri="{FF2B5EF4-FFF2-40B4-BE49-F238E27FC236}">
                <a16:creationId xmlns:a16="http://schemas.microsoft.com/office/drawing/2014/main" id="{257DA2CA-5CFD-43DF-9820-68AE145F00D0}"/>
              </a:ext>
            </a:extLst>
          </p:cNvPr>
          <p:cNvSpPr>
            <a:spLocks xmlns:a="http://schemas.openxmlformats.org/drawingml/2006/main" noGrp="1"/>
          </p:cNvSpPr>
          <p:nvPr/>
        </p:nvSpPr>
        <p:spPr>
          <a:xfrm xmlns:a="http://schemas.openxmlformats.org/drawingml/2006/main">
            <a:off x="6842509"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Rectangle 114">
            <a:extLst xmlns:a="http://schemas.openxmlformats.org/drawingml/2006/main">
              <a:ext uri="{FF2B5EF4-FFF2-40B4-BE49-F238E27FC236}">
                <a16:creationId xmlns:a16="http://schemas.microsoft.com/office/drawing/2014/main" id="{E88F00E8-00AD-4FBC-9A61-3C18CD16F839}"/>
              </a:ext>
            </a:extLst>
          </p:cNvPr>
          <p:cNvSpPr>
            <a:spLocks xmlns:a="http://schemas.openxmlformats.org/drawingml/2006/main" noGrp="1"/>
          </p:cNvSpPr>
          <p:nvPr/>
        </p:nvSpPr>
        <p:spPr>
          <a:xfrm xmlns:a="http://schemas.openxmlformats.org/drawingml/2006/main">
            <a:off x="7193280"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6" name="TextBox 115">
            <a:extLst xmlns:a="http://schemas.openxmlformats.org/drawingml/2006/main">
              <a:ext uri="{FF2B5EF4-FFF2-40B4-BE49-F238E27FC236}">
                <a16:creationId xmlns:a16="http://schemas.microsoft.com/office/drawing/2014/main" id="{0FC179B7-7C7A-4543-9D27-1DA5DFC28622}"/>
              </a:ext>
            </a:extLst>
          </p:cNvPr>
          <p:cNvSpPr>
            <a:spLocks xmlns:a="http://schemas.openxmlformats.org/drawingml/2006/main" noGrp="1"/>
          </p:cNvSpPr>
          <p:nvPr/>
        </p:nvSpPr>
        <p:spPr>
          <a:xfrm xmlns:a="http://schemas.openxmlformats.org/drawingml/2006/main">
            <a:off x="4387121" y="4946904"/>
            <a:ext cx="332781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同一尺寸与位深</a:t>
            </a:r>
          </a:p>
        </p:txBody>
      </p:sp>
      <p:sp>
        <p:nvSpPr>
          <p:cNvPr id="117" name="TextBox 116">
            <a:extLst xmlns:a="http://schemas.openxmlformats.org/drawingml/2006/main">
              <a:ext uri="{FF2B5EF4-FFF2-40B4-BE49-F238E27FC236}">
                <a16:creationId xmlns:a16="http://schemas.microsoft.com/office/drawing/2014/main" id="{A69A228A-0551-4C49-B96A-D426C6310D32}"/>
              </a:ext>
            </a:extLst>
          </p:cNvPr>
          <p:cNvSpPr>
            <a:spLocks xmlns:a="http://schemas.openxmlformats.org/drawingml/2006/main" noGrp="1"/>
          </p:cNvSpPr>
          <p:nvPr/>
        </p:nvSpPr>
        <p:spPr>
          <a:xfrm xmlns:a="http://schemas.openxmlformats.org/drawingml/2006/main">
            <a:off x="8164643" y="1719072"/>
            <a:ext cx="3417757"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262626"/>
                </a:solidFill>
                <a:latin typeface="Alibaba PuHuiTi 3.0 115 Black"/>
                <a:ea typeface="Alibaba PuHuiTi 3.0 115 Black"/>
                <a:cs typeface="Alibaba PuHuiTi 3.0 115 Black"/>
              </a:defRPr>
            </a:pPr>
            <a:r>
              <a:rPr sz="2500" b="1">
                <a:solidFill>
                  <a:srgbClr val="262626"/>
                </a:solidFill>
                <a:latin typeface="Alibaba PuHuiTi 3.0 115 Black"/>
                <a:ea typeface="Alibaba PuHuiTi 3.0 115 Black"/>
                <a:cs typeface="Alibaba PuHuiTi 3.0 115 Black"/>
              </a:rPr>
              <a:t>C 复杂图案</a:t>
            </a:r>
          </a:p>
        </p:txBody>
      </p:sp>
      <p:sp>
        <p:nvSpPr>
          <p:cNvPr id="118" name="Rectangle 117">
            <a:extLst xmlns:a="http://schemas.openxmlformats.org/drawingml/2006/main">
              <a:ext uri="{FF2B5EF4-FFF2-40B4-BE49-F238E27FC236}">
                <a16:creationId xmlns:a16="http://schemas.microsoft.com/office/drawing/2014/main" id="{65C3F3CA-AD47-4DB4-A6D1-A124252BD3FB}"/>
              </a:ext>
            </a:extLst>
          </p:cNvPr>
          <p:cNvSpPr>
            <a:spLocks xmlns:a="http://schemas.openxmlformats.org/drawingml/2006/main" noGrp="1"/>
          </p:cNvSpPr>
          <p:nvPr/>
        </p:nvSpPr>
        <p:spPr>
          <a:xfrm xmlns:a="http://schemas.openxmlformats.org/drawingml/2006/main">
            <a:off x="8164643"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9" name="Rectangle 118">
            <a:extLst xmlns:a="http://schemas.openxmlformats.org/drawingml/2006/main">
              <a:ext uri="{FF2B5EF4-FFF2-40B4-BE49-F238E27FC236}">
                <a16:creationId xmlns:a16="http://schemas.microsoft.com/office/drawing/2014/main" id="{2ECD9324-8A51-4EFC-BF76-DEE7E31025AE}"/>
              </a:ext>
            </a:extLst>
          </p:cNvPr>
          <p:cNvSpPr>
            <a:spLocks xmlns:a="http://schemas.openxmlformats.org/drawingml/2006/main" noGrp="1"/>
          </p:cNvSpPr>
          <p:nvPr/>
        </p:nvSpPr>
        <p:spPr>
          <a:xfrm xmlns:a="http://schemas.openxmlformats.org/drawingml/2006/main">
            <a:off x="8515412"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0" name="Rectangle 119">
            <a:extLst xmlns:a="http://schemas.openxmlformats.org/drawingml/2006/main">
              <a:ext uri="{FF2B5EF4-FFF2-40B4-BE49-F238E27FC236}">
                <a16:creationId xmlns:a16="http://schemas.microsoft.com/office/drawing/2014/main" id="{F1DEE3F3-A511-49D5-B5A0-E2FE064B7CC7}"/>
              </a:ext>
            </a:extLst>
          </p:cNvPr>
          <p:cNvSpPr>
            <a:spLocks xmlns:a="http://schemas.openxmlformats.org/drawingml/2006/main" noGrp="1"/>
          </p:cNvSpPr>
          <p:nvPr/>
        </p:nvSpPr>
        <p:spPr>
          <a:xfrm xmlns:a="http://schemas.openxmlformats.org/drawingml/2006/main">
            <a:off x="8866182"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1" name="Rectangle 120">
            <a:extLst xmlns:a="http://schemas.openxmlformats.org/drawingml/2006/main">
              <a:ext uri="{FF2B5EF4-FFF2-40B4-BE49-F238E27FC236}">
                <a16:creationId xmlns:a16="http://schemas.microsoft.com/office/drawing/2014/main" id="{4F2FC739-02CF-4017-AA34-03828302188E}"/>
              </a:ext>
            </a:extLst>
          </p:cNvPr>
          <p:cNvSpPr>
            <a:spLocks xmlns:a="http://schemas.openxmlformats.org/drawingml/2006/main" noGrp="1"/>
          </p:cNvSpPr>
          <p:nvPr/>
        </p:nvSpPr>
        <p:spPr>
          <a:xfrm xmlns:a="http://schemas.openxmlformats.org/drawingml/2006/main">
            <a:off x="9216952"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2" name="Rectangle 121">
            <a:extLst xmlns:a="http://schemas.openxmlformats.org/drawingml/2006/main">
              <a:ext uri="{FF2B5EF4-FFF2-40B4-BE49-F238E27FC236}">
                <a16:creationId xmlns:a16="http://schemas.microsoft.com/office/drawing/2014/main" id="{A380E843-380B-4E61-AA79-B5369C042817}"/>
              </a:ext>
            </a:extLst>
          </p:cNvPr>
          <p:cNvSpPr>
            <a:spLocks xmlns:a="http://schemas.openxmlformats.org/drawingml/2006/main" noGrp="1"/>
          </p:cNvSpPr>
          <p:nvPr/>
        </p:nvSpPr>
        <p:spPr>
          <a:xfrm xmlns:a="http://schemas.openxmlformats.org/drawingml/2006/main">
            <a:off x="9567722"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3" name="Rectangle 122">
            <a:extLst xmlns:a="http://schemas.openxmlformats.org/drawingml/2006/main">
              <a:ext uri="{FF2B5EF4-FFF2-40B4-BE49-F238E27FC236}">
                <a16:creationId xmlns:a16="http://schemas.microsoft.com/office/drawing/2014/main" id="{B2EEA17C-03AA-4600-B810-7CCBFEB6EA07}"/>
              </a:ext>
            </a:extLst>
          </p:cNvPr>
          <p:cNvSpPr>
            <a:spLocks xmlns:a="http://schemas.openxmlformats.org/drawingml/2006/main" noGrp="1"/>
          </p:cNvSpPr>
          <p:nvPr/>
        </p:nvSpPr>
        <p:spPr>
          <a:xfrm xmlns:a="http://schemas.openxmlformats.org/drawingml/2006/main">
            <a:off x="9918492"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4" name="Rectangle 123">
            <a:extLst xmlns:a="http://schemas.openxmlformats.org/drawingml/2006/main">
              <a:ext uri="{FF2B5EF4-FFF2-40B4-BE49-F238E27FC236}">
                <a16:creationId xmlns:a16="http://schemas.microsoft.com/office/drawing/2014/main" id="{429EA03C-27EC-469F-A873-B3E73CD59907}"/>
              </a:ext>
            </a:extLst>
          </p:cNvPr>
          <p:cNvSpPr>
            <a:spLocks xmlns:a="http://schemas.openxmlformats.org/drawingml/2006/main" noGrp="1"/>
          </p:cNvSpPr>
          <p:nvPr/>
        </p:nvSpPr>
        <p:spPr>
          <a:xfrm xmlns:a="http://schemas.openxmlformats.org/drawingml/2006/main">
            <a:off x="10269262"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5" name="Rectangle 124">
            <a:extLst xmlns:a="http://schemas.openxmlformats.org/drawingml/2006/main">
              <a:ext uri="{FF2B5EF4-FFF2-40B4-BE49-F238E27FC236}">
                <a16:creationId xmlns:a16="http://schemas.microsoft.com/office/drawing/2014/main" id="{051153B4-6CC4-4D19-98C6-BCA5881390BD}"/>
              </a:ext>
            </a:extLst>
          </p:cNvPr>
          <p:cNvSpPr>
            <a:spLocks xmlns:a="http://schemas.openxmlformats.org/drawingml/2006/main" noGrp="1"/>
          </p:cNvSpPr>
          <p:nvPr/>
        </p:nvSpPr>
        <p:spPr>
          <a:xfrm xmlns:a="http://schemas.openxmlformats.org/drawingml/2006/main">
            <a:off x="10620031"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6" name="Rectangle 125">
            <a:extLst xmlns:a="http://schemas.openxmlformats.org/drawingml/2006/main">
              <a:ext uri="{FF2B5EF4-FFF2-40B4-BE49-F238E27FC236}">
                <a16:creationId xmlns:a16="http://schemas.microsoft.com/office/drawing/2014/main" id="{FCB5BE5F-E41C-437E-BED4-BB4945EB93E2}"/>
              </a:ext>
            </a:extLst>
          </p:cNvPr>
          <p:cNvSpPr>
            <a:spLocks xmlns:a="http://schemas.openxmlformats.org/drawingml/2006/main" noGrp="1"/>
          </p:cNvSpPr>
          <p:nvPr/>
        </p:nvSpPr>
        <p:spPr>
          <a:xfrm xmlns:a="http://schemas.openxmlformats.org/drawingml/2006/main">
            <a:off x="10970801"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7" name="Rectangle 126">
            <a:extLst xmlns:a="http://schemas.openxmlformats.org/drawingml/2006/main">
              <a:ext uri="{FF2B5EF4-FFF2-40B4-BE49-F238E27FC236}">
                <a16:creationId xmlns:a16="http://schemas.microsoft.com/office/drawing/2014/main" id="{64C9EE00-817B-4703-BD89-3C14710105BC}"/>
              </a:ext>
            </a:extLst>
          </p:cNvPr>
          <p:cNvSpPr>
            <a:spLocks xmlns:a="http://schemas.openxmlformats.org/drawingml/2006/main" noGrp="1"/>
          </p:cNvSpPr>
          <p:nvPr/>
        </p:nvSpPr>
        <p:spPr>
          <a:xfrm xmlns:a="http://schemas.openxmlformats.org/drawingml/2006/main">
            <a:off x="8164643"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8" name="Rectangle 127">
            <a:extLst xmlns:a="http://schemas.openxmlformats.org/drawingml/2006/main">
              <a:ext uri="{FF2B5EF4-FFF2-40B4-BE49-F238E27FC236}">
                <a16:creationId xmlns:a16="http://schemas.microsoft.com/office/drawing/2014/main" id="{A8A033B0-D0ED-468C-BBB5-B417AFFCEE1A}"/>
              </a:ext>
            </a:extLst>
          </p:cNvPr>
          <p:cNvSpPr>
            <a:spLocks xmlns:a="http://schemas.openxmlformats.org/drawingml/2006/main" noGrp="1"/>
          </p:cNvSpPr>
          <p:nvPr/>
        </p:nvSpPr>
        <p:spPr>
          <a:xfrm xmlns:a="http://schemas.openxmlformats.org/drawingml/2006/main">
            <a:off x="8515412"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9" name="Rectangle 128">
            <a:extLst xmlns:a="http://schemas.openxmlformats.org/drawingml/2006/main">
              <a:ext uri="{FF2B5EF4-FFF2-40B4-BE49-F238E27FC236}">
                <a16:creationId xmlns:a16="http://schemas.microsoft.com/office/drawing/2014/main" id="{670B0F2B-495E-465F-8F31-1B31CC3A7D64}"/>
              </a:ext>
            </a:extLst>
          </p:cNvPr>
          <p:cNvSpPr>
            <a:spLocks xmlns:a="http://schemas.openxmlformats.org/drawingml/2006/main" noGrp="1"/>
          </p:cNvSpPr>
          <p:nvPr/>
        </p:nvSpPr>
        <p:spPr>
          <a:xfrm xmlns:a="http://schemas.openxmlformats.org/drawingml/2006/main">
            <a:off x="8866182"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0" name="Rectangle 129">
            <a:extLst xmlns:a="http://schemas.openxmlformats.org/drawingml/2006/main">
              <a:ext uri="{FF2B5EF4-FFF2-40B4-BE49-F238E27FC236}">
                <a16:creationId xmlns:a16="http://schemas.microsoft.com/office/drawing/2014/main" id="{0C71ED8F-EA2A-47A7-B915-1F92CD88B49B}"/>
              </a:ext>
            </a:extLst>
          </p:cNvPr>
          <p:cNvSpPr>
            <a:spLocks xmlns:a="http://schemas.openxmlformats.org/drawingml/2006/main" noGrp="1"/>
          </p:cNvSpPr>
          <p:nvPr/>
        </p:nvSpPr>
        <p:spPr>
          <a:xfrm xmlns:a="http://schemas.openxmlformats.org/drawingml/2006/main">
            <a:off x="9216952"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1" name="Rectangle 130">
            <a:extLst xmlns:a="http://schemas.openxmlformats.org/drawingml/2006/main">
              <a:ext uri="{FF2B5EF4-FFF2-40B4-BE49-F238E27FC236}">
                <a16:creationId xmlns:a16="http://schemas.microsoft.com/office/drawing/2014/main" id="{734399FF-D4C3-4279-A501-CE565C86C86B}"/>
              </a:ext>
            </a:extLst>
          </p:cNvPr>
          <p:cNvSpPr>
            <a:spLocks xmlns:a="http://schemas.openxmlformats.org/drawingml/2006/main" noGrp="1"/>
          </p:cNvSpPr>
          <p:nvPr/>
        </p:nvSpPr>
        <p:spPr>
          <a:xfrm xmlns:a="http://schemas.openxmlformats.org/drawingml/2006/main">
            <a:off x="9567722"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2" name="Rectangle 131">
            <a:extLst xmlns:a="http://schemas.openxmlformats.org/drawingml/2006/main">
              <a:ext uri="{FF2B5EF4-FFF2-40B4-BE49-F238E27FC236}">
                <a16:creationId xmlns:a16="http://schemas.microsoft.com/office/drawing/2014/main" id="{B0A43DA9-88A7-471B-92CF-9134B222DDCC}"/>
              </a:ext>
            </a:extLst>
          </p:cNvPr>
          <p:cNvSpPr>
            <a:spLocks xmlns:a="http://schemas.openxmlformats.org/drawingml/2006/main" noGrp="1"/>
          </p:cNvSpPr>
          <p:nvPr/>
        </p:nvSpPr>
        <p:spPr>
          <a:xfrm xmlns:a="http://schemas.openxmlformats.org/drawingml/2006/main">
            <a:off x="9918492"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3" name="Rectangle 132">
            <a:extLst xmlns:a="http://schemas.openxmlformats.org/drawingml/2006/main">
              <a:ext uri="{FF2B5EF4-FFF2-40B4-BE49-F238E27FC236}">
                <a16:creationId xmlns:a16="http://schemas.microsoft.com/office/drawing/2014/main" id="{EFEE28ED-ABA0-47DD-996D-98A6F06DF3DE}"/>
              </a:ext>
            </a:extLst>
          </p:cNvPr>
          <p:cNvSpPr>
            <a:spLocks xmlns:a="http://schemas.openxmlformats.org/drawingml/2006/main" noGrp="1"/>
          </p:cNvSpPr>
          <p:nvPr/>
        </p:nvSpPr>
        <p:spPr>
          <a:xfrm xmlns:a="http://schemas.openxmlformats.org/drawingml/2006/main">
            <a:off x="10269262"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4" name="Rectangle 133">
            <a:extLst xmlns:a="http://schemas.openxmlformats.org/drawingml/2006/main">
              <a:ext uri="{FF2B5EF4-FFF2-40B4-BE49-F238E27FC236}">
                <a16:creationId xmlns:a16="http://schemas.microsoft.com/office/drawing/2014/main" id="{75EDC618-B1B8-4B7D-808E-54CEEF401EE1}"/>
              </a:ext>
            </a:extLst>
          </p:cNvPr>
          <p:cNvSpPr>
            <a:spLocks xmlns:a="http://schemas.openxmlformats.org/drawingml/2006/main" noGrp="1"/>
          </p:cNvSpPr>
          <p:nvPr/>
        </p:nvSpPr>
        <p:spPr>
          <a:xfrm xmlns:a="http://schemas.openxmlformats.org/drawingml/2006/main">
            <a:off x="10620031"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5" name="Rectangle 134">
            <a:extLst xmlns:a="http://schemas.openxmlformats.org/drawingml/2006/main">
              <a:ext uri="{FF2B5EF4-FFF2-40B4-BE49-F238E27FC236}">
                <a16:creationId xmlns:a16="http://schemas.microsoft.com/office/drawing/2014/main" id="{75E32BAC-E18B-48C6-B85A-CC13335EEC06}"/>
              </a:ext>
            </a:extLst>
          </p:cNvPr>
          <p:cNvSpPr>
            <a:spLocks xmlns:a="http://schemas.openxmlformats.org/drawingml/2006/main" noGrp="1"/>
          </p:cNvSpPr>
          <p:nvPr/>
        </p:nvSpPr>
        <p:spPr>
          <a:xfrm xmlns:a="http://schemas.openxmlformats.org/drawingml/2006/main">
            <a:off x="10970801"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6" name="Rectangle 135">
            <a:extLst xmlns:a="http://schemas.openxmlformats.org/drawingml/2006/main">
              <a:ext uri="{FF2B5EF4-FFF2-40B4-BE49-F238E27FC236}">
                <a16:creationId xmlns:a16="http://schemas.microsoft.com/office/drawing/2014/main" id="{EBBCF1BC-7251-431A-8B30-17CAF1635D8E}"/>
              </a:ext>
            </a:extLst>
          </p:cNvPr>
          <p:cNvSpPr>
            <a:spLocks xmlns:a="http://schemas.openxmlformats.org/drawingml/2006/main" noGrp="1"/>
          </p:cNvSpPr>
          <p:nvPr/>
        </p:nvSpPr>
        <p:spPr>
          <a:xfrm xmlns:a="http://schemas.openxmlformats.org/drawingml/2006/main">
            <a:off x="8164643"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7" name="Rectangle 136">
            <a:extLst xmlns:a="http://schemas.openxmlformats.org/drawingml/2006/main">
              <a:ext uri="{FF2B5EF4-FFF2-40B4-BE49-F238E27FC236}">
                <a16:creationId xmlns:a16="http://schemas.microsoft.com/office/drawing/2014/main" id="{F92D4A39-F95D-4860-A5C8-BB2BBB02F831}"/>
              </a:ext>
            </a:extLst>
          </p:cNvPr>
          <p:cNvSpPr>
            <a:spLocks xmlns:a="http://schemas.openxmlformats.org/drawingml/2006/main" noGrp="1"/>
          </p:cNvSpPr>
          <p:nvPr/>
        </p:nvSpPr>
        <p:spPr>
          <a:xfrm xmlns:a="http://schemas.openxmlformats.org/drawingml/2006/main">
            <a:off x="8515412"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8" name="Rectangle 137">
            <a:extLst xmlns:a="http://schemas.openxmlformats.org/drawingml/2006/main">
              <a:ext uri="{FF2B5EF4-FFF2-40B4-BE49-F238E27FC236}">
                <a16:creationId xmlns:a16="http://schemas.microsoft.com/office/drawing/2014/main" id="{21730D31-0BE3-4B6A-A33B-C53BC6851BF7}"/>
              </a:ext>
            </a:extLst>
          </p:cNvPr>
          <p:cNvSpPr>
            <a:spLocks xmlns:a="http://schemas.openxmlformats.org/drawingml/2006/main" noGrp="1"/>
          </p:cNvSpPr>
          <p:nvPr/>
        </p:nvSpPr>
        <p:spPr>
          <a:xfrm xmlns:a="http://schemas.openxmlformats.org/drawingml/2006/main">
            <a:off x="8866182"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9" name="Rectangle 138">
            <a:extLst xmlns:a="http://schemas.openxmlformats.org/drawingml/2006/main">
              <a:ext uri="{FF2B5EF4-FFF2-40B4-BE49-F238E27FC236}">
                <a16:creationId xmlns:a16="http://schemas.microsoft.com/office/drawing/2014/main" id="{EF3853AB-9A1F-4E0C-89C1-0FDC9293DD05}"/>
              </a:ext>
            </a:extLst>
          </p:cNvPr>
          <p:cNvSpPr>
            <a:spLocks xmlns:a="http://schemas.openxmlformats.org/drawingml/2006/main" noGrp="1"/>
          </p:cNvSpPr>
          <p:nvPr/>
        </p:nvSpPr>
        <p:spPr>
          <a:xfrm xmlns:a="http://schemas.openxmlformats.org/drawingml/2006/main">
            <a:off x="9216952"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0" name="Rectangle 139">
            <a:extLst xmlns:a="http://schemas.openxmlformats.org/drawingml/2006/main">
              <a:ext uri="{FF2B5EF4-FFF2-40B4-BE49-F238E27FC236}">
                <a16:creationId xmlns:a16="http://schemas.microsoft.com/office/drawing/2014/main" id="{B80CE91A-FC35-49DD-B131-805EF4530152}"/>
              </a:ext>
            </a:extLst>
          </p:cNvPr>
          <p:cNvSpPr>
            <a:spLocks xmlns:a="http://schemas.openxmlformats.org/drawingml/2006/main" noGrp="1"/>
          </p:cNvSpPr>
          <p:nvPr/>
        </p:nvSpPr>
        <p:spPr>
          <a:xfrm xmlns:a="http://schemas.openxmlformats.org/drawingml/2006/main">
            <a:off x="9567722"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1" name="Rectangle 140">
            <a:extLst xmlns:a="http://schemas.openxmlformats.org/drawingml/2006/main">
              <a:ext uri="{FF2B5EF4-FFF2-40B4-BE49-F238E27FC236}">
                <a16:creationId xmlns:a16="http://schemas.microsoft.com/office/drawing/2014/main" id="{CCF156F4-6A2A-49AB-A5C1-61EF8996497A}"/>
              </a:ext>
            </a:extLst>
          </p:cNvPr>
          <p:cNvSpPr>
            <a:spLocks xmlns:a="http://schemas.openxmlformats.org/drawingml/2006/main" noGrp="1"/>
          </p:cNvSpPr>
          <p:nvPr/>
        </p:nvSpPr>
        <p:spPr>
          <a:xfrm xmlns:a="http://schemas.openxmlformats.org/drawingml/2006/main">
            <a:off x="9918492"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2" name="Rectangle 141">
            <a:extLst xmlns:a="http://schemas.openxmlformats.org/drawingml/2006/main">
              <a:ext uri="{FF2B5EF4-FFF2-40B4-BE49-F238E27FC236}">
                <a16:creationId xmlns:a16="http://schemas.microsoft.com/office/drawing/2014/main" id="{3C8DFBDE-A6B6-434E-AA12-6DB5722E5A3A}"/>
              </a:ext>
            </a:extLst>
          </p:cNvPr>
          <p:cNvSpPr>
            <a:spLocks xmlns:a="http://schemas.openxmlformats.org/drawingml/2006/main" noGrp="1"/>
          </p:cNvSpPr>
          <p:nvPr/>
        </p:nvSpPr>
        <p:spPr>
          <a:xfrm xmlns:a="http://schemas.openxmlformats.org/drawingml/2006/main">
            <a:off x="10269262"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3" name="Rectangle 142">
            <a:extLst xmlns:a="http://schemas.openxmlformats.org/drawingml/2006/main">
              <a:ext uri="{FF2B5EF4-FFF2-40B4-BE49-F238E27FC236}">
                <a16:creationId xmlns:a16="http://schemas.microsoft.com/office/drawing/2014/main" id="{351C6F60-51DD-4B7D-BAE7-2087EA3BA7A2}"/>
              </a:ext>
            </a:extLst>
          </p:cNvPr>
          <p:cNvSpPr>
            <a:spLocks xmlns:a="http://schemas.openxmlformats.org/drawingml/2006/main" noGrp="1"/>
          </p:cNvSpPr>
          <p:nvPr/>
        </p:nvSpPr>
        <p:spPr>
          <a:xfrm xmlns:a="http://schemas.openxmlformats.org/drawingml/2006/main">
            <a:off x="10620031"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4" name="Rectangle 143">
            <a:extLst xmlns:a="http://schemas.openxmlformats.org/drawingml/2006/main">
              <a:ext uri="{FF2B5EF4-FFF2-40B4-BE49-F238E27FC236}">
                <a16:creationId xmlns:a16="http://schemas.microsoft.com/office/drawing/2014/main" id="{AA9913D5-F870-42FF-81E0-C010C17F731C}"/>
              </a:ext>
            </a:extLst>
          </p:cNvPr>
          <p:cNvSpPr>
            <a:spLocks xmlns:a="http://schemas.openxmlformats.org/drawingml/2006/main" noGrp="1"/>
          </p:cNvSpPr>
          <p:nvPr/>
        </p:nvSpPr>
        <p:spPr>
          <a:xfrm xmlns:a="http://schemas.openxmlformats.org/drawingml/2006/main">
            <a:off x="10970801"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5" name="Rectangle 144">
            <a:extLst xmlns:a="http://schemas.openxmlformats.org/drawingml/2006/main">
              <a:ext uri="{FF2B5EF4-FFF2-40B4-BE49-F238E27FC236}">
                <a16:creationId xmlns:a16="http://schemas.microsoft.com/office/drawing/2014/main" id="{FB57EC45-C6F1-470D-BCB1-165FB305F996}"/>
              </a:ext>
            </a:extLst>
          </p:cNvPr>
          <p:cNvSpPr>
            <a:spLocks xmlns:a="http://schemas.openxmlformats.org/drawingml/2006/main" noGrp="1"/>
          </p:cNvSpPr>
          <p:nvPr/>
        </p:nvSpPr>
        <p:spPr>
          <a:xfrm xmlns:a="http://schemas.openxmlformats.org/drawingml/2006/main">
            <a:off x="8164643"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6" name="Rectangle 145">
            <a:extLst xmlns:a="http://schemas.openxmlformats.org/drawingml/2006/main">
              <a:ext uri="{FF2B5EF4-FFF2-40B4-BE49-F238E27FC236}">
                <a16:creationId xmlns:a16="http://schemas.microsoft.com/office/drawing/2014/main" id="{7D86B51B-B346-4624-AA3F-049A71373DC0}"/>
              </a:ext>
            </a:extLst>
          </p:cNvPr>
          <p:cNvSpPr>
            <a:spLocks xmlns:a="http://schemas.openxmlformats.org/drawingml/2006/main" noGrp="1"/>
          </p:cNvSpPr>
          <p:nvPr/>
        </p:nvSpPr>
        <p:spPr>
          <a:xfrm xmlns:a="http://schemas.openxmlformats.org/drawingml/2006/main">
            <a:off x="8515412"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7" name="Rectangle 146">
            <a:extLst xmlns:a="http://schemas.openxmlformats.org/drawingml/2006/main">
              <a:ext uri="{FF2B5EF4-FFF2-40B4-BE49-F238E27FC236}">
                <a16:creationId xmlns:a16="http://schemas.microsoft.com/office/drawing/2014/main" id="{D25CFD7D-C105-4EEA-B545-A5ED033AE1DB}"/>
              </a:ext>
            </a:extLst>
          </p:cNvPr>
          <p:cNvSpPr>
            <a:spLocks xmlns:a="http://schemas.openxmlformats.org/drawingml/2006/main" noGrp="1"/>
          </p:cNvSpPr>
          <p:nvPr/>
        </p:nvSpPr>
        <p:spPr>
          <a:xfrm xmlns:a="http://schemas.openxmlformats.org/drawingml/2006/main">
            <a:off x="8866182"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8" name="Rectangle 147">
            <a:extLst xmlns:a="http://schemas.openxmlformats.org/drawingml/2006/main">
              <a:ext uri="{FF2B5EF4-FFF2-40B4-BE49-F238E27FC236}">
                <a16:creationId xmlns:a16="http://schemas.microsoft.com/office/drawing/2014/main" id="{82BEF24B-8227-4EB1-835C-3440114AA891}"/>
              </a:ext>
            </a:extLst>
          </p:cNvPr>
          <p:cNvSpPr>
            <a:spLocks xmlns:a="http://schemas.openxmlformats.org/drawingml/2006/main" noGrp="1"/>
          </p:cNvSpPr>
          <p:nvPr/>
        </p:nvSpPr>
        <p:spPr>
          <a:xfrm xmlns:a="http://schemas.openxmlformats.org/drawingml/2006/main">
            <a:off x="9216952"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9" name="Rectangle 148">
            <a:extLst xmlns:a="http://schemas.openxmlformats.org/drawingml/2006/main">
              <a:ext uri="{FF2B5EF4-FFF2-40B4-BE49-F238E27FC236}">
                <a16:creationId xmlns:a16="http://schemas.microsoft.com/office/drawing/2014/main" id="{7ACB9B62-98A9-4EDC-B6EB-BC914B25B393}"/>
              </a:ext>
            </a:extLst>
          </p:cNvPr>
          <p:cNvSpPr>
            <a:spLocks xmlns:a="http://schemas.openxmlformats.org/drawingml/2006/main" noGrp="1"/>
          </p:cNvSpPr>
          <p:nvPr/>
        </p:nvSpPr>
        <p:spPr>
          <a:xfrm xmlns:a="http://schemas.openxmlformats.org/drawingml/2006/main">
            <a:off x="9567722"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0" name="Rectangle 149">
            <a:extLst xmlns:a="http://schemas.openxmlformats.org/drawingml/2006/main">
              <a:ext uri="{FF2B5EF4-FFF2-40B4-BE49-F238E27FC236}">
                <a16:creationId xmlns:a16="http://schemas.microsoft.com/office/drawing/2014/main" id="{E5E5B766-2EF7-4AED-878C-9B2C9C185700}"/>
              </a:ext>
            </a:extLst>
          </p:cNvPr>
          <p:cNvSpPr>
            <a:spLocks xmlns:a="http://schemas.openxmlformats.org/drawingml/2006/main" noGrp="1"/>
          </p:cNvSpPr>
          <p:nvPr/>
        </p:nvSpPr>
        <p:spPr>
          <a:xfrm xmlns:a="http://schemas.openxmlformats.org/drawingml/2006/main">
            <a:off x="9918492"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1" name="Rectangle 150">
            <a:extLst xmlns:a="http://schemas.openxmlformats.org/drawingml/2006/main">
              <a:ext uri="{FF2B5EF4-FFF2-40B4-BE49-F238E27FC236}">
                <a16:creationId xmlns:a16="http://schemas.microsoft.com/office/drawing/2014/main" id="{F767B3CF-0D37-4552-B11F-F92CEC4FB10B}"/>
              </a:ext>
            </a:extLst>
          </p:cNvPr>
          <p:cNvSpPr>
            <a:spLocks xmlns:a="http://schemas.openxmlformats.org/drawingml/2006/main" noGrp="1"/>
          </p:cNvSpPr>
          <p:nvPr/>
        </p:nvSpPr>
        <p:spPr>
          <a:xfrm xmlns:a="http://schemas.openxmlformats.org/drawingml/2006/main">
            <a:off x="10269262"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2" name="Rectangle 151">
            <a:extLst xmlns:a="http://schemas.openxmlformats.org/drawingml/2006/main">
              <a:ext uri="{FF2B5EF4-FFF2-40B4-BE49-F238E27FC236}">
                <a16:creationId xmlns:a16="http://schemas.microsoft.com/office/drawing/2014/main" id="{EF18F21C-E8EF-43BD-96B9-A73BAD88DCE8}"/>
              </a:ext>
            </a:extLst>
          </p:cNvPr>
          <p:cNvSpPr>
            <a:spLocks xmlns:a="http://schemas.openxmlformats.org/drawingml/2006/main" noGrp="1"/>
          </p:cNvSpPr>
          <p:nvPr/>
        </p:nvSpPr>
        <p:spPr>
          <a:xfrm xmlns:a="http://schemas.openxmlformats.org/drawingml/2006/main">
            <a:off x="10620031"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3" name="Rectangle 152">
            <a:extLst xmlns:a="http://schemas.openxmlformats.org/drawingml/2006/main">
              <a:ext uri="{FF2B5EF4-FFF2-40B4-BE49-F238E27FC236}">
                <a16:creationId xmlns:a16="http://schemas.microsoft.com/office/drawing/2014/main" id="{C152FE88-429D-48ED-BC68-D6E0C3A2F52D}"/>
              </a:ext>
            </a:extLst>
          </p:cNvPr>
          <p:cNvSpPr>
            <a:spLocks xmlns:a="http://schemas.openxmlformats.org/drawingml/2006/main" noGrp="1"/>
          </p:cNvSpPr>
          <p:nvPr/>
        </p:nvSpPr>
        <p:spPr>
          <a:xfrm xmlns:a="http://schemas.openxmlformats.org/drawingml/2006/main">
            <a:off x="10970801"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4" name="Rectangle 153">
            <a:extLst xmlns:a="http://schemas.openxmlformats.org/drawingml/2006/main">
              <a:ext uri="{FF2B5EF4-FFF2-40B4-BE49-F238E27FC236}">
                <a16:creationId xmlns:a16="http://schemas.microsoft.com/office/drawing/2014/main" id="{598BDA84-CAA8-41AC-8CA3-5720B4BC473C}"/>
              </a:ext>
            </a:extLst>
          </p:cNvPr>
          <p:cNvSpPr>
            <a:spLocks xmlns:a="http://schemas.openxmlformats.org/drawingml/2006/main" noGrp="1"/>
          </p:cNvSpPr>
          <p:nvPr/>
        </p:nvSpPr>
        <p:spPr>
          <a:xfrm xmlns:a="http://schemas.openxmlformats.org/drawingml/2006/main">
            <a:off x="8164643"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5" name="Rectangle 154">
            <a:extLst xmlns:a="http://schemas.openxmlformats.org/drawingml/2006/main">
              <a:ext uri="{FF2B5EF4-FFF2-40B4-BE49-F238E27FC236}">
                <a16:creationId xmlns:a16="http://schemas.microsoft.com/office/drawing/2014/main" id="{BBBC2C59-DA55-44B9-9966-CDE4FA30523C}"/>
              </a:ext>
            </a:extLst>
          </p:cNvPr>
          <p:cNvSpPr>
            <a:spLocks xmlns:a="http://schemas.openxmlformats.org/drawingml/2006/main" noGrp="1"/>
          </p:cNvSpPr>
          <p:nvPr/>
        </p:nvSpPr>
        <p:spPr>
          <a:xfrm xmlns:a="http://schemas.openxmlformats.org/drawingml/2006/main">
            <a:off x="8515412"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6" name="Rectangle 155">
            <a:extLst xmlns:a="http://schemas.openxmlformats.org/drawingml/2006/main">
              <a:ext uri="{FF2B5EF4-FFF2-40B4-BE49-F238E27FC236}">
                <a16:creationId xmlns:a16="http://schemas.microsoft.com/office/drawing/2014/main" id="{D7D92CB1-5988-45D1-B064-710BA8C307D9}"/>
              </a:ext>
            </a:extLst>
          </p:cNvPr>
          <p:cNvSpPr>
            <a:spLocks xmlns:a="http://schemas.openxmlformats.org/drawingml/2006/main" noGrp="1"/>
          </p:cNvSpPr>
          <p:nvPr/>
        </p:nvSpPr>
        <p:spPr>
          <a:xfrm xmlns:a="http://schemas.openxmlformats.org/drawingml/2006/main">
            <a:off x="8866182"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7" name="Rectangle 156">
            <a:extLst xmlns:a="http://schemas.openxmlformats.org/drawingml/2006/main">
              <a:ext uri="{FF2B5EF4-FFF2-40B4-BE49-F238E27FC236}">
                <a16:creationId xmlns:a16="http://schemas.microsoft.com/office/drawing/2014/main" id="{BAEE21E2-1016-4558-9268-572F9A56FA4B}"/>
              </a:ext>
            </a:extLst>
          </p:cNvPr>
          <p:cNvSpPr>
            <a:spLocks xmlns:a="http://schemas.openxmlformats.org/drawingml/2006/main" noGrp="1"/>
          </p:cNvSpPr>
          <p:nvPr/>
        </p:nvSpPr>
        <p:spPr>
          <a:xfrm xmlns:a="http://schemas.openxmlformats.org/drawingml/2006/main">
            <a:off x="9216952"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8" name="Rectangle 157">
            <a:extLst xmlns:a="http://schemas.openxmlformats.org/drawingml/2006/main">
              <a:ext uri="{FF2B5EF4-FFF2-40B4-BE49-F238E27FC236}">
                <a16:creationId xmlns:a16="http://schemas.microsoft.com/office/drawing/2014/main" id="{606D63A2-3DE3-4377-A065-F12811831675}"/>
              </a:ext>
            </a:extLst>
          </p:cNvPr>
          <p:cNvSpPr>
            <a:spLocks xmlns:a="http://schemas.openxmlformats.org/drawingml/2006/main" noGrp="1"/>
          </p:cNvSpPr>
          <p:nvPr/>
        </p:nvSpPr>
        <p:spPr>
          <a:xfrm xmlns:a="http://schemas.openxmlformats.org/drawingml/2006/main">
            <a:off x="9567722"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9" name="Rectangle 158">
            <a:extLst xmlns:a="http://schemas.openxmlformats.org/drawingml/2006/main">
              <a:ext uri="{FF2B5EF4-FFF2-40B4-BE49-F238E27FC236}">
                <a16:creationId xmlns:a16="http://schemas.microsoft.com/office/drawing/2014/main" id="{4EBB7E8F-E4AF-40D4-9DC5-332E1A768E6B}"/>
              </a:ext>
            </a:extLst>
          </p:cNvPr>
          <p:cNvSpPr>
            <a:spLocks xmlns:a="http://schemas.openxmlformats.org/drawingml/2006/main" noGrp="1"/>
          </p:cNvSpPr>
          <p:nvPr/>
        </p:nvSpPr>
        <p:spPr>
          <a:xfrm xmlns:a="http://schemas.openxmlformats.org/drawingml/2006/main">
            <a:off x="9918492"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0" name="Rectangle 159">
            <a:extLst xmlns:a="http://schemas.openxmlformats.org/drawingml/2006/main">
              <a:ext uri="{FF2B5EF4-FFF2-40B4-BE49-F238E27FC236}">
                <a16:creationId xmlns:a16="http://schemas.microsoft.com/office/drawing/2014/main" id="{D62FAC1E-33E5-473A-A5E4-E04A02093137}"/>
              </a:ext>
            </a:extLst>
          </p:cNvPr>
          <p:cNvSpPr>
            <a:spLocks xmlns:a="http://schemas.openxmlformats.org/drawingml/2006/main" noGrp="1"/>
          </p:cNvSpPr>
          <p:nvPr/>
        </p:nvSpPr>
        <p:spPr>
          <a:xfrm xmlns:a="http://schemas.openxmlformats.org/drawingml/2006/main">
            <a:off x="10269262"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1" name="Rectangle 160">
            <a:extLst xmlns:a="http://schemas.openxmlformats.org/drawingml/2006/main">
              <a:ext uri="{FF2B5EF4-FFF2-40B4-BE49-F238E27FC236}">
                <a16:creationId xmlns:a16="http://schemas.microsoft.com/office/drawing/2014/main" id="{089FD77D-1F71-4FB3-AB8F-5C6ABBBD9807}"/>
              </a:ext>
            </a:extLst>
          </p:cNvPr>
          <p:cNvSpPr>
            <a:spLocks xmlns:a="http://schemas.openxmlformats.org/drawingml/2006/main" noGrp="1"/>
          </p:cNvSpPr>
          <p:nvPr/>
        </p:nvSpPr>
        <p:spPr>
          <a:xfrm xmlns:a="http://schemas.openxmlformats.org/drawingml/2006/main">
            <a:off x="10620031"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2" name="Rectangle 161">
            <a:extLst xmlns:a="http://schemas.openxmlformats.org/drawingml/2006/main">
              <a:ext uri="{FF2B5EF4-FFF2-40B4-BE49-F238E27FC236}">
                <a16:creationId xmlns:a16="http://schemas.microsoft.com/office/drawing/2014/main" id="{1C986A78-DE09-4FB4-859F-9B758EF7A06A}"/>
              </a:ext>
            </a:extLst>
          </p:cNvPr>
          <p:cNvSpPr>
            <a:spLocks xmlns:a="http://schemas.openxmlformats.org/drawingml/2006/main" noGrp="1"/>
          </p:cNvSpPr>
          <p:nvPr/>
        </p:nvSpPr>
        <p:spPr>
          <a:xfrm xmlns:a="http://schemas.openxmlformats.org/drawingml/2006/main">
            <a:off x="10970801"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3" name="Rectangle 162">
            <a:extLst xmlns:a="http://schemas.openxmlformats.org/drawingml/2006/main">
              <a:ext uri="{FF2B5EF4-FFF2-40B4-BE49-F238E27FC236}">
                <a16:creationId xmlns:a16="http://schemas.microsoft.com/office/drawing/2014/main" id="{3D22F1FF-6BBB-4E7C-86BA-5C23191BFE34}"/>
              </a:ext>
            </a:extLst>
          </p:cNvPr>
          <p:cNvSpPr>
            <a:spLocks xmlns:a="http://schemas.openxmlformats.org/drawingml/2006/main" noGrp="1"/>
          </p:cNvSpPr>
          <p:nvPr/>
        </p:nvSpPr>
        <p:spPr>
          <a:xfrm xmlns:a="http://schemas.openxmlformats.org/drawingml/2006/main">
            <a:off x="8164643"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4" name="Rectangle 163">
            <a:extLst xmlns:a="http://schemas.openxmlformats.org/drawingml/2006/main">
              <a:ext uri="{FF2B5EF4-FFF2-40B4-BE49-F238E27FC236}">
                <a16:creationId xmlns:a16="http://schemas.microsoft.com/office/drawing/2014/main" id="{34E09F15-BC0B-4C24-B8C6-F18B120D226F}"/>
              </a:ext>
            </a:extLst>
          </p:cNvPr>
          <p:cNvSpPr>
            <a:spLocks xmlns:a="http://schemas.openxmlformats.org/drawingml/2006/main" noGrp="1"/>
          </p:cNvSpPr>
          <p:nvPr/>
        </p:nvSpPr>
        <p:spPr>
          <a:xfrm xmlns:a="http://schemas.openxmlformats.org/drawingml/2006/main">
            <a:off x="8515412"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5" name="Rectangle 164">
            <a:extLst xmlns:a="http://schemas.openxmlformats.org/drawingml/2006/main">
              <a:ext uri="{FF2B5EF4-FFF2-40B4-BE49-F238E27FC236}">
                <a16:creationId xmlns:a16="http://schemas.microsoft.com/office/drawing/2014/main" id="{BFF18A66-9059-493D-8AAA-BD21A0973592}"/>
              </a:ext>
            </a:extLst>
          </p:cNvPr>
          <p:cNvSpPr>
            <a:spLocks xmlns:a="http://schemas.openxmlformats.org/drawingml/2006/main" noGrp="1"/>
          </p:cNvSpPr>
          <p:nvPr/>
        </p:nvSpPr>
        <p:spPr>
          <a:xfrm xmlns:a="http://schemas.openxmlformats.org/drawingml/2006/main">
            <a:off x="8866182"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6" name="Rectangle 165">
            <a:extLst xmlns:a="http://schemas.openxmlformats.org/drawingml/2006/main">
              <a:ext uri="{FF2B5EF4-FFF2-40B4-BE49-F238E27FC236}">
                <a16:creationId xmlns:a16="http://schemas.microsoft.com/office/drawing/2014/main" id="{C6EA5808-7DEC-4447-8B8C-426C739C5946}"/>
              </a:ext>
            </a:extLst>
          </p:cNvPr>
          <p:cNvSpPr>
            <a:spLocks xmlns:a="http://schemas.openxmlformats.org/drawingml/2006/main" noGrp="1"/>
          </p:cNvSpPr>
          <p:nvPr/>
        </p:nvSpPr>
        <p:spPr>
          <a:xfrm xmlns:a="http://schemas.openxmlformats.org/drawingml/2006/main">
            <a:off x="9216952"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7" name="Rectangle 166">
            <a:extLst xmlns:a="http://schemas.openxmlformats.org/drawingml/2006/main">
              <a:ext uri="{FF2B5EF4-FFF2-40B4-BE49-F238E27FC236}">
                <a16:creationId xmlns:a16="http://schemas.microsoft.com/office/drawing/2014/main" id="{3AB4860A-5C02-4F3E-BF50-94825D753CD2}"/>
              </a:ext>
            </a:extLst>
          </p:cNvPr>
          <p:cNvSpPr>
            <a:spLocks xmlns:a="http://schemas.openxmlformats.org/drawingml/2006/main" noGrp="1"/>
          </p:cNvSpPr>
          <p:nvPr/>
        </p:nvSpPr>
        <p:spPr>
          <a:xfrm xmlns:a="http://schemas.openxmlformats.org/drawingml/2006/main">
            <a:off x="9567722"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8" name="Rectangle 167">
            <a:extLst xmlns:a="http://schemas.openxmlformats.org/drawingml/2006/main">
              <a:ext uri="{FF2B5EF4-FFF2-40B4-BE49-F238E27FC236}">
                <a16:creationId xmlns:a16="http://schemas.microsoft.com/office/drawing/2014/main" id="{9D03B5CA-427F-4B05-8094-A48F72610C75}"/>
              </a:ext>
            </a:extLst>
          </p:cNvPr>
          <p:cNvSpPr>
            <a:spLocks xmlns:a="http://schemas.openxmlformats.org/drawingml/2006/main" noGrp="1"/>
          </p:cNvSpPr>
          <p:nvPr/>
        </p:nvSpPr>
        <p:spPr>
          <a:xfrm xmlns:a="http://schemas.openxmlformats.org/drawingml/2006/main">
            <a:off x="9918492"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9" name="Rectangle 168">
            <a:extLst xmlns:a="http://schemas.openxmlformats.org/drawingml/2006/main">
              <a:ext uri="{FF2B5EF4-FFF2-40B4-BE49-F238E27FC236}">
                <a16:creationId xmlns:a16="http://schemas.microsoft.com/office/drawing/2014/main" id="{40201B3C-8220-4E6B-AF15-89FC06BE082F}"/>
              </a:ext>
            </a:extLst>
          </p:cNvPr>
          <p:cNvSpPr>
            <a:spLocks xmlns:a="http://schemas.openxmlformats.org/drawingml/2006/main" noGrp="1"/>
          </p:cNvSpPr>
          <p:nvPr/>
        </p:nvSpPr>
        <p:spPr>
          <a:xfrm xmlns:a="http://schemas.openxmlformats.org/drawingml/2006/main">
            <a:off x="10269262"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0" name="Rectangle 169">
            <a:extLst xmlns:a="http://schemas.openxmlformats.org/drawingml/2006/main">
              <a:ext uri="{FF2B5EF4-FFF2-40B4-BE49-F238E27FC236}">
                <a16:creationId xmlns:a16="http://schemas.microsoft.com/office/drawing/2014/main" id="{79C84B94-5EE8-4A92-ABF7-5A60DBCEB5F8}"/>
              </a:ext>
            </a:extLst>
          </p:cNvPr>
          <p:cNvSpPr>
            <a:spLocks xmlns:a="http://schemas.openxmlformats.org/drawingml/2006/main" noGrp="1"/>
          </p:cNvSpPr>
          <p:nvPr/>
        </p:nvSpPr>
        <p:spPr>
          <a:xfrm xmlns:a="http://schemas.openxmlformats.org/drawingml/2006/main">
            <a:off x="10620031"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1" name="Rectangle 170">
            <a:extLst xmlns:a="http://schemas.openxmlformats.org/drawingml/2006/main">
              <a:ext uri="{FF2B5EF4-FFF2-40B4-BE49-F238E27FC236}">
                <a16:creationId xmlns:a16="http://schemas.microsoft.com/office/drawing/2014/main" id="{4A3C44B3-80A7-441B-827A-5B4006F4B3FE}"/>
              </a:ext>
            </a:extLst>
          </p:cNvPr>
          <p:cNvSpPr>
            <a:spLocks xmlns:a="http://schemas.openxmlformats.org/drawingml/2006/main" noGrp="1"/>
          </p:cNvSpPr>
          <p:nvPr/>
        </p:nvSpPr>
        <p:spPr>
          <a:xfrm xmlns:a="http://schemas.openxmlformats.org/drawingml/2006/main">
            <a:off x="10970801"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2" name="TextBox 171">
            <a:extLst xmlns:a="http://schemas.openxmlformats.org/drawingml/2006/main">
              <a:ext uri="{FF2B5EF4-FFF2-40B4-BE49-F238E27FC236}">
                <a16:creationId xmlns:a16="http://schemas.microsoft.com/office/drawing/2014/main" id="{2265CC3F-8357-48A9-9037-96881BDAF432}"/>
              </a:ext>
            </a:extLst>
          </p:cNvPr>
          <p:cNvSpPr>
            <a:spLocks xmlns:a="http://schemas.openxmlformats.org/drawingml/2006/main" noGrp="1"/>
          </p:cNvSpPr>
          <p:nvPr/>
        </p:nvSpPr>
        <p:spPr>
          <a:xfrm xmlns:a="http://schemas.openxmlformats.org/drawingml/2006/main">
            <a:off x="8164643" y="4946904"/>
            <a:ext cx="332781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同一尺寸与位深</a:t>
            </a:r>
          </a:p>
        </p:txBody>
      </p:sp>
      <p:sp>
        <p:nvSpPr>
          <p:cNvPr id="173" name="TextBox 172">
            <a:extLst xmlns:a="http://schemas.openxmlformats.org/drawingml/2006/main">
              <a:ext uri="{FF2B5EF4-FFF2-40B4-BE49-F238E27FC236}">
                <a16:creationId xmlns:a16="http://schemas.microsoft.com/office/drawing/2014/main" id="{4A0D8DE9-3D8B-4C0F-8FBE-32AFEFC59C88}"/>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想一想：哪幅图最容易用几条规则完整表示？</a:t>
            </a:r>
          </a:p>
        </p:txBody>
      </p:sp>
    </p:spTree>
    <p:extLst>
      <p:ext uri="{BB962C8B-B14F-4D97-AF65-F5344CB8AC3E}">
        <p14:creationId xmlns:p14="http://schemas.microsoft.com/office/powerpoint/2010/main" val="1655399267"/>
      </p:ext>
    </p:extLst>
  </p:cSld>
</p:sld>
</file>

<file path=ppt/slides/slide6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47FCA1C-D4D1-4BED-8A64-1CF23119DE3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18B54A75-8D64-43CF-97BD-15E2AA00722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1221FE2-AEAD-4FF9-8743-820BD3F99157}"/>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5</a:t>
            </a:r>
          </a:p>
        </p:txBody>
      </p:sp>
      <p:sp>
        <p:nvSpPr>
          <p:cNvPr id="5" name="practice-givens">
            <a:extLst xmlns:a="http://schemas.openxmlformats.org/drawingml/2006/main">
              <a:ext uri="{FF2B5EF4-FFF2-40B4-BE49-F238E27FC236}">
                <a16:creationId xmlns:a16="http://schemas.microsoft.com/office/drawing/2014/main" id="{2F34E1E8-21C0-4DF0-9EA4-62F257F05A7D}"/>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A纯色、B规则色块、C复杂花纹，尺寸与位深相同。</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分别用相同无损方法压缩，谁通常最小？为什么？</a:t>
            </a:r>
          </a:p>
        </p:txBody>
      </p:sp>
      <p:sp>
        <p:nvSpPr>
          <p:cNvPr id="6" name="Connector 5">
            <a:extLst xmlns:a="http://schemas.openxmlformats.org/drawingml/2006/main">
              <a:ext uri="{FF2B5EF4-FFF2-40B4-BE49-F238E27FC236}">
                <a16:creationId xmlns:a16="http://schemas.microsoft.com/office/drawing/2014/main" id="{EA858B16-7BE2-4CE6-8E63-A93A9982E2F4}"/>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97B3298F-13E5-4F27-B374-1C0E14B2BF23}"/>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先独立作答，再说明依据。</a:t>
            </a:r>
          </a:p>
        </p:txBody>
      </p:sp>
    </p:spTree>
    <p:extLst>
      <p:ext uri="{BB962C8B-B14F-4D97-AF65-F5344CB8AC3E}">
        <p14:creationId xmlns:p14="http://schemas.microsoft.com/office/powerpoint/2010/main" val="394552553"/>
      </p:ext>
    </p:extLst>
  </p:cSld>
</p:sld>
</file>

<file path=ppt/slides/slide7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11CE5AC9-AB0D-4B62-9F74-CEDFAC924E6E}"/>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AD310D5-014C-48CB-8BE4-B216A34A49AE}"/>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E34E78A-0BDC-4D73-ADEB-CE0938B9CB1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5</a:t>
            </a:r>
          </a:p>
        </p:txBody>
      </p:sp>
      <p:sp>
        <p:nvSpPr>
          <p:cNvPr id="5" name="practice-givens">
            <a:extLst xmlns:a="http://schemas.openxmlformats.org/drawingml/2006/main">
              <a:ext uri="{FF2B5EF4-FFF2-40B4-BE49-F238E27FC236}">
                <a16:creationId xmlns:a16="http://schemas.microsoft.com/office/drawing/2014/main" id="{B03AE566-C3DF-464E-9F58-9B8B123FBCDC}"/>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A纯色、B规则色块、C复杂花纹，尺寸与位深相同。</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分别用相同无损方法压缩，谁通常最小？为什么？</a:t>
            </a:r>
          </a:p>
        </p:txBody>
      </p:sp>
      <p:sp>
        <p:nvSpPr>
          <p:cNvPr id="6" name="Connector 5">
            <a:extLst xmlns:a="http://schemas.openxmlformats.org/drawingml/2006/main">
              <a:ext uri="{FF2B5EF4-FFF2-40B4-BE49-F238E27FC236}">
                <a16:creationId xmlns:a16="http://schemas.microsoft.com/office/drawing/2014/main" id="{88244B90-9BBE-4DC2-8AE5-9BD6C81C4334}"/>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8FAB4E18-B79E-4053-AABE-575EF268842C}"/>
              </a:ext>
            </a:extLst>
          </p:cNvPr>
          <p:cNvSpPr>
            <a:spLocks xmlns:a="http://schemas.openxmlformats.org/drawingml/2006/main" noGrp="1"/>
          </p:cNvSpPr>
          <p:nvPr/>
        </p:nvSpPr>
        <p:spPr>
          <a:xfrm xmlns:a="http://schemas.openxmlformats.org/drawingml/2006/main">
            <a:off x="832104" y="5074920"/>
            <a:ext cx="1051560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答案：A通常最小。</a:t>
            </a:r>
          </a:p>
        </p:txBody>
      </p:sp>
      <p:sp>
        <p:nvSpPr>
          <p:cNvPr id="8" name="TextBox 7">
            <a:extLst xmlns:a="http://schemas.openxmlformats.org/drawingml/2006/main">
              <a:ext uri="{FF2B5EF4-FFF2-40B4-BE49-F238E27FC236}">
                <a16:creationId xmlns:a16="http://schemas.microsoft.com/office/drawing/2014/main" id="{44F12834-DB67-4201-BF3F-203324C6EA93}"/>
              </a:ext>
            </a:extLst>
          </p:cNvPr>
          <p:cNvSpPr>
            <a:spLocks xmlns:a="http://schemas.openxmlformats.org/drawingml/2006/main" noGrp="1"/>
          </p:cNvSpPr>
          <p:nvPr/>
        </p:nvSpPr>
        <p:spPr>
          <a:xfrm xmlns:a="http://schemas.openxmlformats.org/drawingml/2006/main">
            <a:off x="832104" y="5660136"/>
            <a:ext cx="1051560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纯色图像的重复与规律性最强，一般更容易用简短规则表示。</a:t>
            </a:r>
          </a:p>
        </p:txBody>
      </p:sp>
    </p:spTree>
    <p:extLst>
      <p:ext uri="{BB962C8B-B14F-4D97-AF65-F5344CB8AC3E}">
        <p14:creationId xmlns:p14="http://schemas.microsoft.com/office/powerpoint/2010/main" val="257567988"/>
      </p:ext>
    </p:extLst>
  </p:cSld>
</p:sld>
</file>

<file path=ppt/slides/slide7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8147631-1FA8-4383-8868-4D8B6B47974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CCDE4B0D-AD9D-42E6-8EDB-4FC234EB989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78411CA-9A67-4986-8B6E-10954BCCB9C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同一张图，JPEG能完全恢复原像素吗？</a:t>
            </a:r>
          </a:p>
        </p:txBody>
      </p:sp>
      <p:sp>
        <p:nvSpPr>
          <p:cNvPr id="5" name="text">
            <a:extLst xmlns:a="http://schemas.openxmlformats.org/drawingml/2006/main">
              <a:ext uri="{FF2B5EF4-FFF2-40B4-BE49-F238E27FC236}">
                <a16:creationId xmlns:a16="http://schemas.microsoft.com/office/drawing/2014/main" id="{D648512C-4A19-42EC-B1A8-830B4578B44C}"/>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A与B尺寸相同。请观察指定区域，再判断。</a:t>
            </a:r>
          </a:p>
        </p:txBody>
      </p:sp>
      <p:sp>
        <p:nvSpPr>
          <p:cNvPr id="6" name="original-header">
            <a:extLst xmlns:a="http://schemas.openxmlformats.org/drawingml/2006/main">
              <a:ext uri="{FF2B5EF4-FFF2-40B4-BE49-F238E27FC236}">
                <a16:creationId xmlns:a16="http://schemas.microsoft.com/office/drawing/2014/main" id="{E539EDAF-6729-4EB4-9AD8-E2BBFEAFF712}"/>
              </a:ext>
            </a:extLst>
          </p:cNvPr>
          <p:cNvSpPr>
            <a:spLocks xmlns:a="http://schemas.openxmlformats.org/drawingml/2006/main" noGrp="1"/>
          </p:cNvSpPr>
          <p:nvPr/>
        </p:nvSpPr>
        <p:spPr>
          <a:xfrm xmlns:a="http://schemas.openxmlformats.org/drawingml/2006/main">
            <a:off x="1619250" y="2047875"/>
            <a:ext cx="289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A：原始RGB</a:t>
            </a:r>
          </a:p>
        </p:txBody>
      </p:sp>
      <p:sp>
        <p:nvSpPr>
          <p:cNvPr id="7" name="jpeg-header">
            <a:extLst xmlns:a="http://schemas.openxmlformats.org/drawingml/2006/main">
              <a:ext uri="{FF2B5EF4-FFF2-40B4-BE49-F238E27FC236}">
                <a16:creationId xmlns:a16="http://schemas.microsoft.com/office/drawing/2014/main" id="{7A4128E3-4973-4DCC-B96C-D27D519C42E5}"/>
              </a:ext>
            </a:extLst>
          </p:cNvPr>
          <p:cNvSpPr>
            <a:spLocks xmlns:a="http://schemas.openxmlformats.org/drawingml/2006/main" noGrp="1"/>
          </p:cNvSpPr>
          <p:nvPr/>
        </p:nvSpPr>
        <p:spPr>
          <a:xfrm xmlns:a="http://schemas.openxmlformats.org/drawingml/2006/main">
            <a:off x="7667625" y="2047875"/>
            <a:ext cx="390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B：JPEG解码后的RGB</a:t>
            </a:r>
          </a:p>
        </p:txBody>
      </p:sp>
      <p:pic>
        <p:nvPicPr>
          <p:cNvPr id="8" name="">
            <a:extLst xmlns:a="http://schemas.openxmlformats.org/drawingml/2006/main">
              <a:ext uri="{FF2B5EF4-FFF2-40B4-BE49-F238E27FC236}">
                <a16:creationId xmlns:a16="http://schemas.microsoft.com/office/drawing/2014/main" id="{C67193ED-45C7-4B0C-A0E5-1D5E8C4EC080}"/>
              </a:ext>
            </a:extLst>
          </p:cNvPr>
          <p:cNvPicPr>
            <a:picLocks xmlns:a="http://schemas.openxmlformats.org/drawingml/2006/main" noChangeAspect="1"/>
          </p:cNvPicPr>
          <p:nvPr/>
        </p:nvPicPr>
        <p:blipFill>
          <a:blip xmlns:r="http://schemas.openxmlformats.org/officeDocument/2006/relationships" xmlns:a="http://schemas.openxmlformats.org/drawingml/2006/main" r:embed="R309c34ce2f844be0"/>
          <a:stretch xmlns:a="http://schemas.openxmlformats.org/drawingml/2006/main"/>
        </p:blipFill>
        <p:spPr>
          <a:xfrm xmlns:a="http://schemas.openxmlformats.org/drawingml/2006/main">
            <a:off x="1619250" y="2495550"/>
            <a:ext cx="2895600" cy="1583531"/>
          </a:xfrm>
          <a:prstGeom xmlns:a="http://schemas.openxmlformats.org/drawingml/2006/main" prst="rect">
            <a:avLst/>
          </a:prstGeom>
        </p:spPr>
      </p:pic>
      <p:sp>
        <p:nvSpPr>
          <p:cNvPr id="9" name="roi-0">
            <a:extLst xmlns:a="http://schemas.openxmlformats.org/drawingml/2006/main">
              <a:ext uri="{FF2B5EF4-FFF2-40B4-BE49-F238E27FC236}">
                <a16:creationId xmlns:a16="http://schemas.microsoft.com/office/drawing/2014/main" id="{4314A3C5-B2DA-4D82-A6FC-2325CB1C8E91}"/>
              </a:ext>
            </a:extLst>
          </p:cNvPr>
          <p:cNvSpPr>
            <a:spLocks xmlns:a="http://schemas.openxmlformats.org/drawingml/2006/main" noGrp="1"/>
          </p:cNvSpPr>
          <p:nvPr/>
        </p:nvSpPr>
        <p:spPr>
          <a:xfrm xmlns:a="http://schemas.openxmlformats.org/drawingml/2006/main">
            <a:off x="2659856" y="3128963"/>
            <a:ext cx="950119" cy="723900"/>
          </a:xfrm>
          <a:prstGeom xmlns:a="http://schemas.openxmlformats.org/drawingml/2006/main" prst="rect">
            <a:avLst/>
          </a:prstGeom>
          <a:noFill xmlns:a="http://schemas.openxmlformats.org/drawingml/2006/main"/>
          <a:ln xmlns:a="http://schemas.openxmlformats.org/drawingml/2006/main" w="19050">
            <a:solidFill>
              <a:srgbClr val="FF0000"/>
            </a:solidFill>
          </a:ln>
        </p:spPr>
      </p:sp>
      <p:pic>
        <p:nvPicPr>
          <p:cNvPr id="10" name="">
            <a:extLst xmlns:a="http://schemas.openxmlformats.org/drawingml/2006/main">
              <a:ext uri="{FF2B5EF4-FFF2-40B4-BE49-F238E27FC236}">
                <a16:creationId xmlns:a16="http://schemas.microsoft.com/office/drawing/2014/main" id="{E0A56DFF-C463-4679-A39D-C830EC9660E7}"/>
              </a:ext>
            </a:extLst>
          </p:cNvPr>
          <p:cNvPicPr>
            <a:picLocks xmlns:a="http://schemas.openxmlformats.org/drawingml/2006/main" noChangeAspect="1"/>
          </p:cNvPicPr>
          <p:nvPr/>
        </p:nvPicPr>
        <p:blipFill>
          <a:blip xmlns:r="http://schemas.openxmlformats.org/officeDocument/2006/relationships" xmlns:a="http://schemas.openxmlformats.org/drawingml/2006/main" r:embed="R58729d6714db438d"/>
          <a:stretch xmlns:a="http://schemas.openxmlformats.org/drawingml/2006/main"/>
        </p:blipFill>
        <p:spPr>
          <a:xfrm xmlns:a="http://schemas.openxmlformats.org/drawingml/2006/main">
            <a:off x="7667625" y="2495550"/>
            <a:ext cx="2895600" cy="1583531"/>
          </a:xfrm>
          <a:prstGeom xmlns:a="http://schemas.openxmlformats.org/drawingml/2006/main" prst="rect">
            <a:avLst/>
          </a:prstGeom>
        </p:spPr>
      </p:pic>
      <p:sp>
        <p:nvSpPr>
          <p:cNvPr id="11" name="roi-1">
            <a:extLst xmlns:a="http://schemas.openxmlformats.org/drawingml/2006/main">
              <a:ext uri="{FF2B5EF4-FFF2-40B4-BE49-F238E27FC236}">
                <a16:creationId xmlns:a16="http://schemas.microsoft.com/office/drawing/2014/main" id="{4E4818F1-EF83-400D-8BEE-C400C8ED9A8A}"/>
              </a:ext>
            </a:extLst>
          </p:cNvPr>
          <p:cNvSpPr>
            <a:spLocks xmlns:a="http://schemas.openxmlformats.org/drawingml/2006/main" noGrp="1"/>
          </p:cNvSpPr>
          <p:nvPr/>
        </p:nvSpPr>
        <p:spPr>
          <a:xfrm xmlns:a="http://schemas.openxmlformats.org/drawingml/2006/main">
            <a:off x="8708231" y="3128963"/>
            <a:ext cx="950119" cy="723900"/>
          </a:xfrm>
          <a:prstGeom xmlns:a="http://schemas.openxmlformats.org/drawingml/2006/main" prst="rect">
            <a:avLst/>
          </a:prstGeom>
          <a:noFill xmlns:a="http://schemas.openxmlformats.org/drawingml/2006/main"/>
          <a:ln xmlns:a="http://schemas.openxmlformats.org/drawingml/2006/main" w="19050">
            <a:solidFill>
              <a:srgbClr val="FF0000"/>
            </a:solidFill>
          </a:ln>
        </p:spPr>
      </p:sp>
    </p:spTree>
    <p:extLst>
      <p:ext uri="{BB962C8B-B14F-4D97-AF65-F5344CB8AC3E}">
        <p14:creationId xmlns:p14="http://schemas.microsoft.com/office/powerpoint/2010/main" val="1509452929"/>
      </p:ext>
    </p:extLst>
  </p:cSld>
</p:sld>
</file>

<file path=ppt/slides/slide7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8147631-1FA8-4383-8868-4D8B6B47974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CCDE4B0D-AD9D-42E6-8EDB-4FC234EB989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78411CA-9A67-4986-8B6E-10954BCCB9C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同一张图，JPEG能完全恢复原像素吗？</a:t>
            </a:r>
          </a:p>
        </p:txBody>
      </p:sp>
      <p:sp>
        <p:nvSpPr>
          <p:cNvPr id="5" name="text">
            <a:extLst xmlns:a="http://schemas.openxmlformats.org/drawingml/2006/main">
              <a:ext uri="{FF2B5EF4-FFF2-40B4-BE49-F238E27FC236}">
                <a16:creationId xmlns:a16="http://schemas.microsoft.com/office/drawing/2014/main" id="{D648512C-4A19-42EC-B1A8-830B4578B44C}"/>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A与B尺寸相同。请观察指定区域，再判断。</a:t>
            </a:r>
          </a:p>
        </p:txBody>
      </p:sp>
      <p:sp>
        <p:nvSpPr>
          <p:cNvPr id="6" name="original-header">
            <a:extLst xmlns:a="http://schemas.openxmlformats.org/drawingml/2006/main">
              <a:ext uri="{FF2B5EF4-FFF2-40B4-BE49-F238E27FC236}">
                <a16:creationId xmlns:a16="http://schemas.microsoft.com/office/drawing/2014/main" id="{E539EDAF-6729-4EB4-9AD8-E2BBFEAFF712}"/>
              </a:ext>
            </a:extLst>
          </p:cNvPr>
          <p:cNvSpPr>
            <a:spLocks xmlns:a="http://schemas.openxmlformats.org/drawingml/2006/main" noGrp="1"/>
          </p:cNvSpPr>
          <p:nvPr/>
        </p:nvSpPr>
        <p:spPr>
          <a:xfrm xmlns:a="http://schemas.openxmlformats.org/drawingml/2006/main">
            <a:off x="1619250" y="2047875"/>
            <a:ext cx="289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A：原始RGB</a:t>
            </a:r>
          </a:p>
        </p:txBody>
      </p:sp>
      <p:sp>
        <p:nvSpPr>
          <p:cNvPr id="7" name="jpeg-header">
            <a:extLst xmlns:a="http://schemas.openxmlformats.org/drawingml/2006/main">
              <a:ext uri="{FF2B5EF4-FFF2-40B4-BE49-F238E27FC236}">
                <a16:creationId xmlns:a16="http://schemas.microsoft.com/office/drawing/2014/main" id="{7A4128E3-4973-4DCC-B96C-D27D519C42E5}"/>
              </a:ext>
            </a:extLst>
          </p:cNvPr>
          <p:cNvSpPr>
            <a:spLocks xmlns:a="http://schemas.openxmlformats.org/drawingml/2006/main" noGrp="1"/>
          </p:cNvSpPr>
          <p:nvPr/>
        </p:nvSpPr>
        <p:spPr>
          <a:xfrm xmlns:a="http://schemas.openxmlformats.org/drawingml/2006/main">
            <a:off x="7667625" y="2047875"/>
            <a:ext cx="390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B：JPEG解码后的RGB</a:t>
            </a:r>
          </a:p>
        </p:txBody>
      </p:sp>
      <p:pic>
        <p:nvPicPr>
          <p:cNvPr id="8" name="">
            <a:extLst xmlns:a="http://schemas.openxmlformats.org/drawingml/2006/main">
              <a:ext uri="{FF2B5EF4-FFF2-40B4-BE49-F238E27FC236}">
                <a16:creationId xmlns:a16="http://schemas.microsoft.com/office/drawing/2014/main" id="{423B6062-9C36-411B-BA21-EF01AF89338D}"/>
              </a:ext>
            </a:extLst>
          </p:cNvPr>
          <p:cNvPicPr>
            <a:picLocks xmlns:a="http://schemas.openxmlformats.org/drawingml/2006/main" noChangeAspect="1"/>
          </p:cNvPicPr>
          <p:nvPr/>
        </p:nvPicPr>
        <p:blipFill>
          <a:blip xmlns:r="http://schemas.openxmlformats.org/officeDocument/2006/relationships" xmlns:a="http://schemas.openxmlformats.org/drawingml/2006/main" r:embed="R94a9248d1b734f60"/>
          <a:stretch xmlns:a="http://schemas.openxmlformats.org/drawingml/2006/main"/>
        </p:blipFill>
        <p:spPr>
          <a:xfrm xmlns:a="http://schemas.openxmlformats.org/drawingml/2006/main">
            <a:off x="1619250" y="2495550"/>
            <a:ext cx="2895600" cy="1583531"/>
          </a:xfrm>
          <a:prstGeom xmlns:a="http://schemas.openxmlformats.org/drawingml/2006/main" prst="rect">
            <a:avLst/>
          </a:prstGeom>
        </p:spPr>
      </p:pic>
      <p:sp>
        <p:nvSpPr>
          <p:cNvPr id="9" name="roi-0">
            <a:extLst xmlns:a="http://schemas.openxmlformats.org/drawingml/2006/main">
              <a:ext uri="{FF2B5EF4-FFF2-40B4-BE49-F238E27FC236}">
                <a16:creationId xmlns:a16="http://schemas.microsoft.com/office/drawing/2014/main" id="{C20AD118-BC61-4631-83EB-77C7C21EB8FE}"/>
              </a:ext>
            </a:extLst>
          </p:cNvPr>
          <p:cNvSpPr>
            <a:spLocks xmlns:a="http://schemas.openxmlformats.org/drawingml/2006/main" noGrp="1"/>
          </p:cNvSpPr>
          <p:nvPr/>
        </p:nvSpPr>
        <p:spPr>
          <a:xfrm xmlns:a="http://schemas.openxmlformats.org/drawingml/2006/main">
            <a:off x="2659856" y="3128963"/>
            <a:ext cx="950119" cy="723900"/>
          </a:xfrm>
          <a:prstGeom xmlns:a="http://schemas.openxmlformats.org/drawingml/2006/main" prst="rect">
            <a:avLst/>
          </a:prstGeom>
          <a:noFill xmlns:a="http://schemas.openxmlformats.org/drawingml/2006/main"/>
          <a:ln xmlns:a="http://schemas.openxmlformats.org/drawingml/2006/main" w="19050">
            <a:solidFill>
              <a:srgbClr val="FF0000"/>
            </a:solidFill>
          </a:ln>
        </p:spPr>
      </p:sp>
      <p:pic>
        <p:nvPicPr>
          <p:cNvPr id="10" name="">
            <a:extLst xmlns:a="http://schemas.openxmlformats.org/drawingml/2006/main">
              <a:ext uri="{FF2B5EF4-FFF2-40B4-BE49-F238E27FC236}">
                <a16:creationId xmlns:a16="http://schemas.microsoft.com/office/drawing/2014/main" id="{D2242BA8-21AF-4C60-8DD7-4BA6D963C0B6}"/>
              </a:ext>
            </a:extLst>
          </p:cNvPr>
          <p:cNvPicPr>
            <a:picLocks xmlns:a="http://schemas.openxmlformats.org/drawingml/2006/main" noChangeAspect="1"/>
          </p:cNvPicPr>
          <p:nvPr/>
        </p:nvPicPr>
        <p:blipFill>
          <a:blip xmlns:r="http://schemas.openxmlformats.org/officeDocument/2006/relationships" xmlns:a="http://schemas.openxmlformats.org/drawingml/2006/main" r:embed="R964eb353ec2e42d5"/>
          <a:stretch xmlns:a="http://schemas.openxmlformats.org/drawingml/2006/main"/>
        </p:blipFill>
        <p:spPr>
          <a:xfrm xmlns:a="http://schemas.openxmlformats.org/drawingml/2006/main">
            <a:off x="7667625" y="2495550"/>
            <a:ext cx="2895600" cy="1583531"/>
          </a:xfrm>
          <a:prstGeom xmlns:a="http://schemas.openxmlformats.org/drawingml/2006/main" prst="rect">
            <a:avLst/>
          </a:prstGeom>
        </p:spPr>
      </p:pic>
      <p:sp>
        <p:nvSpPr>
          <p:cNvPr id="11" name="roi-1">
            <a:extLst xmlns:a="http://schemas.openxmlformats.org/drawingml/2006/main">
              <a:ext uri="{FF2B5EF4-FFF2-40B4-BE49-F238E27FC236}">
                <a16:creationId xmlns:a16="http://schemas.microsoft.com/office/drawing/2014/main" id="{4B5998B1-CE3C-4AEB-8E45-B14792807B1E}"/>
              </a:ext>
            </a:extLst>
          </p:cNvPr>
          <p:cNvSpPr>
            <a:spLocks xmlns:a="http://schemas.openxmlformats.org/drawingml/2006/main" noGrp="1"/>
          </p:cNvSpPr>
          <p:nvPr/>
        </p:nvSpPr>
        <p:spPr>
          <a:xfrm xmlns:a="http://schemas.openxmlformats.org/drawingml/2006/main">
            <a:off x="8708231" y="3128963"/>
            <a:ext cx="950119" cy="723900"/>
          </a:xfrm>
          <a:prstGeom xmlns:a="http://schemas.openxmlformats.org/drawingml/2006/main" prst="rect">
            <a:avLst/>
          </a:prstGeom>
          <a:noFill xmlns:a="http://schemas.openxmlformats.org/drawingml/2006/main"/>
          <a:ln xmlns:a="http://schemas.openxmlformats.org/drawingml/2006/main" w="19050">
            <a:solidFill>
              <a:srgbClr val="FF0000"/>
            </a:solidFill>
          </a:ln>
        </p:spPr>
      </p:sp>
      <p:pic>
        <p:nvPicPr>
          <p:cNvPr id="12" name="">
            <a:extLst xmlns:a="http://schemas.openxmlformats.org/drawingml/2006/main">
              <a:ext uri="{FF2B5EF4-FFF2-40B4-BE49-F238E27FC236}">
                <a16:creationId xmlns:a16="http://schemas.microsoft.com/office/drawing/2014/main" id="{3BD81289-7A98-4A50-8643-5D0D525D9C6D}"/>
              </a:ext>
            </a:extLst>
          </p:cNvPr>
          <p:cNvPicPr>
            <a:picLocks xmlns:a="http://schemas.openxmlformats.org/drawingml/2006/main" noChangeAspect="1"/>
          </p:cNvPicPr>
          <p:nvPr/>
        </p:nvPicPr>
        <p:blipFill>
          <a:blip xmlns:r="http://schemas.openxmlformats.org/officeDocument/2006/relationships" xmlns:a="http://schemas.openxmlformats.org/drawingml/2006/main" r:embed="R052c5c2581474ed7"/>
          <a:srcRect xmlns:a="http://schemas.openxmlformats.org/drawingml/2006/main" l="35938" t="40000" r="31250" b="14286"/>
          <a:stretch xmlns:a="http://schemas.openxmlformats.org/drawingml/2006/main"/>
        </p:blipFill>
        <p:spPr>
          <a:xfrm xmlns:a="http://schemas.openxmlformats.org/drawingml/2006/main">
            <a:off x="1619250" y="4257675"/>
            <a:ext cx="2400300" cy="1828800"/>
          </a:xfrm>
          <a:prstGeom xmlns:a="http://schemas.openxmlformats.org/drawingml/2006/main" prst="rect">
            <a:avLst/>
          </a:prstGeom>
        </p:spPr>
      </p:pic>
      <p:sp>
        <p:nvSpPr>
          <p:cNvPr id="13" name="zoom-guide-0">
            <a:extLst xmlns:a="http://schemas.openxmlformats.org/drawingml/2006/main">
              <a:ext uri="{FF2B5EF4-FFF2-40B4-BE49-F238E27FC236}">
                <a16:creationId xmlns:a16="http://schemas.microsoft.com/office/drawing/2014/main" id="{30DBDB07-3EEF-4AD1-93FF-136A8ED88205}"/>
              </a:ext>
            </a:extLst>
          </p:cNvPr>
          <p:cNvSpPr>
            <a:spLocks xmlns:a="http://schemas.openxmlformats.org/drawingml/2006/main" noGrp="1"/>
          </p:cNvSpPr>
          <p:nvPr/>
        </p:nvSpPr>
        <p:spPr>
          <a:xfrm xmlns:a="http://schemas.openxmlformats.org/drawingml/2006/main">
            <a:off x="1619250" y="4076700"/>
            <a:ext cx="1040606" cy="142875"/>
          </a:xfrm>
          <a:custGeom xmlns:a="http://schemas.openxmlformats.org/drawingml/2006/main">
            <a:pathLst>
              <a:path w="1040606" h="142875">
                <a:moveTo>
                  <a:pt x="1040606" y="0"/>
                </a:moveTo>
                <a:lnTo>
                  <a:pt x="0" y="142875"/>
                </a:lnTo>
              </a:path>
            </a:pathLst>
          </a:custGeom>
          <a:noFill xmlns:a="http://schemas.openxmlformats.org/drawingml/2006/main"/>
          <a:ln xmlns:a="http://schemas.openxmlformats.org/drawingml/2006/main" w="10478">
            <a:solidFill>
              <a:srgbClr val="D7D7DE"/>
            </a:solidFill>
          </a:ln>
        </p:spPr>
      </p:sp>
      <p:pic>
        <p:nvPicPr>
          <p:cNvPr id="14" name="">
            <a:extLst xmlns:a="http://schemas.openxmlformats.org/drawingml/2006/main">
              <a:ext uri="{FF2B5EF4-FFF2-40B4-BE49-F238E27FC236}">
                <a16:creationId xmlns:a16="http://schemas.microsoft.com/office/drawing/2014/main" id="{984B234B-A624-48F6-AF64-02EB1EC733DF}"/>
              </a:ext>
            </a:extLst>
          </p:cNvPr>
          <p:cNvPicPr>
            <a:picLocks xmlns:a="http://schemas.openxmlformats.org/drawingml/2006/main" noChangeAspect="1"/>
          </p:cNvPicPr>
          <p:nvPr/>
        </p:nvPicPr>
        <p:blipFill>
          <a:blip xmlns:r="http://schemas.openxmlformats.org/officeDocument/2006/relationships" xmlns:a="http://schemas.openxmlformats.org/drawingml/2006/main" r:embed="R7e76c70a46cf441d"/>
          <a:srcRect xmlns:a="http://schemas.openxmlformats.org/drawingml/2006/main" l="35938" t="40000" r="31250" b="14286"/>
          <a:stretch xmlns:a="http://schemas.openxmlformats.org/drawingml/2006/main"/>
        </p:blipFill>
        <p:spPr>
          <a:xfrm xmlns:a="http://schemas.openxmlformats.org/drawingml/2006/main">
            <a:off x="7667625" y="4257675"/>
            <a:ext cx="2400300" cy="1828800"/>
          </a:xfrm>
          <a:prstGeom xmlns:a="http://schemas.openxmlformats.org/drawingml/2006/main" prst="rect">
            <a:avLst/>
          </a:prstGeom>
        </p:spPr>
      </p:pic>
      <p:sp>
        <p:nvSpPr>
          <p:cNvPr id="15" name="zoom-guide-1">
            <a:extLst xmlns:a="http://schemas.openxmlformats.org/drawingml/2006/main">
              <a:ext uri="{FF2B5EF4-FFF2-40B4-BE49-F238E27FC236}">
                <a16:creationId xmlns:a16="http://schemas.microsoft.com/office/drawing/2014/main" id="{9AA0DD71-F21F-40C2-A2A1-DBF7FD26FFC4}"/>
              </a:ext>
            </a:extLst>
          </p:cNvPr>
          <p:cNvSpPr>
            <a:spLocks xmlns:a="http://schemas.openxmlformats.org/drawingml/2006/main" noGrp="1"/>
          </p:cNvSpPr>
          <p:nvPr/>
        </p:nvSpPr>
        <p:spPr>
          <a:xfrm xmlns:a="http://schemas.openxmlformats.org/drawingml/2006/main">
            <a:off x="7667625" y="4076700"/>
            <a:ext cx="1040606" cy="142875"/>
          </a:xfrm>
          <a:custGeom xmlns:a="http://schemas.openxmlformats.org/drawingml/2006/main">
            <a:pathLst>
              <a:path w="1040606" h="142875">
                <a:moveTo>
                  <a:pt x="1040606" y="0"/>
                </a:moveTo>
                <a:lnTo>
                  <a:pt x="0" y="142875"/>
                </a:lnTo>
              </a:path>
            </a:pathLst>
          </a:custGeom>
          <a:noFill xmlns:a="http://schemas.openxmlformats.org/drawingml/2006/main"/>
          <a:ln xmlns:a="http://schemas.openxmlformats.org/drawingml/2006/main" w="10478">
            <a:solidFill>
              <a:srgbClr val="D7D7DE"/>
            </a:solidFill>
          </a:ln>
        </p:spPr>
      </p:sp>
    </p:spTree>
    <p:extLst>
      <p:ext uri="{BB962C8B-B14F-4D97-AF65-F5344CB8AC3E}">
        <p14:creationId xmlns:p14="http://schemas.microsoft.com/office/powerpoint/2010/main" val="1509452929"/>
      </p:ext>
    </p:extLst>
  </p:cSld>
</p:sld>
</file>

<file path=ppt/slides/slide7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06AA72F-704B-4A3D-905A-94D454EB24F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F2E680AF-3F51-4CE1-B169-E3EE49C9B13F}"/>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2A1C8D9-ABD3-4AF2-94E4-A79323C6D6D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MP3、JPG再用RAR压缩，会怎样？</a:t>
            </a:r>
          </a:p>
        </p:txBody>
      </p:sp>
      <p:sp>
        <p:nvSpPr>
          <p:cNvPr id="5" name="Connector 4">
            <a:extLst xmlns:a="http://schemas.openxmlformats.org/drawingml/2006/main">
              <a:ext uri="{FF2B5EF4-FFF2-40B4-BE49-F238E27FC236}">
                <a16:creationId xmlns:a16="http://schemas.microsoft.com/office/drawing/2014/main" id="{3F3A2829-0D88-47E2-AF93-3B86091B4D12}"/>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C6C0835B-CE48-4695-9800-BCC7915250AD}"/>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第一次压缩</a:t>
            </a:r>
          </a:p>
        </p:txBody>
      </p:sp>
      <p:sp>
        <p:nvSpPr>
          <p:cNvPr id="7" name="TextBox 6">
            <a:extLst xmlns:a="http://schemas.openxmlformats.org/drawingml/2006/main">
              <a:ext uri="{FF2B5EF4-FFF2-40B4-BE49-F238E27FC236}">
                <a16:creationId xmlns:a16="http://schemas.microsoft.com/office/drawing/2014/main" id="{4B271E2C-FC73-4C7C-9F06-623B19D54319}"/>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再次压缩</a:t>
            </a:r>
          </a:p>
        </p:txBody>
      </p:sp>
      <p:sp>
        <p:nvSpPr>
          <p:cNvPr id="8" name="TextBox 7">
            <a:extLst xmlns:a="http://schemas.openxmlformats.org/drawingml/2006/main">
              <a:ext uri="{FF2B5EF4-FFF2-40B4-BE49-F238E27FC236}">
                <a16:creationId xmlns:a16="http://schemas.microsoft.com/office/drawing/2014/main" id="{DFDCD88A-0B0D-4BF2-AC98-368C4BAE74F3}"/>
              </a:ext>
            </a:extLst>
          </p:cNvPr>
          <p:cNvSpPr>
            <a:spLocks xmlns:a="http://schemas.openxmlformats.org/drawingml/2006/main" noGrp="1"/>
          </p:cNvSpPr>
          <p:nvPr/>
        </p:nvSpPr>
        <p:spPr>
          <a:xfrm xmlns:a="http://schemas.openxmlformats.org/drawingml/2006/main">
            <a:off x="822960" y="2743200"/>
            <a:ext cx="501091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有些重复或不重要的信息</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被更简洁地表示，文件大幅减小。</a:t>
            </a:r>
          </a:p>
        </p:txBody>
      </p:sp>
      <p:sp>
        <p:nvSpPr>
          <p:cNvPr id="9" name="TextBox 8">
            <a:extLst xmlns:a="http://schemas.openxmlformats.org/drawingml/2006/main">
              <a:ext uri="{FF2B5EF4-FFF2-40B4-BE49-F238E27FC236}">
                <a16:creationId xmlns:a16="http://schemas.microsoft.com/office/drawing/2014/main" id="{557734D2-7AE1-4AA2-8241-DC9F76C01B13}"/>
              </a:ext>
            </a:extLst>
          </p:cNvPr>
          <p:cNvSpPr>
            <a:spLocks xmlns:a="http://schemas.openxmlformats.org/drawingml/2006/main" noGrp="1"/>
          </p:cNvSpPr>
          <p:nvPr/>
        </p:nvSpPr>
        <p:spPr>
          <a:xfrm xmlns:a="http://schemas.openxmlformats.org/drawingml/2006/main">
            <a:off x="6455664" y="2743200"/>
            <a:ext cx="487375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可进一步利用的冗余通常较少，</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RAR再压往往收效不大。</a:t>
            </a:r>
          </a:p>
        </p:txBody>
      </p:sp>
      <p:sp>
        <p:nvSpPr>
          <p:cNvPr id="10" name="TextBox 9">
            <a:extLst xmlns:a="http://schemas.openxmlformats.org/drawingml/2006/main">
              <a:ext uri="{FF2B5EF4-FFF2-40B4-BE49-F238E27FC236}">
                <a16:creationId xmlns:a16="http://schemas.microsoft.com/office/drawing/2014/main" id="{44ED8C18-2382-4CAF-A3F3-214C9A61240D}"/>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注意：再次用有损编码重新保存，还可能累积质量损失。</a:t>
            </a:r>
          </a:p>
        </p:txBody>
      </p:sp>
    </p:spTree>
    <p:extLst>
      <p:ext uri="{BB962C8B-B14F-4D97-AF65-F5344CB8AC3E}">
        <p14:creationId xmlns:p14="http://schemas.microsoft.com/office/powerpoint/2010/main" val="933221314"/>
      </p:ext>
    </p:extLst>
  </p:cSld>
</p:sld>
</file>

<file path=ppt/slides/slide7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2374F80-AC05-41F9-BC4E-6AF0F3F5B13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A654D59-D72D-4BC2-A920-5877C8D4F9C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62E9F7F-8144-40AF-8FD1-E3B3249B946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是不是压得越小就一定越好？</a:t>
            </a:r>
          </a:p>
        </p:txBody>
      </p:sp>
      <p:sp>
        <p:nvSpPr>
          <p:cNvPr id="5" name="backup-title">
            <a:extLst xmlns:a="http://schemas.openxmlformats.org/drawingml/2006/main">
              <a:ext uri="{FF2B5EF4-FFF2-40B4-BE49-F238E27FC236}">
                <a16:creationId xmlns:a16="http://schemas.microsoft.com/office/drawing/2014/main" id="{07BE8652-2CFB-48EA-B70D-3E1F57FA9C21}"/>
              </a:ext>
            </a:extLst>
          </p:cNvPr>
          <p:cNvSpPr>
            <a:spLocks xmlns:a="http://schemas.openxmlformats.org/drawingml/2006/main" noGrp="1"/>
          </p:cNvSpPr>
          <p:nvPr/>
        </p:nvSpPr>
        <p:spPr>
          <a:xfrm xmlns:a="http://schemas.openxmlformats.org/drawingml/2006/main">
            <a:off x="609600" y="1590675"/>
            <a:ext cx="5181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重要文档长期备份</a:t>
            </a:r>
          </a:p>
        </p:txBody>
      </p:sp>
      <p:sp>
        <p:nvSpPr>
          <p:cNvPr id="6" name="call-title">
            <a:extLst xmlns:a="http://schemas.openxmlformats.org/drawingml/2006/main">
              <a:ext uri="{FF2B5EF4-FFF2-40B4-BE49-F238E27FC236}">
                <a16:creationId xmlns:a16="http://schemas.microsoft.com/office/drawing/2014/main" id="{D623437A-4969-423C-83DD-A906B6B4C63C}"/>
              </a:ext>
            </a:extLst>
          </p:cNvPr>
          <p:cNvSpPr>
            <a:spLocks xmlns:a="http://schemas.openxmlformats.org/drawingml/2006/main" noGrp="1"/>
          </p:cNvSpPr>
          <p:nvPr/>
        </p:nvSpPr>
        <p:spPr>
          <a:xfrm xmlns:a="http://schemas.openxmlformats.org/drawingml/2006/main">
            <a:off x="6400800" y="1590675"/>
            <a:ext cx="5181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实时视频通话</a:t>
            </a:r>
          </a:p>
        </p:txBody>
      </p:sp>
      <p:pic>
        <p:nvPicPr>
          <p:cNvPr id="7" name="">
            <a:extLst xmlns:a="http://schemas.openxmlformats.org/drawingml/2006/main">
              <a:ext uri="{FF2B5EF4-FFF2-40B4-BE49-F238E27FC236}">
                <a16:creationId xmlns:a16="http://schemas.microsoft.com/office/drawing/2014/main" id="{D9356687-A5C4-4AB2-932B-860C50E4ED24}"/>
              </a:ext>
            </a:extLst>
          </p:cNvPr>
          <p:cNvPicPr>
            <a:picLocks xmlns:a="http://schemas.openxmlformats.org/drawingml/2006/main" noChangeAspect="1"/>
          </p:cNvPicPr>
          <p:nvPr/>
        </p:nvPicPr>
        <p:blipFill>
          <a:blip xmlns:r="http://schemas.openxmlformats.org/officeDocument/2006/relationships" xmlns:a="http://schemas.openxmlformats.org/drawingml/2006/main" r:embed="Rebe5839fe0634f55"/>
          <a:stretch xmlns:a="http://schemas.openxmlformats.org/drawingml/2006/main"/>
        </p:blipFill>
        <p:spPr>
          <a:xfrm xmlns:a="http://schemas.openxmlformats.org/drawingml/2006/main">
            <a:off x="609621" y="2295525"/>
            <a:ext cx="5181559" cy="28003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A2B6E808-EAFF-446A-B270-10B44120E4FD}"/>
              </a:ext>
            </a:extLst>
          </p:cNvPr>
          <p:cNvPicPr>
            <a:picLocks xmlns:a="http://schemas.openxmlformats.org/drawingml/2006/main" noChangeAspect="1"/>
          </p:cNvPicPr>
          <p:nvPr/>
        </p:nvPicPr>
        <p:blipFill>
          <a:blip xmlns:r="http://schemas.openxmlformats.org/officeDocument/2006/relationships" xmlns:a="http://schemas.openxmlformats.org/drawingml/2006/main" r:embed="R37169497c9384de5"/>
          <a:stretch xmlns:a="http://schemas.openxmlformats.org/drawingml/2006/main"/>
        </p:blipFill>
        <p:spPr>
          <a:xfrm xmlns:a="http://schemas.openxmlformats.org/drawingml/2006/main">
            <a:off x="6400821" y="2295525"/>
            <a:ext cx="5181559" cy="2800350"/>
          </a:xfrm>
          <a:prstGeom xmlns:a="http://schemas.openxmlformats.org/drawingml/2006/main" prst="rect">
            <a:avLst/>
          </a:prstGeom>
        </p:spPr>
      </p:pic>
      <p:sp>
        <p:nvSpPr>
          <p:cNvPr id="9" name="backup-criteria">
            <a:extLst xmlns:a="http://schemas.openxmlformats.org/drawingml/2006/main">
              <a:ext uri="{FF2B5EF4-FFF2-40B4-BE49-F238E27FC236}">
                <a16:creationId xmlns:a16="http://schemas.microsoft.com/office/drawing/2014/main" id="{DC0675A9-E53A-4285-A07D-6C35015D2091}"/>
              </a:ext>
            </a:extLst>
          </p:cNvPr>
          <p:cNvSpPr>
            <a:spLocks xmlns:a="http://schemas.openxmlformats.org/drawingml/2006/main" noGrp="1"/>
          </p:cNvSpPr>
          <p:nvPr/>
        </p:nvSpPr>
        <p:spPr>
          <a:xfrm xmlns:a="http://schemas.openxmlformats.org/drawingml/2006/main">
            <a:off x="609600" y="5248275"/>
            <a:ext cx="5181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优先：信息完整、能恢复、可靠保存。</a:t>
            </a:r>
          </a:p>
        </p:txBody>
      </p:sp>
      <p:sp>
        <p:nvSpPr>
          <p:cNvPr id="10" name="call-criteria">
            <a:extLst xmlns:a="http://schemas.openxmlformats.org/drawingml/2006/main">
              <a:ext uri="{FF2B5EF4-FFF2-40B4-BE49-F238E27FC236}">
                <a16:creationId xmlns:a16="http://schemas.microsoft.com/office/drawing/2014/main" id="{E3457951-3B42-42B4-942C-E86107EDF265}"/>
              </a:ext>
            </a:extLst>
          </p:cNvPr>
          <p:cNvSpPr>
            <a:spLocks xmlns:a="http://schemas.openxmlformats.org/drawingml/2006/main" noGrp="1"/>
          </p:cNvSpPr>
          <p:nvPr/>
        </p:nvSpPr>
        <p:spPr>
          <a:xfrm xmlns:a="http://schemas.openxmlformats.org/drawingml/2006/main">
            <a:off x="6400800" y="5248275"/>
            <a:ext cx="5181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兼顾：延迟、流畅度、质量与传输量。</a:t>
            </a:r>
          </a:p>
        </p:txBody>
      </p:sp>
    </p:spTree>
    <p:extLst>
      <p:ext uri="{BB962C8B-B14F-4D97-AF65-F5344CB8AC3E}">
        <p14:creationId xmlns:p14="http://schemas.microsoft.com/office/powerpoint/2010/main" val="773889408"/>
      </p:ext>
    </p:extLst>
  </p:cSld>
</p:sld>
</file>

<file path=ppt/slides/slide7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4ECC57D-3EC2-4E82-BFDB-6B425EF4BED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151B0C2A-252A-4573-B386-F9E92B3F32B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AC6D563-4F4D-4E6B-A95A-F6972747DC6E}"/>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6</a:t>
            </a:r>
          </a:p>
        </p:txBody>
      </p:sp>
      <p:sp>
        <p:nvSpPr>
          <p:cNvPr id="5" name="practice-givens">
            <a:extLst xmlns:a="http://schemas.openxmlformats.org/drawingml/2006/main">
              <a:ext uri="{FF2B5EF4-FFF2-40B4-BE49-F238E27FC236}">
                <a16:creationId xmlns:a16="http://schemas.microsoft.com/office/drawing/2014/main" id="{8295C14A-D57C-4BBD-88B3-0849056DD12D}"/>
              </a:ext>
            </a:extLst>
          </p:cNvPr>
          <p:cNvSpPr>
            <a:spLocks xmlns:a="http://schemas.openxmlformats.org/drawingml/2006/main" noGrp="1"/>
          </p:cNvSpPr>
          <p:nvPr/>
        </p:nvSpPr>
        <p:spPr>
          <a:xfrm xmlns:a="http://schemas.openxmlformats.org/drawingml/2006/main">
            <a:off x="786384" y="1691640"/>
            <a:ext cx="10652760" cy="25717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下列说法，哪些正确？</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① 增加编辑音轨，未压缩PCM数据量必然翻倍。</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② 未压缩视频逐帧保存，数据量可能很大。</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③ ZIP解压后可以恢复原始文档。</a:t>
            </a:r>
          </a:p>
        </p:txBody>
      </p:sp>
      <p:sp>
        <p:nvSpPr>
          <p:cNvPr id="6" name="Connector 5">
            <a:extLst xmlns:a="http://schemas.openxmlformats.org/drawingml/2006/main">
              <a:ext uri="{FF2B5EF4-FFF2-40B4-BE49-F238E27FC236}">
                <a16:creationId xmlns:a16="http://schemas.microsoft.com/office/drawing/2014/main" id="{DD961FBF-9D13-4C1C-9CCA-D690D01C1209}"/>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69711DFE-76B6-4FD8-A082-95D0F0D5B8D2}"/>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逐条作答，并解释理由。</a:t>
            </a:r>
          </a:p>
        </p:txBody>
      </p:sp>
    </p:spTree>
    <p:extLst>
      <p:ext uri="{BB962C8B-B14F-4D97-AF65-F5344CB8AC3E}">
        <p14:creationId xmlns:p14="http://schemas.microsoft.com/office/powerpoint/2010/main" val="1473862044"/>
      </p:ext>
    </p:extLst>
  </p:cSld>
</p:sld>
</file>

<file path=ppt/slides/slide7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609B9DD-694F-485B-B6C8-49C3361E130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972F7134-E441-4DA6-87C5-DA03E653B22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DCC5BE53-9689-4207-B665-44827C3A9D5B}"/>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6</a:t>
            </a:r>
          </a:p>
        </p:txBody>
      </p:sp>
      <p:sp>
        <p:nvSpPr>
          <p:cNvPr id="5" name="practice-givens">
            <a:extLst xmlns:a="http://schemas.openxmlformats.org/drawingml/2006/main">
              <a:ext uri="{FF2B5EF4-FFF2-40B4-BE49-F238E27FC236}">
                <a16:creationId xmlns:a16="http://schemas.microsoft.com/office/drawing/2014/main" id="{BFE14377-6E70-4EE8-B768-713558A5CFF9}"/>
              </a:ext>
            </a:extLst>
          </p:cNvPr>
          <p:cNvSpPr>
            <a:spLocks xmlns:a="http://schemas.openxmlformats.org/drawingml/2006/main" noGrp="1"/>
          </p:cNvSpPr>
          <p:nvPr/>
        </p:nvSpPr>
        <p:spPr>
          <a:xfrm xmlns:a="http://schemas.openxmlformats.org/drawingml/2006/main">
            <a:off x="786384" y="1691640"/>
            <a:ext cx="10652760" cy="25717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下列说法，哪些正确？</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① 增加编辑音轨，未压缩PCM数据量必然翻倍。</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② 未压缩视频逐帧保存，数据量可能很大。</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③ ZIP解压后可以恢复原始文档。</a:t>
            </a:r>
          </a:p>
        </p:txBody>
      </p:sp>
      <p:sp>
        <p:nvSpPr>
          <p:cNvPr id="6" name="Connector 5">
            <a:extLst xmlns:a="http://schemas.openxmlformats.org/drawingml/2006/main">
              <a:ext uri="{FF2B5EF4-FFF2-40B4-BE49-F238E27FC236}">
                <a16:creationId xmlns:a16="http://schemas.microsoft.com/office/drawing/2014/main" id="{E79C305F-653C-4652-98AA-12B8FF00A3C9}"/>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BF61D177-73CD-49B9-B4DD-F2CCA6C94618}"/>
              </a:ext>
            </a:extLst>
          </p:cNvPr>
          <p:cNvSpPr>
            <a:spLocks xmlns:a="http://schemas.openxmlformats.org/drawingml/2006/main" noGrp="1"/>
          </p:cNvSpPr>
          <p:nvPr/>
        </p:nvSpPr>
        <p:spPr>
          <a:xfrm xmlns:a="http://schemas.openxmlformats.org/drawingml/2006/main">
            <a:off x="832104" y="5074920"/>
            <a:ext cx="1051560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答案：①错；②对；③对。</a:t>
            </a:r>
          </a:p>
        </p:txBody>
      </p:sp>
      <p:sp>
        <p:nvSpPr>
          <p:cNvPr id="8" name="TextBox 7">
            <a:extLst xmlns:a="http://schemas.openxmlformats.org/drawingml/2006/main">
              <a:ext uri="{FF2B5EF4-FFF2-40B4-BE49-F238E27FC236}">
                <a16:creationId xmlns:a16="http://schemas.microsoft.com/office/drawing/2014/main" id="{85AA293A-84C1-4F1F-BF91-C1D2AF183C16}"/>
              </a:ext>
            </a:extLst>
          </p:cNvPr>
          <p:cNvSpPr>
            <a:spLocks xmlns:a="http://schemas.openxmlformats.org/drawingml/2006/main" noGrp="1"/>
          </p:cNvSpPr>
          <p:nvPr/>
        </p:nvSpPr>
        <p:spPr>
          <a:xfrm xmlns:a="http://schemas.openxmlformats.org/drawingml/2006/main">
            <a:off x="832104" y="5660136"/>
            <a:ext cx="1051560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①音轨不等于声道；②每帧的数据量相加可能很大；③ZIP为无损归档。</a:t>
            </a:r>
          </a:p>
        </p:txBody>
      </p:sp>
    </p:spTree>
    <p:extLst>
      <p:ext uri="{BB962C8B-B14F-4D97-AF65-F5344CB8AC3E}">
        <p14:creationId xmlns:p14="http://schemas.microsoft.com/office/powerpoint/2010/main" val="1238523999"/>
      </p:ext>
    </p:extLst>
  </p:cSld>
</p:sld>
</file>

<file path=ppt/slides/slide7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134AEC3-F7F9-41A6-B0D5-952E9215F7C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00E3C23-EE20-4E54-A8A3-61FC7D9A5A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9F4FB7B-8AD4-4807-B433-8ACDC5C6C31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离开课堂前，解释三个为什么</a:t>
            </a:r>
          </a:p>
        </p:txBody>
      </p:sp>
      <p:sp>
        <p:nvSpPr>
          <p:cNvPr id="5" name="TextBox 4">
            <a:extLst xmlns:a="http://schemas.openxmlformats.org/drawingml/2006/main">
              <a:ext uri="{FF2B5EF4-FFF2-40B4-BE49-F238E27FC236}">
                <a16:creationId xmlns:a16="http://schemas.microsoft.com/office/drawing/2014/main" id="{78C11642-739C-4B7F-B0E3-3546DFE46D92}"/>
              </a:ext>
            </a:extLst>
          </p:cNvPr>
          <p:cNvSpPr>
            <a:spLocks xmlns:a="http://schemas.openxmlformats.org/drawingml/2006/main" noGrp="1"/>
          </p:cNvSpPr>
          <p:nvPr/>
        </p:nvSpPr>
        <p:spPr>
          <a:xfrm xmlns:a="http://schemas.openxmlformats.org/drawingml/2006/main">
            <a:off x="786384" y="1952625"/>
            <a:ext cx="10668000" cy="6667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① 声音为什么能变成一组0和1？</a:t>
            </a:r>
          </a:p>
        </p:txBody>
      </p:sp>
      <p:sp>
        <p:nvSpPr>
          <p:cNvPr id="6" name="TextBox 5">
            <a:extLst xmlns:a="http://schemas.openxmlformats.org/drawingml/2006/main">
              <a:ext uri="{FF2B5EF4-FFF2-40B4-BE49-F238E27FC236}">
                <a16:creationId xmlns:a16="http://schemas.microsoft.com/office/drawing/2014/main" id="{F7184CA6-1653-4AF3-91A0-6BD76E3B69E1}"/>
              </a:ext>
            </a:extLst>
          </p:cNvPr>
          <p:cNvSpPr>
            <a:spLocks xmlns:a="http://schemas.openxmlformats.org/drawingml/2006/main" noGrp="1"/>
          </p:cNvSpPr>
          <p:nvPr/>
        </p:nvSpPr>
        <p:spPr>
          <a:xfrm xmlns:a="http://schemas.openxmlformats.org/drawingml/2006/main">
            <a:off x="786384" y="3381375"/>
            <a:ext cx="10668000" cy="6667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② 小视频为什么可能算出6.44 GiB？</a:t>
            </a:r>
          </a:p>
        </p:txBody>
      </p:sp>
      <p:sp>
        <p:nvSpPr>
          <p:cNvPr id="7" name="TextBox 6">
            <a:extLst xmlns:a="http://schemas.openxmlformats.org/drawingml/2006/main">
              <a:ext uri="{FF2B5EF4-FFF2-40B4-BE49-F238E27FC236}">
                <a16:creationId xmlns:a16="http://schemas.microsoft.com/office/drawing/2014/main" id="{5B94B5CC-23AD-4092-BE37-730824E196A6}"/>
              </a:ext>
            </a:extLst>
          </p:cNvPr>
          <p:cNvSpPr>
            <a:spLocks xmlns:a="http://schemas.openxmlformats.org/drawingml/2006/main" noGrp="1"/>
          </p:cNvSpPr>
          <p:nvPr/>
        </p:nvSpPr>
        <p:spPr>
          <a:xfrm xmlns:a="http://schemas.openxmlformats.org/drawingml/2006/main">
            <a:off x="786384" y="4810125"/>
            <a:ext cx="10668000" cy="6667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③ 有些文件为什么压缩后变化很小？</a:t>
            </a:r>
          </a:p>
        </p:txBody>
      </p:sp>
    </p:spTree>
    <p:extLst>
      <p:ext uri="{BB962C8B-B14F-4D97-AF65-F5344CB8AC3E}">
        <p14:creationId xmlns:p14="http://schemas.microsoft.com/office/powerpoint/2010/main" val="1286529956"/>
      </p:ext>
    </p:extLst>
  </p:cSld>
</p:sld>
</file>

<file path=ppt/slides/slide7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用证据，把今天的关系补到树上</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视频数据量为什么可能很大？压缩改变什么？</a:t>
            </a:r>
          </a:p>
          <a:p xmlns:a="http://schemas.openxmlformats.org/drawingml/2006/main">
            <a:pPr algn="l">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请用计算或Demo D的结果说明。</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
        <p:nvSpPr>
          <p:cNvPr id="15" name="tree-link-2">
            <a:extLst xmlns:a="http://schemas.openxmlformats.org/drawingml/2006/main">
              <a:ext uri="{FF2B5EF4-FFF2-40B4-BE49-F238E27FC236}">
                <a16:creationId xmlns:a16="http://schemas.microsoft.com/office/drawing/2014/main" id="{66C6BE6C-98B9-494D-A1B3-A02D8FC366D3}"/>
              </a:ext>
            </a:extLst>
          </p:cNvPr>
          <p:cNvSpPr>
            <a:spLocks xmlns:a="http://schemas.openxmlformats.org/drawingml/2006/main" noGrp="1"/>
          </p:cNvSpPr>
          <p:nvPr/>
        </p:nvSpPr>
        <p:spPr>
          <a:xfrm xmlns:a="http://schemas.openxmlformats.org/drawingml/2006/main">
            <a:off x="2914650" y="36004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6" name="tree-focus-2">
            <a:extLst xmlns:a="http://schemas.openxmlformats.org/drawingml/2006/main">
              <a:ext uri="{FF2B5EF4-FFF2-40B4-BE49-F238E27FC236}">
                <a16:creationId xmlns:a16="http://schemas.microsoft.com/office/drawing/2014/main" id="{2869B33C-F31D-405A-91A0-DFE7A416A9E1}"/>
              </a:ext>
            </a:extLst>
          </p:cNvPr>
          <p:cNvSpPr>
            <a:spLocks xmlns:a="http://schemas.openxmlformats.org/drawingml/2006/main" noGrp="1"/>
          </p:cNvSpPr>
          <p:nvPr/>
        </p:nvSpPr>
        <p:spPr>
          <a:xfrm xmlns:a="http://schemas.openxmlformats.org/drawingml/2006/main">
            <a:off x="3333750" y="32956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tree-node-2">
            <a:extLst xmlns:a="http://schemas.openxmlformats.org/drawingml/2006/main">
              <a:ext uri="{FF2B5EF4-FFF2-40B4-BE49-F238E27FC236}">
                <a16:creationId xmlns:a16="http://schemas.microsoft.com/office/drawing/2014/main" id="{5A56D062-B8B6-4568-B67F-7CF1BB43CD1E}"/>
              </a:ext>
            </a:extLst>
          </p:cNvPr>
          <p:cNvSpPr>
            <a:spLocks xmlns:a="http://schemas.openxmlformats.org/drawingml/2006/main" noGrp="1"/>
          </p:cNvSpPr>
          <p:nvPr/>
        </p:nvSpPr>
        <p:spPr>
          <a:xfrm xmlns:a="http://schemas.openxmlformats.org/drawingml/2006/main">
            <a:off x="3476625" y="34575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采样、量化、编码</a:t>
            </a:r>
          </a:p>
        </p:txBody>
      </p:sp>
      <p:sp>
        <p:nvSpPr>
          <p:cNvPr id="18" name="tree-detail-2">
            <a:extLst xmlns:a="http://schemas.openxmlformats.org/drawingml/2006/main">
              <a:ext uri="{FF2B5EF4-FFF2-40B4-BE49-F238E27FC236}">
                <a16:creationId xmlns:a16="http://schemas.microsoft.com/office/drawing/2014/main" id="{49DA3B6E-26B7-4021-B869-667F1693F9EA}"/>
              </a:ext>
            </a:extLst>
          </p:cNvPr>
          <p:cNvSpPr>
            <a:spLocks xmlns:a="http://schemas.openxmlformats.org/drawingml/2006/main" noGrp="1"/>
          </p:cNvSpPr>
          <p:nvPr/>
        </p:nvSpPr>
        <p:spPr>
          <a:xfrm xmlns:a="http://schemas.openxmlformats.org/drawingml/2006/main">
            <a:off x="6381750" y="33051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定时刻；定代表值；写码字</a:t>
            </a:r>
          </a:p>
        </p:txBody>
      </p:sp>
      <p:sp>
        <p:nvSpPr>
          <p:cNvPr id="19" name="tree-link-3">
            <a:extLst xmlns:a="http://schemas.openxmlformats.org/drawingml/2006/main">
              <a:ext uri="{FF2B5EF4-FFF2-40B4-BE49-F238E27FC236}">
                <a16:creationId xmlns:a16="http://schemas.microsoft.com/office/drawing/2014/main" id="{A0ADAB27-3E5E-4AC8-8B86-1AE5504DBF83}"/>
              </a:ext>
            </a:extLst>
          </p:cNvPr>
          <p:cNvSpPr>
            <a:spLocks xmlns:a="http://schemas.openxmlformats.org/drawingml/2006/main" noGrp="1"/>
          </p:cNvSpPr>
          <p:nvPr/>
        </p:nvSpPr>
        <p:spPr>
          <a:xfrm xmlns:a="http://schemas.openxmlformats.org/drawingml/2006/main">
            <a:off x="2914650" y="43243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0" name="tree-trunk-3">
            <a:extLst xmlns:a="http://schemas.openxmlformats.org/drawingml/2006/main">
              <a:ext uri="{FF2B5EF4-FFF2-40B4-BE49-F238E27FC236}">
                <a16:creationId xmlns:a16="http://schemas.microsoft.com/office/drawing/2014/main" id="{F7C8880B-559B-4AD8-83C2-211EBACC9970}"/>
              </a:ext>
            </a:extLst>
          </p:cNvPr>
          <p:cNvSpPr>
            <a:spLocks xmlns:a="http://schemas.openxmlformats.org/drawingml/2006/main" noGrp="1"/>
          </p:cNvSpPr>
          <p:nvPr/>
        </p:nvSpPr>
        <p:spPr>
          <a:xfrm xmlns:a="http://schemas.openxmlformats.org/drawingml/2006/main">
            <a:off x="2914650" y="4105275"/>
            <a:ext cx="9525" cy="219075"/>
          </a:xfrm>
          <a:custGeom xmlns:a="http://schemas.openxmlformats.org/drawingml/2006/main">
            <a:pathLst>
              <a:path w="9525" h="219075">
                <a:moveTo>
                  <a:pt x="0" y="0"/>
                </a:moveTo>
                <a:lnTo>
                  <a:pt x="0" y="219075"/>
                </a:lnTo>
              </a:path>
            </a:pathLst>
          </a:custGeom>
          <a:noFill xmlns:a="http://schemas.openxmlformats.org/drawingml/2006/main"/>
          <a:ln xmlns:a="http://schemas.openxmlformats.org/drawingml/2006/main" w="19050">
            <a:solidFill>
              <a:srgbClr val="8C64E1"/>
            </a:solidFill>
          </a:ln>
        </p:spPr>
      </p:sp>
      <p:sp>
        <p:nvSpPr>
          <p:cNvPr id="21" name="tree-focus-3">
            <a:extLst xmlns:a="http://schemas.openxmlformats.org/drawingml/2006/main">
              <a:ext uri="{FF2B5EF4-FFF2-40B4-BE49-F238E27FC236}">
                <a16:creationId xmlns:a16="http://schemas.microsoft.com/office/drawing/2014/main" id="{3C2DD68F-4026-4402-AB97-C401D04E3CCE}"/>
              </a:ext>
            </a:extLst>
          </p:cNvPr>
          <p:cNvSpPr>
            <a:spLocks xmlns:a="http://schemas.openxmlformats.org/drawingml/2006/main" noGrp="1"/>
          </p:cNvSpPr>
          <p:nvPr/>
        </p:nvSpPr>
        <p:spPr>
          <a:xfrm xmlns:a="http://schemas.openxmlformats.org/drawingml/2006/main">
            <a:off x="3333750" y="40195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2" name="tree-node-3">
            <a:extLst xmlns:a="http://schemas.openxmlformats.org/drawingml/2006/main">
              <a:ext uri="{FF2B5EF4-FFF2-40B4-BE49-F238E27FC236}">
                <a16:creationId xmlns:a16="http://schemas.microsoft.com/office/drawing/2014/main" id="{ABFAB60C-377D-4D03-A555-1B9DBE9FC701}"/>
              </a:ext>
            </a:extLst>
          </p:cNvPr>
          <p:cNvSpPr>
            <a:spLocks xmlns:a="http://schemas.openxmlformats.org/drawingml/2006/main" noGrp="1"/>
          </p:cNvSpPr>
          <p:nvPr/>
        </p:nvSpPr>
        <p:spPr>
          <a:xfrm xmlns:a="http://schemas.openxmlformats.org/drawingml/2006/main">
            <a:off x="3476625" y="41814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未压缩PCM</a:t>
            </a:r>
          </a:p>
        </p:txBody>
      </p:sp>
      <p:sp>
        <p:nvSpPr>
          <p:cNvPr id="23" name="tree-detail-3">
            <a:extLst xmlns:a="http://schemas.openxmlformats.org/drawingml/2006/main">
              <a:ext uri="{FF2B5EF4-FFF2-40B4-BE49-F238E27FC236}">
                <a16:creationId xmlns:a16="http://schemas.microsoft.com/office/drawing/2014/main" id="{0ACF9228-6EC3-4F87-8804-9A917122DE07}"/>
              </a:ext>
            </a:extLst>
          </p:cNvPr>
          <p:cNvSpPr>
            <a:spLocks xmlns:a="http://schemas.openxmlformats.org/drawingml/2006/main" noGrp="1"/>
          </p:cNvSpPr>
          <p:nvPr/>
        </p:nvSpPr>
        <p:spPr>
          <a:xfrm xmlns:a="http://schemas.openxmlformats.org/drawingml/2006/main">
            <a:off x="6381750" y="40290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每声道样本数×声道数</a:t>
            </a:r>
          </a:p>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×每样本存储字节数</a:t>
            </a:r>
          </a:p>
        </p:txBody>
      </p:sp>
    </p:spTree>
    <p:extLst>
      <p:ext uri="{BB962C8B-B14F-4D97-AF65-F5344CB8AC3E}">
        <p14:creationId xmlns:p14="http://schemas.microsoft.com/office/powerpoint/2010/main" val="1560500694"/>
      </p:ext>
    </p:extLst>
  </p:cSld>
</p:sld>
</file>

<file path=ppt/slides/slide7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用证据，把今天的关系补到树上</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视频数据量为什么可能很大？压缩改变什么？</a:t>
            </a:r>
          </a:p>
          <a:p xmlns:a="http://schemas.openxmlformats.org/drawingml/2006/main">
            <a:pPr algn="l">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请用计算或Demo D的结果说明。</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红框：本次新增</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
        <p:nvSpPr>
          <p:cNvPr id="15" name="tree-link-2">
            <a:extLst xmlns:a="http://schemas.openxmlformats.org/drawingml/2006/main">
              <a:ext uri="{FF2B5EF4-FFF2-40B4-BE49-F238E27FC236}">
                <a16:creationId xmlns:a16="http://schemas.microsoft.com/office/drawing/2014/main" id="{66C6BE6C-98B9-494D-A1B3-A02D8FC366D3}"/>
              </a:ext>
            </a:extLst>
          </p:cNvPr>
          <p:cNvSpPr>
            <a:spLocks xmlns:a="http://schemas.openxmlformats.org/drawingml/2006/main" noGrp="1"/>
          </p:cNvSpPr>
          <p:nvPr/>
        </p:nvSpPr>
        <p:spPr>
          <a:xfrm xmlns:a="http://schemas.openxmlformats.org/drawingml/2006/main">
            <a:off x="2914650" y="36004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6" name="tree-focus-2">
            <a:extLst xmlns:a="http://schemas.openxmlformats.org/drawingml/2006/main">
              <a:ext uri="{FF2B5EF4-FFF2-40B4-BE49-F238E27FC236}">
                <a16:creationId xmlns:a16="http://schemas.microsoft.com/office/drawing/2014/main" id="{2869B33C-F31D-405A-91A0-DFE7A416A9E1}"/>
              </a:ext>
            </a:extLst>
          </p:cNvPr>
          <p:cNvSpPr>
            <a:spLocks xmlns:a="http://schemas.openxmlformats.org/drawingml/2006/main" noGrp="1"/>
          </p:cNvSpPr>
          <p:nvPr/>
        </p:nvSpPr>
        <p:spPr>
          <a:xfrm xmlns:a="http://schemas.openxmlformats.org/drawingml/2006/main">
            <a:off x="3333750" y="32956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tree-node-2">
            <a:extLst xmlns:a="http://schemas.openxmlformats.org/drawingml/2006/main">
              <a:ext uri="{FF2B5EF4-FFF2-40B4-BE49-F238E27FC236}">
                <a16:creationId xmlns:a16="http://schemas.microsoft.com/office/drawing/2014/main" id="{5A56D062-B8B6-4568-B67F-7CF1BB43CD1E}"/>
              </a:ext>
            </a:extLst>
          </p:cNvPr>
          <p:cNvSpPr>
            <a:spLocks xmlns:a="http://schemas.openxmlformats.org/drawingml/2006/main" noGrp="1"/>
          </p:cNvSpPr>
          <p:nvPr/>
        </p:nvSpPr>
        <p:spPr>
          <a:xfrm xmlns:a="http://schemas.openxmlformats.org/drawingml/2006/main">
            <a:off x="3476625" y="34575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采样、量化、编码</a:t>
            </a:r>
          </a:p>
        </p:txBody>
      </p:sp>
      <p:sp>
        <p:nvSpPr>
          <p:cNvPr id="18" name="tree-detail-2">
            <a:extLst xmlns:a="http://schemas.openxmlformats.org/drawingml/2006/main">
              <a:ext uri="{FF2B5EF4-FFF2-40B4-BE49-F238E27FC236}">
                <a16:creationId xmlns:a16="http://schemas.microsoft.com/office/drawing/2014/main" id="{49DA3B6E-26B7-4021-B869-667F1693F9EA}"/>
              </a:ext>
            </a:extLst>
          </p:cNvPr>
          <p:cNvSpPr>
            <a:spLocks xmlns:a="http://schemas.openxmlformats.org/drawingml/2006/main" noGrp="1"/>
          </p:cNvSpPr>
          <p:nvPr/>
        </p:nvSpPr>
        <p:spPr>
          <a:xfrm xmlns:a="http://schemas.openxmlformats.org/drawingml/2006/main">
            <a:off x="6381750" y="33051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定时刻；定代表值；写码字</a:t>
            </a:r>
          </a:p>
        </p:txBody>
      </p:sp>
      <p:sp>
        <p:nvSpPr>
          <p:cNvPr id="19" name="tree-link-3">
            <a:extLst xmlns:a="http://schemas.openxmlformats.org/drawingml/2006/main">
              <a:ext uri="{FF2B5EF4-FFF2-40B4-BE49-F238E27FC236}">
                <a16:creationId xmlns:a16="http://schemas.microsoft.com/office/drawing/2014/main" id="{A0ADAB27-3E5E-4AC8-8B86-1AE5504DBF83}"/>
              </a:ext>
            </a:extLst>
          </p:cNvPr>
          <p:cNvSpPr>
            <a:spLocks xmlns:a="http://schemas.openxmlformats.org/drawingml/2006/main" noGrp="1"/>
          </p:cNvSpPr>
          <p:nvPr/>
        </p:nvSpPr>
        <p:spPr>
          <a:xfrm xmlns:a="http://schemas.openxmlformats.org/drawingml/2006/main">
            <a:off x="2914650" y="43243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0" name="tree-trunk-3">
            <a:extLst xmlns:a="http://schemas.openxmlformats.org/drawingml/2006/main">
              <a:ext uri="{FF2B5EF4-FFF2-40B4-BE49-F238E27FC236}">
                <a16:creationId xmlns:a16="http://schemas.microsoft.com/office/drawing/2014/main" id="{F7C8880B-559B-4AD8-83C2-211EBACC9970}"/>
              </a:ext>
            </a:extLst>
          </p:cNvPr>
          <p:cNvSpPr>
            <a:spLocks xmlns:a="http://schemas.openxmlformats.org/drawingml/2006/main" noGrp="1"/>
          </p:cNvSpPr>
          <p:nvPr/>
        </p:nvSpPr>
        <p:spPr>
          <a:xfrm xmlns:a="http://schemas.openxmlformats.org/drawingml/2006/main">
            <a:off x="2914650" y="4105275"/>
            <a:ext cx="9525" cy="219075"/>
          </a:xfrm>
          <a:custGeom xmlns:a="http://schemas.openxmlformats.org/drawingml/2006/main">
            <a:pathLst>
              <a:path w="9525" h="219075">
                <a:moveTo>
                  <a:pt x="0" y="0"/>
                </a:moveTo>
                <a:lnTo>
                  <a:pt x="0" y="219075"/>
                </a:lnTo>
              </a:path>
            </a:pathLst>
          </a:custGeom>
          <a:noFill xmlns:a="http://schemas.openxmlformats.org/drawingml/2006/main"/>
          <a:ln xmlns:a="http://schemas.openxmlformats.org/drawingml/2006/main" w="19050">
            <a:solidFill>
              <a:srgbClr val="8C64E1"/>
            </a:solidFill>
          </a:ln>
        </p:spPr>
      </p:sp>
      <p:sp>
        <p:nvSpPr>
          <p:cNvPr id="21" name="tree-focus-3">
            <a:extLst xmlns:a="http://schemas.openxmlformats.org/drawingml/2006/main">
              <a:ext uri="{FF2B5EF4-FFF2-40B4-BE49-F238E27FC236}">
                <a16:creationId xmlns:a16="http://schemas.microsoft.com/office/drawing/2014/main" id="{3C2DD68F-4026-4402-AB97-C401D04E3CCE}"/>
              </a:ext>
            </a:extLst>
          </p:cNvPr>
          <p:cNvSpPr>
            <a:spLocks xmlns:a="http://schemas.openxmlformats.org/drawingml/2006/main" noGrp="1"/>
          </p:cNvSpPr>
          <p:nvPr/>
        </p:nvSpPr>
        <p:spPr>
          <a:xfrm xmlns:a="http://schemas.openxmlformats.org/drawingml/2006/main">
            <a:off x="3333750" y="40195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2" name="tree-node-3">
            <a:extLst xmlns:a="http://schemas.openxmlformats.org/drawingml/2006/main">
              <a:ext uri="{FF2B5EF4-FFF2-40B4-BE49-F238E27FC236}">
                <a16:creationId xmlns:a16="http://schemas.microsoft.com/office/drawing/2014/main" id="{ABFAB60C-377D-4D03-A555-1B9DBE9FC701}"/>
              </a:ext>
            </a:extLst>
          </p:cNvPr>
          <p:cNvSpPr>
            <a:spLocks xmlns:a="http://schemas.openxmlformats.org/drawingml/2006/main" noGrp="1"/>
          </p:cNvSpPr>
          <p:nvPr/>
        </p:nvSpPr>
        <p:spPr>
          <a:xfrm xmlns:a="http://schemas.openxmlformats.org/drawingml/2006/main">
            <a:off x="3476625" y="41814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未压缩PCM</a:t>
            </a:r>
          </a:p>
        </p:txBody>
      </p:sp>
      <p:sp>
        <p:nvSpPr>
          <p:cNvPr id="23" name="tree-detail-3">
            <a:extLst xmlns:a="http://schemas.openxmlformats.org/drawingml/2006/main">
              <a:ext uri="{FF2B5EF4-FFF2-40B4-BE49-F238E27FC236}">
                <a16:creationId xmlns:a16="http://schemas.microsoft.com/office/drawing/2014/main" id="{0ACF9228-6EC3-4F87-8804-9A917122DE07}"/>
              </a:ext>
            </a:extLst>
          </p:cNvPr>
          <p:cNvSpPr>
            <a:spLocks xmlns:a="http://schemas.openxmlformats.org/drawingml/2006/main" noGrp="1"/>
          </p:cNvSpPr>
          <p:nvPr/>
        </p:nvSpPr>
        <p:spPr>
          <a:xfrm xmlns:a="http://schemas.openxmlformats.org/drawingml/2006/main">
            <a:off x="6381750" y="40290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每声道样本数×声道数</a:t>
            </a:r>
          </a:p>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×每样本存储字节数</a:t>
            </a:r>
          </a:p>
        </p:txBody>
      </p:sp>
      <p:sp>
        <p:nvSpPr>
          <p:cNvPr id="24" name="tree-link-4">
            <a:extLst xmlns:a="http://schemas.openxmlformats.org/drawingml/2006/main">
              <a:ext uri="{FF2B5EF4-FFF2-40B4-BE49-F238E27FC236}">
                <a16:creationId xmlns:a16="http://schemas.microsoft.com/office/drawing/2014/main" id="{1CB36DF3-80AF-46E7-B039-63EFE8C1390E}"/>
              </a:ext>
            </a:extLst>
          </p:cNvPr>
          <p:cNvSpPr>
            <a:spLocks xmlns:a="http://schemas.openxmlformats.org/drawingml/2006/main" noGrp="1"/>
          </p:cNvSpPr>
          <p:nvPr/>
        </p:nvSpPr>
        <p:spPr>
          <a:xfrm xmlns:a="http://schemas.openxmlformats.org/drawingml/2006/main">
            <a:off x="2914650" y="50482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5" name="tree-trunk-4">
            <a:extLst xmlns:a="http://schemas.openxmlformats.org/drawingml/2006/main">
              <a:ext uri="{FF2B5EF4-FFF2-40B4-BE49-F238E27FC236}">
                <a16:creationId xmlns:a16="http://schemas.microsoft.com/office/drawing/2014/main" id="{DA9F46C4-0C79-4AFA-89DA-FF5E0068F534}"/>
              </a:ext>
            </a:extLst>
          </p:cNvPr>
          <p:cNvSpPr>
            <a:spLocks xmlns:a="http://schemas.openxmlformats.org/drawingml/2006/main" noGrp="1"/>
          </p:cNvSpPr>
          <p:nvPr/>
        </p:nvSpPr>
        <p:spPr>
          <a:xfrm xmlns:a="http://schemas.openxmlformats.org/drawingml/2006/main">
            <a:off x="2914650" y="4324350"/>
            <a:ext cx="9525" cy="723900"/>
          </a:xfrm>
          <a:custGeom xmlns:a="http://schemas.openxmlformats.org/drawingml/2006/main">
            <a:pathLst>
              <a:path w="9525" h="723900">
                <a:moveTo>
                  <a:pt x="0" y="0"/>
                </a:moveTo>
                <a:lnTo>
                  <a:pt x="0" y="723900"/>
                </a:lnTo>
              </a:path>
            </a:pathLst>
          </a:custGeom>
          <a:noFill xmlns:a="http://schemas.openxmlformats.org/drawingml/2006/main"/>
          <a:ln xmlns:a="http://schemas.openxmlformats.org/drawingml/2006/main" w="19050">
            <a:solidFill>
              <a:srgbClr val="8C64E1"/>
            </a:solidFill>
          </a:ln>
        </p:spPr>
      </p:sp>
      <p:sp>
        <p:nvSpPr>
          <p:cNvPr id="26" name="tree-focus-4">
            <a:extLst xmlns:a="http://schemas.openxmlformats.org/drawingml/2006/main">
              <a:ext uri="{FF2B5EF4-FFF2-40B4-BE49-F238E27FC236}">
                <a16:creationId xmlns:a16="http://schemas.microsoft.com/office/drawing/2014/main" id="{E0844858-5642-41C1-BF22-2C59A70E3CFF}"/>
              </a:ext>
            </a:extLst>
          </p:cNvPr>
          <p:cNvSpPr>
            <a:spLocks xmlns:a="http://schemas.openxmlformats.org/drawingml/2006/main" noGrp="1"/>
          </p:cNvSpPr>
          <p:nvPr/>
        </p:nvSpPr>
        <p:spPr>
          <a:xfrm xmlns:a="http://schemas.openxmlformats.org/drawingml/2006/main">
            <a:off x="3333750" y="4743450"/>
            <a:ext cx="8248650" cy="7048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27" name="tree-node-4">
            <a:extLst xmlns:a="http://schemas.openxmlformats.org/drawingml/2006/main">
              <a:ext uri="{FF2B5EF4-FFF2-40B4-BE49-F238E27FC236}">
                <a16:creationId xmlns:a16="http://schemas.microsoft.com/office/drawing/2014/main" id="{41E5C23B-7EA9-439C-94B7-D2A9AE92A3F3}"/>
              </a:ext>
            </a:extLst>
          </p:cNvPr>
          <p:cNvSpPr>
            <a:spLocks xmlns:a="http://schemas.openxmlformats.org/drawingml/2006/main" noGrp="1"/>
          </p:cNvSpPr>
          <p:nvPr/>
        </p:nvSpPr>
        <p:spPr>
          <a:xfrm xmlns:a="http://schemas.openxmlformats.org/drawingml/2006/main">
            <a:off x="3476625" y="49053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逐帧未压缩视频</a:t>
            </a:r>
          </a:p>
        </p:txBody>
      </p:sp>
      <p:sp>
        <p:nvSpPr>
          <p:cNvPr id="28" name="tree-detail-4">
            <a:extLst xmlns:a="http://schemas.openxmlformats.org/drawingml/2006/main">
              <a:ext uri="{FF2B5EF4-FFF2-40B4-BE49-F238E27FC236}">
                <a16:creationId xmlns:a16="http://schemas.microsoft.com/office/drawing/2014/main" id="{82D457A1-ECC4-4199-ADBC-3FF0A9B81953}"/>
              </a:ext>
            </a:extLst>
          </p:cNvPr>
          <p:cNvSpPr>
            <a:spLocks xmlns:a="http://schemas.openxmlformats.org/drawingml/2006/main" noGrp="1"/>
          </p:cNvSpPr>
          <p:nvPr/>
        </p:nvSpPr>
        <p:spPr>
          <a:xfrm xmlns:a="http://schemas.openxmlformats.org/drawingml/2006/main">
            <a:off x="6381750" y="47529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单帧字节数×总帧数</a:t>
            </a:r>
          </a:p>
        </p:txBody>
      </p:sp>
    </p:spTree>
    <p:extLst>
      <p:ext uri="{BB962C8B-B14F-4D97-AF65-F5344CB8AC3E}">
        <p14:creationId xmlns:p14="http://schemas.microsoft.com/office/powerpoint/2010/main" val="1560500694"/>
      </p:ext>
    </p:extLst>
  </p:cSld>
</p:sld>
</file>

<file path=ppt/slides/slide8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用证据，把今天的关系补到树上</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视频数据量为什么可能很大？压缩改变什么？</a:t>
            </a:r>
          </a:p>
          <a:p xmlns:a="http://schemas.openxmlformats.org/drawingml/2006/main">
            <a:pPr algn="l">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请用计算或Demo D的结果说明。</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红框：本次新增</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
        <p:nvSpPr>
          <p:cNvPr id="15" name="tree-link-2">
            <a:extLst xmlns:a="http://schemas.openxmlformats.org/drawingml/2006/main">
              <a:ext uri="{FF2B5EF4-FFF2-40B4-BE49-F238E27FC236}">
                <a16:creationId xmlns:a16="http://schemas.microsoft.com/office/drawing/2014/main" id="{66C6BE6C-98B9-494D-A1B3-A02D8FC366D3}"/>
              </a:ext>
            </a:extLst>
          </p:cNvPr>
          <p:cNvSpPr>
            <a:spLocks xmlns:a="http://schemas.openxmlformats.org/drawingml/2006/main" noGrp="1"/>
          </p:cNvSpPr>
          <p:nvPr/>
        </p:nvSpPr>
        <p:spPr>
          <a:xfrm xmlns:a="http://schemas.openxmlformats.org/drawingml/2006/main">
            <a:off x="2914650" y="36004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6" name="tree-focus-2">
            <a:extLst xmlns:a="http://schemas.openxmlformats.org/drawingml/2006/main">
              <a:ext uri="{FF2B5EF4-FFF2-40B4-BE49-F238E27FC236}">
                <a16:creationId xmlns:a16="http://schemas.microsoft.com/office/drawing/2014/main" id="{2869B33C-F31D-405A-91A0-DFE7A416A9E1}"/>
              </a:ext>
            </a:extLst>
          </p:cNvPr>
          <p:cNvSpPr>
            <a:spLocks xmlns:a="http://schemas.openxmlformats.org/drawingml/2006/main" noGrp="1"/>
          </p:cNvSpPr>
          <p:nvPr/>
        </p:nvSpPr>
        <p:spPr>
          <a:xfrm xmlns:a="http://schemas.openxmlformats.org/drawingml/2006/main">
            <a:off x="3333750" y="32956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tree-node-2">
            <a:extLst xmlns:a="http://schemas.openxmlformats.org/drawingml/2006/main">
              <a:ext uri="{FF2B5EF4-FFF2-40B4-BE49-F238E27FC236}">
                <a16:creationId xmlns:a16="http://schemas.microsoft.com/office/drawing/2014/main" id="{5A56D062-B8B6-4568-B67F-7CF1BB43CD1E}"/>
              </a:ext>
            </a:extLst>
          </p:cNvPr>
          <p:cNvSpPr>
            <a:spLocks xmlns:a="http://schemas.openxmlformats.org/drawingml/2006/main" noGrp="1"/>
          </p:cNvSpPr>
          <p:nvPr/>
        </p:nvSpPr>
        <p:spPr>
          <a:xfrm xmlns:a="http://schemas.openxmlformats.org/drawingml/2006/main">
            <a:off x="3476625" y="34575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采样、量化、编码</a:t>
            </a:r>
          </a:p>
        </p:txBody>
      </p:sp>
      <p:sp>
        <p:nvSpPr>
          <p:cNvPr id="18" name="tree-detail-2">
            <a:extLst xmlns:a="http://schemas.openxmlformats.org/drawingml/2006/main">
              <a:ext uri="{FF2B5EF4-FFF2-40B4-BE49-F238E27FC236}">
                <a16:creationId xmlns:a16="http://schemas.microsoft.com/office/drawing/2014/main" id="{49DA3B6E-26B7-4021-B869-667F1693F9EA}"/>
              </a:ext>
            </a:extLst>
          </p:cNvPr>
          <p:cNvSpPr>
            <a:spLocks xmlns:a="http://schemas.openxmlformats.org/drawingml/2006/main" noGrp="1"/>
          </p:cNvSpPr>
          <p:nvPr/>
        </p:nvSpPr>
        <p:spPr>
          <a:xfrm xmlns:a="http://schemas.openxmlformats.org/drawingml/2006/main">
            <a:off x="6381750" y="33051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定时刻；定代表值；写码字</a:t>
            </a:r>
          </a:p>
        </p:txBody>
      </p:sp>
      <p:sp>
        <p:nvSpPr>
          <p:cNvPr id="19" name="tree-link-3">
            <a:extLst xmlns:a="http://schemas.openxmlformats.org/drawingml/2006/main">
              <a:ext uri="{FF2B5EF4-FFF2-40B4-BE49-F238E27FC236}">
                <a16:creationId xmlns:a16="http://schemas.microsoft.com/office/drawing/2014/main" id="{A0ADAB27-3E5E-4AC8-8B86-1AE5504DBF83}"/>
              </a:ext>
            </a:extLst>
          </p:cNvPr>
          <p:cNvSpPr>
            <a:spLocks xmlns:a="http://schemas.openxmlformats.org/drawingml/2006/main" noGrp="1"/>
          </p:cNvSpPr>
          <p:nvPr/>
        </p:nvSpPr>
        <p:spPr>
          <a:xfrm xmlns:a="http://schemas.openxmlformats.org/drawingml/2006/main">
            <a:off x="2914650" y="43243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0" name="tree-trunk-3">
            <a:extLst xmlns:a="http://schemas.openxmlformats.org/drawingml/2006/main">
              <a:ext uri="{FF2B5EF4-FFF2-40B4-BE49-F238E27FC236}">
                <a16:creationId xmlns:a16="http://schemas.microsoft.com/office/drawing/2014/main" id="{F7C8880B-559B-4AD8-83C2-211EBACC9970}"/>
              </a:ext>
            </a:extLst>
          </p:cNvPr>
          <p:cNvSpPr>
            <a:spLocks xmlns:a="http://schemas.openxmlformats.org/drawingml/2006/main" noGrp="1"/>
          </p:cNvSpPr>
          <p:nvPr/>
        </p:nvSpPr>
        <p:spPr>
          <a:xfrm xmlns:a="http://schemas.openxmlformats.org/drawingml/2006/main">
            <a:off x="2914650" y="4105275"/>
            <a:ext cx="9525" cy="219075"/>
          </a:xfrm>
          <a:custGeom xmlns:a="http://schemas.openxmlformats.org/drawingml/2006/main">
            <a:pathLst>
              <a:path w="9525" h="219075">
                <a:moveTo>
                  <a:pt x="0" y="0"/>
                </a:moveTo>
                <a:lnTo>
                  <a:pt x="0" y="219075"/>
                </a:lnTo>
              </a:path>
            </a:pathLst>
          </a:custGeom>
          <a:noFill xmlns:a="http://schemas.openxmlformats.org/drawingml/2006/main"/>
          <a:ln xmlns:a="http://schemas.openxmlformats.org/drawingml/2006/main" w="19050">
            <a:solidFill>
              <a:srgbClr val="8C64E1"/>
            </a:solidFill>
          </a:ln>
        </p:spPr>
      </p:sp>
      <p:sp>
        <p:nvSpPr>
          <p:cNvPr id="21" name="tree-focus-3">
            <a:extLst xmlns:a="http://schemas.openxmlformats.org/drawingml/2006/main">
              <a:ext uri="{FF2B5EF4-FFF2-40B4-BE49-F238E27FC236}">
                <a16:creationId xmlns:a16="http://schemas.microsoft.com/office/drawing/2014/main" id="{3C2DD68F-4026-4402-AB97-C401D04E3CCE}"/>
              </a:ext>
            </a:extLst>
          </p:cNvPr>
          <p:cNvSpPr>
            <a:spLocks xmlns:a="http://schemas.openxmlformats.org/drawingml/2006/main" noGrp="1"/>
          </p:cNvSpPr>
          <p:nvPr/>
        </p:nvSpPr>
        <p:spPr>
          <a:xfrm xmlns:a="http://schemas.openxmlformats.org/drawingml/2006/main">
            <a:off x="3333750" y="40195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2" name="tree-node-3">
            <a:extLst xmlns:a="http://schemas.openxmlformats.org/drawingml/2006/main">
              <a:ext uri="{FF2B5EF4-FFF2-40B4-BE49-F238E27FC236}">
                <a16:creationId xmlns:a16="http://schemas.microsoft.com/office/drawing/2014/main" id="{ABFAB60C-377D-4D03-A555-1B9DBE9FC701}"/>
              </a:ext>
            </a:extLst>
          </p:cNvPr>
          <p:cNvSpPr>
            <a:spLocks xmlns:a="http://schemas.openxmlformats.org/drawingml/2006/main" noGrp="1"/>
          </p:cNvSpPr>
          <p:nvPr/>
        </p:nvSpPr>
        <p:spPr>
          <a:xfrm xmlns:a="http://schemas.openxmlformats.org/drawingml/2006/main">
            <a:off x="3476625" y="41814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未压缩PCM</a:t>
            </a:r>
          </a:p>
        </p:txBody>
      </p:sp>
      <p:sp>
        <p:nvSpPr>
          <p:cNvPr id="23" name="tree-detail-3">
            <a:extLst xmlns:a="http://schemas.openxmlformats.org/drawingml/2006/main">
              <a:ext uri="{FF2B5EF4-FFF2-40B4-BE49-F238E27FC236}">
                <a16:creationId xmlns:a16="http://schemas.microsoft.com/office/drawing/2014/main" id="{0ACF9228-6EC3-4F87-8804-9A917122DE07}"/>
              </a:ext>
            </a:extLst>
          </p:cNvPr>
          <p:cNvSpPr>
            <a:spLocks xmlns:a="http://schemas.openxmlformats.org/drawingml/2006/main" noGrp="1"/>
          </p:cNvSpPr>
          <p:nvPr/>
        </p:nvSpPr>
        <p:spPr>
          <a:xfrm xmlns:a="http://schemas.openxmlformats.org/drawingml/2006/main">
            <a:off x="6381750" y="40290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每声道样本数×声道数</a:t>
            </a:r>
          </a:p>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×每样本存储字节数</a:t>
            </a:r>
          </a:p>
        </p:txBody>
      </p:sp>
      <p:sp>
        <p:nvSpPr>
          <p:cNvPr id="24" name="tree-link-4">
            <a:extLst xmlns:a="http://schemas.openxmlformats.org/drawingml/2006/main">
              <a:ext uri="{FF2B5EF4-FFF2-40B4-BE49-F238E27FC236}">
                <a16:creationId xmlns:a16="http://schemas.microsoft.com/office/drawing/2014/main" id="{1CB36DF3-80AF-46E7-B039-63EFE8C1390E}"/>
              </a:ext>
            </a:extLst>
          </p:cNvPr>
          <p:cNvSpPr>
            <a:spLocks xmlns:a="http://schemas.openxmlformats.org/drawingml/2006/main" noGrp="1"/>
          </p:cNvSpPr>
          <p:nvPr/>
        </p:nvSpPr>
        <p:spPr>
          <a:xfrm xmlns:a="http://schemas.openxmlformats.org/drawingml/2006/main">
            <a:off x="2914650" y="50482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5" name="tree-trunk-4">
            <a:extLst xmlns:a="http://schemas.openxmlformats.org/drawingml/2006/main">
              <a:ext uri="{FF2B5EF4-FFF2-40B4-BE49-F238E27FC236}">
                <a16:creationId xmlns:a16="http://schemas.microsoft.com/office/drawing/2014/main" id="{DA9F46C4-0C79-4AFA-89DA-FF5E0068F534}"/>
              </a:ext>
            </a:extLst>
          </p:cNvPr>
          <p:cNvSpPr>
            <a:spLocks xmlns:a="http://schemas.openxmlformats.org/drawingml/2006/main" noGrp="1"/>
          </p:cNvSpPr>
          <p:nvPr/>
        </p:nvSpPr>
        <p:spPr>
          <a:xfrm xmlns:a="http://schemas.openxmlformats.org/drawingml/2006/main">
            <a:off x="2914650" y="4324350"/>
            <a:ext cx="9525" cy="723900"/>
          </a:xfrm>
          <a:custGeom xmlns:a="http://schemas.openxmlformats.org/drawingml/2006/main">
            <a:pathLst>
              <a:path w="9525" h="723900">
                <a:moveTo>
                  <a:pt x="0" y="0"/>
                </a:moveTo>
                <a:lnTo>
                  <a:pt x="0" y="723900"/>
                </a:lnTo>
              </a:path>
            </a:pathLst>
          </a:custGeom>
          <a:noFill xmlns:a="http://schemas.openxmlformats.org/drawingml/2006/main"/>
          <a:ln xmlns:a="http://schemas.openxmlformats.org/drawingml/2006/main" w="19050">
            <a:solidFill>
              <a:srgbClr val="8C64E1"/>
            </a:solidFill>
          </a:ln>
        </p:spPr>
      </p:sp>
      <p:sp>
        <p:nvSpPr>
          <p:cNvPr id="26" name="tree-focus-4">
            <a:extLst xmlns:a="http://schemas.openxmlformats.org/drawingml/2006/main">
              <a:ext uri="{FF2B5EF4-FFF2-40B4-BE49-F238E27FC236}">
                <a16:creationId xmlns:a16="http://schemas.microsoft.com/office/drawing/2014/main" id="{E0844858-5642-41C1-BF22-2C59A70E3CFF}"/>
              </a:ext>
            </a:extLst>
          </p:cNvPr>
          <p:cNvSpPr>
            <a:spLocks xmlns:a="http://schemas.openxmlformats.org/drawingml/2006/main" noGrp="1"/>
          </p:cNvSpPr>
          <p:nvPr/>
        </p:nvSpPr>
        <p:spPr>
          <a:xfrm xmlns:a="http://schemas.openxmlformats.org/drawingml/2006/main">
            <a:off x="3333750" y="47434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7" name="tree-node-4">
            <a:extLst xmlns:a="http://schemas.openxmlformats.org/drawingml/2006/main">
              <a:ext uri="{FF2B5EF4-FFF2-40B4-BE49-F238E27FC236}">
                <a16:creationId xmlns:a16="http://schemas.microsoft.com/office/drawing/2014/main" id="{41E5C23B-7EA9-439C-94B7-D2A9AE92A3F3}"/>
              </a:ext>
            </a:extLst>
          </p:cNvPr>
          <p:cNvSpPr>
            <a:spLocks xmlns:a="http://schemas.openxmlformats.org/drawingml/2006/main" noGrp="1"/>
          </p:cNvSpPr>
          <p:nvPr/>
        </p:nvSpPr>
        <p:spPr>
          <a:xfrm xmlns:a="http://schemas.openxmlformats.org/drawingml/2006/main">
            <a:off x="3476625" y="49053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逐帧未压缩视频</a:t>
            </a:r>
          </a:p>
        </p:txBody>
      </p:sp>
      <p:sp>
        <p:nvSpPr>
          <p:cNvPr id="28" name="tree-detail-4">
            <a:extLst xmlns:a="http://schemas.openxmlformats.org/drawingml/2006/main">
              <a:ext uri="{FF2B5EF4-FFF2-40B4-BE49-F238E27FC236}">
                <a16:creationId xmlns:a16="http://schemas.microsoft.com/office/drawing/2014/main" id="{82D457A1-ECC4-4199-ADBC-3FF0A9B81953}"/>
              </a:ext>
            </a:extLst>
          </p:cNvPr>
          <p:cNvSpPr>
            <a:spLocks xmlns:a="http://schemas.openxmlformats.org/drawingml/2006/main" noGrp="1"/>
          </p:cNvSpPr>
          <p:nvPr/>
        </p:nvSpPr>
        <p:spPr>
          <a:xfrm xmlns:a="http://schemas.openxmlformats.org/drawingml/2006/main">
            <a:off x="6381750" y="47529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单帧字节数×总帧数</a:t>
            </a:r>
          </a:p>
        </p:txBody>
      </p:sp>
      <p:sp>
        <p:nvSpPr>
          <p:cNvPr id="29" name="tree-link-5">
            <a:extLst xmlns:a="http://schemas.openxmlformats.org/drawingml/2006/main">
              <a:ext uri="{FF2B5EF4-FFF2-40B4-BE49-F238E27FC236}">
                <a16:creationId xmlns:a16="http://schemas.microsoft.com/office/drawing/2014/main" id="{463759E1-DFF0-4CA4-B119-F8B7A0A4AEC5}"/>
              </a:ext>
            </a:extLst>
          </p:cNvPr>
          <p:cNvSpPr>
            <a:spLocks xmlns:a="http://schemas.openxmlformats.org/drawingml/2006/main" noGrp="1"/>
          </p:cNvSpPr>
          <p:nvPr/>
        </p:nvSpPr>
        <p:spPr>
          <a:xfrm xmlns:a="http://schemas.openxmlformats.org/drawingml/2006/main">
            <a:off x="2914650" y="57721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30" name="tree-trunk-5">
            <a:extLst xmlns:a="http://schemas.openxmlformats.org/drawingml/2006/main">
              <a:ext uri="{FF2B5EF4-FFF2-40B4-BE49-F238E27FC236}">
                <a16:creationId xmlns:a16="http://schemas.microsoft.com/office/drawing/2014/main" id="{04027E28-FED3-4483-AB7D-85199C0C18AF}"/>
              </a:ext>
            </a:extLst>
          </p:cNvPr>
          <p:cNvSpPr>
            <a:spLocks xmlns:a="http://schemas.openxmlformats.org/drawingml/2006/main" noGrp="1"/>
          </p:cNvSpPr>
          <p:nvPr/>
        </p:nvSpPr>
        <p:spPr>
          <a:xfrm xmlns:a="http://schemas.openxmlformats.org/drawingml/2006/main">
            <a:off x="2914650" y="5048250"/>
            <a:ext cx="9525" cy="723900"/>
          </a:xfrm>
          <a:custGeom xmlns:a="http://schemas.openxmlformats.org/drawingml/2006/main">
            <a:pathLst>
              <a:path w="9525" h="723900">
                <a:moveTo>
                  <a:pt x="0" y="0"/>
                </a:moveTo>
                <a:lnTo>
                  <a:pt x="0" y="723900"/>
                </a:lnTo>
              </a:path>
            </a:pathLst>
          </a:custGeom>
          <a:noFill xmlns:a="http://schemas.openxmlformats.org/drawingml/2006/main"/>
          <a:ln xmlns:a="http://schemas.openxmlformats.org/drawingml/2006/main" w="19050">
            <a:solidFill>
              <a:srgbClr val="8C64E1"/>
            </a:solidFill>
          </a:ln>
        </p:spPr>
      </p:sp>
      <p:sp>
        <p:nvSpPr>
          <p:cNvPr id="31" name="tree-focus-5">
            <a:extLst xmlns:a="http://schemas.openxmlformats.org/drawingml/2006/main">
              <a:ext uri="{FF2B5EF4-FFF2-40B4-BE49-F238E27FC236}">
                <a16:creationId xmlns:a16="http://schemas.microsoft.com/office/drawing/2014/main" id="{10C01FA3-20E4-4A7E-881E-2344A85AA799}"/>
              </a:ext>
            </a:extLst>
          </p:cNvPr>
          <p:cNvSpPr>
            <a:spLocks xmlns:a="http://schemas.openxmlformats.org/drawingml/2006/main" noGrp="1"/>
          </p:cNvSpPr>
          <p:nvPr/>
        </p:nvSpPr>
        <p:spPr>
          <a:xfrm xmlns:a="http://schemas.openxmlformats.org/drawingml/2006/main">
            <a:off x="3333750" y="5467350"/>
            <a:ext cx="8248650" cy="7048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32" name="tree-node-5">
            <a:extLst xmlns:a="http://schemas.openxmlformats.org/drawingml/2006/main">
              <a:ext uri="{FF2B5EF4-FFF2-40B4-BE49-F238E27FC236}">
                <a16:creationId xmlns:a16="http://schemas.microsoft.com/office/drawing/2014/main" id="{650BEF4C-1A7E-4291-9282-166E29814291}"/>
              </a:ext>
            </a:extLst>
          </p:cNvPr>
          <p:cNvSpPr>
            <a:spLocks xmlns:a="http://schemas.openxmlformats.org/drawingml/2006/main" noGrp="1"/>
          </p:cNvSpPr>
          <p:nvPr/>
        </p:nvSpPr>
        <p:spPr>
          <a:xfrm xmlns:a="http://schemas.openxmlformats.org/drawingml/2006/main">
            <a:off x="3476625" y="56292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压缩与恢复</a:t>
            </a:r>
          </a:p>
        </p:txBody>
      </p:sp>
      <p:sp>
        <p:nvSpPr>
          <p:cNvPr id="33" name="tree-detail-5">
            <a:extLst xmlns:a="http://schemas.openxmlformats.org/drawingml/2006/main">
              <a:ext uri="{FF2B5EF4-FFF2-40B4-BE49-F238E27FC236}">
                <a16:creationId xmlns:a16="http://schemas.microsoft.com/office/drawing/2014/main" id="{D1EE542A-8447-4FA3-A14C-B7D0865E6AB0}"/>
              </a:ext>
            </a:extLst>
          </p:cNvPr>
          <p:cNvSpPr>
            <a:spLocks xmlns:a="http://schemas.openxmlformats.org/drawingml/2006/main" noGrp="1"/>
          </p:cNvSpPr>
          <p:nvPr/>
        </p:nvSpPr>
        <p:spPr>
          <a:xfrm xmlns:a="http://schemas.openxmlformats.org/drawingml/2006/main">
            <a:off x="6381750" y="54768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目标：减少数据量</a:t>
            </a:r>
          </a:p>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能否完整恢复，区分无损／有损</a:t>
            </a:r>
          </a:p>
        </p:txBody>
      </p:sp>
    </p:spTree>
    <p:extLst>
      <p:ext uri="{BB962C8B-B14F-4D97-AF65-F5344CB8AC3E}">
        <p14:creationId xmlns:p14="http://schemas.microsoft.com/office/powerpoint/2010/main" val="1560500694"/>
      </p:ext>
    </p:extLst>
  </p:cSld>
</p:sld>
</file>

<file path=ppt/slides/slide8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806A80F-9517-4119-88B4-5801120B0F5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D69891D-09F9-45E6-AD82-32014DA14FEE}"/>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D9505BC-8BAE-476B-B792-422FC27E716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可选拓展：这些采样值能唯一确定波形吗？</a:t>
            </a:r>
          </a:p>
        </p:txBody>
      </p:sp>
      <p:sp>
        <p:nvSpPr>
          <p:cNvPr id="5" name="text">
            <a:extLst xmlns:a="http://schemas.openxmlformats.org/drawingml/2006/main">
              <a:ext uri="{FF2B5EF4-FFF2-40B4-BE49-F238E27FC236}">
                <a16:creationId xmlns:a16="http://schemas.microsoft.com/office/drawing/2014/main" id="{C8286C03-42E6-4640-9B6F-C64D1D3F0C11}"/>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t＝0、0.5、1s；对应观测值依次为1、−1、1。</a:t>
            </a:r>
          </a:p>
        </p:txBody>
      </p:sp>
      <p:sp>
        <p:nvSpPr>
          <p:cNvPr id="6" name="candidate-0">
            <a:extLst xmlns:a="http://schemas.openxmlformats.org/drawingml/2006/main">
              <a:ext uri="{FF2B5EF4-FFF2-40B4-BE49-F238E27FC236}">
                <a16:creationId xmlns:a16="http://schemas.microsoft.com/office/drawing/2014/main" id="{BEC14842-E662-4554-AC1E-0E2A4401CDE5}"/>
              </a:ext>
            </a:extLst>
          </p:cNvPr>
          <p:cNvSpPr>
            <a:spLocks xmlns:a="http://schemas.openxmlformats.org/drawingml/2006/main" noGrp="1"/>
          </p:cNvSpPr>
          <p:nvPr/>
        </p:nvSpPr>
        <p:spPr>
          <a:xfrm xmlns:a="http://schemas.openxmlformats.org/drawingml/2006/main">
            <a:off x="609600" y="2724150"/>
            <a:ext cx="138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候选A</a:t>
            </a:r>
          </a:p>
        </p:txBody>
      </p:sp>
      <p:sp>
        <p:nvSpPr>
          <p:cNvPr id="7" name="alias-axis-0">
            <a:extLst xmlns:a="http://schemas.openxmlformats.org/drawingml/2006/main">
              <a:ext uri="{FF2B5EF4-FFF2-40B4-BE49-F238E27FC236}">
                <a16:creationId xmlns:a16="http://schemas.microsoft.com/office/drawing/2014/main" id="{5D9378BF-6D93-45EB-8C29-9452C7E833C7}"/>
              </a:ext>
            </a:extLst>
          </p:cNvPr>
          <p:cNvSpPr>
            <a:spLocks xmlns:a="http://schemas.openxmlformats.org/drawingml/2006/main" noGrp="1"/>
          </p:cNvSpPr>
          <p:nvPr/>
        </p:nvSpPr>
        <p:spPr>
          <a:xfrm xmlns:a="http://schemas.openxmlformats.org/drawingml/2006/main">
            <a:off x="2238375" y="3000375"/>
            <a:ext cx="8096250" cy="9525"/>
          </a:xfrm>
          <a:custGeom xmlns:a="http://schemas.openxmlformats.org/drawingml/2006/main">
            <a:pathLst>
              <a:path w="8096250" h="9525">
                <a:moveTo>
                  <a:pt x="0" y="0"/>
                </a:moveTo>
                <a:lnTo>
                  <a:pt x="8096250" y="0"/>
                </a:lnTo>
              </a:path>
            </a:pathLst>
          </a:custGeom>
          <a:noFill xmlns:a="http://schemas.openxmlformats.org/drawingml/2006/main"/>
          <a:ln xmlns:a="http://schemas.openxmlformats.org/drawingml/2006/main" w="11430">
            <a:solidFill>
              <a:srgbClr val="808080"/>
            </a:solidFill>
          </a:ln>
        </p:spPr>
      </p:sp>
      <p:sp>
        <p:nvSpPr>
          <p:cNvPr id="8" name="shared-sample-0-0">
            <a:extLst xmlns:a="http://schemas.openxmlformats.org/drawingml/2006/main">
              <a:ext uri="{FF2B5EF4-FFF2-40B4-BE49-F238E27FC236}">
                <a16:creationId xmlns:a16="http://schemas.microsoft.com/office/drawing/2014/main" id="{5F033010-16B1-472F-97C2-9A18C917E581}"/>
              </a:ext>
            </a:extLst>
          </p:cNvPr>
          <p:cNvSpPr>
            <a:spLocks xmlns:a="http://schemas.openxmlformats.org/drawingml/2006/main" noGrp="1"/>
          </p:cNvSpPr>
          <p:nvPr/>
        </p:nvSpPr>
        <p:spPr>
          <a:xfrm xmlns:a="http://schemas.openxmlformats.org/drawingml/2006/main">
            <a:off x="2181225" y="23241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9" name="alias-tick-0-0">
            <a:extLst xmlns:a="http://schemas.openxmlformats.org/drawingml/2006/main">
              <a:ext uri="{FF2B5EF4-FFF2-40B4-BE49-F238E27FC236}">
                <a16:creationId xmlns:a16="http://schemas.microsoft.com/office/drawing/2014/main" id="{754E1DE1-33B8-4075-8B26-8CB5D08FFF63}"/>
              </a:ext>
            </a:extLst>
          </p:cNvPr>
          <p:cNvSpPr>
            <a:spLocks xmlns:a="http://schemas.openxmlformats.org/drawingml/2006/main" noGrp="1"/>
          </p:cNvSpPr>
          <p:nvPr/>
        </p:nvSpPr>
        <p:spPr>
          <a:xfrm xmlns:a="http://schemas.openxmlformats.org/drawingml/2006/main">
            <a:off x="1952625"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0" name="shared-sample-0-1">
            <a:extLst xmlns:a="http://schemas.openxmlformats.org/drawingml/2006/main">
              <a:ext uri="{FF2B5EF4-FFF2-40B4-BE49-F238E27FC236}">
                <a16:creationId xmlns:a16="http://schemas.microsoft.com/office/drawing/2014/main" id="{EA924DB8-3C54-4144-8CB3-7D582E3CB6D2}"/>
              </a:ext>
            </a:extLst>
          </p:cNvPr>
          <p:cNvSpPr>
            <a:spLocks xmlns:a="http://schemas.openxmlformats.org/drawingml/2006/main" noGrp="1"/>
          </p:cNvSpPr>
          <p:nvPr/>
        </p:nvSpPr>
        <p:spPr>
          <a:xfrm xmlns:a="http://schemas.openxmlformats.org/drawingml/2006/main">
            <a:off x="6229350" y="356235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1" name="alias-tick-0-1">
            <a:extLst xmlns:a="http://schemas.openxmlformats.org/drawingml/2006/main">
              <a:ext uri="{FF2B5EF4-FFF2-40B4-BE49-F238E27FC236}">
                <a16:creationId xmlns:a16="http://schemas.microsoft.com/office/drawing/2014/main" id="{F46D2A80-CE4F-4EC6-8B0F-949661ABE8E1}"/>
              </a:ext>
            </a:extLst>
          </p:cNvPr>
          <p:cNvSpPr>
            <a:spLocks xmlns:a="http://schemas.openxmlformats.org/drawingml/2006/main" noGrp="1"/>
          </p:cNvSpPr>
          <p:nvPr/>
        </p:nvSpPr>
        <p:spPr>
          <a:xfrm xmlns:a="http://schemas.openxmlformats.org/drawingml/2006/main">
            <a:off x="6000750"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12" name="shared-sample-0-2">
            <a:extLst xmlns:a="http://schemas.openxmlformats.org/drawingml/2006/main">
              <a:ext uri="{FF2B5EF4-FFF2-40B4-BE49-F238E27FC236}">
                <a16:creationId xmlns:a16="http://schemas.microsoft.com/office/drawing/2014/main" id="{242EBAFF-8352-40DF-9D55-882AAD142A04}"/>
              </a:ext>
            </a:extLst>
          </p:cNvPr>
          <p:cNvSpPr>
            <a:spLocks xmlns:a="http://schemas.openxmlformats.org/drawingml/2006/main" noGrp="1"/>
          </p:cNvSpPr>
          <p:nvPr/>
        </p:nvSpPr>
        <p:spPr>
          <a:xfrm xmlns:a="http://schemas.openxmlformats.org/drawingml/2006/main">
            <a:off x="10277475" y="23241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3" name="alias-tick-0-2">
            <a:extLst xmlns:a="http://schemas.openxmlformats.org/drawingml/2006/main">
              <a:ext uri="{FF2B5EF4-FFF2-40B4-BE49-F238E27FC236}">
                <a16:creationId xmlns:a16="http://schemas.microsoft.com/office/drawing/2014/main" id="{16DC3332-AB87-44A5-AB90-ECB9B64273B7}"/>
              </a:ext>
            </a:extLst>
          </p:cNvPr>
          <p:cNvSpPr>
            <a:spLocks xmlns:a="http://schemas.openxmlformats.org/drawingml/2006/main" noGrp="1"/>
          </p:cNvSpPr>
          <p:nvPr/>
        </p:nvSpPr>
        <p:spPr>
          <a:xfrm xmlns:a="http://schemas.openxmlformats.org/drawingml/2006/main">
            <a:off x="10048875"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14" name="candidate-1">
            <a:extLst xmlns:a="http://schemas.openxmlformats.org/drawingml/2006/main">
              <a:ext uri="{FF2B5EF4-FFF2-40B4-BE49-F238E27FC236}">
                <a16:creationId xmlns:a16="http://schemas.microsoft.com/office/drawing/2014/main" id="{49967295-AF50-4457-93AF-9ADC742D7A3C}"/>
              </a:ext>
            </a:extLst>
          </p:cNvPr>
          <p:cNvSpPr>
            <a:spLocks xmlns:a="http://schemas.openxmlformats.org/drawingml/2006/main" noGrp="1"/>
          </p:cNvSpPr>
          <p:nvPr/>
        </p:nvSpPr>
        <p:spPr>
          <a:xfrm xmlns:a="http://schemas.openxmlformats.org/drawingml/2006/main">
            <a:off x="609600" y="4438650"/>
            <a:ext cx="138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候选B</a:t>
            </a:r>
          </a:p>
        </p:txBody>
      </p:sp>
      <p:sp>
        <p:nvSpPr>
          <p:cNvPr id="15" name="alias-axis-1">
            <a:extLst xmlns:a="http://schemas.openxmlformats.org/drawingml/2006/main">
              <a:ext uri="{FF2B5EF4-FFF2-40B4-BE49-F238E27FC236}">
                <a16:creationId xmlns:a16="http://schemas.microsoft.com/office/drawing/2014/main" id="{A4483768-546C-4929-B13C-49D1D3A27E92}"/>
              </a:ext>
            </a:extLst>
          </p:cNvPr>
          <p:cNvSpPr>
            <a:spLocks xmlns:a="http://schemas.openxmlformats.org/drawingml/2006/main" noGrp="1"/>
          </p:cNvSpPr>
          <p:nvPr/>
        </p:nvSpPr>
        <p:spPr>
          <a:xfrm xmlns:a="http://schemas.openxmlformats.org/drawingml/2006/main">
            <a:off x="2238375" y="4714875"/>
            <a:ext cx="8096250" cy="9525"/>
          </a:xfrm>
          <a:custGeom xmlns:a="http://schemas.openxmlformats.org/drawingml/2006/main">
            <a:pathLst>
              <a:path w="8096250" h="9525">
                <a:moveTo>
                  <a:pt x="0" y="0"/>
                </a:moveTo>
                <a:lnTo>
                  <a:pt x="8096250" y="0"/>
                </a:lnTo>
              </a:path>
            </a:pathLst>
          </a:custGeom>
          <a:noFill xmlns:a="http://schemas.openxmlformats.org/drawingml/2006/main"/>
          <a:ln xmlns:a="http://schemas.openxmlformats.org/drawingml/2006/main" w="11430">
            <a:solidFill>
              <a:srgbClr val="808080"/>
            </a:solidFill>
          </a:ln>
        </p:spPr>
      </p:sp>
      <p:sp>
        <p:nvSpPr>
          <p:cNvPr id="16" name="shared-sample-1-0">
            <a:extLst xmlns:a="http://schemas.openxmlformats.org/drawingml/2006/main">
              <a:ext uri="{FF2B5EF4-FFF2-40B4-BE49-F238E27FC236}">
                <a16:creationId xmlns:a16="http://schemas.microsoft.com/office/drawing/2014/main" id="{CB9388B5-3809-40E8-ABFB-7FC69037D621}"/>
              </a:ext>
            </a:extLst>
          </p:cNvPr>
          <p:cNvSpPr>
            <a:spLocks xmlns:a="http://schemas.openxmlformats.org/drawingml/2006/main" noGrp="1"/>
          </p:cNvSpPr>
          <p:nvPr/>
        </p:nvSpPr>
        <p:spPr>
          <a:xfrm xmlns:a="http://schemas.openxmlformats.org/drawingml/2006/main">
            <a:off x="2181225" y="40386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7" name="alias-tick-1-0">
            <a:extLst xmlns:a="http://schemas.openxmlformats.org/drawingml/2006/main">
              <a:ext uri="{FF2B5EF4-FFF2-40B4-BE49-F238E27FC236}">
                <a16:creationId xmlns:a16="http://schemas.microsoft.com/office/drawing/2014/main" id="{B286B9F3-8C69-465F-9671-20097A3F5952}"/>
              </a:ext>
            </a:extLst>
          </p:cNvPr>
          <p:cNvSpPr>
            <a:spLocks xmlns:a="http://schemas.openxmlformats.org/drawingml/2006/main" noGrp="1"/>
          </p:cNvSpPr>
          <p:nvPr/>
        </p:nvSpPr>
        <p:spPr>
          <a:xfrm xmlns:a="http://schemas.openxmlformats.org/drawingml/2006/main">
            <a:off x="1952625"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8" name="shared-sample-1-1">
            <a:extLst xmlns:a="http://schemas.openxmlformats.org/drawingml/2006/main">
              <a:ext uri="{FF2B5EF4-FFF2-40B4-BE49-F238E27FC236}">
                <a16:creationId xmlns:a16="http://schemas.microsoft.com/office/drawing/2014/main" id="{D8E3C34D-D25B-494C-A84F-750635E4594C}"/>
              </a:ext>
            </a:extLst>
          </p:cNvPr>
          <p:cNvSpPr>
            <a:spLocks xmlns:a="http://schemas.openxmlformats.org/drawingml/2006/main" noGrp="1"/>
          </p:cNvSpPr>
          <p:nvPr/>
        </p:nvSpPr>
        <p:spPr>
          <a:xfrm xmlns:a="http://schemas.openxmlformats.org/drawingml/2006/main">
            <a:off x="6229350" y="527685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9" name="alias-tick-1-1">
            <a:extLst xmlns:a="http://schemas.openxmlformats.org/drawingml/2006/main">
              <a:ext uri="{FF2B5EF4-FFF2-40B4-BE49-F238E27FC236}">
                <a16:creationId xmlns:a16="http://schemas.microsoft.com/office/drawing/2014/main" id="{2895330F-B68E-426B-B0D3-ABB1953DAB17}"/>
              </a:ext>
            </a:extLst>
          </p:cNvPr>
          <p:cNvSpPr>
            <a:spLocks xmlns:a="http://schemas.openxmlformats.org/drawingml/2006/main" noGrp="1"/>
          </p:cNvSpPr>
          <p:nvPr/>
        </p:nvSpPr>
        <p:spPr>
          <a:xfrm xmlns:a="http://schemas.openxmlformats.org/drawingml/2006/main">
            <a:off x="6000750"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20" name="shared-sample-1-2">
            <a:extLst xmlns:a="http://schemas.openxmlformats.org/drawingml/2006/main">
              <a:ext uri="{FF2B5EF4-FFF2-40B4-BE49-F238E27FC236}">
                <a16:creationId xmlns:a16="http://schemas.microsoft.com/office/drawing/2014/main" id="{6AE572EB-A2A6-4DC9-BA16-E383B6CBBF2B}"/>
              </a:ext>
            </a:extLst>
          </p:cNvPr>
          <p:cNvSpPr>
            <a:spLocks xmlns:a="http://schemas.openxmlformats.org/drawingml/2006/main" noGrp="1"/>
          </p:cNvSpPr>
          <p:nvPr/>
        </p:nvSpPr>
        <p:spPr>
          <a:xfrm xmlns:a="http://schemas.openxmlformats.org/drawingml/2006/main">
            <a:off x="10277475" y="40386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21" name="alias-tick-1-2">
            <a:extLst xmlns:a="http://schemas.openxmlformats.org/drawingml/2006/main">
              <a:ext uri="{FF2B5EF4-FFF2-40B4-BE49-F238E27FC236}">
                <a16:creationId xmlns:a16="http://schemas.microsoft.com/office/drawing/2014/main" id="{7D826BF8-E9EB-4399-823B-0CF7F7E5CFDB}"/>
              </a:ext>
            </a:extLst>
          </p:cNvPr>
          <p:cNvSpPr>
            <a:spLocks xmlns:a="http://schemas.openxmlformats.org/drawingml/2006/main" noGrp="1"/>
          </p:cNvSpPr>
          <p:nvPr/>
        </p:nvSpPr>
        <p:spPr>
          <a:xfrm xmlns:a="http://schemas.openxmlformats.org/drawingml/2006/main">
            <a:off x="10048875"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2" name="alias-prediction">
            <a:extLst xmlns:a="http://schemas.openxmlformats.org/drawingml/2006/main">
              <a:ext uri="{FF2B5EF4-FFF2-40B4-BE49-F238E27FC236}">
                <a16:creationId xmlns:a16="http://schemas.microsoft.com/office/drawing/2014/main" id="{75AA7D92-C0B0-4CAD-9B1F-86A6D86C7529}"/>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先作出判断，再说明依据。</a:t>
            </a:r>
          </a:p>
        </p:txBody>
      </p:sp>
    </p:spTree>
    <p:extLst>
      <p:ext uri="{BB962C8B-B14F-4D97-AF65-F5344CB8AC3E}">
        <p14:creationId xmlns:p14="http://schemas.microsoft.com/office/powerpoint/2010/main" val="1752247001"/>
      </p:ext>
    </p:extLst>
  </p:cSld>
</p:sld>
</file>

<file path=ppt/slides/slide8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806A80F-9517-4119-88B4-5801120B0F5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D69891D-09F9-45E6-AD82-32014DA14FEE}"/>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D9505BC-8BAE-476B-B792-422FC27E716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可选拓展：这些采样值能唯一确定波形吗？</a:t>
            </a:r>
          </a:p>
        </p:txBody>
      </p:sp>
      <p:sp>
        <p:nvSpPr>
          <p:cNvPr id="5" name="text">
            <a:extLst xmlns:a="http://schemas.openxmlformats.org/drawingml/2006/main">
              <a:ext uri="{FF2B5EF4-FFF2-40B4-BE49-F238E27FC236}">
                <a16:creationId xmlns:a16="http://schemas.microsoft.com/office/drawing/2014/main" id="{C8286C03-42E6-4640-9B6F-C64D1D3F0C11}"/>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t＝0、0.5、1s；对应观测值依次为1、−1、1。</a:t>
            </a:r>
          </a:p>
        </p:txBody>
      </p:sp>
      <p:sp>
        <p:nvSpPr>
          <p:cNvPr id="6" name="candidate-0">
            <a:extLst xmlns:a="http://schemas.openxmlformats.org/drawingml/2006/main">
              <a:ext uri="{FF2B5EF4-FFF2-40B4-BE49-F238E27FC236}">
                <a16:creationId xmlns:a16="http://schemas.microsoft.com/office/drawing/2014/main" id="{BEC14842-E662-4554-AC1E-0E2A4401CDE5}"/>
              </a:ext>
            </a:extLst>
          </p:cNvPr>
          <p:cNvSpPr>
            <a:spLocks xmlns:a="http://schemas.openxmlformats.org/drawingml/2006/main" noGrp="1"/>
          </p:cNvSpPr>
          <p:nvPr/>
        </p:nvSpPr>
        <p:spPr>
          <a:xfrm xmlns:a="http://schemas.openxmlformats.org/drawingml/2006/main">
            <a:off x="609600" y="2724150"/>
            <a:ext cx="138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候选A</a:t>
            </a:r>
          </a:p>
        </p:txBody>
      </p:sp>
      <p:sp>
        <p:nvSpPr>
          <p:cNvPr id="7" name="alias-axis-0">
            <a:extLst xmlns:a="http://schemas.openxmlformats.org/drawingml/2006/main">
              <a:ext uri="{FF2B5EF4-FFF2-40B4-BE49-F238E27FC236}">
                <a16:creationId xmlns:a16="http://schemas.microsoft.com/office/drawing/2014/main" id="{5D9378BF-6D93-45EB-8C29-9452C7E833C7}"/>
              </a:ext>
            </a:extLst>
          </p:cNvPr>
          <p:cNvSpPr>
            <a:spLocks xmlns:a="http://schemas.openxmlformats.org/drawingml/2006/main" noGrp="1"/>
          </p:cNvSpPr>
          <p:nvPr/>
        </p:nvSpPr>
        <p:spPr>
          <a:xfrm xmlns:a="http://schemas.openxmlformats.org/drawingml/2006/main">
            <a:off x="2238375" y="3000375"/>
            <a:ext cx="8096250" cy="9525"/>
          </a:xfrm>
          <a:custGeom xmlns:a="http://schemas.openxmlformats.org/drawingml/2006/main">
            <a:pathLst>
              <a:path w="8096250" h="9525">
                <a:moveTo>
                  <a:pt x="0" y="0"/>
                </a:moveTo>
                <a:lnTo>
                  <a:pt x="8096250" y="0"/>
                </a:lnTo>
              </a:path>
            </a:pathLst>
          </a:custGeom>
          <a:noFill xmlns:a="http://schemas.openxmlformats.org/drawingml/2006/main"/>
          <a:ln xmlns:a="http://schemas.openxmlformats.org/drawingml/2006/main" w="11430">
            <a:solidFill>
              <a:srgbClr val="808080"/>
            </a:solidFill>
          </a:ln>
        </p:spPr>
      </p:sp>
      <p:sp>
        <p:nvSpPr>
          <p:cNvPr id="9" name="alias-tick-0-0">
            <a:extLst xmlns:a="http://schemas.openxmlformats.org/drawingml/2006/main">
              <a:ext uri="{FF2B5EF4-FFF2-40B4-BE49-F238E27FC236}">
                <a16:creationId xmlns:a16="http://schemas.microsoft.com/office/drawing/2014/main" id="{754E1DE1-33B8-4075-8B26-8CB5D08FFF63}"/>
              </a:ext>
            </a:extLst>
          </p:cNvPr>
          <p:cNvSpPr>
            <a:spLocks xmlns:a="http://schemas.openxmlformats.org/drawingml/2006/main" noGrp="1"/>
          </p:cNvSpPr>
          <p:nvPr/>
        </p:nvSpPr>
        <p:spPr>
          <a:xfrm xmlns:a="http://schemas.openxmlformats.org/drawingml/2006/main">
            <a:off x="1952625"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1" name="alias-tick-0-1">
            <a:extLst xmlns:a="http://schemas.openxmlformats.org/drawingml/2006/main">
              <a:ext uri="{FF2B5EF4-FFF2-40B4-BE49-F238E27FC236}">
                <a16:creationId xmlns:a16="http://schemas.microsoft.com/office/drawing/2014/main" id="{F46D2A80-CE4F-4EC6-8B0F-949661ABE8E1}"/>
              </a:ext>
            </a:extLst>
          </p:cNvPr>
          <p:cNvSpPr>
            <a:spLocks xmlns:a="http://schemas.openxmlformats.org/drawingml/2006/main" noGrp="1"/>
          </p:cNvSpPr>
          <p:nvPr/>
        </p:nvSpPr>
        <p:spPr>
          <a:xfrm xmlns:a="http://schemas.openxmlformats.org/drawingml/2006/main">
            <a:off x="6000750"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13" name="alias-tick-0-2">
            <a:extLst xmlns:a="http://schemas.openxmlformats.org/drawingml/2006/main">
              <a:ext uri="{FF2B5EF4-FFF2-40B4-BE49-F238E27FC236}">
                <a16:creationId xmlns:a16="http://schemas.microsoft.com/office/drawing/2014/main" id="{16DC3332-AB87-44A5-AB90-ECB9B64273B7}"/>
              </a:ext>
            </a:extLst>
          </p:cNvPr>
          <p:cNvSpPr>
            <a:spLocks xmlns:a="http://schemas.openxmlformats.org/drawingml/2006/main" noGrp="1"/>
          </p:cNvSpPr>
          <p:nvPr/>
        </p:nvSpPr>
        <p:spPr>
          <a:xfrm xmlns:a="http://schemas.openxmlformats.org/drawingml/2006/main">
            <a:off x="10048875"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14" name="candidate-1">
            <a:extLst xmlns:a="http://schemas.openxmlformats.org/drawingml/2006/main">
              <a:ext uri="{FF2B5EF4-FFF2-40B4-BE49-F238E27FC236}">
                <a16:creationId xmlns:a16="http://schemas.microsoft.com/office/drawing/2014/main" id="{49967295-AF50-4457-93AF-9ADC742D7A3C}"/>
              </a:ext>
            </a:extLst>
          </p:cNvPr>
          <p:cNvSpPr>
            <a:spLocks xmlns:a="http://schemas.openxmlformats.org/drawingml/2006/main" noGrp="1"/>
          </p:cNvSpPr>
          <p:nvPr/>
        </p:nvSpPr>
        <p:spPr>
          <a:xfrm xmlns:a="http://schemas.openxmlformats.org/drawingml/2006/main">
            <a:off x="609600" y="4438650"/>
            <a:ext cx="138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候选B</a:t>
            </a:r>
          </a:p>
        </p:txBody>
      </p:sp>
      <p:sp>
        <p:nvSpPr>
          <p:cNvPr id="15" name="alias-axis-1">
            <a:extLst xmlns:a="http://schemas.openxmlformats.org/drawingml/2006/main">
              <a:ext uri="{FF2B5EF4-FFF2-40B4-BE49-F238E27FC236}">
                <a16:creationId xmlns:a16="http://schemas.microsoft.com/office/drawing/2014/main" id="{A4483768-546C-4929-B13C-49D1D3A27E92}"/>
              </a:ext>
            </a:extLst>
          </p:cNvPr>
          <p:cNvSpPr>
            <a:spLocks xmlns:a="http://schemas.openxmlformats.org/drawingml/2006/main" noGrp="1"/>
          </p:cNvSpPr>
          <p:nvPr/>
        </p:nvSpPr>
        <p:spPr>
          <a:xfrm xmlns:a="http://schemas.openxmlformats.org/drawingml/2006/main">
            <a:off x="2238375" y="4714875"/>
            <a:ext cx="8096250" cy="9525"/>
          </a:xfrm>
          <a:custGeom xmlns:a="http://schemas.openxmlformats.org/drawingml/2006/main">
            <a:pathLst>
              <a:path w="8096250" h="9525">
                <a:moveTo>
                  <a:pt x="0" y="0"/>
                </a:moveTo>
                <a:lnTo>
                  <a:pt x="8096250" y="0"/>
                </a:lnTo>
              </a:path>
            </a:pathLst>
          </a:custGeom>
          <a:noFill xmlns:a="http://schemas.openxmlformats.org/drawingml/2006/main"/>
          <a:ln xmlns:a="http://schemas.openxmlformats.org/drawingml/2006/main" w="11430">
            <a:solidFill>
              <a:srgbClr val="808080"/>
            </a:solidFill>
          </a:ln>
        </p:spPr>
      </p:sp>
      <p:sp>
        <p:nvSpPr>
          <p:cNvPr id="17" name="alias-tick-1-0">
            <a:extLst xmlns:a="http://schemas.openxmlformats.org/drawingml/2006/main">
              <a:ext uri="{FF2B5EF4-FFF2-40B4-BE49-F238E27FC236}">
                <a16:creationId xmlns:a16="http://schemas.microsoft.com/office/drawing/2014/main" id="{B286B9F3-8C69-465F-9671-20097A3F5952}"/>
              </a:ext>
            </a:extLst>
          </p:cNvPr>
          <p:cNvSpPr>
            <a:spLocks xmlns:a="http://schemas.openxmlformats.org/drawingml/2006/main" noGrp="1"/>
          </p:cNvSpPr>
          <p:nvPr/>
        </p:nvSpPr>
        <p:spPr>
          <a:xfrm xmlns:a="http://schemas.openxmlformats.org/drawingml/2006/main">
            <a:off x="1952625"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9" name="alias-tick-1-1">
            <a:extLst xmlns:a="http://schemas.openxmlformats.org/drawingml/2006/main">
              <a:ext uri="{FF2B5EF4-FFF2-40B4-BE49-F238E27FC236}">
                <a16:creationId xmlns:a16="http://schemas.microsoft.com/office/drawing/2014/main" id="{2895330F-B68E-426B-B0D3-ABB1953DAB17}"/>
              </a:ext>
            </a:extLst>
          </p:cNvPr>
          <p:cNvSpPr>
            <a:spLocks xmlns:a="http://schemas.openxmlformats.org/drawingml/2006/main" noGrp="1"/>
          </p:cNvSpPr>
          <p:nvPr/>
        </p:nvSpPr>
        <p:spPr>
          <a:xfrm xmlns:a="http://schemas.openxmlformats.org/drawingml/2006/main">
            <a:off x="6000750"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21" name="alias-tick-1-2">
            <a:extLst xmlns:a="http://schemas.openxmlformats.org/drawingml/2006/main">
              <a:ext uri="{FF2B5EF4-FFF2-40B4-BE49-F238E27FC236}">
                <a16:creationId xmlns:a16="http://schemas.microsoft.com/office/drawing/2014/main" id="{7D826BF8-E9EB-4399-823B-0CF7F7E5CFDB}"/>
              </a:ext>
            </a:extLst>
          </p:cNvPr>
          <p:cNvSpPr>
            <a:spLocks xmlns:a="http://schemas.openxmlformats.org/drawingml/2006/main" noGrp="1"/>
          </p:cNvSpPr>
          <p:nvPr/>
        </p:nvSpPr>
        <p:spPr>
          <a:xfrm xmlns:a="http://schemas.openxmlformats.org/drawingml/2006/main">
            <a:off x="10048875"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2" name="alias-prediction">
            <a:extLst xmlns:a="http://schemas.openxmlformats.org/drawingml/2006/main">
              <a:ext uri="{FF2B5EF4-FFF2-40B4-BE49-F238E27FC236}">
                <a16:creationId xmlns:a16="http://schemas.microsoft.com/office/drawing/2014/main" id="{75AA7D92-C0B0-4CAD-9B1F-86A6D86C7529}"/>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先作出判断，再说明依据。</a:t>
            </a:r>
          </a:p>
        </p:txBody>
      </p:sp>
      <p:sp>
        <p:nvSpPr>
          <p:cNvPr id="23" name="alias-wave-1">
            <a:extLst xmlns:a="http://schemas.openxmlformats.org/drawingml/2006/main">
              <a:ext uri="{FF2B5EF4-FFF2-40B4-BE49-F238E27FC236}">
                <a16:creationId xmlns:a16="http://schemas.microsoft.com/office/drawing/2014/main" id="{66BD239C-EBE9-49A2-91AE-33768DEAB976}"/>
              </a:ext>
            </a:extLst>
          </p:cNvPr>
          <p:cNvSpPr>
            <a:spLocks xmlns:a="http://schemas.openxmlformats.org/drawingml/2006/main" noGrp="1"/>
          </p:cNvSpPr>
          <p:nvPr/>
        </p:nvSpPr>
        <p:spPr>
          <a:xfrm xmlns:a="http://schemas.openxmlformats.org/drawingml/2006/main">
            <a:off x="2238375" y="2381250"/>
            <a:ext cx="8096250" cy="1238250"/>
          </a:xfrm>
          <a:custGeom xmlns:a="http://schemas.openxmlformats.org/drawingml/2006/main">
            <a:pathLst>
              <a:path w="8096250" h="1238250">
                <a:moveTo>
                  <a:pt x="0" y="0"/>
                </a:moveTo>
                <a:lnTo>
                  <a:pt x="26988" y="136"/>
                </a:lnTo>
                <a:lnTo>
                  <a:pt x="53975" y="543"/>
                </a:lnTo>
                <a:lnTo>
                  <a:pt x="80963" y="1222"/>
                </a:lnTo>
                <a:lnTo>
                  <a:pt x="107950" y="2171"/>
                </a:lnTo>
                <a:lnTo>
                  <a:pt x="134937" y="3392"/>
                </a:lnTo>
                <a:lnTo>
                  <a:pt x="161925" y="4882"/>
                </a:lnTo>
                <a:lnTo>
                  <a:pt x="188913" y="6642"/>
                </a:lnTo>
                <a:lnTo>
                  <a:pt x="215900" y="8670"/>
                </a:lnTo>
                <a:lnTo>
                  <a:pt x="242888" y="10966"/>
                </a:lnTo>
                <a:lnTo>
                  <a:pt x="269875" y="13529"/>
                </a:lnTo>
                <a:lnTo>
                  <a:pt x="296863" y="16358"/>
                </a:lnTo>
                <a:lnTo>
                  <a:pt x="323850" y="19451"/>
                </a:lnTo>
                <a:lnTo>
                  <a:pt x="350837" y="22807"/>
                </a:lnTo>
                <a:lnTo>
                  <a:pt x="377825" y="26425"/>
                </a:lnTo>
                <a:lnTo>
                  <a:pt x="404813" y="30302"/>
                </a:lnTo>
                <a:lnTo>
                  <a:pt x="431800" y="34438"/>
                </a:lnTo>
                <a:lnTo>
                  <a:pt x="458788" y="38830"/>
                </a:lnTo>
                <a:lnTo>
                  <a:pt x="485775" y="43477"/>
                </a:lnTo>
                <a:lnTo>
                  <a:pt x="512762" y="48376"/>
                </a:lnTo>
                <a:lnTo>
                  <a:pt x="539750" y="53526"/>
                </a:lnTo>
                <a:lnTo>
                  <a:pt x="566738" y="58924"/>
                </a:lnTo>
                <a:lnTo>
                  <a:pt x="593725" y="64567"/>
                </a:lnTo>
                <a:lnTo>
                  <a:pt x="620712" y="70454"/>
                </a:lnTo>
                <a:lnTo>
                  <a:pt x="647700" y="76582"/>
                </a:lnTo>
                <a:lnTo>
                  <a:pt x="674687" y="82947"/>
                </a:lnTo>
                <a:lnTo>
                  <a:pt x="701675" y="89548"/>
                </a:lnTo>
                <a:lnTo>
                  <a:pt x="728663" y="96380"/>
                </a:lnTo>
                <a:lnTo>
                  <a:pt x="755650" y="103443"/>
                </a:lnTo>
                <a:lnTo>
                  <a:pt x="782638" y="110731"/>
                </a:lnTo>
                <a:lnTo>
                  <a:pt x="809625" y="118242"/>
                </a:lnTo>
                <a:lnTo>
                  <a:pt x="836612" y="125973"/>
                </a:lnTo>
                <a:lnTo>
                  <a:pt x="863600" y="133921"/>
                </a:lnTo>
                <a:lnTo>
                  <a:pt x="890588" y="142081"/>
                </a:lnTo>
                <a:lnTo>
                  <a:pt x="917575" y="150450"/>
                </a:lnTo>
                <a:lnTo>
                  <a:pt x="944563" y="159025"/>
                </a:lnTo>
                <a:lnTo>
                  <a:pt x="971550" y="167802"/>
                </a:lnTo>
                <a:lnTo>
                  <a:pt x="998538" y="176777"/>
                </a:lnTo>
                <a:lnTo>
                  <a:pt x="1025525" y="185946"/>
                </a:lnTo>
                <a:lnTo>
                  <a:pt x="1052513" y="195305"/>
                </a:lnTo>
                <a:lnTo>
                  <a:pt x="1079500" y="204850"/>
                </a:lnTo>
                <a:lnTo>
                  <a:pt x="1106487" y="214576"/>
                </a:lnTo>
                <a:lnTo>
                  <a:pt x="1133475" y="224480"/>
                </a:lnTo>
                <a:lnTo>
                  <a:pt x="1160463" y="234557"/>
                </a:lnTo>
                <a:lnTo>
                  <a:pt x="1187450" y="244803"/>
                </a:lnTo>
                <a:lnTo>
                  <a:pt x="1214438" y="255212"/>
                </a:lnTo>
                <a:lnTo>
                  <a:pt x="1241425" y="265782"/>
                </a:lnTo>
                <a:lnTo>
                  <a:pt x="1268413" y="276506"/>
                </a:lnTo>
                <a:lnTo>
                  <a:pt x="1295400" y="287381"/>
                </a:lnTo>
                <a:lnTo>
                  <a:pt x="1322388" y="298402"/>
                </a:lnTo>
                <a:lnTo>
                  <a:pt x="1349375" y="309563"/>
                </a:lnTo>
                <a:lnTo>
                  <a:pt x="1376363" y="320859"/>
                </a:lnTo>
                <a:lnTo>
                  <a:pt x="1403350" y="332287"/>
                </a:lnTo>
                <a:lnTo>
                  <a:pt x="1430337" y="343840"/>
                </a:lnTo>
                <a:lnTo>
                  <a:pt x="1457325" y="355514"/>
                </a:lnTo>
                <a:lnTo>
                  <a:pt x="1484312" y="367304"/>
                </a:lnTo>
                <a:lnTo>
                  <a:pt x="1511300" y="379204"/>
                </a:lnTo>
                <a:lnTo>
                  <a:pt x="1538288" y="391210"/>
                </a:lnTo>
                <a:lnTo>
                  <a:pt x="1565275" y="403315"/>
                </a:lnTo>
                <a:lnTo>
                  <a:pt x="1592262" y="415515"/>
                </a:lnTo>
                <a:lnTo>
                  <a:pt x="1619250" y="427805"/>
                </a:lnTo>
                <a:lnTo>
                  <a:pt x="1646238" y="440178"/>
                </a:lnTo>
                <a:lnTo>
                  <a:pt x="1673225" y="452630"/>
                </a:lnTo>
                <a:lnTo>
                  <a:pt x="1700213" y="465155"/>
                </a:lnTo>
                <a:lnTo>
                  <a:pt x="1727200" y="477747"/>
                </a:lnTo>
                <a:lnTo>
                  <a:pt x="1754188" y="490402"/>
                </a:lnTo>
                <a:lnTo>
                  <a:pt x="1781175" y="503113"/>
                </a:lnTo>
                <a:lnTo>
                  <a:pt x="1808163" y="515874"/>
                </a:lnTo>
                <a:lnTo>
                  <a:pt x="1835150" y="528681"/>
                </a:lnTo>
                <a:lnTo>
                  <a:pt x="1862138" y="541528"/>
                </a:lnTo>
                <a:lnTo>
                  <a:pt x="1889125" y="554409"/>
                </a:lnTo>
                <a:lnTo>
                  <a:pt x="1916112" y="567318"/>
                </a:lnTo>
                <a:lnTo>
                  <a:pt x="1943100" y="580250"/>
                </a:lnTo>
                <a:lnTo>
                  <a:pt x="1970088" y="593199"/>
                </a:lnTo>
                <a:lnTo>
                  <a:pt x="1997075" y="606159"/>
                </a:lnTo>
                <a:lnTo>
                  <a:pt x="2024063" y="619125"/>
                </a:lnTo>
                <a:lnTo>
                  <a:pt x="2051050" y="632091"/>
                </a:lnTo>
                <a:lnTo>
                  <a:pt x="2078037" y="645051"/>
                </a:lnTo>
                <a:lnTo>
                  <a:pt x="2105025" y="658000"/>
                </a:lnTo>
                <a:lnTo>
                  <a:pt x="2132013" y="670932"/>
                </a:lnTo>
                <a:lnTo>
                  <a:pt x="2159000" y="683841"/>
                </a:lnTo>
                <a:lnTo>
                  <a:pt x="2185988" y="696722"/>
                </a:lnTo>
                <a:lnTo>
                  <a:pt x="2212975" y="709569"/>
                </a:lnTo>
                <a:lnTo>
                  <a:pt x="2239962" y="722376"/>
                </a:lnTo>
                <a:lnTo>
                  <a:pt x="2266950" y="735137"/>
                </a:lnTo>
                <a:lnTo>
                  <a:pt x="2293938" y="747848"/>
                </a:lnTo>
                <a:lnTo>
                  <a:pt x="2320925" y="760503"/>
                </a:lnTo>
                <a:lnTo>
                  <a:pt x="2347913" y="773095"/>
                </a:lnTo>
                <a:lnTo>
                  <a:pt x="2374900" y="785620"/>
                </a:lnTo>
                <a:lnTo>
                  <a:pt x="2401888" y="798072"/>
                </a:lnTo>
                <a:lnTo>
                  <a:pt x="2428875" y="810445"/>
                </a:lnTo>
                <a:lnTo>
                  <a:pt x="2455863" y="822735"/>
                </a:lnTo>
                <a:lnTo>
                  <a:pt x="2482850" y="834935"/>
                </a:lnTo>
                <a:lnTo>
                  <a:pt x="2509838" y="847040"/>
                </a:lnTo>
                <a:lnTo>
                  <a:pt x="2536825" y="859046"/>
                </a:lnTo>
                <a:lnTo>
                  <a:pt x="2563812" y="870946"/>
                </a:lnTo>
                <a:lnTo>
                  <a:pt x="2590800" y="882736"/>
                </a:lnTo>
                <a:lnTo>
                  <a:pt x="2617788" y="894410"/>
                </a:lnTo>
                <a:lnTo>
                  <a:pt x="2644775" y="905963"/>
                </a:lnTo>
                <a:lnTo>
                  <a:pt x="2671763" y="917391"/>
                </a:lnTo>
                <a:lnTo>
                  <a:pt x="2698750" y="928688"/>
                </a:lnTo>
                <a:lnTo>
                  <a:pt x="2725738" y="939848"/>
                </a:lnTo>
                <a:lnTo>
                  <a:pt x="2752725" y="950869"/>
                </a:lnTo>
                <a:lnTo>
                  <a:pt x="2779712" y="961744"/>
                </a:lnTo>
                <a:lnTo>
                  <a:pt x="2806700" y="972468"/>
                </a:lnTo>
                <a:lnTo>
                  <a:pt x="2833688" y="983038"/>
                </a:lnTo>
                <a:lnTo>
                  <a:pt x="2860675" y="993447"/>
                </a:lnTo>
                <a:lnTo>
                  <a:pt x="2887663" y="1003693"/>
                </a:lnTo>
                <a:lnTo>
                  <a:pt x="2914650" y="1013770"/>
                </a:lnTo>
                <a:lnTo>
                  <a:pt x="2941637" y="1023674"/>
                </a:lnTo>
                <a:lnTo>
                  <a:pt x="2968625" y="1033400"/>
                </a:lnTo>
                <a:lnTo>
                  <a:pt x="2995613" y="1042945"/>
                </a:lnTo>
                <a:lnTo>
                  <a:pt x="3022600" y="1052304"/>
                </a:lnTo>
                <a:lnTo>
                  <a:pt x="3049587" y="1061473"/>
                </a:lnTo>
                <a:lnTo>
                  <a:pt x="3076575" y="1070448"/>
                </a:lnTo>
                <a:lnTo>
                  <a:pt x="3103563" y="1079225"/>
                </a:lnTo>
                <a:lnTo>
                  <a:pt x="3130550" y="1087800"/>
                </a:lnTo>
                <a:lnTo>
                  <a:pt x="3157538" y="1096169"/>
                </a:lnTo>
                <a:lnTo>
                  <a:pt x="3184525" y="1104329"/>
                </a:lnTo>
                <a:lnTo>
                  <a:pt x="3211513" y="1112277"/>
                </a:lnTo>
                <a:lnTo>
                  <a:pt x="3238500" y="1120008"/>
                </a:lnTo>
                <a:lnTo>
                  <a:pt x="3265487" y="1127519"/>
                </a:lnTo>
                <a:lnTo>
                  <a:pt x="3292475" y="1134807"/>
                </a:lnTo>
                <a:lnTo>
                  <a:pt x="3319463" y="1141870"/>
                </a:lnTo>
                <a:lnTo>
                  <a:pt x="3346450" y="1148702"/>
                </a:lnTo>
                <a:lnTo>
                  <a:pt x="3373438" y="1155303"/>
                </a:lnTo>
                <a:lnTo>
                  <a:pt x="3400425" y="1161668"/>
                </a:lnTo>
                <a:lnTo>
                  <a:pt x="3427412" y="1167796"/>
                </a:lnTo>
                <a:lnTo>
                  <a:pt x="3454400" y="1173683"/>
                </a:lnTo>
                <a:lnTo>
                  <a:pt x="3481388" y="1179326"/>
                </a:lnTo>
                <a:lnTo>
                  <a:pt x="3508375" y="1184724"/>
                </a:lnTo>
                <a:lnTo>
                  <a:pt x="3535362" y="1189874"/>
                </a:lnTo>
                <a:lnTo>
                  <a:pt x="3562350" y="1194773"/>
                </a:lnTo>
                <a:lnTo>
                  <a:pt x="3589338" y="1199420"/>
                </a:lnTo>
                <a:lnTo>
                  <a:pt x="3616325" y="1203812"/>
                </a:lnTo>
                <a:lnTo>
                  <a:pt x="3643313" y="1207948"/>
                </a:lnTo>
                <a:lnTo>
                  <a:pt x="3670300" y="1211825"/>
                </a:lnTo>
                <a:lnTo>
                  <a:pt x="3697288" y="1215443"/>
                </a:lnTo>
                <a:lnTo>
                  <a:pt x="3724275" y="1218799"/>
                </a:lnTo>
                <a:lnTo>
                  <a:pt x="3751262" y="1221892"/>
                </a:lnTo>
                <a:lnTo>
                  <a:pt x="3778250" y="1224721"/>
                </a:lnTo>
                <a:lnTo>
                  <a:pt x="3805238" y="1227284"/>
                </a:lnTo>
                <a:lnTo>
                  <a:pt x="3832225" y="1229580"/>
                </a:lnTo>
                <a:lnTo>
                  <a:pt x="3859213" y="1231608"/>
                </a:lnTo>
                <a:lnTo>
                  <a:pt x="3886200" y="1233368"/>
                </a:lnTo>
                <a:lnTo>
                  <a:pt x="3913187" y="1234858"/>
                </a:lnTo>
                <a:lnTo>
                  <a:pt x="3940175" y="1236079"/>
                </a:lnTo>
                <a:lnTo>
                  <a:pt x="3967163" y="1237028"/>
                </a:lnTo>
                <a:lnTo>
                  <a:pt x="3994150" y="1237707"/>
                </a:lnTo>
                <a:lnTo>
                  <a:pt x="4021137" y="1238114"/>
                </a:lnTo>
                <a:lnTo>
                  <a:pt x="4048125" y="1238250"/>
                </a:lnTo>
                <a:lnTo>
                  <a:pt x="4075112" y="1238114"/>
                </a:lnTo>
                <a:lnTo>
                  <a:pt x="4102100" y="1237707"/>
                </a:lnTo>
                <a:lnTo>
                  <a:pt x="4129088" y="1237028"/>
                </a:lnTo>
                <a:lnTo>
                  <a:pt x="4156075" y="1236079"/>
                </a:lnTo>
                <a:lnTo>
                  <a:pt x="4183063" y="1234858"/>
                </a:lnTo>
                <a:lnTo>
                  <a:pt x="4210050" y="1233368"/>
                </a:lnTo>
                <a:lnTo>
                  <a:pt x="4237037" y="1231608"/>
                </a:lnTo>
                <a:lnTo>
                  <a:pt x="4264025" y="1229580"/>
                </a:lnTo>
                <a:lnTo>
                  <a:pt x="4291013" y="1227284"/>
                </a:lnTo>
                <a:lnTo>
                  <a:pt x="4318000" y="1224721"/>
                </a:lnTo>
                <a:lnTo>
                  <a:pt x="4344988" y="1221892"/>
                </a:lnTo>
                <a:lnTo>
                  <a:pt x="4371975" y="1218799"/>
                </a:lnTo>
                <a:lnTo>
                  <a:pt x="4398962" y="1215443"/>
                </a:lnTo>
                <a:lnTo>
                  <a:pt x="4425950" y="1211825"/>
                </a:lnTo>
                <a:lnTo>
                  <a:pt x="4452938" y="1207948"/>
                </a:lnTo>
                <a:lnTo>
                  <a:pt x="4479925" y="1203812"/>
                </a:lnTo>
                <a:lnTo>
                  <a:pt x="4506913" y="1199420"/>
                </a:lnTo>
                <a:lnTo>
                  <a:pt x="4533900" y="1194773"/>
                </a:lnTo>
                <a:lnTo>
                  <a:pt x="4560888" y="1189874"/>
                </a:lnTo>
                <a:lnTo>
                  <a:pt x="4587875" y="1184724"/>
                </a:lnTo>
                <a:lnTo>
                  <a:pt x="4614863" y="1179326"/>
                </a:lnTo>
                <a:lnTo>
                  <a:pt x="4641850" y="1173683"/>
                </a:lnTo>
                <a:lnTo>
                  <a:pt x="4668838" y="1167796"/>
                </a:lnTo>
                <a:lnTo>
                  <a:pt x="4695825" y="1161668"/>
                </a:lnTo>
                <a:lnTo>
                  <a:pt x="4722813" y="1155303"/>
                </a:lnTo>
                <a:lnTo>
                  <a:pt x="4749800" y="1148702"/>
                </a:lnTo>
                <a:lnTo>
                  <a:pt x="4776788" y="1141870"/>
                </a:lnTo>
                <a:lnTo>
                  <a:pt x="4803775" y="1134807"/>
                </a:lnTo>
                <a:lnTo>
                  <a:pt x="4830763" y="1127519"/>
                </a:lnTo>
                <a:lnTo>
                  <a:pt x="4857750" y="1120008"/>
                </a:lnTo>
                <a:lnTo>
                  <a:pt x="4884738" y="1112277"/>
                </a:lnTo>
                <a:lnTo>
                  <a:pt x="4911725" y="1104329"/>
                </a:lnTo>
                <a:lnTo>
                  <a:pt x="4938713" y="1096169"/>
                </a:lnTo>
                <a:lnTo>
                  <a:pt x="4965700" y="1087800"/>
                </a:lnTo>
                <a:lnTo>
                  <a:pt x="4992688" y="1079225"/>
                </a:lnTo>
                <a:lnTo>
                  <a:pt x="5019675" y="1070448"/>
                </a:lnTo>
                <a:lnTo>
                  <a:pt x="5046662" y="1061473"/>
                </a:lnTo>
                <a:lnTo>
                  <a:pt x="5073650" y="1052304"/>
                </a:lnTo>
                <a:lnTo>
                  <a:pt x="5100638" y="1042945"/>
                </a:lnTo>
                <a:lnTo>
                  <a:pt x="5127625" y="1033400"/>
                </a:lnTo>
                <a:lnTo>
                  <a:pt x="5154613" y="1023674"/>
                </a:lnTo>
                <a:lnTo>
                  <a:pt x="5181600" y="1013770"/>
                </a:lnTo>
                <a:lnTo>
                  <a:pt x="5208588" y="1003693"/>
                </a:lnTo>
                <a:lnTo>
                  <a:pt x="5235575" y="993447"/>
                </a:lnTo>
                <a:lnTo>
                  <a:pt x="5262563" y="983038"/>
                </a:lnTo>
                <a:lnTo>
                  <a:pt x="5289550" y="972468"/>
                </a:lnTo>
                <a:lnTo>
                  <a:pt x="5316538" y="961744"/>
                </a:lnTo>
                <a:lnTo>
                  <a:pt x="5343525" y="950869"/>
                </a:lnTo>
                <a:lnTo>
                  <a:pt x="5370513" y="939848"/>
                </a:lnTo>
                <a:lnTo>
                  <a:pt x="5397500" y="928688"/>
                </a:lnTo>
                <a:lnTo>
                  <a:pt x="5424488" y="917391"/>
                </a:lnTo>
                <a:lnTo>
                  <a:pt x="5451475" y="905963"/>
                </a:lnTo>
                <a:lnTo>
                  <a:pt x="5478463" y="894410"/>
                </a:lnTo>
                <a:lnTo>
                  <a:pt x="5505450" y="882736"/>
                </a:lnTo>
                <a:lnTo>
                  <a:pt x="5532438" y="870946"/>
                </a:lnTo>
                <a:lnTo>
                  <a:pt x="5559425" y="859046"/>
                </a:lnTo>
                <a:lnTo>
                  <a:pt x="5586413" y="847040"/>
                </a:lnTo>
                <a:lnTo>
                  <a:pt x="5613400" y="834935"/>
                </a:lnTo>
                <a:lnTo>
                  <a:pt x="5640388" y="822735"/>
                </a:lnTo>
                <a:lnTo>
                  <a:pt x="5667375" y="810445"/>
                </a:lnTo>
                <a:lnTo>
                  <a:pt x="5694363" y="798072"/>
                </a:lnTo>
                <a:lnTo>
                  <a:pt x="5721350" y="785620"/>
                </a:lnTo>
                <a:lnTo>
                  <a:pt x="5748338" y="773095"/>
                </a:lnTo>
                <a:lnTo>
                  <a:pt x="5775325" y="760503"/>
                </a:lnTo>
                <a:lnTo>
                  <a:pt x="5802313" y="747848"/>
                </a:lnTo>
                <a:lnTo>
                  <a:pt x="5829300" y="735137"/>
                </a:lnTo>
                <a:lnTo>
                  <a:pt x="5856288" y="722376"/>
                </a:lnTo>
                <a:lnTo>
                  <a:pt x="5883275" y="709569"/>
                </a:lnTo>
                <a:lnTo>
                  <a:pt x="5910263" y="696722"/>
                </a:lnTo>
                <a:lnTo>
                  <a:pt x="5937250" y="683841"/>
                </a:lnTo>
                <a:lnTo>
                  <a:pt x="5964238" y="670932"/>
                </a:lnTo>
                <a:lnTo>
                  <a:pt x="5991225" y="658000"/>
                </a:lnTo>
                <a:lnTo>
                  <a:pt x="6018212" y="645051"/>
                </a:lnTo>
                <a:lnTo>
                  <a:pt x="6045200" y="632091"/>
                </a:lnTo>
                <a:lnTo>
                  <a:pt x="6072188" y="619125"/>
                </a:lnTo>
                <a:lnTo>
                  <a:pt x="6099175" y="606159"/>
                </a:lnTo>
                <a:lnTo>
                  <a:pt x="6126163" y="593199"/>
                </a:lnTo>
                <a:lnTo>
                  <a:pt x="6153150" y="580250"/>
                </a:lnTo>
                <a:lnTo>
                  <a:pt x="6180137" y="567318"/>
                </a:lnTo>
                <a:lnTo>
                  <a:pt x="6207125" y="554409"/>
                </a:lnTo>
                <a:lnTo>
                  <a:pt x="6234113" y="541528"/>
                </a:lnTo>
                <a:lnTo>
                  <a:pt x="6261100" y="528681"/>
                </a:lnTo>
                <a:lnTo>
                  <a:pt x="6288088" y="515874"/>
                </a:lnTo>
                <a:lnTo>
                  <a:pt x="6315075" y="503113"/>
                </a:lnTo>
                <a:lnTo>
                  <a:pt x="6342063" y="490402"/>
                </a:lnTo>
                <a:lnTo>
                  <a:pt x="6369050" y="477747"/>
                </a:lnTo>
                <a:lnTo>
                  <a:pt x="6396038" y="465155"/>
                </a:lnTo>
                <a:lnTo>
                  <a:pt x="6423025" y="452630"/>
                </a:lnTo>
                <a:lnTo>
                  <a:pt x="6450013" y="440178"/>
                </a:lnTo>
                <a:lnTo>
                  <a:pt x="6477000" y="427805"/>
                </a:lnTo>
                <a:lnTo>
                  <a:pt x="6503988" y="415515"/>
                </a:lnTo>
                <a:lnTo>
                  <a:pt x="6530975" y="403315"/>
                </a:lnTo>
                <a:lnTo>
                  <a:pt x="6557963" y="391210"/>
                </a:lnTo>
                <a:lnTo>
                  <a:pt x="6584950" y="379204"/>
                </a:lnTo>
                <a:lnTo>
                  <a:pt x="6611938" y="367304"/>
                </a:lnTo>
                <a:lnTo>
                  <a:pt x="6638925" y="355514"/>
                </a:lnTo>
                <a:lnTo>
                  <a:pt x="6665913" y="343840"/>
                </a:lnTo>
                <a:lnTo>
                  <a:pt x="6692900" y="332287"/>
                </a:lnTo>
                <a:lnTo>
                  <a:pt x="6719888" y="320859"/>
                </a:lnTo>
                <a:lnTo>
                  <a:pt x="6746875" y="309563"/>
                </a:lnTo>
                <a:lnTo>
                  <a:pt x="6773863" y="298402"/>
                </a:lnTo>
                <a:lnTo>
                  <a:pt x="6800850" y="287381"/>
                </a:lnTo>
                <a:lnTo>
                  <a:pt x="6827838" y="276506"/>
                </a:lnTo>
                <a:lnTo>
                  <a:pt x="6854825" y="265782"/>
                </a:lnTo>
                <a:lnTo>
                  <a:pt x="6881813" y="255212"/>
                </a:lnTo>
                <a:lnTo>
                  <a:pt x="6908800" y="244803"/>
                </a:lnTo>
                <a:lnTo>
                  <a:pt x="6935788" y="234557"/>
                </a:lnTo>
                <a:lnTo>
                  <a:pt x="6962775" y="224480"/>
                </a:lnTo>
                <a:lnTo>
                  <a:pt x="6989762" y="214576"/>
                </a:lnTo>
                <a:lnTo>
                  <a:pt x="7016750" y="204850"/>
                </a:lnTo>
                <a:lnTo>
                  <a:pt x="7043738" y="195305"/>
                </a:lnTo>
                <a:lnTo>
                  <a:pt x="7070725" y="185946"/>
                </a:lnTo>
                <a:lnTo>
                  <a:pt x="7097713" y="176777"/>
                </a:lnTo>
                <a:lnTo>
                  <a:pt x="7124700" y="167802"/>
                </a:lnTo>
                <a:lnTo>
                  <a:pt x="7151687" y="159025"/>
                </a:lnTo>
                <a:lnTo>
                  <a:pt x="7178675" y="150450"/>
                </a:lnTo>
                <a:lnTo>
                  <a:pt x="7205663" y="142081"/>
                </a:lnTo>
                <a:lnTo>
                  <a:pt x="7232650" y="133921"/>
                </a:lnTo>
                <a:lnTo>
                  <a:pt x="7259638" y="125973"/>
                </a:lnTo>
                <a:lnTo>
                  <a:pt x="7286625" y="118242"/>
                </a:lnTo>
                <a:lnTo>
                  <a:pt x="7313613" y="110731"/>
                </a:lnTo>
                <a:lnTo>
                  <a:pt x="7340600" y="103443"/>
                </a:lnTo>
                <a:lnTo>
                  <a:pt x="7367588" y="96380"/>
                </a:lnTo>
                <a:lnTo>
                  <a:pt x="7394575" y="89548"/>
                </a:lnTo>
                <a:lnTo>
                  <a:pt x="7421563" y="82947"/>
                </a:lnTo>
                <a:lnTo>
                  <a:pt x="7448550" y="76582"/>
                </a:lnTo>
                <a:lnTo>
                  <a:pt x="7475538" y="70454"/>
                </a:lnTo>
                <a:lnTo>
                  <a:pt x="7502525" y="64567"/>
                </a:lnTo>
                <a:lnTo>
                  <a:pt x="7529513" y="58924"/>
                </a:lnTo>
                <a:lnTo>
                  <a:pt x="7556500" y="53526"/>
                </a:lnTo>
                <a:lnTo>
                  <a:pt x="7583487" y="48376"/>
                </a:lnTo>
                <a:lnTo>
                  <a:pt x="7610475" y="43477"/>
                </a:lnTo>
                <a:lnTo>
                  <a:pt x="7637463" y="38830"/>
                </a:lnTo>
                <a:lnTo>
                  <a:pt x="7664450" y="34438"/>
                </a:lnTo>
                <a:lnTo>
                  <a:pt x="7691438" y="30302"/>
                </a:lnTo>
                <a:lnTo>
                  <a:pt x="7718425" y="26425"/>
                </a:lnTo>
                <a:lnTo>
                  <a:pt x="7745412" y="22807"/>
                </a:lnTo>
                <a:lnTo>
                  <a:pt x="7772400" y="19451"/>
                </a:lnTo>
                <a:lnTo>
                  <a:pt x="7799388" y="16358"/>
                </a:lnTo>
                <a:lnTo>
                  <a:pt x="7826375" y="13529"/>
                </a:lnTo>
                <a:lnTo>
                  <a:pt x="7853363" y="10966"/>
                </a:lnTo>
                <a:lnTo>
                  <a:pt x="7880350" y="8670"/>
                </a:lnTo>
                <a:lnTo>
                  <a:pt x="7907337" y="6642"/>
                </a:lnTo>
                <a:lnTo>
                  <a:pt x="7934325" y="4882"/>
                </a:lnTo>
                <a:lnTo>
                  <a:pt x="7961312" y="3392"/>
                </a:lnTo>
                <a:lnTo>
                  <a:pt x="7988300" y="2171"/>
                </a:lnTo>
                <a:lnTo>
                  <a:pt x="8015288" y="1222"/>
                </a:lnTo>
                <a:lnTo>
                  <a:pt x="8042275" y="543"/>
                </a:lnTo>
                <a:lnTo>
                  <a:pt x="8069263" y="136"/>
                </a:lnTo>
                <a:lnTo>
                  <a:pt x="8096250" y="0"/>
                </a:lnTo>
              </a:path>
            </a:pathLst>
          </a:custGeom>
          <a:noFill xmlns:a="http://schemas.openxmlformats.org/drawingml/2006/main"/>
          <a:ln xmlns:a="http://schemas.openxmlformats.org/drawingml/2006/main" w="21908">
            <a:solidFill>
              <a:srgbClr val="8C64E1"/>
            </a:solidFill>
          </a:ln>
        </p:spPr>
      </p:sp>
      <p:sp>
        <p:nvSpPr>
          <p:cNvPr id="24" name="alias-wave-3">
            <a:extLst xmlns:a="http://schemas.openxmlformats.org/drawingml/2006/main">
              <a:ext uri="{FF2B5EF4-FFF2-40B4-BE49-F238E27FC236}">
                <a16:creationId xmlns:a16="http://schemas.microsoft.com/office/drawing/2014/main" id="{7640E2BC-4E8B-41C2-83DF-6AA101728DA5}"/>
              </a:ext>
            </a:extLst>
          </p:cNvPr>
          <p:cNvSpPr>
            <a:spLocks xmlns:a="http://schemas.openxmlformats.org/drawingml/2006/main" noGrp="1"/>
          </p:cNvSpPr>
          <p:nvPr/>
        </p:nvSpPr>
        <p:spPr>
          <a:xfrm xmlns:a="http://schemas.openxmlformats.org/drawingml/2006/main">
            <a:off x="2238375" y="4095750"/>
            <a:ext cx="8096250" cy="1238250"/>
          </a:xfrm>
          <a:custGeom xmlns:a="http://schemas.openxmlformats.org/drawingml/2006/main">
            <a:pathLst>
              <a:path w="8096250" h="1238250">
                <a:moveTo>
                  <a:pt x="0" y="0"/>
                </a:moveTo>
                <a:lnTo>
                  <a:pt x="26988" y="1222"/>
                </a:lnTo>
                <a:lnTo>
                  <a:pt x="53975" y="4882"/>
                </a:lnTo>
                <a:lnTo>
                  <a:pt x="80963" y="10966"/>
                </a:lnTo>
                <a:lnTo>
                  <a:pt x="107950" y="19451"/>
                </a:lnTo>
                <a:lnTo>
                  <a:pt x="134937" y="30302"/>
                </a:lnTo>
                <a:lnTo>
                  <a:pt x="161925" y="43477"/>
                </a:lnTo>
                <a:lnTo>
                  <a:pt x="188913" y="58924"/>
                </a:lnTo>
                <a:lnTo>
                  <a:pt x="215900" y="76582"/>
                </a:lnTo>
                <a:lnTo>
                  <a:pt x="242888" y="96380"/>
                </a:lnTo>
                <a:lnTo>
                  <a:pt x="269875" y="118242"/>
                </a:lnTo>
                <a:lnTo>
                  <a:pt x="296863" y="142081"/>
                </a:lnTo>
                <a:lnTo>
                  <a:pt x="323850" y="167802"/>
                </a:lnTo>
                <a:lnTo>
                  <a:pt x="350837" y="195305"/>
                </a:lnTo>
                <a:lnTo>
                  <a:pt x="377825" y="224480"/>
                </a:lnTo>
                <a:lnTo>
                  <a:pt x="404813" y="255212"/>
                </a:lnTo>
                <a:lnTo>
                  <a:pt x="431800" y="287381"/>
                </a:lnTo>
                <a:lnTo>
                  <a:pt x="458788" y="320859"/>
                </a:lnTo>
                <a:lnTo>
                  <a:pt x="485775" y="355514"/>
                </a:lnTo>
                <a:lnTo>
                  <a:pt x="512762" y="391210"/>
                </a:lnTo>
                <a:lnTo>
                  <a:pt x="539750" y="427805"/>
                </a:lnTo>
                <a:lnTo>
                  <a:pt x="566738" y="465155"/>
                </a:lnTo>
                <a:lnTo>
                  <a:pt x="593725" y="503113"/>
                </a:lnTo>
                <a:lnTo>
                  <a:pt x="620712" y="541528"/>
                </a:lnTo>
                <a:lnTo>
                  <a:pt x="647700" y="580250"/>
                </a:lnTo>
                <a:lnTo>
                  <a:pt x="674687" y="619125"/>
                </a:lnTo>
                <a:lnTo>
                  <a:pt x="701675" y="658000"/>
                </a:lnTo>
                <a:lnTo>
                  <a:pt x="728663" y="696722"/>
                </a:lnTo>
                <a:lnTo>
                  <a:pt x="755650" y="735137"/>
                </a:lnTo>
                <a:lnTo>
                  <a:pt x="782638" y="773095"/>
                </a:lnTo>
                <a:lnTo>
                  <a:pt x="809625" y="810445"/>
                </a:lnTo>
                <a:lnTo>
                  <a:pt x="836612" y="847040"/>
                </a:lnTo>
                <a:lnTo>
                  <a:pt x="863600" y="882736"/>
                </a:lnTo>
                <a:lnTo>
                  <a:pt x="890588" y="917391"/>
                </a:lnTo>
                <a:lnTo>
                  <a:pt x="917575" y="950869"/>
                </a:lnTo>
                <a:lnTo>
                  <a:pt x="944563" y="983038"/>
                </a:lnTo>
                <a:lnTo>
                  <a:pt x="971550" y="1013770"/>
                </a:lnTo>
                <a:lnTo>
                  <a:pt x="998538" y="1042945"/>
                </a:lnTo>
                <a:lnTo>
                  <a:pt x="1025525" y="1070448"/>
                </a:lnTo>
                <a:lnTo>
                  <a:pt x="1052513" y="1096169"/>
                </a:lnTo>
                <a:lnTo>
                  <a:pt x="1079500" y="1120008"/>
                </a:lnTo>
                <a:lnTo>
                  <a:pt x="1106487" y="1141870"/>
                </a:lnTo>
                <a:lnTo>
                  <a:pt x="1133475" y="1161668"/>
                </a:lnTo>
                <a:lnTo>
                  <a:pt x="1160463" y="1179326"/>
                </a:lnTo>
                <a:lnTo>
                  <a:pt x="1187450" y="1194773"/>
                </a:lnTo>
                <a:lnTo>
                  <a:pt x="1214438" y="1207948"/>
                </a:lnTo>
                <a:lnTo>
                  <a:pt x="1241425" y="1218799"/>
                </a:lnTo>
                <a:lnTo>
                  <a:pt x="1268413" y="1227284"/>
                </a:lnTo>
                <a:lnTo>
                  <a:pt x="1295400" y="1233368"/>
                </a:lnTo>
                <a:lnTo>
                  <a:pt x="1322388" y="1237028"/>
                </a:lnTo>
                <a:lnTo>
                  <a:pt x="1349375" y="1238250"/>
                </a:lnTo>
                <a:lnTo>
                  <a:pt x="1376363" y="1237028"/>
                </a:lnTo>
                <a:lnTo>
                  <a:pt x="1403350" y="1233368"/>
                </a:lnTo>
                <a:lnTo>
                  <a:pt x="1430337" y="1227284"/>
                </a:lnTo>
                <a:lnTo>
                  <a:pt x="1457325" y="1218799"/>
                </a:lnTo>
                <a:lnTo>
                  <a:pt x="1484312" y="1207948"/>
                </a:lnTo>
                <a:lnTo>
                  <a:pt x="1511300" y="1194773"/>
                </a:lnTo>
                <a:lnTo>
                  <a:pt x="1538288" y="1179326"/>
                </a:lnTo>
                <a:lnTo>
                  <a:pt x="1565275" y="1161668"/>
                </a:lnTo>
                <a:lnTo>
                  <a:pt x="1592262" y="1141870"/>
                </a:lnTo>
                <a:lnTo>
                  <a:pt x="1619250" y="1120008"/>
                </a:lnTo>
                <a:lnTo>
                  <a:pt x="1646238" y="1096169"/>
                </a:lnTo>
                <a:lnTo>
                  <a:pt x="1673225" y="1070448"/>
                </a:lnTo>
                <a:lnTo>
                  <a:pt x="1700213" y="1042945"/>
                </a:lnTo>
                <a:lnTo>
                  <a:pt x="1727200" y="1013770"/>
                </a:lnTo>
                <a:lnTo>
                  <a:pt x="1754188" y="983038"/>
                </a:lnTo>
                <a:lnTo>
                  <a:pt x="1781175" y="950869"/>
                </a:lnTo>
                <a:lnTo>
                  <a:pt x="1808163" y="917391"/>
                </a:lnTo>
                <a:lnTo>
                  <a:pt x="1835150" y="882736"/>
                </a:lnTo>
                <a:lnTo>
                  <a:pt x="1862138" y="847040"/>
                </a:lnTo>
                <a:lnTo>
                  <a:pt x="1889125" y="810445"/>
                </a:lnTo>
                <a:lnTo>
                  <a:pt x="1916112" y="773095"/>
                </a:lnTo>
                <a:lnTo>
                  <a:pt x="1943100" y="735137"/>
                </a:lnTo>
                <a:lnTo>
                  <a:pt x="1970088" y="696722"/>
                </a:lnTo>
                <a:lnTo>
                  <a:pt x="1997075" y="658000"/>
                </a:lnTo>
                <a:lnTo>
                  <a:pt x="2024063" y="619125"/>
                </a:lnTo>
                <a:lnTo>
                  <a:pt x="2051050" y="580250"/>
                </a:lnTo>
                <a:lnTo>
                  <a:pt x="2078037" y="541528"/>
                </a:lnTo>
                <a:lnTo>
                  <a:pt x="2105025" y="503113"/>
                </a:lnTo>
                <a:lnTo>
                  <a:pt x="2132013" y="465155"/>
                </a:lnTo>
                <a:lnTo>
                  <a:pt x="2159000" y="427805"/>
                </a:lnTo>
                <a:lnTo>
                  <a:pt x="2185988" y="391210"/>
                </a:lnTo>
                <a:lnTo>
                  <a:pt x="2212975" y="355514"/>
                </a:lnTo>
                <a:lnTo>
                  <a:pt x="2239962" y="320859"/>
                </a:lnTo>
                <a:lnTo>
                  <a:pt x="2266950" y="287381"/>
                </a:lnTo>
                <a:lnTo>
                  <a:pt x="2293938" y="255212"/>
                </a:lnTo>
                <a:lnTo>
                  <a:pt x="2320925" y="224480"/>
                </a:lnTo>
                <a:lnTo>
                  <a:pt x="2347913" y="195305"/>
                </a:lnTo>
                <a:lnTo>
                  <a:pt x="2374900" y="167802"/>
                </a:lnTo>
                <a:lnTo>
                  <a:pt x="2401888" y="142081"/>
                </a:lnTo>
                <a:lnTo>
                  <a:pt x="2428875" y="118242"/>
                </a:lnTo>
                <a:lnTo>
                  <a:pt x="2455863" y="96380"/>
                </a:lnTo>
                <a:lnTo>
                  <a:pt x="2482850" y="76582"/>
                </a:lnTo>
                <a:lnTo>
                  <a:pt x="2509838" y="58924"/>
                </a:lnTo>
                <a:lnTo>
                  <a:pt x="2536825" y="43477"/>
                </a:lnTo>
                <a:lnTo>
                  <a:pt x="2563812" y="30302"/>
                </a:lnTo>
                <a:lnTo>
                  <a:pt x="2590800" y="19451"/>
                </a:lnTo>
                <a:lnTo>
                  <a:pt x="2617788" y="10966"/>
                </a:lnTo>
                <a:lnTo>
                  <a:pt x="2644775" y="4882"/>
                </a:lnTo>
                <a:lnTo>
                  <a:pt x="2671763" y="1222"/>
                </a:lnTo>
                <a:lnTo>
                  <a:pt x="2698750" y="0"/>
                </a:lnTo>
                <a:lnTo>
                  <a:pt x="2725738" y="1222"/>
                </a:lnTo>
                <a:lnTo>
                  <a:pt x="2752725" y="4882"/>
                </a:lnTo>
                <a:lnTo>
                  <a:pt x="2779712" y="10966"/>
                </a:lnTo>
                <a:lnTo>
                  <a:pt x="2806700" y="19451"/>
                </a:lnTo>
                <a:lnTo>
                  <a:pt x="2833688" y="30302"/>
                </a:lnTo>
                <a:lnTo>
                  <a:pt x="2860675" y="43477"/>
                </a:lnTo>
                <a:lnTo>
                  <a:pt x="2887663" y="58924"/>
                </a:lnTo>
                <a:lnTo>
                  <a:pt x="2914650" y="76582"/>
                </a:lnTo>
                <a:lnTo>
                  <a:pt x="2941637" y="96380"/>
                </a:lnTo>
                <a:lnTo>
                  <a:pt x="2968625" y="118242"/>
                </a:lnTo>
                <a:lnTo>
                  <a:pt x="2995613" y="142081"/>
                </a:lnTo>
                <a:lnTo>
                  <a:pt x="3022600" y="167802"/>
                </a:lnTo>
                <a:lnTo>
                  <a:pt x="3049587" y="195305"/>
                </a:lnTo>
                <a:lnTo>
                  <a:pt x="3076575" y="224480"/>
                </a:lnTo>
                <a:lnTo>
                  <a:pt x="3103563" y="255212"/>
                </a:lnTo>
                <a:lnTo>
                  <a:pt x="3130550" y="287381"/>
                </a:lnTo>
                <a:lnTo>
                  <a:pt x="3157538" y="320859"/>
                </a:lnTo>
                <a:lnTo>
                  <a:pt x="3184525" y="355514"/>
                </a:lnTo>
                <a:lnTo>
                  <a:pt x="3211513" y="391210"/>
                </a:lnTo>
                <a:lnTo>
                  <a:pt x="3238500" y="427805"/>
                </a:lnTo>
                <a:lnTo>
                  <a:pt x="3265487" y="465155"/>
                </a:lnTo>
                <a:lnTo>
                  <a:pt x="3292475" y="503113"/>
                </a:lnTo>
                <a:lnTo>
                  <a:pt x="3319463" y="541528"/>
                </a:lnTo>
                <a:lnTo>
                  <a:pt x="3346450" y="580250"/>
                </a:lnTo>
                <a:lnTo>
                  <a:pt x="3373438" y="619125"/>
                </a:lnTo>
                <a:lnTo>
                  <a:pt x="3400425" y="658000"/>
                </a:lnTo>
                <a:lnTo>
                  <a:pt x="3427412" y="696722"/>
                </a:lnTo>
                <a:lnTo>
                  <a:pt x="3454400" y="735137"/>
                </a:lnTo>
                <a:lnTo>
                  <a:pt x="3481388" y="773095"/>
                </a:lnTo>
                <a:lnTo>
                  <a:pt x="3508375" y="810445"/>
                </a:lnTo>
                <a:lnTo>
                  <a:pt x="3535362" y="847040"/>
                </a:lnTo>
                <a:lnTo>
                  <a:pt x="3562350" y="882736"/>
                </a:lnTo>
                <a:lnTo>
                  <a:pt x="3589338" y="917391"/>
                </a:lnTo>
                <a:lnTo>
                  <a:pt x="3616325" y="950869"/>
                </a:lnTo>
                <a:lnTo>
                  <a:pt x="3643313" y="983038"/>
                </a:lnTo>
                <a:lnTo>
                  <a:pt x="3670300" y="1013770"/>
                </a:lnTo>
                <a:lnTo>
                  <a:pt x="3697288" y="1042945"/>
                </a:lnTo>
                <a:lnTo>
                  <a:pt x="3724275" y="1070448"/>
                </a:lnTo>
                <a:lnTo>
                  <a:pt x="3751262" y="1096169"/>
                </a:lnTo>
                <a:lnTo>
                  <a:pt x="3778250" y="1120008"/>
                </a:lnTo>
                <a:lnTo>
                  <a:pt x="3805238" y="1141870"/>
                </a:lnTo>
                <a:lnTo>
                  <a:pt x="3832225" y="1161668"/>
                </a:lnTo>
                <a:lnTo>
                  <a:pt x="3859213" y="1179326"/>
                </a:lnTo>
                <a:lnTo>
                  <a:pt x="3886200" y="1194773"/>
                </a:lnTo>
                <a:lnTo>
                  <a:pt x="3913187" y="1207948"/>
                </a:lnTo>
                <a:lnTo>
                  <a:pt x="3940175" y="1218799"/>
                </a:lnTo>
                <a:lnTo>
                  <a:pt x="3967163" y="1227284"/>
                </a:lnTo>
                <a:lnTo>
                  <a:pt x="3994150" y="1233368"/>
                </a:lnTo>
                <a:lnTo>
                  <a:pt x="4021137" y="1237028"/>
                </a:lnTo>
                <a:lnTo>
                  <a:pt x="4048125" y="1238250"/>
                </a:lnTo>
                <a:lnTo>
                  <a:pt x="4075112" y="1237028"/>
                </a:lnTo>
                <a:lnTo>
                  <a:pt x="4102100" y="1233368"/>
                </a:lnTo>
                <a:lnTo>
                  <a:pt x="4129088" y="1227284"/>
                </a:lnTo>
                <a:lnTo>
                  <a:pt x="4156075" y="1218799"/>
                </a:lnTo>
                <a:lnTo>
                  <a:pt x="4183063" y="1207948"/>
                </a:lnTo>
                <a:lnTo>
                  <a:pt x="4210050" y="1194773"/>
                </a:lnTo>
                <a:lnTo>
                  <a:pt x="4237037" y="1179326"/>
                </a:lnTo>
                <a:lnTo>
                  <a:pt x="4264025" y="1161668"/>
                </a:lnTo>
                <a:lnTo>
                  <a:pt x="4291013" y="1141870"/>
                </a:lnTo>
                <a:lnTo>
                  <a:pt x="4318000" y="1120008"/>
                </a:lnTo>
                <a:lnTo>
                  <a:pt x="4344988" y="1096169"/>
                </a:lnTo>
                <a:lnTo>
                  <a:pt x="4371975" y="1070448"/>
                </a:lnTo>
                <a:lnTo>
                  <a:pt x="4398962" y="1042945"/>
                </a:lnTo>
                <a:lnTo>
                  <a:pt x="4425950" y="1013770"/>
                </a:lnTo>
                <a:lnTo>
                  <a:pt x="4452938" y="983038"/>
                </a:lnTo>
                <a:lnTo>
                  <a:pt x="4479925" y="950869"/>
                </a:lnTo>
                <a:lnTo>
                  <a:pt x="4506913" y="917391"/>
                </a:lnTo>
                <a:lnTo>
                  <a:pt x="4533900" y="882736"/>
                </a:lnTo>
                <a:lnTo>
                  <a:pt x="4560888" y="847040"/>
                </a:lnTo>
                <a:lnTo>
                  <a:pt x="4587875" y="810445"/>
                </a:lnTo>
                <a:lnTo>
                  <a:pt x="4614863" y="773095"/>
                </a:lnTo>
                <a:lnTo>
                  <a:pt x="4641850" y="735137"/>
                </a:lnTo>
                <a:lnTo>
                  <a:pt x="4668838" y="696722"/>
                </a:lnTo>
                <a:lnTo>
                  <a:pt x="4695825" y="658000"/>
                </a:lnTo>
                <a:lnTo>
                  <a:pt x="4722813" y="619125"/>
                </a:lnTo>
                <a:lnTo>
                  <a:pt x="4749800" y="580250"/>
                </a:lnTo>
                <a:lnTo>
                  <a:pt x="4776788" y="541528"/>
                </a:lnTo>
                <a:lnTo>
                  <a:pt x="4803775" y="503113"/>
                </a:lnTo>
                <a:lnTo>
                  <a:pt x="4830763" y="465155"/>
                </a:lnTo>
                <a:lnTo>
                  <a:pt x="4857750" y="427805"/>
                </a:lnTo>
                <a:lnTo>
                  <a:pt x="4884738" y="391210"/>
                </a:lnTo>
                <a:lnTo>
                  <a:pt x="4911725" y="355514"/>
                </a:lnTo>
                <a:lnTo>
                  <a:pt x="4938713" y="320859"/>
                </a:lnTo>
                <a:lnTo>
                  <a:pt x="4965700" y="287381"/>
                </a:lnTo>
                <a:lnTo>
                  <a:pt x="4992688" y="255212"/>
                </a:lnTo>
                <a:lnTo>
                  <a:pt x="5019675" y="224480"/>
                </a:lnTo>
                <a:lnTo>
                  <a:pt x="5046662" y="195305"/>
                </a:lnTo>
                <a:lnTo>
                  <a:pt x="5073650" y="167802"/>
                </a:lnTo>
                <a:lnTo>
                  <a:pt x="5100638" y="142081"/>
                </a:lnTo>
                <a:lnTo>
                  <a:pt x="5127625" y="118242"/>
                </a:lnTo>
                <a:lnTo>
                  <a:pt x="5154613" y="96380"/>
                </a:lnTo>
                <a:lnTo>
                  <a:pt x="5181600" y="76582"/>
                </a:lnTo>
                <a:lnTo>
                  <a:pt x="5208588" y="58924"/>
                </a:lnTo>
                <a:lnTo>
                  <a:pt x="5235575" y="43477"/>
                </a:lnTo>
                <a:lnTo>
                  <a:pt x="5262563" y="30302"/>
                </a:lnTo>
                <a:lnTo>
                  <a:pt x="5289550" y="19451"/>
                </a:lnTo>
                <a:lnTo>
                  <a:pt x="5316538" y="10966"/>
                </a:lnTo>
                <a:lnTo>
                  <a:pt x="5343525" y="4882"/>
                </a:lnTo>
                <a:lnTo>
                  <a:pt x="5370513" y="1222"/>
                </a:lnTo>
                <a:lnTo>
                  <a:pt x="5397500" y="0"/>
                </a:lnTo>
                <a:lnTo>
                  <a:pt x="5424488" y="1222"/>
                </a:lnTo>
                <a:lnTo>
                  <a:pt x="5451475" y="4882"/>
                </a:lnTo>
                <a:lnTo>
                  <a:pt x="5478463" y="10966"/>
                </a:lnTo>
                <a:lnTo>
                  <a:pt x="5505450" y="19451"/>
                </a:lnTo>
                <a:lnTo>
                  <a:pt x="5532438" y="30302"/>
                </a:lnTo>
                <a:lnTo>
                  <a:pt x="5559425" y="43477"/>
                </a:lnTo>
                <a:lnTo>
                  <a:pt x="5586413" y="58924"/>
                </a:lnTo>
                <a:lnTo>
                  <a:pt x="5613400" y="76582"/>
                </a:lnTo>
                <a:lnTo>
                  <a:pt x="5640388" y="96380"/>
                </a:lnTo>
                <a:lnTo>
                  <a:pt x="5667375" y="118242"/>
                </a:lnTo>
                <a:lnTo>
                  <a:pt x="5694363" y="142081"/>
                </a:lnTo>
                <a:lnTo>
                  <a:pt x="5721350" y="167802"/>
                </a:lnTo>
                <a:lnTo>
                  <a:pt x="5748338" y="195305"/>
                </a:lnTo>
                <a:lnTo>
                  <a:pt x="5775325" y="224480"/>
                </a:lnTo>
                <a:lnTo>
                  <a:pt x="5802313" y="255212"/>
                </a:lnTo>
                <a:lnTo>
                  <a:pt x="5829300" y="287381"/>
                </a:lnTo>
                <a:lnTo>
                  <a:pt x="5856288" y="320859"/>
                </a:lnTo>
                <a:lnTo>
                  <a:pt x="5883275" y="355514"/>
                </a:lnTo>
                <a:lnTo>
                  <a:pt x="5910263" y="391210"/>
                </a:lnTo>
                <a:lnTo>
                  <a:pt x="5937250" y="427805"/>
                </a:lnTo>
                <a:lnTo>
                  <a:pt x="5964238" y="465155"/>
                </a:lnTo>
                <a:lnTo>
                  <a:pt x="5991225" y="503113"/>
                </a:lnTo>
                <a:lnTo>
                  <a:pt x="6018212" y="541528"/>
                </a:lnTo>
                <a:lnTo>
                  <a:pt x="6045200" y="580250"/>
                </a:lnTo>
                <a:lnTo>
                  <a:pt x="6072188" y="619125"/>
                </a:lnTo>
                <a:lnTo>
                  <a:pt x="6099175" y="658000"/>
                </a:lnTo>
                <a:lnTo>
                  <a:pt x="6126163" y="696722"/>
                </a:lnTo>
                <a:lnTo>
                  <a:pt x="6153150" y="735137"/>
                </a:lnTo>
                <a:lnTo>
                  <a:pt x="6180137" y="773095"/>
                </a:lnTo>
                <a:lnTo>
                  <a:pt x="6207125" y="810445"/>
                </a:lnTo>
                <a:lnTo>
                  <a:pt x="6234113" y="847040"/>
                </a:lnTo>
                <a:lnTo>
                  <a:pt x="6261100" y="882736"/>
                </a:lnTo>
                <a:lnTo>
                  <a:pt x="6288088" y="917391"/>
                </a:lnTo>
                <a:lnTo>
                  <a:pt x="6315075" y="950869"/>
                </a:lnTo>
                <a:lnTo>
                  <a:pt x="6342063" y="983038"/>
                </a:lnTo>
                <a:lnTo>
                  <a:pt x="6369050" y="1013770"/>
                </a:lnTo>
                <a:lnTo>
                  <a:pt x="6396038" y="1042945"/>
                </a:lnTo>
                <a:lnTo>
                  <a:pt x="6423025" y="1070448"/>
                </a:lnTo>
                <a:lnTo>
                  <a:pt x="6450013" y="1096169"/>
                </a:lnTo>
                <a:lnTo>
                  <a:pt x="6477000" y="1120008"/>
                </a:lnTo>
                <a:lnTo>
                  <a:pt x="6503988" y="1141870"/>
                </a:lnTo>
                <a:lnTo>
                  <a:pt x="6530975" y="1161668"/>
                </a:lnTo>
                <a:lnTo>
                  <a:pt x="6557963" y="1179326"/>
                </a:lnTo>
                <a:lnTo>
                  <a:pt x="6584950" y="1194773"/>
                </a:lnTo>
                <a:lnTo>
                  <a:pt x="6611938" y="1207948"/>
                </a:lnTo>
                <a:lnTo>
                  <a:pt x="6638925" y="1218799"/>
                </a:lnTo>
                <a:lnTo>
                  <a:pt x="6665913" y="1227284"/>
                </a:lnTo>
                <a:lnTo>
                  <a:pt x="6692900" y="1233368"/>
                </a:lnTo>
                <a:lnTo>
                  <a:pt x="6719888" y="1237028"/>
                </a:lnTo>
                <a:lnTo>
                  <a:pt x="6746875" y="1238250"/>
                </a:lnTo>
                <a:lnTo>
                  <a:pt x="6773863" y="1237028"/>
                </a:lnTo>
                <a:lnTo>
                  <a:pt x="6800850" y="1233368"/>
                </a:lnTo>
                <a:lnTo>
                  <a:pt x="6827838" y="1227284"/>
                </a:lnTo>
                <a:lnTo>
                  <a:pt x="6854825" y="1218799"/>
                </a:lnTo>
                <a:lnTo>
                  <a:pt x="6881813" y="1207948"/>
                </a:lnTo>
                <a:lnTo>
                  <a:pt x="6908800" y="1194773"/>
                </a:lnTo>
                <a:lnTo>
                  <a:pt x="6935788" y="1179326"/>
                </a:lnTo>
                <a:lnTo>
                  <a:pt x="6962775" y="1161668"/>
                </a:lnTo>
                <a:lnTo>
                  <a:pt x="6989762" y="1141870"/>
                </a:lnTo>
                <a:lnTo>
                  <a:pt x="7016750" y="1120008"/>
                </a:lnTo>
                <a:lnTo>
                  <a:pt x="7043738" y="1096169"/>
                </a:lnTo>
                <a:lnTo>
                  <a:pt x="7070725" y="1070448"/>
                </a:lnTo>
                <a:lnTo>
                  <a:pt x="7097713" y="1042945"/>
                </a:lnTo>
                <a:lnTo>
                  <a:pt x="7124700" y="1013770"/>
                </a:lnTo>
                <a:lnTo>
                  <a:pt x="7151687" y="983038"/>
                </a:lnTo>
                <a:lnTo>
                  <a:pt x="7178675" y="950869"/>
                </a:lnTo>
                <a:lnTo>
                  <a:pt x="7205663" y="917391"/>
                </a:lnTo>
                <a:lnTo>
                  <a:pt x="7232650" y="882736"/>
                </a:lnTo>
                <a:lnTo>
                  <a:pt x="7259638" y="847040"/>
                </a:lnTo>
                <a:lnTo>
                  <a:pt x="7286625" y="810445"/>
                </a:lnTo>
                <a:lnTo>
                  <a:pt x="7313613" y="773095"/>
                </a:lnTo>
                <a:lnTo>
                  <a:pt x="7340600" y="735137"/>
                </a:lnTo>
                <a:lnTo>
                  <a:pt x="7367588" y="696722"/>
                </a:lnTo>
                <a:lnTo>
                  <a:pt x="7394575" y="658000"/>
                </a:lnTo>
                <a:lnTo>
                  <a:pt x="7421563" y="619125"/>
                </a:lnTo>
                <a:lnTo>
                  <a:pt x="7448550" y="580250"/>
                </a:lnTo>
                <a:lnTo>
                  <a:pt x="7475538" y="541528"/>
                </a:lnTo>
                <a:lnTo>
                  <a:pt x="7502525" y="503113"/>
                </a:lnTo>
                <a:lnTo>
                  <a:pt x="7529513" y="465155"/>
                </a:lnTo>
                <a:lnTo>
                  <a:pt x="7556500" y="427805"/>
                </a:lnTo>
                <a:lnTo>
                  <a:pt x="7583487" y="391210"/>
                </a:lnTo>
                <a:lnTo>
                  <a:pt x="7610475" y="355514"/>
                </a:lnTo>
                <a:lnTo>
                  <a:pt x="7637463" y="320859"/>
                </a:lnTo>
                <a:lnTo>
                  <a:pt x="7664450" y="287381"/>
                </a:lnTo>
                <a:lnTo>
                  <a:pt x="7691438" y="255212"/>
                </a:lnTo>
                <a:lnTo>
                  <a:pt x="7718425" y="224480"/>
                </a:lnTo>
                <a:lnTo>
                  <a:pt x="7745412" y="195305"/>
                </a:lnTo>
                <a:lnTo>
                  <a:pt x="7772400" y="167802"/>
                </a:lnTo>
                <a:lnTo>
                  <a:pt x="7799388" y="142081"/>
                </a:lnTo>
                <a:lnTo>
                  <a:pt x="7826375" y="118242"/>
                </a:lnTo>
                <a:lnTo>
                  <a:pt x="7853363" y="96380"/>
                </a:lnTo>
                <a:lnTo>
                  <a:pt x="7880350" y="76582"/>
                </a:lnTo>
                <a:lnTo>
                  <a:pt x="7907337" y="58924"/>
                </a:lnTo>
                <a:lnTo>
                  <a:pt x="7934325" y="43477"/>
                </a:lnTo>
                <a:lnTo>
                  <a:pt x="7961312" y="30302"/>
                </a:lnTo>
                <a:lnTo>
                  <a:pt x="7988300" y="19451"/>
                </a:lnTo>
                <a:lnTo>
                  <a:pt x="8015288" y="10966"/>
                </a:lnTo>
                <a:lnTo>
                  <a:pt x="8042275" y="4882"/>
                </a:lnTo>
                <a:lnTo>
                  <a:pt x="8069263" y="1222"/>
                </a:lnTo>
                <a:lnTo>
                  <a:pt x="8096250" y="0"/>
                </a:lnTo>
              </a:path>
            </a:pathLst>
          </a:custGeom>
          <a:noFill xmlns:a="http://schemas.openxmlformats.org/drawingml/2006/main"/>
          <a:ln xmlns:a="http://schemas.openxmlformats.org/drawingml/2006/main" w="21908">
            <a:solidFill>
              <a:srgbClr val="00B0F0"/>
            </a:solidFill>
          </a:ln>
        </p:spPr>
      </p:sp>
      <p:sp>
        <p:nvSpPr>
          <p:cNvPr id="8" name="shared-sample-0-0">
            <a:extLst xmlns:a="http://schemas.openxmlformats.org/drawingml/2006/main">
              <a:ext uri="{FF2B5EF4-FFF2-40B4-BE49-F238E27FC236}">
                <a16:creationId xmlns:a16="http://schemas.microsoft.com/office/drawing/2014/main" id="{5F033010-16B1-472F-97C2-9A18C917E581}"/>
              </a:ext>
            </a:extLst>
          </p:cNvPr>
          <p:cNvSpPr>
            <a:spLocks xmlns:a="http://schemas.openxmlformats.org/drawingml/2006/main" noGrp="1"/>
          </p:cNvSpPr>
          <p:nvPr/>
        </p:nvSpPr>
        <p:spPr>
          <a:xfrm xmlns:a="http://schemas.openxmlformats.org/drawingml/2006/main">
            <a:off x="2181225" y="23241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0" name="shared-sample-0-1">
            <a:extLst xmlns:a="http://schemas.openxmlformats.org/drawingml/2006/main">
              <a:ext uri="{FF2B5EF4-FFF2-40B4-BE49-F238E27FC236}">
                <a16:creationId xmlns:a16="http://schemas.microsoft.com/office/drawing/2014/main" id="{EA924DB8-3C54-4144-8CB3-7D582E3CB6D2}"/>
              </a:ext>
            </a:extLst>
          </p:cNvPr>
          <p:cNvSpPr>
            <a:spLocks xmlns:a="http://schemas.openxmlformats.org/drawingml/2006/main" noGrp="1"/>
          </p:cNvSpPr>
          <p:nvPr/>
        </p:nvSpPr>
        <p:spPr>
          <a:xfrm xmlns:a="http://schemas.openxmlformats.org/drawingml/2006/main">
            <a:off x="6229350" y="356235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2" name="shared-sample-0-2">
            <a:extLst xmlns:a="http://schemas.openxmlformats.org/drawingml/2006/main">
              <a:ext uri="{FF2B5EF4-FFF2-40B4-BE49-F238E27FC236}">
                <a16:creationId xmlns:a16="http://schemas.microsoft.com/office/drawing/2014/main" id="{242EBAFF-8352-40DF-9D55-882AAD142A04}"/>
              </a:ext>
            </a:extLst>
          </p:cNvPr>
          <p:cNvSpPr>
            <a:spLocks xmlns:a="http://schemas.openxmlformats.org/drawingml/2006/main" noGrp="1"/>
          </p:cNvSpPr>
          <p:nvPr/>
        </p:nvSpPr>
        <p:spPr>
          <a:xfrm xmlns:a="http://schemas.openxmlformats.org/drawingml/2006/main">
            <a:off x="10277475" y="23241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6" name="shared-sample-1-0">
            <a:extLst xmlns:a="http://schemas.openxmlformats.org/drawingml/2006/main">
              <a:ext uri="{FF2B5EF4-FFF2-40B4-BE49-F238E27FC236}">
                <a16:creationId xmlns:a16="http://schemas.microsoft.com/office/drawing/2014/main" id="{CB9388B5-3809-40E8-ABFB-7FC69037D621}"/>
              </a:ext>
            </a:extLst>
          </p:cNvPr>
          <p:cNvSpPr>
            <a:spLocks xmlns:a="http://schemas.openxmlformats.org/drawingml/2006/main" noGrp="1"/>
          </p:cNvSpPr>
          <p:nvPr/>
        </p:nvSpPr>
        <p:spPr>
          <a:xfrm xmlns:a="http://schemas.openxmlformats.org/drawingml/2006/main">
            <a:off x="2181225" y="40386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8" name="shared-sample-1-1">
            <a:extLst xmlns:a="http://schemas.openxmlformats.org/drawingml/2006/main">
              <a:ext uri="{FF2B5EF4-FFF2-40B4-BE49-F238E27FC236}">
                <a16:creationId xmlns:a16="http://schemas.microsoft.com/office/drawing/2014/main" id="{D8E3C34D-D25B-494C-A84F-750635E4594C}"/>
              </a:ext>
            </a:extLst>
          </p:cNvPr>
          <p:cNvSpPr>
            <a:spLocks xmlns:a="http://schemas.openxmlformats.org/drawingml/2006/main" noGrp="1"/>
          </p:cNvSpPr>
          <p:nvPr/>
        </p:nvSpPr>
        <p:spPr>
          <a:xfrm xmlns:a="http://schemas.openxmlformats.org/drawingml/2006/main">
            <a:off x="6229350" y="527685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20" name="shared-sample-1-2">
            <a:extLst xmlns:a="http://schemas.openxmlformats.org/drawingml/2006/main">
              <a:ext uri="{FF2B5EF4-FFF2-40B4-BE49-F238E27FC236}">
                <a16:creationId xmlns:a16="http://schemas.microsoft.com/office/drawing/2014/main" id="{6AE572EB-A2A6-4DC9-BA16-E383B6CBBF2B}"/>
              </a:ext>
            </a:extLst>
          </p:cNvPr>
          <p:cNvSpPr>
            <a:spLocks xmlns:a="http://schemas.openxmlformats.org/drawingml/2006/main" noGrp="1"/>
          </p:cNvSpPr>
          <p:nvPr/>
        </p:nvSpPr>
        <p:spPr>
          <a:xfrm xmlns:a="http://schemas.openxmlformats.org/drawingml/2006/main">
            <a:off x="10277475" y="40386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Tree>
    <p:extLst>
      <p:ext uri="{BB962C8B-B14F-4D97-AF65-F5344CB8AC3E}">
        <p14:creationId xmlns:p14="http://schemas.microsoft.com/office/powerpoint/2010/main" val="1752247001"/>
      </p:ext>
    </p:extLst>
  </p:cSld>
</p:sld>
</file>

<file path=ppt/slides/slide8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26A4A03-3554-417B-96A8-3425FB44436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F8183C2C-8EEA-4B58-926E-F881813EAC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B56A2495-BAF8-4A17-A395-28D23909A21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可选拓展：编码与压缩不同</a:t>
            </a:r>
          </a:p>
        </p:txBody>
      </p:sp>
      <p:sp>
        <p:nvSpPr>
          <p:cNvPr id="5" name="Connector 4">
            <a:extLst xmlns:a="http://schemas.openxmlformats.org/drawingml/2006/main">
              <a:ext uri="{FF2B5EF4-FFF2-40B4-BE49-F238E27FC236}">
                <a16:creationId xmlns:a16="http://schemas.microsoft.com/office/drawing/2014/main" id="{0BAC6CAC-2F0C-4F97-B0AF-A5531B60E821}"/>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B40ABDBB-E8BC-4644-9A98-ED08991987A2}"/>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声音编码</a:t>
            </a:r>
          </a:p>
        </p:txBody>
      </p:sp>
      <p:sp>
        <p:nvSpPr>
          <p:cNvPr id="7" name="TextBox 6">
            <a:extLst xmlns:a="http://schemas.openxmlformats.org/drawingml/2006/main">
              <a:ext uri="{FF2B5EF4-FFF2-40B4-BE49-F238E27FC236}">
                <a16:creationId xmlns:a16="http://schemas.microsoft.com/office/drawing/2014/main" id="{A8C8103F-923B-41A4-9309-E19129D6248F}"/>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数据压缩</a:t>
            </a:r>
          </a:p>
        </p:txBody>
      </p:sp>
      <p:sp>
        <p:nvSpPr>
          <p:cNvPr id="8" name="TextBox 7">
            <a:extLst xmlns:a="http://schemas.openxmlformats.org/drawingml/2006/main">
              <a:ext uri="{FF2B5EF4-FFF2-40B4-BE49-F238E27FC236}">
                <a16:creationId xmlns:a16="http://schemas.microsoft.com/office/drawing/2014/main" id="{8237B643-E5F9-4F6D-8168-D34020CA7575}"/>
              </a:ext>
            </a:extLst>
          </p:cNvPr>
          <p:cNvSpPr>
            <a:spLocks xmlns:a="http://schemas.openxmlformats.org/drawingml/2006/main" noGrp="1"/>
          </p:cNvSpPr>
          <p:nvPr/>
        </p:nvSpPr>
        <p:spPr>
          <a:xfrm xmlns:a="http://schemas.openxmlformats.org/drawingml/2006/main">
            <a:off x="822960" y="2743200"/>
            <a:ext cx="501091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让连续声音能够用数字样本记录；</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也包括后续数据表示。</a:t>
            </a:r>
          </a:p>
        </p:txBody>
      </p:sp>
      <p:sp>
        <p:nvSpPr>
          <p:cNvPr id="9" name="TextBox 8">
            <a:extLst xmlns:a="http://schemas.openxmlformats.org/drawingml/2006/main">
              <a:ext uri="{FF2B5EF4-FFF2-40B4-BE49-F238E27FC236}">
                <a16:creationId xmlns:a16="http://schemas.microsoft.com/office/drawing/2014/main" id="{45760B4B-77B5-4FAD-B53E-4531EE4CAD43}"/>
              </a:ext>
            </a:extLst>
          </p:cNvPr>
          <p:cNvSpPr>
            <a:spLocks xmlns:a="http://schemas.openxmlformats.org/drawingml/2006/main" noGrp="1"/>
          </p:cNvSpPr>
          <p:nvPr/>
        </p:nvSpPr>
        <p:spPr>
          <a:xfrm xmlns:a="http://schemas.openxmlformats.org/drawingml/2006/main">
            <a:off x="6455664" y="2743200"/>
            <a:ext cx="487375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重新表示相同或近似相同的信息，</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目标是减少数据量。</a:t>
            </a:r>
          </a:p>
        </p:txBody>
      </p:sp>
      <p:sp>
        <p:nvSpPr>
          <p:cNvPr id="10" name="TextBox 9">
            <a:extLst xmlns:a="http://schemas.openxmlformats.org/drawingml/2006/main">
              <a:ext uri="{FF2B5EF4-FFF2-40B4-BE49-F238E27FC236}">
                <a16:creationId xmlns:a16="http://schemas.microsoft.com/office/drawing/2014/main" id="{DD1E5658-23F1-4586-B7D7-A2A24643D36F}"/>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数字化、容器封装、压缩，是相关但不同的概念。</a:t>
            </a:r>
          </a:p>
        </p:txBody>
      </p:sp>
    </p:spTree>
    <p:extLst>
      <p:ext uri="{BB962C8B-B14F-4D97-AF65-F5344CB8AC3E}">
        <p14:creationId xmlns:p14="http://schemas.microsoft.com/office/powerpoint/2010/main" val="63972198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libaba PuHuiTi 3.0 115 Black"/>
        <a:ea typeface="Alibaba PuHuiTi 3.0 115 Black"/>
        <a:cs typeface="Alibaba PuHuiTi 3.0 115 Black"/>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libaba PuHuiTi 3.0 55 Regular"/>
        <a:ea typeface="Alibaba PuHuiTi 3.0 55 Regular"/>
        <a:cs typeface="Alibaba PuHuiTi 3.0 55 Regular"/>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2026-10-13T18:51:03.4090000Z</dcterms:created>
  <dcterms:modified xsi:type="dcterms:W3CDTF">2026-10-13T18:51:03.4090000Z</dcterms:modified>
</coreProperties>
</file>