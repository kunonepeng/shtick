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  <a:p/>
          <a:p>
            <a: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  <a:p/>
          <a:p>
            <a:r>
              <a:t>[视觉改进提示] 右图的横轴是时间；左图是空间波阵面，不能说声音像绳子一样上下弯曲前进。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  <a:p/>
          <a:p>
            <a:r>
              <a:t>[视觉改进提示] 本页只强调L0～L7共8级，绝不泄露下一页3.71归入哪个区间的答案。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  <a:p/>
          <a:p>
            <a:r>
              <a:t>[视觉改进提示] 让学生按时间顺序逐个对照等级和码字；第3个样本L7→111，绝不把10个样本说成10个等级。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  <a:p/>
          <a:p>
            <a:r>
              <a:t>[视觉改进提示] 文件头为说明数据的字段，数据块才记录音频样本。WAV可存储PCM及其他表示，不是压缩算法。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  <a:p/>
          <a:p>
            <a:r>
              <a:t>[视觉改进提示] 不要把音轨1理解成左声道、音轨2理解成右声道；各个输出都可包含两条素材的混合。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  <a:p/>
          <a:p>
            <a:r>
              <a:t>[视觉改进提示] 先提出文件大小冲突，不要提前揭示压缩答案；右侧图仅用作不同表示的问号，不按比例绘制，也不提供虚构的文件大小。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  <a:p/>
          <a:p>
            <a:r>
              <a:t>[视觉改进提示] 有损图的两处颜色差异是为了课堂观察而夸大，实际编码的误差不一定如此明显。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  <a:p/>
          <a:p>
            <a: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  <a:p/>
          <a:p>
            <a:r>
              <a:t>[视觉改进提示] 图片由同一段程序生成；低质量JPEG用于显示细节可能改变，切勿把它概括为所有JPEG都会如此。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  <a:p/>
          <a:p>
            <a:r>
              <a:t>[视觉改进提示] 从概览图放大到短时窗口。需与Notebook 02关联；示意形状本身不是录音实测。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735056" cy="2898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1600200"/>
            <a:ext cx="50292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空气中传播：波阵面的位置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1384" y="1600200"/>
            <a:ext cx="49377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固定位置：幅度随时间变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同一物理过程，两种描述：空间中的传播 vs 记录点上的时间变化。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29968"/>
            <a:ext cx="10716768" cy="3264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1508760"/>
            <a:ext cx="501091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全局概览：波形整体趋势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508760"/>
            <a:ext cx="4846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局部蓝点才是可逐个读出的数字样本；灰色连线只是阅读辅助。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10442448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462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608576"/>
            <a:ext cx="10332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编号从 0 到 7：0 也是一个等级，所以一共有 8 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先学会数出8个等级。下一页请预测3.71的归属，再揭示区间规则。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94560"/>
            <a:ext cx="10744200" cy="2432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5217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从左到右按采样时刻排列：10个样本×3 bit = 30 bit码流。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28800"/>
            <a:ext cx="10698480" cy="3218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43584" y="2779776"/>
            <a:ext cx="2779776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55848"/>
            <a:ext cx="288036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采样率、位数、声道等描述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43784"/>
            <a:ext cx="615391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PCM：按时间顺序保存的数字样本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WAV是容器；PCM表示音频样本。编码 ≠ 压缩。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93392"/>
            <a:ext cx="10671048" cy="3593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55448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混合后输出：左、右声道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两条“编辑层”可以混合为左右两路输出；决定PCM大小的是最终声道数。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0497312" cy="30266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" y="1581912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逐帧未压缩：题设计算约 6.44 GiB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591056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日常视频可能更小？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想一想：未压缩的计算没有错，为什么日常视频可能远小于这个大小？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975104"/>
            <a:ext cx="10469880" cy="3218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544" y="1508760"/>
            <a:ext cx="3511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717171"/>
                </a:solidFill>
                <a:latin typeface="Alibaba PuHuiTi 3.0 115 Black"/>
              </a:defRPr>
            </a:pPr>
            <a:r>
              <a:t>原始数据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1508760"/>
            <a:ext cx="3511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无损解压：完全一致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1508760"/>
            <a:ext cx="3511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有损解码：细节变化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区分依据：能否逐字节、逐像素恢复到原始数据，而不是谁的文件更小。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1984248"/>
            <a:ext cx="1042416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" y="1591056"/>
            <a:ext cx="48188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原始数据同一区域（放大）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591056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低质量JPEG同一区域（放大）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两图使用完全相同的裁剪坐标；质量=3仅用于展示可能的有损伪影。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视觉迭代v8.3.10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