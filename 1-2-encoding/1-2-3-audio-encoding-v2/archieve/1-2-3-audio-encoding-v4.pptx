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3989225650046ec" Type="http://schemas.openxmlformats.org/officeDocument/2006/relationships/officeDocument" Target="ppt/presentation.xml"/><Relationship Id="R8148a8a3a0f748f9" Type="http://schemas.openxmlformats.org/officeDocument/2006/relationships/extended-properties" Target="docProps/app.xml"/><Relationship Id="Rbd0342feaabc4df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1fecb6f86d2c4745"/>
  </p:sldMasterIdLst>
  <p:notesMasterIdLst>
    <p:notesMasterId r:id="Rbd52e4f11877481a"/>
  </p:notesMasterIdLst>
  <p:sldIdLst>
    <p:sldId id="256" r:id="R1f19ffa27e1247d0"/>
    <p:sldId id="257" r:id="R31aa60a67f19449a"/>
    <p:sldId id="258" r:id="R95215efa4e95447a"/>
    <p:sldId id="259" r:id="R48b7237996fe4b9d"/>
    <p:sldId id="260" r:id="R1d25c2781e6a4beb"/>
    <p:sldId id="310" r:id="rId60"/>
    <p:sldId id="261" r:id="Rb76a012211f1489c"/>
    <p:sldId id="262" r:id="R6c66af528d174308"/>
    <p:sldId id="263" r:id="R25f3cca73b4e44d4"/>
    <p:sldId id="264" r:id="Rc478a4566039419f"/>
    <p:sldId id="311" r:id="rId61"/>
    <p:sldId id="265" r:id="R1fcc96d9bbdb49c0"/>
    <p:sldId id="266" r:id="Rec916c48db034b9f"/>
    <p:sldId id="267" r:id="Re9b89dd557e64c62"/>
    <p:sldId id="268" r:id="R5a9e980397f84880"/>
    <p:sldId id="269" r:id="R34ee18311db94a15"/>
    <p:sldId id="270" r:id="R6d48b502b8c5470e"/>
    <p:sldId id="271" r:id="R3aabd862c0724f61"/>
    <p:sldId id="272" r:id="R966fb3c4f43b44b4"/>
    <p:sldId id="312" r:id="rId62"/>
    <p:sldId id="273" r:id="Rfd015b9f6d064078"/>
    <p:sldId id="274" r:id="R8fc4aa7e748e4e47"/>
    <p:sldId id="275" r:id="Ra87c4023148741bb"/>
    <p:sldId id="276" r:id="R474bd40216744b77"/>
    <p:sldId id="277" r:id="R2d49def08a3d4d50"/>
    <p:sldId id="278" r:id="R2e4bdc416d9f44a9"/>
    <p:sldId id="279" r:id="R0f6093aafae24c25"/>
    <p:sldId id="280" r:id="Rf683e9ab178c4c0f"/>
    <p:sldId id="281" r:id="R8978374cd7cb4fec"/>
    <p:sldId id="313" r:id="rId63"/>
    <p:sldId id="314" r:id="rId64"/>
    <p:sldId id="282" r:id="R9753b8ae200046f9"/>
    <p:sldId id="283" r:id="Rd39fc7f026594b51"/>
    <p:sldId id="284" r:id="R8eff17a7ed954c62"/>
    <p:sldId id="285" r:id="R5fc8bcfe42484208"/>
    <p:sldId id="286" r:id="Raf1dd38760d246e5"/>
    <p:sldId id="287" r:id="Rcb8c89e65b1f4032"/>
    <p:sldId id="288" r:id="Ra480ec6486654b97"/>
    <p:sldId id="289" r:id="Ra7ae63263e8b48c6"/>
    <p:sldId id="290" r:id="R00ac703b45e04251"/>
    <p:sldId id="291" r:id="Raa82131610ed422b"/>
    <p:sldId id="292" r:id="R7a0e46c0ad7f4fcf"/>
    <p:sldId id="293" r:id="Rbe59dccc5f9d4169"/>
    <p:sldId id="294" r:id="R708fa3b3b2bb4696"/>
    <p:sldId id="295" r:id="R217d7a6d22f84303"/>
    <p:sldId id="296" r:id="Rb33a9a6f3e29474a"/>
    <p:sldId id="297" r:id="R5b610ba4e4c34d97"/>
    <p:sldId id="298" r:id="Rd818523c1a824aa3"/>
    <p:sldId id="299" r:id="R3d2fef26f3624ece"/>
    <p:sldId id="315" r:id="rId65"/>
    <p:sldId id="300" r:id="R028574aff5fd438d"/>
    <p:sldId id="301" r:id="Ra5a49c394b78418e"/>
    <p:sldId id="302" r:id="Rd4a21a5df4bb40df"/>
    <p:sldId id="303" r:id="Rfa0488b6239e4564"/>
    <p:sldId id="304" r:id="Rc2d44b88bd40498d"/>
    <p:sldId id="305" r:id="Rfa15f264235b4ce6"/>
    <p:sldId id="306" r:id="Rf50a9b7af7474889"/>
    <p:sldId id="307" r:id="R8ffeac4ee8df43b4"/>
    <p:sldId id="308" r:id="R475ebd8766a94f5b"/>
    <p:sldId id="309" r:id="R6270f59cd01b43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0ac703b45e04251" Type="http://schemas.openxmlformats.org/officeDocument/2006/relationships/slide" Target="slides/slide35.xml"/><Relationship Id="R028574aff5fd438d" Type="http://schemas.openxmlformats.org/officeDocument/2006/relationships/slide" Target="slides/slide45.xml"/><Relationship Id="R0f6093aafae24c25" Type="http://schemas.openxmlformats.org/officeDocument/2006/relationships/slide" Target="slides/slide24.xml"/><Relationship Id="R1d25c2781e6a4beb" Type="http://schemas.openxmlformats.org/officeDocument/2006/relationships/slide" Target="slides/slide5.xml"/><Relationship Id="R1f19ffa27e1247d0" Type="http://schemas.openxmlformats.org/officeDocument/2006/relationships/slide" Target="slides/slide1.xml"/><Relationship Id="R1fcc96d9bbdb49c0" Type="http://schemas.openxmlformats.org/officeDocument/2006/relationships/slide" Target="slides/slide10.xml"/><Relationship Id="R1fecb6f86d2c4745" Type="http://schemas.openxmlformats.org/officeDocument/2006/relationships/slideMaster" Target="slideMasters/slideMaster1.xml"/><Relationship Id="R217d7a6d22f84303" Type="http://schemas.openxmlformats.org/officeDocument/2006/relationships/slide" Target="slides/slide40.xml"/><Relationship Id="R25f3cca73b4e44d4" Type="http://schemas.openxmlformats.org/officeDocument/2006/relationships/slide" Target="slides/slide8.xml"/><Relationship Id="R2d49def08a3d4d50" Type="http://schemas.openxmlformats.org/officeDocument/2006/relationships/slide" Target="slides/slide22.xml"/><Relationship Id="R2e4bdc416d9f44a9" Type="http://schemas.openxmlformats.org/officeDocument/2006/relationships/slide" Target="slides/slide23.xml"/><Relationship Id="R31aa60a67f19449a" Type="http://schemas.openxmlformats.org/officeDocument/2006/relationships/slide" Target="slides/slide2.xml"/><Relationship Id="R33668b4d917f4584" Type="http://schemas.openxmlformats.org/officeDocument/2006/relationships/theme" Target="theme/theme1.xml"/><Relationship Id="R34ee18311db94a15" Type="http://schemas.openxmlformats.org/officeDocument/2006/relationships/slide" Target="slides/slide14.xml"/><Relationship Id="R3aabd862c0724f61" Type="http://schemas.openxmlformats.org/officeDocument/2006/relationships/slide" Target="slides/slide16.xml"/><Relationship Id="R3d2fef26f3624ece" Type="http://schemas.openxmlformats.org/officeDocument/2006/relationships/slide" Target="slides/slide44.xml"/><Relationship Id="R4424d3ac2a1c4afd" Type="http://schemas.openxmlformats.org/officeDocument/2006/relationships/presProps" Target="presProps.xml"/><Relationship Id="R474bd40216744b77" Type="http://schemas.openxmlformats.org/officeDocument/2006/relationships/slide" Target="slides/slide21.xml"/><Relationship Id="R475ebd8766a94f5b" Type="http://schemas.openxmlformats.org/officeDocument/2006/relationships/slide" Target="slides/slide53.xml"/><Relationship Id="R48b7237996fe4b9d" Type="http://schemas.openxmlformats.org/officeDocument/2006/relationships/slide" Target="slides/slide4.xml"/><Relationship Id="R5a9e980397f84880" Type="http://schemas.openxmlformats.org/officeDocument/2006/relationships/slide" Target="slides/slide13.xml"/><Relationship Id="R5b610ba4e4c34d97" Type="http://schemas.openxmlformats.org/officeDocument/2006/relationships/slide" Target="slides/slide42.xml"/><Relationship Id="R5fc8bcfe42484208" Type="http://schemas.openxmlformats.org/officeDocument/2006/relationships/slide" Target="slides/slide30.xml"/><Relationship Id="R6270f59cd01b4343" Type="http://schemas.openxmlformats.org/officeDocument/2006/relationships/slide" Target="slides/slide54.xml"/><Relationship Id="R6c66af528d174308" Type="http://schemas.openxmlformats.org/officeDocument/2006/relationships/slide" Target="slides/slide7.xml"/><Relationship Id="R6d48b502b8c5470e" Type="http://schemas.openxmlformats.org/officeDocument/2006/relationships/slide" Target="slides/slide15.xml"/><Relationship Id="R708fa3b3b2bb4696" Type="http://schemas.openxmlformats.org/officeDocument/2006/relationships/slide" Target="slides/slide39.xml"/><Relationship Id="R7a0e46c0ad7f4fcf" Type="http://schemas.openxmlformats.org/officeDocument/2006/relationships/slide" Target="slides/slide37.xml"/><Relationship Id="R8978374cd7cb4fec" Type="http://schemas.openxmlformats.org/officeDocument/2006/relationships/slide" Target="slides/slide26.xml"/><Relationship Id="R8a37d02859aa471d" Type="http://schemas.openxmlformats.org/officeDocument/2006/relationships/tableStyles" Target="tableStyles.xml"/><Relationship Id="R8eff17a7ed954c62" Type="http://schemas.openxmlformats.org/officeDocument/2006/relationships/slide" Target="slides/slide29.xml"/><Relationship Id="R8fc4aa7e748e4e47" Type="http://schemas.openxmlformats.org/officeDocument/2006/relationships/slide" Target="slides/slide19.xml"/><Relationship Id="R8ffeac4ee8df43b4" Type="http://schemas.openxmlformats.org/officeDocument/2006/relationships/slide" Target="slides/slide52.xml"/><Relationship Id="R95215efa4e95447a" Type="http://schemas.openxmlformats.org/officeDocument/2006/relationships/slide" Target="slides/slide3.xml"/><Relationship Id="R966fb3c4f43b44b4" Type="http://schemas.openxmlformats.org/officeDocument/2006/relationships/slide" Target="slides/slide17.xml"/><Relationship Id="R9753b8ae200046f9" Type="http://schemas.openxmlformats.org/officeDocument/2006/relationships/slide" Target="slides/slide27.xml"/><Relationship Id="Ra480ec6486654b97" Type="http://schemas.openxmlformats.org/officeDocument/2006/relationships/slide" Target="slides/slide33.xml"/><Relationship Id="Ra5a49c394b78418e" Type="http://schemas.openxmlformats.org/officeDocument/2006/relationships/slide" Target="slides/slide46.xml"/><Relationship Id="Ra7ae63263e8b48c6" Type="http://schemas.openxmlformats.org/officeDocument/2006/relationships/slide" Target="slides/slide34.xml"/><Relationship Id="Ra87c4023148741bb" Type="http://schemas.openxmlformats.org/officeDocument/2006/relationships/slide" Target="slides/slide20.xml"/><Relationship Id="Raa82131610ed422b" Type="http://schemas.openxmlformats.org/officeDocument/2006/relationships/slide" Target="slides/slide36.xml"/><Relationship Id="Raf1dd38760d246e5" Type="http://schemas.openxmlformats.org/officeDocument/2006/relationships/slide" Target="slides/slide31.xml"/><Relationship Id="Rb33a9a6f3e29474a" Type="http://schemas.openxmlformats.org/officeDocument/2006/relationships/slide" Target="slides/slide41.xml"/><Relationship Id="Rb76a012211f1489c" Type="http://schemas.openxmlformats.org/officeDocument/2006/relationships/slide" Target="slides/slide6.xml"/><Relationship Id="Rbd52e4f11877481a" Type="http://schemas.openxmlformats.org/officeDocument/2006/relationships/notesMaster" Target="notesMasters/notesMaster1.xml"/><Relationship Id="Rbe59dccc5f9d4169" Type="http://schemas.openxmlformats.org/officeDocument/2006/relationships/slide" Target="slides/slide38.xml"/><Relationship Id="Rc2d44b88bd40498d" Type="http://schemas.openxmlformats.org/officeDocument/2006/relationships/slide" Target="slides/slide49.xml"/><Relationship Id="Rc478a4566039419f" Type="http://schemas.openxmlformats.org/officeDocument/2006/relationships/slide" Target="slides/slide9.xml"/><Relationship Id="Rcb8c89e65b1f4032" Type="http://schemas.openxmlformats.org/officeDocument/2006/relationships/slide" Target="slides/slide32.xml"/><Relationship Id="Rd39fc7f026594b51" Type="http://schemas.openxmlformats.org/officeDocument/2006/relationships/slide" Target="slides/slide28.xml"/><Relationship Id="Rd4a21a5df4bb40df" Type="http://schemas.openxmlformats.org/officeDocument/2006/relationships/slide" Target="slides/slide47.xml"/><Relationship Id="Rd818523c1a824aa3" Type="http://schemas.openxmlformats.org/officeDocument/2006/relationships/slide" Target="slides/slide43.xml"/><Relationship Id="Re9b89dd557e64c62" Type="http://schemas.openxmlformats.org/officeDocument/2006/relationships/slide" Target="slides/slide12.xml"/><Relationship Id="Rec916c48db034b9f" Type="http://schemas.openxmlformats.org/officeDocument/2006/relationships/slide" Target="slides/slide11.xml"/><Relationship Id="Rf50a9b7af7474889" Type="http://schemas.openxmlformats.org/officeDocument/2006/relationships/slide" Target="slides/slide51.xml"/><Relationship Id="Rf683e9ab178c4c0f" Type="http://schemas.openxmlformats.org/officeDocument/2006/relationships/slide" Target="slides/slide25.xml"/><Relationship Id="Rfa0488b6239e4564" Type="http://schemas.openxmlformats.org/officeDocument/2006/relationships/slide" Target="slides/slide48.xml"/><Relationship Id="Rfa15f264235b4ce6" Type="http://schemas.openxmlformats.org/officeDocument/2006/relationships/slide" Target="slides/slide50.xml"/><Relationship Id="Rfd015b9f6d064078" Type="http://schemas.openxmlformats.org/officeDocument/2006/relationships/slide" Target="slides/slide18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fb2e28acb58344c8" Type="http://schemas.openxmlformats.org/officeDocument/2006/relationships/theme" Target="theme/theme3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Alibaba PuHuiTi 3.0 55 Regular"/>
        <a:ea typeface="Alibaba PuHuiTi 3.0 55 Regular"/>
        <a:cs typeface="Alibaba PuHuiTi 3.0 55 Regular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5994e9da0a44333" Type="http://schemas.openxmlformats.org/officeDocument/2006/relationships/notesMaster" Target="../notesMasters/notesMaster1.xml"/><Relationship Id="R58eb0e6873e84b2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369b308ec634b6c" Type="http://schemas.openxmlformats.org/officeDocument/2006/relationships/slide" Target="../slides/slide2.xml"/><Relationship Id="R607fb72a8cb74d38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3ecbe6c60674d83" Type="http://schemas.openxmlformats.org/officeDocument/2006/relationships/notesMaster" Target="../notesMasters/notesMaster1.xml"/><Relationship Id="R5ab52fe3045844f0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a68eb96c8bd42ef" Type="http://schemas.openxmlformats.org/officeDocument/2006/relationships/slide" Target="../slides/slide4.xml"/><Relationship Id="Rb8dff307cf2b48a5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232478e326341d6" Type="http://schemas.openxmlformats.org/officeDocument/2006/relationships/notesMaster" Target="../notesMasters/notesMaster1.xml"/><Relationship Id="Rd13cafdf48dd47fb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a3d75b6287dd4512" Type="http://schemas.openxmlformats.org/officeDocument/2006/relationships/notesMaster" Target="../notesMasters/notesMaster1.xml"/><Relationship Id="Re8fcc1313fae4e27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9dc8f1d5473455b" Type="http://schemas.openxmlformats.org/officeDocument/2006/relationships/notesMaster" Target="../notesMasters/notesMaster1.xml"/><Relationship Id="R58caf9f32d404d2f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3934bdafe1c47de" Type="http://schemas.openxmlformats.org/officeDocument/2006/relationships/notesMaster" Target="../notesMasters/notesMaster1.xml"/><Relationship Id="R4912ffec9fbc4e6b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1f7e072f3a6f4816" Type="http://schemas.openxmlformats.org/officeDocument/2006/relationships/notesMaster" Target="../notesMasters/notesMaster1.xml"/><Relationship Id="R4b64806303c048aa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241a337374d04f3e" Type="http://schemas.openxmlformats.org/officeDocument/2006/relationships/slide" Target="../slides/slide10.xml"/><Relationship Id="R58944d32d4f84d7c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07635a650f874d39" Type="http://schemas.openxmlformats.org/officeDocument/2006/relationships/notesMaster" Target="../notesMasters/notesMaster1.xml"/><Relationship Id="R96952d9d301b4dc0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984e0edfc27d4fec" Type="http://schemas.openxmlformats.org/officeDocument/2006/relationships/slide" Target="../slides/slide12.xml"/><Relationship Id="Rb6a328886f9841d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7a3e8620fd04376" Type="http://schemas.openxmlformats.org/officeDocument/2006/relationships/notesMaster" Target="../notesMasters/notesMaster1.xml"/><Relationship Id="Re54ee6a04d5d41db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7d985a5102a84d79" Type="http://schemas.openxmlformats.org/officeDocument/2006/relationships/slide" Target="../slides/slide14.xml"/><Relationship Id="Rf3cb759b8b174904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0c042d74277b4c4c" Type="http://schemas.openxmlformats.org/officeDocument/2006/relationships/slide" Target="../slides/slide15.xml"/><Relationship Id="Recaea2ba74b6425a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1e2a6501491d45a3" Type="http://schemas.openxmlformats.org/officeDocument/2006/relationships/slide" Target="../slides/slide16.xml"/><Relationship Id="R86f9b1fcd1a14bab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6d1152495ab04de0" Type="http://schemas.openxmlformats.org/officeDocument/2006/relationships/notesMaster" Target="../notesMasters/notesMaster1.xml"/><Relationship Id="Rf4f9f73c466e4bed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b168681ab0d24620" Type="http://schemas.openxmlformats.org/officeDocument/2006/relationships/slide" Target="../slides/slide18.xml"/><Relationship Id="Rd513dae33ff14dd6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429417562f914aad" Type="http://schemas.openxmlformats.org/officeDocument/2006/relationships/slide" Target="../slides/slide19.xml"/><Relationship Id="Ra1f9307bb3d24ea8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4123ea3adc83431a" Type="http://schemas.openxmlformats.org/officeDocument/2006/relationships/slide" Target="../slides/slide20.xml"/><Relationship Id="R7857f905ed18447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048d8c9608dd41a8" Type="http://schemas.openxmlformats.org/officeDocument/2006/relationships/slide" Target="../slides/slide21.xml"/><Relationship Id="R0491fe7f334442f7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1dc634c7fd004724" Type="http://schemas.openxmlformats.org/officeDocument/2006/relationships/notesMaster" Target="../notesMasters/notesMaster1.xml"/><Relationship Id="Rf6697d3f3fcf4f5c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0f3f1a35c0004be1" Type="http://schemas.openxmlformats.org/officeDocument/2006/relationships/slide" Target="../slides/slide23.xml"/><Relationship Id="R9f360c50aee645ca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895ac80b71914580" Type="http://schemas.openxmlformats.org/officeDocument/2006/relationships/slide" Target="../slides/slide24.xml"/><Relationship Id="Rf6f45f636f364a2f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3ad06bbb07d42b3" Type="http://schemas.openxmlformats.org/officeDocument/2006/relationships/slide" Target="../slides/slide25.xml"/><Relationship Id="Rdd40626003744a13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9d5e92883f9f4e6b" Type="http://schemas.openxmlformats.org/officeDocument/2006/relationships/notesMaster" Target="../notesMasters/notesMaster1.xml"/><Relationship Id="Rb0c4ba5ede584eac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156d9a684e02425e" Type="http://schemas.openxmlformats.org/officeDocument/2006/relationships/slide" Target="../slides/slide27.xml"/><Relationship Id="R42503165bd384d4f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d96e7e1048194312" Type="http://schemas.openxmlformats.org/officeDocument/2006/relationships/notesMaster" Target="../notesMasters/notesMaster1.xml"/><Relationship Id="Rf27d7839e219493d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2c0c84a2b18a4f50" Type="http://schemas.openxmlformats.org/officeDocument/2006/relationships/slide" Target="../slides/slide29.xml"/><Relationship Id="Rd06c30dde2cc4147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13c2448ef7c64007" Type="http://schemas.openxmlformats.org/officeDocument/2006/relationships/notesMaster" Target="../notesMasters/notesMaster1.xml"/><Relationship Id="R703c54b164f0456d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2bef23d347634d1f" Type="http://schemas.openxmlformats.org/officeDocument/2006/relationships/slide" Target="../slides/slide31.xml"/><Relationship Id="Re6e5863227b842c6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e9b88bb5b42c4a54" Type="http://schemas.openxmlformats.org/officeDocument/2006/relationships/slide" Target="../slides/slide32.xml"/><Relationship Id="Rffd926e9edb3476f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1126cbda9df24237" Type="http://schemas.openxmlformats.org/officeDocument/2006/relationships/notesMaster" Target="../notesMasters/notesMaster1.xml"/><Relationship Id="Rb0303dcfaf5043dc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87efd281292342e0" Type="http://schemas.openxmlformats.org/officeDocument/2006/relationships/notesMaster" Target="../notesMasters/notesMaster1.xml"/><Relationship Id="R8cf8b139d79948b6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b42e2d8a9c1a4e6d" Type="http://schemas.openxmlformats.org/officeDocument/2006/relationships/slide" Target="../slides/slide35.xml"/><Relationship Id="Rf663ab93c09c40b8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15a14508d00c4254" Type="http://schemas.openxmlformats.org/officeDocument/2006/relationships/slide" Target="../slides/slide36.xml"/><Relationship Id="R33e010c7bafe4b85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396989e8ee5243b6" Type="http://schemas.openxmlformats.org/officeDocument/2006/relationships/notesMaster" Target="../notesMasters/notesMaster1.xml"/><Relationship Id="Rf00bf0b5c5f34e79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00286d81bd334886" Type="http://schemas.openxmlformats.org/officeDocument/2006/relationships/notesMaster" Target="../notesMasters/notesMaster1.xml"/><Relationship Id="Raf086669dcc24475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459b35976ae04c1a" Type="http://schemas.openxmlformats.org/officeDocument/2006/relationships/slide" Target="../slides/slide39.xml"/><Relationship Id="Rb582e0ac18cd41a3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93ef6a0fea2948a7" Type="http://schemas.openxmlformats.org/officeDocument/2006/relationships/slide" Target="../slides/slide40.xml"/><Relationship Id="Rc4ec0ec7566947f0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99cdf708bce14503" Type="http://schemas.openxmlformats.org/officeDocument/2006/relationships/slide" Target="../slides/slide41.xml"/><Relationship Id="Rde23ef58dbd74480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569b9f36f0454689" Type="http://schemas.openxmlformats.org/officeDocument/2006/relationships/slide" Target="../slides/slide42.xml"/><Relationship Id="Rd88733b0e6764bc4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60b4bb58e7794de7" Type="http://schemas.openxmlformats.org/officeDocument/2006/relationships/notesMaster" Target="../notesMasters/notesMaster1.xml"/><Relationship Id="Ra9f8fe394efb4cd8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a54ab1b748574306" Type="http://schemas.openxmlformats.org/officeDocument/2006/relationships/notesMaster" Target="../notesMasters/notesMaster1.xml"/><Relationship Id="Rc9aad28caaab466e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04698c3630f74e0d" Type="http://schemas.openxmlformats.org/officeDocument/2006/relationships/slide" Target="../slides/slide45.xml"/><Relationship Id="Rbef4d8b7fbb0465d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764db53a55714658" Type="http://schemas.openxmlformats.org/officeDocument/2006/relationships/notesMaster" Target="../notesMasters/notesMaster1.xml"/><Relationship Id="Ref43c7465e5a4514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7b7010a376974816" Type="http://schemas.openxmlformats.org/officeDocument/2006/relationships/notesMaster" Target="../notesMasters/notesMaster1.xml"/><Relationship Id="Rc57b3a6b847a4cf7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54915a35cfe042bb" Type="http://schemas.openxmlformats.org/officeDocument/2006/relationships/notesMaster" Target="../notesMasters/notesMaster1.xml"/><Relationship Id="Re3da0497c0864b74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394d13e3389045d3" Type="http://schemas.openxmlformats.org/officeDocument/2006/relationships/notesMaster" Target="../notesMasters/notesMaster1.xml"/><Relationship Id="R5a1fb478cecc4b34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702df55708284b08" Type="http://schemas.openxmlformats.org/officeDocument/2006/relationships/notesMaster" Target="../notesMasters/notesMaster1.xml"/><Relationship Id="Rf1b237fd9b6b4b39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470f6456c3394163" Type="http://schemas.openxmlformats.org/officeDocument/2006/relationships/slide" Target="../slides/slide51.xml"/><Relationship Id="R8a9dc9213ae74994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8c09a8118c6c4e55" Type="http://schemas.openxmlformats.org/officeDocument/2006/relationships/slide" Target="../slides/slide52.xml"/><Relationship Id="R902f3c0aa6534ab0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10c835aeeaa743d3" Type="http://schemas.openxmlformats.org/officeDocument/2006/relationships/notesMaster" Target="../notesMasters/notesMaster1.xml"/><Relationship Id="R33c33fb125d94935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14f96f36673846f0" Type="http://schemas.openxmlformats.org/officeDocument/2006/relationships/slide" Target="../slides/slide54.xml"/><Relationship Id="Ra571d01367e740bc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声音的数字化</a:t>
            </a:r>
          </a:p>
          <a:p>
            <a:r>
              <a:t>[内部编号] opening</a:t>
            </a:r>
          </a:p>
          <a:p>
            <a:r>
              <a:t>[阶段] 开场</a:t>
            </a:r>
          </a:p>
          <a:p>
            <a:r>
              <a:t>[教师逐字稿]</a:t>
            </a:r>
          </a:p>
          <a:p>
            <a:r>
              <a:t>先看同一段声音的两份文件，提出可检验的猜测。接着沿同一波形追踪采样、量化和码字，再数这些记录占多少字节。学生纸笔作答，教师操作课件。</a:t>
            </a:r>
          </a:p>
          <a:p>
            <a:r>
              <a:t>[课堂条件与时间]</a:t>
            </a:r>
          </a:p>
          <a:p>
            <a:r>
              <a:t>先修：二进制、bit/byte、简单坐标图；45分钟，教师示范、学生纸笔。建议：开场与波形4分钟；采样及T1 6分钟；量化及T2 8分钟；编码及T3 6分钟；格式比较2分钟；PCM计数、双声道、文件与开场闭环10分钟；采样限制及T4 7分钟；独立退出2分钟。主要阶段50页；附录为可选，不计入45分钟。思考、同桌核对与总结包含在预算内，实际课堂节奏未验证。第18分钟进入编码，第26分钟开始计数模型，第28分钟进入实际PCM计数，第36分钟完成开场闭环，第43分钟独立退出。若超时，跳过裸采样混叠的深入讨论与全部附录，使用带限条件完成频率判断；不取消树总结、开场闭环和独立退出。PPTX静态图即可完成必要推理；音频播放可选，失败30秒切换图示。</a:t>
            </a:r>
          </a:p>
          <a:p>
            <a:r>
              <a:t>[版本与来源]</a:t>
            </a:r>
          </a:p>
          <a:p>
            <a:r>
              <a:t>本版是用户指定v2的独立课堂修订，保持原版与v2不变。具体图示依据用户接受的审阅建议及相邻课程的技术边界；相邻course-design.qmd和正式v4课堂包没有重写，也不把本版静默提升为其正式版本。</a:t>
            </a:r>
          </a:p>
          <a:p>
            <a:r>
              <a:t>[可观察目标]</a:t>
            </a:r>
          </a:p>
          <a:p>
            <a:r>
              <a:t>学生能标时间/幅度轴，数半开区间中的采样时刻，按规则选量化代表值并计算误差，互读等长码字，说明每个PCM因子的计数对象，区别样本数据/完整文件与声音频率/采样率。退出题独立检验声道和编码边界。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同一段声音，为什么文件大小不同？</a:t>
            </a:r>
          </a:p>
          <a:p>
            <a:r>
              <a:t>[内部编号] Q1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A、B都六秒，都是未压缩PCM WAV。请独立写一个猜测和理由，再与同桌交换。我保留两条猜测，现在不公布记录参数。</a:t>
            </a:r>
          </a:p>
          <a:p>
            <a:r>
              <a:t>[活动]</a:t>
            </a:r>
          </a:p>
          <a:p>
            <a:r>
              <a:t>个人20秒，同桌10秒，保留两条可检验猜测。可选试听固定音量、匿名A/B；听不出差异不影响推理。两份是同一已解码音乐片段的重处理，不是首次ADC录音；来源AAC已有的信息损失不能恢复。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同一段声音，为什么文件大小不同？</a:t>
            </a:r>
          </a:p>
          <a:p>
            <a:r>
              <a:t>[内部编号] Q1</a:t>
            </a:r>
          </a:p>
          <a:p>
            <a:r>
              <a:t>[阶段] 阶段回应</a:t>
            </a:r>
          </a:p>
          <a:p>
            <a:r>
              <a:t>[教师逐字稿]</a:t>
            </a:r>
          </a:p>
          <a:p>
            <a:r>
              <a:t>可以确认：时长相同、都未压缩，数据量仍然不同。先保留猜测，接下来找出电脑记录了哪些数据，再用实际参数核对。</a:t>
            </a:r>
          </a:p>
          <a:p>
            <a:r>
              <a:t>[保留答案]</a:t>
            </a:r>
          </a:p>
          <a:p>
            <a:r>
              <a:t>不在本页说出A/B采样率或PCM公式。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这条波形的横轴和纵轴分别表示什么？</a:t>
            </a:r>
          </a:p>
          <a:p>
            <a:r>
              <a:t>[内部编号] Q2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曲线在记录哪种变化？请指出横轴、纵轴，找一个零线下方的时刻。是同一位置的不同时刻，还是不同位置？先说理由。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这条波形的横轴和纵轴分别表示什么？</a:t>
            </a:r>
          </a:p>
          <a:p>
            <a:r>
              <a:t>[内部编号] Q2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横轴是时间，纵轴是信号幅度。取教室中同一个位置，声压随时间变化，麦克风将它转成电信号，再画出时间波形。曲线不是空气在空间中走过的路线；负值是相对基准的负偏差，不是负音量。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[图示目的]</a:t>
            </a:r>
          </a:p>
          <a:p>
            <a:r>
              <a:t>下面链条是因果示意，不是实测设备界面；固定位置与时间变化明确区分。</a:t>
            </a:r>
          </a:p>
          <a:p>
            <a:r>
              <a:t>[来源]</a:t>
            </a:r>
          </a:p>
          <a:p>
            <a:r>
              <a:t>PhET team, teaching with simulations, Sound example, p6. https://phet.colorado.edu/publications/physics%20teacher_finalwithpicts.pdf ; retrieved 2026-10-13. The diagram here is a native teaching schematic, not a simulation screenshot.</a:t>
            </a:r>
          </a:p>
          <a:p/>
          <a:p>
            <a:r>
              <a:t>【v4演示补充】零线表示相对参考信号的零偏差；负值不是“负的响度”。可用手势指向零线上下两侧。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5秒内每秒取1次，怎样安排采样时刻？</a:t>
            </a:r>
          </a:p>
          <a:p>
            <a:r>
              <a:t>[内部编号] Q3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从零秒开始，每秒取一次，记录区间不包括五秒端点。请先写出取值时刻，再圈出曲线上对应的位置，思考十五秒。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[预期反应]</a:t>
            </a:r>
          </a:p>
          <a:p>
            <a:r>
              <a:t>可能重复计入5s，先让学生说明时间区间。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5秒内每秒取1次，怎样安排采样时刻？</a:t>
            </a:r>
          </a:p>
          <a:p>
            <a:r>
              <a:t>[内部编号] Q3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零、一、二、三、四秒，共五个样本。采样是在指定时刻读取幅度，使时间记录离散；这时还没有把幅度限制到有限等级。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[来源]</a:t>
            </a:r>
          </a:p>
          <a:p>
            <a:r>
              <a:t>Xiph.Org, Digital Show &amp; Tell, Stairsteps. https://wiki.xiph.org/Videos/Digital_Show_and_Tell ; retrieved 2026-10-13. Discrete samples are distinguished from reconstruction and sample-and-hold.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采样率加倍，改变了什么？</a:t>
            </a:r>
          </a:p>
          <a:p>
            <a:r>
              <a:t>[内部编号] Q4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同一五秒波形，右端点不计。先数两个图的样本，再说哪些条件不变、哪个参数改变。不先评价听感。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采样率加倍，改变了什么？</a:t>
            </a:r>
          </a:p>
          <a:p>
            <a:r>
              <a:t>[内部编号] Q4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左边五个，右边十个。采样率数的是每秒每声道的样本数。相同时长下采样率加倍，样本数加倍；图只证明记录更密，不证明听感必然更好。</a:t>
            </a:r>
          </a:p>
          <a:p>
            <a:r>
              <a:t>[边界]</a:t>
            </a:r>
          </a:p>
          <a:p>
            <a:r>
              <a:t>1/2Hz为慢速计数模型，不是可用的音乐录音参数。实际声音频率与采样率必须分开；后面用纯音诊断。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  <a:p/>
          <a:p>
            <a:r>
              <a:t>【v4演示补充】这一幅是便于观察的极低采样率模型，不是正常录音参数。采样率是每秒每声道取样次数；它与声音信号自身的频率不是同一量。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采样率与时长，怎样决定记录数量？</a:t>
            </a:r>
          </a:p>
          <a:p>
            <a:r>
              <a:t>[内部编号] T1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先用零到四秒和左右点数，总结每秒取多少次、取几秒，怎样得到每声道样本数。收两条带图上证据的回答，再更新树。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采样率与时长，怎样决定记录数量？</a:t>
            </a:r>
          </a:p>
          <a:p>
            <a:r>
              <a:t>[内部编号] T1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采样在指定时刻取幅度；采样率乘时长，得到每声道的样本数。右边箭头写的是这条计数关系，不是声音传播方向。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按4个等级，给这些幅度找代表值</a:t>
            </a:r>
          </a:p>
          <a:p>
            <a:r>
              <a:t>[内部编号] Q5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按左表的规则归档，用每档中点代表幅度。独立填四个代表值，四十秒后同桌核对理由，暂时不写二进制。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按4个等级，给这些幅度找代表值</a:t>
            </a:r>
          </a:p>
          <a:p>
            <a:r>
              <a:t>[内部编号] Q5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四个代表值依次为负零点二五、零点二五、零点七五、负零点七五。量化将幅度近似为有限等级；代表幅度和等级编号不同。保留你改过的记录，接下来比较近似值与原值。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只增加等级数，哪些量没变？</a:t>
            </a:r>
          </a:p>
          <a:p>
            <a:r>
              <a:t>[内部编号] Q6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两边十个时刻、输入与范围相同。黑色空心点为输入，紫色方点为保存的代表值。先找不变的条件，再观察相邻等级间隔。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只增加等级数，哪些量没变？</a:t>
            </a:r>
          </a:p>
          <a:p>
            <a:r>
              <a:t>[内部编号] Q6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没有多取时刻，也没有改变输入。范围固定，四档步长零点五，八档零点二五。右边两个点太接近，下一页把同一个样本放大，用数值核对误差。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同一个幅度，两次量化的误差各是多少？</a:t>
            </a:r>
          </a:p>
          <a:p>
            <a:r>
              <a:t>[内部编号] Q7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图上还是三秒处输入负零点三八的样本，现在只放大幅度方向。两个尺子范围相同，请算输入与代表值的绝对差，独立二十秒。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[图示]</a:t>
            </a:r>
          </a:p>
          <a:p>
            <a:r>
              <a:t>两幅横轴都表示幅度，不表示时间；以同一比例放大局部范围[-0.5,-0.2]。点的竖直位置只用于放置标记。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同一个幅度，两次量化的误差各是多少？</a:t>
            </a:r>
          </a:p>
          <a:p>
            <a:r>
              <a:t>[内部编号] Q7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左边绝对差零点一三，右边零点零零五。这一个样本八档更接近输入。固定范围、均匀分级、无过载时，步长减小，误差上界减小；并不保证每一点都严格改善。附录留有可核对反例。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  <a:p/>
          <a:p>
            <a:r>
              <a:t>【v4演示补充】可播放随本版一起提交的audio-v4-assets/quantization-3bit.wav与quantization-16bit.wav。两者同样16kHz采样率、相同音源与播放电平，仅示意均匀量化宽度差异；不要据此断言16bit任何时候都可听辨地更好。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量化增加了哪些幅度选择？</a:t>
            </a:r>
          </a:p>
          <a:p>
            <a:r>
              <a:t>[内部编号] T2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请用归档表、双图和局部误差说明量化改变哪一维；为什么固定范围时等级数决定步长？先收解释和证据，再更新树。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量化增加了哪些幅度选择？</a:t>
            </a:r>
          </a:p>
          <a:p>
            <a:r>
              <a:t>[内部编号] T2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新增幅度的有限等级和等级数与步长的关系。采样分支保持不变；一个处理时刻，另一个处理幅度。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每个编号都用同样长的码字。左边零到三，右边零到七，至少需要几位才能区分？先独立写理由，二十秒后交流。</a:t>
            </a:r>
          </a:p>
          <a:p>
            <a:r>
              <a:t>[阶段控制]</a:t>
            </a:r>
          </a:p>
          <a:p>
            <a:r>
              <a:t>题目仅列必要编号，不显示二进制码字和答案位数。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揭示一</a:t>
            </a:r>
          </a:p>
          <a:p>
            <a:r>
              <a:t>[教师逐字稿]</a:t>
            </a:r>
          </a:p>
          <a:p>
            <a:r>
              <a:t>一位只有两个码字，二位有四个。四档需要二位，零也写零零。八档请同学继续解释，下一页再核对。</a:t>
            </a:r>
          </a:p>
          <a:p>
            <a:r>
              <a:t>[保留]</a:t>
            </a:r>
          </a:p>
          <a:p>
            <a:r>
              <a:t>本页只揭示四档。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揭示二</a:t>
            </a:r>
          </a:p>
          <a:p>
            <a:r>
              <a:t>[教师逐字稿]</a:t>
            </a:r>
          </a:p>
          <a:p>
            <a:r>
              <a:t>三位提供八种等长码字，覆盖八档。一般n位有二的n次方种码字。这里表示的是等级编号，不把幅度纵轴换成二进制；真实文件还要看实际存储宽度。</a:t>
            </a:r>
          </a:p>
          <a:p>
            <a:r>
              <a:t>[扩展]</a:t>
            </a:r>
          </a:p>
          <a:p>
            <a:r>
              <a:t>非2的幂的等级数，最少等长位数为ceil(log2 L)。主线只用4/8。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这十个等级，怎样写成等长码字？</a:t>
            </a:r>
          </a:p>
          <a:p>
            <a:r>
              <a:t>[内部编号] Q9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回到同一条波形的八级量化结果。点旁是等级编号，下方每个空组都留三位。写出十个码字，再与同桌互读，看能否读回编号。前导零不能省。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[活动]</a:t>
            </a:r>
          </a:p>
          <a:p>
            <a:r>
              <a:t>独立20秒，同桌互读前五个或后五个。码字下方的时间顺序与波形采样点对应。</a:t>
            </a:r>
          </a:p>
          <a:p/>
          <a:p>
            <a:r>
              <a:t>【v4演示补充】本图是10个采样时刻、8个量化等级、10组3bit码字，不是10个量化等级。让学生先标出一个样本的编号，再写成3bit。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这十个等级，怎样写成等长码字？</a:t>
            </a:r>
          </a:p>
          <a:p>
            <a:r>
              <a:t>[内部编号] Q9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下方每组三位对应上方一个采样时刻。依次为零一零、一零零、一一一、一一一、一一零、一零零、零一零、零一零、零零一、零一一。最后编号三就是零一一。编码按约定表示等级，这里没有压缩。</a:t>
            </a:r>
          </a:p>
          <a:p>
            <a:r>
              <a:t>[完整序列]</a:t>
            </a:r>
          </a:p>
          <a:p>
            <a:r>
              <a:t>2,4,7,7,6,4,2,2,1,3 → 010,100,111,111,110,100,010,010,001,011。共30bit教学码字，不意味着实际WAV按3bit打包。真实PCM后面使用16bit存储宽度。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Khan Academy, Converting analog data to binary. https://www.khanacademy.org/computing/computers-and-internet/xcae6f4a7ff015e7d:digital-information/xcae6f4a7ff015e7d:representing-analog-data-in-binary/a/converting-analog-data-to-binary ; retrieved 2026-10-13. Visual sequencing adapted; all values independently calculated.</a:t>
            </a:r>
          </a:p>
          <a:p/>
          <a:p>
            <a:r>
              <a:t>【v4演示补充】10个样本×3bit=30bit属于演示性定长编码。本例不是实际16bit PCM；下一页之后有模型与实际存储的桥梁。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时刻、幅度和码字，各解决什么问题？</a:t>
            </a:r>
          </a:p>
          <a:p>
            <a:r>
              <a:t>[内部编号] T3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请沿旧分支回看：时刻怎样选，幅度怎样近似？再用码字互读说明编码增加了什么约定。收集总结后更新树。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时刻、幅度和码字，各解决什么问题？</a:t>
            </a:r>
          </a:p>
          <a:p>
            <a:r>
              <a:t>[内部编号] T3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新增等级编号到等长码字的表示约定。采样与量化分支保留；编码不自动等于压缩。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这些名称在录音流程的哪一层？</a:t>
            </a:r>
          </a:p>
          <a:p>
            <a:r>
              <a:t>[内部编号] Q10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WAV、PCM、MP3、WMA、MIDI对应的层次相同吗？上面从录音样本出发，下面从演奏事件出发。先把名称放进适合的位置，说出理由。</a:t>
            </a:r>
          </a:p>
          <a:p>
            <a:r>
              <a:t>[学生起点]</a:t>
            </a:r>
          </a:p>
          <a:p>
            <a:r>
              <a:t>已经建立样本与码字。路径展示必要内容类别，空位留给学生判断；避免把文件扩展名直接当编码方法。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  <a:p>
            <a:r>
              <a:t>The MIDI Association, About MIDI, Part 1: Overview. https://midi.org/about-midi-part-1overview ; retrieved 2026-10-12.</a:t>
            </a:r>
          </a:p>
          <a:p>
            <a:r>
              <a:t>Microsoft, Windows Media Codecs: Standard, Professional and Lossless. https://learn.microsoft.com/en-us/windows/win32/medfound/windows-media-codecs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这些名称在录音流程的哪一层？</a:t>
            </a:r>
          </a:p>
          <a:p>
            <a:r>
              <a:t>[内部编号] Q10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PCM表示样本，MP3是有损音频编码，WMA是编码家族。WAV是文件包装容器，本课里面保存PCM，也可装其他编码。MIDI保存演奏指令，由合成器产生声音，并不保存这次录音的样本波形。</a:t>
            </a:r>
          </a:p>
          <a:p>
            <a:r>
              <a:t>[图示边界]</a:t>
            </a:r>
          </a:p>
          <a:p>
            <a:r>
              <a:t>上方箭头表示数据层次。上方只绘制本课PCM装入WAV的例子；MP3/WMA分类另列在下方，不连向WAV。容器与编码不是两个连续音频变换。WMA不同成员可能有损或无损。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  <a:p>
            <a:r>
              <a:t>The MIDI Association, About MIDI, Part 1: Overview. https://midi.org/about-midi-part-1overview ; retrieved 2026-10-12.</a:t>
            </a:r>
          </a:p>
          <a:p>
            <a:r>
              <a:t>Microsoft, Windows Media Codecs: Standard, Professional and Lossless. https://learn.microsoft.com/en-us/windows/win32/medfound/windows-media-codecs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MP3一定压缩到原来的1/10吗？</a:t>
            </a:r>
          </a:p>
          <a:p>
            <a:r>
              <a:t>[内部编号] Q11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相同时长，只比较数据，不计文件结构开销。已知PCM每秒位数和本例MP3固定码率，请算比例。如果改变码率，比例会保持不变吗？</a:t>
            </a:r>
          </a:p>
          <a:p>
            <a:r>
              <a:t>[条件]</a:t>
            </a:r>
          </a:p>
          <a:p>
            <a:r>
              <a:t>PCM 44.1kHz、16bit、双声道：1411200bit/s；MP3固定128000bit/s。比较估计数据码率，不承诺实际完整文件比值或听感。</a:t>
            </a:r>
          </a:p>
          <a:p/>
          <a:p>
            <a:r>
              <a:t>【v4演示补充】PCM 1,411,200bit/s来自44,100样本/秒 × 16bit/样本 × 2声道。MP3示例为固定128kbit/s；比率不是MP3固有常数。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MP3一定压缩到原来的1/10吗？</a:t>
            </a:r>
          </a:p>
          <a:p>
            <a:r>
              <a:t>[内部编号] Q11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相同时长约去，比例约百分之九点一。两条数据条按码率比例绘制，能看到本例为什么接近十分之一，但这个比例随参数与码率改变。</a:t>
            </a:r>
          </a:p>
          <a:p>
            <a:r>
              <a:t>[计算]</a:t>
            </a:r>
          </a:p>
          <a:p>
            <a:r>
              <a:t>128000/1411200=0.0907029478，四舍五入9.1%。此图不表达听感质量。</a:t>
            </a:r>
          </a:p>
          <a:p/>
          <a:p>
            <a:r>
              <a:t>【v4演示补充】先问：两个码率从何而来？区分PCM原始码率与压缩码率；压缩比依设置而变化。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这8个样本一共占多少byte？</a:t>
            </a:r>
          </a:p>
          <a:p>
            <a:r>
              <a:t>[内部编号] Q12-A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先用可以画全的计数模型：每秒四次、两秒、单声道、每个样本十六bit。上面按时间排了八个样本；下面展开其中一个，每格一bit。请数一个样本多少byte，再数整段。</a:t>
            </a:r>
          </a:p>
          <a:p>
            <a:r>
              <a:t>[时间与模型]</a:t>
            </a:r>
          </a:p>
          <a:p>
            <a:r>
              <a:t>4Hz只用于画全计数，不能据此推断真实音乐听感。样本时刻k/4，k=0…7，记录[0,2)。所有样本实际存16bit，内容是否相同不改变固定宽度。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这8个样本一共占多少byte？</a:t>
            </a:r>
          </a:p>
          <a:p>
            <a:r>
              <a:t>[内部编号] Q12-A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十六格每八格组成一个byte，所以一个样本两byte。两秒八个样本，一共十六byte。先数对象，再写式子；换成八千Hz时仍是这套结构，只是每秒样本更多。</a:t>
            </a:r>
          </a:p>
          <a:p>
            <a:r>
              <a:t>[学生证据]</a:t>
            </a:r>
          </a:p>
          <a:p>
            <a:r>
              <a:t>纸上圈两个8bit组，写8×2B=16B。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前面的三bit表示教学模型的等级编号；这个PCM文件实际每样本保存十六bit。现在每秒每声道八千个样本，记录两秒。图只画部分样本。请独立写出样本数、每样本byte数和总byte数，三十秒后核对。</a:t>
            </a:r>
          </a:p>
          <a:p>
            <a:r>
              <a:t>[计数对象]</a:t>
            </a:r>
          </a:p>
          <a:p>
            <a:r>
              <a:t>单声道每个时刻一个值；fs×t=整数帧数，本例16000帧；真实文件采用16bit，不把之前3bit等级模型当存储宽度。N、每帧宽度、总量依次揭示。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样本数揭示</a:t>
            </a:r>
          </a:p>
          <a:p>
            <a:r>
              <a:t>[教师逐字稿]</a:t>
            </a:r>
          </a:p>
          <a:p>
            <a:r>
              <a:t>先数记录：一秒八千个，两秒一万六千个。这一步数的是样本，先不直接把它当byte。</a:t>
            </a:r>
          </a:p>
          <a:p>
            <a:r>
              <a:t>[阶段控制]</a:t>
            </a:r>
          </a:p>
          <a:p>
            <a:r>
              <a:t>只核对总样本数，保留总byte数。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存储宽度揭示</a:t>
            </a:r>
          </a:p>
          <a:p>
            <a:r>
              <a:t>[教师逐字稿]</a:t>
            </a:r>
          </a:p>
          <a:p>
            <a:r>
              <a:t>每个样本十六bit，就是两个byte。现在把一万六千个样本，每个占两个byte相乘。请先写你的结果，下一页才核对。</a:t>
            </a:r>
          </a:p>
          <a:p>
            <a:r>
              <a:t>[阶段控制]</a:t>
            </a:r>
          </a:p>
          <a:p>
            <a:r>
              <a:t>单声道一帧一个样本，2B/帧。不给完整文件大小。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总量揭示</a:t>
            </a:r>
          </a:p>
          <a:p>
            <a:r>
              <a:t>[教师逐字稿]</a:t>
            </a:r>
          </a:p>
          <a:p>
            <a:r>
              <a:t>一万六千个样本乘每个两byte，三万二千byte。也可以一秒八千乘两，得到一万六千byte每秒，再乘两秒。两条计数路径的单位都能对消。</a:t>
            </a:r>
          </a:p>
          <a:p>
            <a:r>
              <a:t>[独立核对]</a:t>
            </a:r>
          </a:p>
          <a:p>
            <a:r>
              <a:t>16000×2B=32000B；8000samples/s×2B/sample=16000B/s，再×2s。公式只计固定宽度未压缩PCM样本数据。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增加右声道，哪些记录多了一份？</a:t>
            </a:r>
          </a:p>
          <a:p>
            <a:r>
              <a:t>[内部编号] Q12-B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保持八千Hz、两秒和十六bit。现在每个时刻同时保存左、右两个值。单声道刚才三万二千byte；双声道样本数据是多少？指出图上对应的新增记录，二十秒独立列式。</a:t>
            </a:r>
          </a:p>
          <a:p>
            <a:r>
              <a:t>[给定]</a:t>
            </a:r>
          </a:p>
          <a:p>
            <a:r>
              <a:t>每声道参数一致，时间对齐，固定宽度整数PCM。双声道数据量翻倍，不代表响度或音质翻倍。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增加右声道，哪些记录多了一份？</a:t>
            </a:r>
          </a:p>
          <a:p>
            <a:r>
              <a:t>[内部编号] Q12-B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看红框中的同一个时刻：左两byte、右两byte，一帧四byte。一万六千帧乘四byte，六万四千byte。样本总数也可按一万六千乘二声道计。增加的是同一时刻另一声道的值，不是录制时间翻倍。</a:t>
            </a:r>
          </a:p>
          <a:p>
            <a:r>
              <a:t>[术语]</a:t>
            </a:r>
          </a:p>
          <a:p>
            <a:r>
              <a:t>frame是一时刻所有声道样本的组合。本课先用“同一时刻”说明，再引入帧，不要求学生额外背术语。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算出32,000 B，完整文件一定同样大吗？</a:t>
            </a:r>
          </a:p>
          <a:p>
            <a:r>
              <a:t>[内部编号] Q13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刚才只数样本，别人播放还需要读取格式信息。图把这个简单WAV的结构分开，先猜完整大小会不会相同，再说明多了什么。</a:t>
            </a:r>
          </a:p>
          <a:p>
            <a:r>
              <a:t>[题目控制]</a:t>
            </a:r>
          </a:p>
          <a:p>
            <a:r>
              <a:t>结构名是必要背景，具体结构大小和完整大小待核对后揭示。不是所有WAV都使用本例布局。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算出32,000 B，完整文件一定同样大吗？</a:t>
            </a:r>
          </a:p>
          <a:p>
            <a:r>
              <a:t>[内部编号] Q13</a:t>
            </a:r>
          </a:p>
          <a:p>
            <a:r>
              <a:t>[阶段] 文件证据</a:t>
            </a:r>
          </a:p>
          <a:p>
            <a:r>
              <a:t>[教师逐字稿]</a:t>
            </a:r>
          </a:p>
          <a:p>
            <a:r>
              <a:t>本例RIFF结构十二byte，fmt结构二十四byte，data块头八byte，共四十四byte。样本三万二千byte，加起来三万二千零四十四。只是这个简单文件的结构，不推广到所有WAV。</a:t>
            </a:r>
          </a:p>
          <a:p>
            <a:r>
              <a:t>[真实证据]</a:t>
            </a:r>
          </a:p>
          <a:p>
            <a:r>
              <a:t>assets/audio/size-check-8000-2s-16-mono.wav：16000帧，2B/帧，PCM样本32000B；RIFF 12B、fmt chunk24B、data header8B、数据32000B，总32044B。结构采用字节读取独立核对。其他WAV可能有额外chunk、填充或不同格式。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用样本数解释开场A、B的大小差异</a:t>
            </a:r>
          </a:p>
          <a:p>
            <a:r>
              <a:t>[内部编号] Q1-return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回到开场猜测。两份六秒、十六bit、单声道，只有采样率不同。分别数样本，算样本数据，再检查能否解释开场完整大小。</a:t>
            </a:r>
          </a:p>
          <a:p>
            <a:r>
              <a:t>[课堂闭环]</a:t>
            </a:r>
          </a:p>
          <a:p>
            <a:r>
              <a:t>独立列式20秒，回看保留猜测，收一个修改或支持的理由。数据来自同一已解码音乐片段，不代表首次ADC或恢复来源AAC。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  <a:p/>
          <a:p>
            <a:r>
              <a:t>【v4演示补充】可播放audio-v4-assets/sampling-44100.wav与sampling-8000.wav。均由同一带高频成分的实验声源生成；8kHz版本在降低采样率之前先低通限制频率，不是直接丢弃样本。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用样本数解释开场A、B的大小差异</a:t>
            </a:r>
          </a:p>
          <a:p>
            <a:r>
              <a:t>[内部编号] Q1-return</a:t>
            </a:r>
          </a:p>
          <a:p>
            <a:r>
              <a:t>[阶段] 闭环揭示</a:t>
            </a:r>
          </a:p>
          <a:p>
            <a:r>
              <a:t>[教师逐字稿]</a:t>
            </a:r>
          </a:p>
          <a:p>
            <a:r>
              <a:t>A二十六万四千六百个样本，乘两byte为五十二万九千二百。B四万八千个样本，乘两byte为九万六千。数据条按样本数据量比例画出。各加本例四十四byte，得到开场大小。请修改原猜测，并说图上的哪条证据支持它。</a:t>
            </a:r>
          </a:p>
          <a:p>
            <a:r>
              <a:t>[独立证据]</a:t>
            </a:r>
          </a:p>
          <a:p>
            <a:r>
              <a:t>A=44100×6×2=529200B，B=8000×6×2=96000B；两者本例完整文件均多44B。条长比529200/96000=5.5125，完整文件比并非严格等于采样率比。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不同波形，为什么可能留下相同样本？</a:t>
            </a:r>
          </a:p>
          <a:p>
            <a:r>
              <a:t>[内部编号] Q14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两个等幅余弦信号，一个六千Hz，一个两千Hz。相同八千Hz采样，在零点开始，观察每个紫点。两份记录能区分输入吗？先逐点比较，不先用规则替代观察。</a:t>
            </a:r>
          </a:p>
          <a:p>
            <a:r>
              <a:t>[诊断模型]</a:t>
            </a:r>
          </a:p>
          <a:p>
            <a:r>
              <a:t>故意不先低通，直接采样，x(t)=cos(2πft)，t=k/8000，k=0…4。观察闭区间0–0.5ms的五个点，不用它计算录音帧数。两信号起始相位相同；cos(2π6000n/8000)=cos(2π2000n/8000)，均1,0,-1,0,1。图为原生数学证据，不是实测示波器，也不是正常重采样流程。</a:t>
            </a:r>
          </a:p>
          <a:p>
            <a:r>
              <a:t>[来源]</a:t>
            </a:r>
          </a:p>
          <a:p>
            <a:r>
              <a:t>McClellan and Schafer, DSP First, Lecture 9, Sampling &amp; Aliasing, slides 7–9, 12 and 20–22. https://dspfirst.gatech.edu/archives/lectures/DSPFirst-L09-pp4.pdf ; retrieved 2026-10-13.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不同波形，为什么可能留下相同样本？</a:t>
            </a:r>
          </a:p>
          <a:p>
            <a:r>
              <a:t>[内部编号] Q14</a:t>
            </a:r>
          </a:p>
          <a:p>
            <a:r>
              <a:t>[阶段] 证据揭示</a:t>
            </a:r>
          </a:p>
          <a:p>
            <a:r>
              <a:t>[教师逐字稿]</a:t>
            </a:r>
          </a:p>
          <a:p>
            <a:r>
              <a:t>采样点都为一、零、负一、零、一。不同的连续波形产生相同离散记录，这叫混叠，光看这些样本不能区分原来的频率。正常录音不能照这个故意省略滤波的诊断模型操作，下一页核对频率条件。</a:t>
            </a:r>
          </a:p>
          <a:p>
            <a:r>
              <a:t>[边界]</a:t>
            </a:r>
          </a:p>
          <a:p>
            <a:r>
              <a:t>等幅同相余弦特例只展示混叠存在，不由五个点推导完整采样定理。相位不同要相应匹配。直接取样与先滤波必须分开。</a:t>
            </a:r>
          </a:p>
          <a:p>
            <a:r>
              <a:t>[来源]</a:t>
            </a:r>
          </a:p>
          <a:p>
            <a:r>
              <a:t>McClellan and Schafer, DSP First, Lecture 9, Sampling &amp; Aliasing, slides 7–9, 12 and 20–22. https://dspfirst.gatech.edu/archives/lectures/DSPFirst-L09-pp4.pdf ; retrieved 2026-10-13.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8kHz采样能保留6kHz纯音吗？</a:t>
            </a:r>
          </a:p>
          <a:p>
            <a:r>
              <a:t>[内部编号] Q14-B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给定基带带限条件：理想采样率大于最高频率两倍。声音六千Hz、采样八千Hz，能否满足？先分别指出振动次数和记录次数。</a:t>
            </a:r>
          </a:p>
          <a:p>
            <a:r>
              <a:t>[学生任务]</a:t>
            </a:r>
          </a:p>
          <a:p>
            <a:r>
              <a:t>将有来源的技术规则作为条件给出，不声称从上一页五点推导定理。独立代入15秒。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8kHz采样能保留6kHz纯音吗？</a:t>
            </a:r>
          </a:p>
          <a:p>
            <a:r>
              <a:t>[内部编号] Q14-B</a:t>
            </a:r>
          </a:p>
          <a:p>
            <a:r>
              <a:t>[阶段] 条件揭示</a:t>
            </a:r>
          </a:p>
          <a:p>
            <a:r>
              <a:t>[教师逐字稿]</a:t>
            </a:r>
          </a:p>
          <a:p>
            <a:r>
              <a:t>八千没有大于一万二千。用八千采样，理想边界四千Hz，六千超过它。正常流程先用低通限制输入频率，再采样；六千分量不能保留。实际滤波还要留过渡带，不说突然完美截断，也不把听不见当数学绝对零。</a:t>
            </a:r>
          </a:p>
          <a:p>
            <a:r>
              <a:t>[独立计算]</a:t>
            </a:r>
          </a:p>
          <a:p>
            <a:r>
              <a:t>fs=8000，要求fmax&lt;4000；6000不满足。若需保留6kHz，fs&gt;12000且采用适当滤波。前页裸采样会混叠，本页正常滤波移除越界频率；不是同一个输入输出结论。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  <a:p/>
          <a:p>
            <a:r>
              <a:t>【v4演示补充】第43-44页为不预滤波的直接采样诊断，用来说明混叠；正常录音需在采样前抗混叠滤波。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怎样把记录参数与数据量连起来？</a:t>
            </a:r>
          </a:p>
          <a:p>
            <a:r>
              <a:t>[内部编号] T4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用每秒点数、每个样本两个byte和双声道两行，说明总量怎样数。再区分样本数据与完整文件，先总结证据，再更新最后一条关系。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怎样把记录参数与数据量连起来？</a:t>
            </a:r>
          </a:p>
          <a:p>
            <a:r>
              <a:t>[内部编号] T4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新增PCM计数：每声道样本数乘声道数，再乘每样本实际字节数。采样分支提供数量，存储宽度提供每份记录大小；完整文件另计结构。三条已知关系位置不变。</a:t>
            </a:r>
          </a:p>
          <a:p>
            <a:r>
              <a:t>[公式边界]</a:t>
            </a:r>
          </a:p>
          <a:p>
            <a:r>
              <a:t>固定宽度、未压缩PCM；实际帧数优先。本课16bit=2B；有效量化等级和实际容器宽度不同。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独立退出题：列式，并改写一句话</a:t>
            </a:r>
          </a:p>
          <a:p>
            <a:r>
              <a:t>[内部编号] Q15</a:t>
            </a:r>
          </a:p>
          <a:p>
            <a:r>
              <a:t>[阶段] 独立评价</a:t>
            </a:r>
          </a:p>
          <a:p>
            <a:r>
              <a:t>[教师逐字稿]</a:t>
            </a:r>
          </a:p>
          <a:p>
            <a:r>
              <a:t>独立六十秒，不讨论。第一题双声道，列byte计数式，并圈出哪个因子代表同一时刻两份值。第二题改写错误说法并给本课例子。先收齐纸条，再揭示。</a:t>
            </a:r>
          </a:p>
          <a:p>
            <a:r>
              <a:t>[评分，暂不朗读]</a:t>
            </a:r>
          </a:p>
          <a:p>
            <a:r>
              <a:t>16kHz×2s×2声道×2B=128000B，因子与单位2分；解释声道因子1分；说明编码可以不压缩并举3bit码字例1分。漏声道回到左右两行；漏换B回到16格；把编码等同压缩回到码字互读。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独立退出题：列式，并改写一句话</a:t>
            </a:r>
          </a:p>
          <a:p>
            <a:r>
              <a:t>[内部编号] Q15</a:t>
            </a:r>
          </a:p>
          <a:p>
            <a:r>
              <a:t>[阶段] 评价揭示</a:t>
            </a:r>
          </a:p>
          <a:p>
            <a:r>
              <a:t>[教师逐字稿]</a:t>
            </a:r>
          </a:p>
          <a:p>
            <a:r>
              <a:t>纸条已经收齐。每秒每声道一万六千，两秒、两声道、每个两byte，十二万八千byte。算式中标明两声道的因子就是要圈出的那一项。编码是按约定表示数据，可以不压缩；比如本课等级三写零一一。根据收来的理由，记录需要回到哪张图再解释。</a:t>
            </a:r>
          </a:p>
          <a:p>
            <a:r>
              <a:t>[课堂记录]</a:t>
            </a:r>
          </a:p>
          <a:p>
            <a:r>
              <a:t>记录错误类型、独立证据、实际时间。下列附录可选，超时全部不讲。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80分和60分，为什么会同属B？</a:t>
            </a:r>
          </a:p>
          <a:p>
            <a:r>
              <a:t>[内部编号] Q7-A</a:t>
            </a:r>
          </a:p>
          <a:p>
            <a:r>
              <a:t>[阶段] 可选附录提问</a:t>
            </a:r>
          </a:p>
          <a:p>
            <a:r>
              <a:t>[教师逐字稿]</a:t>
            </a:r>
          </a:p>
          <a:p>
            <a:r>
              <a:t>主线已经结束，只有学生仍难理解有限分档时使用这个类比。按左表，两个不同分数为什么有同一等级？请先说分档规则，再解释丢掉什么信息。</a:t>
            </a:r>
          </a:p>
          <a:p>
            <a:r>
              <a:t>[可选与边界]</a:t>
            </a:r>
          </a:p>
          <a:p>
            <a:r>
              <a:t>非均匀成绩区间仅类比多值映射同一标签，不用于推导均匀量化误差界；不占45分钟主线预算。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80分和60分，为什么会同属B？</a:t>
            </a:r>
          </a:p>
          <a:p>
            <a:r>
              <a:t>[内部编号] Q7-A</a:t>
            </a:r>
          </a:p>
          <a:p>
            <a:r>
              <a:t>[阶段] 可选附录揭示</a:t>
            </a:r>
          </a:p>
          <a:p>
            <a:r>
              <a:t>[教师逐字稿]</a:t>
            </a:r>
          </a:p>
          <a:p>
            <a:r>
              <a:t>两个都落在六十到八十九，都是B。只留下等级，不能恢复原来的精确分数。这个类比说明有限标签，不说明实际声音波形或均匀量化误差公式。</a:t>
            </a:r>
          </a:p>
          <a:p>
            <a:r>
              <a:t>[可选]</a:t>
            </a:r>
          </a:p>
          <a:p>
            <a:r>
              <a:t>不追加第五档活动，避免脱离音频主线。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等级更多，每个样本都一定更接近吗？</a:t>
            </a:r>
          </a:p>
          <a:p>
            <a:r>
              <a:t>[内部编号] Q7-B</a:t>
            </a:r>
          </a:p>
          <a:p>
            <a:r>
              <a:t>[阶段] 可选附录提问</a:t>
            </a:r>
          </a:p>
          <a:p>
            <a:r>
              <a:t>[教师逐字稿]</a:t>
            </a:r>
          </a:p>
          <a:p>
            <a:r>
              <a:t>用同一模型中的另一个真实样本核对。输入负零点七一，四档代表负零点七五，八档代表负零点六二五。分别算误差，然后检查“每一点都更接近”是否成立。</a:t>
            </a:r>
          </a:p>
          <a:p>
            <a:r>
              <a:t>[可选]</a:t>
            </a:r>
          </a:p>
          <a:p>
            <a:r>
              <a:t>主线保留误差上界结论；本页只在学生把它扩大为每点必然改善时使用。固定范围[-1,1)，均匀中点量化。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等级更多，每个样本都一定更接近吗？</a:t>
            </a:r>
          </a:p>
          <a:p>
            <a:r>
              <a:t>[内部编号] Q7-B</a:t>
            </a:r>
          </a:p>
          <a:p>
            <a:r>
              <a:t>[阶段] 可选附录揭示</a:t>
            </a:r>
          </a:p>
          <a:p>
            <a:r>
              <a:t>[教师逐字稿]</a:t>
            </a:r>
          </a:p>
          <a:p>
            <a:r>
              <a:t>四档误差零点零四，八档零点零八五，这一点反而更远。减小的是误差上界，从零点二五到零点一二五，不是每个样本的误差。请把过强的总结改成带条件的结论。</a:t>
            </a:r>
          </a:p>
          <a:p>
            <a:r>
              <a:t>[独立核对]</a:t>
            </a:r>
          </a:p>
          <a:p>
            <a:r>
              <a:t>abs(-.71+.75)=.04；abs(-.71+.625)=.085。4级步长.5，半步长.25；8级步长.25，半步长.125。两者各自都不超过各自界。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计1分钟。先让学生观察/预测：麦克风接收了什么变化？分三步揭示：声源振动使空气局部声压变化；麦克风把它转换成变化的电信号；屏幕固定位置绘出“电信号幅度-时间”。图不是声音沿空间蜿蜒传播的轨迹。教师追问：横轴为什么是时间？零线下方是否没有声音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计1.5分钟。先独立预测：提高采样率时会增加哪些点？只提高量化等级时，横向取样位置是否变化？观察两图：左图展示横向取样间隔变化；右图展示纵向候选幅度等级变密。用同一输入波形，刻意只改变一个参数。不要把高采样率直接等同于必然更高的主观音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计1.5分钟。教师先示范/播放audio-v4-assets/quantization-3bit.wav和quantization-16bit.wav。同一实验音源、同一采样率和时长、同一播放电平，只改均匀量化的精细程度。学生先预测，再听，观察代表值是否更靠近原始曲线。听感因声音和设备而异，不声称每个差别都一定可听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计1分钟。学生先说：为什么前面3bit，此处又是16bit？左边是8级量化的教学玩具模型，右边是常见线性PCM存储样本示例。每样本16bit对应2B，本课不要求学生学会16bit有符号数或字节序细节。强调：量化等级和样本存储位宽相关，但不能把所有音频编码都理解为这种PCM定长存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计1分钟。先预测：计算机读到010、111等码字后，扬声器会直接发出0和1吗？逐步解释：解码得到样本数值；数字模拟转换及输出滤波产生连续变化的电信号；扬声器将信号变化转成声音。不要把连接样本的折线或阶梯图当成实际模拟重建波形；还原并非必然完全等于原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计1分钟。联系前面6kHz输入、8kHz取样得到2kHz混叠的诊断例。上排是不带抗混叠滤波的直接取样，可能无法区分6kHz和2kHz信号。下排是正常流程：先滤掉超过可保留范围的高频，再采样。此时6kHz成分被抑制，并非神奇地变成保真录音。学生说出：为什么必须先限制最高信号频率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6603640c017440b9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f2f49b740aa041fb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1a291ca4250e44f7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03c289ab56f4f5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a5443ce13e3148fd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38afa3bc2bb4d8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0A5723-9679-410C-AA68-9C910C2A83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1977FE-3F53-48CA-9AE9-4A91D9F081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F09663-8BF7-4E06-9225-21BD7A8E8E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5655C1-6BF7-4AED-B4CB-0A260D1C15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84494E-1E44-4621-B2E6-3CCD1932B2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59DE4A-72BD-40CE-B19D-C801BC13C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2614D5-2254-4349-ABB3-9EC53D9A69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CAF2E2-DEE9-44CD-B4BF-2C5ACF1723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268ADC-A06A-409C-97B7-1BD6F42D19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F7FB6E-20BA-4D47-8165-7D55194F66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e2b0cf6c9a943ec" Type="http://schemas.openxmlformats.org/officeDocument/2006/relationships/theme" Target="theme/theme2.xml"/><Relationship Id="R82c3a211fcb4470f" Type="http://schemas.openxmlformats.org/officeDocument/2006/relationships/slideLayout" Target="../slideLayouts/slideLayout2.xml"/><Relationship Id="R8ac6b8590cc6402c" Type="http://schemas.openxmlformats.org/officeDocument/2006/relationships/slideLayout" Target="../slideLayouts/slideLayout5.xml"/><Relationship Id="Re3b2788af5dd4d72" Type="http://schemas.openxmlformats.org/officeDocument/2006/relationships/slideLayout" Target="../slideLayouts/slideLayout4.xml"/><Relationship Id="Ref7aeb7a806c43dd" Type="http://schemas.openxmlformats.org/officeDocument/2006/relationships/slideLayout" Target="../slideLayouts/slideLayout6.xml"/><Relationship Id="Rf41703b5cc6d467e" Type="http://schemas.openxmlformats.org/officeDocument/2006/relationships/slideLayout" Target="../slideLayouts/slideLayout3.xml"/><Relationship Id="Rfee83007563d4024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fee83007563d4024"/>
    <p:sldLayoutId id="2147483650" r:id="R82c3a211fcb4470f"/>
    <p:sldLayoutId id="2147483651" r:id="Rf41703b5cc6d467e"/>
    <p:sldLayoutId id="2147483652" r:id="Re3b2788af5dd4d72"/>
    <p:sldLayoutId id="2147483653" r:id="R8ac6b8590cc6402c"/>
    <p:sldLayoutId id="2147483654" r:id="Ref7aeb7a806c43dd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457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914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371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18288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2860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743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200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657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5cfa2b0c82a4642" Type="http://schemas.openxmlformats.org/officeDocument/2006/relationships/notesSlide" Target="../notesSlides/notesSlide1.xml"/><Relationship Id="Re6d24667694f4e5b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68ecdc4f896e4f93" Type="http://schemas.openxmlformats.org/officeDocument/2006/relationships/slideLayout" Target="../slideLayouts/slideLayout6.xml"/><Relationship Id="Rbc5561fbebb8478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4b36b782a64848d2" Type="http://schemas.openxmlformats.org/officeDocument/2006/relationships/notesSlide" Target="../notesSlides/notesSlide3.xml"/><Relationship Id="Rb04b44df9b6544d3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329e5c8dd73d4681" Type="http://schemas.openxmlformats.org/officeDocument/2006/relationships/slideLayout" Target="../slideLayouts/slideLayout6.xml"/><Relationship Id="R9e21b2e9206e422e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71b420cfb1ce46e5" Type="http://schemas.openxmlformats.org/officeDocument/2006/relationships/slideLayout" Target="../slideLayouts/slideLayout6.xml"/><Relationship Id="Rbfe19e40d36f402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a55777f0f9e43b9" Type="http://schemas.openxmlformats.org/officeDocument/2006/relationships/slideLayout" Target="../slideLayouts/slideLayout6.xml"/><Relationship Id="R60ebb8674770438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b3dbd0b286144c8" Type="http://schemas.openxmlformats.org/officeDocument/2006/relationships/notesSlide" Target="../notesSlides/notesSlide7.xml"/><Relationship Id="Ra7695b913694445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2994401b05fd47fe" Type="http://schemas.openxmlformats.org/officeDocument/2006/relationships/slideLayout" Target="../slideLayouts/slideLayout6.xml"/><Relationship Id="R2c942cf60d6e47cc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b840e65eb27945cb" Type="http://schemas.openxmlformats.org/officeDocument/2006/relationships/slideLayout" Target="../slideLayouts/slideLayout6.xml"/><Relationship Id="Rf0dcd303ad384f3c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3d96feb9c1954b63" Type="http://schemas.openxmlformats.org/officeDocument/2006/relationships/notesSlide" Target="../notesSlides/notesSlide10.xml"/><Relationship Id="Ra2369cb4a330430a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2a4c80e692c04db2" Type="http://schemas.openxmlformats.org/officeDocument/2006/relationships/notesSlide" Target="../notesSlides/notesSlide11.xml"/><Relationship Id="R3c24c80eef794a7a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6fbaa057dfac4a07" Type="http://schemas.openxmlformats.org/officeDocument/2006/relationships/notesSlide" Target="../notesSlides/notesSlide12.xml"/><Relationship Id="Rd849c054b9b147ea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36a46a55e2604bd3" Type="http://schemas.openxmlformats.org/officeDocument/2006/relationships/slideLayout" Target="../slideLayouts/slideLayout6.xml"/><Relationship Id="R3969c8625e174baf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6164e8fe516547cc" Type="http://schemas.openxmlformats.org/officeDocument/2006/relationships/slideLayout" Target="../slideLayouts/slideLayout6.xml"/><Relationship Id="R7968d422dd3348ac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1c54a2566cab4605" Type="http://schemas.openxmlformats.org/officeDocument/2006/relationships/slideLayout" Target="../slideLayouts/slideLayout6.xml"/><Relationship Id="Re4083510ead74339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90ee83624ffa4ec6" Type="http://schemas.openxmlformats.org/officeDocument/2006/relationships/slideLayout" Target="../slideLayouts/slideLayout6.xml"/><Relationship Id="Rf218f2170e93455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62d8deecad39405c" Type="http://schemas.openxmlformats.org/officeDocument/2006/relationships/slideLayout" Target="../slideLayouts/slideLayout6.xml"/><Relationship Id="Rb7381b4863f94709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624155eb0035435e" Type="http://schemas.openxmlformats.org/officeDocument/2006/relationships/slideLayout" Target="../slideLayouts/slideLayout6.xml"/><Relationship Id="Rb6eaeccdb96547ba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464da3afdb5d422b" Type="http://schemas.openxmlformats.org/officeDocument/2006/relationships/notesSlide" Target="../notesSlides/notesSlide19.xml"/><Relationship Id="R99f70c45fe4f4220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a9386acc18554ef3" Type="http://schemas.openxmlformats.org/officeDocument/2006/relationships/slideLayout" Target="../slideLayouts/slideLayout6.xml"/><Relationship Id="Rcf953090bf2c4de8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321fff2cc2b74ac8" Type="http://schemas.openxmlformats.org/officeDocument/2006/relationships/notesSlide" Target="../notesSlides/notesSlide21.xml"/><Relationship Id="R8bd0a85cfaa8410b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770f77ee95eb4022" Type="http://schemas.openxmlformats.org/officeDocument/2006/relationships/notesSlide" Target="../notesSlides/notesSlide22.xml"/><Relationship Id="R8688f97b559b4f1c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166b7d8114304130" Type="http://schemas.openxmlformats.org/officeDocument/2006/relationships/slideLayout" Target="../slideLayouts/slideLayout6.xml"/><Relationship Id="Ra6a03d652c424eb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b3e04514f41945c1" Type="http://schemas.openxmlformats.org/officeDocument/2006/relationships/slideLayout" Target="../slideLayouts/slideLayout6.xml"/><Relationship Id="Re5d2949ad3de417c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254f2a33dc9047e6" Type="http://schemas.openxmlformats.org/officeDocument/2006/relationships/slideLayout" Target="../slideLayouts/slideLayout6.xml"/><Relationship Id="R993bb8abf2d54a28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d0d1835e2d7340f8" Type="http://schemas.openxmlformats.org/officeDocument/2006/relationships/slideLayout" Target="../slideLayouts/slideLayout6.xml"/><Relationship Id="Rfa423446aa5a459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32615f6012ec405e" Type="http://schemas.openxmlformats.org/officeDocument/2006/relationships/notesSlide" Target="../notesSlides/notesSlide27.xml"/><Relationship Id="R801f57bfb0154f20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b8ff0b25e2c24bb7" Type="http://schemas.openxmlformats.org/officeDocument/2006/relationships/slideLayout" Target="../slideLayouts/slideLayout6.xml"/><Relationship Id="Rc84e3a00fec4499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2c996fc191494f0a" Type="http://schemas.openxmlformats.org/officeDocument/2006/relationships/notesSlide" Target="../notesSlides/notesSlide29.xml"/><Relationship Id="R81882908f6d94dab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20f3de97f35a47e4" Type="http://schemas.openxmlformats.org/officeDocument/2006/relationships/notesSlide" Target="../notesSlides/notesSlide30.xml"/><Relationship Id="R31464fa708a1428b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4c71602c71764af9" Type="http://schemas.openxmlformats.org/officeDocument/2006/relationships/slideLayout" Target="../slideLayouts/slideLayout6.xml"/><Relationship Id="Rfd9a854cfeff4b4e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75c066da9e194406" Type="http://schemas.openxmlformats.org/officeDocument/2006/relationships/notesSlide" Target="../notesSlides/notesSlide32.xml"/><Relationship Id="Rba27543e32de407e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2b91807e032a4b7e" Type="http://schemas.openxmlformats.org/officeDocument/2006/relationships/slideLayout" Target="../slideLayouts/slideLayout6.xml"/><Relationship Id="R32b248f5cc5c4fde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141a3d8c41934018" Type="http://schemas.openxmlformats.org/officeDocument/2006/relationships/notesSlide" Target="../notesSlides/notesSlide34.xml"/><Relationship Id="R4e4d54a8b1b542b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1cca3f159ed64db6" Type="http://schemas.openxmlformats.org/officeDocument/2006/relationships/notesSlide" Target="../notesSlides/notesSlide35.xml"/><Relationship Id="R380429e9c9504099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56dc1323891744f2" Type="http://schemas.openxmlformats.org/officeDocument/2006/relationships/slideLayout" Target="../slideLayouts/slideLayout6.xml"/><Relationship Id="Rcfb6293dcc5e45ff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0b9d80d4b2564434" Type="http://schemas.openxmlformats.org/officeDocument/2006/relationships/notesSlide" Target="../notesSlides/notesSlide37.xml"/><Relationship Id="R51f3a39a3f584409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93e8573881df47a2" Type="http://schemas.openxmlformats.org/officeDocument/2006/relationships/slideLayout" Target="../slideLayouts/slideLayout6.xml"/><Relationship Id="Racc66288947b4fca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80c39daa256e4525" Type="http://schemas.openxmlformats.org/officeDocument/2006/relationships/slideLayout" Target="../slideLayouts/slideLayout6.xml"/><Relationship Id="Ra0403f038f6e469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1de22cb1aa0c47bb" Type="http://schemas.openxmlformats.org/officeDocument/2006/relationships/notesSlide" Target="../notesSlides/notesSlide40.xml"/><Relationship Id="R9369c77132a54e7e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1ec0da6797e14139" Type="http://schemas.openxmlformats.org/officeDocument/2006/relationships/notesSlide" Target="../notesSlides/notesSlide41.xml"/><Relationship Id="Rd70dd3627470460d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30497e0923264b9e" Type="http://schemas.openxmlformats.org/officeDocument/2006/relationships/slideLayout" Target="../slideLayouts/slideLayout6.xml"/><Relationship Id="R48453415f1c044a8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027b39cf65a34375" Type="http://schemas.openxmlformats.org/officeDocument/2006/relationships/notesSlide" Target="../notesSlides/notesSlide43.xml"/><Relationship Id="Rffdca545d50945e4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a2cbba73ef6d47fe" Type="http://schemas.openxmlformats.org/officeDocument/2006/relationships/notesSlide" Target="../notesSlides/notesSlide44.xml"/><Relationship Id="Rf44ef26fddf4409b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467de96b52784240" Type="http://schemas.openxmlformats.org/officeDocument/2006/relationships/slideLayout" Target="../slideLayouts/slideLayout6.xml"/><Relationship Id="R8f92a770dacb4bf5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835dfe0e8196448f" Type="http://schemas.openxmlformats.org/officeDocument/2006/relationships/slideLayout" Target="../slideLayouts/slideLayout6.xml"/><Relationship Id="R88edae01848c4220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3afd11793a484ada" Type="http://schemas.openxmlformats.org/officeDocument/2006/relationships/slideLayout" Target="../slideLayouts/slideLayout6.xml"/><Relationship Id="R7a42bc6457a444fe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9b03501a7a774b81" Type="http://schemas.openxmlformats.org/officeDocument/2006/relationships/notesSlide" Target="../notesSlides/notesSlide48.xml"/><Relationship Id="Rc36d36942e0e4f9f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1a372e46f6024f55" Type="http://schemas.openxmlformats.org/officeDocument/2006/relationships/notesSlide" Target="../notesSlides/notesSlide49.xml"/><Relationship Id="R8a4320ade0004cc6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0c9e860542f949bd" Type="http://schemas.openxmlformats.org/officeDocument/2006/relationships/slideLayout" Target="../slideLayouts/slideLayout6.xml"/><Relationship Id="Rfe33ba5c23574b2f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a0b1e32032444d21" Type="http://schemas.openxmlformats.org/officeDocument/2006/relationships/slideLayout" Target="../slideLayouts/slideLayout6.xml"/><Relationship Id="Rbc893c2e006b4a26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158fd38c729a4ba2" Type="http://schemas.openxmlformats.org/officeDocument/2006/relationships/slideLayout" Target="../slideLayouts/slideLayout6.xml"/><Relationship Id="R43dc866888684a09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2a8683e0d40f4986" Type="http://schemas.openxmlformats.org/officeDocument/2006/relationships/notesSlide" Target="../notesSlides/notesSlide53.xml"/><Relationship Id="R6e59a6e80b9b442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4e198b82834942ce" Type="http://schemas.openxmlformats.org/officeDocument/2006/relationships/slideLayout" Target="../slideLayouts/slideLayout6.xml"/><Relationship Id="R643f45ade59a41e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6A5E9395-6958-4137-9987-5C79DE0E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1CE86EF-6004-4721-882B-E703EF82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51AFD54-DB7C-4514-B904-EDC64E78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3E626A6-5F39-4CF4-945F-A820FF78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声音的数字化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16AB416-E591-4D47-B92E-BC63BE0B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采样、量化、编码与存储</a:t>
            </a:r>
          </a:p>
        </p:txBody>
      </p:sp>
    </p:spTree>
    <p:extLst>
      <p:ext uri="{BB962C8B-B14F-4D97-AF65-F5344CB8AC3E}">
        <p14:creationId xmlns:p14="http://schemas.microsoft.com/office/powerpoint/2010/main" val="1467634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6325989D-6619-44A7-A56D-845EE0E5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99D0643-F95F-44B6-A116-0BAFE67F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D69A92E-54A9-443A-8057-020C6D41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同一段声音，为什么文件大小不同？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0620101-A541-43E0-B314-C7AD6F7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同一段6秒声音；两份均为未压缩PCM WAV。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D43C12-D85F-49D5-AC7F-4BF79417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先写猜测和理由，暂不看记录参数。</a:t>
            </a:r>
          </a:p>
        </p:txBody>
      </p:sp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AD961FFB-8C2F-4F62-BD16-54B4FE21CDDE}"/>
              </a:ext>
            </a:extLst>
          </p:cNvPr>
          <p:cNvGraphicFramePr/>
          <p:nvPr/>
        </p:nvGraphicFramePr>
        <p:xfrm>
          <a:off xmlns:a="http://schemas.openxmlformats.org/drawingml/2006/main" x="2143125" y="2667000"/>
          <a:ext xmlns:a="http://schemas.openxmlformats.org/drawingml/2006/main" cx="7905750" cy="2190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00250"/>
                <a:gridCol w="5905500"/>
              </a:tblGrid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完整文件大小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529,244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96,044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227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6325989D-6619-44A7-A56D-845EE0E5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99D0643-F95F-44B6-A116-0BAFE67F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D69A92E-54A9-443A-8057-020C6D41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同一段声音，为什么文件大小不同？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0620101-A541-43E0-B314-C7AD6F7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同一段6秒声音；两份均为未压缩PCM WAV。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D43C12-D85F-49D5-AC7F-4BF79417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先写猜测和理由，暂不看记录参数。</a:t>
            </a:r>
          </a:p>
        </p:txBody>
      </p:sp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AD961FFB-8C2F-4F62-BD16-54B4FE21CDDE}"/>
              </a:ext>
            </a:extLst>
          </p:cNvPr>
          <p:cNvGraphicFramePr/>
          <p:nvPr/>
        </p:nvGraphicFramePr>
        <p:xfrm>
          <a:off xmlns:a="http://schemas.openxmlformats.org/drawingml/2006/main" x="2143125" y="2667000"/>
          <a:ext xmlns:a="http://schemas.openxmlformats.org/drawingml/2006/main" cx="7905750" cy="2190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00250"/>
                <a:gridCol w="5905500"/>
              </a:tblGrid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完整文件大小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529,244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96,044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FAFDAD31-EEBC-4A2A-8FEC-C08B6505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同样长、同为未压缩，数据量仍可不同。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FBDC6C42-1906-422A-B94D-46005CCC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先找出电脑记录了什么，再核对猜测。</a:t>
            </a:r>
          </a:p>
        </p:txBody>
      </p:sp>
    </p:spTree>
    <p:extLst>
      <p:ext uri="{BB962C8B-B14F-4D97-AF65-F5344CB8AC3E}">
        <p14:creationId xmlns:p14="http://schemas.microsoft.com/office/powerpoint/2010/main" val="749227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39CFC823-7437-4110-B87B-AC3CC7A6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6D09E8B-42B0-4558-B2C2-A685904F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A60EF6B-E928-4706-9959-038409E3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这条波形的横轴和纵轴分别表示什么？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B0C85B6-026B-4853-B551-B86C52AD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麦克风把同一位置的声压变化转换为电信号。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087B153-F862-4C47-BCE3-6C1E6176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143125"/>
          </a:xfrm>
          <a:custGeom xmlns:a="http://schemas.openxmlformats.org/drawingml/2006/main">
            <a:pathLst>
              <a:path w="9525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7CE745A3-80A2-40A1-AB3E-C509C43A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5188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A4FBE4E4-2931-4B01-96E5-F32F1BDD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63FC5706-BF1B-45F7-87E4-3F411D1D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8301"/>
            <a:ext cx="9048750" cy="1627733"/>
          </a:xfrm>
          <a:custGeom xmlns:a="http://schemas.openxmlformats.org/drawingml/2006/main">
            <a:pathLst>
              <a:path w="9048750" h="1627733">
                <a:moveTo>
                  <a:pt x="0" y="1297885"/>
                </a:moveTo>
                <a:lnTo>
                  <a:pt x="45244" y="1284770"/>
                </a:lnTo>
                <a:lnTo>
                  <a:pt x="90488" y="1269895"/>
                </a:lnTo>
                <a:lnTo>
                  <a:pt x="135731" y="1253355"/>
                </a:lnTo>
                <a:lnTo>
                  <a:pt x="180975" y="1235245"/>
                </a:lnTo>
                <a:lnTo>
                  <a:pt x="226219" y="1215662"/>
                </a:lnTo>
                <a:lnTo>
                  <a:pt x="271463" y="1194699"/>
                </a:lnTo>
                <a:lnTo>
                  <a:pt x="316706" y="1172452"/>
                </a:lnTo>
                <a:lnTo>
                  <a:pt x="361950" y="1149017"/>
                </a:lnTo>
                <a:lnTo>
                  <a:pt x="407194" y="1124489"/>
                </a:lnTo>
                <a:lnTo>
                  <a:pt x="452438" y="1098962"/>
                </a:lnTo>
                <a:lnTo>
                  <a:pt x="497681" y="1072532"/>
                </a:lnTo>
                <a:lnTo>
                  <a:pt x="542925" y="1045294"/>
                </a:lnTo>
                <a:lnTo>
                  <a:pt x="588169" y="1017343"/>
                </a:lnTo>
                <a:lnTo>
                  <a:pt x="633413" y="988775"/>
                </a:lnTo>
                <a:lnTo>
                  <a:pt x="678656" y="959685"/>
                </a:lnTo>
                <a:lnTo>
                  <a:pt x="723900" y="930167"/>
                </a:lnTo>
                <a:lnTo>
                  <a:pt x="769144" y="900318"/>
                </a:lnTo>
                <a:lnTo>
                  <a:pt x="814388" y="870231"/>
                </a:lnTo>
                <a:lnTo>
                  <a:pt x="859631" y="840003"/>
                </a:lnTo>
                <a:lnTo>
                  <a:pt x="904875" y="809729"/>
                </a:lnTo>
                <a:lnTo>
                  <a:pt x="950119" y="778092"/>
                </a:lnTo>
                <a:lnTo>
                  <a:pt x="995363" y="743940"/>
                </a:lnTo>
                <a:lnTo>
                  <a:pt x="1040606" y="707614"/>
                </a:lnTo>
                <a:lnTo>
                  <a:pt x="1085850" y="669453"/>
                </a:lnTo>
                <a:lnTo>
                  <a:pt x="1131094" y="629798"/>
                </a:lnTo>
                <a:lnTo>
                  <a:pt x="1176338" y="588990"/>
                </a:lnTo>
                <a:lnTo>
                  <a:pt x="1221581" y="547369"/>
                </a:lnTo>
                <a:lnTo>
                  <a:pt x="1266825" y="505276"/>
                </a:lnTo>
                <a:lnTo>
                  <a:pt x="1312069" y="463051"/>
                </a:lnTo>
                <a:lnTo>
                  <a:pt x="1357313" y="421035"/>
                </a:lnTo>
                <a:lnTo>
                  <a:pt x="1402556" y="379568"/>
                </a:lnTo>
                <a:lnTo>
                  <a:pt x="1447800" y="338990"/>
                </a:lnTo>
                <a:lnTo>
                  <a:pt x="1493044" y="299643"/>
                </a:lnTo>
                <a:lnTo>
                  <a:pt x="1538288" y="261867"/>
                </a:lnTo>
                <a:lnTo>
                  <a:pt x="1583531" y="226001"/>
                </a:lnTo>
                <a:lnTo>
                  <a:pt x="1628775" y="192387"/>
                </a:lnTo>
                <a:lnTo>
                  <a:pt x="1674019" y="161366"/>
                </a:lnTo>
                <a:lnTo>
                  <a:pt x="1719263" y="133276"/>
                </a:lnTo>
                <a:lnTo>
                  <a:pt x="1764506" y="108460"/>
                </a:lnTo>
                <a:lnTo>
                  <a:pt x="1809750" y="87258"/>
                </a:lnTo>
                <a:lnTo>
                  <a:pt x="1854994" y="69224"/>
                </a:lnTo>
                <a:lnTo>
                  <a:pt x="1900238" y="53600"/>
                </a:lnTo>
                <a:lnTo>
                  <a:pt x="1945481" y="40258"/>
                </a:lnTo>
                <a:lnTo>
                  <a:pt x="1990725" y="29070"/>
                </a:lnTo>
                <a:lnTo>
                  <a:pt x="2035969" y="19908"/>
                </a:lnTo>
                <a:lnTo>
                  <a:pt x="2081213" y="12643"/>
                </a:lnTo>
                <a:lnTo>
                  <a:pt x="2126456" y="7148"/>
                </a:lnTo>
                <a:lnTo>
                  <a:pt x="2171700" y="3295"/>
                </a:lnTo>
                <a:lnTo>
                  <a:pt x="2216944" y="955"/>
                </a:lnTo>
                <a:lnTo>
                  <a:pt x="2262188" y="0"/>
                </a:lnTo>
                <a:lnTo>
                  <a:pt x="2307431" y="302"/>
                </a:lnTo>
                <a:lnTo>
                  <a:pt x="2352675" y="1733"/>
                </a:lnTo>
                <a:lnTo>
                  <a:pt x="2397919" y="4165"/>
                </a:lnTo>
                <a:lnTo>
                  <a:pt x="2443163" y="7469"/>
                </a:lnTo>
                <a:lnTo>
                  <a:pt x="2488406" y="11517"/>
                </a:lnTo>
                <a:lnTo>
                  <a:pt x="2533650" y="16182"/>
                </a:lnTo>
                <a:lnTo>
                  <a:pt x="2578894" y="21335"/>
                </a:lnTo>
                <a:lnTo>
                  <a:pt x="2624138" y="26849"/>
                </a:lnTo>
                <a:lnTo>
                  <a:pt x="2669381" y="32594"/>
                </a:lnTo>
                <a:lnTo>
                  <a:pt x="2714625" y="38442"/>
                </a:lnTo>
                <a:lnTo>
                  <a:pt x="2759869" y="44819"/>
                </a:lnTo>
                <a:lnTo>
                  <a:pt x="2805113" y="52213"/>
                </a:lnTo>
                <a:lnTo>
                  <a:pt x="2850356" y="60591"/>
                </a:lnTo>
                <a:lnTo>
                  <a:pt x="2895600" y="69919"/>
                </a:lnTo>
                <a:lnTo>
                  <a:pt x="2940844" y="80164"/>
                </a:lnTo>
                <a:lnTo>
                  <a:pt x="2986088" y="91295"/>
                </a:lnTo>
                <a:lnTo>
                  <a:pt x="3031331" y="103277"/>
                </a:lnTo>
                <a:lnTo>
                  <a:pt x="3076575" y="116079"/>
                </a:lnTo>
                <a:lnTo>
                  <a:pt x="3121819" y="129666"/>
                </a:lnTo>
                <a:lnTo>
                  <a:pt x="3167063" y="144006"/>
                </a:lnTo>
                <a:lnTo>
                  <a:pt x="3212306" y="159066"/>
                </a:lnTo>
                <a:lnTo>
                  <a:pt x="3257550" y="174814"/>
                </a:lnTo>
                <a:lnTo>
                  <a:pt x="3302794" y="191215"/>
                </a:lnTo>
                <a:lnTo>
                  <a:pt x="3348038" y="208238"/>
                </a:lnTo>
                <a:lnTo>
                  <a:pt x="3393281" y="225849"/>
                </a:lnTo>
                <a:lnTo>
                  <a:pt x="3438525" y="244015"/>
                </a:lnTo>
                <a:lnTo>
                  <a:pt x="3483769" y="262703"/>
                </a:lnTo>
                <a:lnTo>
                  <a:pt x="3529013" y="281881"/>
                </a:lnTo>
                <a:lnTo>
                  <a:pt x="3574256" y="301515"/>
                </a:lnTo>
                <a:lnTo>
                  <a:pt x="3619500" y="321573"/>
                </a:lnTo>
                <a:lnTo>
                  <a:pt x="3664744" y="342519"/>
                </a:lnTo>
                <a:lnTo>
                  <a:pt x="3709988" y="364760"/>
                </a:lnTo>
                <a:lnTo>
                  <a:pt x="3755231" y="388175"/>
                </a:lnTo>
                <a:lnTo>
                  <a:pt x="3800475" y="412643"/>
                </a:lnTo>
                <a:lnTo>
                  <a:pt x="3845719" y="438044"/>
                </a:lnTo>
                <a:lnTo>
                  <a:pt x="3890963" y="464256"/>
                </a:lnTo>
                <a:lnTo>
                  <a:pt x="3936206" y="491159"/>
                </a:lnTo>
                <a:lnTo>
                  <a:pt x="3981450" y="518632"/>
                </a:lnTo>
                <a:lnTo>
                  <a:pt x="4026694" y="546554"/>
                </a:lnTo>
                <a:lnTo>
                  <a:pt x="4071938" y="574804"/>
                </a:lnTo>
                <a:lnTo>
                  <a:pt x="4117181" y="603262"/>
                </a:lnTo>
                <a:lnTo>
                  <a:pt x="4162425" y="631806"/>
                </a:lnTo>
                <a:lnTo>
                  <a:pt x="4207669" y="660316"/>
                </a:lnTo>
                <a:lnTo>
                  <a:pt x="4252913" y="688671"/>
                </a:lnTo>
                <a:lnTo>
                  <a:pt x="4298156" y="716751"/>
                </a:lnTo>
                <a:lnTo>
                  <a:pt x="4343400" y="744433"/>
                </a:lnTo>
                <a:lnTo>
                  <a:pt x="4388644" y="771599"/>
                </a:lnTo>
                <a:lnTo>
                  <a:pt x="4433888" y="798126"/>
                </a:lnTo>
                <a:lnTo>
                  <a:pt x="4479131" y="823894"/>
                </a:lnTo>
                <a:lnTo>
                  <a:pt x="4524375" y="848782"/>
                </a:lnTo>
                <a:lnTo>
                  <a:pt x="4569619" y="873440"/>
                </a:lnTo>
                <a:lnTo>
                  <a:pt x="4614863" y="898525"/>
                </a:lnTo>
                <a:lnTo>
                  <a:pt x="4660106" y="923927"/>
                </a:lnTo>
                <a:lnTo>
                  <a:pt x="4705350" y="949537"/>
                </a:lnTo>
                <a:lnTo>
                  <a:pt x="4750594" y="975245"/>
                </a:lnTo>
                <a:lnTo>
                  <a:pt x="4795838" y="1000940"/>
                </a:lnTo>
                <a:lnTo>
                  <a:pt x="4841081" y="1026513"/>
                </a:lnTo>
                <a:lnTo>
                  <a:pt x="4886325" y="1051855"/>
                </a:lnTo>
                <a:lnTo>
                  <a:pt x="4931569" y="1076854"/>
                </a:lnTo>
                <a:lnTo>
                  <a:pt x="4976813" y="1101403"/>
                </a:lnTo>
                <a:lnTo>
                  <a:pt x="5022056" y="1125389"/>
                </a:lnTo>
                <a:lnTo>
                  <a:pt x="5067300" y="1148705"/>
                </a:lnTo>
                <a:lnTo>
                  <a:pt x="5112544" y="1171239"/>
                </a:lnTo>
                <a:lnTo>
                  <a:pt x="5157788" y="1192883"/>
                </a:lnTo>
                <a:lnTo>
                  <a:pt x="5203031" y="1213526"/>
                </a:lnTo>
                <a:lnTo>
                  <a:pt x="5248275" y="1233058"/>
                </a:lnTo>
                <a:lnTo>
                  <a:pt x="5293519" y="1251370"/>
                </a:lnTo>
                <a:lnTo>
                  <a:pt x="5338763" y="1268352"/>
                </a:lnTo>
                <a:lnTo>
                  <a:pt x="5384006" y="1283894"/>
                </a:lnTo>
                <a:lnTo>
                  <a:pt x="5429250" y="1297885"/>
                </a:lnTo>
                <a:lnTo>
                  <a:pt x="5474494" y="1309964"/>
                </a:lnTo>
                <a:lnTo>
                  <a:pt x="5519738" y="1319975"/>
                </a:lnTo>
                <a:lnTo>
                  <a:pt x="5564981" y="1328118"/>
                </a:lnTo>
                <a:lnTo>
                  <a:pt x="5610225" y="1334595"/>
                </a:lnTo>
                <a:lnTo>
                  <a:pt x="5655469" y="1339608"/>
                </a:lnTo>
                <a:lnTo>
                  <a:pt x="5700713" y="1343357"/>
                </a:lnTo>
                <a:lnTo>
                  <a:pt x="5745956" y="1346045"/>
                </a:lnTo>
                <a:lnTo>
                  <a:pt x="5791200" y="1347873"/>
                </a:lnTo>
                <a:lnTo>
                  <a:pt x="5836444" y="1349041"/>
                </a:lnTo>
                <a:lnTo>
                  <a:pt x="5881688" y="1349752"/>
                </a:lnTo>
                <a:lnTo>
                  <a:pt x="5926931" y="1350207"/>
                </a:lnTo>
                <a:lnTo>
                  <a:pt x="5972175" y="1350606"/>
                </a:lnTo>
                <a:lnTo>
                  <a:pt x="6017419" y="1351152"/>
                </a:lnTo>
                <a:lnTo>
                  <a:pt x="6062663" y="1352046"/>
                </a:lnTo>
                <a:lnTo>
                  <a:pt x="6107906" y="1353489"/>
                </a:lnTo>
                <a:lnTo>
                  <a:pt x="6153150" y="1355683"/>
                </a:lnTo>
                <a:lnTo>
                  <a:pt x="6198394" y="1358829"/>
                </a:lnTo>
                <a:lnTo>
                  <a:pt x="6243638" y="1363128"/>
                </a:lnTo>
                <a:lnTo>
                  <a:pt x="6288881" y="1368781"/>
                </a:lnTo>
                <a:lnTo>
                  <a:pt x="6334125" y="1375990"/>
                </a:lnTo>
                <a:lnTo>
                  <a:pt x="6379369" y="1385412"/>
                </a:lnTo>
                <a:lnTo>
                  <a:pt x="6424613" y="1397323"/>
                </a:lnTo>
                <a:lnTo>
                  <a:pt x="6469856" y="1411357"/>
                </a:lnTo>
                <a:lnTo>
                  <a:pt x="6515100" y="1427149"/>
                </a:lnTo>
                <a:lnTo>
                  <a:pt x="6560344" y="1444332"/>
                </a:lnTo>
                <a:lnTo>
                  <a:pt x="6605588" y="1462541"/>
                </a:lnTo>
                <a:lnTo>
                  <a:pt x="6650831" y="1481408"/>
                </a:lnTo>
                <a:lnTo>
                  <a:pt x="6696075" y="1500568"/>
                </a:lnTo>
                <a:lnTo>
                  <a:pt x="6741319" y="1519655"/>
                </a:lnTo>
                <a:lnTo>
                  <a:pt x="6786563" y="1538302"/>
                </a:lnTo>
                <a:lnTo>
                  <a:pt x="6831806" y="1556144"/>
                </a:lnTo>
                <a:lnTo>
                  <a:pt x="6877050" y="1572815"/>
                </a:lnTo>
                <a:lnTo>
                  <a:pt x="6922294" y="1587948"/>
                </a:lnTo>
                <a:lnTo>
                  <a:pt x="6967538" y="1601177"/>
                </a:lnTo>
                <a:lnTo>
                  <a:pt x="7012781" y="1612136"/>
                </a:lnTo>
                <a:lnTo>
                  <a:pt x="7058025" y="1620459"/>
                </a:lnTo>
                <a:lnTo>
                  <a:pt x="7103269" y="1625780"/>
                </a:lnTo>
                <a:lnTo>
                  <a:pt x="7148513" y="1627733"/>
                </a:lnTo>
                <a:lnTo>
                  <a:pt x="7193756" y="1625951"/>
                </a:lnTo>
                <a:lnTo>
                  <a:pt x="7239000" y="1620069"/>
                </a:lnTo>
                <a:lnTo>
                  <a:pt x="7284244" y="1609656"/>
                </a:lnTo>
                <a:lnTo>
                  <a:pt x="7329488" y="1594811"/>
                </a:lnTo>
                <a:lnTo>
                  <a:pt x="7374731" y="1575959"/>
                </a:lnTo>
                <a:lnTo>
                  <a:pt x="7419975" y="1553523"/>
                </a:lnTo>
                <a:lnTo>
                  <a:pt x="7465219" y="1527929"/>
                </a:lnTo>
                <a:lnTo>
                  <a:pt x="7510463" y="1499601"/>
                </a:lnTo>
                <a:lnTo>
                  <a:pt x="7555706" y="1468965"/>
                </a:lnTo>
                <a:lnTo>
                  <a:pt x="7600950" y="1436444"/>
                </a:lnTo>
                <a:lnTo>
                  <a:pt x="7646194" y="1402463"/>
                </a:lnTo>
                <a:lnTo>
                  <a:pt x="7691438" y="1367448"/>
                </a:lnTo>
                <a:lnTo>
                  <a:pt x="7736681" y="1331822"/>
                </a:lnTo>
                <a:lnTo>
                  <a:pt x="7781925" y="1296011"/>
                </a:lnTo>
                <a:lnTo>
                  <a:pt x="7827169" y="1260439"/>
                </a:lnTo>
                <a:lnTo>
                  <a:pt x="7872413" y="1225531"/>
                </a:lnTo>
                <a:lnTo>
                  <a:pt x="7917656" y="1191711"/>
                </a:lnTo>
                <a:lnTo>
                  <a:pt x="7962900" y="1159405"/>
                </a:lnTo>
                <a:lnTo>
                  <a:pt x="8008144" y="1129037"/>
                </a:lnTo>
                <a:lnTo>
                  <a:pt x="8053388" y="1101032"/>
                </a:lnTo>
                <a:lnTo>
                  <a:pt x="8098631" y="1075813"/>
                </a:lnTo>
                <a:lnTo>
                  <a:pt x="8143875" y="1053807"/>
                </a:lnTo>
                <a:lnTo>
                  <a:pt x="8189119" y="1034044"/>
                </a:lnTo>
                <a:lnTo>
                  <a:pt x="8234363" y="1015253"/>
                </a:lnTo>
                <a:lnTo>
                  <a:pt x="8279606" y="997403"/>
                </a:lnTo>
                <a:lnTo>
                  <a:pt x="8324850" y="980467"/>
                </a:lnTo>
                <a:lnTo>
                  <a:pt x="8370094" y="964414"/>
                </a:lnTo>
                <a:lnTo>
                  <a:pt x="8415338" y="949215"/>
                </a:lnTo>
                <a:lnTo>
                  <a:pt x="8460581" y="934841"/>
                </a:lnTo>
                <a:lnTo>
                  <a:pt x="8505825" y="921263"/>
                </a:lnTo>
                <a:lnTo>
                  <a:pt x="8551069" y="908451"/>
                </a:lnTo>
                <a:lnTo>
                  <a:pt x="8596313" y="896377"/>
                </a:lnTo>
                <a:lnTo>
                  <a:pt x="8641556" y="885010"/>
                </a:lnTo>
                <a:lnTo>
                  <a:pt x="8686800" y="874322"/>
                </a:lnTo>
                <a:lnTo>
                  <a:pt x="8732044" y="864283"/>
                </a:lnTo>
                <a:lnTo>
                  <a:pt x="8777288" y="854864"/>
                </a:lnTo>
                <a:lnTo>
                  <a:pt x="8822531" y="846036"/>
                </a:lnTo>
                <a:lnTo>
                  <a:pt x="8867775" y="837769"/>
                </a:lnTo>
                <a:lnTo>
                  <a:pt x="8913019" y="830034"/>
                </a:lnTo>
                <a:lnTo>
                  <a:pt x="8958263" y="822802"/>
                </a:lnTo>
                <a:lnTo>
                  <a:pt x="9003506" y="816043"/>
                </a:lnTo>
                <a:lnTo>
                  <a:pt x="9048750" y="809729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axis-x-placeholder">
            <a:extLst xmlns:a="http://schemas.openxmlformats.org/drawingml/2006/main">
              <a:ext uri="{FF2B5EF4-FFF2-40B4-BE49-F238E27FC236}">
                <a16:creationId xmlns:a16="http://schemas.microsoft.com/office/drawing/2014/main" id="{C327C52E-55ED-4849-8AB0-C4AA481F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横轴：________</a:t>
            </a:r>
          </a:p>
        </p:txBody>
      </p:sp>
      <p:sp>
        <p:nvSpPr>
          <p:cNvPr id="10" name="axis-y-placeholder">
            <a:extLst xmlns:a="http://schemas.openxmlformats.org/drawingml/2006/main">
              <a:ext uri="{FF2B5EF4-FFF2-40B4-BE49-F238E27FC236}">
                <a16:creationId xmlns:a16="http://schemas.microsoft.com/office/drawing/2014/main" id="{D82F4418-565C-4742-AB25-897CF7A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纵轴：________</a:t>
            </a:r>
          </a:p>
        </p:txBody>
      </p:sp>
    </p:spTree>
    <p:extLst>
      <p:ext uri="{BB962C8B-B14F-4D97-AF65-F5344CB8AC3E}">
        <p14:creationId xmlns:p14="http://schemas.microsoft.com/office/powerpoint/2010/main" val="1097965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">
            <a:extLst xmlns:a="http://schemas.openxmlformats.org/drawingml/2006/main">
              <a:ext uri="{FF2B5EF4-FFF2-40B4-BE49-F238E27FC236}">
                <a16:creationId xmlns:a16="http://schemas.microsoft.com/office/drawing/2014/main" id="{39CFC823-7437-4110-B87B-AC3CC7A6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6D09E8B-42B0-4558-B2C2-A685904F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A60EF6B-E928-4706-9959-038409E3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这条波形的横轴和纵轴分别表示什么？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B0C85B6-026B-4853-B551-B86C52AD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麦克风把同一位置的声压变化转换为电信号。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087B153-F862-4C47-BCE3-6C1E6176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143125"/>
          </a:xfrm>
          <a:custGeom xmlns:a="http://schemas.openxmlformats.org/drawingml/2006/main">
            <a:pathLst>
              <a:path w="9525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7CE745A3-80A2-40A1-AB3E-C509C43A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5188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A4FBE4E4-2931-4B01-96E5-F32F1BDD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63FC5706-BF1B-45F7-87E4-3F411D1D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8301"/>
            <a:ext cx="9048750" cy="1627733"/>
          </a:xfrm>
          <a:custGeom xmlns:a="http://schemas.openxmlformats.org/drawingml/2006/main">
            <a:pathLst>
              <a:path w="9048750" h="1627733">
                <a:moveTo>
                  <a:pt x="0" y="1297885"/>
                </a:moveTo>
                <a:lnTo>
                  <a:pt x="45244" y="1284770"/>
                </a:lnTo>
                <a:lnTo>
                  <a:pt x="90488" y="1269895"/>
                </a:lnTo>
                <a:lnTo>
                  <a:pt x="135731" y="1253355"/>
                </a:lnTo>
                <a:lnTo>
                  <a:pt x="180975" y="1235245"/>
                </a:lnTo>
                <a:lnTo>
                  <a:pt x="226219" y="1215662"/>
                </a:lnTo>
                <a:lnTo>
                  <a:pt x="271463" y="1194699"/>
                </a:lnTo>
                <a:lnTo>
                  <a:pt x="316706" y="1172452"/>
                </a:lnTo>
                <a:lnTo>
                  <a:pt x="361950" y="1149017"/>
                </a:lnTo>
                <a:lnTo>
                  <a:pt x="407194" y="1124489"/>
                </a:lnTo>
                <a:lnTo>
                  <a:pt x="452438" y="1098962"/>
                </a:lnTo>
                <a:lnTo>
                  <a:pt x="497681" y="1072532"/>
                </a:lnTo>
                <a:lnTo>
                  <a:pt x="542925" y="1045294"/>
                </a:lnTo>
                <a:lnTo>
                  <a:pt x="588169" y="1017343"/>
                </a:lnTo>
                <a:lnTo>
                  <a:pt x="633413" y="988775"/>
                </a:lnTo>
                <a:lnTo>
                  <a:pt x="678656" y="959685"/>
                </a:lnTo>
                <a:lnTo>
                  <a:pt x="723900" y="930167"/>
                </a:lnTo>
                <a:lnTo>
                  <a:pt x="769144" y="900318"/>
                </a:lnTo>
                <a:lnTo>
                  <a:pt x="814388" y="870231"/>
                </a:lnTo>
                <a:lnTo>
                  <a:pt x="859631" y="840003"/>
                </a:lnTo>
                <a:lnTo>
                  <a:pt x="904875" y="809729"/>
                </a:lnTo>
                <a:lnTo>
                  <a:pt x="950119" y="778092"/>
                </a:lnTo>
                <a:lnTo>
                  <a:pt x="995363" y="743940"/>
                </a:lnTo>
                <a:lnTo>
                  <a:pt x="1040606" y="707614"/>
                </a:lnTo>
                <a:lnTo>
                  <a:pt x="1085850" y="669453"/>
                </a:lnTo>
                <a:lnTo>
                  <a:pt x="1131094" y="629798"/>
                </a:lnTo>
                <a:lnTo>
                  <a:pt x="1176338" y="588990"/>
                </a:lnTo>
                <a:lnTo>
                  <a:pt x="1221581" y="547369"/>
                </a:lnTo>
                <a:lnTo>
                  <a:pt x="1266825" y="505276"/>
                </a:lnTo>
                <a:lnTo>
                  <a:pt x="1312069" y="463051"/>
                </a:lnTo>
                <a:lnTo>
                  <a:pt x="1357313" y="421035"/>
                </a:lnTo>
                <a:lnTo>
                  <a:pt x="1402556" y="379568"/>
                </a:lnTo>
                <a:lnTo>
                  <a:pt x="1447800" y="338990"/>
                </a:lnTo>
                <a:lnTo>
                  <a:pt x="1493044" y="299643"/>
                </a:lnTo>
                <a:lnTo>
                  <a:pt x="1538288" y="261867"/>
                </a:lnTo>
                <a:lnTo>
                  <a:pt x="1583531" y="226001"/>
                </a:lnTo>
                <a:lnTo>
                  <a:pt x="1628775" y="192387"/>
                </a:lnTo>
                <a:lnTo>
                  <a:pt x="1674019" y="161366"/>
                </a:lnTo>
                <a:lnTo>
                  <a:pt x="1719263" y="133276"/>
                </a:lnTo>
                <a:lnTo>
                  <a:pt x="1764506" y="108460"/>
                </a:lnTo>
                <a:lnTo>
                  <a:pt x="1809750" y="87258"/>
                </a:lnTo>
                <a:lnTo>
                  <a:pt x="1854994" y="69224"/>
                </a:lnTo>
                <a:lnTo>
                  <a:pt x="1900238" y="53600"/>
                </a:lnTo>
                <a:lnTo>
                  <a:pt x="1945481" y="40258"/>
                </a:lnTo>
                <a:lnTo>
                  <a:pt x="1990725" y="29070"/>
                </a:lnTo>
                <a:lnTo>
                  <a:pt x="2035969" y="19908"/>
                </a:lnTo>
                <a:lnTo>
                  <a:pt x="2081213" y="12643"/>
                </a:lnTo>
                <a:lnTo>
                  <a:pt x="2126456" y="7148"/>
                </a:lnTo>
                <a:lnTo>
                  <a:pt x="2171700" y="3295"/>
                </a:lnTo>
                <a:lnTo>
                  <a:pt x="2216944" y="955"/>
                </a:lnTo>
                <a:lnTo>
                  <a:pt x="2262188" y="0"/>
                </a:lnTo>
                <a:lnTo>
                  <a:pt x="2307431" y="302"/>
                </a:lnTo>
                <a:lnTo>
                  <a:pt x="2352675" y="1733"/>
                </a:lnTo>
                <a:lnTo>
                  <a:pt x="2397919" y="4165"/>
                </a:lnTo>
                <a:lnTo>
                  <a:pt x="2443163" y="7469"/>
                </a:lnTo>
                <a:lnTo>
                  <a:pt x="2488406" y="11517"/>
                </a:lnTo>
                <a:lnTo>
                  <a:pt x="2533650" y="16182"/>
                </a:lnTo>
                <a:lnTo>
                  <a:pt x="2578894" y="21335"/>
                </a:lnTo>
                <a:lnTo>
                  <a:pt x="2624138" y="26849"/>
                </a:lnTo>
                <a:lnTo>
                  <a:pt x="2669381" y="32594"/>
                </a:lnTo>
                <a:lnTo>
                  <a:pt x="2714625" y="38442"/>
                </a:lnTo>
                <a:lnTo>
                  <a:pt x="2759869" y="44819"/>
                </a:lnTo>
                <a:lnTo>
                  <a:pt x="2805113" y="52213"/>
                </a:lnTo>
                <a:lnTo>
                  <a:pt x="2850356" y="60591"/>
                </a:lnTo>
                <a:lnTo>
                  <a:pt x="2895600" y="69919"/>
                </a:lnTo>
                <a:lnTo>
                  <a:pt x="2940844" y="80164"/>
                </a:lnTo>
                <a:lnTo>
                  <a:pt x="2986088" y="91295"/>
                </a:lnTo>
                <a:lnTo>
                  <a:pt x="3031331" y="103277"/>
                </a:lnTo>
                <a:lnTo>
                  <a:pt x="3076575" y="116079"/>
                </a:lnTo>
                <a:lnTo>
                  <a:pt x="3121819" y="129666"/>
                </a:lnTo>
                <a:lnTo>
                  <a:pt x="3167063" y="144006"/>
                </a:lnTo>
                <a:lnTo>
                  <a:pt x="3212306" y="159066"/>
                </a:lnTo>
                <a:lnTo>
                  <a:pt x="3257550" y="174814"/>
                </a:lnTo>
                <a:lnTo>
                  <a:pt x="3302794" y="191215"/>
                </a:lnTo>
                <a:lnTo>
                  <a:pt x="3348038" y="208238"/>
                </a:lnTo>
                <a:lnTo>
                  <a:pt x="3393281" y="225849"/>
                </a:lnTo>
                <a:lnTo>
                  <a:pt x="3438525" y="244015"/>
                </a:lnTo>
                <a:lnTo>
                  <a:pt x="3483769" y="262703"/>
                </a:lnTo>
                <a:lnTo>
                  <a:pt x="3529013" y="281881"/>
                </a:lnTo>
                <a:lnTo>
                  <a:pt x="3574256" y="301515"/>
                </a:lnTo>
                <a:lnTo>
                  <a:pt x="3619500" y="321573"/>
                </a:lnTo>
                <a:lnTo>
                  <a:pt x="3664744" y="342519"/>
                </a:lnTo>
                <a:lnTo>
                  <a:pt x="3709988" y="364760"/>
                </a:lnTo>
                <a:lnTo>
                  <a:pt x="3755231" y="388175"/>
                </a:lnTo>
                <a:lnTo>
                  <a:pt x="3800475" y="412643"/>
                </a:lnTo>
                <a:lnTo>
                  <a:pt x="3845719" y="438044"/>
                </a:lnTo>
                <a:lnTo>
                  <a:pt x="3890963" y="464256"/>
                </a:lnTo>
                <a:lnTo>
                  <a:pt x="3936206" y="491159"/>
                </a:lnTo>
                <a:lnTo>
                  <a:pt x="3981450" y="518632"/>
                </a:lnTo>
                <a:lnTo>
                  <a:pt x="4026694" y="546554"/>
                </a:lnTo>
                <a:lnTo>
                  <a:pt x="4071938" y="574804"/>
                </a:lnTo>
                <a:lnTo>
                  <a:pt x="4117181" y="603262"/>
                </a:lnTo>
                <a:lnTo>
                  <a:pt x="4162425" y="631806"/>
                </a:lnTo>
                <a:lnTo>
                  <a:pt x="4207669" y="660316"/>
                </a:lnTo>
                <a:lnTo>
                  <a:pt x="4252913" y="688671"/>
                </a:lnTo>
                <a:lnTo>
                  <a:pt x="4298156" y="716751"/>
                </a:lnTo>
                <a:lnTo>
                  <a:pt x="4343400" y="744433"/>
                </a:lnTo>
                <a:lnTo>
                  <a:pt x="4388644" y="771599"/>
                </a:lnTo>
                <a:lnTo>
                  <a:pt x="4433888" y="798126"/>
                </a:lnTo>
                <a:lnTo>
                  <a:pt x="4479131" y="823894"/>
                </a:lnTo>
                <a:lnTo>
                  <a:pt x="4524375" y="848782"/>
                </a:lnTo>
                <a:lnTo>
                  <a:pt x="4569619" y="873440"/>
                </a:lnTo>
                <a:lnTo>
                  <a:pt x="4614863" y="898525"/>
                </a:lnTo>
                <a:lnTo>
                  <a:pt x="4660106" y="923927"/>
                </a:lnTo>
                <a:lnTo>
                  <a:pt x="4705350" y="949537"/>
                </a:lnTo>
                <a:lnTo>
                  <a:pt x="4750594" y="975245"/>
                </a:lnTo>
                <a:lnTo>
                  <a:pt x="4795838" y="1000940"/>
                </a:lnTo>
                <a:lnTo>
                  <a:pt x="4841081" y="1026513"/>
                </a:lnTo>
                <a:lnTo>
                  <a:pt x="4886325" y="1051855"/>
                </a:lnTo>
                <a:lnTo>
                  <a:pt x="4931569" y="1076854"/>
                </a:lnTo>
                <a:lnTo>
                  <a:pt x="4976813" y="1101403"/>
                </a:lnTo>
                <a:lnTo>
                  <a:pt x="5022056" y="1125389"/>
                </a:lnTo>
                <a:lnTo>
                  <a:pt x="5067300" y="1148705"/>
                </a:lnTo>
                <a:lnTo>
                  <a:pt x="5112544" y="1171239"/>
                </a:lnTo>
                <a:lnTo>
                  <a:pt x="5157788" y="1192883"/>
                </a:lnTo>
                <a:lnTo>
                  <a:pt x="5203031" y="1213526"/>
                </a:lnTo>
                <a:lnTo>
                  <a:pt x="5248275" y="1233058"/>
                </a:lnTo>
                <a:lnTo>
                  <a:pt x="5293519" y="1251370"/>
                </a:lnTo>
                <a:lnTo>
                  <a:pt x="5338763" y="1268352"/>
                </a:lnTo>
                <a:lnTo>
                  <a:pt x="5384006" y="1283894"/>
                </a:lnTo>
                <a:lnTo>
                  <a:pt x="5429250" y="1297885"/>
                </a:lnTo>
                <a:lnTo>
                  <a:pt x="5474494" y="1309964"/>
                </a:lnTo>
                <a:lnTo>
                  <a:pt x="5519738" y="1319975"/>
                </a:lnTo>
                <a:lnTo>
                  <a:pt x="5564981" y="1328118"/>
                </a:lnTo>
                <a:lnTo>
                  <a:pt x="5610225" y="1334595"/>
                </a:lnTo>
                <a:lnTo>
                  <a:pt x="5655469" y="1339608"/>
                </a:lnTo>
                <a:lnTo>
                  <a:pt x="5700713" y="1343357"/>
                </a:lnTo>
                <a:lnTo>
                  <a:pt x="5745956" y="1346045"/>
                </a:lnTo>
                <a:lnTo>
                  <a:pt x="5791200" y="1347873"/>
                </a:lnTo>
                <a:lnTo>
                  <a:pt x="5836444" y="1349041"/>
                </a:lnTo>
                <a:lnTo>
                  <a:pt x="5881688" y="1349752"/>
                </a:lnTo>
                <a:lnTo>
                  <a:pt x="5926931" y="1350207"/>
                </a:lnTo>
                <a:lnTo>
                  <a:pt x="5972175" y="1350606"/>
                </a:lnTo>
                <a:lnTo>
                  <a:pt x="6017419" y="1351152"/>
                </a:lnTo>
                <a:lnTo>
                  <a:pt x="6062663" y="1352046"/>
                </a:lnTo>
                <a:lnTo>
                  <a:pt x="6107906" y="1353489"/>
                </a:lnTo>
                <a:lnTo>
                  <a:pt x="6153150" y="1355683"/>
                </a:lnTo>
                <a:lnTo>
                  <a:pt x="6198394" y="1358829"/>
                </a:lnTo>
                <a:lnTo>
                  <a:pt x="6243638" y="1363128"/>
                </a:lnTo>
                <a:lnTo>
                  <a:pt x="6288881" y="1368781"/>
                </a:lnTo>
                <a:lnTo>
                  <a:pt x="6334125" y="1375990"/>
                </a:lnTo>
                <a:lnTo>
                  <a:pt x="6379369" y="1385412"/>
                </a:lnTo>
                <a:lnTo>
                  <a:pt x="6424613" y="1397323"/>
                </a:lnTo>
                <a:lnTo>
                  <a:pt x="6469856" y="1411357"/>
                </a:lnTo>
                <a:lnTo>
                  <a:pt x="6515100" y="1427149"/>
                </a:lnTo>
                <a:lnTo>
                  <a:pt x="6560344" y="1444332"/>
                </a:lnTo>
                <a:lnTo>
                  <a:pt x="6605588" y="1462541"/>
                </a:lnTo>
                <a:lnTo>
                  <a:pt x="6650831" y="1481408"/>
                </a:lnTo>
                <a:lnTo>
                  <a:pt x="6696075" y="1500568"/>
                </a:lnTo>
                <a:lnTo>
                  <a:pt x="6741319" y="1519655"/>
                </a:lnTo>
                <a:lnTo>
                  <a:pt x="6786563" y="1538302"/>
                </a:lnTo>
                <a:lnTo>
                  <a:pt x="6831806" y="1556144"/>
                </a:lnTo>
                <a:lnTo>
                  <a:pt x="6877050" y="1572815"/>
                </a:lnTo>
                <a:lnTo>
                  <a:pt x="6922294" y="1587948"/>
                </a:lnTo>
                <a:lnTo>
                  <a:pt x="6967538" y="1601177"/>
                </a:lnTo>
                <a:lnTo>
                  <a:pt x="7012781" y="1612136"/>
                </a:lnTo>
                <a:lnTo>
                  <a:pt x="7058025" y="1620459"/>
                </a:lnTo>
                <a:lnTo>
                  <a:pt x="7103269" y="1625780"/>
                </a:lnTo>
                <a:lnTo>
                  <a:pt x="7148513" y="1627733"/>
                </a:lnTo>
                <a:lnTo>
                  <a:pt x="7193756" y="1625951"/>
                </a:lnTo>
                <a:lnTo>
                  <a:pt x="7239000" y="1620069"/>
                </a:lnTo>
                <a:lnTo>
                  <a:pt x="7284244" y="1609656"/>
                </a:lnTo>
                <a:lnTo>
                  <a:pt x="7329488" y="1594811"/>
                </a:lnTo>
                <a:lnTo>
                  <a:pt x="7374731" y="1575959"/>
                </a:lnTo>
                <a:lnTo>
                  <a:pt x="7419975" y="1553523"/>
                </a:lnTo>
                <a:lnTo>
                  <a:pt x="7465219" y="1527929"/>
                </a:lnTo>
                <a:lnTo>
                  <a:pt x="7510463" y="1499601"/>
                </a:lnTo>
                <a:lnTo>
                  <a:pt x="7555706" y="1468965"/>
                </a:lnTo>
                <a:lnTo>
                  <a:pt x="7600950" y="1436444"/>
                </a:lnTo>
                <a:lnTo>
                  <a:pt x="7646194" y="1402463"/>
                </a:lnTo>
                <a:lnTo>
                  <a:pt x="7691438" y="1367448"/>
                </a:lnTo>
                <a:lnTo>
                  <a:pt x="7736681" y="1331822"/>
                </a:lnTo>
                <a:lnTo>
                  <a:pt x="7781925" y="1296011"/>
                </a:lnTo>
                <a:lnTo>
                  <a:pt x="7827169" y="1260439"/>
                </a:lnTo>
                <a:lnTo>
                  <a:pt x="7872413" y="1225531"/>
                </a:lnTo>
                <a:lnTo>
                  <a:pt x="7917656" y="1191711"/>
                </a:lnTo>
                <a:lnTo>
                  <a:pt x="7962900" y="1159405"/>
                </a:lnTo>
                <a:lnTo>
                  <a:pt x="8008144" y="1129037"/>
                </a:lnTo>
                <a:lnTo>
                  <a:pt x="8053388" y="1101032"/>
                </a:lnTo>
                <a:lnTo>
                  <a:pt x="8098631" y="1075813"/>
                </a:lnTo>
                <a:lnTo>
                  <a:pt x="8143875" y="1053807"/>
                </a:lnTo>
                <a:lnTo>
                  <a:pt x="8189119" y="1034044"/>
                </a:lnTo>
                <a:lnTo>
                  <a:pt x="8234363" y="1015253"/>
                </a:lnTo>
                <a:lnTo>
                  <a:pt x="8279606" y="997403"/>
                </a:lnTo>
                <a:lnTo>
                  <a:pt x="8324850" y="980467"/>
                </a:lnTo>
                <a:lnTo>
                  <a:pt x="8370094" y="964414"/>
                </a:lnTo>
                <a:lnTo>
                  <a:pt x="8415338" y="949215"/>
                </a:lnTo>
                <a:lnTo>
                  <a:pt x="8460581" y="934841"/>
                </a:lnTo>
                <a:lnTo>
                  <a:pt x="8505825" y="921263"/>
                </a:lnTo>
                <a:lnTo>
                  <a:pt x="8551069" y="908451"/>
                </a:lnTo>
                <a:lnTo>
                  <a:pt x="8596313" y="896377"/>
                </a:lnTo>
                <a:lnTo>
                  <a:pt x="8641556" y="885010"/>
                </a:lnTo>
                <a:lnTo>
                  <a:pt x="8686800" y="874322"/>
                </a:lnTo>
                <a:lnTo>
                  <a:pt x="8732044" y="864283"/>
                </a:lnTo>
                <a:lnTo>
                  <a:pt x="8777288" y="854864"/>
                </a:lnTo>
                <a:lnTo>
                  <a:pt x="8822531" y="846036"/>
                </a:lnTo>
                <a:lnTo>
                  <a:pt x="8867775" y="837769"/>
                </a:lnTo>
                <a:lnTo>
                  <a:pt x="8913019" y="830034"/>
                </a:lnTo>
                <a:lnTo>
                  <a:pt x="8958263" y="822802"/>
                </a:lnTo>
                <a:lnTo>
                  <a:pt x="9003506" y="816043"/>
                </a:lnTo>
                <a:lnTo>
                  <a:pt x="9048750" y="809729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axis-x-placeholder">
            <a:extLst xmlns:a="http://schemas.openxmlformats.org/drawingml/2006/main">
              <a:ext uri="{FF2B5EF4-FFF2-40B4-BE49-F238E27FC236}">
                <a16:creationId xmlns:a16="http://schemas.microsoft.com/office/drawing/2014/main" id="{C327C52E-55ED-4849-8AB0-C4AA481F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横轴：时间</a:t>
            </a:r>
          </a:p>
        </p:txBody>
      </p:sp>
      <p:sp>
        <p:nvSpPr>
          <p:cNvPr id="10" name="axis-y-placeholder">
            <a:extLst xmlns:a="http://schemas.openxmlformats.org/drawingml/2006/main">
              <a:ext uri="{FF2B5EF4-FFF2-40B4-BE49-F238E27FC236}">
                <a16:creationId xmlns:a16="http://schemas.microsoft.com/office/drawing/2014/main" id="{D82F4418-565C-4742-AB25-897CF7A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纵轴：信号幅度</a:t>
            </a:r>
          </a:p>
        </p:txBody>
      </p:sp>
      <p:sp>
        <p:nvSpPr>
          <p:cNvPr id="11" name="pressure-location">
            <a:extLst xmlns:a="http://schemas.openxmlformats.org/drawingml/2006/main">
              <a:ext uri="{FF2B5EF4-FFF2-40B4-BE49-F238E27FC236}">
                <a16:creationId xmlns:a16="http://schemas.microsoft.com/office/drawing/2014/main" id="{C1379D6C-44AB-4B5C-88D0-BB5C7966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同一位置</a:t>
            </a:r>
          </a:p>
        </p:txBody>
      </p:sp>
      <p:sp>
        <p:nvSpPr>
          <p:cNvPr id="12" name="pressure-change">
            <a:extLst xmlns:a="http://schemas.openxmlformats.org/drawingml/2006/main">
              <a:ext uri="{FF2B5EF4-FFF2-40B4-BE49-F238E27FC236}">
                <a16:creationId xmlns:a16="http://schemas.microsoft.com/office/drawing/2014/main" id="{E064F0E7-6B9C-4D8B-B573-E3C7FBA9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声压随时间变化</a:t>
            </a:r>
          </a:p>
        </p:txBody>
      </p:sp>
      <p:sp>
        <p:nvSpPr>
          <p:cNvPr id="13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2EFFBE4-C968-48C1-BE15-EE683E61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microphone">
            <a:extLst xmlns:a="http://schemas.openxmlformats.org/drawingml/2006/main">
              <a:ext uri="{FF2B5EF4-FFF2-40B4-BE49-F238E27FC236}">
                <a16:creationId xmlns:a16="http://schemas.microsoft.com/office/drawing/2014/main" id="{909403C7-8811-4CEE-B363-646F64BF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292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麦克风</a:t>
            </a:r>
          </a:p>
        </p:txBody>
      </p:sp>
      <p:sp>
        <p:nvSpPr>
          <p:cNvPr id="15" name="electrical-change">
            <a:extLst xmlns:a="http://schemas.openxmlformats.org/drawingml/2006/main">
              <a:ext uri="{FF2B5EF4-FFF2-40B4-BE49-F238E27FC236}">
                <a16:creationId xmlns:a16="http://schemas.microsoft.com/office/drawing/2014/main" id="{4308DFE8-D013-4329-A13F-1317AEA0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578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转换为电信号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E3F0EFDB-EF95-4350-BECB-C18EA4A0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619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waveform-view">
            <a:extLst xmlns:a="http://schemas.openxmlformats.org/drawingml/2006/main">
              <a:ext uri="{FF2B5EF4-FFF2-40B4-BE49-F238E27FC236}">
                <a16:creationId xmlns:a16="http://schemas.microsoft.com/office/drawing/2014/main" id="{584FEEB7-6E5B-4D54-8599-2A114ED0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2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时间波形</a:t>
            </a:r>
          </a:p>
        </p:txBody>
      </p:sp>
      <p:sp>
        <p:nvSpPr>
          <p:cNvPr id="18" name="negative-boundary">
            <a:extLst xmlns:a="http://schemas.openxmlformats.org/drawingml/2006/main">
              <a:ext uri="{FF2B5EF4-FFF2-40B4-BE49-F238E27FC236}">
                <a16:creationId xmlns:a16="http://schemas.microsoft.com/office/drawing/2014/main" id="{F18B273A-C790-46C4-9125-2DACFD2C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8578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零线下方是负偏差</a:t>
            </a:r>
          </a:p>
        </p:txBody>
      </p:sp>
    </p:spTree>
    <p:extLst>
      <p:ext uri="{BB962C8B-B14F-4D97-AF65-F5344CB8AC3E}">
        <p14:creationId xmlns:p14="http://schemas.microsoft.com/office/powerpoint/2010/main" val="10979651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C8D6BD5A-16E8-47D5-BD2F-BB6419EC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23DF360-CB76-4FAD-936E-876CA7A6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4F8EFAF-DC7D-4E67-88C7-AC9F9C58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5秒内每秒取1次，怎样安排采样时刻？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AAD47C-1F5B-4664-8A58-08BC77C3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从0s开始；记录[0,5)，不计5s端点。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DB621016-1EC8-458A-84B2-8304CB2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428875"/>
          </a:xfrm>
          <a:custGeom xmlns:a="http://schemas.openxmlformats.org/drawingml/2006/main">
            <a:pathLst>
              <a:path w="9525" h="2428875">
                <a:moveTo>
                  <a:pt x="0" y="0"/>
                </a:move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1BBA43A8-5DE4-42B0-9DB1-FB3E80AC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E596DD6D-1A79-413B-843D-143D992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9F1E99D1-5206-451C-96EE-478CB53E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5534"/>
            <a:ext cx="9048750" cy="1865937"/>
          </a:xfrm>
          <a:custGeom xmlns:a="http://schemas.openxmlformats.org/drawingml/2006/main">
            <a:pathLst>
              <a:path w="9048750" h="1865937">
                <a:moveTo>
                  <a:pt x="0" y="1487820"/>
                </a:moveTo>
                <a:lnTo>
                  <a:pt x="45244" y="1472785"/>
                </a:lnTo>
                <a:lnTo>
                  <a:pt x="90488" y="1455733"/>
                </a:lnTo>
                <a:lnTo>
                  <a:pt x="135731" y="1436772"/>
                </a:lnTo>
                <a:lnTo>
                  <a:pt x="180975" y="1416013"/>
                </a:lnTo>
                <a:lnTo>
                  <a:pt x="226219" y="1393563"/>
                </a:lnTo>
                <a:lnTo>
                  <a:pt x="271463" y="1369533"/>
                </a:lnTo>
                <a:lnTo>
                  <a:pt x="316706" y="1344031"/>
                </a:lnTo>
                <a:lnTo>
                  <a:pt x="361950" y="1317166"/>
                </a:lnTo>
                <a:lnTo>
                  <a:pt x="407194" y="1289048"/>
                </a:lnTo>
                <a:lnTo>
                  <a:pt x="452438" y="1259785"/>
                </a:lnTo>
                <a:lnTo>
                  <a:pt x="497681" y="1229488"/>
                </a:lnTo>
                <a:lnTo>
                  <a:pt x="542925" y="1198264"/>
                </a:lnTo>
                <a:lnTo>
                  <a:pt x="588169" y="1166223"/>
                </a:lnTo>
                <a:lnTo>
                  <a:pt x="633413" y="1133474"/>
                </a:lnTo>
                <a:lnTo>
                  <a:pt x="678656" y="1100126"/>
                </a:lnTo>
                <a:lnTo>
                  <a:pt x="723900" y="1066289"/>
                </a:lnTo>
                <a:lnTo>
                  <a:pt x="769144" y="1032071"/>
                </a:lnTo>
                <a:lnTo>
                  <a:pt x="814388" y="997582"/>
                </a:lnTo>
                <a:lnTo>
                  <a:pt x="859631" y="962931"/>
                </a:lnTo>
                <a:lnTo>
                  <a:pt x="904875" y="928226"/>
                </a:lnTo>
                <a:lnTo>
                  <a:pt x="950119" y="891960"/>
                </a:lnTo>
                <a:lnTo>
                  <a:pt x="995363" y="852810"/>
                </a:lnTo>
                <a:lnTo>
                  <a:pt x="1040606" y="811167"/>
                </a:lnTo>
                <a:lnTo>
                  <a:pt x="1085850" y="767421"/>
                </a:lnTo>
                <a:lnTo>
                  <a:pt x="1131094" y="721963"/>
                </a:lnTo>
                <a:lnTo>
                  <a:pt x="1176338" y="675183"/>
                </a:lnTo>
                <a:lnTo>
                  <a:pt x="1221581" y="627472"/>
                </a:lnTo>
                <a:lnTo>
                  <a:pt x="1266825" y="579219"/>
                </a:lnTo>
                <a:lnTo>
                  <a:pt x="1312069" y="530815"/>
                </a:lnTo>
                <a:lnTo>
                  <a:pt x="1357313" y="482650"/>
                </a:lnTo>
                <a:lnTo>
                  <a:pt x="1402556" y="435114"/>
                </a:lnTo>
                <a:lnTo>
                  <a:pt x="1447800" y="388599"/>
                </a:lnTo>
                <a:lnTo>
                  <a:pt x="1493044" y="343493"/>
                </a:lnTo>
                <a:lnTo>
                  <a:pt x="1538288" y="300188"/>
                </a:lnTo>
                <a:lnTo>
                  <a:pt x="1583531" y="259074"/>
                </a:lnTo>
                <a:lnTo>
                  <a:pt x="1628775" y="220541"/>
                </a:lnTo>
                <a:lnTo>
                  <a:pt x="1674019" y="184980"/>
                </a:lnTo>
                <a:lnTo>
                  <a:pt x="1719263" y="152780"/>
                </a:lnTo>
                <a:lnTo>
                  <a:pt x="1764506" y="124333"/>
                </a:lnTo>
                <a:lnTo>
                  <a:pt x="1809750" y="100027"/>
                </a:lnTo>
                <a:lnTo>
                  <a:pt x="1854994" y="79354"/>
                </a:lnTo>
                <a:lnTo>
                  <a:pt x="1900238" y="61443"/>
                </a:lnTo>
                <a:lnTo>
                  <a:pt x="1945481" y="46149"/>
                </a:lnTo>
                <a:lnTo>
                  <a:pt x="1990725" y="33324"/>
                </a:lnTo>
                <a:lnTo>
                  <a:pt x="2035969" y="22821"/>
                </a:lnTo>
                <a:lnTo>
                  <a:pt x="2081213" y="14493"/>
                </a:lnTo>
                <a:lnTo>
                  <a:pt x="2126456" y="8195"/>
                </a:lnTo>
                <a:lnTo>
                  <a:pt x="2171700" y="3777"/>
                </a:lnTo>
                <a:lnTo>
                  <a:pt x="2216944" y="1095"/>
                </a:lnTo>
                <a:lnTo>
                  <a:pt x="2262188" y="0"/>
                </a:lnTo>
                <a:lnTo>
                  <a:pt x="2307431" y="346"/>
                </a:lnTo>
                <a:lnTo>
                  <a:pt x="2352675" y="1987"/>
                </a:lnTo>
                <a:lnTo>
                  <a:pt x="2397919" y="4774"/>
                </a:lnTo>
                <a:lnTo>
                  <a:pt x="2443163" y="8562"/>
                </a:lnTo>
                <a:lnTo>
                  <a:pt x="2488406" y="13203"/>
                </a:lnTo>
                <a:lnTo>
                  <a:pt x="2533650" y="18551"/>
                </a:lnTo>
                <a:lnTo>
                  <a:pt x="2578894" y="24458"/>
                </a:lnTo>
                <a:lnTo>
                  <a:pt x="2624138" y="30778"/>
                </a:lnTo>
                <a:lnTo>
                  <a:pt x="2669381" y="37363"/>
                </a:lnTo>
                <a:lnTo>
                  <a:pt x="2714625" y="44068"/>
                </a:lnTo>
                <a:lnTo>
                  <a:pt x="2759869" y="51378"/>
                </a:lnTo>
                <a:lnTo>
                  <a:pt x="2805113" y="59854"/>
                </a:lnTo>
                <a:lnTo>
                  <a:pt x="2850356" y="69457"/>
                </a:lnTo>
                <a:lnTo>
                  <a:pt x="2895600" y="80151"/>
                </a:lnTo>
                <a:lnTo>
                  <a:pt x="2940844" y="91896"/>
                </a:lnTo>
                <a:lnTo>
                  <a:pt x="2986088" y="104655"/>
                </a:lnTo>
                <a:lnTo>
                  <a:pt x="3031331" y="118391"/>
                </a:lnTo>
                <a:lnTo>
                  <a:pt x="3076575" y="133066"/>
                </a:lnTo>
                <a:lnTo>
                  <a:pt x="3121819" y="148641"/>
                </a:lnTo>
                <a:lnTo>
                  <a:pt x="3167063" y="165080"/>
                </a:lnTo>
                <a:lnTo>
                  <a:pt x="3212306" y="182344"/>
                </a:lnTo>
                <a:lnTo>
                  <a:pt x="3257550" y="200396"/>
                </a:lnTo>
                <a:lnTo>
                  <a:pt x="3302794" y="219198"/>
                </a:lnTo>
                <a:lnTo>
                  <a:pt x="3348038" y="238712"/>
                </a:lnTo>
                <a:lnTo>
                  <a:pt x="3393281" y="258900"/>
                </a:lnTo>
                <a:lnTo>
                  <a:pt x="3438525" y="279724"/>
                </a:lnTo>
                <a:lnTo>
                  <a:pt x="3483769" y="301147"/>
                </a:lnTo>
                <a:lnTo>
                  <a:pt x="3529013" y="323132"/>
                </a:lnTo>
                <a:lnTo>
                  <a:pt x="3574256" y="345639"/>
                </a:lnTo>
                <a:lnTo>
                  <a:pt x="3619500" y="368632"/>
                </a:lnTo>
                <a:lnTo>
                  <a:pt x="3664744" y="392644"/>
                </a:lnTo>
                <a:lnTo>
                  <a:pt x="3709988" y="418140"/>
                </a:lnTo>
                <a:lnTo>
                  <a:pt x="3755231" y="444981"/>
                </a:lnTo>
                <a:lnTo>
                  <a:pt x="3800475" y="473030"/>
                </a:lnTo>
                <a:lnTo>
                  <a:pt x="3845719" y="502148"/>
                </a:lnTo>
                <a:lnTo>
                  <a:pt x="3890963" y="532196"/>
                </a:lnTo>
                <a:lnTo>
                  <a:pt x="3936206" y="563036"/>
                </a:lnTo>
                <a:lnTo>
                  <a:pt x="3981450" y="594529"/>
                </a:lnTo>
                <a:lnTo>
                  <a:pt x="4026694" y="626537"/>
                </a:lnTo>
                <a:lnTo>
                  <a:pt x="4071938" y="658922"/>
                </a:lnTo>
                <a:lnTo>
                  <a:pt x="4117181" y="691544"/>
                </a:lnTo>
                <a:lnTo>
                  <a:pt x="4162425" y="724265"/>
                </a:lnTo>
                <a:lnTo>
                  <a:pt x="4207669" y="756948"/>
                </a:lnTo>
                <a:lnTo>
                  <a:pt x="4252913" y="789452"/>
                </a:lnTo>
                <a:lnTo>
                  <a:pt x="4298156" y="821641"/>
                </a:lnTo>
                <a:lnTo>
                  <a:pt x="4343400" y="853375"/>
                </a:lnTo>
                <a:lnTo>
                  <a:pt x="4388644" y="884516"/>
                </a:lnTo>
                <a:lnTo>
                  <a:pt x="4433888" y="914925"/>
                </a:lnTo>
                <a:lnTo>
                  <a:pt x="4479131" y="944463"/>
                </a:lnTo>
                <a:lnTo>
                  <a:pt x="4524375" y="972994"/>
                </a:lnTo>
                <a:lnTo>
                  <a:pt x="4569619" y="1001260"/>
                </a:lnTo>
                <a:lnTo>
                  <a:pt x="4614863" y="1030016"/>
                </a:lnTo>
                <a:lnTo>
                  <a:pt x="4660106" y="1059136"/>
                </a:lnTo>
                <a:lnTo>
                  <a:pt x="4705350" y="1088494"/>
                </a:lnTo>
                <a:lnTo>
                  <a:pt x="4750594" y="1117963"/>
                </a:lnTo>
                <a:lnTo>
                  <a:pt x="4795838" y="1147419"/>
                </a:lnTo>
                <a:lnTo>
                  <a:pt x="4841081" y="1176735"/>
                </a:lnTo>
                <a:lnTo>
                  <a:pt x="4886325" y="1205785"/>
                </a:lnTo>
                <a:lnTo>
                  <a:pt x="4931569" y="1234443"/>
                </a:lnTo>
                <a:lnTo>
                  <a:pt x="4976813" y="1262583"/>
                </a:lnTo>
                <a:lnTo>
                  <a:pt x="5022056" y="1290080"/>
                </a:lnTo>
                <a:lnTo>
                  <a:pt x="5067300" y="1316808"/>
                </a:lnTo>
                <a:lnTo>
                  <a:pt x="5112544" y="1342640"/>
                </a:lnTo>
                <a:lnTo>
                  <a:pt x="5157788" y="1367451"/>
                </a:lnTo>
                <a:lnTo>
                  <a:pt x="5203031" y="1391115"/>
                </a:lnTo>
                <a:lnTo>
                  <a:pt x="5248275" y="1413506"/>
                </a:lnTo>
                <a:lnTo>
                  <a:pt x="5293519" y="1434498"/>
                </a:lnTo>
                <a:lnTo>
                  <a:pt x="5338763" y="1453964"/>
                </a:lnTo>
                <a:lnTo>
                  <a:pt x="5384006" y="1471781"/>
                </a:lnTo>
                <a:lnTo>
                  <a:pt x="5429250" y="1487820"/>
                </a:lnTo>
                <a:lnTo>
                  <a:pt x="5474494" y="1501666"/>
                </a:lnTo>
                <a:lnTo>
                  <a:pt x="5519738" y="1513142"/>
                </a:lnTo>
                <a:lnTo>
                  <a:pt x="5564981" y="1522476"/>
                </a:lnTo>
                <a:lnTo>
                  <a:pt x="5610225" y="1529901"/>
                </a:lnTo>
                <a:lnTo>
                  <a:pt x="5655469" y="1535648"/>
                </a:lnTo>
                <a:lnTo>
                  <a:pt x="5700713" y="1539946"/>
                </a:lnTo>
                <a:lnTo>
                  <a:pt x="5745956" y="1543027"/>
                </a:lnTo>
                <a:lnTo>
                  <a:pt x="5791200" y="1545122"/>
                </a:lnTo>
                <a:lnTo>
                  <a:pt x="5836444" y="1546462"/>
                </a:lnTo>
                <a:lnTo>
                  <a:pt x="5881688" y="1547277"/>
                </a:lnTo>
                <a:lnTo>
                  <a:pt x="5926931" y="1547798"/>
                </a:lnTo>
                <a:lnTo>
                  <a:pt x="5972175" y="1548256"/>
                </a:lnTo>
                <a:lnTo>
                  <a:pt x="6017419" y="1548882"/>
                </a:lnTo>
                <a:lnTo>
                  <a:pt x="6062663" y="1549907"/>
                </a:lnTo>
                <a:lnTo>
                  <a:pt x="6107906" y="1551561"/>
                </a:lnTo>
                <a:lnTo>
                  <a:pt x="6153150" y="1554076"/>
                </a:lnTo>
                <a:lnTo>
                  <a:pt x="6198394" y="1557682"/>
                </a:lnTo>
                <a:lnTo>
                  <a:pt x="6243638" y="1562610"/>
                </a:lnTo>
                <a:lnTo>
                  <a:pt x="6288881" y="1569090"/>
                </a:lnTo>
                <a:lnTo>
                  <a:pt x="6334125" y="1577355"/>
                </a:lnTo>
                <a:lnTo>
                  <a:pt x="6379369" y="1588155"/>
                </a:lnTo>
                <a:lnTo>
                  <a:pt x="6424613" y="1601809"/>
                </a:lnTo>
                <a:lnTo>
                  <a:pt x="6469856" y="1617897"/>
                </a:lnTo>
                <a:lnTo>
                  <a:pt x="6515100" y="1636000"/>
                </a:lnTo>
                <a:lnTo>
                  <a:pt x="6560344" y="1655698"/>
                </a:lnTo>
                <a:lnTo>
                  <a:pt x="6605588" y="1676571"/>
                </a:lnTo>
                <a:lnTo>
                  <a:pt x="6650831" y="1698199"/>
                </a:lnTo>
                <a:lnTo>
                  <a:pt x="6696075" y="1720163"/>
                </a:lnTo>
                <a:lnTo>
                  <a:pt x="6741319" y="1742043"/>
                </a:lnTo>
                <a:lnTo>
                  <a:pt x="6786563" y="1763420"/>
                </a:lnTo>
                <a:lnTo>
                  <a:pt x="6831806" y="1783873"/>
                </a:lnTo>
                <a:lnTo>
                  <a:pt x="6877050" y="1802983"/>
                </a:lnTo>
                <a:lnTo>
                  <a:pt x="6922294" y="1820330"/>
                </a:lnTo>
                <a:lnTo>
                  <a:pt x="6967538" y="1835495"/>
                </a:lnTo>
                <a:lnTo>
                  <a:pt x="7012781" y="1848058"/>
                </a:lnTo>
                <a:lnTo>
                  <a:pt x="7058025" y="1857599"/>
                </a:lnTo>
                <a:lnTo>
                  <a:pt x="7103269" y="1863699"/>
                </a:lnTo>
                <a:lnTo>
                  <a:pt x="7148513" y="1865937"/>
                </a:lnTo>
                <a:lnTo>
                  <a:pt x="7193756" y="1863895"/>
                </a:lnTo>
                <a:lnTo>
                  <a:pt x="7239000" y="1857152"/>
                </a:lnTo>
                <a:lnTo>
                  <a:pt x="7284244" y="1845216"/>
                </a:lnTo>
                <a:lnTo>
                  <a:pt x="7329488" y="1828198"/>
                </a:lnTo>
                <a:lnTo>
                  <a:pt x="7374731" y="1806587"/>
                </a:lnTo>
                <a:lnTo>
                  <a:pt x="7419975" y="1780868"/>
                </a:lnTo>
                <a:lnTo>
                  <a:pt x="7465219" y="1751528"/>
                </a:lnTo>
                <a:lnTo>
                  <a:pt x="7510463" y="1719055"/>
                </a:lnTo>
                <a:lnTo>
                  <a:pt x="7555706" y="1683935"/>
                </a:lnTo>
                <a:lnTo>
                  <a:pt x="7600950" y="1646655"/>
                </a:lnTo>
                <a:lnTo>
                  <a:pt x="7646194" y="1607702"/>
                </a:lnTo>
                <a:lnTo>
                  <a:pt x="7691438" y="1567562"/>
                </a:lnTo>
                <a:lnTo>
                  <a:pt x="7736681" y="1526723"/>
                </a:lnTo>
                <a:lnTo>
                  <a:pt x="7781925" y="1485671"/>
                </a:lnTo>
                <a:lnTo>
                  <a:pt x="7827169" y="1444893"/>
                </a:lnTo>
                <a:lnTo>
                  <a:pt x="7872413" y="1404877"/>
                </a:lnTo>
                <a:lnTo>
                  <a:pt x="7917656" y="1366108"/>
                </a:lnTo>
                <a:lnTo>
                  <a:pt x="7962900" y="1329074"/>
                </a:lnTo>
                <a:lnTo>
                  <a:pt x="8008144" y="1294262"/>
                </a:lnTo>
                <a:lnTo>
                  <a:pt x="8053388" y="1262158"/>
                </a:lnTo>
                <a:lnTo>
                  <a:pt x="8098631" y="1233249"/>
                </a:lnTo>
                <a:lnTo>
                  <a:pt x="8143875" y="1208023"/>
                </a:lnTo>
                <a:lnTo>
                  <a:pt x="8189119" y="1185368"/>
                </a:lnTo>
                <a:lnTo>
                  <a:pt x="8234363" y="1163826"/>
                </a:lnTo>
                <a:lnTo>
                  <a:pt x="8279606" y="1143365"/>
                </a:lnTo>
                <a:lnTo>
                  <a:pt x="8324850" y="1123950"/>
                </a:lnTo>
                <a:lnTo>
                  <a:pt x="8370094" y="1105547"/>
                </a:lnTo>
                <a:lnTo>
                  <a:pt x="8415338" y="1088124"/>
                </a:lnTo>
                <a:lnTo>
                  <a:pt x="8460581" y="1071647"/>
                </a:lnTo>
                <a:lnTo>
                  <a:pt x="8505825" y="1056082"/>
                </a:lnTo>
                <a:lnTo>
                  <a:pt x="8551069" y="1041396"/>
                </a:lnTo>
                <a:lnTo>
                  <a:pt x="8596313" y="1027554"/>
                </a:lnTo>
                <a:lnTo>
                  <a:pt x="8641556" y="1014524"/>
                </a:lnTo>
                <a:lnTo>
                  <a:pt x="8686800" y="1002272"/>
                </a:lnTo>
                <a:lnTo>
                  <a:pt x="8732044" y="990764"/>
                </a:lnTo>
                <a:lnTo>
                  <a:pt x="8777288" y="979966"/>
                </a:lnTo>
                <a:lnTo>
                  <a:pt x="8822531" y="969846"/>
                </a:lnTo>
                <a:lnTo>
                  <a:pt x="8867775" y="960369"/>
                </a:lnTo>
                <a:lnTo>
                  <a:pt x="8913019" y="951502"/>
                </a:lnTo>
                <a:lnTo>
                  <a:pt x="8958263" y="943212"/>
                </a:lnTo>
                <a:lnTo>
                  <a:pt x="9003506" y="935464"/>
                </a:lnTo>
                <a:lnTo>
                  <a:pt x="9048750" y="92822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2AB5F8D6-3448-42EB-A990-86BD88E4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76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E9764FA8-1FC2-405E-A593-E1B6CFA7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1F8DA9BD-F4FF-4BCB-82F5-50EB64B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DF2D19B6-D5E1-4FF6-B03C-2060A22D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6A0BB74B-B346-4D74-81E7-2F919E81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17D80F5-5195-47E4-AE96-CA7B9141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EA9FEC89-DC51-4B63-98F7-62C920AD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9130C906-05CA-4E32-A224-26D8F9B2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7DD4696D-92CF-457E-92C5-84C94A57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77790D1E-EC85-4025-9E0C-1082804B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C705A566-9084-4BE7-8EAB-B125F041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E42BD6AD-8C35-4EA2-8B5D-1DE6471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DFB74920-C841-439C-A901-4BB53924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174880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rail">
            <a:extLst xmlns:a="http://schemas.openxmlformats.org/drawingml/2006/main">
              <a:ext uri="{FF2B5EF4-FFF2-40B4-BE49-F238E27FC236}">
                <a16:creationId xmlns:a16="http://schemas.microsoft.com/office/drawing/2014/main" id="{C8D6BD5A-16E8-47D5-BD2F-BB6419EC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23DF360-CB76-4FAD-936E-876CA7A6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4F8EFAF-DC7D-4E67-88C7-AC9F9C58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5秒内每秒取1次，怎样安排采样时刻？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AAD47C-1F5B-4664-8A58-08BC77C3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从0s开始；记录[0,5)，不计5s端点。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DB621016-1EC8-458A-84B2-8304CB2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428875"/>
          </a:xfrm>
          <a:custGeom xmlns:a="http://schemas.openxmlformats.org/drawingml/2006/main">
            <a:pathLst>
              <a:path w="9525" h="2428875">
                <a:moveTo>
                  <a:pt x="0" y="0"/>
                </a:move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1BBA43A8-5DE4-42B0-9DB1-FB3E80AC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E596DD6D-1A79-413B-843D-143D992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9F1E99D1-5206-451C-96EE-478CB53E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5534"/>
            <a:ext cx="9048750" cy="1865937"/>
          </a:xfrm>
          <a:custGeom xmlns:a="http://schemas.openxmlformats.org/drawingml/2006/main">
            <a:pathLst>
              <a:path w="9048750" h="1865937">
                <a:moveTo>
                  <a:pt x="0" y="1487820"/>
                </a:moveTo>
                <a:lnTo>
                  <a:pt x="45244" y="1472785"/>
                </a:lnTo>
                <a:lnTo>
                  <a:pt x="90488" y="1455733"/>
                </a:lnTo>
                <a:lnTo>
                  <a:pt x="135731" y="1436772"/>
                </a:lnTo>
                <a:lnTo>
                  <a:pt x="180975" y="1416013"/>
                </a:lnTo>
                <a:lnTo>
                  <a:pt x="226219" y="1393563"/>
                </a:lnTo>
                <a:lnTo>
                  <a:pt x="271463" y="1369533"/>
                </a:lnTo>
                <a:lnTo>
                  <a:pt x="316706" y="1344031"/>
                </a:lnTo>
                <a:lnTo>
                  <a:pt x="361950" y="1317166"/>
                </a:lnTo>
                <a:lnTo>
                  <a:pt x="407194" y="1289048"/>
                </a:lnTo>
                <a:lnTo>
                  <a:pt x="452438" y="1259785"/>
                </a:lnTo>
                <a:lnTo>
                  <a:pt x="497681" y="1229488"/>
                </a:lnTo>
                <a:lnTo>
                  <a:pt x="542925" y="1198264"/>
                </a:lnTo>
                <a:lnTo>
                  <a:pt x="588169" y="1166223"/>
                </a:lnTo>
                <a:lnTo>
                  <a:pt x="633413" y="1133474"/>
                </a:lnTo>
                <a:lnTo>
                  <a:pt x="678656" y="1100126"/>
                </a:lnTo>
                <a:lnTo>
                  <a:pt x="723900" y="1066289"/>
                </a:lnTo>
                <a:lnTo>
                  <a:pt x="769144" y="1032071"/>
                </a:lnTo>
                <a:lnTo>
                  <a:pt x="814388" y="997582"/>
                </a:lnTo>
                <a:lnTo>
                  <a:pt x="859631" y="962931"/>
                </a:lnTo>
                <a:lnTo>
                  <a:pt x="904875" y="928226"/>
                </a:lnTo>
                <a:lnTo>
                  <a:pt x="950119" y="891960"/>
                </a:lnTo>
                <a:lnTo>
                  <a:pt x="995363" y="852810"/>
                </a:lnTo>
                <a:lnTo>
                  <a:pt x="1040606" y="811167"/>
                </a:lnTo>
                <a:lnTo>
                  <a:pt x="1085850" y="767421"/>
                </a:lnTo>
                <a:lnTo>
                  <a:pt x="1131094" y="721963"/>
                </a:lnTo>
                <a:lnTo>
                  <a:pt x="1176338" y="675183"/>
                </a:lnTo>
                <a:lnTo>
                  <a:pt x="1221581" y="627472"/>
                </a:lnTo>
                <a:lnTo>
                  <a:pt x="1266825" y="579219"/>
                </a:lnTo>
                <a:lnTo>
                  <a:pt x="1312069" y="530815"/>
                </a:lnTo>
                <a:lnTo>
                  <a:pt x="1357313" y="482650"/>
                </a:lnTo>
                <a:lnTo>
                  <a:pt x="1402556" y="435114"/>
                </a:lnTo>
                <a:lnTo>
                  <a:pt x="1447800" y="388599"/>
                </a:lnTo>
                <a:lnTo>
                  <a:pt x="1493044" y="343493"/>
                </a:lnTo>
                <a:lnTo>
                  <a:pt x="1538288" y="300188"/>
                </a:lnTo>
                <a:lnTo>
                  <a:pt x="1583531" y="259074"/>
                </a:lnTo>
                <a:lnTo>
                  <a:pt x="1628775" y="220541"/>
                </a:lnTo>
                <a:lnTo>
                  <a:pt x="1674019" y="184980"/>
                </a:lnTo>
                <a:lnTo>
                  <a:pt x="1719263" y="152780"/>
                </a:lnTo>
                <a:lnTo>
                  <a:pt x="1764506" y="124333"/>
                </a:lnTo>
                <a:lnTo>
                  <a:pt x="1809750" y="100027"/>
                </a:lnTo>
                <a:lnTo>
                  <a:pt x="1854994" y="79354"/>
                </a:lnTo>
                <a:lnTo>
                  <a:pt x="1900238" y="61443"/>
                </a:lnTo>
                <a:lnTo>
                  <a:pt x="1945481" y="46149"/>
                </a:lnTo>
                <a:lnTo>
                  <a:pt x="1990725" y="33324"/>
                </a:lnTo>
                <a:lnTo>
                  <a:pt x="2035969" y="22821"/>
                </a:lnTo>
                <a:lnTo>
                  <a:pt x="2081213" y="14493"/>
                </a:lnTo>
                <a:lnTo>
                  <a:pt x="2126456" y="8195"/>
                </a:lnTo>
                <a:lnTo>
                  <a:pt x="2171700" y="3777"/>
                </a:lnTo>
                <a:lnTo>
                  <a:pt x="2216944" y="1095"/>
                </a:lnTo>
                <a:lnTo>
                  <a:pt x="2262188" y="0"/>
                </a:lnTo>
                <a:lnTo>
                  <a:pt x="2307431" y="346"/>
                </a:lnTo>
                <a:lnTo>
                  <a:pt x="2352675" y="1987"/>
                </a:lnTo>
                <a:lnTo>
                  <a:pt x="2397919" y="4774"/>
                </a:lnTo>
                <a:lnTo>
                  <a:pt x="2443163" y="8562"/>
                </a:lnTo>
                <a:lnTo>
                  <a:pt x="2488406" y="13203"/>
                </a:lnTo>
                <a:lnTo>
                  <a:pt x="2533650" y="18551"/>
                </a:lnTo>
                <a:lnTo>
                  <a:pt x="2578894" y="24458"/>
                </a:lnTo>
                <a:lnTo>
                  <a:pt x="2624138" y="30778"/>
                </a:lnTo>
                <a:lnTo>
                  <a:pt x="2669381" y="37363"/>
                </a:lnTo>
                <a:lnTo>
                  <a:pt x="2714625" y="44068"/>
                </a:lnTo>
                <a:lnTo>
                  <a:pt x="2759869" y="51378"/>
                </a:lnTo>
                <a:lnTo>
                  <a:pt x="2805113" y="59854"/>
                </a:lnTo>
                <a:lnTo>
                  <a:pt x="2850356" y="69457"/>
                </a:lnTo>
                <a:lnTo>
                  <a:pt x="2895600" y="80151"/>
                </a:lnTo>
                <a:lnTo>
                  <a:pt x="2940844" y="91896"/>
                </a:lnTo>
                <a:lnTo>
                  <a:pt x="2986088" y="104655"/>
                </a:lnTo>
                <a:lnTo>
                  <a:pt x="3031331" y="118391"/>
                </a:lnTo>
                <a:lnTo>
                  <a:pt x="3076575" y="133066"/>
                </a:lnTo>
                <a:lnTo>
                  <a:pt x="3121819" y="148641"/>
                </a:lnTo>
                <a:lnTo>
                  <a:pt x="3167063" y="165080"/>
                </a:lnTo>
                <a:lnTo>
                  <a:pt x="3212306" y="182344"/>
                </a:lnTo>
                <a:lnTo>
                  <a:pt x="3257550" y="200396"/>
                </a:lnTo>
                <a:lnTo>
                  <a:pt x="3302794" y="219198"/>
                </a:lnTo>
                <a:lnTo>
                  <a:pt x="3348038" y="238712"/>
                </a:lnTo>
                <a:lnTo>
                  <a:pt x="3393281" y="258900"/>
                </a:lnTo>
                <a:lnTo>
                  <a:pt x="3438525" y="279724"/>
                </a:lnTo>
                <a:lnTo>
                  <a:pt x="3483769" y="301147"/>
                </a:lnTo>
                <a:lnTo>
                  <a:pt x="3529013" y="323132"/>
                </a:lnTo>
                <a:lnTo>
                  <a:pt x="3574256" y="345639"/>
                </a:lnTo>
                <a:lnTo>
                  <a:pt x="3619500" y="368632"/>
                </a:lnTo>
                <a:lnTo>
                  <a:pt x="3664744" y="392644"/>
                </a:lnTo>
                <a:lnTo>
                  <a:pt x="3709988" y="418140"/>
                </a:lnTo>
                <a:lnTo>
                  <a:pt x="3755231" y="444981"/>
                </a:lnTo>
                <a:lnTo>
                  <a:pt x="3800475" y="473030"/>
                </a:lnTo>
                <a:lnTo>
                  <a:pt x="3845719" y="502148"/>
                </a:lnTo>
                <a:lnTo>
                  <a:pt x="3890963" y="532196"/>
                </a:lnTo>
                <a:lnTo>
                  <a:pt x="3936206" y="563036"/>
                </a:lnTo>
                <a:lnTo>
                  <a:pt x="3981450" y="594529"/>
                </a:lnTo>
                <a:lnTo>
                  <a:pt x="4026694" y="626537"/>
                </a:lnTo>
                <a:lnTo>
                  <a:pt x="4071938" y="658922"/>
                </a:lnTo>
                <a:lnTo>
                  <a:pt x="4117181" y="691544"/>
                </a:lnTo>
                <a:lnTo>
                  <a:pt x="4162425" y="724265"/>
                </a:lnTo>
                <a:lnTo>
                  <a:pt x="4207669" y="756948"/>
                </a:lnTo>
                <a:lnTo>
                  <a:pt x="4252913" y="789452"/>
                </a:lnTo>
                <a:lnTo>
                  <a:pt x="4298156" y="821641"/>
                </a:lnTo>
                <a:lnTo>
                  <a:pt x="4343400" y="853375"/>
                </a:lnTo>
                <a:lnTo>
                  <a:pt x="4388644" y="884516"/>
                </a:lnTo>
                <a:lnTo>
                  <a:pt x="4433888" y="914925"/>
                </a:lnTo>
                <a:lnTo>
                  <a:pt x="4479131" y="944463"/>
                </a:lnTo>
                <a:lnTo>
                  <a:pt x="4524375" y="972994"/>
                </a:lnTo>
                <a:lnTo>
                  <a:pt x="4569619" y="1001260"/>
                </a:lnTo>
                <a:lnTo>
                  <a:pt x="4614863" y="1030016"/>
                </a:lnTo>
                <a:lnTo>
                  <a:pt x="4660106" y="1059136"/>
                </a:lnTo>
                <a:lnTo>
                  <a:pt x="4705350" y="1088494"/>
                </a:lnTo>
                <a:lnTo>
                  <a:pt x="4750594" y="1117963"/>
                </a:lnTo>
                <a:lnTo>
                  <a:pt x="4795838" y="1147419"/>
                </a:lnTo>
                <a:lnTo>
                  <a:pt x="4841081" y="1176735"/>
                </a:lnTo>
                <a:lnTo>
                  <a:pt x="4886325" y="1205785"/>
                </a:lnTo>
                <a:lnTo>
                  <a:pt x="4931569" y="1234443"/>
                </a:lnTo>
                <a:lnTo>
                  <a:pt x="4976813" y="1262583"/>
                </a:lnTo>
                <a:lnTo>
                  <a:pt x="5022056" y="1290080"/>
                </a:lnTo>
                <a:lnTo>
                  <a:pt x="5067300" y="1316808"/>
                </a:lnTo>
                <a:lnTo>
                  <a:pt x="5112544" y="1342640"/>
                </a:lnTo>
                <a:lnTo>
                  <a:pt x="5157788" y="1367451"/>
                </a:lnTo>
                <a:lnTo>
                  <a:pt x="5203031" y="1391115"/>
                </a:lnTo>
                <a:lnTo>
                  <a:pt x="5248275" y="1413506"/>
                </a:lnTo>
                <a:lnTo>
                  <a:pt x="5293519" y="1434498"/>
                </a:lnTo>
                <a:lnTo>
                  <a:pt x="5338763" y="1453964"/>
                </a:lnTo>
                <a:lnTo>
                  <a:pt x="5384006" y="1471781"/>
                </a:lnTo>
                <a:lnTo>
                  <a:pt x="5429250" y="1487820"/>
                </a:lnTo>
                <a:lnTo>
                  <a:pt x="5474494" y="1501666"/>
                </a:lnTo>
                <a:lnTo>
                  <a:pt x="5519738" y="1513142"/>
                </a:lnTo>
                <a:lnTo>
                  <a:pt x="5564981" y="1522476"/>
                </a:lnTo>
                <a:lnTo>
                  <a:pt x="5610225" y="1529901"/>
                </a:lnTo>
                <a:lnTo>
                  <a:pt x="5655469" y="1535648"/>
                </a:lnTo>
                <a:lnTo>
                  <a:pt x="5700713" y="1539946"/>
                </a:lnTo>
                <a:lnTo>
                  <a:pt x="5745956" y="1543027"/>
                </a:lnTo>
                <a:lnTo>
                  <a:pt x="5791200" y="1545122"/>
                </a:lnTo>
                <a:lnTo>
                  <a:pt x="5836444" y="1546462"/>
                </a:lnTo>
                <a:lnTo>
                  <a:pt x="5881688" y="1547277"/>
                </a:lnTo>
                <a:lnTo>
                  <a:pt x="5926931" y="1547798"/>
                </a:lnTo>
                <a:lnTo>
                  <a:pt x="5972175" y="1548256"/>
                </a:lnTo>
                <a:lnTo>
                  <a:pt x="6017419" y="1548882"/>
                </a:lnTo>
                <a:lnTo>
                  <a:pt x="6062663" y="1549907"/>
                </a:lnTo>
                <a:lnTo>
                  <a:pt x="6107906" y="1551561"/>
                </a:lnTo>
                <a:lnTo>
                  <a:pt x="6153150" y="1554076"/>
                </a:lnTo>
                <a:lnTo>
                  <a:pt x="6198394" y="1557682"/>
                </a:lnTo>
                <a:lnTo>
                  <a:pt x="6243638" y="1562610"/>
                </a:lnTo>
                <a:lnTo>
                  <a:pt x="6288881" y="1569090"/>
                </a:lnTo>
                <a:lnTo>
                  <a:pt x="6334125" y="1577355"/>
                </a:lnTo>
                <a:lnTo>
                  <a:pt x="6379369" y="1588155"/>
                </a:lnTo>
                <a:lnTo>
                  <a:pt x="6424613" y="1601809"/>
                </a:lnTo>
                <a:lnTo>
                  <a:pt x="6469856" y="1617897"/>
                </a:lnTo>
                <a:lnTo>
                  <a:pt x="6515100" y="1636000"/>
                </a:lnTo>
                <a:lnTo>
                  <a:pt x="6560344" y="1655698"/>
                </a:lnTo>
                <a:lnTo>
                  <a:pt x="6605588" y="1676571"/>
                </a:lnTo>
                <a:lnTo>
                  <a:pt x="6650831" y="1698199"/>
                </a:lnTo>
                <a:lnTo>
                  <a:pt x="6696075" y="1720163"/>
                </a:lnTo>
                <a:lnTo>
                  <a:pt x="6741319" y="1742043"/>
                </a:lnTo>
                <a:lnTo>
                  <a:pt x="6786563" y="1763420"/>
                </a:lnTo>
                <a:lnTo>
                  <a:pt x="6831806" y="1783873"/>
                </a:lnTo>
                <a:lnTo>
                  <a:pt x="6877050" y="1802983"/>
                </a:lnTo>
                <a:lnTo>
                  <a:pt x="6922294" y="1820330"/>
                </a:lnTo>
                <a:lnTo>
                  <a:pt x="6967538" y="1835495"/>
                </a:lnTo>
                <a:lnTo>
                  <a:pt x="7012781" y="1848058"/>
                </a:lnTo>
                <a:lnTo>
                  <a:pt x="7058025" y="1857599"/>
                </a:lnTo>
                <a:lnTo>
                  <a:pt x="7103269" y="1863699"/>
                </a:lnTo>
                <a:lnTo>
                  <a:pt x="7148513" y="1865937"/>
                </a:lnTo>
                <a:lnTo>
                  <a:pt x="7193756" y="1863895"/>
                </a:lnTo>
                <a:lnTo>
                  <a:pt x="7239000" y="1857152"/>
                </a:lnTo>
                <a:lnTo>
                  <a:pt x="7284244" y="1845216"/>
                </a:lnTo>
                <a:lnTo>
                  <a:pt x="7329488" y="1828198"/>
                </a:lnTo>
                <a:lnTo>
                  <a:pt x="7374731" y="1806587"/>
                </a:lnTo>
                <a:lnTo>
                  <a:pt x="7419975" y="1780868"/>
                </a:lnTo>
                <a:lnTo>
                  <a:pt x="7465219" y="1751528"/>
                </a:lnTo>
                <a:lnTo>
                  <a:pt x="7510463" y="1719055"/>
                </a:lnTo>
                <a:lnTo>
                  <a:pt x="7555706" y="1683935"/>
                </a:lnTo>
                <a:lnTo>
                  <a:pt x="7600950" y="1646655"/>
                </a:lnTo>
                <a:lnTo>
                  <a:pt x="7646194" y="1607702"/>
                </a:lnTo>
                <a:lnTo>
                  <a:pt x="7691438" y="1567562"/>
                </a:lnTo>
                <a:lnTo>
                  <a:pt x="7736681" y="1526723"/>
                </a:lnTo>
                <a:lnTo>
                  <a:pt x="7781925" y="1485671"/>
                </a:lnTo>
                <a:lnTo>
                  <a:pt x="7827169" y="1444893"/>
                </a:lnTo>
                <a:lnTo>
                  <a:pt x="7872413" y="1404877"/>
                </a:lnTo>
                <a:lnTo>
                  <a:pt x="7917656" y="1366108"/>
                </a:lnTo>
                <a:lnTo>
                  <a:pt x="7962900" y="1329074"/>
                </a:lnTo>
                <a:lnTo>
                  <a:pt x="8008144" y="1294262"/>
                </a:lnTo>
                <a:lnTo>
                  <a:pt x="8053388" y="1262158"/>
                </a:lnTo>
                <a:lnTo>
                  <a:pt x="8098631" y="1233249"/>
                </a:lnTo>
                <a:lnTo>
                  <a:pt x="8143875" y="1208023"/>
                </a:lnTo>
                <a:lnTo>
                  <a:pt x="8189119" y="1185368"/>
                </a:lnTo>
                <a:lnTo>
                  <a:pt x="8234363" y="1163826"/>
                </a:lnTo>
                <a:lnTo>
                  <a:pt x="8279606" y="1143365"/>
                </a:lnTo>
                <a:lnTo>
                  <a:pt x="8324850" y="1123950"/>
                </a:lnTo>
                <a:lnTo>
                  <a:pt x="8370094" y="1105547"/>
                </a:lnTo>
                <a:lnTo>
                  <a:pt x="8415338" y="1088124"/>
                </a:lnTo>
                <a:lnTo>
                  <a:pt x="8460581" y="1071647"/>
                </a:lnTo>
                <a:lnTo>
                  <a:pt x="8505825" y="1056082"/>
                </a:lnTo>
                <a:lnTo>
                  <a:pt x="8551069" y="1041396"/>
                </a:lnTo>
                <a:lnTo>
                  <a:pt x="8596313" y="1027554"/>
                </a:lnTo>
                <a:lnTo>
                  <a:pt x="8641556" y="1014524"/>
                </a:lnTo>
                <a:lnTo>
                  <a:pt x="8686800" y="1002272"/>
                </a:lnTo>
                <a:lnTo>
                  <a:pt x="8732044" y="990764"/>
                </a:lnTo>
                <a:lnTo>
                  <a:pt x="8777288" y="979966"/>
                </a:lnTo>
                <a:lnTo>
                  <a:pt x="8822531" y="969846"/>
                </a:lnTo>
                <a:lnTo>
                  <a:pt x="8867775" y="960369"/>
                </a:lnTo>
                <a:lnTo>
                  <a:pt x="8913019" y="951502"/>
                </a:lnTo>
                <a:lnTo>
                  <a:pt x="8958263" y="943212"/>
                </a:lnTo>
                <a:lnTo>
                  <a:pt x="9003506" y="935464"/>
                </a:lnTo>
                <a:lnTo>
                  <a:pt x="9048750" y="92822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2AB5F8D6-3448-42EB-A990-86BD88E4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76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E9764FA8-1FC2-405E-A593-E1B6CFA7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1F8DA9BD-F4FF-4BCB-82F5-50EB64B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DF2D19B6-D5E1-4FF6-B03C-2060A22D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6A0BB74B-B346-4D74-81E7-2F919E81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17D80F5-5195-47E4-AE96-CA7B9141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EA9FEC89-DC51-4B63-98F7-62C920AD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9130C906-05CA-4E32-A224-26D8F9B2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7DD4696D-92CF-457E-92C5-84C94A57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77790D1E-EC85-4025-9E0C-1082804B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C705A566-9084-4BE7-8EAB-B125F041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E42BD6AD-8C35-4EA2-8B5D-1DE6471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DFB74920-C841-439C-A901-4BB53924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EC8DAAC9-E0D1-445F-96EC-DBA59F93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525" cy="425291"/>
          </a:xfrm>
          <a:custGeom xmlns:a="http://schemas.openxmlformats.org/drawingml/2006/main">
            <a:pathLst>
              <a:path w="9525" h="425291">
                <a:moveTo>
                  <a:pt x="0" y="0"/>
                </a:moveTo>
                <a:lnTo>
                  <a:pt x="0" y="4252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26A6D13C-F464-422D-840C-D4D92587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1620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9F329A24-59D8-4B7A-ABDD-BDC70521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85561"/>
            <a:ext cx="9525" cy="962501"/>
          </a:xfrm>
          <a:custGeom xmlns:a="http://schemas.openxmlformats.org/drawingml/2006/main">
            <a:pathLst>
              <a:path w="9525" h="962501">
                <a:moveTo>
                  <a:pt x="0" y="9625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67C166C6-C3E2-4773-B1E3-736338EA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2841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371EE9C8-D18C-4CE2-924A-6C540672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4166"/>
            <a:ext cx="9525" cy="693896"/>
          </a:xfrm>
          <a:custGeom xmlns:a="http://schemas.openxmlformats.org/drawingml/2006/main">
            <a:pathLst>
              <a:path w="9525" h="693896">
                <a:moveTo>
                  <a:pt x="0" y="6938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6EC8F6EA-1699-41AA-AC0E-D00654C7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9701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04890EE0-D2BD-4151-883E-EE7A651E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8063"/>
            <a:ext cx="9525" cy="425291"/>
          </a:xfrm>
          <a:custGeom xmlns:a="http://schemas.openxmlformats.org/drawingml/2006/main">
            <a:pathLst>
              <a:path w="9525" h="425291">
                <a:moveTo>
                  <a:pt x="0" y="0"/>
                </a:moveTo>
                <a:lnTo>
                  <a:pt x="0" y="4252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1BDB03D6-B4B0-4157-BD9D-599560AC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1620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8B789357-93CF-4D6F-B171-313ACDEA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8063"/>
            <a:ext cx="9525" cy="794623"/>
          </a:xfrm>
          <a:custGeom xmlns:a="http://schemas.openxmlformats.org/drawingml/2006/main">
            <a:pathLst>
              <a:path w="9525" h="794623">
                <a:moveTo>
                  <a:pt x="0" y="0"/>
                </a:moveTo>
                <a:lnTo>
                  <a:pt x="0" y="79462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1E93339F-8AB0-4836-BB92-2AE5F190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553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D81DAF86-ABEE-4CA4-ABA6-E3F59930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采样：按指定时刻读取信号幅度。</a:t>
            </a:r>
          </a:p>
        </p:txBody>
      </p:sp>
      <p:sp>
        <p:nvSpPr>
          <p:cNvPr id="33" name="answer-2">
            <a:extLst xmlns:a="http://schemas.openxmlformats.org/drawingml/2006/main">
              <a:ext uri="{FF2B5EF4-FFF2-40B4-BE49-F238E27FC236}">
                <a16:creationId xmlns:a16="http://schemas.microsoft.com/office/drawing/2014/main" id="{7115DFA6-CA04-462C-9720-E6E44D29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本例0、1、2、3、4s，共5个样本。</a:t>
            </a:r>
          </a:p>
        </p:txBody>
      </p:sp>
    </p:spTree>
    <p:extLst>
      <p:ext uri="{BB962C8B-B14F-4D97-AF65-F5344CB8AC3E}">
        <p14:creationId xmlns:p14="http://schemas.microsoft.com/office/powerpoint/2010/main" val="8174880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top-rail">
            <a:extLst xmlns:a="http://schemas.openxmlformats.org/drawingml/2006/main">
              <a:ext uri="{FF2B5EF4-FFF2-40B4-BE49-F238E27FC236}">
                <a16:creationId xmlns:a16="http://schemas.microsoft.com/office/drawing/2014/main" id="{62CDDC10-2E9C-46A2-B00E-B1F5B3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E0B0DD7-8DE1-4368-AD3B-5F269C7B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43BD594-1AA9-4D33-9DD1-EEC5D77A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采样率加倍，改变了什么？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212CE2F-1FF7-4B14-B0E3-DE19EB8E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相同输入、相同时长；只改每秒取值次数。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828F1F6-C957-418F-B340-05343E3C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786AA6B0-C62F-4EDF-AA20-09D38E6C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539C09BD-2D1E-4F98-A6FF-CA910D48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8C1E44D3-D9F1-4D4E-897D-EB9BBA65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17E4784A-828F-4CB5-8265-2E89BBD1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D3EBD439-5A04-4F8E-9008-CC2556DF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1035F0E1-ECE4-4FA7-9566-1E58DA41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6274B06B-2A29-46A8-8523-E9C0F47D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4F80A8E4-F7DA-4A9B-A745-F45622AA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AC40BCCA-E031-4CA0-BDD7-BC28B90A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8F7A5EBC-ED04-4947-845A-0D5666A4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6229B401-7115-4188-9BD3-EE5EF1AE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CCF03684-8442-4ABA-AA70-906EA2EE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E5EAD846-BB18-4C6B-AC61-F6992497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2E3F4CFF-AF3C-46C3-9D13-50865979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8910140B-95D2-4EEE-B0E3-71E1D1AE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F479AB13-6AD7-4F31-AD18-B6B86644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2FF671E7-E01B-407B-8A61-2D875066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E3EE56F8-C166-4106-BFDF-86F4437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08185AA6-7A55-4374-9E55-4827DDDD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5C72AF42-F6F9-4BA0-BE57-B203BB05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D1A5A158-DF66-493D-B607-B7B6D4B4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0752CDAA-2AD0-4432-B98E-8EB49586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ACABC1DE-698F-49CE-A031-50C292FA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2D05F93B-F633-45D8-8B11-16016052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197D882C-742E-487E-8CA1-529AB861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42F70B8A-1B12-48C7-865E-2B5C9ADB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3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1668087B-794D-43FE-AF46-E58C6D16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每秒取1次</a:t>
            </a:r>
          </a:p>
        </p:txBody>
      </p:sp>
      <p:sp>
        <p:nvSpPr>
          <p:cNvPr id="3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1990CE8B-FBC0-42CD-BD21-2D343E66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530EB002-F4A5-4856-8E83-1038B19A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5" name="time-axis">
            <a:extLst xmlns:a="http://schemas.openxmlformats.org/drawingml/2006/main">
              <a:ext uri="{FF2B5EF4-FFF2-40B4-BE49-F238E27FC236}">
                <a16:creationId xmlns:a16="http://schemas.microsoft.com/office/drawing/2014/main" id="{E75B0DAB-712F-468A-843C-9C1C7F0F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D40AABAC-D65D-4470-A15C-A3966597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37" name="time-label">
            <a:extLst xmlns:a="http://schemas.openxmlformats.org/drawingml/2006/main">
              <a:ext uri="{FF2B5EF4-FFF2-40B4-BE49-F238E27FC236}">
                <a16:creationId xmlns:a16="http://schemas.microsoft.com/office/drawing/2014/main" id="{9C4BCE9D-4909-47E3-959F-A4700339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8" name="line">
            <a:extLst xmlns:a="http://schemas.openxmlformats.org/drawingml/2006/main">
              <a:ext uri="{FF2B5EF4-FFF2-40B4-BE49-F238E27FC236}">
                <a16:creationId xmlns:a16="http://schemas.microsoft.com/office/drawing/2014/main" id="{26B7BD6F-0879-4430-AA5D-162B09A2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9" name="time-tick">
            <a:extLst xmlns:a="http://schemas.openxmlformats.org/drawingml/2006/main">
              <a:ext uri="{FF2B5EF4-FFF2-40B4-BE49-F238E27FC236}">
                <a16:creationId xmlns:a16="http://schemas.microsoft.com/office/drawing/2014/main" id="{BAE03189-04C1-45E5-A594-EC5D58F0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ine">
            <a:extLst xmlns:a="http://schemas.openxmlformats.org/drawingml/2006/main">
              <a:ext uri="{FF2B5EF4-FFF2-40B4-BE49-F238E27FC236}">
                <a16:creationId xmlns:a16="http://schemas.microsoft.com/office/drawing/2014/main" id="{551E30B6-0DC4-49D0-A9C7-39FFF66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1" name="time-tick">
            <a:extLst xmlns:a="http://schemas.openxmlformats.org/drawingml/2006/main">
              <a:ext uri="{FF2B5EF4-FFF2-40B4-BE49-F238E27FC236}">
                <a16:creationId xmlns:a16="http://schemas.microsoft.com/office/drawing/2014/main" id="{7632FE85-AC7C-449F-920F-64C08038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2" name="line">
            <a:extLst xmlns:a="http://schemas.openxmlformats.org/drawingml/2006/main">
              <a:ext uri="{FF2B5EF4-FFF2-40B4-BE49-F238E27FC236}">
                <a16:creationId xmlns:a16="http://schemas.microsoft.com/office/drawing/2014/main" id="{6E2531F6-6C3A-4FD1-9910-77618A1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3" name="time-tick">
            <a:extLst xmlns:a="http://schemas.openxmlformats.org/drawingml/2006/main">
              <a:ext uri="{FF2B5EF4-FFF2-40B4-BE49-F238E27FC236}">
                <a16:creationId xmlns:a16="http://schemas.microsoft.com/office/drawing/2014/main" id="{79FBADB5-895F-4FFA-86EC-C6513CD6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44" name="line">
            <a:extLst xmlns:a="http://schemas.openxmlformats.org/drawingml/2006/main">
              <a:ext uri="{FF2B5EF4-FFF2-40B4-BE49-F238E27FC236}">
                <a16:creationId xmlns:a16="http://schemas.microsoft.com/office/drawing/2014/main" id="{5BA186CE-9A72-45CD-AD0B-9F2EA081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5" name="time-tick">
            <a:extLst xmlns:a="http://schemas.openxmlformats.org/drawingml/2006/main">
              <a:ext uri="{FF2B5EF4-FFF2-40B4-BE49-F238E27FC236}">
                <a16:creationId xmlns:a16="http://schemas.microsoft.com/office/drawing/2014/main" id="{2EAE5024-CAE5-40AC-A1C3-D087FA88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46" name="line">
            <a:extLst xmlns:a="http://schemas.openxmlformats.org/drawingml/2006/main">
              <a:ext uri="{FF2B5EF4-FFF2-40B4-BE49-F238E27FC236}">
                <a16:creationId xmlns:a16="http://schemas.microsoft.com/office/drawing/2014/main" id="{46979AF5-670D-4811-A3D8-1AECDCA5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7" name="time-tick">
            <a:extLst xmlns:a="http://schemas.openxmlformats.org/drawingml/2006/main">
              <a:ext uri="{FF2B5EF4-FFF2-40B4-BE49-F238E27FC236}">
                <a16:creationId xmlns:a16="http://schemas.microsoft.com/office/drawing/2014/main" id="{5FBEDF32-5435-4578-B910-B721E03D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48" name="line">
            <a:extLst xmlns:a="http://schemas.openxmlformats.org/drawingml/2006/main">
              <a:ext uri="{FF2B5EF4-FFF2-40B4-BE49-F238E27FC236}">
                <a16:creationId xmlns:a16="http://schemas.microsoft.com/office/drawing/2014/main" id="{2FACEBD4-D6FF-4732-A603-C2A930E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9" name="time-tick">
            <a:extLst xmlns:a="http://schemas.openxmlformats.org/drawingml/2006/main">
              <a:ext uri="{FF2B5EF4-FFF2-40B4-BE49-F238E27FC236}">
                <a16:creationId xmlns:a16="http://schemas.microsoft.com/office/drawing/2014/main" id="{A7B03035-66EA-4965-B38C-6D3C51A7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50" name="line">
            <a:extLst xmlns:a="http://schemas.openxmlformats.org/drawingml/2006/main">
              <a:ext uri="{FF2B5EF4-FFF2-40B4-BE49-F238E27FC236}">
                <a16:creationId xmlns:a16="http://schemas.microsoft.com/office/drawing/2014/main" id="{CCD3445A-8031-4976-A077-E6234BAC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sample">
            <a:extLst xmlns:a="http://schemas.openxmlformats.org/drawingml/2006/main">
              <a:ext uri="{FF2B5EF4-FFF2-40B4-BE49-F238E27FC236}">
                <a16:creationId xmlns:a16="http://schemas.microsoft.com/office/drawing/2014/main" id="{EC8F7FD2-BF79-4CA5-AD5E-B5F03744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2" name="line">
            <a:extLst xmlns:a="http://schemas.openxmlformats.org/drawingml/2006/main">
              <a:ext uri="{FF2B5EF4-FFF2-40B4-BE49-F238E27FC236}">
                <a16:creationId xmlns:a16="http://schemas.microsoft.com/office/drawing/2014/main" id="{61DFE164-19E1-4A7D-9C5D-1D08E3B6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84220"/>
            <a:ext cx="9525" cy="97155"/>
          </a:xfrm>
          <a:custGeom xmlns:a="http://schemas.openxmlformats.org/drawingml/2006/main">
            <a:pathLst>
              <a:path w="9525" h="97155">
                <a:moveTo>
                  <a:pt x="0" y="971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sample">
            <a:extLst xmlns:a="http://schemas.openxmlformats.org/drawingml/2006/main">
              <a:ext uri="{FF2B5EF4-FFF2-40B4-BE49-F238E27FC236}">
                <a16:creationId xmlns:a16="http://schemas.microsoft.com/office/drawing/2014/main" id="{42DD07F5-DE24-419B-A1D8-0F77A1F8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38" y="323183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4" name="line">
            <a:extLst xmlns:a="http://schemas.openxmlformats.org/drawingml/2006/main">
              <a:ext uri="{FF2B5EF4-FFF2-40B4-BE49-F238E27FC236}">
                <a16:creationId xmlns:a16="http://schemas.microsoft.com/office/drawing/2014/main" id="{1B11EC7A-8D4F-486E-B2AB-81E25780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5" name="sample">
            <a:extLst xmlns:a="http://schemas.openxmlformats.org/drawingml/2006/main">
              <a:ext uri="{FF2B5EF4-FFF2-40B4-BE49-F238E27FC236}">
                <a16:creationId xmlns:a16="http://schemas.microsoft.com/office/drawing/2014/main" id="{368F33E3-DAC0-4ECA-A5CF-A339874D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6" name="line">
            <a:extLst xmlns:a="http://schemas.openxmlformats.org/drawingml/2006/main">
              <a:ext uri="{FF2B5EF4-FFF2-40B4-BE49-F238E27FC236}">
                <a16:creationId xmlns:a16="http://schemas.microsoft.com/office/drawing/2014/main" id="{B2EB0940-D171-4F4B-AD92-030FDCC2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4616"/>
            <a:ext cx="9525" cy="736759"/>
          </a:xfrm>
          <a:custGeom xmlns:a="http://schemas.openxmlformats.org/drawingml/2006/main">
            <a:pathLst>
              <a:path w="9525" h="736759">
                <a:moveTo>
                  <a:pt x="0" y="7367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sample">
            <a:extLst xmlns:a="http://schemas.openxmlformats.org/drawingml/2006/main">
              <a:ext uri="{FF2B5EF4-FFF2-40B4-BE49-F238E27FC236}">
                <a16:creationId xmlns:a16="http://schemas.microsoft.com/office/drawing/2014/main" id="{11156BA9-9C58-4BCE-80E7-89622044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59222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8" name="line">
            <a:extLst xmlns:a="http://schemas.openxmlformats.org/drawingml/2006/main">
              <a:ext uri="{FF2B5EF4-FFF2-40B4-BE49-F238E27FC236}">
                <a16:creationId xmlns:a16="http://schemas.microsoft.com/office/drawing/2014/main" id="{30B12164-DAE6-4240-AC4D-5D2557CA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sample">
            <a:extLst xmlns:a="http://schemas.openxmlformats.org/drawingml/2006/main">
              <a:ext uri="{FF2B5EF4-FFF2-40B4-BE49-F238E27FC236}">
                <a16:creationId xmlns:a16="http://schemas.microsoft.com/office/drawing/2014/main" id="{FDAA14AF-8B08-4E23-89BD-2208DF0E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0" name="line">
            <a:extLst xmlns:a="http://schemas.openxmlformats.org/drawingml/2006/main">
              <a:ext uri="{FF2B5EF4-FFF2-40B4-BE49-F238E27FC236}">
                <a16:creationId xmlns:a16="http://schemas.microsoft.com/office/drawing/2014/main" id="{CA40047E-D592-40BF-8F9A-E2BFF2D4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16605"/>
            <a:ext cx="9525" cy="64770"/>
          </a:xfrm>
          <a:custGeom xmlns:a="http://schemas.openxmlformats.org/drawingml/2006/main">
            <a:pathLst>
              <a:path w="9525" h="64770">
                <a:moveTo>
                  <a:pt x="0" y="647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1" name="sample">
            <a:extLst xmlns:a="http://schemas.openxmlformats.org/drawingml/2006/main">
              <a:ext uri="{FF2B5EF4-FFF2-40B4-BE49-F238E27FC236}">
                <a16:creationId xmlns:a16="http://schemas.microsoft.com/office/drawing/2014/main" id="{AAC18672-7C0B-4AD5-AAAF-3449F2D5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6421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2" name="line">
            <a:extLst xmlns:a="http://schemas.openxmlformats.org/drawingml/2006/main">
              <a:ext uri="{FF2B5EF4-FFF2-40B4-BE49-F238E27FC236}">
                <a16:creationId xmlns:a16="http://schemas.microsoft.com/office/drawing/2014/main" id="{4E231C05-84CD-40C3-9490-2A874C53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sample">
            <a:extLst xmlns:a="http://schemas.openxmlformats.org/drawingml/2006/main">
              <a:ext uri="{FF2B5EF4-FFF2-40B4-BE49-F238E27FC236}">
                <a16:creationId xmlns:a16="http://schemas.microsoft.com/office/drawing/2014/main" id="{31D7F16F-DBCA-48FC-A767-E61384D7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4" name="line">
            <a:extLst xmlns:a="http://schemas.openxmlformats.org/drawingml/2006/main">
              <a:ext uri="{FF2B5EF4-FFF2-40B4-BE49-F238E27FC236}">
                <a16:creationId xmlns:a16="http://schemas.microsoft.com/office/drawing/2014/main" id="{CC9162F7-9749-4452-B393-FCD5F762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81375"/>
            <a:ext cx="9525" cy="372428"/>
          </a:xfrm>
          <a:custGeom xmlns:a="http://schemas.openxmlformats.org/drawingml/2006/main">
            <a:pathLst>
              <a:path w="9525" h="372428">
                <a:moveTo>
                  <a:pt x="0" y="0"/>
                </a:moveTo>
                <a:lnTo>
                  <a:pt x="0" y="37242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5" name="sample">
            <a:extLst xmlns:a="http://schemas.openxmlformats.org/drawingml/2006/main">
              <a:ext uri="{FF2B5EF4-FFF2-40B4-BE49-F238E27FC236}">
                <a16:creationId xmlns:a16="http://schemas.microsoft.com/office/drawing/2014/main" id="{F48AD526-C744-4B61-AFC8-E9EF3651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7014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6" name="line">
            <a:extLst xmlns:a="http://schemas.openxmlformats.org/drawingml/2006/main">
              <a:ext uri="{FF2B5EF4-FFF2-40B4-BE49-F238E27FC236}">
                <a16:creationId xmlns:a16="http://schemas.microsoft.com/office/drawing/2014/main" id="{03162F8B-8371-4AEA-BA32-33E143A1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7" name="sample">
            <a:extLst xmlns:a="http://schemas.openxmlformats.org/drawingml/2006/main">
              <a:ext uri="{FF2B5EF4-FFF2-40B4-BE49-F238E27FC236}">
                <a16:creationId xmlns:a16="http://schemas.microsoft.com/office/drawing/2014/main" id="{44856844-87B1-4CDA-A4A6-6481DFBB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8" name="line">
            <a:extLst xmlns:a="http://schemas.openxmlformats.org/drawingml/2006/main">
              <a:ext uri="{FF2B5EF4-FFF2-40B4-BE49-F238E27FC236}">
                <a16:creationId xmlns:a16="http://schemas.microsoft.com/office/drawing/2014/main" id="{DF079303-7DB3-4385-9080-3721565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381375"/>
            <a:ext cx="9525" cy="105251"/>
          </a:xfrm>
          <a:custGeom xmlns:a="http://schemas.openxmlformats.org/drawingml/2006/main">
            <a:pathLst>
              <a:path w="9525" h="105251">
                <a:moveTo>
                  <a:pt x="0" y="0"/>
                </a:moveTo>
                <a:lnTo>
                  <a:pt x="0" y="10525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9" name="sample">
            <a:extLst xmlns:a="http://schemas.openxmlformats.org/drawingml/2006/main">
              <a:ext uri="{FF2B5EF4-FFF2-40B4-BE49-F238E27FC236}">
                <a16:creationId xmlns:a16="http://schemas.microsoft.com/office/drawing/2014/main" id="{1444371A-0F2C-4E30-A4ED-44E1890F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343423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70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6E1B4A03-27B5-4179-BEB4-AE673AD1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每秒取2次</a:t>
            </a:r>
          </a:p>
        </p:txBody>
      </p:sp>
    </p:spTree>
    <p:extLst>
      <p:ext uri="{BB962C8B-B14F-4D97-AF65-F5344CB8AC3E}">
        <p14:creationId xmlns:p14="http://schemas.microsoft.com/office/powerpoint/2010/main" val="1286474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top-rail">
            <a:extLst xmlns:a="http://schemas.openxmlformats.org/drawingml/2006/main">
              <a:ext uri="{FF2B5EF4-FFF2-40B4-BE49-F238E27FC236}">
                <a16:creationId xmlns:a16="http://schemas.microsoft.com/office/drawing/2014/main" id="{62CDDC10-2E9C-46A2-B00E-B1F5B3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E0B0DD7-8DE1-4368-AD3B-5F269C7B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43BD594-1AA9-4D33-9DD1-EEC5D77A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采样率加倍，改变了什么？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212CE2F-1FF7-4B14-B0E3-DE19EB8E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相同输入、相同时长；只改每秒取值次数。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828F1F6-C957-418F-B340-05343E3C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786AA6B0-C62F-4EDF-AA20-09D38E6C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539C09BD-2D1E-4F98-A6FF-CA910D48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8C1E44D3-D9F1-4D4E-897D-EB9BBA65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17E4784A-828F-4CB5-8265-2E89BBD1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D3EBD439-5A04-4F8E-9008-CC2556DF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1035F0E1-ECE4-4FA7-9566-1E58DA41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6274B06B-2A29-46A8-8523-E9C0F47D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4F80A8E4-F7DA-4A9B-A745-F45622AA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AC40BCCA-E031-4CA0-BDD7-BC28B90A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8F7A5EBC-ED04-4947-845A-0D5666A4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6229B401-7115-4188-9BD3-EE5EF1AE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CCF03684-8442-4ABA-AA70-906EA2EE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E5EAD846-BB18-4C6B-AC61-F6992497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2E3F4CFF-AF3C-46C3-9D13-50865979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8910140B-95D2-4EEE-B0E3-71E1D1AE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F479AB13-6AD7-4F31-AD18-B6B86644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2FF671E7-E01B-407B-8A61-2D875066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E3EE56F8-C166-4106-BFDF-86F4437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08185AA6-7A55-4374-9E55-4827DDDD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5C72AF42-F6F9-4BA0-BE57-B203BB05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D1A5A158-DF66-493D-B607-B7B6D4B4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0752CDAA-2AD0-4432-B98E-8EB49586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ACABC1DE-698F-49CE-A031-50C292FA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2D05F93B-F633-45D8-8B11-16016052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197D882C-742E-487E-8CA1-529AB861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42F70B8A-1B12-48C7-865E-2B5C9ADB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3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1668087B-794D-43FE-AF46-E58C6D16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每秒取1次</a:t>
            </a:r>
          </a:p>
        </p:txBody>
      </p:sp>
      <p:sp>
        <p:nvSpPr>
          <p:cNvPr id="3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1990CE8B-FBC0-42CD-BD21-2D343E66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530EB002-F4A5-4856-8E83-1038B19A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5" name="time-axis">
            <a:extLst xmlns:a="http://schemas.openxmlformats.org/drawingml/2006/main">
              <a:ext uri="{FF2B5EF4-FFF2-40B4-BE49-F238E27FC236}">
                <a16:creationId xmlns:a16="http://schemas.microsoft.com/office/drawing/2014/main" id="{E75B0DAB-712F-468A-843C-9C1C7F0F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D40AABAC-D65D-4470-A15C-A3966597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37" name="time-label">
            <a:extLst xmlns:a="http://schemas.openxmlformats.org/drawingml/2006/main">
              <a:ext uri="{FF2B5EF4-FFF2-40B4-BE49-F238E27FC236}">
                <a16:creationId xmlns:a16="http://schemas.microsoft.com/office/drawing/2014/main" id="{9C4BCE9D-4909-47E3-959F-A4700339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8" name="line">
            <a:extLst xmlns:a="http://schemas.openxmlformats.org/drawingml/2006/main">
              <a:ext uri="{FF2B5EF4-FFF2-40B4-BE49-F238E27FC236}">
                <a16:creationId xmlns:a16="http://schemas.microsoft.com/office/drawing/2014/main" id="{26B7BD6F-0879-4430-AA5D-162B09A2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9" name="time-tick">
            <a:extLst xmlns:a="http://schemas.openxmlformats.org/drawingml/2006/main">
              <a:ext uri="{FF2B5EF4-FFF2-40B4-BE49-F238E27FC236}">
                <a16:creationId xmlns:a16="http://schemas.microsoft.com/office/drawing/2014/main" id="{BAE03189-04C1-45E5-A594-EC5D58F0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ine">
            <a:extLst xmlns:a="http://schemas.openxmlformats.org/drawingml/2006/main">
              <a:ext uri="{FF2B5EF4-FFF2-40B4-BE49-F238E27FC236}">
                <a16:creationId xmlns:a16="http://schemas.microsoft.com/office/drawing/2014/main" id="{551E30B6-0DC4-49D0-A9C7-39FFF66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1" name="time-tick">
            <a:extLst xmlns:a="http://schemas.openxmlformats.org/drawingml/2006/main">
              <a:ext uri="{FF2B5EF4-FFF2-40B4-BE49-F238E27FC236}">
                <a16:creationId xmlns:a16="http://schemas.microsoft.com/office/drawing/2014/main" id="{7632FE85-AC7C-449F-920F-64C08038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2" name="line">
            <a:extLst xmlns:a="http://schemas.openxmlformats.org/drawingml/2006/main">
              <a:ext uri="{FF2B5EF4-FFF2-40B4-BE49-F238E27FC236}">
                <a16:creationId xmlns:a16="http://schemas.microsoft.com/office/drawing/2014/main" id="{6E2531F6-6C3A-4FD1-9910-77618A1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3" name="time-tick">
            <a:extLst xmlns:a="http://schemas.openxmlformats.org/drawingml/2006/main">
              <a:ext uri="{FF2B5EF4-FFF2-40B4-BE49-F238E27FC236}">
                <a16:creationId xmlns:a16="http://schemas.microsoft.com/office/drawing/2014/main" id="{79FBADB5-895F-4FFA-86EC-C6513CD6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44" name="line">
            <a:extLst xmlns:a="http://schemas.openxmlformats.org/drawingml/2006/main">
              <a:ext uri="{FF2B5EF4-FFF2-40B4-BE49-F238E27FC236}">
                <a16:creationId xmlns:a16="http://schemas.microsoft.com/office/drawing/2014/main" id="{5BA186CE-9A72-45CD-AD0B-9F2EA081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5" name="time-tick">
            <a:extLst xmlns:a="http://schemas.openxmlformats.org/drawingml/2006/main">
              <a:ext uri="{FF2B5EF4-FFF2-40B4-BE49-F238E27FC236}">
                <a16:creationId xmlns:a16="http://schemas.microsoft.com/office/drawing/2014/main" id="{2EAE5024-CAE5-40AC-A1C3-D087FA88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46" name="line">
            <a:extLst xmlns:a="http://schemas.openxmlformats.org/drawingml/2006/main">
              <a:ext uri="{FF2B5EF4-FFF2-40B4-BE49-F238E27FC236}">
                <a16:creationId xmlns:a16="http://schemas.microsoft.com/office/drawing/2014/main" id="{46979AF5-670D-4811-A3D8-1AECDCA5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7" name="time-tick">
            <a:extLst xmlns:a="http://schemas.openxmlformats.org/drawingml/2006/main">
              <a:ext uri="{FF2B5EF4-FFF2-40B4-BE49-F238E27FC236}">
                <a16:creationId xmlns:a16="http://schemas.microsoft.com/office/drawing/2014/main" id="{5FBEDF32-5435-4578-B910-B721E03D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48" name="line">
            <a:extLst xmlns:a="http://schemas.openxmlformats.org/drawingml/2006/main">
              <a:ext uri="{FF2B5EF4-FFF2-40B4-BE49-F238E27FC236}">
                <a16:creationId xmlns:a16="http://schemas.microsoft.com/office/drawing/2014/main" id="{2FACEBD4-D6FF-4732-A603-C2A930E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9" name="time-tick">
            <a:extLst xmlns:a="http://schemas.openxmlformats.org/drawingml/2006/main">
              <a:ext uri="{FF2B5EF4-FFF2-40B4-BE49-F238E27FC236}">
                <a16:creationId xmlns:a16="http://schemas.microsoft.com/office/drawing/2014/main" id="{A7B03035-66EA-4965-B38C-6D3C51A7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50" name="line">
            <a:extLst xmlns:a="http://schemas.openxmlformats.org/drawingml/2006/main">
              <a:ext uri="{FF2B5EF4-FFF2-40B4-BE49-F238E27FC236}">
                <a16:creationId xmlns:a16="http://schemas.microsoft.com/office/drawing/2014/main" id="{CCD3445A-8031-4976-A077-E6234BAC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sample">
            <a:extLst xmlns:a="http://schemas.openxmlformats.org/drawingml/2006/main">
              <a:ext uri="{FF2B5EF4-FFF2-40B4-BE49-F238E27FC236}">
                <a16:creationId xmlns:a16="http://schemas.microsoft.com/office/drawing/2014/main" id="{EC8F7FD2-BF79-4CA5-AD5E-B5F03744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2" name="line">
            <a:extLst xmlns:a="http://schemas.openxmlformats.org/drawingml/2006/main">
              <a:ext uri="{FF2B5EF4-FFF2-40B4-BE49-F238E27FC236}">
                <a16:creationId xmlns:a16="http://schemas.microsoft.com/office/drawing/2014/main" id="{61DFE164-19E1-4A7D-9C5D-1D08E3B6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84220"/>
            <a:ext cx="9525" cy="97155"/>
          </a:xfrm>
          <a:custGeom xmlns:a="http://schemas.openxmlformats.org/drawingml/2006/main">
            <a:pathLst>
              <a:path w="9525" h="97155">
                <a:moveTo>
                  <a:pt x="0" y="971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sample">
            <a:extLst xmlns:a="http://schemas.openxmlformats.org/drawingml/2006/main">
              <a:ext uri="{FF2B5EF4-FFF2-40B4-BE49-F238E27FC236}">
                <a16:creationId xmlns:a16="http://schemas.microsoft.com/office/drawing/2014/main" id="{42DD07F5-DE24-419B-A1D8-0F77A1F8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38" y="323183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4" name="line">
            <a:extLst xmlns:a="http://schemas.openxmlformats.org/drawingml/2006/main">
              <a:ext uri="{FF2B5EF4-FFF2-40B4-BE49-F238E27FC236}">
                <a16:creationId xmlns:a16="http://schemas.microsoft.com/office/drawing/2014/main" id="{1B11EC7A-8D4F-486E-B2AB-81E25780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5" name="sample">
            <a:extLst xmlns:a="http://schemas.openxmlformats.org/drawingml/2006/main">
              <a:ext uri="{FF2B5EF4-FFF2-40B4-BE49-F238E27FC236}">
                <a16:creationId xmlns:a16="http://schemas.microsoft.com/office/drawing/2014/main" id="{368F33E3-DAC0-4ECA-A5CF-A339874D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6" name="line">
            <a:extLst xmlns:a="http://schemas.openxmlformats.org/drawingml/2006/main">
              <a:ext uri="{FF2B5EF4-FFF2-40B4-BE49-F238E27FC236}">
                <a16:creationId xmlns:a16="http://schemas.microsoft.com/office/drawing/2014/main" id="{B2EB0940-D171-4F4B-AD92-030FDCC2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4616"/>
            <a:ext cx="9525" cy="736759"/>
          </a:xfrm>
          <a:custGeom xmlns:a="http://schemas.openxmlformats.org/drawingml/2006/main">
            <a:pathLst>
              <a:path w="9525" h="736759">
                <a:moveTo>
                  <a:pt x="0" y="7367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sample">
            <a:extLst xmlns:a="http://schemas.openxmlformats.org/drawingml/2006/main">
              <a:ext uri="{FF2B5EF4-FFF2-40B4-BE49-F238E27FC236}">
                <a16:creationId xmlns:a16="http://schemas.microsoft.com/office/drawing/2014/main" id="{11156BA9-9C58-4BCE-80E7-89622044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59222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8" name="line">
            <a:extLst xmlns:a="http://schemas.openxmlformats.org/drawingml/2006/main">
              <a:ext uri="{FF2B5EF4-FFF2-40B4-BE49-F238E27FC236}">
                <a16:creationId xmlns:a16="http://schemas.microsoft.com/office/drawing/2014/main" id="{30B12164-DAE6-4240-AC4D-5D2557CA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sample">
            <a:extLst xmlns:a="http://schemas.openxmlformats.org/drawingml/2006/main">
              <a:ext uri="{FF2B5EF4-FFF2-40B4-BE49-F238E27FC236}">
                <a16:creationId xmlns:a16="http://schemas.microsoft.com/office/drawing/2014/main" id="{FDAA14AF-8B08-4E23-89BD-2208DF0E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0" name="line">
            <a:extLst xmlns:a="http://schemas.openxmlformats.org/drawingml/2006/main">
              <a:ext uri="{FF2B5EF4-FFF2-40B4-BE49-F238E27FC236}">
                <a16:creationId xmlns:a16="http://schemas.microsoft.com/office/drawing/2014/main" id="{CA40047E-D592-40BF-8F9A-E2BFF2D4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16605"/>
            <a:ext cx="9525" cy="64770"/>
          </a:xfrm>
          <a:custGeom xmlns:a="http://schemas.openxmlformats.org/drawingml/2006/main">
            <a:pathLst>
              <a:path w="9525" h="64770">
                <a:moveTo>
                  <a:pt x="0" y="647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1" name="sample">
            <a:extLst xmlns:a="http://schemas.openxmlformats.org/drawingml/2006/main">
              <a:ext uri="{FF2B5EF4-FFF2-40B4-BE49-F238E27FC236}">
                <a16:creationId xmlns:a16="http://schemas.microsoft.com/office/drawing/2014/main" id="{AAC18672-7C0B-4AD5-AAAF-3449F2D5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6421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2" name="line">
            <a:extLst xmlns:a="http://schemas.openxmlformats.org/drawingml/2006/main">
              <a:ext uri="{FF2B5EF4-FFF2-40B4-BE49-F238E27FC236}">
                <a16:creationId xmlns:a16="http://schemas.microsoft.com/office/drawing/2014/main" id="{4E231C05-84CD-40C3-9490-2A874C53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sample">
            <a:extLst xmlns:a="http://schemas.openxmlformats.org/drawingml/2006/main">
              <a:ext uri="{FF2B5EF4-FFF2-40B4-BE49-F238E27FC236}">
                <a16:creationId xmlns:a16="http://schemas.microsoft.com/office/drawing/2014/main" id="{31D7F16F-DBCA-48FC-A767-E61384D7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4" name="line">
            <a:extLst xmlns:a="http://schemas.openxmlformats.org/drawingml/2006/main">
              <a:ext uri="{FF2B5EF4-FFF2-40B4-BE49-F238E27FC236}">
                <a16:creationId xmlns:a16="http://schemas.microsoft.com/office/drawing/2014/main" id="{CC9162F7-9749-4452-B393-FCD5F762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81375"/>
            <a:ext cx="9525" cy="372428"/>
          </a:xfrm>
          <a:custGeom xmlns:a="http://schemas.openxmlformats.org/drawingml/2006/main">
            <a:pathLst>
              <a:path w="9525" h="372428">
                <a:moveTo>
                  <a:pt x="0" y="0"/>
                </a:moveTo>
                <a:lnTo>
                  <a:pt x="0" y="37242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5" name="sample">
            <a:extLst xmlns:a="http://schemas.openxmlformats.org/drawingml/2006/main">
              <a:ext uri="{FF2B5EF4-FFF2-40B4-BE49-F238E27FC236}">
                <a16:creationId xmlns:a16="http://schemas.microsoft.com/office/drawing/2014/main" id="{F48AD526-C744-4B61-AFC8-E9EF3651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7014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6" name="line">
            <a:extLst xmlns:a="http://schemas.openxmlformats.org/drawingml/2006/main">
              <a:ext uri="{FF2B5EF4-FFF2-40B4-BE49-F238E27FC236}">
                <a16:creationId xmlns:a16="http://schemas.microsoft.com/office/drawing/2014/main" id="{03162F8B-8371-4AEA-BA32-33E143A1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7" name="sample">
            <a:extLst xmlns:a="http://schemas.openxmlformats.org/drawingml/2006/main">
              <a:ext uri="{FF2B5EF4-FFF2-40B4-BE49-F238E27FC236}">
                <a16:creationId xmlns:a16="http://schemas.microsoft.com/office/drawing/2014/main" id="{44856844-87B1-4CDA-A4A6-6481DFBB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8" name="line">
            <a:extLst xmlns:a="http://schemas.openxmlformats.org/drawingml/2006/main">
              <a:ext uri="{FF2B5EF4-FFF2-40B4-BE49-F238E27FC236}">
                <a16:creationId xmlns:a16="http://schemas.microsoft.com/office/drawing/2014/main" id="{DF079303-7DB3-4385-9080-3721565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381375"/>
            <a:ext cx="9525" cy="105251"/>
          </a:xfrm>
          <a:custGeom xmlns:a="http://schemas.openxmlformats.org/drawingml/2006/main">
            <a:pathLst>
              <a:path w="9525" h="105251">
                <a:moveTo>
                  <a:pt x="0" y="0"/>
                </a:moveTo>
                <a:lnTo>
                  <a:pt x="0" y="10525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9" name="sample">
            <a:extLst xmlns:a="http://schemas.openxmlformats.org/drawingml/2006/main">
              <a:ext uri="{FF2B5EF4-FFF2-40B4-BE49-F238E27FC236}">
                <a16:creationId xmlns:a16="http://schemas.microsoft.com/office/drawing/2014/main" id="{1444371A-0F2C-4E30-A4ED-44E1890F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343423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70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6E1B4A03-27B5-4179-BEB4-AE673AD1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每秒取2次</a:t>
            </a:r>
          </a:p>
        </p:txBody>
      </p:sp>
      <p:sp>
        <p:nvSpPr>
          <p:cNvPr id="71" name="answer-1">
            <a:extLst xmlns:a="http://schemas.openxmlformats.org/drawingml/2006/main">
              <a:ext uri="{FF2B5EF4-FFF2-40B4-BE49-F238E27FC236}">
                <a16:creationId xmlns:a16="http://schemas.microsoft.com/office/drawing/2014/main" id="{00F03896-DE3F-4313-9071-9C10A433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 Hz：5个样本；2 Hz：10个样本。</a:t>
            </a:r>
          </a:p>
        </p:txBody>
      </p:sp>
      <p:sp>
        <p:nvSpPr>
          <p:cNvPr id="72" name="answer-2">
            <a:extLst xmlns:a="http://schemas.openxmlformats.org/drawingml/2006/main">
              <a:ext uri="{FF2B5EF4-FFF2-40B4-BE49-F238E27FC236}">
                <a16:creationId xmlns:a16="http://schemas.microsoft.com/office/drawing/2014/main" id="{20EB3581-F4AC-4D1A-BBB9-76935544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采样率＝每秒每声道取得的样本数。</a:t>
            </a:r>
          </a:p>
        </p:txBody>
      </p:sp>
    </p:spTree>
    <p:extLst>
      <p:ext uri="{BB962C8B-B14F-4D97-AF65-F5344CB8AC3E}">
        <p14:creationId xmlns:p14="http://schemas.microsoft.com/office/powerpoint/2010/main" val="12864746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49DCFCA2-BC74-4426-B0A5-7ABA7475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62D50AB-3E72-4E28-9325-E6D4034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E8F1402-C2B9-471F-A44D-9753A0C3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采样率与时长，怎样决定记录数量？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CF0640BA-775E-4B75-8BC6-F179DDF6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EA0F9B59-55A7-4B57-BB82-E5AA828B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</p:spTree>
    <p:extLst>
      <p:ext uri="{BB962C8B-B14F-4D97-AF65-F5344CB8AC3E}">
        <p14:creationId xmlns:p14="http://schemas.microsoft.com/office/powerpoint/2010/main" val="8037930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">
            <a:extLst xmlns:a="http://schemas.openxmlformats.org/drawingml/2006/main">
              <a:ext uri="{FF2B5EF4-FFF2-40B4-BE49-F238E27FC236}">
                <a16:creationId xmlns:a16="http://schemas.microsoft.com/office/drawing/2014/main" id="{49DCFCA2-BC74-4426-B0A5-7ABA7475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62D50AB-3E72-4E28-9325-E6D4034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E8F1402-C2B9-471F-A44D-9753A0C3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采样率与时长，怎样决定记录数量？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CF0640BA-775E-4B75-8BC6-F179DDF6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EA0F9B59-55A7-4B57-BB82-E5AA828B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5BD3C19E-3650-4F70-BB20-5D470954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FEF28D70-215A-442D-9C00-E9FD8823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4521278C-C057-495A-968B-30506D14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3F00F041-A0D3-4985-B5C8-62ADAF48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DA36E0C4-BFA9-44EF-B293-995F6F11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13499F0D-E3DD-41AE-B872-0D9A9B1E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CB1D98E9-14AC-4486-BB80-7F67E00F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69267C35-266C-481D-B681-E4F6655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25129257-F469-4B1E-B773-FEC018F8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D474B821-113D-4836-A79E-F4344D23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6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D65D32B1-5DE3-4360-AC4B-0E7B1B0A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478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8037930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747966E2-C5B2-4E98-9A4C-0B67BE26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066C75B-C431-492D-B934-5925C7FE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3D1E089-33FF-471F-A73F-CC93D08B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按4个等级，给这些幅度找代表值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13E9208-E8D6-4466-B4E3-B5897C27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范围[-1,1)；均匀分档，边界归入上档。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DF9AD657-4CD1-47FA-B8F3-30D980DB7818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62865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762250"/>
                <a:gridCol w="2190750"/>
                <a:gridCol w="13335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幅度区间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[-1, -0.5)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[-0.5, 0)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[0, 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[0.5, 1)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03EC76A8-E337-48F8-9481-D4E54724C71E}"/>
              </a:ext>
            </a:extLst>
          </p:cNvPr>
          <p:cNvGraphicFramePr/>
          <p:nvPr/>
        </p:nvGraphicFramePr>
        <p:xfrm>
          <a:off xmlns:a="http://schemas.openxmlformats.org/drawingml/2006/main" x="7467600" y="2381250"/>
          <a:ext xmlns:a="http://schemas.openxmlformats.org/drawingml/2006/main" cx="41148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57400"/>
                <a:gridCol w="20574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输入幅度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−0.38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0.12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0.86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−0.71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3915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747966E2-C5B2-4E98-9A4C-0B67BE26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066C75B-C431-492D-B934-5925C7FE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3D1E089-33FF-471F-A73F-CC93D08B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按4个等级，给这些幅度找代表值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13E9208-E8D6-4466-B4E3-B5897C27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范围[-1,1)；均匀分档，边界归入上档。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DF9AD657-4CD1-47FA-B8F3-30D980DB7818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62865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762250"/>
                <a:gridCol w="2190750"/>
                <a:gridCol w="13335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幅度区间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[-1, -0.5)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[-0.5, 0)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[0, 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[0.5, 1)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03EC76A8-E337-48F8-9481-D4E54724C71E}"/>
              </a:ext>
            </a:extLst>
          </p:cNvPr>
          <p:cNvGraphicFramePr/>
          <p:nvPr/>
        </p:nvGraphicFramePr>
        <p:xfrm>
          <a:off xmlns:a="http://schemas.openxmlformats.org/drawingml/2006/main" x="7467600" y="2381250"/>
          <a:ext xmlns:a="http://schemas.openxmlformats.org/drawingml/2006/main" cx="41148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57400"/>
                <a:gridCol w="20574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输入幅度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−0.38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0.12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0.86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−0.71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33771588-FA3D-48AD-83F1-94F7C15A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量化：把输入幅度近似为有限个等级。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2C5C094B-E84D-483A-9D2E-59B2EB90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代表值是近似值；编号只是这一档的标签。</a:t>
            </a:r>
          </a:p>
        </p:txBody>
      </p:sp>
    </p:spTree>
    <p:extLst>
      <p:ext uri="{BB962C8B-B14F-4D97-AF65-F5344CB8AC3E}">
        <p14:creationId xmlns:p14="http://schemas.microsoft.com/office/powerpoint/2010/main" val="19953915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top-rail">
            <a:extLst xmlns:a="http://schemas.openxmlformats.org/drawingml/2006/main">
              <a:ext uri="{FF2B5EF4-FFF2-40B4-BE49-F238E27FC236}">
                <a16:creationId xmlns:a16="http://schemas.microsoft.com/office/drawing/2014/main" id="{179F650F-8F17-41DD-835D-6D09B152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B887377-AA6C-4C7A-9C33-BB5682BA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8EAC092-BD1C-41A1-A7A2-2B49374D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只增加等级数，哪些量没变？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3CAF987-1834-4A33-9EC1-A399BB7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相同10个时刻、相同输入、相同幅度范围。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0E37EDD-9DC4-4E29-B015-8B977752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766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3F90672-C4DF-4F8A-BB55-79016C49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623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9CBF93B-70F5-4C23-B925-07E15654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FF0E4EB-8862-4BED-95CF-B91520DF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623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9E0461A-45E6-41CF-8492-2B1F3B49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765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CF3DF67-8364-49A0-A038-2B3EB2C1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622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1E78DD1-CC37-4D75-A140-EEE89A67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765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DA886B2-5EE4-4021-A02E-394A904F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22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F9FF2820-1EDE-4CC4-8DEA-352B8607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926BCB38-7AB1-46DF-9520-FB090780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5" name="time-axis">
            <a:extLst xmlns:a="http://schemas.openxmlformats.org/drawingml/2006/main">
              <a:ext uri="{FF2B5EF4-FFF2-40B4-BE49-F238E27FC236}">
                <a16:creationId xmlns:a16="http://schemas.microsoft.com/office/drawing/2014/main" id="{9D00EF30-93AC-4651-AF95-4C701EBA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E1F5E30A-9736-4586-8886-38ECAD51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2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17" name="time-label">
            <a:extLst xmlns:a="http://schemas.openxmlformats.org/drawingml/2006/main">
              <a:ext uri="{FF2B5EF4-FFF2-40B4-BE49-F238E27FC236}">
                <a16:creationId xmlns:a16="http://schemas.microsoft.com/office/drawing/2014/main" id="{12F7DEB4-447D-4CC6-99CB-5DB74351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799D01AF-34D1-4DD2-A878-DFF6FCAC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3229EB6B-03EC-461E-8BD2-30E552E9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C3E2758A-B1FB-4E44-A3FC-616D2072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C2BC6704-F21F-4AD9-94A9-4275975A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779DEC1B-2A23-46B2-807A-681427DC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3" name="time-tick">
            <a:extLst xmlns:a="http://schemas.openxmlformats.org/drawingml/2006/main">
              <a:ext uri="{FF2B5EF4-FFF2-40B4-BE49-F238E27FC236}">
                <a16:creationId xmlns:a16="http://schemas.microsoft.com/office/drawing/2014/main" id="{160D06A5-371F-4BF8-9898-FF0FA191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15EC361C-43C8-4DD3-911E-15C7BAE7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5" name="time-tick">
            <a:extLst xmlns:a="http://schemas.openxmlformats.org/drawingml/2006/main">
              <a:ext uri="{FF2B5EF4-FFF2-40B4-BE49-F238E27FC236}">
                <a16:creationId xmlns:a16="http://schemas.microsoft.com/office/drawing/2014/main" id="{D920D69A-8423-45A4-9C68-70474FD7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4DA76004-8164-4E41-A96A-CE055551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B2691A35-9DD5-404B-8CC3-0B6F8252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5847DC4A-E40B-472F-9EB7-296B301D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85DE5889-B916-4031-962A-06BEC441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9E707C3-0BE2-4582-AFF6-CFBC419D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E65DF54-3839-489A-947D-6F896868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B157FE74-DD1B-4835-893E-531D7752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ACE90BA-F259-4ED4-83A8-FA226F7F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8" y="307657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6EAAD68-9065-4219-9386-68B72CC4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E34421E-CAF9-4E3F-8BF1-C9A73772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B1C1A24-D5DD-4D54-AE10-CD3CFBAC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8514"/>
            <a:ext cx="9525" cy="88011"/>
          </a:xfrm>
          <a:custGeom xmlns:a="http://schemas.openxmlformats.org/drawingml/2006/main">
            <a:pathLst>
              <a:path w="9525" h="88011">
                <a:moveTo>
                  <a:pt x="0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711CF93-3D52-4B60-9F2B-FAA3EC2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6029EBF-AF0A-4A2D-A9B7-91DE3C7D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8F6D349-A4BC-4EAA-95E8-991BAE0E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548509"/>
            <a:ext cx="9525" cy="128016"/>
          </a:xfrm>
          <a:custGeom xmlns:a="http://schemas.openxmlformats.org/drawingml/2006/main">
            <a:pathLst>
              <a:path w="9525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C0D6387-9031-41A8-841A-B2E3E9F0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5A0324B-9762-4F81-B963-6831922A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12681A7-180C-416B-8FC9-43B33DE4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765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6E64AA6-7C62-41AF-872F-00CC005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F97B437-D101-42FA-AC86-A4C27050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197B59D-473D-43BD-B7CE-1C197D8E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076575"/>
            <a:ext cx="9525" cy="136017"/>
          </a:xfrm>
          <a:custGeom xmlns:a="http://schemas.openxmlformats.org/drawingml/2006/main">
            <a:pathLst>
              <a:path w="9525" h="136017">
                <a:moveTo>
                  <a:pt x="0" y="1360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02212A8-DD8E-45B2-B679-DA1F4972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A886097A-1349-4A5A-A361-E800FA1A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EC1D31A-0AE2-425C-8EA1-DA34413D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B8AB9C7-370F-4274-92A9-91F93488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683E450-F101-419A-8251-5A0CE46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1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62F4B7F5-C78D-41AB-B5F7-0854DE51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43275"/>
            <a:ext cx="285750" cy="37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ECD0352-EBB7-46EE-A026-B2A40847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476625"/>
            <a:ext cx="9525" cy="168021"/>
          </a:xfrm>
          <a:custGeom xmlns:a="http://schemas.openxmlformats.org/drawingml/2006/main">
            <a:pathLst>
              <a:path w="9525" h="168021">
                <a:moveTo>
                  <a:pt x="0" y="168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40CB74A-365D-4D43-8C72-7AF0BD86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9AFF217-DDA6-4442-860B-8D158ADA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9E26687-E634-4DDA-AD49-E6201A31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4671"/>
            <a:ext cx="9525" cy="32004"/>
          </a:xfrm>
          <a:custGeom xmlns:a="http://schemas.openxmlformats.org/drawingml/2006/main">
            <a:pathLst>
              <a:path w="9525" h="32004">
                <a:moveTo>
                  <a:pt x="0" y="0"/>
                </a:moveTo>
                <a:lnTo>
                  <a:pt x="0" y="32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F015841-8FA8-4AC9-B98D-27F7E75E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9EA80BE4-E215-40FA-A9A0-413BF173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5D37040-FA92-4756-BE49-0D5C2D6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3380613"/>
            <a:ext cx="9525" cy="96012"/>
          </a:xfrm>
          <a:custGeom xmlns:a="http://schemas.openxmlformats.org/drawingml/2006/main">
            <a:pathLst>
              <a:path w="9525" h="96012">
                <a:moveTo>
                  <a:pt x="0" y="0"/>
                </a:moveTo>
                <a:lnTo>
                  <a:pt x="0" y="960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DFB6F9B-1E4A-443E-A384-F8C87EFD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1ACAFDD-3375-4E37-845A-C2EE7A1D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1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9BC12BB6-1D0B-4DD2-A5CA-69617F07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F5BEA7A-78B5-4C18-98C7-99FEFD4E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66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C3B7A4C-D75E-4303-9F8C-F138FC07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23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6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E09F943-4F5B-4FAB-8879-B338BC1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66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7DE26B0D-6904-45A1-B3B5-2D04C765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23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6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1DD1A1B1-5CE5-480C-A302-E7112950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CD5CABA-EDB8-4EB9-A671-B89293B5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23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68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322CE7C-97F0-4A0B-9392-89777CDA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66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9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E46E1E5-9757-4A99-A88F-EAF4C0A1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623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70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48AEF5B-F461-46CF-94D5-4C64D7B1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65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1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8A5C79A-ABC9-4CA4-8CE2-F5389746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22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7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F9705B3B-76B7-4B09-A5F3-C3E2B330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65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74882AC-E35D-4EE3-A7DD-3BBDB23E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622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7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69D7ED8-7D9C-4016-ACA8-A9EE4C46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765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FBCC6C84-71F1-4AD0-BEAD-61C0BFA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22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7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07F025E-5045-46B6-BE7F-99693D65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65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9D590ABD-F113-478A-B695-B83DB0F1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622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78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0AEA653-3CFA-4492-8802-6F9F61B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79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D071767A-AB59-4776-A630-A4D6E80D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0" name="time-axis">
            <a:extLst xmlns:a="http://schemas.openxmlformats.org/drawingml/2006/main">
              <a:ext uri="{FF2B5EF4-FFF2-40B4-BE49-F238E27FC236}">
                <a16:creationId xmlns:a16="http://schemas.microsoft.com/office/drawing/2014/main" id="{5012948F-D160-48B6-9567-8077F119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1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FA74103-4CF9-42D6-A724-216B1870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3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82" name="time-label">
            <a:extLst xmlns:a="http://schemas.openxmlformats.org/drawingml/2006/main">
              <a:ext uri="{FF2B5EF4-FFF2-40B4-BE49-F238E27FC236}">
                <a16:creationId xmlns:a16="http://schemas.microsoft.com/office/drawing/2014/main" id="{AAE8E000-E799-4BAB-98E7-924CB0F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83" name="line">
            <a:extLst xmlns:a="http://schemas.openxmlformats.org/drawingml/2006/main">
              <a:ext uri="{FF2B5EF4-FFF2-40B4-BE49-F238E27FC236}">
                <a16:creationId xmlns:a16="http://schemas.microsoft.com/office/drawing/2014/main" id="{FD81D672-9B97-4DD4-899C-2BEE308C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4" name="time-tick">
            <a:extLst xmlns:a="http://schemas.openxmlformats.org/drawingml/2006/main">
              <a:ext uri="{FF2B5EF4-FFF2-40B4-BE49-F238E27FC236}">
                <a16:creationId xmlns:a16="http://schemas.microsoft.com/office/drawing/2014/main" id="{9F0F5D39-B0D3-43F2-8100-BCB8E76F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85" name="line">
            <a:extLst xmlns:a="http://schemas.openxmlformats.org/drawingml/2006/main">
              <a:ext uri="{FF2B5EF4-FFF2-40B4-BE49-F238E27FC236}">
                <a16:creationId xmlns:a16="http://schemas.microsoft.com/office/drawing/2014/main" id="{05967400-8E51-4883-9117-958B90A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6" name="time-tick">
            <a:extLst xmlns:a="http://schemas.openxmlformats.org/drawingml/2006/main">
              <a:ext uri="{FF2B5EF4-FFF2-40B4-BE49-F238E27FC236}">
                <a16:creationId xmlns:a16="http://schemas.microsoft.com/office/drawing/2014/main" id="{019571E6-1DB1-461C-B2DF-A6BC5F04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7" name="line">
            <a:extLst xmlns:a="http://schemas.openxmlformats.org/drawingml/2006/main">
              <a:ext uri="{FF2B5EF4-FFF2-40B4-BE49-F238E27FC236}">
                <a16:creationId xmlns:a16="http://schemas.microsoft.com/office/drawing/2014/main" id="{15B43C96-FBA5-4C7D-A315-4607704B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8" name="time-tick">
            <a:extLst xmlns:a="http://schemas.openxmlformats.org/drawingml/2006/main">
              <a:ext uri="{FF2B5EF4-FFF2-40B4-BE49-F238E27FC236}">
                <a16:creationId xmlns:a16="http://schemas.microsoft.com/office/drawing/2014/main" id="{2C182FAE-6FBA-4D95-A9A9-30DFCC96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89" name="line">
            <a:extLst xmlns:a="http://schemas.openxmlformats.org/drawingml/2006/main">
              <a:ext uri="{FF2B5EF4-FFF2-40B4-BE49-F238E27FC236}">
                <a16:creationId xmlns:a16="http://schemas.microsoft.com/office/drawing/2014/main" id="{99A37B1A-BED1-4D02-B90D-3E07ED7B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0" name="time-tick">
            <a:extLst xmlns:a="http://schemas.openxmlformats.org/drawingml/2006/main">
              <a:ext uri="{FF2B5EF4-FFF2-40B4-BE49-F238E27FC236}">
                <a16:creationId xmlns:a16="http://schemas.microsoft.com/office/drawing/2014/main" id="{40EEFFDD-9983-4999-B2F5-DE3AEAF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91" name="line">
            <a:extLst xmlns:a="http://schemas.openxmlformats.org/drawingml/2006/main">
              <a:ext uri="{FF2B5EF4-FFF2-40B4-BE49-F238E27FC236}">
                <a16:creationId xmlns:a16="http://schemas.microsoft.com/office/drawing/2014/main" id="{0DD20DB9-7733-430E-BB1D-74AC2A71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2" name="time-tick">
            <a:extLst xmlns:a="http://schemas.openxmlformats.org/drawingml/2006/main">
              <a:ext uri="{FF2B5EF4-FFF2-40B4-BE49-F238E27FC236}">
                <a16:creationId xmlns:a16="http://schemas.microsoft.com/office/drawing/2014/main" id="{70F5F81A-23BF-433F-876C-37B89B13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93" name="line">
            <a:extLst xmlns:a="http://schemas.openxmlformats.org/drawingml/2006/main">
              <a:ext uri="{FF2B5EF4-FFF2-40B4-BE49-F238E27FC236}">
                <a16:creationId xmlns:a16="http://schemas.microsoft.com/office/drawing/2014/main" id="{60242D00-36F2-418A-A55C-989D061C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4" name="time-tick">
            <a:extLst xmlns:a="http://schemas.openxmlformats.org/drawingml/2006/main">
              <a:ext uri="{FF2B5EF4-FFF2-40B4-BE49-F238E27FC236}">
                <a16:creationId xmlns:a16="http://schemas.microsoft.com/office/drawing/2014/main" id="{3237F9CF-4405-40EA-8AC6-C90CA5E5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4A304BE-CC9B-4949-9C65-B4C07F8C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DE88E21-D0E8-4BF4-A648-E2E6F1CD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341C312-161F-46BD-82C5-7106477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086F73B-A534-419F-97FA-478FFAC3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317658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BC8E8857-8F3A-4697-979C-6CF3F811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5BA7A46-C608-4A1C-A565-449A65E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BA6AAF4-5322-435A-990E-A344CB8C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6513"/>
            <a:ext cx="9525" cy="12001"/>
          </a:xfrm>
          <a:custGeom xmlns:a="http://schemas.openxmlformats.org/drawingml/2006/main">
            <a:pathLst>
              <a:path w="9525" h="12001">
                <a:moveTo>
                  <a:pt x="0" y="12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00FAE41-0116-4C75-BA87-E33B0873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0A301BF4-5C88-4264-9F3A-E479EC73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D613B0B-AA9D-407E-AA47-7439D6F8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548509"/>
            <a:ext cx="9525" cy="28003"/>
          </a:xfrm>
          <a:custGeom xmlns:a="http://schemas.openxmlformats.org/drawingml/2006/main">
            <a:pathLst>
              <a:path w="9525" h="28003">
                <a:moveTo>
                  <a:pt x="0" y="0"/>
                </a:moveTo>
                <a:lnTo>
                  <a:pt x="0" y="280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CA4C035-8BF0-4A49-90C9-F693D43A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BFAF787-5452-4F19-A242-E7F8F4EC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C87941D-45E6-462C-BFA7-A2F0E9A6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65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B500C8F-6BAF-42B8-868B-318C2EB0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B5BC52E-A02A-4637-8582-89CCD401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289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07A3193-9036-4A31-BA69-B3663EB7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176588"/>
            <a:ext cx="9525" cy="36004"/>
          </a:xfrm>
          <a:custGeom xmlns:a="http://schemas.openxmlformats.org/drawingml/2006/main">
            <a:pathLst>
              <a:path w="9525" h="36004">
                <a:moveTo>
                  <a:pt x="0" y="360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A5ACE10-A437-403A-A2F2-FEE3DE95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42FBC7F-0305-4C64-A65C-91AE588E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92DD60F-9117-46EE-8A4A-341EE261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1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8F2D53A-4458-449B-B0ED-7475663F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88EB09D-2075-4ADA-8564-86150719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6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AF37333E-41D9-48ED-8FF9-24AC51EB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3288"/>
            <a:ext cx="285750" cy="2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B688516-60E6-481F-8833-B53D4420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576638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584D74A-BABA-4412-A06B-60B99334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02F5FBE-2BF8-483E-B08C-E773C70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779C3A7-D900-428B-94D6-F1326AAD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76663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08D721F-1D5D-4080-8975-F28E888C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42E65C0-87BE-49B6-93D8-4E9FA9F5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290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4644659-D22C-4126-9229-7F5DCA5B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63" y="3376613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96F9AC3-4AB6-43D0-A067-2D5F751A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F0D0EFE-822D-4BA3-9973-81397572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289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6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DED1F85C-9EA4-4AB8-87D3-C4E64B8B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FDF3C447-3F1F-41AC-82A1-55BE8F2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49577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8" name="text">
            <a:extLst xmlns:a="http://schemas.openxmlformats.org/drawingml/2006/main">
              <a:ext uri="{FF2B5EF4-FFF2-40B4-BE49-F238E27FC236}">
                <a16:creationId xmlns:a16="http://schemas.microsoft.com/office/drawing/2014/main" id="{0AF255DD-FE9C-4C2C-AF1B-9480B8C5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8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输入幅度</a:t>
            </a:r>
          </a:p>
        </p:txBody>
      </p:sp>
      <p:sp>
        <p:nvSpPr>
          <p:cNvPr id="129" name="box">
            <a:extLst xmlns:a="http://schemas.openxmlformats.org/drawingml/2006/main">
              <a:ext uri="{FF2B5EF4-FFF2-40B4-BE49-F238E27FC236}">
                <a16:creationId xmlns:a16="http://schemas.microsoft.com/office/drawing/2014/main" id="{A48D0F07-A266-41A8-8C71-24EEB664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72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0" name="text">
            <a:extLst xmlns:a="http://schemas.openxmlformats.org/drawingml/2006/main">
              <a:ext uri="{FF2B5EF4-FFF2-40B4-BE49-F238E27FC236}">
                <a16:creationId xmlns:a16="http://schemas.microsoft.com/office/drawing/2014/main" id="{E9FAC6F8-4BC0-45C2-80D8-45D860A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48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</a:t>
            </a:r>
          </a:p>
        </p:txBody>
      </p:sp>
      <p:sp>
        <p:nvSpPr>
          <p:cNvPr id="131" name="line">
            <a:extLst xmlns:a="http://schemas.openxmlformats.org/drawingml/2006/main">
              <a:ext uri="{FF2B5EF4-FFF2-40B4-BE49-F238E27FC236}">
                <a16:creationId xmlns:a16="http://schemas.microsoft.com/office/drawing/2014/main" id="{F55F2ECA-8C45-497E-8574-C16CE235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45716D18-B4DB-4E11-A213-A098FDF1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48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本次观察的误差</a:t>
            </a:r>
          </a:p>
        </p:txBody>
      </p:sp>
    </p:spTree>
    <p:extLst>
      <p:ext uri="{BB962C8B-B14F-4D97-AF65-F5344CB8AC3E}">
        <p14:creationId xmlns:p14="http://schemas.microsoft.com/office/powerpoint/2010/main" val="9484799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top-rail">
            <a:extLst xmlns:a="http://schemas.openxmlformats.org/drawingml/2006/main">
              <a:ext uri="{FF2B5EF4-FFF2-40B4-BE49-F238E27FC236}">
                <a16:creationId xmlns:a16="http://schemas.microsoft.com/office/drawing/2014/main" id="{179F650F-8F17-41DD-835D-6D09B152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B887377-AA6C-4C7A-9C33-BB5682BA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8EAC092-BD1C-41A1-A7A2-2B49374D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只增加等级数，哪些量没变？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3CAF987-1834-4A33-9EC1-A399BB7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相同10个时刻、相同输入、相同幅度范围。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0E37EDD-9DC4-4E29-B015-8B977752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766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3F90672-C4DF-4F8A-BB55-79016C49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623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9CBF93B-70F5-4C23-B925-07E15654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FF0E4EB-8862-4BED-95CF-B91520DF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623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9E0461A-45E6-41CF-8492-2B1F3B49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765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CF3DF67-8364-49A0-A038-2B3EB2C1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622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1E78DD1-CC37-4D75-A140-EEE89A67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765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DA886B2-5EE4-4021-A02E-394A904F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22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F9FF2820-1EDE-4CC4-8DEA-352B8607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926BCB38-7AB1-46DF-9520-FB090780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5" name="time-axis">
            <a:extLst xmlns:a="http://schemas.openxmlformats.org/drawingml/2006/main">
              <a:ext uri="{FF2B5EF4-FFF2-40B4-BE49-F238E27FC236}">
                <a16:creationId xmlns:a16="http://schemas.microsoft.com/office/drawing/2014/main" id="{9D00EF30-93AC-4651-AF95-4C701EBA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E1F5E30A-9736-4586-8886-38ECAD51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2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17" name="time-label">
            <a:extLst xmlns:a="http://schemas.openxmlformats.org/drawingml/2006/main">
              <a:ext uri="{FF2B5EF4-FFF2-40B4-BE49-F238E27FC236}">
                <a16:creationId xmlns:a16="http://schemas.microsoft.com/office/drawing/2014/main" id="{12F7DEB4-447D-4CC6-99CB-5DB74351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799D01AF-34D1-4DD2-A878-DFF6FCAC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3229EB6B-03EC-461E-8BD2-30E552E9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C3E2758A-B1FB-4E44-A3FC-616D2072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C2BC6704-F21F-4AD9-94A9-4275975A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779DEC1B-2A23-46B2-807A-681427DC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3" name="time-tick">
            <a:extLst xmlns:a="http://schemas.openxmlformats.org/drawingml/2006/main">
              <a:ext uri="{FF2B5EF4-FFF2-40B4-BE49-F238E27FC236}">
                <a16:creationId xmlns:a16="http://schemas.microsoft.com/office/drawing/2014/main" id="{160D06A5-371F-4BF8-9898-FF0FA191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15EC361C-43C8-4DD3-911E-15C7BAE7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5" name="time-tick">
            <a:extLst xmlns:a="http://schemas.openxmlformats.org/drawingml/2006/main">
              <a:ext uri="{FF2B5EF4-FFF2-40B4-BE49-F238E27FC236}">
                <a16:creationId xmlns:a16="http://schemas.microsoft.com/office/drawing/2014/main" id="{D920D69A-8423-45A4-9C68-70474FD7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4DA76004-8164-4E41-A96A-CE055551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B2691A35-9DD5-404B-8CC3-0B6F8252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5847DC4A-E40B-472F-9EB7-296B301D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85DE5889-B916-4031-962A-06BEC441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9E707C3-0BE2-4582-AFF6-CFBC419D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E65DF54-3839-489A-947D-6F896868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B157FE74-DD1B-4835-893E-531D7752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ACE90BA-F259-4ED4-83A8-FA226F7F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8" y="307657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6EAAD68-9065-4219-9386-68B72CC4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E34421E-CAF9-4E3F-8BF1-C9A73772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B1C1A24-D5DD-4D54-AE10-CD3CFBAC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8514"/>
            <a:ext cx="9525" cy="88011"/>
          </a:xfrm>
          <a:custGeom xmlns:a="http://schemas.openxmlformats.org/drawingml/2006/main">
            <a:pathLst>
              <a:path w="9525" h="88011">
                <a:moveTo>
                  <a:pt x="0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711CF93-3D52-4B60-9F2B-FAA3EC2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6029EBF-AF0A-4A2D-A9B7-91DE3C7D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8F6D349-A4BC-4EAA-95E8-991BAE0E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548509"/>
            <a:ext cx="9525" cy="128016"/>
          </a:xfrm>
          <a:custGeom xmlns:a="http://schemas.openxmlformats.org/drawingml/2006/main">
            <a:pathLst>
              <a:path w="9525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C0D6387-9031-41A8-841A-B2E3E9F0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5A0324B-9762-4F81-B963-6831922A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12681A7-180C-416B-8FC9-43B33DE4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765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6E64AA6-7C62-41AF-872F-00CC005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F97B437-D101-42FA-AC86-A4C27050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197B59D-473D-43BD-B7CE-1C197D8E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076575"/>
            <a:ext cx="9525" cy="136017"/>
          </a:xfrm>
          <a:custGeom xmlns:a="http://schemas.openxmlformats.org/drawingml/2006/main">
            <a:pathLst>
              <a:path w="9525" h="136017">
                <a:moveTo>
                  <a:pt x="0" y="1360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02212A8-DD8E-45B2-B679-DA1F4972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A886097A-1349-4A5A-A361-E800FA1A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EC1D31A-0AE2-425C-8EA1-DA34413D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B8AB9C7-370F-4274-92A9-91F93488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683E450-F101-419A-8251-5A0CE46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1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62F4B7F5-C78D-41AB-B5F7-0854DE51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43275"/>
            <a:ext cx="285750" cy="37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ECD0352-EBB7-46EE-A026-B2A40847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476625"/>
            <a:ext cx="9525" cy="168021"/>
          </a:xfrm>
          <a:custGeom xmlns:a="http://schemas.openxmlformats.org/drawingml/2006/main">
            <a:pathLst>
              <a:path w="9525" h="168021">
                <a:moveTo>
                  <a:pt x="0" y="168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40CB74A-365D-4D43-8C72-7AF0BD86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9AFF217-DDA6-4442-860B-8D158ADA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9E26687-E634-4DDA-AD49-E6201A31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4671"/>
            <a:ext cx="9525" cy="32004"/>
          </a:xfrm>
          <a:custGeom xmlns:a="http://schemas.openxmlformats.org/drawingml/2006/main">
            <a:pathLst>
              <a:path w="9525" h="32004">
                <a:moveTo>
                  <a:pt x="0" y="0"/>
                </a:moveTo>
                <a:lnTo>
                  <a:pt x="0" y="32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F015841-8FA8-4AC9-B98D-27F7E75E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9EA80BE4-E215-40FA-A9A0-413BF173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5D37040-FA92-4756-BE49-0D5C2D6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3380613"/>
            <a:ext cx="9525" cy="96012"/>
          </a:xfrm>
          <a:custGeom xmlns:a="http://schemas.openxmlformats.org/drawingml/2006/main">
            <a:pathLst>
              <a:path w="9525" h="96012">
                <a:moveTo>
                  <a:pt x="0" y="0"/>
                </a:moveTo>
                <a:lnTo>
                  <a:pt x="0" y="960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DFB6F9B-1E4A-443E-A384-F8C87EFD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1ACAFDD-3375-4E37-845A-C2EE7A1D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1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9BC12BB6-1D0B-4DD2-A5CA-69617F07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F5BEA7A-78B5-4C18-98C7-99FEFD4E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66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C3B7A4C-D75E-4303-9F8C-F138FC07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23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6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E09F943-4F5B-4FAB-8879-B338BC1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66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7DE26B0D-6904-45A1-B3B5-2D04C765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23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6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1DD1A1B1-5CE5-480C-A302-E7112950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CD5CABA-EDB8-4EB9-A671-B89293B5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23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68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322CE7C-97F0-4A0B-9392-89777CDA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66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9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E46E1E5-9757-4A99-A88F-EAF4C0A1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623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70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48AEF5B-F461-46CF-94D5-4C64D7B1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65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1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8A5C79A-ABC9-4CA4-8CE2-F5389746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22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7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F9705B3B-76B7-4B09-A5F3-C3E2B330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65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74882AC-E35D-4EE3-A7DD-3BBDB23E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622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7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69D7ED8-7D9C-4016-ACA8-A9EE4C46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765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FBCC6C84-71F1-4AD0-BEAD-61C0BFA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22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7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07F025E-5045-46B6-BE7F-99693D65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65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9D590ABD-F113-478A-B695-B83DB0F1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622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78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0AEA653-3CFA-4492-8802-6F9F61B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79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D071767A-AB59-4776-A630-A4D6E80D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0" name="time-axis">
            <a:extLst xmlns:a="http://schemas.openxmlformats.org/drawingml/2006/main">
              <a:ext uri="{FF2B5EF4-FFF2-40B4-BE49-F238E27FC236}">
                <a16:creationId xmlns:a16="http://schemas.microsoft.com/office/drawing/2014/main" id="{5012948F-D160-48B6-9567-8077F119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1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FA74103-4CF9-42D6-A724-216B1870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3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82" name="time-label">
            <a:extLst xmlns:a="http://schemas.openxmlformats.org/drawingml/2006/main">
              <a:ext uri="{FF2B5EF4-FFF2-40B4-BE49-F238E27FC236}">
                <a16:creationId xmlns:a16="http://schemas.microsoft.com/office/drawing/2014/main" id="{AAE8E000-E799-4BAB-98E7-924CB0F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83" name="line">
            <a:extLst xmlns:a="http://schemas.openxmlformats.org/drawingml/2006/main">
              <a:ext uri="{FF2B5EF4-FFF2-40B4-BE49-F238E27FC236}">
                <a16:creationId xmlns:a16="http://schemas.microsoft.com/office/drawing/2014/main" id="{FD81D672-9B97-4DD4-899C-2BEE308C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4" name="time-tick">
            <a:extLst xmlns:a="http://schemas.openxmlformats.org/drawingml/2006/main">
              <a:ext uri="{FF2B5EF4-FFF2-40B4-BE49-F238E27FC236}">
                <a16:creationId xmlns:a16="http://schemas.microsoft.com/office/drawing/2014/main" id="{9F0F5D39-B0D3-43F2-8100-BCB8E76F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85" name="line">
            <a:extLst xmlns:a="http://schemas.openxmlformats.org/drawingml/2006/main">
              <a:ext uri="{FF2B5EF4-FFF2-40B4-BE49-F238E27FC236}">
                <a16:creationId xmlns:a16="http://schemas.microsoft.com/office/drawing/2014/main" id="{05967400-8E51-4883-9117-958B90A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6" name="time-tick">
            <a:extLst xmlns:a="http://schemas.openxmlformats.org/drawingml/2006/main">
              <a:ext uri="{FF2B5EF4-FFF2-40B4-BE49-F238E27FC236}">
                <a16:creationId xmlns:a16="http://schemas.microsoft.com/office/drawing/2014/main" id="{019571E6-1DB1-461C-B2DF-A6BC5F04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7" name="line">
            <a:extLst xmlns:a="http://schemas.openxmlformats.org/drawingml/2006/main">
              <a:ext uri="{FF2B5EF4-FFF2-40B4-BE49-F238E27FC236}">
                <a16:creationId xmlns:a16="http://schemas.microsoft.com/office/drawing/2014/main" id="{15B43C96-FBA5-4C7D-A315-4607704B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8" name="time-tick">
            <a:extLst xmlns:a="http://schemas.openxmlformats.org/drawingml/2006/main">
              <a:ext uri="{FF2B5EF4-FFF2-40B4-BE49-F238E27FC236}">
                <a16:creationId xmlns:a16="http://schemas.microsoft.com/office/drawing/2014/main" id="{2C182FAE-6FBA-4D95-A9A9-30DFCC96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89" name="line">
            <a:extLst xmlns:a="http://schemas.openxmlformats.org/drawingml/2006/main">
              <a:ext uri="{FF2B5EF4-FFF2-40B4-BE49-F238E27FC236}">
                <a16:creationId xmlns:a16="http://schemas.microsoft.com/office/drawing/2014/main" id="{99A37B1A-BED1-4D02-B90D-3E07ED7B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0" name="time-tick">
            <a:extLst xmlns:a="http://schemas.openxmlformats.org/drawingml/2006/main">
              <a:ext uri="{FF2B5EF4-FFF2-40B4-BE49-F238E27FC236}">
                <a16:creationId xmlns:a16="http://schemas.microsoft.com/office/drawing/2014/main" id="{40EEFFDD-9983-4999-B2F5-DE3AEAF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91" name="line">
            <a:extLst xmlns:a="http://schemas.openxmlformats.org/drawingml/2006/main">
              <a:ext uri="{FF2B5EF4-FFF2-40B4-BE49-F238E27FC236}">
                <a16:creationId xmlns:a16="http://schemas.microsoft.com/office/drawing/2014/main" id="{0DD20DB9-7733-430E-BB1D-74AC2A71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2" name="time-tick">
            <a:extLst xmlns:a="http://schemas.openxmlformats.org/drawingml/2006/main">
              <a:ext uri="{FF2B5EF4-FFF2-40B4-BE49-F238E27FC236}">
                <a16:creationId xmlns:a16="http://schemas.microsoft.com/office/drawing/2014/main" id="{70F5F81A-23BF-433F-876C-37B89B13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93" name="line">
            <a:extLst xmlns:a="http://schemas.openxmlformats.org/drawingml/2006/main">
              <a:ext uri="{FF2B5EF4-FFF2-40B4-BE49-F238E27FC236}">
                <a16:creationId xmlns:a16="http://schemas.microsoft.com/office/drawing/2014/main" id="{60242D00-36F2-418A-A55C-989D061C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4" name="time-tick">
            <a:extLst xmlns:a="http://schemas.openxmlformats.org/drawingml/2006/main">
              <a:ext uri="{FF2B5EF4-FFF2-40B4-BE49-F238E27FC236}">
                <a16:creationId xmlns:a16="http://schemas.microsoft.com/office/drawing/2014/main" id="{3237F9CF-4405-40EA-8AC6-C90CA5E5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4A304BE-CC9B-4949-9C65-B4C07F8C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DE88E21-D0E8-4BF4-A648-E2E6F1CD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341C312-161F-46BD-82C5-7106477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086F73B-A534-419F-97FA-478FFAC3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317658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BC8E8857-8F3A-4697-979C-6CF3F811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5BA7A46-C608-4A1C-A565-449A65E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BA6AAF4-5322-435A-990E-A344CB8C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6513"/>
            <a:ext cx="9525" cy="12001"/>
          </a:xfrm>
          <a:custGeom xmlns:a="http://schemas.openxmlformats.org/drawingml/2006/main">
            <a:pathLst>
              <a:path w="9525" h="12001">
                <a:moveTo>
                  <a:pt x="0" y="12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00FAE41-0116-4C75-BA87-E33B0873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0A301BF4-5C88-4264-9F3A-E479EC73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D613B0B-AA9D-407E-AA47-7439D6F8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548509"/>
            <a:ext cx="9525" cy="28003"/>
          </a:xfrm>
          <a:custGeom xmlns:a="http://schemas.openxmlformats.org/drawingml/2006/main">
            <a:pathLst>
              <a:path w="9525" h="28003">
                <a:moveTo>
                  <a:pt x="0" y="0"/>
                </a:moveTo>
                <a:lnTo>
                  <a:pt x="0" y="280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CA4C035-8BF0-4A49-90C9-F693D43A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BFAF787-5452-4F19-A242-E7F8F4EC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C87941D-45E6-462C-BFA7-A2F0E9A6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65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B500C8F-6BAF-42B8-868B-318C2EB0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B5BC52E-A02A-4637-8582-89CCD401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289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07A3193-9036-4A31-BA69-B3663EB7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176588"/>
            <a:ext cx="9525" cy="36004"/>
          </a:xfrm>
          <a:custGeom xmlns:a="http://schemas.openxmlformats.org/drawingml/2006/main">
            <a:pathLst>
              <a:path w="9525" h="36004">
                <a:moveTo>
                  <a:pt x="0" y="360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A5ACE10-A437-403A-A2F2-FEE3DE95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42FBC7F-0305-4C64-A65C-91AE588E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92DD60F-9117-46EE-8A4A-341EE261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1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8F2D53A-4458-449B-B0ED-7475663F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88EB09D-2075-4ADA-8564-86150719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6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AF37333E-41D9-48ED-8FF9-24AC51EB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3288"/>
            <a:ext cx="285750" cy="2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B688516-60E6-481F-8833-B53D4420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576638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584D74A-BABA-4412-A06B-60B99334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02F5FBE-2BF8-483E-B08C-E773C70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779C3A7-D900-428B-94D6-F1326AAD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76663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08D721F-1D5D-4080-8975-F28E888C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42E65C0-87BE-49B6-93D8-4E9FA9F5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290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4644659-D22C-4126-9229-7F5DCA5B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63" y="3376613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96F9AC3-4AB6-43D0-A067-2D5F751A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F0D0EFE-822D-4BA3-9973-81397572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289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6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DED1F85C-9EA4-4AB8-87D3-C4E64B8B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FDF3C447-3F1F-41AC-82A1-55BE8F2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49577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8" name="text">
            <a:extLst xmlns:a="http://schemas.openxmlformats.org/drawingml/2006/main">
              <a:ext uri="{FF2B5EF4-FFF2-40B4-BE49-F238E27FC236}">
                <a16:creationId xmlns:a16="http://schemas.microsoft.com/office/drawing/2014/main" id="{0AF255DD-FE9C-4C2C-AF1B-9480B8C5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8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输入幅度</a:t>
            </a:r>
          </a:p>
        </p:txBody>
      </p:sp>
      <p:sp>
        <p:nvSpPr>
          <p:cNvPr id="129" name="box">
            <a:extLst xmlns:a="http://schemas.openxmlformats.org/drawingml/2006/main">
              <a:ext uri="{FF2B5EF4-FFF2-40B4-BE49-F238E27FC236}">
                <a16:creationId xmlns:a16="http://schemas.microsoft.com/office/drawing/2014/main" id="{A48D0F07-A266-41A8-8C71-24EEB664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72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0" name="text">
            <a:extLst xmlns:a="http://schemas.openxmlformats.org/drawingml/2006/main">
              <a:ext uri="{FF2B5EF4-FFF2-40B4-BE49-F238E27FC236}">
                <a16:creationId xmlns:a16="http://schemas.microsoft.com/office/drawing/2014/main" id="{E9FAC6F8-4BC0-45C2-80D8-45D860A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48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</a:t>
            </a:r>
          </a:p>
        </p:txBody>
      </p:sp>
      <p:sp>
        <p:nvSpPr>
          <p:cNvPr id="131" name="line">
            <a:extLst xmlns:a="http://schemas.openxmlformats.org/drawingml/2006/main">
              <a:ext uri="{FF2B5EF4-FFF2-40B4-BE49-F238E27FC236}">
                <a16:creationId xmlns:a16="http://schemas.microsoft.com/office/drawing/2014/main" id="{F55F2ECA-8C45-497E-8574-C16CE235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45716D18-B4DB-4E11-A213-A098FDF1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48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本次观察的误差</a:t>
            </a:r>
          </a:p>
        </p:txBody>
      </p:sp>
      <p:sp>
        <p:nvSpPr>
          <p:cNvPr id="133" name="answer-1">
            <a:extLst xmlns:a="http://schemas.openxmlformats.org/drawingml/2006/main">
              <a:ext uri="{FF2B5EF4-FFF2-40B4-BE49-F238E27FC236}">
                <a16:creationId xmlns:a16="http://schemas.microsoft.com/office/drawing/2014/main" id="{AC0FB69D-56F5-43BE-B99E-4162B0BE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时刻、输入和范围不变；等级间隔变小。</a:t>
            </a:r>
          </a:p>
        </p:txBody>
      </p:sp>
      <p:sp>
        <p:nvSpPr>
          <p:cNvPr id="134" name="answer-2">
            <a:extLst xmlns:a="http://schemas.openxmlformats.org/drawingml/2006/main">
              <a:ext uri="{FF2B5EF4-FFF2-40B4-BE49-F238E27FC236}">
                <a16:creationId xmlns:a16="http://schemas.microsoft.com/office/drawing/2014/main" id="{54B2A262-CB34-406F-B90A-517105D6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接着放大同一个样本，核对误差。</a:t>
            </a:r>
          </a:p>
        </p:txBody>
      </p:sp>
    </p:spTree>
    <p:extLst>
      <p:ext uri="{BB962C8B-B14F-4D97-AF65-F5344CB8AC3E}">
        <p14:creationId xmlns:p14="http://schemas.microsoft.com/office/powerpoint/2010/main" val="9484799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op-rail">
            <a:extLst xmlns:a="http://schemas.openxmlformats.org/drawingml/2006/main">
              <a:ext uri="{FF2B5EF4-FFF2-40B4-BE49-F238E27FC236}">
                <a16:creationId xmlns:a16="http://schemas.microsoft.com/office/drawing/2014/main" id="{F32950EF-EC25-4534-A113-CD7538BA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6EAE72A-9397-457C-B630-370A60DC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816138F-36AA-4FC4-88E6-21B01195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同一个幅度，两次量化的误差各是多少？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0EB56E1-174A-4A8D-85F9-CC5ED027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局部放大：这里的横轴表示幅度，两图使用同一标尺。</a:t>
            </a:r>
          </a:p>
        </p:txBody>
      </p:sp>
      <p:sp>
        <p:nvSpPr>
          <p:cNvPr id="5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554DE229-F2AD-4459-B29B-47B0A060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CB84CBB8-1E73-4020-B4F8-83EB158C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E1E09A25-4F17-48D1-9A2B-CC2068E9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E92A658C-59AF-4429-A3E8-B5A239A3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0A8A4359-9092-4533-9942-43680AE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034730C-E3BA-4B58-9006-6265124F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343660D9-5F89-4DB4-B75D-8B88E384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6BCAEF75-E507-4569-9497-46F718B5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1E946338-6FB4-4C92-AA86-7D054B12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4" name="inset-scale">
            <a:extLst xmlns:a="http://schemas.openxmlformats.org/drawingml/2006/main">
              <a:ext uri="{FF2B5EF4-FFF2-40B4-BE49-F238E27FC236}">
                <a16:creationId xmlns:a16="http://schemas.microsoft.com/office/drawing/2014/main" id="{85BB433B-96AB-4080-942B-C502F727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15" name="inset-input">
            <a:extLst xmlns:a="http://schemas.openxmlformats.org/drawingml/2006/main">
              <a:ext uri="{FF2B5EF4-FFF2-40B4-BE49-F238E27FC236}">
                <a16:creationId xmlns:a16="http://schemas.microsoft.com/office/drawing/2014/main" id="{3BCB2931-9BCC-4D98-B565-49C1A29A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6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981204FD-ED5C-417D-B051-36784073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24A2CC55-8A4D-4628-94C1-0A769F61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18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352323FC-13EB-467A-9626-95C22A41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−0.25</a:t>
            </a:r>
          </a:p>
        </p:txBody>
      </p:sp>
      <p:sp>
        <p:nvSpPr>
          <p:cNvPr id="1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BC0EA67-D22A-460A-8E65-909C523C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inset-error">
            <a:extLst xmlns:a="http://schemas.openxmlformats.org/drawingml/2006/main">
              <a:ext uri="{FF2B5EF4-FFF2-40B4-BE49-F238E27FC236}">
                <a16:creationId xmlns:a16="http://schemas.microsoft.com/office/drawing/2014/main" id="{4659217A-645F-464C-B64C-3EA2AB89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95625"/>
            <a:ext cx="1733550" cy="9525"/>
          </a:xfrm>
          <a:custGeom xmlns:a="http://schemas.openxmlformats.org/drawingml/2006/main"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1" name="inset-error">
            <a:extLst xmlns:a="http://schemas.openxmlformats.org/drawingml/2006/main">
              <a:ext uri="{FF2B5EF4-FFF2-40B4-BE49-F238E27FC236}">
                <a16:creationId xmlns:a16="http://schemas.microsoft.com/office/drawing/2014/main" id="{D74FF6DF-F0F1-468C-809C-C63ED113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5A8BB498-31DA-4955-9E4D-F99AC7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误差＝？</a:t>
            </a:r>
          </a:p>
        </p:txBody>
      </p:sp>
      <p:sp>
        <p:nvSpPr>
          <p:cNvPr id="23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A299A354-7A46-468A-BD80-43E340E7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24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DA4A4AA7-33D8-4773-9217-AF939CB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25" name="line">
            <a:extLst xmlns:a="http://schemas.openxmlformats.org/drawingml/2006/main">
              <a:ext uri="{FF2B5EF4-FFF2-40B4-BE49-F238E27FC236}">
                <a16:creationId xmlns:a16="http://schemas.microsoft.com/office/drawing/2014/main" id="{461CC944-A700-4AEA-B71D-0E47CC90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6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FEA5141-8BFC-4FCF-B023-C78F8817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27" name="line">
            <a:extLst xmlns:a="http://schemas.openxmlformats.org/drawingml/2006/main">
              <a:ext uri="{FF2B5EF4-FFF2-40B4-BE49-F238E27FC236}">
                <a16:creationId xmlns:a16="http://schemas.microsoft.com/office/drawing/2014/main" id="{9363A280-0A06-4028-A339-75B28DA6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EB1EFA3-136E-4CFD-975A-B07152F3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F6033348-01CB-417F-93AC-2ECB8743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746E70B-710B-4A76-9459-CA19BF36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31" name="line">
            <a:extLst xmlns:a="http://schemas.openxmlformats.org/drawingml/2006/main">
              <a:ext uri="{FF2B5EF4-FFF2-40B4-BE49-F238E27FC236}">
                <a16:creationId xmlns:a16="http://schemas.microsoft.com/office/drawing/2014/main" id="{2B888E7E-2B36-410F-AC1C-881557D8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EE8D7C70-CC28-490A-9F74-AFF185F5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33" name="inset-input">
            <a:extLst xmlns:a="http://schemas.openxmlformats.org/drawingml/2006/main">
              <a:ext uri="{FF2B5EF4-FFF2-40B4-BE49-F238E27FC236}">
                <a16:creationId xmlns:a16="http://schemas.microsoft.com/office/drawing/2014/main" id="{2660FD37-E006-4803-8230-A23A9CD9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4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67F0C20C-4EAA-4742-8740-37026EFC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5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65BDC262-CDBF-41F5-8D2E-6E59A585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36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A0B7FC6D-13D1-402D-8C80-812C7F57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−0.375</a:t>
            </a:r>
          </a:p>
        </p:txBody>
      </p:sp>
      <p:sp>
        <p:nvSpPr>
          <p:cNvPr id="37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34B7804-03ED-4E5D-96AD-D4A84D6C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8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CB75029-F477-4F33-8222-B2D02E82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95625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F228576-5898-4461-B7D5-CC650830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0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5E3A36A0-75E6-4298-A1BF-4327A770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误差＝？</a:t>
            </a:r>
          </a:p>
        </p:txBody>
      </p:sp>
    </p:spTree>
    <p:extLst>
      <p:ext uri="{BB962C8B-B14F-4D97-AF65-F5344CB8AC3E}">
        <p14:creationId xmlns:p14="http://schemas.microsoft.com/office/powerpoint/2010/main" val="7849704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op-rail">
            <a:extLst xmlns:a="http://schemas.openxmlformats.org/drawingml/2006/main">
              <a:ext uri="{FF2B5EF4-FFF2-40B4-BE49-F238E27FC236}">
                <a16:creationId xmlns:a16="http://schemas.microsoft.com/office/drawing/2014/main" id="{F32950EF-EC25-4534-A113-CD7538BA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6EAE72A-9397-457C-B630-370A60DC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816138F-36AA-4FC4-88E6-21B01195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同一个幅度，两次量化的误差各是多少？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0EB56E1-174A-4A8D-85F9-CC5ED027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局部放大：这里的横轴表示幅度，两图使用同一标尺。</a:t>
            </a:r>
          </a:p>
        </p:txBody>
      </p:sp>
      <p:sp>
        <p:nvSpPr>
          <p:cNvPr id="5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554DE229-F2AD-4459-B29B-47B0A060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CB84CBB8-1E73-4020-B4F8-83EB158C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E1E09A25-4F17-48D1-9A2B-CC2068E9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E92A658C-59AF-4429-A3E8-B5A239A3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0A8A4359-9092-4533-9942-43680AE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034730C-E3BA-4B58-9006-6265124F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343660D9-5F89-4DB4-B75D-8B88E384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6BCAEF75-E507-4569-9497-46F718B5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1E946338-6FB4-4C92-AA86-7D054B12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4" name="inset-scale">
            <a:extLst xmlns:a="http://schemas.openxmlformats.org/drawingml/2006/main">
              <a:ext uri="{FF2B5EF4-FFF2-40B4-BE49-F238E27FC236}">
                <a16:creationId xmlns:a16="http://schemas.microsoft.com/office/drawing/2014/main" id="{85BB433B-96AB-4080-942B-C502F727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15" name="inset-input">
            <a:extLst xmlns:a="http://schemas.openxmlformats.org/drawingml/2006/main">
              <a:ext uri="{FF2B5EF4-FFF2-40B4-BE49-F238E27FC236}">
                <a16:creationId xmlns:a16="http://schemas.microsoft.com/office/drawing/2014/main" id="{3BCB2931-9BCC-4D98-B565-49C1A29A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6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981204FD-ED5C-417D-B051-36784073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24A2CC55-8A4D-4628-94C1-0A769F61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18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352323FC-13EB-467A-9626-95C22A41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−0.25</a:t>
            </a:r>
          </a:p>
        </p:txBody>
      </p:sp>
      <p:sp>
        <p:nvSpPr>
          <p:cNvPr id="1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BC0EA67-D22A-460A-8E65-909C523C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inset-error">
            <a:extLst xmlns:a="http://schemas.openxmlformats.org/drawingml/2006/main">
              <a:ext uri="{FF2B5EF4-FFF2-40B4-BE49-F238E27FC236}">
                <a16:creationId xmlns:a16="http://schemas.microsoft.com/office/drawing/2014/main" id="{4659217A-645F-464C-B64C-3EA2AB89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95625"/>
            <a:ext cx="1733550" cy="9525"/>
          </a:xfrm>
          <a:custGeom xmlns:a="http://schemas.openxmlformats.org/drawingml/2006/main"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1" name="inset-error">
            <a:extLst xmlns:a="http://schemas.openxmlformats.org/drawingml/2006/main">
              <a:ext uri="{FF2B5EF4-FFF2-40B4-BE49-F238E27FC236}">
                <a16:creationId xmlns:a16="http://schemas.microsoft.com/office/drawing/2014/main" id="{D74FF6DF-F0F1-468C-809C-C63ED113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5A8BB498-31DA-4955-9E4D-F99AC7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 0.13</a:t>
            </a:r>
          </a:p>
        </p:txBody>
      </p:sp>
      <p:sp>
        <p:nvSpPr>
          <p:cNvPr id="23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A299A354-7A46-468A-BD80-43E340E7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24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DA4A4AA7-33D8-4773-9217-AF939CB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25" name="line">
            <a:extLst xmlns:a="http://schemas.openxmlformats.org/drawingml/2006/main">
              <a:ext uri="{FF2B5EF4-FFF2-40B4-BE49-F238E27FC236}">
                <a16:creationId xmlns:a16="http://schemas.microsoft.com/office/drawing/2014/main" id="{461CC944-A700-4AEA-B71D-0E47CC90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6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FEA5141-8BFC-4FCF-B023-C78F8817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27" name="line">
            <a:extLst xmlns:a="http://schemas.openxmlformats.org/drawingml/2006/main">
              <a:ext uri="{FF2B5EF4-FFF2-40B4-BE49-F238E27FC236}">
                <a16:creationId xmlns:a16="http://schemas.microsoft.com/office/drawing/2014/main" id="{9363A280-0A06-4028-A339-75B28DA6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EB1EFA3-136E-4CFD-975A-B07152F3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F6033348-01CB-417F-93AC-2ECB8743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746E70B-710B-4A76-9459-CA19BF36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31" name="line">
            <a:extLst xmlns:a="http://schemas.openxmlformats.org/drawingml/2006/main">
              <a:ext uri="{FF2B5EF4-FFF2-40B4-BE49-F238E27FC236}">
                <a16:creationId xmlns:a16="http://schemas.microsoft.com/office/drawing/2014/main" id="{2B888E7E-2B36-410F-AC1C-881557D8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EE8D7C70-CC28-490A-9F74-AFF185F5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33" name="inset-input">
            <a:extLst xmlns:a="http://schemas.openxmlformats.org/drawingml/2006/main">
              <a:ext uri="{FF2B5EF4-FFF2-40B4-BE49-F238E27FC236}">
                <a16:creationId xmlns:a16="http://schemas.microsoft.com/office/drawing/2014/main" id="{2660FD37-E006-4803-8230-A23A9CD9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4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67F0C20C-4EAA-4742-8740-37026EFC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5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65BDC262-CDBF-41F5-8D2E-6E59A585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36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A0B7FC6D-13D1-402D-8C80-812C7F57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−0.375</a:t>
            </a:r>
          </a:p>
        </p:txBody>
      </p:sp>
      <p:sp>
        <p:nvSpPr>
          <p:cNvPr id="37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34B7804-03ED-4E5D-96AD-D4A84D6C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8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CB75029-F477-4F33-8222-B2D02E82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95625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F228576-5898-4461-B7D5-CC650830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0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5E3A36A0-75E6-4298-A1BF-4327A770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 0.005</a:t>
            </a:r>
          </a:p>
        </p:txBody>
      </p:sp>
      <p:sp>
        <p:nvSpPr>
          <p:cNvPr id="41" name="answer-1">
            <a:extLst xmlns:a="http://schemas.openxmlformats.org/drawingml/2006/main">
              <a:ext uri="{FF2B5EF4-FFF2-40B4-BE49-F238E27FC236}">
                <a16:creationId xmlns:a16="http://schemas.microsoft.com/office/drawing/2014/main" id="{94536645-73CC-4447-A4FD-3C77C488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本例：0.13 与 0.005。</a:t>
            </a:r>
          </a:p>
        </p:txBody>
      </p:sp>
      <p:sp>
        <p:nvSpPr>
          <p:cNvPr id="42" name="answer-2">
            <a:extLst xmlns:a="http://schemas.openxmlformats.org/drawingml/2006/main">
              <a:ext uri="{FF2B5EF4-FFF2-40B4-BE49-F238E27FC236}">
                <a16:creationId xmlns:a16="http://schemas.microsoft.com/office/drawing/2014/main" id="{E5F39F23-70F7-4B79-9503-D6E6237D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固定范围均匀量化：步长减小，误差上界减小。</a:t>
            </a:r>
          </a:p>
        </p:txBody>
      </p:sp>
    </p:spTree>
    <p:extLst>
      <p:ext uri="{BB962C8B-B14F-4D97-AF65-F5344CB8AC3E}">
        <p14:creationId xmlns:p14="http://schemas.microsoft.com/office/powerpoint/2010/main" val="7849704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">
            <a:extLst xmlns:a="http://schemas.openxmlformats.org/drawingml/2006/main">
              <a:ext uri="{FF2B5EF4-FFF2-40B4-BE49-F238E27FC236}">
                <a16:creationId xmlns:a16="http://schemas.microsoft.com/office/drawing/2014/main" id="{E21C0432-0E18-444B-A915-AB50F8D4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160EC95-5D43-44CC-8B4C-BA88E077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787249C-A733-4477-8902-54B3B916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量化增加了哪些幅度选择？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27F5C7CF-EDFC-4384-A9DD-28DEBA3E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8743F12B-C390-4FFD-BF17-A70E088C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6F21F8C2-F5C3-464D-90E4-E52CE696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E3860ACD-BC8D-43C8-B200-04829A8D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12556CBE-4F2E-4159-98AD-CF067A89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10433AF9-CAA5-46F1-AB33-121557F5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2382CB3D-B6F4-4911-9EAF-BFA92163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857AAFAE-A6BC-4297-9E4E-11C6B80C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00824EB5-01D1-44EB-9506-C9AFDB05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61537ED9-1170-44D4-824F-83445E3C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8C8E101F-962B-42C3-AA9F-A394F8D9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</p:spTree>
    <p:extLst>
      <p:ext uri="{BB962C8B-B14F-4D97-AF65-F5344CB8AC3E}">
        <p14:creationId xmlns:p14="http://schemas.microsoft.com/office/powerpoint/2010/main" val="16712222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">
            <a:extLst xmlns:a="http://schemas.openxmlformats.org/drawingml/2006/main">
              <a:ext uri="{FF2B5EF4-FFF2-40B4-BE49-F238E27FC236}">
                <a16:creationId xmlns:a16="http://schemas.microsoft.com/office/drawing/2014/main" id="{E21C0432-0E18-444B-A915-AB50F8D4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160EC95-5D43-44CC-8B4C-BA88E077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787249C-A733-4477-8902-54B3B916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量化增加了哪些幅度选择？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27F5C7CF-EDFC-4384-A9DD-28DEBA3E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8743F12B-C390-4FFD-BF17-A70E088C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6F21F8C2-F5C3-464D-90E4-E52CE696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E3860ACD-BC8D-43C8-B200-04829A8D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12556CBE-4F2E-4159-98AD-CF067A89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10433AF9-CAA5-46F1-AB33-121557F5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2382CB3D-B6F4-4911-9EAF-BFA92163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857AAFAE-A6BC-4297-9E4E-11C6B80C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00824EB5-01D1-44EB-9506-C9AFDB05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61537ED9-1170-44D4-824F-83445E3C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8C8E101F-962B-42C3-AA9F-A394F8D9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8A413398-ADBD-48FB-AD19-63D1A412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C2B087F5-873D-4B3E-BE0A-D4AC7EE9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43382BEC-22C4-488D-BF65-B1E218B9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7C4B1F1C-AED3-46D9-9727-A3982572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5715DF67-1892-40B2-AD79-D71F5BE6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292A12E4-FEDD-4B11-A481-4B3113C5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4BC479B9-3FD5-4CC3-918F-003F793C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DF63444A-ED71-40DD-AEEA-8F394498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E9334E9E-336C-4CEC-8B12-0F6EB7B1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ADE06CA5-7C49-4C0C-A4D5-75394D08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194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25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31CC8EC2-B656-4A0E-ADF1-E4D5E667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527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16712222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">
            <a:extLst xmlns:a="http://schemas.openxmlformats.org/drawingml/2006/main">
              <a:ext uri="{FF2B5EF4-FFF2-40B4-BE49-F238E27FC236}">
                <a16:creationId xmlns:a16="http://schemas.microsoft.com/office/drawing/2014/main" id="{061AD55C-1CE0-4F44-8066-ECAB3CB1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59D32A0-C2A6-4742-8DC0-9AE9153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98481AD-58B8-4F80-B5A9-E50E5859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804C9C02-777E-4A46-A36A-7AB5E202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502AC787-140F-4495-9A57-AEC99390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283E1CF-6493-42F4-82B7-7B6F8055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70B2B8A-EA64-4204-8EFC-7DADD5F5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27724A8E-7954-43A2-A24A-F81DB39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E870DEE-7FC0-409F-8FC3-E48F3103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96F3660-4BB1-4106-A0E6-4872FC44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9BE1D1A-90F0-42A3-916A-F5CFC25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3AC2BA5-AA30-40EC-B48F-02E9B5B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5C91493C-681C-4C0A-91D6-EF993E5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8E8E4A4-E182-4D50-B7F5-0EBAB715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859EA96C-6C2B-43A0-9AC4-91494E87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1AAE9B5-07C0-494E-B106-9DFCFD7C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EE0CB3C-9F6A-4FD3-93A6-505440A2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470F84A4-11D0-4402-9B05-88C1A6A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</p:spTree>
    <p:extLst>
      <p:ext uri="{BB962C8B-B14F-4D97-AF65-F5344CB8AC3E}">
        <p14:creationId xmlns:p14="http://schemas.microsoft.com/office/powerpoint/2010/main" val="10865884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-rail">
            <a:extLst xmlns:a="http://schemas.openxmlformats.org/drawingml/2006/main">
              <a:ext uri="{FF2B5EF4-FFF2-40B4-BE49-F238E27FC236}">
                <a16:creationId xmlns:a16="http://schemas.microsoft.com/office/drawing/2014/main" id="{061AD55C-1CE0-4F44-8066-ECAB3CB1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59D32A0-C2A6-4742-8DC0-9AE9153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98481AD-58B8-4F80-B5A9-E50E5859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804C9C02-777E-4A46-A36A-7AB5E202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502AC787-140F-4495-9A57-AEC99390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283E1CF-6493-42F4-82B7-7B6F8055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70B2B8A-EA64-4204-8EFC-7DADD5F5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27724A8E-7954-43A2-A24A-F81DB39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E870DEE-7FC0-409F-8FC3-E48F3103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96F3660-4BB1-4106-A0E6-4872FC44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9BE1D1A-90F0-42A3-916A-F5CFC25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3AC2BA5-AA30-40EC-B48F-02E9B5B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5C91493C-681C-4C0A-91D6-EF993E5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8E8E4A4-E182-4D50-B7F5-0EBAB715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859EA96C-6C2B-43A0-9AC4-91494E87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1AAE9B5-07C0-494E-B106-9DFCFD7C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EE0CB3C-9F6A-4FD3-93A6-505440A2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470F84A4-11D0-4402-9B05-88C1A6A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  <p:sp>
        <p:nvSpPr>
          <p:cNvPr id="19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0353603-9B61-40F6-9515-C61C6D88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0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FB81016-750A-4CDA-8DA0-144B926F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1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74D28BE3-BC08-4228-B4AD-5753B728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FC705E8D-073E-4091-87E7-AA68014A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3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5F19620E-139C-406A-A179-0C06729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6985C950-A80B-479F-A2BF-CFB9338B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5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088EE125-8C9B-46F9-BD17-63080891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6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C6653C7-F81C-423C-AF5D-BF0E8773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7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03963C0-8CEE-440A-89F1-0BE3826F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8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7FE6B29-71B5-4E2F-B108-ACAB40F9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9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D68E89EF-E75E-4617-8E8D-6674267F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0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BF774DE-9C0E-4921-AA28-5D78DE92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1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CD22C2B3-2064-441A-B9CF-4D94FFE8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2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83173911-5606-4C66-837F-62CFA670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3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1883E3E2-4DDA-4389-A5F0-FD022E16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4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0DDEF326-FDFD-4DC5-B52B-69777EB4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5" name="four-level-answer">
            <a:extLst xmlns:a="http://schemas.openxmlformats.org/drawingml/2006/main">
              <a:ext uri="{FF2B5EF4-FFF2-40B4-BE49-F238E27FC236}">
                <a16:creationId xmlns:a16="http://schemas.microsoft.com/office/drawing/2014/main" id="{B02F65A6-DD9A-46F8-907B-02E2308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4级 → 2 bit</a:t>
            </a:r>
          </a:p>
        </p:txBody>
      </p:sp>
    </p:spTree>
    <p:extLst>
      <p:ext uri="{BB962C8B-B14F-4D97-AF65-F5344CB8AC3E}">
        <p14:creationId xmlns:p14="http://schemas.microsoft.com/office/powerpoint/2010/main" val="10865884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top-rail">
            <a:extLst xmlns:a="http://schemas.openxmlformats.org/drawingml/2006/main">
              <a:ext uri="{FF2B5EF4-FFF2-40B4-BE49-F238E27FC236}">
                <a16:creationId xmlns:a16="http://schemas.microsoft.com/office/drawing/2014/main" id="{061AD55C-1CE0-4F44-8066-ECAB3CB1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59D32A0-C2A6-4742-8DC0-9AE9153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98481AD-58B8-4F80-B5A9-E50E5859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804C9C02-777E-4A46-A36A-7AB5E202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502AC787-140F-4495-9A57-AEC99390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283E1CF-6493-42F4-82B7-7B6F8055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70B2B8A-EA64-4204-8EFC-7DADD5F5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27724A8E-7954-43A2-A24A-F81DB39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E870DEE-7FC0-409F-8FC3-E48F3103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96F3660-4BB1-4106-A0E6-4872FC44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9BE1D1A-90F0-42A3-916A-F5CFC25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3AC2BA5-AA30-40EC-B48F-02E9B5B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5C91493C-681C-4C0A-91D6-EF993E5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8E8E4A4-E182-4D50-B7F5-0EBAB715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859EA96C-6C2B-43A0-9AC4-91494E87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1AAE9B5-07C0-494E-B106-9DFCFD7C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EE0CB3C-9F6A-4FD3-93A6-505440A2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470F84A4-11D0-4402-9B05-88C1A6A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  <p:sp>
        <p:nvSpPr>
          <p:cNvPr id="19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0353603-9B61-40F6-9515-C61C6D88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0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FB81016-750A-4CDA-8DA0-144B926F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1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74D28BE3-BC08-4228-B4AD-5753B728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FC705E8D-073E-4091-87E7-AA68014A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3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5F19620E-139C-406A-A179-0C06729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6985C950-A80B-479F-A2BF-CFB9338B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5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088EE125-8C9B-46F9-BD17-63080891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6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C6653C7-F81C-423C-AF5D-BF0E8773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7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03963C0-8CEE-440A-89F1-0BE3826F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8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7FE6B29-71B5-4E2F-B108-ACAB40F9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9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D68E89EF-E75E-4617-8E8D-6674267F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0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BF774DE-9C0E-4921-AA28-5D78DE92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1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CD22C2B3-2064-441A-B9CF-4D94FFE8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2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83173911-5606-4C66-837F-62CFA670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3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1883E3E2-4DDA-4389-A5F0-FD022E16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4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0DDEF326-FDFD-4DC5-B52B-69777EB4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5" name="four-level-answer">
            <a:extLst xmlns:a="http://schemas.openxmlformats.org/drawingml/2006/main">
              <a:ext uri="{FF2B5EF4-FFF2-40B4-BE49-F238E27FC236}">
                <a16:creationId xmlns:a16="http://schemas.microsoft.com/office/drawing/2014/main" id="{B02F65A6-DD9A-46F8-907B-02E2308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4级 → 2 bit</a:t>
            </a:r>
          </a:p>
        </p:txBody>
      </p:sp>
      <p:sp>
        <p:nvSpPr>
          <p:cNvPr id="36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646C4243-1248-4035-A48B-47520CD7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7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824B75AB-C5DD-4BC8-8975-CE25E3C8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8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60F74A0C-47ED-4E14-BD1D-8D76F3A8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9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1DC8A7FA-C011-4DD3-89EC-CAE4512E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B42EF9BD-6E5D-4840-8A78-8723C5B6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1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DBF49BC0-3A2D-4E4C-8268-907AD61F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2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666EBCB0-5977-460E-9E9C-338E51D6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3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42D86F2-6669-48C1-9BC5-1D760423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4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88B48C01-D543-4D78-96AF-BD7CABE7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5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8A9BDC67-EB1D-42BC-81C7-76E0CB6E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6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1EB5515E-79C1-45B9-A951-ABC6B7F1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7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EC7AD6EA-4D04-4FD1-8322-5B533CF2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8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03BB106B-7DD9-4BCF-9694-8CEC4A43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9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502D751F-263D-461A-9518-697DAB9B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0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49366ECB-F6AE-45F2-8F1D-2F91FB03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C829E24-2AB9-4C31-AFEA-360DC33D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52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85990F3A-9073-4832-A008-48CA22A2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3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25B41613-65CB-4165-BA9E-4E367D2F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4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3EAACE12-86C5-41D7-BC8C-000477E5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5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324EE759-38BF-4C6D-8796-54534E60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6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BE48CE0B-585D-465F-9783-52424743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7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EA9EBE0-D483-4CEF-893F-AD9B0340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58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FB47156C-742E-4226-B730-1B7EA85D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9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B51A831C-CEB5-40F2-BF9C-347C8E75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60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45F7AE33-93C2-44EB-A4E6-F60C3697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1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BB3F7910-E800-4E91-A386-39B0E211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62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DA9C25B6-F8AA-49EA-832A-0D3A22CF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3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3662E945-3991-4656-900E-63F3CC75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4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4AC962A5-C644-49EF-AEF0-EC1F17C1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5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6DF28B26-F964-4792-8A9F-6FC803ED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6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EA4A0C5E-E3E4-401D-A014-506DB11D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7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6BFDB5E7-E457-4B3E-A2BB-D229528E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68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BE8DFD2A-314F-4EE8-8D6F-CFD72B32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9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6BD43A62-B54F-4882-AE64-143DB6DA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70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ED983CF8-4550-435E-87F3-E41BF5F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1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B32D4AB1-C667-4235-85CA-919CEA2F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2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30BA9C15-CDF7-4715-AC7A-38432DF2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3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E7E73A4B-86C1-44EE-8046-2A72950B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4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BCA03222-65BC-4B25-9F75-61A5E189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5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DFB9F409-AD33-408C-BE6D-61A5A469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6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3C1CFDAD-A82A-4D61-8E0C-D34A0260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7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165C6D88-3D43-4837-9A59-871C77D5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78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24D8A43A-5CA3-4474-BBD5-40681FE5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EE47D915-3C3C-4495-830F-B93AB77F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0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6F430C13-E7FA-460E-8917-E39B0085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6BF3A36A-653E-4384-86DC-962019B0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2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55224628-4C5F-43BB-8AC2-90103AE3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3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F9913027-986B-4549-B711-6741A7EC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4" name="eight-level-answer">
            <a:extLst xmlns:a="http://schemas.openxmlformats.org/drawingml/2006/main">
              <a:ext uri="{FF2B5EF4-FFF2-40B4-BE49-F238E27FC236}">
                <a16:creationId xmlns:a16="http://schemas.microsoft.com/office/drawing/2014/main" id="{EB15138F-14A0-4AA5-B5C9-EA80F3D6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673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8级 → 3 bit</a:t>
            </a:r>
          </a:p>
        </p:txBody>
      </p:sp>
      <p:sp>
        <p:nvSpPr>
          <p:cNvPr id="85" name="code-capacity">
            <a:extLst xmlns:a="http://schemas.openxmlformats.org/drawingml/2006/main">
              <a:ext uri="{FF2B5EF4-FFF2-40B4-BE49-F238E27FC236}">
                <a16:creationId xmlns:a16="http://schemas.microsoft.com/office/drawing/2014/main" id="{AD52FE4E-BC3C-4412-BC9C-E41390C1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n bit可提供2的n次方个码字。</a:t>
            </a:r>
          </a:p>
        </p:txBody>
      </p:sp>
    </p:spTree>
    <p:extLst>
      <p:ext uri="{BB962C8B-B14F-4D97-AF65-F5344CB8AC3E}">
        <p14:creationId xmlns:p14="http://schemas.microsoft.com/office/powerpoint/2010/main" val="10865884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top-rail">
            <a:extLst xmlns:a="http://schemas.openxmlformats.org/drawingml/2006/main">
              <a:ext uri="{FF2B5EF4-FFF2-40B4-BE49-F238E27FC236}">
                <a16:creationId xmlns:a16="http://schemas.microsoft.com/office/drawing/2014/main" id="{C2303D52-0B95-4DED-82AC-37D3F94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3A1B4F1-5E95-4643-8660-DC282987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F1000E7-B135-473E-AD62-55D98331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这10个样本，怎样写成等长码字？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B584627-2C9E-4534-B063-257512D2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点旁为等级编号；8级，每个样本使用3 bit码字。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E177506-C3E7-4BC6-B4FC-8ADC1DED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35016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FC224A1-928F-4387-AD3F-BC8BACC6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20716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AA57CC3-F528-4EFD-B33F-99238EEF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27847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8B3C6C2-817F-427A-9371-AD31C21F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13547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6EFE8974-1663-4C16-B74B-6B14D873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2490EE9-8830-40AF-BE5B-722744C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0637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D2D2773-21A3-42A0-A471-F580CBB3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13509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0FB97B8-3E34-49EA-9047-1866FE07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99209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13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3B96E0E-3307-48BA-A9EE-202EFC05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06341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3B37DFC-ECBA-475B-8E44-FC4BDD28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2041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28F2425-77C6-4BFD-B119-9916F0AD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99172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6BBA5F8-2B83-48F8-895F-D2DFAA2B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784872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1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740B7319-6F56-46B3-AC88-D3784A91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92003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08D02A9C-13B8-4CD9-A624-BD25FBB1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7770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1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79EECCFA-1141-4CE3-819E-ADE3B04C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84834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2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818A1A11-A2B9-4221-8A49-E09C361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70534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21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2A3A9A1-F914-4AFF-93AB-2B5A4F36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66950"/>
            <a:ext cx="9525" cy="1847850"/>
          </a:xfrm>
          <a:custGeom xmlns:a="http://schemas.openxmlformats.org/drawingml/2006/main">
            <a:pathLst>
              <a:path w="9525" h="1847850">
                <a:moveTo>
                  <a:pt x="0" y="0"/>
                </a:moveTo>
                <a:lnTo>
                  <a:pt x="0" y="18478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2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C3367015-99A8-4D94-8930-DAD919AC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09925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3" name="time-axis">
            <a:extLst xmlns:a="http://schemas.openxmlformats.org/drawingml/2006/main">
              <a:ext uri="{FF2B5EF4-FFF2-40B4-BE49-F238E27FC236}">
                <a16:creationId xmlns:a16="http://schemas.microsoft.com/office/drawing/2014/main" id="{41302756-ED90-457C-9835-52B0730B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4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16BE488-954E-4BFD-8F2B-73287CF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23202"/>
            <a:ext cx="9144000" cy="1381588"/>
          </a:xfrm>
          <a:custGeom xmlns:a="http://schemas.openxmlformats.org/drawingml/2006/main">
            <a:pathLst>
              <a:path w="9144000" h="1381588">
                <a:moveTo>
                  <a:pt x="0" y="1101620"/>
                </a:moveTo>
                <a:lnTo>
                  <a:pt x="45720" y="1090488"/>
                </a:lnTo>
                <a:lnTo>
                  <a:pt x="91440" y="1077862"/>
                </a:lnTo>
                <a:lnTo>
                  <a:pt x="137160" y="1063823"/>
                </a:lnTo>
                <a:lnTo>
                  <a:pt x="182880" y="1048452"/>
                </a:lnTo>
                <a:lnTo>
                  <a:pt x="228600" y="1031830"/>
                </a:lnTo>
                <a:lnTo>
                  <a:pt x="274320" y="1014037"/>
                </a:lnTo>
                <a:lnTo>
                  <a:pt x="320040" y="995155"/>
                </a:lnTo>
                <a:lnTo>
                  <a:pt x="365760" y="975263"/>
                </a:lnTo>
                <a:lnTo>
                  <a:pt x="411480" y="954444"/>
                </a:lnTo>
                <a:lnTo>
                  <a:pt x="457200" y="932777"/>
                </a:lnTo>
                <a:lnTo>
                  <a:pt x="502920" y="910344"/>
                </a:lnTo>
                <a:lnTo>
                  <a:pt x="548640" y="887225"/>
                </a:lnTo>
                <a:lnTo>
                  <a:pt x="594360" y="863501"/>
                </a:lnTo>
                <a:lnTo>
                  <a:pt x="640080" y="839253"/>
                </a:lnTo>
                <a:lnTo>
                  <a:pt x="685800" y="814562"/>
                </a:lnTo>
                <a:lnTo>
                  <a:pt x="731520" y="789508"/>
                </a:lnTo>
                <a:lnTo>
                  <a:pt x="777240" y="764172"/>
                </a:lnTo>
                <a:lnTo>
                  <a:pt x="822960" y="738635"/>
                </a:lnTo>
                <a:lnTo>
                  <a:pt x="868680" y="712979"/>
                </a:lnTo>
                <a:lnTo>
                  <a:pt x="914400" y="687282"/>
                </a:lnTo>
                <a:lnTo>
                  <a:pt x="960120" y="660430"/>
                </a:lnTo>
                <a:lnTo>
                  <a:pt x="1005840" y="631442"/>
                </a:lnTo>
                <a:lnTo>
                  <a:pt x="1051560" y="600609"/>
                </a:lnTo>
                <a:lnTo>
                  <a:pt x="1097280" y="568218"/>
                </a:lnTo>
                <a:lnTo>
                  <a:pt x="1143000" y="534560"/>
                </a:lnTo>
                <a:lnTo>
                  <a:pt x="1188720" y="499923"/>
                </a:lnTo>
                <a:lnTo>
                  <a:pt x="1234440" y="464596"/>
                </a:lnTo>
                <a:lnTo>
                  <a:pt x="1280160" y="428868"/>
                </a:lnTo>
                <a:lnTo>
                  <a:pt x="1325880" y="393029"/>
                </a:lnTo>
                <a:lnTo>
                  <a:pt x="1371600" y="357366"/>
                </a:lnTo>
                <a:lnTo>
                  <a:pt x="1417320" y="322170"/>
                </a:lnTo>
                <a:lnTo>
                  <a:pt x="1463040" y="287728"/>
                </a:lnTo>
                <a:lnTo>
                  <a:pt x="1508760" y="254331"/>
                </a:lnTo>
                <a:lnTo>
                  <a:pt x="1554480" y="222267"/>
                </a:lnTo>
                <a:lnTo>
                  <a:pt x="1600200" y="191825"/>
                </a:lnTo>
                <a:lnTo>
                  <a:pt x="1645920" y="163295"/>
                </a:lnTo>
                <a:lnTo>
                  <a:pt x="1691640" y="136964"/>
                </a:lnTo>
                <a:lnTo>
                  <a:pt x="1737360" y="113122"/>
                </a:lnTo>
                <a:lnTo>
                  <a:pt x="1783080" y="92059"/>
                </a:lnTo>
                <a:lnTo>
                  <a:pt x="1828800" y="74063"/>
                </a:lnTo>
                <a:lnTo>
                  <a:pt x="1874520" y="58756"/>
                </a:lnTo>
                <a:lnTo>
                  <a:pt x="1920240" y="45494"/>
                </a:lnTo>
                <a:lnTo>
                  <a:pt x="1965960" y="34170"/>
                </a:lnTo>
                <a:lnTo>
                  <a:pt x="2011680" y="24674"/>
                </a:lnTo>
                <a:lnTo>
                  <a:pt x="2057400" y="16897"/>
                </a:lnTo>
                <a:lnTo>
                  <a:pt x="2103120" y="10731"/>
                </a:lnTo>
                <a:lnTo>
                  <a:pt x="2148840" y="6067"/>
                </a:lnTo>
                <a:lnTo>
                  <a:pt x="2194560" y="2797"/>
                </a:lnTo>
                <a:lnTo>
                  <a:pt x="2240280" y="811"/>
                </a:lnTo>
                <a:lnTo>
                  <a:pt x="2286000" y="0"/>
                </a:lnTo>
                <a:lnTo>
                  <a:pt x="2331720" y="256"/>
                </a:lnTo>
                <a:lnTo>
                  <a:pt x="2377440" y="1471"/>
                </a:lnTo>
                <a:lnTo>
                  <a:pt x="2423160" y="3535"/>
                </a:lnTo>
                <a:lnTo>
                  <a:pt x="2468880" y="6339"/>
                </a:lnTo>
                <a:lnTo>
                  <a:pt x="2514600" y="9776"/>
                </a:lnTo>
                <a:lnTo>
                  <a:pt x="2560320" y="13735"/>
                </a:lnTo>
                <a:lnTo>
                  <a:pt x="2606040" y="18109"/>
                </a:lnTo>
                <a:lnTo>
                  <a:pt x="2651760" y="22789"/>
                </a:lnTo>
                <a:lnTo>
                  <a:pt x="2697480" y="27665"/>
                </a:lnTo>
                <a:lnTo>
                  <a:pt x="2743200" y="32629"/>
                </a:lnTo>
                <a:lnTo>
                  <a:pt x="2788920" y="38042"/>
                </a:lnTo>
                <a:lnTo>
                  <a:pt x="2834640" y="44318"/>
                </a:lnTo>
                <a:lnTo>
                  <a:pt x="2880360" y="51428"/>
                </a:lnTo>
                <a:lnTo>
                  <a:pt x="2926080" y="59346"/>
                </a:lnTo>
                <a:lnTo>
                  <a:pt x="2971800" y="68042"/>
                </a:lnTo>
                <a:lnTo>
                  <a:pt x="3017520" y="77489"/>
                </a:lnTo>
                <a:lnTo>
                  <a:pt x="3063240" y="87660"/>
                </a:lnTo>
                <a:lnTo>
                  <a:pt x="3108960" y="98525"/>
                </a:lnTo>
                <a:lnTo>
                  <a:pt x="3154680" y="110058"/>
                </a:lnTo>
                <a:lnTo>
                  <a:pt x="3200400" y="122230"/>
                </a:lnTo>
                <a:lnTo>
                  <a:pt x="3246120" y="135012"/>
                </a:lnTo>
                <a:lnTo>
                  <a:pt x="3291840" y="148378"/>
                </a:lnTo>
                <a:lnTo>
                  <a:pt x="3337560" y="162300"/>
                </a:lnTo>
                <a:lnTo>
                  <a:pt x="3383280" y="176748"/>
                </a:lnTo>
                <a:lnTo>
                  <a:pt x="3429000" y="191696"/>
                </a:lnTo>
                <a:lnTo>
                  <a:pt x="3474720" y="207115"/>
                </a:lnTo>
                <a:lnTo>
                  <a:pt x="3520440" y="222977"/>
                </a:lnTo>
                <a:lnTo>
                  <a:pt x="3566160" y="239255"/>
                </a:lnTo>
                <a:lnTo>
                  <a:pt x="3611880" y="255920"/>
                </a:lnTo>
                <a:lnTo>
                  <a:pt x="3657600" y="272945"/>
                </a:lnTo>
                <a:lnTo>
                  <a:pt x="3703320" y="290724"/>
                </a:lnTo>
                <a:lnTo>
                  <a:pt x="3749040" y="309601"/>
                </a:lnTo>
                <a:lnTo>
                  <a:pt x="3794760" y="329475"/>
                </a:lnTo>
                <a:lnTo>
                  <a:pt x="3840480" y="350244"/>
                </a:lnTo>
                <a:lnTo>
                  <a:pt x="3886200" y="371803"/>
                </a:lnTo>
                <a:lnTo>
                  <a:pt x="3931920" y="394052"/>
                </a:lnTo>
                <a:lnTo>
                  <a:pt x="3977640" y="416886"/>
                </a:lnTo>
                <a:lnTo>
                  <a:pt x="4023360" y="440205"/>
                </a:lnTo>
                <a:lnTo>
                  <a:pt x="4069080" y="463904"/>
                </a:lnTo>
                <a:lnTo>
                  <a:pt x="4114800" y="487882"/>
                </a:lnTo>
                <a:lnTo>
                  <a:pt x="4160520" y="512037"/>
                </a:lnTo>
                <a:lnTo>
                  <a:pt x="4206240" y="536265"/>
                </a:lnTo>
                <a:lnTo>
                  <a:pt x="4251960" y="560463"/>
                </a:lnTo>
                <a:lnTo>
                  <a:pt x="4297680" y="584531"/>
                </a:lnTo>
                <a:lnTo>
                  <a:pt x="4343400" y="608364"/>
                </a:lnTo>
                <a:lnTo>
                  <a:pt x="4389120" y="631861"/>
                </a:lnTo>
                <a:lnTo>
                  <a:pt x="4434840" y="654918"/>
                </a:lnTo>
                <a:lnTo>
                  <a:pt x="4480560" y="677434"/>
                </a:lnTo>
                <a:lnTo>
                  <a:pt x="4526280" y="699305"/>
                </a:lnTo>
                <a:lnTo>
                  <a:pt x="4572000" y="720429"/>
                </a:lnTo>
                <a:lnTo>
                  <a:pt x="4617720" y="741359"/>
                </a:lnTo>
                <a:lnTo>
                  <a:pt x="4663440" y="762650"/>
                </a:lnTo>
                <a:lnTo>
                  <a:pt x="4709160" y="784211"/>
                </a:lnTo>
                <a:lnTo>
                  <a:pt x="4754880" y="805949"/>
                </a:lnTo>
                <a:lnTo>
                  <a:pt x="4800600" y="827769"/>
                </a:lnTo>
                <a:lnTo>
                  <a:pt x="4846320" y="849578"/>
                </a:lnTo>
                <a:lnTo>
                  <a:pt x="4892040" y="871284"/>
                </a:lnTo>
                <a:lnTo>
                  <a:pt x="4937760" y="892794"/>
                </a:lnTo>
                <a:lnTo>
                  <a:pt x="4983480" y="914013"/>
                </a:lnTo>
                <a:lnTo>
                  <a:pt x="5029200" y="934849"/>
                </a:lnTo>
                <a:lnTo>
                  <a:pt x="5074920" y="955208"/>
                </a:lnTo>
                <a:lnTo>
                  <a:pt x="5120640" y="974998"/>
                </a:lnTo>
                <a:lnTo>
                  <a:pt x="5166360" y="994125"/>
                </a:lnTo>
                <a:lnTo>
                  <a:pt x="5212080" y="1012496"/>
                </a:lnTo>
                <a:lnTo>
                  <a:pt x="5257800" y="1030017"/>
                </a:lnTo>
                <a:lnTo>
                  <a:pt x="5303520" y="1046596"/>
                </a:lnTo>
                <a:lnTo>
                  <a:pt x="5349240" y="1062139"/>
                </a:lnTo>
                <a:lnTo>
                  <a:pt x="5394960" y="1076552"/>
                </a:lnTo>
                <a:lnTo>
                  <a:pt x="5440680" y="1089744"/>
                </a:lnTo>
                <a:lnTo>
                  <a:pt x="5486400" y="1101620"/>
                </a:lnTo>
                <a:lnTo>
                  <a:pt x="5532120" y="1111872"/>
                </a:lnTo>
                <a:lnTo>
                  <a:pt x="5577840" y="1120369"/>
                </a:lnTo>
                <a:lnTo>
                  <a:pt x="5623560" y="1127280"/>
                </a:lnTo>
                <a:lnTo>
                  <a:pt x="5669280" y="1132778"/>
                </a:lnTo>
                <a:lnTo>
                  <a:pt x="5715000" y="1137033"/>
                </a:lnTo>
                <a:lnTo>
                  <a:pt x="5760720" y="1140215"/>
                </a:lnTo>
                <a:lnTo>
                  <a:pt x="5806440" y="1142497"/>
                </a:lnTo>
                <a:lnTo>
                  <a:pt x="5852160" y="1144048"/>
                </a:lnTo>
                <a:lnTo>
                  <a:pt x="5897880" y="1145040"/>
                </a:lnTo>
                <a:lnTo>
                  <a:pt x="5943600" y="1145643"/>
                </a:lnTo>
                <a:lnTo>
                  <a:pt x="5989320" y="1146029"/>
                </a:lnTo>
                <a:lnTo>
                  <a:pt x="6035040" y="1146368"/>
                </a:lnTo>
                <a:lnTo>
                  <a:pt x="6080760" y="1146832"/>
                </a:lnTo>
                <a:lnTo>
                  <a:pt x="6126480" y="1147591"/>
                </a:lnTo>
                <a:lnTo>
                  <a:pt x="6172200" y="1148815"/>
                </a:lnTo>
                <a:lnTo>
                  <a:pt x="6217920" y="1150677"/>
                </a:lnTo>
                <a:lnTo>
                  <a:pt x="6263640" y="1153347"/>
                </a:lnTo>
                <a:lnTo>
                  <a:pt x="6309360" y="1156996"/>
                </a:lnTo>
                <a:lnTo>
                  <a:pt x="6355080" y="1161795"/>
                </a:lnTo>
                <a:lnTo>
                  <a:pt x="6400800" y="1167914"/>
                </a:lnTo>
                <a:lnTo>
                  <a:pt x="6446520" y="1175911"/>
                </a:lnTo>
                <a:lnTo>
                  <a:pt x="6492240" y="1186020"/>
                </a:lnTo>
                <a:lnTo>
                  <a:pt x="6537960" y="1197933"/>
                </a:lnTo>
                <a:lnTo>
                  <a:pt x="6583680" y="1211336"/>
                </a:lnTo>
                <a:lnTo>
                  <a:pt x="6629400" y="1225921"/>
                </a:lnTo>
                <a:lnTo>
                  <a:pt x="6675120" y="1241376"/>
                </a:lnTo>
                <a:lnTo>
                  <a:pt x="6720840" y="1257390"/>
                </a:lnTo>
                <a:lnTo>
                  <a:pt x="6766560" y="1273653"/>
                </a:lnTo>
                <a:lnTo>
                  <a:pt x="6812280" y="1289853"/>
                </a:lnTo>
                <a:lnTo>
                  <a:pt x="6858000" y="1305681"/>
                </a:lnTo>
                <a:lnTo>
                  <a:pt x="6903720" y="1320825"/>
                </a:lnTo>
                <a:lnTo>
                  <a:pt x="6949440" y="1334975"/>
                </a:lnTo>
                <a:lnTo>
                  <a:pt x="6995160" y="1347819"/>
                </a:lnTo>
                <a:lnTo>
                  <a:pt x="7040880" y="1359048"/>
                </a:lnTo>
                <a:lnTo>
                  <a:pt x="7086600" y="1368350"/>
                </a:lnTo>
                <a:lnTo>
                  <a:pt x="7132320" y="1375414"/>
                </a:lnTo>
                <a:lnTo>
                  <a:pt x="7178040" y="1379930"/>
                </a:lnTo>
                <a:lnTo>
                  <a:pt x="7223760" y="1381588"/>
                </a:lnTo>
                <a:lnTo>
                  <a:pt x="7269480" y="1380075"/>
                </a:lnTo>
                <a:lnTo>
                  <a:pt x="7315200" y="1375083"/>
                </a:lnTo>
                <a:lnTo>
                  <a:pt x="7360920" y="1366245"/>
                </a:lnTo>
                <a:lnTo>
                  <a:pt x="7406640" y="1353645"/>
                </a:lnTo>
                <a:lnTo>
                  <a:pt x="7452360" y="1337643"/>
                </a:lnTo>
                <a:lnTo>
                  <a:pt x="7498080" y="1318600"/>
                </a:lnTo>
                <a:lnTo>
                  <a:pt x="7543800" y="1296876"/>
                </a:lnTo>
                <a:lnTo>
                  <a:pt x="7589520" y="1272832"/>
                </a:lnTo>
                <a:lnTo>
                  <a:pt x="7635240" y="1246829"/>
                </a:lnTo>
                <a:lnTo>
                  <a:pt x="7680960" y="1219225"/>
                </a:lnTo>
                <a:lnTo>
                  <a:pt x="7726680" y="1190383"/>
                </a:lnTo>
                <a:lnTo>
                  <a:pt x="7772400" y="1160663"/>
                </a:lnTo>
                <a:lnTo>
                  <a:pt x="7818120" y="1130425"/>
                </a:lnTo>
                <a:lnTo>
                  <a:pt x="7863840" y="1100029"/>
                </a:lnTo>
                <a:lnTo>
                  <a:pt x="7909560" y="1069836"/>
                </a:lnTo>
                <a:lnTo>
                  <a:pt x="7955280" y="1040207"/>
                </a:lnTo>
                <a:lnTo>
                  <a:pt x="8001000" y="1011501"/>
                </a:lnTo>
                <a:lnTo>
                  <a:pt x="8046720" y="984081"/>
                </a:lnTo>
                <a:lnTo>
                  <a:pt x="8092440" y="958305"/>
                </a:lnTo>
                <a:lnTo>
                  <a:pt x="8138160" y="934534"/>
                </a:lnTo>
                <a:lnTo>
                  <a:pt x="8183880" y="913129"/>
                </a:lnTo>
                <a:lnTo>
                  <a:pt x="8229600" y="894451"/>
                </a:lnTo>
                <a:lnTo>
                  <a:pt x="8275320" y="877677"/>
                </a:lnTo>
                <a:lnTo>
                  <a:pt x="8321040" y="861727"/>
                </a:lnTo>
                <a:lnTo>
                  <a:pt x="8366760" y="846576"/>
                </a:lnTo>
                <a:lnTo>
                  <a:pt x="8412480" y="832201"/>
                </a:lnTo>
                <a:lnTo>
                  <a:pt x="8458200" y="818576"/>
                </a:lnTo>
                <a:lnTo>
                  <a:pt x="8503920" y="805675"/>
                </a:lnTo>
                <a:lnTo>
                  <a:pt x="8549640" y="793475"/>
                </a:lnTo>
                <a:lnTo>
                  <a:pt x="8595360" y="781950"/>
                </a:lnTo>
                <a:lnTo>
                  <a:pt x="8641080" y="771076"/>
                </a:lnTo>
                <a:lnTo>
                  <a:pt x="8686800" y="760827"/>
                </a:lnTo>
                <a:lnTo>
                  <a:pt x="8732520" y="751179"/>
                </a:lnTo>
                <a:lnTo>
                  <a:pt x="8778240" y="742107"/>
                </a:lnTo>
                <a:lnTo>
                  <a:pt x="8823960" y="733587"/>
                </a:lnTo>
                <a:lnTo>
                  <a:pt x="8869680" y="725592"/>
                </a:lnTo>
                <a:lnTo>
                  <a:pt x="8915400" y="718099"/>
                </a:lnTo>
                <a:lnTo>
                  <a:pt x="8961120" y="711082"/>
                </a:lnTo>
                <a:lnTo>
                  <a:pt x="9006840" y="704517"/>
                </a:lnTo>
                <a:lnTo>
                  <a:pt x="9052560" y="698378"/>
                </a:lnTo>
                <a:lnTo>
                  <a:pt x="9098280" y="692642"/>
                </a:lnTo>
                <a:lnTo>
                  <a:pt x="9144000" y="687282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25" name="time-label">
            <a:extLst xmlns:a="http://schemas.openxmlformats.org/drawingml/2006/main">
              <a:ext uri="{FF2B5EF4-FFF2-40B4-BE49-F238E27FC236}">
                <a16:creationId xmlns:a16="http://schemas.microsoft.com/office/drawing/2014/main" id="{F303C645-D1B6-44B3-9DB2-EE2EF45D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4481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B98B2ACD-568B-4806-B5F6-32868DD8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F165D710-39D8-44CB-A0AA-D29CFFA8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2D6FC864-D921-4B53-BE3C-F26FD814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30F504F9-5E76-4511-A6AC-B583EC67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F51F96AD-F332-4BB0-841E-DC006833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1" name="time-tick">
            <a:extLst xmlns:a="http://schemas.openxmlformats.org/drawingml/2006/main">
              <a:ext uri="{FF2B5EF4-FFF2-40B4-BE49-F238E27FC236}">
                <a16:creationId xmlns:a16="http://schemas.microsoft.com/office/drawing/2014/main" id="{36533E1D-6C04-4790-BA77-4B80A700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32" name="line">
            <a:extLst xmlns:a="http://schemas.openxmlformats.org/drawingml/2006/main">
              <a:ext uri="{FF2B5EF4-FFF2-40B4-BE49-F238E27FC236}">
                <a16:creationId xmlns:a16="http://schemas.microsoft.com/office/drawing/2014/main" id="{076763CB-F3BB-44AA-9BEA-22C9A4E8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3" name="time-tick">
            <a:extLst xmlns:a="http://schemas.openxmlformats.org/drawingml/2006/main">
              <a:ext uri="{FF2B5EF4-FFF2-40B4-BE49-F238E27FC236}">
                <a16:creationId xmlns:a16="http://schemas.microsoft.com/office/drawing/2014/main" id="{0A795C5F-6305-4DE9-A2E4-7FB1FA76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34" name="line">
            <a:extLst xmlns:a="http://schemas.openxmlformats.org/drawingml/2006/main">
              <a:ext uri="{FF2B5EF4-FFF2-40B4-BE49-F238E27FC236}">
                <a16:creationId xmlns:a16="http://schemas.microsoft.com/office/drawing/2014/main" id="{8E2FBDD9-C1E9-49A4-9CD5-104693A8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5" name="time-tick">
            <a:extLst xmlns:a="http://schemas.openxmlformats.org/drawingml/2006/main">
              <a:ext uri="{FF2B5EF4-FFF2-40B4-BE49-F238E27FC236}">
                <a16:creationId xmlns:a16="http://schemas.microsoft.com/office/drawing/2014/main" id="{73227187-B1CB-4A71-84CC-8ACAAB6F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36" name="line">
            <a:extLst xmlns:a="http://schemas.openxmlformats.org/drawingml/2006/main">
              <a:ext uri="{FF2B5EF4-FFF2-40B4-BE49-F238E27FC236}">
                <a16:creationId xmlns:a16="http://schemas.microsoft.com/office/drawing/2014/main" id="{FA1271C0-60F3-440D-9856-714A44FB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7" name="time-tick">
            <a:extLst xmlns:a="http://schemas.openxmlformats.org/drawingml/2006/main">
              <a:ext uri="{FF2B5EF4-FFF2-40B4-BE49-F238E27FC236}">
                <a16:creationId xmlns:a16="http://schemas.microsoft.com/office/drawing/2014/main" id="{3E72CB80-9E57-4814-AFD2-17EB4D1E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14E08A6-D66C-4EE0-95E4-7596D979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D306AF4-E7F1-4E8C-983A-BE7B1000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175116B-75D6-4DD9-AC00-3B11A491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A7F83D1-304A-4AF3-9E79-2F7DFDB3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6341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0574942-1130-45E5-BFB4-F99F4CE0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628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FF14D6C-946A-412A-B940-CF3D7F13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1ECB941-7E97-4011-9C23-92DCB8F8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84834"/>
            <a:ext cx="9525" cy="12430"/>
          </a:xfrm>
          <a:custGeom xmlns:a="http://schemas.openxmlformats.org/drawingml/2006/main">
            <a:pathLst>
              <a:path w="9525" h="12430">
                <a:moveTo>
                  <a:pt x="0" y="12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1C9DD72-F062-466D-A8EC-80731B0F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4964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2F03BE4-C3BF-46FC-8C1D-090E87D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B3F17F6-F6E7-413B-BC11-8BB94D66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55831"/>
            <a:ext cx="9525" cy="29004"/>
          </a:xfrm>
          <a:custGeom xmlns:a="http://schemas.openxmlformats.org/drawingml/2006/main">
            <a:pathLst>
              <a:path w="9525" h="29004">
                <a:moveTo>
                  <a:pt x="0" y="0"/>
                </a:moveTo>
                <a:lnTo>
                  <a:pt x="0" y="29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710B709-BF96-4111-98A3-43ACEE7C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82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23C6562-23F8-49A4-B460-A386EDAF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0C83048-17DE-42F1-B121-3655FEE2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92003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6757647-ECAB-4A30-8A8F-F739E405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85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E06A83E-D9DD-4F8D-ADA0-A6F216B4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437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D67903B-8789-4AA9-B2C8-579CDF34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6341"/>
            <a:ext cx="9525" cy="37290"/>
          </a:xfrm>
          <a:custGeom xmlns:a="http://schemas.openxmlformats.org/drawingml/2006/main">
            <a:pathLst>
              <a:path w="9525" h="37290">
                <a:moveTo>
                  <a:pt x="0" y="37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84CEFE6-5091-4B21-96A2-B8DF3462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60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1AB138C-DC65-4962-B6F7-8A7435FD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FAC4573-E432-42A8-8F71-36787CB1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F0B0CC5-46CC-4B2B-8118-5BE21EF7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15DC7E6-51CD-4495-AF8A-99013BE7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7F2C903-7B34-4479-8B88-C74AA155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20678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AC5275A-6A2C-4D4C-8313-5DE3ED83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4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116561F-D5C5-4FF9-A5B7-0F3D25AF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C55DB5B-081F-4EA3-B6EC-ACC3DC39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27847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28AF394A-9CAA-41A9-9F31-89A83970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506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4F9B112-DA0C-44F7-BD6A-8B8C196E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80222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9D29B5B-8098-4F0E-8AD3-A0A3DDA8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313509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BAC8AB6-78E9-43C7-AC00-987DB49B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700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47A2531-980E-4B25-B215-CB9254DF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65884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8" name="sample-grade-0">
            <a:extLst xmlns:a="http://schemas.openxmlformats.org/drawingml/2006/main">
              <a:ext uri="{FF2B5EF4-FFF2-40B4-BE49-F238E27FC236}">
                <a16:creationId xmlns:a16="http://schemas.microsoft.com/office/drawing/2014/main" id="{D54E7157-E9A2-4052-97BA-B5195BA7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538E5EB1-12B8-43ED-8F79-1F1E1DD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0" name="sample-code-0-0">
            <a:extLst xmlns:a="http://schemas.openxmlformats.org/drawingml/2006/main">
              <a:ext uri="{FF2B5EF4-FFF2-40B4-BE49-F238E27FC236}">
                <a16:creationId xmlns:a16="http://schemas.microsoft.com/office/drawing/2014/main" id="{F38CF834-0553-4814-B128-8CB4165A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1" name="sample-code-0-digit-0">
            <a:extLst xmlns:a="http://schemas.openxmlformats.org/drawingml/2006/main">
              <a:ext uri="{FF2B5EF4-FFF2-40B4-BE49-F238E27FC236}">
                <a16:creationId xmlns:a16="http://schemas.microsoft.com/office/drawing/2014/main" id="{FB5BED38-02B3-4E52-9F8B-426AF3F8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sample-code-0-1">
            <a:extLst xmlns:a="http://schemas.openxmlformats.org/drawingml/2006/main">
              <a:ext uri="{FF2B5EF4-FFF2-40B4-BE49-F238E27FC236}">
                <a16:creationId xmlns:a16="http://schemas.microsoft.com/office/drawing/2014/main" id="{3BF3F4FA-0442-4B82-9870-74EAD49D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3" name="sample-code-0-digit-1">
            <a:extLst xmlns:a="http://schemas.openxmlformats.org/drawingml/2006/main">
              <a:ext uri="{FF2B5EF4-FFF2-40B4-BE49-F238E27FC236}">
                <a16:creationId xmlns:a16="http://schemas.microsoft.com/office/drawing/2014/main" id="{9EE49A3E-5B48-4FB6-8CFD-C34BA0ED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4" name="sample-code-0-2">
            <a:extLst xmlns:a="http://schemas.openxmlformats.org/drawingml/2006/main">
              <a:ext uri="{FF2B5EF4-FFF2-40B4-BE49-F238E27FC236}">
                <a16:creationId xmlns:a16="http://schemas.microsoft.com/office/drawing/2014/main" id="{AE1D9561-942A-4CE1-9C11-449B724A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5" name="sample-code-0-digit-2">
            <a:extLst xmlns:a="http://schemas.openxmlformats.org/drawingml/2006/main">
              <a:ext uri="{FF2B5EF4-FFF2-40B4-BE49-F238E27FC236}">
                <a16:creationId xmlns:a16="http://schemas.microsoft.com/office/drawing/2014/main" id="{38AB0FF1-D9F8-412A-A1E4-5FE4A980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sample-grade-1">
            <a:extLst xmlns:a="http://schemas.openxmlformats.org/drawingml/2006/main">
              <a:ext uri="{FF2B5EF4-FFF2-40B4-BE49-F238E27FC236}">
                <a16:creationId xmlns:a16="http://schemas.microsoft.com/office/drawing/2014/main" id="{01E9C509-69A9-4DEA-B615-EE67F913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7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496B89AF-98D5-416A-9765-FC861433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8" name="sample-code-1-0">
            <a:extLst xmlns:a="http://schemas.openxmlformats.org/drawingml/2006/main">
              <a:ext uri="{FF2B5EF4-FFF2-40B4-BE49-F238E27FC236}">
                <a16:creationId xmlns:a16="http://schemas.microsoft.com/office/drawing/2014/main" id="{328D0A62-A925-4679-8110-9B4FE08A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sample-code-1-digit-0">
            <a:extLst xmlns:a="http://schemas.openxmlformats.org/drawingml/2006/main">
              <a:ext uri="{FF2B5EF4-FFF2-40B4-BE49-F238E27FC236}">
                <a16:creationId xmlns:a16="http://schemas.microsoft.com/office/drawing/2014/main" id="{AEEA09A0-07A3-4EA5-B9D2-4545A180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sample-code-1-1">
            <a:extLst xmlns:a="http://schemas.openxmlformats.org/drawingml/2006/main">
              <a:ext uri="{FF2B5EF4-FFF2-40B4-BE49-F238E27FC236}">
                <a16:creationId xmlns:a16="http://schemas.microsoft.com/office/drawing/2014/main" id="{2F314B9E-7CB1-4F05-A923-5246B1C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sample-code-1-digit-1">
            <a:extLst xmlns:a="http://schemas.openxmlformats.org/drawingml/2006/main">
              <a:ext uri="{FF2B5EF4-FFF2-40B4-BE49-F238E27FC236}">
                <a16:creationId xmlns:a16="http://schemas.microsoft.com/office/drawing/2014/main" id="{E6C30B58-F625-4C67-97EF-45011B31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sample-code-1-2">
            <a:extLst xmlns:a="http://schemas.openxmlformats.org/drawingml/2006/main">
              <a:ext uri="{FF2B5EF4-FFF2-40B4-BE49-F238E27FC236}">
                <a16:creationId xmlns:a16="http://schemas.microsoft.com/office/drawing/2014/main" id="{FF189903-98DD-46E1-AFD7-7AE78D9B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3" name="sample-code-1-digit-2">
            <a:extLst xmlns:a="http://schemas.openxmlformats.org/drawingml/2006/main">
              <a:ext uri="{FF2B5EF4-FFF2-40B4-BE49-F238E27FC236}">
                <a16:creationId xmlns:a16="http://schemas.microsoft.com/office/drawing/2014/main" id="{C36AC7BA-E5C7-43B4-8F4A-23B5D049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sample-grade-2">
            <a:extLst xmlns:a="http://schemas.openxmlformats.org/drawingml/2006/main">
              <a:ext uri="{FF2B5EF4-FFF2-40B4-BE49-F238E27FC236}">
                <a16:creationId xmlns:a16="http://schemas.microsoft.com/office/drawing/2014/main" id="{A53B1405-DEFE-40A3-AC82-D01862EE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8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AE5C35E-8483-417A-B45B-28C5D4FD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6" name="sample-code-2-0">
            <a:extLst xmlns:a="http://schemas.openxmlformats.org/drawingml/2006/main">
              <a:ext uri="{FF2B5EF4-FFF2-40B4-BE49-F238E27FC236}">
                <a16:creationId xmlns:a16="http://schemas.microsoft.com/office/drawing/2014/main" id="{C52BED34-26FF-4D6A-B599-205802F0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7" name="sample-code-2-digit-0">
            <a:extLst xmlns:a="http://schemas.openxmlformats.org/drawingml/2006/main">
              <a:ext uri="{FF2B5EF4-FFF2-40B4-BE49-F238E27FC236}">
                <a16:creationId xmlns:a16="http://schemas.microsoft.com/office/drawing/2014/main" id="{67017E8E-0BA7-4D0F-9F8F-A100B829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sample-code-2-1">
            <a:extLst xmlns:a="http://schemas.openxmlformats.org/drawingml/2006/main">
              <a:ext uri="{FF2B5EF4-FFF2-40B4-BE49-F238E27FC236}">
                <a16:creationId xmlns:a16="http://schemas.microsoft.com/office/drawing/2014/main" id="{9589DD51-08E4-4967-B120-00AB3A07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9" name="sample-code-2-digit-1">
            <a:extLst xmlns:a="http://schemas.openxmlformats.org/drawingml/2006/main">
              <a:ext uri="{FF2B5EF4-FFF2-40B4-BE49-F238E27FC236}">
                <a16:creationId xmlns:a16="http://schemas.microsoft.com/office/drawing/2014/main" id="{26602103-BE83-4075-8EF0-BA6D9FDD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sample-code-2-2">
            <a:extLst xmlns:a="http://schemas.openxmlformats.org/drawingml/2006/main">
              <a:ext uri="{FF2B5EF4-FFF2-40B4-BE49-F238E27FC236}">
                <a16:creationId xmlns:a16="http://schemas.microsoft.com/office/drawing/2014/main" id="{5C291B19-FFB8-4F3D-883E-05B412C0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1" name="sample-code-2-digit-2">
            <a:extLst xmlns:a="http://schemas.openxmlformats.org/drawingml/2006/main">
              <a:ext uri="{FF2B5EF4-FFF2-40B4-BE49-F238E27FC236}">
                <a16:creationId xmlns:a16="http://schemas.microsoft.com/office/drawing/2014/main" id="{D9BC32E3-7366-41D6-984F-521156A4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2" name="sample-grade-3">
            <a:extLst xmlns:a="http://schemas.openxmlformats.org/drawingml/2006/main">
              <a:ext uri="{FF2B5EF4-FFF2-40B4-BE49-F238E27FC236}">
                <a16:creationId xmlns:a16="http://schemas.microsoft.com/office/drawing/2014/main" id="{0246C82D-1482-4DCC-A554-5643D25F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9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CE59697F-21D7-4E74-83E2-F02E7A19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94" name="sample-code-3-0">
            <a:extLst xmlns:a="http://schemas.openxmlformats.org/drawingml/2006/main">
              <a:ext uri="{FF2B5EF4-FFF2-40B4-BE49-F238E27FC236}">
                <a16:creationId xmlns:a16="http://schemas.microsoft.com/office/drawing/2014/main" id="{5BF8FD0E-3023-42FF-B05F-93C6AEF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5" name="sample-code-3-digit-0">
            <a:extLst xmlns:a="http://schemas.openxmlformats.org/drawingml/2006/main">
              <a:ext uri="{FF2B5EF4-FFF2-40B4-BE49-F238E27FC236}">
                <a16:creationId xmlns:a16="http://schemas.microsoft.com/office/drawing/2014/main" id="{ADC33625-0479-4E22-84F7-D0F4A298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6" name="sample-code-3-1">
            <a:extLst xmlns:a="http://schemas.openxmlformats.org/drawingml/2006/main">
              <a:ext uri="{FF2B5EF4-FFF2-40B4-BE49-F238E27FC236}">
                <a16:creationId xmlns:a16="http://schemas.microsoft.com/office/drawing/2014/main" id="{2FFAE6A6-5D0B-436E-83D0-1EBA69B4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7" name="sample-code-3-digit-1">
            <a:extLst xmlns:a="http://schemas.openxmlformats.org/drawingml/2006/main">
              <a:ext uri="{FF2B5EF4-FFF2-40B4-BE49-F238E27FC236}">
                <a16:creationId xmlns:a16="http://schemas.microsoft.com/office/drawing/2014/main" id="{A7EDCEEC-5DC8-4E32-9B5B-78624CF2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8" name="sample-code-3-2">
            <a:extLst xmlns:a="http://schemas.openxmlformats.org/drawingml/2006/main">
              <a:ext uri="{FF2B5EF4-FFF2-40B4-BE49-F238E27FC236}">
                <a16:creationId xmlns:a16="http://schemas.microsoft.com/office/drawing/2014/main" id="{17E3D7B3-F2B0-46FC-AF82-2573F4C3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9" name="sample-code-3-digit-2">
            <a:extLst xmlns:a="http://schemas.openxmlformats.org/drawingml/2006/main">
              <a:ext uri="{FF2B5EF4-FFF2-40B4-BE49-F238E27FC236}">
                <a16:creationId xmlns:a16="http://schemas.microsoft.com/office/drawing/2014/main" id="{4E975249-607C-4096-9BD5-F094267C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0" name="sample-grade-4">
            <a:extLst xmlns:a="http://schemas.openxmlformats.org/drawingml/2006/main">
              <a:ext uri="{FF2B5EF4-FFF2-40B4-BE49-F238E27FC236}">
                <a16:creationId xmlns:a16="http://schemas.microsoft.com/office/drawing/2014/main" id="{33505A2F-05E1-4A98-9FBF-7E9E2A34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58628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0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27DCC8BF-6D08-42B5-B604-1F0F0370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2" name="sample-code-4-0">
            <a:extLst xmlns:a="http://schemas.openxmlformats.org/drawingml/2006/main">
              <a:ext uri="{FF2B5EF4-FFF2-40B4-BE49-F238E27FC236}">
                <a16:creationId xmlns:a16="http://schemas.microsoft.com/office/drawing/2014/main" id="{B0C2B2A1-9F17-47B8-ACAF-AFDCFF77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3" name="sample-code-4-digit-0">
            <a:extLst xmlns:a="http://schemas.openxmlformats.org/drawingml/2006/main">
              <a:ext uri="{FF2B5EF4-FFF2-40B4-BE49-F238E27FC236}">
                <a16:creationId xmlns:a16="http://schemas.microsoft.com/office/drawing/2014/main" id="{DAD7126A-98F1-49C2-B96F-95EEBB1D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4" name="sample-code-4-1">
            <a:extLst xmlns:a="http://schemas.openxmlformats.org/drawingml/2006/main">
              <a:ext uri="{FF2B5EF4-FFF2-40B4-BE49-F238E27FC236}">
                <a16:creationId xmlns:a16="http://schemas.microsoft.com/office/drawing/2014/main" id="{AD88D0A3-4AD5-4C69-9F42-CD46533C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5" name="sample-code-4-digit-1">
            <a:extLst xmlns:a="http://schemas.openxmlformats.org/drawingml/2006/main">
              <a:ext uri="{FF2B5EF4-FFF2-40B4-BE49-F238E27FC236}">
                <a16:creationId xmlns:a16="http://schemas.microsoft.com/office/drawing/2014/main" id="{07DAA186-A567-472F-9B35-3DD77B08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6" name="sample-code-4-2">
            <a:extLst xmlns:a="http://schemas.openxmlformats.org/drawingml/2006/main">
              <a:ext uri="{FF2B5EF4-FFF2-40B4-BE49-F238E27FC236}">
                <a16:creationId xmlns:a16="http://schemas.microsoft.com/office/drawing/2014/main" id="{D3DE2E48-B1BE-4C6A-880D-2527486D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7" name="sample-code-4-digit-2">
            <a:extLst xmlns:a="http://schemas.openxmlformats.org/drawingml/2006/main">
              <a:ext uri="{FF2B5EF4-FFF2-40B4-BE49-F238E27FC236}">
                <a16:creationId xmlns:a16="http://schemas.microsoft.com/office/drawing/2014/main" id="{180C54D6-2455-4F37-8CB9-EED450C4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sample-grade-5">
            <a:extLst xmlns:a="http://schemas.openxmlformats.org/drawingml/2006/main">
              <a:ext uri="{FF2B5EF4-FFF2-40B4-BE49-F238E27FC236}">
                <a16:creationId xmlns:a16="http://schemas.microsoft.com/office/drawing/2014/main" id="{F2B1E26D-77A9-4E59-B415-A1D7B5CC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0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927E915-F966-4539-AB14-B96E53CD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0" name="sample-code-5-0">
            <a:extLst xmlns:a="http://schemas.openxmlformats.org/drawingml/2006/main">
              <a:ext uri="{FF2B5EF4-FFF2-40B4-BE49-F238E27FC236}">
                <a16:creationId xmlns:a16="http://schemas.microsoft.com/office/drawing/2014/main" id="{6AA288B6-6481-4BC3-8D52-10122986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1" name="sample-code-5-digit-0">
            <a:extLst xmlns:a="http://schemas.openxmlformats.org/drawingml/2006/main">
              <a:ext uri="{FF2B5EF4-FFF2-40B4-BE49-F238E27FC236}">
                <a16:creationId xmlns:a16="http://schemas.microsoft.com/office/drawing/2014/main" id="{97E38468-AB5C-4403-8AA1-8A35F504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sample-code-5-1">
            <a:extLst xmlns:a="http://schemas.openxmlformats.org/drawingml/2006/main">
              <a:ext uri="{FF2B5EF4-FFF2-40B4-BE49-F238E27FC236}">
                <a16:creationId xmlns:a16="http://schemas.microsoft.com/office/drawing/2014/main" id="{7F67F5D9-7318-4AD3-886B-71E6CCDF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3" name="sample-code-5-digit-1">
            <a:extLst xmlns:a="http://schemas.openxmlformats.org/drawingml/2006/main">
              <a:ext uri="{FF2B5EF4-FFF2-40B4-BE49-F238E27FC236}">
                <a16:creationId xmlns:a16="http://schemas.microsoft.com/office/drawing/2014/main" id="{A78BC7F6-A263-464B-8537-6E5BDBB9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4" name="sample-code-5-2">
            <a:extLst xmlns:a="http://schemas.openxmlformats.org/drawingml/2006/main">
              <a:ext uri="{FF2B5EF4-FFF2-40B4-BE49-F238E27FC236}">
                <a16:creationId xmlns:a16="http://schemas.microsoft.com/office/drawing/2014/main" id="{8A5983C9-B3AD-42A1-93B3-1E044BA1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5" name="sample-code-5-digit-2">
            <a:extLst xmlns:a="http://schemas.openxmlformats.org/drawingml/2006/main">
              <a:ext uri="{FF2B5EF4-FFF2-40B4-BE49-F238E27FC236}">
                <a16:creationId xmlns:a16="http://schemas.microsoft.com/office/drawing/2014/main" id="{800FB512-CC24-4613-96E1-6ECFB62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6" name="sample-grade-6">
            <a:extLst xmlns:a="http://schemas.openxmlformats.org/drawingml/2006/main">
              <a:ext uri="{FF2B5EF4-FFF2-40B4-BE49-F238E27FC236}">
                <a16:creationId xmlns:a16="http://schemas.microsoft.com/office/drawing/2014/main" id="{5378871B-D6E3-4505-BFE6-9A71308D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A524561E-9666-400B-B345-9438F2F8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8" name="sample-code-6-0">
            <a:extLst xmlns:a="http://schemas.openxmlformats.org/drawingml/2006/main">
              <a:ext uri="{FF2B5EF4-FFF2-40B4-BE49-F238E27FC236}">
                <a16:creationId xmlns:a16="http://schemas.microsoft.com/office/drawing/2014/main" id="{4EF2C98C-0388-401E-8B9E-E68B63D7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9" name="sample-code-6-digit-0">
            <a:extLst xmlns:a="http://schemas.openxmlformats.org/drawingml/2006/main">
              <a:ext uri="{FF2B5EF4-FFF2-40B4-BE49-F238E27FC236}">
                <a16:creationId xmlns:a16="http://schemas.microsoft.com/office/drawing/2014/main" id="{643BD4B9-4F8D-4FE2-9CCD-09EC8922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sample-code-6-1">
            <a:extLst xmlns:a="http://schemas.openxmlformats.org/drawingml/2006/main">
              <a:ext uri="{FF2B5EF4-FFF2-40B4-BE49-F238E27FC236}">
                <a16:creationId xmlns:a16="http://schemas.microsoft.com/office/drawing/2014/main" id="{C78FABB0-B7BF-4692-8BA8-4DAB012B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1" name="sample-code-6-digit-1">
            <a:extLst xmlns:a="http://schemas.openxmlformats.org/drawingml/2006/main">
              <a:ext uri="{FF2B5EF4-FFF2-40B4-BE49-F238E27FC236}">
                <a16:creationId xmlns:a16="http://schemas.microsoft.com/office/drawing/2014/main" id="{5D353344-20D1-4005-ACF8-CD8390D7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2" name="sample-code-6-2">
            <a:extLst xmlns:a="http://schemas.openxmlformats.org/drawingml/2006/main">
              <a:ext uri="{FF2B5EF4-FFF2-40B4-BE49-F238E27FC236}">
                <a16:creationId xmlns:a16="http://schemas.microsoft.com/office/drawing/2014/main" id="{823BE8E1-E353-4F86-9A9D-595E48AD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3" name="sample-code-6-digit-2">
            <a:extLst xmlns:a="http://schemas.openxmlformats.org/drawingml/2006/main">
              <a:ext uri="{FF2B5EF4-FFF2-40B4-BE49-F238E27FC236}">
                <a16:creationId xmlns:a16="http://schemas.microsoft.com/office/drawing/2014/main" id="{E8FE9DB1-A525-4502-856E-67D619B8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4" name="sample-grade-7">
            <a:extLst xmlns:a="http://schemas.openxmlformats.org/drawingml/2006/main">
              <a:ext uri="{FF2B5EF4-FFF2-40B4-BE49-F238E27FC236}">
                <a16:creationId xmlns:a16="http://schemas.microsoft.com/office/drawing/2014/main" id="{399020FF-C786-4763-B75A-3D896D48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2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3F6AE2F-9CAA-49F7-9731-0C87568A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6" name="sample-code-7-0">
            <a:extLst xmlns:a="http://schemas.openxmlformats.org/drawingml/2006/main">
              <a:ext uri="{FF2B5EF4-FFF2-40B4-BE49-F238E27FC236}">
                <a16:creationId xmlns:a16="http://schemas.microsoft.com/office/drawing/2014/main" id="{9982903B-B704-406C-B137-4AD72D80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7" name="sample-code-7-digit-0">
            <a:extLst xmlns:a="http://schemas.openxmlformats.org/drawingml/2006/main">
              <a:ext uri="{FF2B5EF4-FFF2-40B4-BE49-F238E27FC236}">
                <a16:creationId xmlns:a16="http://schemas.microsoft.com/office/drawing/2014/main" id="{B8222BF2-5B2B-468F-84A3-E87CFEF3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8" name="sample-code-7-1">
            <a:extLst xmlns:a="http://schemas.openxmlformats.org/drawingml/2006/main">
              <a:ext uri="{FF2B5EF4-FFF2-40B4-BE49-F238E27FC236}">
                <a16:creationId xmlns:a16="http://schemas.microsoft.com/office/drawing/2014/main" id="{7D0A5DE5-802E-49DF-A0E1-2F9418BA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9" name="sample-code-7-digit-1">
            <a:extLst xmlns:a="http://schemas.openxmlformats.org/drawingml/2006/main">
              <a:ext uri="{FF2B5EF4-FFF2-40B4-BE49-F238E27FC236}">
                <a16:creationId xmlns:a16="http://schemas.microsoft.com/office/drawing/2014/main" id="{AAA34DD1-ED5E-4C98-882C-0E4D6FA7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0" name="sample-code-7-2">
            <a:extLst xmlns:a="http://schemas.openxmlformats.org/drawingml/2006/main">
              <a:ext uri="{FF2B5EF4-FFF2-40B4-BE49-F238E27FC236}">
                <a16:creationId xmlns:a16="http://schemas.microsoft.com/office/drawing/2014/main" id="{17EC03F3-AAAF-4604-831D-19EE0B65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1" name="sample-code-7-digit-2">
            <a:extLst xmlns:a="http://schemas.openxmlformats.org/drawingml/2006/main">
              <a:ext uri="{FF2B5EF4-FFF2-40B4-BE49-F238E27FC236}">
                <a16:creationId xmlns:a16="http://schemas.microsoft.com/office/drawing/2014/main" id="{336165D5-22D8-4B29-B1B0-AC2171BF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2" name="sample-grade-8">
            <a:extLst xmlns:a="http://schemas.openxmlformats.org/drawingml/2006/main">
              <a:ext uri="{FF2B5EF4-FFF2-40B4-BE49-F238E27FC236}">
                <a16:creationId xmlns:a16="http://schemas.microsoft.com/office/drawing/2014/main" id="{34FA420A-9173-4AF2-BC71-15F11EC6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94472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3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C8011E4-13F8-43AA-9C2C-35A3F31A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34" name="sample-code-8-0">
            <a:extLst xmlns:a="http://schemas.openxmlformats.org/drawingml/2006/main">
              <a:ext uri="{FF2B5EF4-FFF2-40B4-BE49-F238E27FC236}">
                <a16:creationId xmlns:a16="http://schemas.microsoft.com/office/drawing/2014/main" id="{80704386-4CEC-4463-BE53-AA613B8E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5" name="sample-code-8-digit-0">
            <a:extLst xmlns:a="http://schemas.openxmlformats.org/drawingml/2006/main">
              <a:ext uri="{FF2B5EF4-FFF2-40B4-BE49-F238E27FC236}">
                <a16:creationId xmlns:a16="http://schemas.microsoft.com/office/drawing/2014/main" id="{C0808704-7EED-4128-8E6C-840F4204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6" name="sample-code-8-1">
            <a:extLst xmlns:a="http://schemas.openxmlformats.org/drawingml/2006/main">
              <a:ext uri="{FF2B5EF4-FFF2-40B4-BE49-F238E27FC236}">
                <a16:creationId xmlns:a16="http://schemas.microsoft.com/office/drawing/2014/main" id="{9E18D748-FFB4-4BA3-AD1D-2D786B4C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7" name="sample-code-8-digit-1">
            <a:extLst xmlns:a="http://schemas.openxmlformats.org/drawingml/2006/main">
              <a:ext uri="{FF2B5EF4-FFF2-40B4-BE49-F238E27FC236}">
                <a16:creationId xmlns:a16="http://schemas.microsoft.com/office/drawing/2014/main" id="{5A570BFA-4DB3-4118-B472-B8DAD5C2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8" name="sample-code-8-2">
            <a:extLst xmlns:a="http://schemas.openxmlformats.org/drawingml/2006/main">
              <a:ext uri="{FF2B5EF4-FFF2-40B4-BE49-F238E27FC236}">
                <a16:creationId xmlns:a16="http://schemas.microsoft.com/office/drawing/2014/main" id="{D0821E9B-6C7D-4AB5-A2A3-E5133D7F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9" name="sample-code-8-digit-2">
            <a:extLst xmlns:a="http://schemas.openxmlformats.org/drawingml/2006/main">
              <a:ext uri="{FF2B5EF4-FFF2-40B4-BE49-F238E27FC236}">
                <a16:creationId xmlns:a16="http://schemas.microsoft.com/office/drawing/2014/main" id="{0169A177-F379-40E6-A8A3-A92A7CC6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0" name="sample-grade-9">
            <a:extLst xmlns:a="http://schemas.openxmlformats.org/drawingml/2006/main">
              <a:ext uri="{FF2B5EF4-FFF2-40B4-BE49-F238E27FC236}">
                <a16:creationId xmlns:a16="http://schemas.microsoft.com/office/drawing/2014/main" id="{C3BEC64C-DA6B-4413-B669-A762E0F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980134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636D8A61-F92A-4276-BE68-E17CE2EB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2" name="sample-code-9-0">
            <a:extLst xmlns:a="http://schemas.openxmlformats.org/drawingml/2006/main">
              <a:ext uri="{FF2B5EF4-FFF2-40B4-BE49-F238E27FC236}">
                <a16:creationId xmlns:a16="http://schemas.microsoft.com/office/drawing/2014/main" id="{2FEA1A35-59A4-444E-9D7C-6E695989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3" name="sample-code-9-digit-0">
            <a:extLst xmlns:a="http://schemas.openxmlformats.org/drawingml/2006/main">
              <a:ext uri="{FF2B5EF4-FFF2-40B4-BE49-F238E27FC236}">
                <a16:creationId xmlns:a16="http://schemas.microsoft.com/office/drawing/2014/main" id="{4146DB4D-3B82-4912-8174-162791A5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4" name="sample-code-9-1">
            <a:extLst xmlns:a="http://schemas.openxmlformats.org/drawingml/2006/main">
              <a:ext uri="{FF2B5EF4-FFF2-40B4-BE49-F238E27FC236}">
                <a16:creationId xmlns:a16="http://schemas.microsoft.com/office/drawing/2014/main" id="{F9D7E607-905B-4BC6-B84A-4295920B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5" name="sample-code-9-digit-1">
            <a:extLst xmlns:a="http://schemas.openxmlformats.org/drawingml/2006/main">
              <a:ext uri="{FF2B5EF4-FFF2-40B4-BE49-F238E27FC236}">
                <a16:creationId xmlns:a16="http://schemas.microsoft.com/office/drawing/2014/main" id="{45DD0D57-074E-4926-96CB-84D5E6B5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6" name="sample-code-9-2">
            <a:extLst xmlns:a="http://schemas.openxmlformats.org/drawingml/2006/main">
              <a:ext uri="{FF2B5EF4-FFF2-40B4-BE49-F238E27FC236}">
                <a16:creationId xmlns:a16="http://schemas.microsoft.com/office/drawing/2014/main" id="{D972D2C7-28DB-4FCB-93AB-2E05BFBF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7" name="sample-code-9-digit-2">
            <a:extLst xmlns:a="http://schemas.openxmlformats.org/drawingml/2006/main">
              <a:ext uri="{FF2B5EF4-FFF2-40B4-BE49-F238E27FC236}">
                <a16:creationId xmlns:a16="http://schemas.microsoft.com/office/drawing/2014/main" id="{FDA662D4-12C1-4345-9690-EE50E9BA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8" name="code-row-label">
            <a:extLst xmlns:a="http://schemas.openxmlformats.org/drawingml/2006/main">
              <a:ext uri="{FF2B5EF4-FFF2-40B4-BE49-F238E27FC236}">
                <a16:creationId xmlns:a16="http://schemas.microsoft.com/office/drawing/2014/main" id="{2E651B24-D6E6-47B8-AF89-9D936800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码字</a:t>
            </a:r>
          </a:p>
        </p:txBody>
      </p:sp>
    </p:spTree>
    <p:extLst>
      <p:ext uri="{BB962C8B-B14F-4D97-AF65-F5344CB8AC3E}">
        <p14:creationId xmlns:p14="http://schemas.microsoft.com/office/powerpoint/2010/main" val="15672760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top-rail">
            <a:extLst xmlns:a="http://schemas.openxmlformats.org/drawingml/2006/main">
              <a:ext uri="{FF2B5EF4-FFF2-40B4-BE49-F238E27FC236}">
                <a16:creationId xmlns:a16="http://schemas.microsoft.com/office/drawing/2014/main" id="{C2303D52-0B95-4DED-82AC-37D3F94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3A1B4F1-5E95-4643-8660-DC282987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F1000E7-B135-473E-AD62-55D98331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这10个样本，怎样写成等长码字？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B584627-2C9E-4534-B063-257512D2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点旁为等级编号；8级，每个样本使用3 bit码字。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E177506-C3E7-4BC6-B4FC-8ADC1DED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35016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FC224A1-928F-4387-AD3F-BC8BACC6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20716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AA57CC3-F528-4EFD-B33F-99238EEF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27847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8B3C6C2-817F-427A-9371-AD31C21F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13547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6EFE8974-1663-4C16-B74B-6B14D873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2490EE9-8830-40AF-BE5B-722744C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0637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D2D2773-21A3-42A0-A471-F580CBB3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13509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0FB97B8-3E34-49EA-9047-1866FE07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99209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13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3B96E0E-3307-48BA-A9EE-202EFC05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06341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3B37DFC-ECBA-475B-8E44-FC4BDD28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2041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28F2425-77C6-4BFD-B119-9916F0AD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99172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6BBA5F8-2B83-48F8-895F-D2DFAA2B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784872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1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740B7319-6F56-46B3-AC88-D3784A91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92003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08D02A9C-13B8-4CD9-A624-BD25FBB1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7770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1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79EECCFA-1141-4CE3-819E-ADE3B04C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84834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2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818A1A11-A2B9-4221-8A49-E09C361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70534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21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2A3A9A1-F914-4AFF-93AB-2B5A4F36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66950"/>
            <a:ext cx="9525" cy="1847850"/>
          </a:xfrm>
          <a:custGeom xmlns:a="http://schemas.openxmlformats.org/drawingml/2006/main">
            <a:pathLst>
              <a:path w="9525" h="1847850">
                <a:moveTo>
                  <a:pt x="0" y="0"/>
                </a:moveTo>
                <a:lnTo>
                  <a:pt x="0" y="18478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2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C3367015-99A8-4D94-8930-DAD919AC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09925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3" name="time-axis">
            <a:extLst xmlns:a="http://schemas.openxmlformats.org/drawingml/2006/main">
              <a:ext uri="{FF2B5EF4-FFF2-40B4-BE49-F238E27FC236}">
                <a16:creationId xmlns:a16="http://schemas.microsoft.com/office/drawing/2014/main" id="{41302756-ED90-457C-9835-52B0730B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4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16BE488-954E-4BFD-8F2B-73287CF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23202"/>
            <a:ext cx="9144000" cy="1381588"/>
          </a:xfrm>
          <a:custGeom xmlns:a="http://schemas.openxmlformats.org/drawingml/2006/main">
            <a:pathLst>
              <a:path w="9144000" h="1381588">
                <a:moveTo>
                  <a:pt x="0" y="1101620"/>
                </a:moveTo>
                <a:lnTo>
                  <a:pt x="45720" y="1090488"/>
                </a:lnTo>
                <a:lnTo>
                  <a:pt x="91440" y="1077862"/>
                </a:lnTo>
                <a:lnTo>
                  <a:pt x="137160" y="1063823"/>
                </a:lnTo>
                <a:lnTo>
                  <a:pt x="182880" y="1048452"/>
                </a:lnTo>
                <a:lnTo>
                  <a:pt x="228600" y="1031830"/>
                </a:lnTo>
                <a:lnTo>
                  <a:pt x="274320" y="1014037"/>
                </a:lnTo>
                <a:lnTo>
                  <a:pt x="320040" y="995155"/>
                </a:lnTo>
                <a:lnTo>
                  <a:pt x="365760" y="975263"/>
                </a:lnTo>
                <a:lnTo>
                  <a:pt x="411480" y="954444"/>
                </a:lnTo>
                <a:lnTo>
                  <a:pt x="457200" y="932777"/>
                </a:lnTo>
                <a:lnTo>
                  <a:pt x="502920" y="910344"/>
                </a:lnTo>
                <a:lnTo>
                  <a:pt x="548640" y="887225"/>
                </a:lnTo>
                <a:lnTo>
                  <a:pt x="594360" y="863501"/>
                </a:lnTo>
                <a:lnTo>
                  <a:pt x="640080" y="839253"/>
                </a:lnTo>
                <a:lnTo>
                  <a:pt x="685800" y="814562"/>
                </a:lnTo>
                <a:lnTo>
                  <a:pt x="731520" y="789508"/>
                </a:lnTo>
                <a:lnTo>
                  <a:pt x="777240" y="764172"/>
                </a:lnTo>
                <a:lnTo>
                  <a:pt x="822960" y="738635"/>
                </a:lnTo>
                <a:lnTo>
                  <a:pt x="868680" y="712979"/>
                </a:lnTo>
                <a:lnTo>
                  <a:pt x="914400" y="687282"/>
                </a:lnTo>
                <a:lnTo>
                  <a:pt x="960120" y="660430"/>
                </a:lnTo>
                <a:lnTo>
                  <a:pt x="1005840" y="631442"/>
                </a:lnTo>
                <a:lnTo>
                  <a:pt x="1051560" y="600609"/>
                </a:lnTo>
                <a:lnTo>
                  <a:pt x="1097280" y="568218"/>
                </a:lnTo>
                <a:lnTo>
                  <a:pt x="1143000" y="534560"/>
                </a:lnTo>
                <a:lnTo>
                  <a:pt x="1188720" y="499923"/>
                </a:lnTo>
                <a:lnTo>
                  <a:pt x="1234440" y="464596"/>
                </a:lnTo>
                <a:lnTo>
                  <a:pt x="1280160" y="428868"/>
                </a:lnTo>
                <a:lnTo>
                  <a:pt x="1325880" y="393029"/>
                </a:lnTo>
                <a:lnTo>
                  <a:pt x="1371600" y="357366"/>
                </a:lnTo>
                <a:lnTo>
                  <a:pt x="1417320" y="322170"/>
                </a:lnTo>
                <a:lnTo>
                  <a:pt x="1463040" y="287728"/>
                </a:lnTo>
                <a:lnTo>
                  <a:pt x="1508760" y="254331"/>
                </a:lnTo>
                <a:lnTo>
                  <a:pt x="1554480" y="222267"/>
                </a:lnTo>
                <a:lnTo>
                  <a:pt x="1600200" y="191825"/>
                </a:lnTo>
                <a:lnTo>
                  <a:pt x="1645920" y="163295"/>
                </a:lnTo>
                <a:lnTo>
                  <a:pt x="1691640" y="136964"/>
                </a:lnTo>
                <a:lnTo>
                  <a:pt x="1737360" y="113122"/>
                </a:lnTo>
                <a:lnTo>
                  <a:pt x="1783080" y="92059"/>
                </a:lnTo>
                <a:lnTo>
                  <a:pt x="1828800" y="74063"/>
                </a:lnTo>
                <a:lnTo>
                  <a:pt x="1874520" y="58756"/>
                </a:lnTo>
                <a:lnTo>
                  <a:pt x="1920240" y="45494"/>
                </a:lnTo>
                <a:lnTo>
                  <a:pt x="1965960" y="34170"/>
                </a:lnTo>
                <a:lnTo>
                  <a:pt x="2011680" y="24674"/>
                </a:lnTo>
                <a:lnTo>
                  <a:pt x="2057400" y="16897"/>
                </a:lnTo>
                <a:lnTo>
                  <a:pt x="2103120" y="10731"/>
                </a:lnTo>
                <a:lnTo>
                  <a:pt x="2148840" y="6067"/>
                </a:lnTo>
                <a:lnTo>
                  <a:pt x="2194560" y="2797"/>
                </a:lnTo>
                <a:lnTo>
                  <a:pt x="2240280" y="811"/>
                </a:lnTo>
                <a:lnTo>
                  <a:pt x="2286000" y="0"/>
                </a:lnTo>
                <a:lnTo>
                  <a:pt x="2331720" y="256"/>
                </a:lnTo>
                <a:lnTo>
                  <a:pt x="2377440" y="1471"/>
                </a:lnTo>
                <a:lnTo>
                  <a:pt x="2423160" y="3535"/>
                </a:lnTo>
                <a:lnTo>
                  <a:pt x="2468880" y="6339"/>
                </a:lnTo>
                <a:lnTo>
                  <a:pt x="2514600" y="9776"/>
                </a:lnTo>
                <a:lnTo>
                  <a:pt x="2560320" y="13735"/>
                </a:lnTo>
                <a:lnTo>
                  <a:pt x="2606040" y="18109"/>
                </a:lnTo>
                <a:lnTo>
                  <a:pt x="2651760" y="22789"/>
                </a:lnTo>
                <a:lnTo>
                  <a:pt x="2697480" y="27665"/>
                </a:lnTo>
                <a:lnTo>
                  <a:pt x="2743200" y="32629"/>
                </a:lnTo>
                <a:lnTo>
                  <a:pt x="2788920" y="38042"/>
                </a:lnTo>
                <a:lnTo>
                  <a:pt x="2834640" y="44318"/>
                </a:lnTo>
                <a:lnTo>
                  <a:pt x="2880360" y="51428"/>
                </a:lnTo>
                <a:lnTo>
                  <a:pt x="2926080" y="59346"/>
                </a:lnTo>
                <a:lnTo>
                  <a:pt x="2971800" y="68042"/>
                </a:lnTo>
                <a:lnTo>
                  <a:pt x="3017520" y="77489"/>
                </a:lnTo>
                <a:lnTo>
                  <a:pt x="3063240" y="87660"/>
                </a:lnTo>
                <a:lnTo>
                  <a:pt x="3108960" y="98525"/>
                </a:lnTo>
                <a:lnTo>
                  <a:pt x="3154680" y="110058"/>
                </a:lnTo>
                <a:lnTo>
                  <a:pt x="3200400" y="122230"/>
                </a:lnTo>
                <a:lnTo>
                  <a:pt x="3246120" y="135012"/>
                </a:lnTo>
                <a:lnTo>
                  <a:pt x="3291840" y="148378"/>
                </a:lnTo>
                <a:lnTo>
                  <a:pt x="3337560" y="162300"/>
                </a:lnTo>
                <a:lnTo>
                  <a:pt x="3383280" y="176748"/>
                </a:lnTo>
                <a:lnTo>
                  <a:pt x="3429000" y="191696"/>
                </a:lnTo>
                <a:lnTo>
                  <a:pt x="3474720" y="207115"/>
                </a:lnTo>
                <a:lnTo>
                  <a:pt x="3520440" y="222977"/>
                </a:lnTo>
                <a:lnTo>
                  <a:pt x="3566160" y="239255"/>
                </a:lnTo>
                <a:lnTo>
                  <a:pt x="3611880" y="255920"/>
                </a:lnTo>
                <a:lnTo>
                  <a:pt x="3657600" y="272945"/>
                </a:lnTo>
                <a:lnTo>
                  <a:pt x="3703320" y="290724"/>
                </a:lnTo>
                <a:lnTo>
                  <a:pt x="3749040" y="309601"/>
                </a:lnTo>
                <a:lnTo>
                  <a:pt x="3794760" y="329475"/>
                </a:lnTo>
                <a:lnTo>
                  <a:pt x="3840480" y="350244"/>
                </a:lnTo>
                <a:lnTo>
                  <a:pt x="3886200" y="371803"/>
                </a:lnTo>
                <a:lnTo>
                  <a:pt x="3931920" y="394052"/>
                </a:lnTo>
                <a:lnTo>
                  <a:pt x="3977640" y="416886"/>
                </a:lnTo>
                <a:lnTo>
                  <a:pt x="4023360" y="440205"/>
                </a:lnTo>
                <a:lnTo>
                  <a:pt x="4069080" y="463904"/>
                </a:lnTo>
                <a:lnTo>
                  <a:pt x="4114800" y="487882"/>
                </a:lnTo>
                <a:lnTo>
                  <a:pt x="4160520" y="512037"/>
                </a:lnTo>
                <a:lnTo>
                  <a:pt x="4206240" y="536265"/>
                </a:lnTo>
                <a:lnTo>
                  <a:pt x="4251960" y="560463"/>
                </a:lnTo>
                <a:lnTo>
                  <a:pt x="4297680" y="584531"/>
                </a:lnTo>
                <a:lnTo>
                  <a:pt x="4343400" y="608364"/>
                </a:lnTo>
                <a:lnTo>
                  <a:pt x="4389120" y="631861"/>
                </a:lnTo>
                <a:lnTo>
                  <a:pt x="4434840" y="654918"/>
                </a:lnTo>
                <a:lnTo>
                  <a:pt x="4480560" y="677434"/>
                </a:lnTo>
                <a:lnTo>
                  <a:pt x="4526280" y="699305"/>
                </a:lnTo>
                <a:lnTo>
                  <a:pt x="4572000" y="720429"/>
                </a:lnTo>
                <a:lnTo>
                  <a:pt x="4617720" y="741359"/>
                </a:lnTo>
                <a:lnTo>
                  <a:pt x="4663440" y="762650"/>
                </a:lnTo>
                <a:lnTo>
                  <a:pt x="4709160" y="784211"/>
                </a:lnTo>
                <a:lnTo>
                  <a:pt x="4754880" y="805949"/>
                </a:lnTo>
                <a:lnTo>
                  <a:pt x="4800600" y="827769"/>
                </a:lnTo>
                <a:lnTo>
                  <a:pt x="4846320" y="849578"/>
                </a:lnTo>
                <a:lnTo>
                  <a:pt x="4892040" y="871284"/>
                </a:lnTo>
                <a:lnTo>
                  <a:pt x="4937760" y="892794"/>
                </a:lnTo>
                <a:lnTo>
                  <a:pt x="4983480" y="914013"/>
                </a:lnTo>
                <a:lnTo>
                  <a:pt x="5029200" y="934849"/>
                </a:lnTo>
                <a:lnTo>
                  <a:pt x="5074920" y="955208"/>
                </a:lnTo>
                <a:lnTo>
                  <a:pt x="5120640" y="974998"/>
                </a:lnTo>
                <a:lnTo>
                  <a:pt x="5166360" y="994125"/>
                </a:lnTo>
                <a:lnTo>
                  <a:pt x="5212080" y="1012496"/>
                </a:lnTo>
                <a:lnTo>
                  <a:pt x="5257800" y="1030017"/>
                </a:lnTo>
                <a:lnTo>
                  <a:pt x="5303520" y="1046596"/>
                </a:lnTo>
                <a:lnTo>
                  <a:pt x="5349240" y="1062139"/>
                </a:lnTo>
                <a:lnTo>
                  <a:pt x="5394960" y="1076552"/>
                </a:lnTo>
                <a:lnTo>
                  <a:pt x="5440680" y="1089744"/>
                </a:lnTo>
                <a:lnTo>
                  <a:pt x="5486400" y="1101620"/>
                </a:lnTo>
                <a:lnTo>
                  <a:pt x="5532120" y="1111872"/>
                </a:lnTo>
                <a:lnTo>
                  <a:pt x="5577840" y="1120369"/>
                </a:lnTo>
                <a:lnTo>
                  <a:pt x="5623560" y="1127280"/>
                </a:lnTo>
                <a:lnTo>
                  <a:pt x="5669280" y="1132778"/>
                </a:lnTo>
                <a:lnTo>
                  <a:pt x="5715000" y="1137033"/>
                </a:lnTo>
                <a:lnTo>
                  <a:pt x="5760720" y="1140215"/>
                </a:lnTo>
                <a:lnTo>
                  <a:pt x="5806440" y="1142497"/>
                </a:lnTo>
                <a:lnTo>
                  <a:pt x="5852160" y="1144048"/>
                </a:lnTo>
                <a:lnTo>
                  <a:pt x="5897880" y="1145040"/>
                </a:lnTo>
                <a:lnTo>
                  <a:pt x="5943600" y="1145643"/>
                </a:lnTo>
                <a:lnTo>
                  <a:pt x="5989320" y="1146029"/>
                </a:lnTo>
                <a:lnTo>
                  <a:pt x="6035040" y="1146368"/>
                </a:lnTo>
                <a:lnTo>
                  <a:pt x="6080760" y="1146832"/>
                </a:lnTo>
                <a:lnTo>
                  <a:pt x="6126480" y="1147591"/>
                </a:lnTo>
                <a:lnTo>
                  <a:pt x="6172200" y="1148815"/>
                </a:lnTo>
                <a:lnTo>
                  <a:pt x="6217920" y="1150677"/>
                </a:lnTo>
                <a:lnTo>
                  <a:pt x="6263640" y="1153347"/>
                </a:lnTo>
                <a:lnTo>
                  <a:pt x="6309360" y="1156996"/>
                </a:lnTo>
                <a:lnTo>
                  <a:pt x="6355080" y="1161795"/>
                </a:lnTo>
                <a:lnTo>
                  <a:pt x="6400800" y="1167914"/>
                </a:lnTo>
                <a:lnTo>
                  <a:pt x="6446520" y="1175911"/>
                </a:lnTo>
                <a:lnTo>
                  <a:pt x="6492240" y="1186020"/>
                </a:lnTo>
                <a:lnTo>
                  <a:pt x="6537960" y="1197933"/>
                </a:lnTo>
                <a:lnTo>
                  <a:pt x="6583680" y="1211336"/>
                </a:lnTo>
                <a:lnTo>
                  <a:pt x="6629400" y="1225921"/>
                </a:lnTo>
                <a:lnTo>
                  <a:pt x="6675120" y="1241376"/>
                </a:lnTo>
                <a:lnTo>
                  <a:pt x="6720840" y="1257390"/>
                </a:lnTo>
                <a:lnTo>
                  <a:pt x="6766560" y="1273653"/>
                </a:lnTo>
                <a:lnTo>
                  <a:pt x="6812280" y="1289853"/>
                </a:lnTo>
                <a:lnTo>
                  <a:pt x="6858000" y="1305681"/>
                </a:lnTo>
                <a:lnTo>
                  <a:pt x="6903720" y="1320825"/>
                </a:lnTo>
                <a:lnTo>
                  <a:pt x="6949440" y="1334975"/>
                </a:lnTo>
                <a:lnTo>
                  <a:pt x="6995160" y="1347819"/>
                </a:lnTo>
                <a:lnTo>
                  <a:pt x="7040880" y="1359048"/>
                </a:lnTo>
                <a:lnTo>
                  <a:pt x="7086600" y="1368350"/>
                </a:lnTo>
                <a:lnTo>
                  <a:pt x="7132320" y="1375414"/>
                </a:lnTo>
                <a:lnTo>
                  <a:pt x="7178040" y="1379930"/>
                </a:lnTo>
                <a:lnTo>
                  <a:pt x="7223760" y="1381588"/>
                </a:lnTo>
                <a:lnTo>
                  <a:pt x="7269480" y="1380075"/>
                </a:lnTo>
                <a:lnTo>
                  <a:pt x="7315200" y="1375083"/>
                </a:lnTo>
                <a:lnTo>
                  <a:pt x="7360920" y="1366245"/>
                </a:lnTo>
                <a:lnTo>
                  <a:pt x="7406640" y="1353645"/>
                </a:lnTo>
                <a:lnTo>
                  <a:pt x="7452360" y="1337643"/>
                </a:lnTo>
                <a:lnTo>
                  <a:pt x="7498080" y="1318600"/>
                </a:lnTo>
                <a:lnTo>
                  <a:pt x="7543800" y="1296876"/>
                </a:lnTo>
                <a:lnTo>
                  <a:pt x="7589520" y="1272832"/>
                </a:lnTo>
                <a:lnTo>
                  <a:pt x="7635240" y="1246829"/>
                </a:lnTo>
                <a:lnTo>
                  <a:pt x="7680960" y="1219225"/>
                </a:lnTo>
                <a:lnTo>
                  <a:pt x="7726680" y="1190383"/>
                </a:lnTo>
                <a:lnTo>
                  <a:pt x="7772400" y="1160663"/>
                </a:lnTo>
                <a:lnTo>
                  <a:pt x="7818120" y="1130425"/>
                </a:lnTo>
                <a:lnTo>
                  <a:pt x="7863840" y="1100029"/>
                </a:lnTo>
                <a:lnTo>
                  <a:pt x="7909560" y="1069836"/>
                </a:lnTo>
                <a:lnTo>
                  <a:pt x="7955280" y="1040207"/>
                </a:lnTo>
                <a:lnTo>
                  <a:pt x="8001000" y="1011501"/>
                </a:lnTo>
                <a:lnTo>
                  <a:pt x="8046720" y="984081"/>
                </a:lnTo>
                <a:lnTo>
                  <a:pt x="8092440" y="958305"/>
                </a:lnTo>
                <a:lnTo>
                  <a:pt x="8138160" y="934534"/>
                </a:lnTo>
                <a:lnTo>
                  <a:pt x="8183880" y="913129"/>
                </a:lnTo>
                <a:lnTo>
                  <a:pt x="8229600" y="894451"/>
                </a:lnTo>
                <a:lnTo>
                  <a:pt x="8275320" y="877677"/>
                </a:lnTo>
                <a:lnTo>
                  <a:pt x="8321040" y="861727"/>
                </a:lnTo>
                <a:lnTo>
                  <a:pt x="8366760" y="846576"/>
                </a:lnTo>
                <a:lnTo>
                  <a:pt x="8412480" y="832201"/>
                </a:lnTo>
                <a:lnTo>
                  <a:pt x="8458200" y="818576"/>
                </a:lnTo>
                <a:lnTo>
                  <a:pt x="8503920" y="805675"/>
                </a:lnTo>
                <a:lnTo>
                  <a:pt x="8549640" y="793475"/>
                </a:lnTo>
                <a:lnTo>
                  <a:pt x="8595360" y="781950"/>
                </a:lnTo>
                <a:lnTo>
                  <a:pt x="8641080" y="771076"/>
                </a:lnTo>
                <a:lnTo>
                  <a:pt x="8686800" y="760827"/>
                </a:lnTo>
                <a:lnTo>
                  <a:pt x="8732520" y="751179"/>
                </a:lnTo>
                <a:lnTo>
                  <a:pt x="8778240" y="742107"/>
                </a:lnTo>
                <a:lnTo>
                  <a:pt x="8823960" y="733587"/>
                </a:lnTo>
                <a:lnTo>
                  <a:pt x="8869680" y="725592"/>
                </a:lnTo>
                <a:lnTo>
                  <a:pt x="8915400" y="718099"/>
                </a:lnTo>
                <a:lnTo>
                  <a:pt x="8961120" y="711082"/>
                </a:lnTo>
                <a:lnTo>
                  <a:pt x="9006840" y="704517"/>
                </a:lnTo>
                <a:lnTo>
                  <a:pt x="9052560" y="698378"/>
                </a:lnTo>
                <a:lnTo>
                  <a:pt x="9098280" y="692642"/>
                </a:lnTo>
                <a:lnTo>
                  <a:pt x="9144000" y="687282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25" name="time-label">
            <a:extLst xmlns:a="http://schemas.openxmlformats.org/drawingml/2006/main">
              <a:ext uri="{FF2B5EF4-FFF2-40B4-BE49-F238E27FC236}">
                <a16:creationId xmlns:a16="http://schemas.microsoft.com/office/drawing/2014/main" id="{F303C645-D1B6-44B3-9DB2-EE2EF45D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4481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B98B2ACD-568B-4806-B5F6-32868DD8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F165D710-39D8-44CB-A0AA-D29CFFA8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2D6FC864-D921-4B53-BE3C-F26FD814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30F504F9-5E76-4511-A6AC-B583EC67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F51F96AD-F332-4BB0-841E-DC006833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1" name="time-tick">
            <a:extLst xmlns:a="http://schemas.openxmlformats.org/drawingml/2006/main">
              <a:ext uri="{FF2B5EF4-FFF2-40B4-BE49-F238E27FC236}">
                <a16:creationId xmlns:a16="http://schemas.microsoft.com/office/drawing/2014/main" id="{36533E1D-6C04-4790-BA77-4B80A700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32" name="line">
            <a:extLst xmlns:a="http://schemas.openxmlformats.org/drawingml/2006/main">
              <a:ext uri="{FF2B5EF4-FFF2-40B4-BE49-F238E27FC236}">
                <a16:creationId xmlns:a16="http://schemas.microsoft.com/office/drawing/2014/main" id="{076763CB-F3BB-44AA-9BEA-22C9A4E8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3" name="time-tick">
            <a:extLst xmlns:a="http://schemas.openxmlformats.org/drawingml/2006/main">
              <a:ext uri="{FF2B5EF4-FFF2-40B4-BE49-F238E27FC236}">
                <a16:creationId xmlns:a16="http://schemas.microsoft.com/office/drawing/2014/main" id="{0A795C5F-6305-4DE9-A2E4-7FB1FA76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34" name="line">
            <a:extLst xmlns:a="http://schemas.openxmlformats.org/drawingml/2006/main">
              <a:ext uri="{FF2B5EF4-FFF2-40B4-BE49-F238E27FC236}">
                <a16:creationId xmlns:a16="http://schemas.microsoft.com/office/drawing/2014/main" id="{8E2FBDD9-C1E9-49A4-9CD5-104693A8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5" name="time-tick">
            <a:extLst xmlns:a="http://schemas.openxmlformats.org/drawingml/2006/main">
              <a:ext uri="{FF2B5EF4-FFF2-40B4-BE49-F238E27FC236}">
                <a16:creationId xmlns:a16="http://schemas.microsoft.com/office/drawing/2014/main" id="{73227187-B1CB-4A71-84CC-8ACAAB6F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36" name="line">
            <a:extLst xmlns:a="http://schemas.openxmlformats.org/drawingml/2006/main">
              <a:ext uri="{FF2B5EF4-FFF2-40B4-BE49-F238E27FC236}">
                <a16:creationId xmlns:a16="http://schemas.microsoft.com/office/drawing/2014/main" id="{FA1271C0-60F3-440D-9856-714A44FB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7" name="time-tick">
            <a:extLst xmlns:a="http://schemas.openxmlformats.org/drawingml/2006/main">
              <a:ext uri="{FF2B5EF4-FFF2-40B4-BE49-F238E27FC236}">
                <a16:creationId xmlns:a16="http://schemas.microsoft.com/office/drawing/2014/main" id="{3E72CB80-9E57-4814-AFD2-17EB4D1E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14E08A6-D66C-4EE0-95E4-7596D979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D306AF4-E7F1-4E8C-983A-BE7B1000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175116B-75D6-4DD9-AC00-3B11A491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A7F83D1-304A-4AF3-9E79-2F7DFDB3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6341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0574942-1130-45E5-BFB4-F99F4CE0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628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FF14D6C-946A-412A-B940-CF3D7F13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1ECB941-7E97-4011-9C23-92DCB8F8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84834"/>
            <a:ext cx="9525" cy="12430"/>
          </a:xfrm>
          <a:custGeom xmlns:a="http://schemas.openxmlformats.org/drawingml/2006/main">
            <a:pathLst>
              <a:path w="9525" h="12430">
                <a:moveTo>
                  <a:pt x="0" y="12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1C9DD72-F062-466D-A8EC-80731B0F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4964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2F03BE4-C3BF-46FC-8C1D-090E87D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B3F17F6-F6E7-413B-BC11-8BB94D66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55831"/>
            <a:ext cx="9525" cy="29004"/>
          </a:xfrm>
          <a:custGeom xmlns:a="http://schemas.openxmlformats.org/drawingml/2006/main">
            <a:pathLst>
              <a:path w="9525" h="29004">
                <a:moveTo>
                  <a:pt x="0" y="0"/>
                </a:moveTo>
                <a:lnTo>
                  <a:pt x="0" y="29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710B709-BF96-4111-98A3-43ACEE7C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82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23C6562-23F8-49A4-B460-A386EDAF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0C83048-17DE-42F1-B121-3655FEE2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92003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6757647-ECAB-4A30-8A8F-F739E405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85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E06A83E-D9DD-4F8D-ADA0-A6F216B4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437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D67903B-8789-4AA9-B2C8-579CDF34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6341"/>
            <a:ext cx="9525" cy="37290"/>
          </a:xfrm>
          <a:custGeom xmlns:a="http://schemas.openxmlformats.org/drawingml/2006/main">
            <a:pathLst>
              <a:path w="9525" h="37290">
                <a:moveTo>
                  <a:pt x="0" y="37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84CEFE6-5091-4B21-96A2-B8DF3462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60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1AB138C-DC65-4962-B6F7-8A7435FD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FAC4573-E432-42A8-8F71-36787CB1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F0B0CC5-46CC-4B2B-8118-5BE21EF7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15DC7E6-51CD-4495-AF8A-99013BE7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7F2C903-7B34-4479-8B88-C74AA155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20678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AC5275A-6A2C-4D4C-8313-5DE3ED83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4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116561F-D5C5-4FF9-A5B7-0F3D25AF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C55DB5B-081F-4EA3-B6EC-ACC3DC39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27847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28AF394A-9CAA-41A9-9F31-89A83970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506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4F9B112-DA0C-44F7-BD6A-8B8C196E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80222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9D29B5B-8098-4F0E-8AD3-A0A3DDA8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313509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BAC8AB6-78E9-43C7-AC00-987DB49B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700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47A2531-980E-4B25-B215-CB9254DF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65884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8" name="sample-grade-0">
            <a:extLst xmlns:a="http://schemas.openxmlformats.org/drawingml/2006/main">
              <a:ext uri="{FF2B5EF4-FFF2-40B4-BE49-F238E27FC236}">
                <a16:creationId xmlns:a16="http://schemas.microsoft.com/office/drawing/2014/main" id="{D54E7157-E9A2-4052-97BA-B5195BA7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538E5EB1-12B8-43ED-8F79-1F1E1DD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0" name="sample-code-0-0">
            <a:extLst xmlns:a="http://schemas.openxmlformats.org/drawingml/2006/main">
              <a:ext uri="{FF2B5EF4-FFF2-40B4-BE49-F238E27FC236}">
                <a16:creationId xmlns:a16="http://schemas.microsoft.com/office/drawing/2014/main" id="{F38CF834-0553-4814-B128-8CB4165A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1" name="sample-code-0-digit-0">
            <a:extLst xmlns:a="http://schemas.openxmlformats.org/drawingml/2006/main">
              <a:ext uri="{FF2B5EF4-FFF2-40B4-BE49-F238E27FC236}">
                <a16:creationId xmlns:a16="http://schemas.microsoft.com/office/drawing/2014/main" id="{FB5BED38-02B3-4E52-9F8B-426AF3F8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72" name="sample-code-0-1">
            <a:extLst xmlns:a="http://schemas.openxmlformats.org/drawingml/2006/main">
              <a:ext uri="{FF2B5EF4-FFF2-40B4-BE49-F238E27FC236}">
                <a16:creationId xmlns:a16="http://schemas.microsoft.com/office/drawing/2014/main" id="{3BF3F4FA-0442-4B82-9870-74EAD49D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3" name="sample-code-0-digit-1">
            <a:extLst xmlns:a="http://schemas.openxmlformats.org/drawingml/2006/main">
              <a:ext uri="{FF2B5EF4-FFF2-40B4-BE49-F238E27FC236}">
                <a16:creationId xmlns:a16="http://schemas.microsoft.com/office/drawing/2014/main" id="{9EE49A3E-5B48-4FB6-8CFD-C34BA0ED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74" name="sample-code-0-2">
            <a:extLst xmlns:a="http://schemas.openxmlformats.org/drawingml/2006/main">
              <a:ext uri="{FF2B5EF4-FFF2-40B4-BE49-F238E27FC236}">
                <a16:creationId xmlns:a16="http://schemas.microsoft.com/office/drawing/2014/main" id="{AE1D9561-942A-4CE1-9C11-449B724A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5" name="sample-code-0-digit-2">
            <a:extLst xmlns:a="http://schemas.openxmlformats.org/drawingml/2006/main">
              <a:ext uri="{FF2B5EF4-FFF2-40B4-BE49-F238E27FC236}">
                <a16:creationId xmlns:a16="http://schemas.microsoft.com/office/drawing/2014/main" id="{38AB0FF1-D9F8-412A-A1E4-5FE4A980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76" name="sample-grade-1">
            <a:extLst xmlns:a="http://schemas.openxmlformats.org/drawingml/2006/main">
              <a:ext uri="{FF2B5EF4-FFF2-40B4-BE49-F238E27FC236}">
                <a16:creationId xmlns:a16="http://schemas.microsoft.com/office/drawing/2014/main" id="{01E9C509-69A9-4DEA-B615-EE67F913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7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496B89AF-98D5-416A-9765-FC861433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8" name="sample-code-1-0">
            <a:extLst xmlns:a="http://schemas.openxmlformats.org/drawingml/2006/main">
              <a:ext uri="{FF2B5EF4-FFF2-40B4-BE49-F238E27FC236}">
                <a16:creationId xmlns:a16="http://schemas.microsoft.com/office/drawing/2014/main" id="{328D0A62-A925-4679-8110-9B4FE08A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sample-code-1-digit-0">
            <a:extLst xmlns:a="http://schemas.openxmlformats.org/drawingml/2006/main">
              <a:ext uri="{FF2B5EF4-FFF2-40B4-BE49-F238E27FC236}">
                <a16:creationId xmlns:a16="http://schemas.microsoft.com/office/drawing/2014/main" id="{AEEA09A0-07A3-4EA5-B9D2-4545A180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80" name="sample-code-1-1">
            <a:extLst xmlns:a="http://schemas.openxmlformats.org/drawingml/2006/main">
              <a:ext uri="{FF2B5EF4-FFF2-40B4-BE49-F238E27FC236}">
                <a16:creationId xmlns:a16="http://schemas.microsoft.com/office/drawing/2014/main" id="{2F314B9E-7CB1-4F05-A923-5246B1C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sample-code-1-digit-1">
            <a:extLst xmlns:a="http://schemas.openxmlformats.org/drawingml/2006/main">
              <a:ext uri="{FF2B5EF4-FFF2-40B4-BE49-F238E27FC236}">
                <a16:creationId xmlns:a16="http://schemas.microsoft.com/office/drawing/2014/main" id="{E6C30B58-F625-4C67-97EF-45011B31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82" name="sample-code-1-2">
            <a:extLst xmlns:a="http://schemas.openxmlformats.org/drawingml/2006/main">
              <a:ext uri="{FF2B5EF4-FFF2-40B4-BE49-F238E27FC236}">
                <a16:creationId xmlns:a16="http://schemas.microsoft.com/office/drawing/2014/main" id="{FF189903-98DD-46E1-AFD7-7AE78D9B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3" name="sample-code-1-digit-2">
            <a:extLst xmlns:a="http://schemas.openxmlformats.org/drawingml/2006/main">
              <a:ext uri="{FF2B5EF4-FFF2-40B4-BE49-F238E27FC236}">
                <a16:creationId xmlns:a16="http://schemas.microsoft.com/office/drawing/2014/main" id="{C36AC7BA-E5C7-43B4-8F4A-23B5D049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84" name="sample-grade-2">
            <a:extLst xmlns:a="http://schemas.openxmlformats.org/drawingml/2006/main">
              <a:ext uri="{FF2B5EF4-FFF2-40B4-BE49-F238E27FC236}">
                <a16:creationId xmlns:a16="http://schemas.microsoft.com/office/drawing/2014/main" id="{A53B1405-DEFE-40A3-AC82-D01862EE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8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AE5C35E-8483-417A-B45B-28C5D4FD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6" name="sample-code-2-0">
            <a:extLst xmlns:a="http://schemas.openxmlformats.org/drawingml/2006/main">
              <a:ext uri="{FF2B5EF4-FFF2-40B4-BE49-F238E27FC236}">
                <a16:creationId xmlns:a16="http://schemas.microsoft.com/office/drawing/2014/main" id="{C52BED34-26FF-4D6A-B599-205802F0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7" name="sample-code-2-digit-0">
            <a:extLst xmlns:a="http://schemas.openxmlformats.org/drawingml/2006/main">
              <a:ext uri="{FF2B5EF4-FFF2-40B4-BE49-F238E27FC236}">
                <a16:creationId xmlns:a16="http://schemas.microsoft.com/office/drawing/2014/main" id="{67017E8E-0BA7-4D0F-9F8F-A100B829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88" name="sample-code-2-1">
            <a:extLst xmlns:a="http://schemas.openxmlformats.org/drawingml/2006/main">
              <a:ext uri="{FF2B5EF4-FFF2-40B4-BE49-F238E27FC236}">
                <a16:creationId xmlns:a16="http://schemas.microsoft.com/office/drawing/2014/main" id="{9589DD51-08E4-4967-B120-00AB3A07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9" name="sample-code-2-digit-1">
            <a:extLst xmlns:a="http://schemas.openxmlformats.org/drawingml/2006/main">
              <a:ext uri="{FF2B5EF4-FFF2-40B4-BE49-F238E27FC236}">
                <a16:creationId xmlns:a16="http://schemas.microsoft.com/office/drawing/2014/main" id="{26602103-BE83-4075-8EF0-BA6D9FDD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0" name="sample-code-2-2">
            <a:extLst xmlns:a="http://schemas.openxmlformats.org/drawingml/2006/main">
              <a:ext uri="{FF2B5EF4-FFF2-40B4-BE49-F238E27FC236}">
                <a16:creationId xmlns:a16="http://schemas.microsoft.com/office/drawing/2014/main" id="{5C291B19-FFB8-4F3D-883E-05B412C0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1" name="sample-code-2-digit-2">
            <a:extLst xmlns:a="http://schemas.openxmlformats.org/drawingml/2006/main">
              <a:ext uri="{FF2B5EF4-FFF2-40B4-BE49-F238E27FC236}">
                <a16:creationId xmlns:a16="http://schemas.microsoft.com/office/drawing/2014/main" id="{D9BC32E3-7366-41D6-984F-521156A4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2" name="sample-grade-3">
            <a:extLst xmlns:a="http://schemas.openxmlformats.org/drawingml/2006/main">
              <a:ext uri="{FF2B5EF4-FFF2-40B4-BE49-F238E27FC236}">
                <a16:creationId xmlns:a16="http://schemas.microsoft.com/office/drawing/2014/main" id="{0246C82D-1482-4DCC-A554-5643D25F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9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CE59697F-21D7-4E74-83E2-F02E7A19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94" name="sample-code-3-0">
            <a:extLst xmlns:a="http://schemas.openxmlformats.org/drawingml/2006/main">
              <a:ext uri="{FF2B5EF4-FFF2-40B4-BE49-F238E27FC236}">
                <a16:creationId xmlns:a16="http://schemas.microsoft.com/office/drawing/2014/main" id="{5BF8FD0E-3023-42FF-B05F-93C6AEF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5" name="sample-code-3-digit-0">
            <a:extLst xmlns:a="http://schemas.openxmlformats.org/drawingml/2006/main">
              <a:ext uri="{FF2B5EF4-FFF2-40B4-BE49-F238E27FC236}">
                <a16:creationId xmlns:a16="http://schemas.microsoft.com/office/drawing/2014/main" id="{ADC33625-0479-4E22-84F7-D0F4A298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6" name="sample-code-3-1">
            <a:extLst xmlns:a="http://schemas.openxmlformats.org/drawingml/2006/main">
              <a:ext uri="{FF2B5EF4-FFF2-40B4-BE49-F238E27FC236}">
                <a16:creationId xmlns:a16="http://schemas.microsoft.com/office/drawing/2014/main" id="{2FFAE6A6-5D0B-436E-83D0-1EBA69B4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7" name="sample-code-3-digit-1">
            <a:extLst xmlns:a="http://schemas.openxmlformats.org/drawingml/2006/main">
              <a:ext uri="{FF2B5EF4-FFF2-40B4-BE49-F238E27FC236}">
                <a16:creationId xmlns:a16="http://schemas.microsoft.com/office/drawing/2014/main" id="{A7EDCEEC-5DC8-4E32-9B5B-78624CF2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8" name="sample-code-3-2">
            <a:extLst xmlns:a="http://schemas.openxmlformats.org/drawingml/2006/main">
              <a:ext uri="{FF2B5EF4-FFF2-40B4-BE49-F238E27FC236}">
                <a16:creationId xmlns:a16="http://schemas.microsoft.com/office/drawing/2014/main" id="{17E3D7B3-F2B0-46FC-AF82-2573F4C3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9" name="sample-code-3-digit-2">
            <a:extLst xmlns:a="http://schemas.openxmlformats.org/drawingml/2006/main">
              <a:ext uri="{FF2B5EF4-FFF2-40B4-BE49-F238E27FC236}">
                <a16:creationId xmlns:a16="http://schemas.microsoft.com/office/drawing/2014/main" id="{4E975249-607C-4096-9BD5-F094267C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0" name="sample-grade-4">
            <a:extLst xmlns:a="http://schemas.openxmlformats.org/drawingml/2006/main">
              <a:ext uri="{FF2B5EF4-FFF2-40B4-BE49-F238E27FC236}">
                <a16:creationId xmlns:a16="http://schemas.microsoft.com/office/drawing/2014/main" id="{33505A2F-05E1-4A98-9FBF-7E9E2A34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58628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0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27DCC8BF-6D08-42B5-B604-1F0F0370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2" name="sample-code-4-0">
            <a:extLst xmlns:a="http://schemas.openxmlformats.org/drawingml/2006/main">
              <a:ext uri="{FF2B5EF4-FFF2-40B4-BE49-F238E27FC236}">
                <a16:creationId xmlns:a16="http://schemas.microsoft.com/office/drawing/2014/main" id="{B0C2B2A1-9F17-47B8-ACAF-AFDCFF77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3" name="sample-code-4-digit-0">
            <a:extLst xmlns:a="http://schemas.openxmlformats.org/drawingml/2006/main">
              <a:ext uri="{FF2B5EF4-FFF2-40B4-BE49-F238E27FC236}">
                <a16:creationId xmlns:a16="http://schemas.microsoft.com/office/drawing/2014/main" id="{DAD7126A-98F1-49C2-B96F-95EEBB1D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4" name="sample-code-4-1">
            <a:extLst xmlns:a="http://schemas.openxmlformats.org/drawingml/2006/main">
              <a:ext uri="{FF2B5EF4-FFF2-40B4-BE49-F238E27FC236}">
                <a16:creationId xmlns:a16="http://schemas.microsoft.com/office/drawing/2014/main" id="{AD88D0A3-4AD5-4C69-9F42-CD46533C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5" name="sample-code-4-digit-1">
            <a:extLst xmlns:a="http://schemas.openxmlformats.org/drawingml/2006/main">
              <a:ext uri="{FF2B5EF4-FFF2-40B4-BE49-F238E27FC236}">
                <a16:creationId xmlns:a16="http://schemas.microsoft.com/office/drawing/2014/main" id="{07DAA186-A567-472F-9B35-3DD77B08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6" name="sample-code-4-2">
            <a:extLst xmlns:a="http://schemas.openxmlformats.org/drawingml/2006/main">
              <a:ext uri="{FF2B5EF4-FFF2-40B4-BE49-F238E27FC236}">
                <a16:creationId xmlns:a16="http://schemas.microsoft.com/office/drawing/2014/main" id="{D3DE2E48-B1BE-4C6A-880D-2527486D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7" name="sample-code-4-digit-2">
            <a:extLst xmlns:a="http://schemas.openxmlformats.org/drawingml/2006/main">
              <a:ext uri="{FF2B5EF4-FFF2-40B4-BE49-F238E27FC236}">
                <a16:creationId xmlns:a16="http://schemas.microsoft.com/office/drawing/2014/main" id="{180C54D6-2455-4F37-8CB9-EED450C4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08" name="sample-grade-5">
            <a:extLst xmlns:a="http://schemas.openxmlformats.org/drawingml/2006/main">
              <a:ext uri="{FF2B5EF4-FFF2-40B4-BE49-F238E27FC236}">
                <a16:creationId xmlns:a16="http://schemas.microsoft.com/office/drawing/2014/main" id="{F2B1E26D-77A9-4E59-B415-A1D7B5CC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0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927E915-F966-4539-AB14-B96E53CD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0" name="sample-code-5-0">
            <a:extLst xmlns:a="http://schemas.openxmlformats.org/drawingml/2006/main">
              <a:ext uri="{FF2B5EF4-FFF2-40B4-BE49-F238E27FC236}">
                <a16:creationId xmlns:a16="http://schemas.microsoft.com/office/drawing/2014/main" id="{6AA288B6-6481-4BC3-8D52-10122986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1" name="sample-code-5-digit-0">
            <a:extLst xmlns:a="http://schemas.openxmlformats.org/drawingml/2006/main">
              <a:ext uri="{FF2B5EF4-FFF2-40B4-BE49-F238E27FC236}">
                <a16:creationId xmlns:a16="http://schemas.microsoft.com/office/drawing/2014/main" id="{97E38468-AB5C-4403-8AA1-8A35F504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12" name="sample-code-5-1">
            <a:extLst xmlns:a="http://schemas.openxmlformats.org/drawingml/2006/main">
              <a:ext uri="{FF2B5EF4-FFF2-40B4-BE49-F238E27FC236}">
                <a16:creationId xmlns:a16="http://schemas.microsoft.com/office/drawing/2014/main" id="{7F67F5D9-7318-4AD3-886B-71E6CCDF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3" name="sample-code-5-digit-1">
            <a:extLst xmlns:a="http://schemas.openxmlformats.org/drawingml/2006/main">
              <a:ext uri="{FF2B5EF4-FFF2-40B4-BE49-F238E27FC236}">
                <a16:creationId xmlns:a16="http://schemas.microsoft.com/office/drawing/2014/main" id="{A78BC7F6-A263-464B-8537-6E5BDBB9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14" name="sample-code-5-2">
            <a:extLst xmlns:a="http://schemas.openxmlformats.org/drawingml/2006/main">
              <a:ext uri="{FF2B5EF4-FFF2-40B4-BE49-F238E27FC236}">
                <a16:creationId xmlns:a16="http://schemas.microsoft.com/office/drawing/2014/main" id="{8A5983C9-B3AD-42A1-93B3-1E044BA1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5" name="sample-code-5-digit-2">
            <a:extLst xmlns:a="http://schemas.openxmlformats.org/drawingml/2006/main">
              <a:ext uri="{FF2B5EF4-FFF2-40B4-BE49-F238E27FC236}">
                <a16:creationId xmlns:a16="http://schemas.microsoft.com/office/drawing/2014/main" id="{800FB512-CC24-4613-96E1-6ECFB62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16" name="sample-grade-6">
            <a:extLst xmlns:a="http://schemas.openxmlformats.org/drawingml/2006/main">
              <a:ext uri="{FF2B5EF4-FFF2-40B4-BE49-F238E27FC236}">
                <a16:creationId xmlns:a16="http://schemas.microsoft.com/office/drawing/2014/main" id="{5378871B-D6E3-4505-BFE6-9A71308D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A524561E-9666-400B-B345-9438F2F8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8" name="sample-code-6-0">
            <a:extLst xmlns:a="http://schemas.openxmlformats.org/drawingml/2006/main">
              <a:ext uri="{FF2B5EF4-FFF2-40B4-BE49-F238E27FC236}">
                <a16:creationId xmlns:a16="http://schemas.microsoft.com/office/drawing/2014/main" id="{4EF2C98C-0388-401E-8B9E-E68B63D7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9" name="sample-code-6-digit-0">
            <a:extLst xmlns:a="http://schemas.openxmlformats.org/drawingml/2006/main">
              <a:ext uri="{FF2B5EF4-FFF2-40B4-BE49-F238E27FC236}">
                <a16:creationId xmlns:a16="http://schemas.microsoft.com/office/drawing/2014/main" id="{643BD4B9-4F8D-4FE2-9CCD-09EC8922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0" name="sample-code-6-1">
            <a:extLst xmlns:a="http://schemas.openxmlformats.org/drawingml/2006/main">
              <a:ext uri="{FF2B5EF4-FFF2-40B4-BE49-F238E27FC236}">
                <a16:creationId xmlns:a16="http://schemas.microsoft.com/office/drawing/2014/main" id="{C78FABB0-B7BF-4692-8BA8-4DAB012B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1" name="sample-code-6-digit-1">
            <a:extLst xmlns:a="http://schemas.openxmlformats.org/drawingml/2006/main">
              <a:ext uri="{FF2B5EF4-FFF2-40B4-BE49-F238E27FC236}">
                <a16:creationId xmlns:a16="http://schemas.microsoft.com/office/drawing/2014/main" id="{5D353344-20D1-4005-ACF8-CD8390D7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22" name="sample-code-6-2">
            <a:extLst xmlns:a="http://schemas.openxmlformats.org/drawingml/2006/main">
              <a:ext uri="{FF2B5EF4-FFF2-40B4-BE49-F238E27FC236}">
                <a16:creationId xmlns:a16="http://schemas.microsoft.com/office/drawing/2014/main" id="{823BE8E1-E353-4F86-9A9D-595E48AD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3" name="sample-code-6-digit-2">
            <a:extLst xmlns:a="http://schemas.openxmlformats.org/drawingml/2006/main">
              <a:ext uri="{FF2B5EF4-FFF2-40B4-BE49-F238E27FC236}">
                <a16:creationId xmlns:a16="http://schemas.microsoft.com/office/drawing/2014/main" id="{E8FE9DB1-A525-4502-856E-67D619B8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4" name="sample-grade-7">
            <a:extLst xmlns:a="http://schemas.openxmlformats.org/drawingml/2006/main">
              <a:ext uri="{FF2B5EF4-FFF2-40B4-BE49-F238E27FC236}">
                <a16:creationId xmlns:a16="http://schemas.microsoft.com/office/drawing/2014/main" id="{399020FF-C786-4763-B75A-3D896D48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2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3F6AE2F-9CAA-49F7-9731-0C87568A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6" name="sample-code-7-0">
            <a:extLst xmlns:a="http://schemas.openxmlformats.org/drawingml/2006/main">
              <a:ext uri="{FF2B5EF4-FFF2-40B4-BE49-F238E27FC236}">
                <a16:creationId xmlns:a16="http://schemas.microsoft.com/office/drawing/2014/main" id="{9982903B-B704-406C-B137-4AD72D80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7" name="sample-code-7-digit-0">
            <a:extLst xmlns:a="http://schemas.openxmlformats.org/drawingml/2006/main">
              <a:ext uri="{FF2B5EF4-FFF2-40B4-BE49-F238E27FC236}">
                <a16:creationId xmlns:a16="http://schemas.microsoft.com/office/drawing/2014/main" id="{B8222BF2-5B2B-468F-84A3-E87CFEF3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8" name="sample-code-7-1">
            <a:extLst xmlns:a="http://schemas.openxmlformats.org/drawingml/2006/main">
              <a:ext uri="{FF2B5EF4-FFF2-40B4-BE49-F238E27FC236}">
                <a16:creationId xmlns:a16="http://schemas.microsoft.com/office/drawing/2014/main" id="{7D0A5DE5-802E-49DF-A0E1-2F9418BA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9" name="sample-code-7-digit-1">
            <a:extLst xmlns:a="http://schemas.openxmlformats.org/drawingml/2006/main">
              <a:ext uri="{FF2B5EF4-FFF2-40B4-BE49-F238E27FC236}">
                <a16:creationId xmlns:a16="http://schemas.microsoft.com/office/drawing/2014/main" id="{AAA34DD1-ED5E-4C98-882C-0E4D6FA7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30" name="sample-code-7-2">
            <a:extLst xmlns:a="http://schemas.openxmlformats.org/drawingml/2006/main">
              <a:ext uri="{FF2B5EF4-FFF2-40B4-BE49-F238E27FC236}">
                <a16:creationId xmlns:a16="http://schemas.microsoft.com/office/drawing/2014/main" id="{17EC03F3-AAAF-4604-831D-19EE0B65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1" name="sample-code-7-digit-2">
            <a:extLst xmlns:a="http://schemas.openxmlformats.org/drawingml/2006/main">
              <a:ext uri="{FF2B5EF4-FFF2-40B4-BE49-F238E27FC236}">
                <a16:creationId xmlns:a16="http://schemas.microsoft.com/office/drawing/2014/main" id="{336165D5-22D8-4B29-B1B0-AC2171BF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2" name="sample-grade-8">
            <a:extLst xmlns:a="http://schemas.openxmlformats.org/drawingml/2006/main">
              <a:ext uri="{FF2B5EF4-FFF2-40B4-BE49-F238E27FC236}">
                <a16:creationId xmlns:a16="http://schemas.microsoft.com/office/drawing/2014/main" id="{34FA420A-9173-4AF2-BC71-15F11EC6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94472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3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C8011E4-13F8-43AA-9C2C-35A3F31A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34" name="sample-code-8-0">
            <a:extLst xmlns:a="http://schemas.openxmlformats.org/drawingml/2006/main">
              <a:ext uri="{FF2B5EF4-FFF2-40B4-BE49-F238E27FC236}">
                <a16:creationId xmlns:a16="http://schemas.microsoft.com/office/drawing/2014/main" id="{80704386-4CEC-4463-BE53-AA613B8E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5" name="sample-code-8-digit-0">
            <a:extLst xmlns:a="http://schemas.openxmlformats.org/drawingml/2006/main">
              <a:ext uri="{FF2B5EF4-FFF2-40B4-BE49-F238E27FC236}">
                <a16:creationId xmlns:a16="http://schemas.microsoft.com/office/drawing/2014/main" id="{C0808704-7EED-4128-8E6C-840F4204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6" name="sample-code-8-1">
            <a:extLst xmlns:a="http://schemas.openxmlformats.org/drawingml/2006/main">
              <a:ext uri="{FF2B5EF4-FFF2-40B4-BE49-F238E27FC236}">
                <a16:creationId xmlns:a16="http://schemas.microsoft.com/office/drawing/2014/main" id="{9E18D748-FFB4-4BA3-AD1D-2D786B4C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7" name="sample-code-8-digit-1">
            <a:extLst xmlns:a="http://schemas.openxmlformats.org/drawingml/2006/main">
              <a:ext uri="{FF2B5EF4-FFF2-40B4-BE49-F238E27FC236}">
                <a16:creationId xmlns:a16="http://schemas.microsoft.com/office/drawing/2014/main" id="{5A570BFA-4DB3-4118-B472-B8DAD5C2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8" name="sample-code-8-2">
            <a:extLst xmlns:a="http://schemas.openxmlformats.org/drawingml/2006/main">
              <a:ext uri="{FF2B5EF4-FFF2-40B4-BE49-F238E27FC236}">
                <a16:creationId xmlns:a16="http://schemas.microsoft.com/office/drawing/2014/main" id="{D0821E9B-6C7D-4AB5-A2A3-E5133D7F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9" name="sample-code-8-digit-2">
            <a:extLst xmlns:a="http://schemas.openxmlformats.org/drawingml/2006/main">
              <a:ext uri="{FF2B5EF4-FFF2-40B4-BE49-F238E27FC236}">
                <a16:creationId xmlns:a16="http://schemas.microsoft.com/office/drawing/2014/main" id="{0169A177-F379-40E6-A8A3-A92A7CC6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0" name="sample-grade-9">
            <a:extLst xmlns:a="http://schemas.openxmlformats.org/drawingml/2006/main">
              <a:ext uri="{FF2B5EF4-FFF2-40B4-BE49-F238E27FC236}">
                <a16:creationId xmlns:a16="http://schemas.microsoft.com/office/drawing/2014/main" id="{C3BEC64C-DA6B-4413-B669-A762E0F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980134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636D8A61-F92A-4276-BE68-E17CE2EB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2" name="sample-code-9-0">
            <a:extLst xmlns:a="http://schemas.openxmlformats.org/drawingml/2006/main">
              <a:ext uri="{FF2B5EF4-FFF2-40B4-BE49-F238E27FC236}">
                <a16:creationId xmlns:a16="http://schemas.microsoft.com/office/drawing/2014/main" id="{2FEA1A35-59A4-444E-9D7C-6E695989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3" name="sample-code-9-digit-0">
            <a:extLst xmlns:a="http://schemas.openxmlformats.org/drawingml/2006/main">
              <a:ext uri="{FF2B5EF4-FFF2-40B4-BE49-F238E27FC236}">
                <a16:creationId xmlns:a16="http://schemas.microsoft.com/office/drawing/2014/main" id="{4146DB4D-3B82-4912-8174-162791A5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44" name="sample-code-9-1">
            <a:extLst xmlns:a="http://schemas.openxmlformats.org/drawingml/2006/main">
              <a:ext uri="{FF2B5EF4-FFF2-40B4-BE49-F238E27FC236}">
                <a16:creationId xmlns:a16="http://schemas.microsoft.com/office/drawing/2014/main" id="{F9D7E607-905B-4BC6-B84A-4295920B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5" name="sample-code-9-digit-1">
            <a:extLst xmlns:a="http://schemas.openxmlformats.org/drawingml/2006/main">
              <a:ext uri="{FF2B5EF4-FFF2-40B4-BE49-F238E27FC236}">
                <a16:creationId xmlns:a16="http://schemas.microsoft.com/office/drawing/2014/main" id="{45DD0D57-074E-4926-96CB-84D5E6B5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6" name="sample-code-9-2">
            <a:extLst xmlns:a="http://schemas.openxmlformats.org/drawingml/2006/main">
              <a:ext uri="{FF2B5EF4-FFF2-40B4-BE49-F238E27FC236}">
                <a16:creationId xmlns:a16="http://schemas.microsoft.com/office/drawing/2014/main" id="{D972D2C7-28DB-4FCB-93AB-2E05BFBF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7" name="sample-code-9-digit-2">
            <a:extLst xmlns:a="http://schemas.openxmlformats.org/drawingml/2006/main">
              <a:ext uri="{FF2B5EF4-FFF2-40B4-BE49-F238E27FC236}">
                <a16:creationId xmlns:a16="http://schemas.microsoft.com/office/drawing/2014/main" id="{FDA662D4-12C1-4345-9690-EE50E9BA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8" name="code-row-label">
            <a:extLst xmlns:a="http://schemas.openxmlformats.org/drawingml/2006/main">
              <a:ext uri="{FF2B5EF4-FFF2-40B4-BE49-F238E27FC236}">
                <a16:creationId xmlns:a16="http://schemas.microsoft.com/office/drawing/2014/main" id="{2E651B24-D6E6-47B8-AF89-9D936800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码字</a:t>
            </a:r>
          </a:p>
        </p:txBody>
      </p:sp>
      <p:sp>
        <p:nvSpPr>
          <p:cNvPr id="149" name="last-code-focus">
            <a:extLst xmlns:a="http://schemas.openxmlformats.org/drawingml/2006/main">
              <a:ext uri="{FF2B5EF4-FFF2-40B4-BE49-F238E27FC236}">
                <a16:creationId xmlns:a16="http://schemas.microsoft.com/office/drawing/2014/main" id="{AC7E72AD-0214-4E8C-8E97-B6DF235D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33925"/>
            <a:ext cx="93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50" name="answer-1">
            <a:extLst xmlns:a="http://schemas.openxmlformats.org/drawingml/2006/main">
              <a:ext uri="{FF2B5EF4-FFF2-40B4-BE49-F238E27FC236}">
                <a16:creationId xmlns:a16="http://schemas.microsoft.com/office/drawing/2014/main" id="{E70B8A4A-45B1-4E5C-BAC0-63E1374D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同一时刻的代表值 → 等级编号 → 码字。</a:t>
            </a:r>
          </a:p>
        </p:txBody>
      </p:sp>
      <p:sp>
        <p:nvSpPr>
          <p:cNvPr id="151" name="answer-2">
            <a:extLst xmlns:a="http://schemas.openxmlformats.org/drawingml/2006/main">
              <a:ext uri="{FF2B5EF4-FFF2-40B4-BE49-F238E27FC236}">
                <a16:creationId xmlns:a16="http://schemas.microsoft.com/office/drawing/2014/main" id="{C1499F0C-D434-40C3-8290-AAC6472D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 → 011；本课编码可以不压缩。</a:t>
            </a:r>
          </a:p>
        </p:txBody>
      </p:sp>
    </p:spTree>
    <p:extLst>
      <p:ext uri="{BB962C8B-B14F-4D97-AF65-F5344CB8AC3E}">
        <p14:creationId xmlns:p14="http://schemas.microsoft.com/office/powerpoint/2010/main" val="15672760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4DE5B386-33C6-4C9F-A413-31DF392E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ED8B426-EFBC-4C77-81F2-5F841166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0E18310-4175-4765-8506-F59225F0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时刻、幅度和码字，各解决什么问题？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A2245593-39C1-46E9-BE28-48DCFA04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A0613BC3-BDFD-4846-92E9-6D0238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DEA6BF0A-78E6-45C5-8FB4-E669844A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04F66548-584A-4758-BB71-807180B9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AF2F3B1E-F804-41DE-8A8D-030E130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80B8EA28-965F-46BD-9200-DAE3A107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70C00CAB-6C71-44B7-8C83-38EEB052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AFBDFDDC-8321-410D-846C-2D3DEB27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A2CDF81F-B66F-4A04-9E51-43762039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4AFC0E1F-463E-4C2B-8B50-F37751BC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58C8AE10-89BC-438F-922D-C4FB0F89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2897843C-70DA-4435-923D-4D593E46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4E8F4366-746E-407C-9D1C-C4AA8AEF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624F5EE1-F1B7-4E74-832F-4311293C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A7A27D57-B682-48DE-B457-4A5D39FE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F1E791B1-1899-4F89-A6E5-23ED895D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49910FA6-5205-4CCF-ADEE-E08336B0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799B71FA-0062-4359-A466-B91678A4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4F07B801-F6E5-430A-A0BB-C3444F09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92C19A07-6471-42CB-9A8D-1FFE5BBD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</p:spTree>
    <p:extLst>
      <p:ext uri="{BB962C8B-B14F-4D97-AF65-F5344CB8AC3E}">
        <p14:creationId xmlns:p14="http://schemas.microsoft.com/office/powerpoint/2010/main" val="108983596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rail">
            <a:extLst xmlns:a="http://schemas.openxmlformats.org/drawingml/2006/main">
              <a:ext uri="{FF2B5EF4-FFF2-40B4-BE49-F238E27FC236}">
                <a16:creationId xmlns:a16="http://schemas.microsoft.com/office/drawing/2014/main" id="{4DE5B386-33C6-4C9F-A413-31DF392E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ED8B426-EFBC-4C77-81F2-5F841166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0E18310-4175-4765-8506-F59225F0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时刻、幅度和码字，各解决什么问题？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A2245593-39C1-46E9-BE28-48DCFA04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A0613BC3-BDFD-4846-92E9-6D0238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DEA6BF0A-78E6-45C5-8FB4-E669844A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04F66548-584A-4758-BB71-807180B9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AF2F3B1E-F804-41DE-8A8D-030E130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80B8EA28-965F-46BD-9200-DAE3A107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70C00CAB-6C71-44B7-8C83-38EEB052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AFBDFDDC-8321-410D-846C-2D3DEB27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A2CDF81F-B66F-4A04-9E51-43762039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4AFC0E1F-463E-4C2B-8B50-F37751BC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58C8AE10-89BC-438F-922D-C4FB0F89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2897843C-70DA-4435-923D-4D593E46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4E8F4366-746E-407C-9D1C-C4AA8AEF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624F5EE1-F1B7-4E74-832F-4311293C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A7A27D57-B682-48DE-B457-4A5D39FE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F1E791B1-1899-4F89-A6E5-23ED895D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49910FA6-5205-4CCF-ADEE-E08336B0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799B71FA-0062-4359-A466-B91678A4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4F07B801-F6E5-430A-A0BB-C3444F09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92C19A07-6471-42CB-9A8D-1FFE5BBD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FE71D752-4B36-4A8C-98BC-F59168FB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1D4B034A-55A2-40ED-A9CE-B9206BD0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6B1B5B2E-DDB2-4C3F-BD56-D1E5415C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FDA8112D-710C-486E-9FD1-4D9B2683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21122FC1-5FA4-486D-AE24-8ECE44AF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A77A58FB-811A-4D8F-9D8C-B4F0CB37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C72D8448-F75A-4F1C-BF8B-6034F5A5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9FD1E4A8-0B22-4381-BC1B-0874BE1F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BAD3FAA7-256B-43BC-8EA7-A75E86CA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  <p:sp>
        <p:nvSpPr>
          <p:cNvPr id="33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D86093BD-D00E-446A-91BF-3B53F2FC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4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4480DBBC-BA1F-4D96-92B1-8E55F8AB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576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10898359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0B23275A-D11A-4E73-8FD4-A14CCF98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BF5AA03-92B6-4404-B2D4-9F0A027A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8C7213C-61C6-43F0-B422-7E3E38B4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这些名称在录音流程的哪一层？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4A60190-2A30-4DA8-B8FD-F09C270A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WAV、PCM、MP3、WMA、MIDI</a:t>
            </a:r>
          </a:p>
        </p:txBody>
      </p:sp>
      <p:sp>
        <p:nvSpPr>
          <p:cNvPr id="5" name="recorded-route">
            <a:extLst xmlns:a="http://schemas.openxmlformats.org/drawingml/2006/main">
              <a:ext uri="{FF2B5EF4-FFF2-40B4-BE49-F238E27FC236}">
                <a16:creationId xmlns:a16="http://schemas.microsoft.com/office/drawing/2014/main" id="{216AEF0E-CBA0-4688-B767-579BE9B2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录音样本</a:t>
            </a:r>
          </a:p>
        </p:txBody>
      </p:sp>
      <p:sp>
        <p:nvSpPr>
          <p:cNvPr id="6" name="recorded-content">
            <a:extLst xmlns:a="http://schemas.openxmlformats.org/drawingml/2006/main">
              <a:ext uri="{FF2B5EF4-FFF2-40B4-BE49-F238E27FC236}">
                <a16:creationId xmlns:a16="http://schemas.microsoft.com/office/drawing/2014/main" id="{311F7820-7AA2-4BD3-9E65-860F721B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按时刻保存幅度</a:t>
            </a:r>
          </a:p>
        </p:txBody>
      </p:sp>
      <p:sp>
        <p:nvSpPr>
          <p:cNvPr id="7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97E2997-2884-4A06-B227-4A7A5BB6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audio-encoding-slot">
            <a:extLst xmlns:a="http://schemas.openxmlformats.org/drawingml/2006/main">
              <a:ext uri="{FF2B5EF4-FFF2-40B4-BE49-F238E27FC236}">
                <a16:creationId xmlns:a16="http://schemas.microsoft.com/office/drawing/2014/main" id="{1B659358-2420-40C7-989B-9478BDB4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编码方法？</a:t>
            </a:r>
          </a:p>
        </p:txBody>
      </p:sp>
      <p:sp>
        <p:nvSpPr>
          <p:cNvPr id="9" name="codec-example-slot">
            <a:extLst xmlns:a="http://schemas.openxmlformats.org/drawingml/2006/main">
              <a:ext uri="{FF2B5EF4-FFF2-40B4-BE49-F238E27FC236}">
                <a16:creationId xmlns:a16="http://schemas.microsoft.com/office/drawing/2014/main" id="{C42BDAEE-6A11-4522-8987-DEF50F6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怎样表示这些数据？</a:t>
            </a:r>
          </a:p>
        </p:txBody>
      </p:sp>
      <p:sp>
        <p:nvSpPr>
          <p:cNvPr id="1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34E5491-35EA-4C27-AE6E-C6A750BF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" name="container-outline">
            <a:extLst xmlns:a="http://schemas.openxmlformats.org/drawingml/2006/main">
              <a:ext uri="{FF2B5EF4-FFF2-40B4-BE49-F238E27FC236}">
                <a16:creationId xmlns:a16="http://schemas.microsoft.com/office/drawing/2014/main" id="{3C72AFAA-5D47-476F-A5BC-D40C03F3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152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container-slot">
            <a:extLst xmlns:a="http://schemas.openxmlformats.org/drawingml/2006/main">
              <a:ext uri="{FF2B5EF4-FFF2-40B4-BE49-F238E27FC236}">
                <a16:creationId xmlns:a16="http://schemas.microsoft.com/office/drawing/2014/main" id="{130B57EC-D8B9-4DB5-8F52-BD100A51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文件包装？</a:t>
            </a:r>
          </a:p>
        </p:txBody>
      </p:sp>
      <p:sp>
        <p:nvSpPr>
          <p:cNvPr id="13" name="pcm-container-example">
            <a:extLst xmlns:a="http://schemas.openxmlformats.org/drawingml/2006/main">
              <a:ext uri="{FF2B5EF4-FFF2-40B4-BE49-F238E27FC236}">
                <a16:creationId xmlns:a16="http://schemas.microsoft.com/office/drawing/2014/main" id="{926CD7BF-3EF8-4DC7-B1A7-75E425E3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格式与数据</a:t>
            </a:r>
          </a:p>
        </p:txBody>
      </p:sp>
      <p:sp>
        <p:nvSpPr>
          <p:cNvPr id="14" name="event-route">
            <a:extLst xmlns:a="http://schemas.openxmlformats.org/drawingml/2006/main">
              <a:ext uri="{FF2B5EF4-FFF2-40B4-BE49-F238E27FC236}">
                <a16:creationId xmlns:a16="http://schemas.microsoft.com/office/drawing/2014/main" id="{5384F360-6E9C-439B-A4AC-4C047E3A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演奏事件</a:t>
            </a:r>
          </a:p>
        </p:txBody>
      </p:sp>
      <p:sp>
        <p:nvSpPr>
          <p:cNvPr id="15" name="event-content">
            <a:extLst xmlns:a="http://schemas.openxmlformats.org/drawingml/2006/main">
              <a:ext uri="{FF2B5EF4-FFF2-40B4-BE49-F238E27FC236}">
                <a16:creationId xmlns:a16="http://schemas.microsoft.com/office/drawing/2014/main" id="{A2FC3329-6DCB-4047-9DD7-71C40207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音符、时长、乐器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455B63E7-0E43-41EA-A1A8-47568820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midi-slot">
            <a:extLst xmlns:a="http://schemas.openxmlformats.org/drawingml/2006/main">
              <a:ext uri="{FF2B5EF4-FFF2-40B4-BE49-F238E27FC236}">
                <a16:creationId xmlns:a16="http://schemas.microsoft.com/office/drawing/2014/main" id="{1D3FAB90-7955-438F-B866-E58BA490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0527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指令格式？</a:t>
            </a:r>
          </a:p>
        </p:txBody>
      </p:sp>
      <p:sp>
        <p:nvSpPr>
          <p:cNvPr id="18" name="synthesizer">
            <a:extLst xmlns:a="http://schemas.openxmlformats.org/drawingml/2006/main">
              <a:ext uri="{FF2B5EF4-FFF2-40B4-BE49-F238E27FC236}">
                <a16:creationId xmlns:a16="http://schemas.microsoft.com/office/drawing/2014/main" id="{F6D9A287-A037-472E-8517-E452FF7F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720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由合成器解释</a:t>
            </a:r>
          </a:p>
        </p:txBody>
      </p:sp>
      <p:sp>
        <p:nvSpPr>
          <p:cNvPr id="1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FE5EC8C3-9341-49C7-A014-7848513A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0" name="synthesized-sound">
            <a:extLst xmlns:a="http://schemas.openxmlformats.org/drawingml/2006/main">
              <a:ext uri="{FF2B5EF4-FFF2-40B4-BE49-F238E27FC236}">
                <a16:creationId xmlns:a16="http://schemas.microsoft.com/office/drawing/2014/main" id="{4269B753-408E-4415-AB0F-8D89908D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0527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产生声音</a:t>
            </a:r>
          </a:p>
        </p:txBody>
      </p:sp>
    </p:spTree>
    <p:extLst>
      <p:ext uri="{BB962C8B-B14F-4D97-AF65-F5344CB8AC3E}">
        <p14:creationId xmlns:p14="http://schemas.microsoft.com/office/powerpoint/2010/main" val="14044481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0B23275A-D11A-4E73-8FD4-A14CCF98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BF5AA03-92B6-4404-B2D4-9F0A027A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8C7213C-61C6-43F0-B422-7E3E38B4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这些名称在录音流程的哪一层？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4A60190-2A30-4DA8-B8FD-F09C270A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WAV、PCM、MP3、WMA、MIDI</a:t>
            </a:r>
          </a:p>
        </p:txBody>
      </p:sp>
      <p:sp>
        <p:nvSpPr>
          <p:cNvPr id="5" name="recorded-route">
            <a:extLst xmlns:a="http://schemas.openxmlformats.org/drawingml/2006/main">
              <a:ext uri="{FF2B5EF4-FFF2-40B4-BE49-F238E27FC236}">
                <a16:creationId xmlns:a16="http://schemas.microsoft.com/office/drawing/2014/main" id="{216AEF0E-CBA0-4688-B767-579BE9B2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录音样本</a:t>
            </a:r>
          </a:p>
        </p:txBody>
      </p:sp>
      <p:sp>
        <p:nvSpPr>
          <p:cNvPr id="6" name="recorded-content">
            <a:extLst xmlns:a="http://schemas.openxmlformats.org/drawingml/2006/main">
              <a:ext uri="{FF2B5EF4-FFF2-40B4-BE49-F238E27FC236}">
                <a16:creationId xmlns:a16="http://schemas.microsoft.com/office/drawing/2014/main" id="{311F7820-7AA2-4BD3-9E65-860F721B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按时刻保存幅度</a:t>
            </a:r>
          </a:p>
        </p:txBody>
      </p:sp>
      <p:sp>
        <p:nvSpPr>
          <p:cNvPr id="7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97E2997-2884-4A06-B227-4A7A5BB6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audio-encoding-slot">
            <a:extLst xmlns:a="http://schemas.openxmlformats.org/drawingml/2006/main">
              <a:ext uri="{FF2B5EF4-FFF2-40B4-BE49-F238E27FC236}">
                <a16:creationId xmlns:a16="http://schemas.microsoft.com/office/drawing/2014/main" id="{1B659358-2420-40C7-989B-9478BDB4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PCM：音频编码</a:t>
            </a:r>
          </a:p>
        </p:txBody>
      </p:sp>
      <p:sp>
        <p:nvSpPr>
          <p:cNvPr id="9" name="codec-example-slot">
            <a:extLst xmlns:a="http://schemas.openxmlformats.org/drawingml/2006/main">
              <a:ext uri="{FF2B5EF4-FFF2-40B4-BE49-F238E27FC236}">
                <a16:creationId xmlns:a16="http://schemas.microsoft.com/office/drawing/2014/main" id="{C42BDAEE-6A11-4522-8987-DEF50F6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本课：未压缩PCM</a:t>
            </a:r>
          </a:p>
        </p:txBody>
      </p:sp>
      <p:sp>
        <p:nvSpPr>
          <p:cNvPr id="1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34E5491-35EA-4C27-AE6E-C6A750BF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" name="container-outline">
            <a:extLst xmlns:a="http://schemas.openxmlformats.org/drawingml/2006/main">
              <a:ext uri="{FF2B5EF4-FFF2-40B4-BE49-F238E27FC236}">
                <a16:creationId xmlns:a16="http://schemas.microsoft.com/office/drawing/2014/main" id="{3C72AFAA-5D47-476F-A5BC-D40C03F3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152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container-slot">
            <a:extLst xmlns:a="http://schemas.openxmlformats.org/drawingml/2006/main">
              <a:ext uri="{FF2B5EF4-FFF2-40B4-BE49-F238E27FC236}">
                <a16:creationId xmlns:a16="http://schemas.microsoft.com/office/drawing/2014/main" id="{130B57EC-D8B9-4DB5-8F52-BD100A51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WAV：容器</a:t>
            </a:r>
          </a:p>
        </p:txBody>
      </p:sp>
      <p:sp>
        <p:nvSpPr>
          <p:cNvPr id="13" name="pcm-container-example">
            <a:extLst xmlns:a="http://schemas.openxmlformats.org/drawingml/2006/main">
              <a:ext uri="{FF2B5EF4-FFF2-40B4-BE49-F238E27FC236}">
                <a16:creationId xmlns:a16="http://schemas.microsoft.com/office/drawing/2014/main" id="{926CD7BF-3EF8-4DC7-B1A7-75E425E3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本课装PCM</a:t>
            </a:r>
          </a:p>
        </p:txBody>
      </p:sp>
      <p:sp>
        <p:nvSpPr>
          <p:cNvPr id="14" name="event-route">
            <a:extLst xmlns:a="http://schemas.openxmlformats.org/drawingml/2006/main">
              <a:ext uri="{FF2B5EF4-FFF2-40B4-BE49-F238E27FC236}">
                <a16:creationId xmlns:a16="http://schemas.microsoft.com/office/drawing/2014/main" id="{5384F360-6E9C-439B-A4AC-4C047E3A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演奏事件</a:t>
            </a:r>
          </a:p>
        </p:txBody>
      </p:sp>
      <p:sp>
        <p:nvSpPr>
          <p:cNvPr id="15" name="event-content">
            <a:extLst xmlns:a="http://schemas.openxmlformats.org/drawingml/2006/main">
              <a:ext uri="{FF2B5EF4-FFF2-40B4-BE49-F238E27FC236}">
                <a16:creationId xmlns:a16="http://schemas.microsoft.com/office/drawing/2014/main" id="{A2FC3329-6DCB-4047-9DD7-71C40207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音符、时长、乐器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455B63E7-0E43-41EA-A1A8-47568820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midi-slot">
            <a:extLst xmlns:a="http://schemas.openxmlformats.org/drawingml/2006/main">
              <a:ext uri="{FF2B5EF4-FFF2-40B4-BE49-F238E27FC236}">
                <a16:creationId xmlns:a16="http://schemas.microsoft.com/office/drawing/2014/main" id="{1D3FAB90-7955-438F-B866-E58BA490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0527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MIDI指令</a:t>
            </a:r>
          </a:p>
        </p:txBody>
      </p:sp>
      <p:sp>
        <p:nvSpPr>
          <p:cNvPr id="18" name="synthesizer">
            <a:extLst xmlns:a="http://schemas.openxmlformats.org/drawingml/2006/main">
              <a:ext uri="{FF2B5EF4-FFF2-40B4-BE49-F238E27FC236}">
                <a16:creationId xmlns:a16="http://schemas.microsoft.com/office/drawing/2014/main" id="{F6D9A287-A037-472E-8517-E452FF7F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720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由合成器解释</a:t>
            </a:r>
          </a:p>
        </p:txBody>
      </p:sp>
      <p:sp>
        <p:nvSpPr>
          <p:cNvPr id="1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FE5EC8C3-9341-49C7-A014-7848513A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0" name="synthesized-sound">
            <a:extLst xmlns:a="http://schemas.openxmlformats.org/drawingml/2006/main">
              <a:ext uri="{FF2B5EF4-FFF2-40B4-BE49-F238E27FC236}">
                <a16:creationId xmlns:a16="http://schemas.microsoft.com/office/drawing/2014/main" id="{4269B753-408E-4415-AB0F-8D89908D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0527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产生声音</a:t>
            </a:r>
          </a:p>
        </p:txBody>
      </p:sp>
      <p:sp>
        <p:nvSpPr>
          <p:cNvPr id="21" name="answer-1">
            <a:extLst xmlns:a="http://schemas.openxmlformats.org/drawingml/2006/main">
              <a:ext uri="{FF2B5EF4-FFF2-40B4-BE49-F238E27FC236}">
                <a16:creationId xmlns:a16="http://schemas.microsoft.com/office/drawing/2014/main" id="{8D46A04B-5F90-433E-920F-2491B921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MP3／WMA：音频编码；MIDI：演奏指令。</a:t>
            </a:r>
          </a:p>
        </p:txBody>
      </p:sp>
    </p:spTree>
    <p:extLst>
      <p:ext uri="{BB962C8B-B14F-4D97-AF65-F5344CB8AC3E}">
        <p14:creationId xmlns:p14="http://schemas.microsoft.com/office/powerpoint/2010/main" val="140444815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DD4EB002-1701-4373-973B-FB60EC9D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65985B5-9078-4B25-AF4C-D8514D18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CAA256D-ABF0-4C00-AFEA-D7DBB13D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MP3一定压缩到原来的1/10吗？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395B2B0-88FF-42D1-BE78-A1C87B1E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相同时长；只比较数据，不计文件结构开销。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DCC220E-2A59-450A-A041-210F334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PCM：1,411,200 bit/s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BD10710-B969-4880-91CE-7EC1E818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MP3：128,000 bit/s（本例固定码率）</a:t>
            </a:r>
          </a:p>
        </p:txBody>
      </p:sp>
    </p:spTree>
    <p:extLst>
      <p:ext uri="{BB962C8B-B14F-4D97-AF65-F5344CB8AC3E}">
        <p14:creationId xmlns:p14="http://schemas.microsoft.com/office/powerpoint/2010/main" val="89364820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DD4EB002-1701-4373-973B-FB60EC9D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65985B5-9078-4B25-AF4C-D8514D18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CAA256D-ABF0-4C00-AFEA-D7DBB13D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MP3一定压缩到原来的1/10吗？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395B2B0-88FF-42D1-BE78-A1C87B1E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相同时长；只比较数据，不计文件结构开销。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DCC220E-2A59-450A-A041-210F334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PCM：1,411,200 bit/s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BD10710-B969-4880-91CE-7EC1E818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MP3：128,000 bit/s（本例固定码率）</a:t>
            </a:r>
          </a:p>
        </p:txBody>
      </p:sp>
      <p:sp>
        <p:nvSpPr>
          <p:cNvPr id="7" name="pcm-rate-bar">
            <a:extLst xmlns:a="http://schemas.openxmlformats.org/drawingml/2006/main">
              <a:ext uri="{FF2B5EF4-FFF2-40B4-BE49-F238E27FC236}">
                <a16:creationId xmlns:a16="http://schemas.microsoft.com/office/drawing/2014/main" id="{F233C554-0CCB-4A5C-B066-63A8B973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09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mp3-rate-bar">
            <a:extLst xmlns:a="http://schemas.openxmlformats.org/drawingml/2006/main">
              <a:ext uri="{FF2B5EF4-FFF2-40B4-BE49-F238E27FC236}">
                <a16:creationId xmlns:a16="http://schemas.microsoft.com/office/drawing/2014/main" id="{0AAAB75A-74E0-46CC-AA58-07AF207C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91578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0">
            <a:noFill/>
          </a:ln>
        </p:spPr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4EB38639-9822-4B80-A4BF-C5E74196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128,000 ÷ 1,411,200 ≈ 9.1%。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A4302136-217A-4EAD-BEEB-D0D7C142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比例取决于参数与码率，不能固定为1/10。</a:t>
            </a:r>
          </a:p>
        </p:txBody>
      </p:sp>
    </p:spTree>
    <p:extLst>
      <p:ext uri="{BB962C8B-B14F-4D97-AF65-F5344CB8AC3E}">
        <p14:creationId xmlns:p14="http://schemas.microsoft.com/office/powerpoint/2010/main" val="8936482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op-rail">
            <a:extLst xmlns:a="http://schemas.openxmlformats.org/drawingml/2006/main">
              <a:ext uri="{FF2B5EF4-FFF2-40B4-BE49-F238E27FC236}">
                <a16:creationId xmlns:a16="http://schemas.microsoft.com/office/drawing/2014/main" id="{03DD1A40-88B6-4156-A7EE-BC2459D2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0C74732-D779-415A-9084-1D635AA3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728601A-471C-41E3-86EC-8503467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这8个样本一共占多少byte？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592CD83-85BD-49A2-9198-92C54AF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计数模型：4 Hz、2 s、16 bit / 样本、单声道。</a:t>
            </a:r>
          </a:p>
        </p:txBody>
      </p:sp>
      <p:sp>
        <p:nvSpPr>
          <p:cNvPr id="5" name="toy-time-0">
            <a:extLst xmlns:a="http://schemas.openxmlformats.org/drawingml/2006/main">
              <a:ext uri="{FF2B5EF4-FFF2-40B4-BE49-F238E27FC236}">
                <a16:creationId xmlns:a16="http://schemas.microsoft.com/office/drawing/2014/main" id="{3FA0E4AB-3B82-4844-9A96-F571A148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" name="toy-sample-0">
            <a:extLst xmlns:a="http://schemas.openxmlformats.org/drawingml/2006/main">
              <a:ext uri="{FF2B5EF4-FFF2-40B4-BE49-F238E27FC236}">
                <a16:creationId xmlns:a16="http://schemas.microsoft.com/office/drawing/2014/main" id="{904CBE54-6627-4D6A-BDBF-EF364447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oy-width-0">
            <a:extLst xmlns:a="http://schemas.openxmlformats.org/drawingml/2006/main">
              <a:ext uri="{FF2B5EF4-FFF2-40B4-BE49-F238E27FC236}">
                <a16:creationId xmlns:a16="http://schemas.microsoft.com/office/drawing/2014/main" id="{C6B51B9D-99B6-485F-A32E-113539D7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8" name="toy-time-1">
            <a:extLst xmlns:a="http://schemas.openxmlformats.org/drawingml/2006/main">
              <a:ext uri="{FF2B5EF4-FFF2-40B4-BE49-F238E27FC236}">
                <a16:creationId xmlns:a16="http://schemas.microsoft.com/office/drawing/2014/main" id="{7E5FD00A-DD08-4295-B5CA-E7C728E4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9" name="toy-sample-1">
            <a:extLst xmlns:a="http://schemas.openxmlformats.org/drawingml/2006/main">
              <a:ext uri="{FF2B5EF4-FFF2-40B4-BE49-F238E27FC236}">
                <a16:creationId xmlns:a16="http://schemas.microsoft.com/office/drawing/2014/main" id="{2F4E1B0F-DBE4-427B-839B-A1B67CB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oy-width-1">
            <a:extLst xmlns:a="http://schemas.openxmlformats.org/drawingml/2006/main">
              <a:ext uri="{FF2B5EF4-FFF2-40B4-BE49-F238E27FC236}">
                <a16:creationId xmlns:a16="http://schemas.microsoft.com/office/drawing/2014/main" id="{D24E6D5B-84E2-4A70-BE99-55E3ECAF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1" name="toy-time-2">
            <a:extLst xmlns:a="http://schemas.openxmlformats.org/drawingml/2006/main">
              <a:ext uri="{FF2B5EF4-FFF2-40B4-BE49-F238E27FC236}">
                <a16:creationId xmlns:a16="http://schemas.microsoft.com/office/drawing/2014/main" id="{BDD7BA8C-287B-4A52-B26F-E8F6F06F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12" name="toy-sample-2">
            <a:extLst xmlns:a="http://schemas.openxmlformats.org/drawingml/2006/main">
              <a:ext uri="{FF2B5EF4-FFF2-40B4-BE49-F238E27FC236}">
                <a16:creationId xmlns:a16="http://schemas.microsoft.com/office/drawing/2014/main" id="{3CC9A797-3DD9-4D5F-8082-6F594D8D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oy-width-2">
            <a:extLst xmlns:a="http://schemas.openxmlformats.org/drawingml/2006/main">
              <a:ext uri="{FF2B5EF4-FFF2-40B4-BE49-F238E27FC236}">
                <a16:creationId xmlns:a16="http://schemas.microsoft.com/office/drawing/2014/main" id="{48E76423-9C76-4CA8-B000-F1ECD837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4" name="toy-time-3">
            <a:extLst xmlns:a="http://schemas.openxmlformats.org/drawingml/2006/main">
              <a:ext uri="{FF2B5EF4-FFF2-40B4-BE49-F238E27FC236}">
                <a16:creationId xmlns:a16="http://schemas.microsoft.com/office/drawing/2014/main" id="{AC3436A7-40BD-48AA-B37A-CBE8DEBF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5" name="toy-sample-3">
            <a:extLst xmlns:a="http://schemas.openxmlformats.org/drawingml/2006/main">
              <a:ext uri="{FF2B5EF4-FFF2-40B4-BE49-F238E27FC236}">
                <a16:creationId xmlns:a16="http://schemas.microsoft.com/office/drawing/2014/main" id="{CBDB6E06-D53F-4F6A-97E5-1DC7B02F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oy-width-3">
            <a:extLst xmlns:a="http://schemas.openxmlformats.org/drawingml/2006/main">
              <a:ext uri="{FF2B5EF4-FFF2-40B4-BE49-F238E27FC236}">
                <a16:creationId xmlns:a16="http://schemas.microsoft.com/office/drawing/2014/main" id="{5CBB1AA5-83BC-48A3-A730-CC609E7D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7" name="toy-time-4">
            <a:extLst xmlns:a="http://schemas.openxmlformats.org/drawingml/2006/main">
              <a:ext uri="{FF2B5EF4-FFF2-40B4-BE49-F238E27FC236}">
                <a16:creationId xmlns:a16="http://schemas.microsoft.com/office/drawing/2014/main" id="{C8379E0E-DF7D-4FCE-877D-3D7ACBAC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8" name="toy-sample-4">
            <a:extLst xmlns:a="http://schemas.openxmlformats.org/drawingml/2006/main">
              <a:ext uri="{FF2B5EF4-FFF2-40B4-BE49-F238E27FC236}">
                <a16:creationId xmlns:a16="http://schemas.microsoft.com/office/drawing/2014/main" id="{89DEE9A4-76D2-44CC-91A3-051EBA0A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oy-width-4">
            <a:extLst xmlns:a="http://schemas.openxmlformats.org/drawingml/2006/main">
              <a:ext uri="{FF2B5EF4-FFF2-40B4-BE49-F238E27FC236}">
                <a16:creationId xmlns:a16="http://schemas.microsoft.com/office/drawing/2014/main" id="{4E03F85E-D469-4B4B-9395-D55C5CA3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0" name="toy-time-5">
            <a:extLst xmlns:a="http://schemas.openxmlformats.org/drawingml/2006/main">
              <a:ext uri="{FF2B5EF4-FFF2-40B4-BE49-F238E27FC236}">
                <a16:creationId xmlns:a16="http://schemas.microsoft.com/office/drawing/2014/main" id="{3708582E-A88B-47A2-A8D3-26DC85D9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1.25</a:t>
            </a:r>
          </a:p>
        </p:txBody>
      </p:sp>
      <p:sp>
        <p:nvSpPr>
          <p:cNvPr id="21" name="toy-sample-5">
            <a:extLst xmlns:a="http://schemas.openxmlformats.org/drawingml/2006/main">
              <a:ext uri="{FF2B5EF4-FFF2-40B4-BE49-F238E27FC236}">
                <a16:creationId xmlns:a16="http://schemas.microsoft.com/office/drawing/2014/main" id="{CB1A9B71-5F09-42C2-B726-3A405478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oy-width-5">
            <a:extLst xmlns:a="http://schemas.openxmlformats.org/drawingml/2006/main">
              <a:ext uri="{FF2B5EF4-FFF2-40B4-BE49-F238E27FC236}">
                <a16:creationId xmlns:a16="http://schemas.microsoft.com/office/drawing/2014/main" id="{7A23C360-9596-4944-95E9-1CF7B2A8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3" name="toy-time-6">
            <a:extLst xmlns:a="http://schemas.openxmlformats.org/drawingml/2006/main">
              <a:ext uri="{FF2B5EF4-FFF2-40B4-BE49-F238E27FC236}">
                <a16:creationId xmlns:a16="http://schemas.microsoft.com/office/drawing/2014/main" id="{A1BBF9AF-1D05-423B-BAFF-80473BD5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1.5</a:t>
            </a:r>
          </a:p>
        </p:txBody>
      </p:sp>
      <p:sp>
        <p:nvSpPr>
          <p:cNvPr id="24" name="toy-sample-6">
            <a:extLst xmlns:a="http://schemas.openxmlformats.org/drawingml/2006/main">
              <a:ext uri="{FF2B5EF4-FFF2-40B4-BE49-F238E27FC236}">
                <a16:creationId xmlns:a16="http://schemas.microsoft.com/office/drawing/2014/main" id="{D61D0124-CED2-4BD0-8878-3A67AD90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oy-width-6">
            <a:extLst xmlns:a="http://schemas.openxmlformats.org/drawingml/2006/main">
              <a:ext uri="{FF2B5EF4-FFF2-40B4-BE49-F238E27FC236}">
                <a16:creationId xmlns:a16="http://schemas.microsoft.com/office/drawing/2014/main" id="{9B5FEACF-7551-4B47-9F06-3EF9618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6" name="toy-time-7">
            <a:extLst xmlns:a="http://schemas.openxmlformats.org/drawingml/2006/main">
              <a:ext uri="{FF2B5EF4-FFF2-40B4-BE49-F238E27FC236}">
                <a16:creationId xmlns:a16="http://schemas.microsoft.com/office/drawing/2014/main" id="{0AA3D7D1-8C2F-454B-BD3F-4DADDA67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1.75</a:t>
            </a:r>
          </a:p>
        </p:txBody>
      </p:sp>
      <p:sp>
        <p:nvSpPr>
          <p:cNvPr id="27" name="toy-sample-7">
            <a:extLst xmlns:a="http://schemas.openxmlformats.org/drawingml/2006/main">
              <a:ext uri="{FF2B5EF4-FFF2-40B4-BE49-F238E27FC236}">
                <a16:creationId xmlns:a16="http://schemas.microsoft.com/office/drawing/2014/main" id="{60DB76BA-FAFE-4067-9836-C5FB1C51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oy-width-7">
            <a:extLst xmlns:a="http://schemas.openxmlformats.org/drawingml/2006/main">
              <a:ext uri="{FF2B5EF4-FFF2-40B4-BE49-F238E27FC236}">
                <a16:creationId xmlns:a16="http://schemas.microsoft.com/office/drawing/2014/main" id="{992801C7-40C9-416A-AF5D-0989F8FD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9" name="toy-time-unit">
            <a:extLst xmlns:a="http://schemas.openxmlformats.org/drawingml/2006/main">
              <a:ext uri="{FF2B5EF4-FFF2-40B4-BE49-F238E27FC236}">
                <a16:creationId xmlns:a16="http://schemas.microsoft.com/office/drawing/2014/main" id="{11AAD1F6-9997-4F70-8E4B-ECF501D5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0" name="toy-timeline">
            <a:extLst xmlns:a="http://schemas.openxmlformats.org/drawingml/2006/main">
              <a:ext uri="{FF2B5EF4-FFF2-40B4-BE49-F238E27FC236}">
                <a16:creationId xmlns:a16="http://schemas.microsoft.com/office/drawing/2014/main" id="{55A8E631-1481-4001-BFC5-74688669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86075"/>
            <a:ext cx="9448800" cy="9525"/>
          </a:xfrm>
          <a:custGeom xmlns:a="http://schemas.openxmlformats.org/drawingml/2006/main">
            <a:pathLst>
              <a:path w="9448800" h="9525">
                <a:moveTo>
                  <a:pt x="0" y="0"/>
                </a:moveTo>
                <a:lnTo>
                  <a:pt x="944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1" name="toy-expand-heading">
            <a:extLst xmlns:a="http://schemas.openxmlformats.org/drawingml/2006/main">
              <a:ext uri="{FF2B5EF4-FFF2-40B4-BE49-F238E27FC236}">
                <a16:creationId xmlns:a16="http://schemas.microsoft.com/office/drawing/2014/main" id="{B4B31178-AE6A-4DB1-8BF6-7B13FF35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展开一个样本：每格1 bit</a:t>
            </a:r>
          </a:p>
        </p:txBody>
      </p:sp>
      <p:sp>
        <p:nvSpPr>
          <p:cNvPr id="32" name="toy-expanded-bit-0">
            <a:extLst xmlns:a="http://schemas.openxmlformats.org/drawingml/2006/main">
              <a:ext uri="{FF2B5EF4-FFF2-40B4-BE49-F238E27FC236}">
                <a16:creationId xmlns:a16="http://schemas.microsoft.com/office/drawing/2014/main" id="{D4A15A99-2C9D-4666-AA6F-868E0B94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3" name="toy-expanded-bit-1">
            <a:extLst xmlns:a="http://schemas.openxmlformats.org/drawingml/2006/main">
              <a:ext uri="{FF2B5EF4-FFF2-40B4-BE49-F238E27FC236}">
                <a16:creationId xmlns:a16="http://schemas.microsoft.com/office/drawing/2014/main" id="{5015B271-F0A4-4077-BD06-97C6FA98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4" name="toy-expanded-bit-2">
            <a:extLst xmlns:a="http://schemas.openxmlformats.org/drawingml/2006/main">
              <a:ext uri="{FF2B5EF4-FFF2-40B4-BE49-F238E27FC236}">
                <a16:creationId xmlns:a16="http://schemas.microsoft.com/office/drawing/2014/main" id="{708FB086-28F8-402C-B8C1-52B5F7B6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5" name="toy-expanded-bit-3">
            <a:extLst xmlns:a="http://schemas.openxmlformats.org/drawingml/2006/main">
              <a:ext uri="{FF2B5EF4-FFF2-40B4-BE49-F238E27FC236}">
                <a16:creationId xmlns:a16="http://schemas.microsoft.com/office/drawing/2014/main" id="{F2873645-67D4-4B4B-9792-7AA00052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6" name="toy-expanded-bit-4">
            <a:extLst xmlns:a="http://schemas.openxmlformats.org/drawingml/2006/main">
              <a:ext uri="{FF2B5EF4-FFF2-40B4-BE49-F238E27FC236}">
                <a16:creationId xmlns:a16="http://schemas.microsoft.com/office/drawing/2014/main" id="{D5C41113-A521-455E-8D94-6796C048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7" name="toy-expanded-bit-5">
            <a:extLst xmlns:a="http://schemas.openxmlformats.org/drawingml/2006/main">
              <a:ext uri="{FF2B5EF4-FFF2-40B4-BE49-F238E27FC236}">
                <a16:creationId xmlns:a16="http://schemas.microsoft.com/office/drawing/2014/main" id="{26A68B67-6F69-4D56-8165-94C13AA0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8" name="toy-expanded-bit-6">
            <a:extLst xmlns:a="http://schemas.openxmlformats.org/drawingml/2006/main">
              <a:ext uri="{FF2B5EF4-FFF2-40B4-BE49-F238E27FC236}">
                <a16:creationId xmlns:a16="http://schemas.microsoft.com/office/drawing/2014/main" id="{2AD525A6-942C-4A56-97B4-517F531A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9" name="toy-expanded-bit-7">
            <a:extLst xmlns:a="http://schemas.openxmlformats.org/drawingml/2006/main">
              <a:ext uri="{FF2B5EF4-FFF2-40B4-BE49-F238E27FC236}">
                <a16:creationId xmlns:a16="http://schemas.microsoft.com/office/drawing/2014/main" id="{C1254CA2-9C3E-4C9C-913C-A182B2FE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0" name="toy-expanded-bit-8">
            <a:extLst xmlns:a="http://schemas.openxmlformats.org/drawingml/2006/main">
              <a:ext uri="{FF2B5EF4-FFF2-40B4-BE49-F238E27FC236}">
                <a16:creationId xmlns:a16="http://schemas.microsoft.com/office/drawing/2014/main" id="{A7AAC394-B6FC-47B7-B5A4-EFBCD21A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C9B"/>
            </a:solidFill>
          </a:ln>
        </p:spPr>
      </p:sp>
      <p:sp>
        <p:nvSpPr>
          <p:cNvPr id="41" name="toy-expanded-bit-9">
            <a:extLst xmlns:a="http://schemas.openxmlformats.org/drawingml/2006/main">
              <a:ext uri="{FF2B5EF4-FFF2-40B4-BE49-F238E27FC236}">
                <a16:creationId xmlns:a16="http://schemas.microsoft.com/office/drawing/2014/main" id="{55D42FF2-85B5-4800-B4CD-F439F109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2" name="toy-expanded-bit-10">
            <a:extLst xmlns:a="http://schemas.openxmlformats.org/drawingml/2006/main">
              <a:ext uri="{FF2B5EF4-FFF2-40B4-BE49-F238E27FC236}">
                <a16:creationId xmlns:a16="http://schemas.microsoft.com/office/drawing/2014/main" id="{C975538E-F26B-4407-A4A1-100EEB67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3" name="toy-expanded-bit-11">
            <a:extLst xmlns:a="http://schemas.openxmlformats.org/drawingml/2006/main">
              <a:ext uri="{FF2B5EF4-FFF2-40B4-BE49-F238E27FC236}">
                <a16:creationId xmlns:a16="http://schemas.microsoft.com/office/drawing/2014/main" id="{482006E6-0D63-4781-9B48-0C19AEFD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4" name="toy-expanded-bit-12">
            <a:extLst xmlns:a="http://schemas.openxmlformats.org/drawingml/2006/main">
              <a:ext uri="{FF2B5EF4-FFF2-40B4-BE49-F238E27FC236}">
                <a16:creationId xmlns:a16="http://schemas.microsoft.com/office/drawing/2014/main" id="{D371B331-844C-42D6-BCA9-4161812E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5" name="toy-expanded-bit-13">
            <a:extLst xmlns:a="http://schemas.openxmlformats.org/drawingml/2006/main">
              <a:ext uri="{FF2B5EF4-FFF2-40B4-BE49-F238E27FC236}">
                <a16:creationId xmlns:a16="http://schemas.microsoft.com/office/drawing/2014/main" id="{AC8DFD48-2F80-4F22-ADB1-2EEE6D1D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6" name="toy-expanded-bit-14">
            <a:extLst xmlns:a="http://schemas.openxmlformats.org/drawingml/2006/main">
              <a:ext uri="{FF2B5EF4-FFF2-40B4-BE49-F238E27FC236}">
                <a16:creationId xmlns:a16="http://schemas.microsoft.com/office/drawing/2014/main" id="{141D9C06-7FFA-42B5-9C4E-654C883B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7" name="toy-expanded-bit-15">
            <a:extLst xmlns:a="http://schemas.openxmlformats.org/drawingml/2006/main">
              <a:ext uri="{FF2B5EF4-FFF2-40B4-BE49-F238E27FC236}">
                <a16:creationId xmlns:a16="http://schemas.microsoft.com/office/drawing/2014/main" id="{2A0B965D-FCA0-42F1-A290-AADBE29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8" name="toy-expanded-byte-boundary">
            <a:extLst xmlns:a="http://schemas.openxmlformats.org/drawingml/2006/main">
              <a:ext uri="{FF2B5EF4-FFF2-40B4-BE49-F238E27FC236}">
                <a16:creationId xmlns:a16="http://schemas.microsoft.com/office/drawing/2014/main" id="{B16B555B-2A23-462D-9DA6-3E7F5BA3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00575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C9B"/>
            </a:solidFill>
          </a:ln>
        </p:spPr>
      </p:sp>
      <p:sp>
        <p:nvSpPr>
          <p:cNvPr id="49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BBAB00F2-3C00-4C89-AA5D-4516AAAC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0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08F6D185-D1BB-4544-925D-620C11B5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49AE79C0-1D54-4301-9E2D-778D342B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2" name="toy-expanded-byte-1-label">
            <a:extLst xmlns:a="http://schemas.openxmlformats.org/drawingml/2006/main">
              <a:ext uri="{FF2B5EF4-FFF2-40B4-BE49-F238E27FC236}">
                <a16:creationId xmlns:a16="http://schemas.microsoft.com/office/drawing/2014/main" id="{5B082122-36DF-41A5-BC09-9A81A13B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</a:t>
            </a:r>
          </a:p>
        </p:txBody>
      </p:sp>
      <p:sp>
        <p:nvSpPr>
          <p:cNvPr id="53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5FB4314C-7B8A-4AE8-9160-8E21AAB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4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AE131B46-B8EE-455E-87F9-018F2C6F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5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29042818-D429-421C-B9DF-37344FDF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6" name="toy-expanded-byte-2-label">
            <a:extLst xmlns:a="http://schemas.openxmlformats.org/drawingml/2006/main">
              <a:ext uri="{FF2B5EF4-FFF2-40B4-BE49-F238E27FC236}">
                <a16:creationId xmlns:a16="http://schemas.microsoft.com/office/drawing/2014/main" id="{15F075F2-061B-4B45-A3A0-4E08C8E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</a:t>
            </a:r>
          </a:p>
        </p:txBody>
      </p:sp>
    </p:spTree>
    <p:extLst>
      <p:ext uri="{BB962C8B-B14F-4D97-AF65-F5344CB8AC3E}">
        <p14:creationId xmlns:p14="http://schemas.microsoft.com/office/powerpoint/2010/main" val="164761008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op-rail">
            <a:extLst xmlns:a="http://schemas.openxmlformats.org/drawingml/2006/main">
              <a:ext uri="{FF2B5EF4-FFF2-40B4-BE49-F238E27FC236}">
                <a16:creationId xmlns:a16="http://schemas.microsoft.com/office/drawing/2014/main" id="{03DD1A40-88B6-4156-A7EE-BC2459D2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0C74732-D779-415A-9084-1D635AA3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728601A-471C-41E3-86EC-8503467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这8个样本一共占多少byte？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592CD83-85BD-49A2-9198-92C54AF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计数模型：4 Hz、2 s、16 bit / 样本、单声道。</a:t>
            </a:r>
          </a:p>
        </p:txBody>
      </p:sp>
      <p:sp>
        <p:nvSpPr>
          <p:cNvPr id="5" name="toy-time-0">
            <a:extLst xmlns:a="http://schemas.openxmlformats.org/drawingml/2006/main">
              <a:ext uri="{FF2B5EF4-FFF2-40B4-BE49-F238E27FC236}">
                <a16:creationId xmlns:a16="http://schemas.microsoft.com/office/drawing/2014/main" id="{3FA0E4AB-3B82-4844-9A96-F571A148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" name="toy-sample-0">
            <a:extLst xmlns:a="http://schemas.openxmlformats.org/drawingml/2006/main">
              <a:ext uri="{FF2B5EF4-FFF2-40B4-BE49-F238E27FC236}">
                <a16:creationId xmlns:a16="http://schemas.microsoft.com/office/drawing/2014/main" id="{904CBE54-6627-4D6A-BDBF-EF364447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oy-width-0">
            <a:extLst xmlns:a="http://schemas.openxmlformats.org/drawingml/2006/main">
              <a:ext uri="{FF2B5EF4-FFF2-40B4-BE49-F238E27FC236}">
                <a16:creationId xmlns:a16="http://schemas.microsoft.com/office/drawing/2014/main" id="{C6B51B9D-99B6-485F-A32E-113539D7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8" name="toy-time-1">
            <a:extLst xmlns:a="http://schemas.openxmlformats.org/drawingml/2006/main">
              <a:ext uri="{FF2B5EF4-FFF2-40B4-BE49-F238E27FC236}">
                <a16:creationId xmlns:a16="http://schemas.microsoft.com/office/drawing/2014/main" id="{7E5FD00A-DD08-4295-B5CA-E7C728E4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9" name="toy-sample-1">
            <a:extLst xmlns:a="http://schemas.openxmlformats.org/drawingml/2006/main">
              <a:ext uri="{FF2B5EF4-FFF2-40B4-BE49-F238E27FC236}">
                <a16:creationId xmlns:a16="http://schemas.microsoft.com/office/drawing/2014/main" id="{2F4E1B0F-DBE4-427B-839B-A1B67CB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oy-width-1">
            <a:extLst xmlns:a="http://schemas.openxmlformats.org/drawingml/2006/main">
              <a:ext uri="{FF2B5EF4-FFF2-40B4-BE49-F238E27FC236}">
                <a16:creationId xmlns:a16="http://schemas.microsoft.com/office/drawing/2014/main" id="{D24E6D5B-84E2-4A70-BE99-55E3ECAF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1" name="toy-time-2">
            <a:extLst xmlns:a="http://schemas.openxmlformats.org/drawingml/2006/main">
              <a:ext uri="{FF2B5EF4-FFF2-40B4-BE49-F238E27FC236}">
                <a16:creationId xmlns:a16="http://schemas.microsoft.com/office/drawing/2014/main" id="{BDD7BA8C-287B-4A52-B26F-E8F6F06F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12" name="toy-sample-2">
            <a:extLst xmlns:a="http://schemas.openxmlformats.org/drawingml/2006/main">
              <a:ext uri="{FF2B5EF4-FFF2-40B4-BE49-F238E27FC236}">
                <a16:creationId xmlns:a16="http://schemas.microsoft.com/office/drawing/2014/main" id="{3CC9A797-3DD9-4D5F-8082-6F594D8D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oy-width-2">
            <a:extLst xmlns:a="http://schemas.openxmlformats.org/drawingml/2006/main">
              <a:ext uri="{FF2B5EF4-FFF2-40B4-BE49-F238E27FC236}">
                <a16:creationId xmlns:a16="http://schemas.microsoft.com/office/drawing/2014/main" id="{48E76423-9C76-4CA8-B000-F1ECD837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4" name="toy-time-3">
            <a:extLst xmlns:a="http://schemas.openxmlformats.org/drawingml/2006/main">
              <a:ext uri="{FF2B5EF4-FFF2-40B4-BE49-F238E27FC236}">
                <a16:creationId xmlns:a16="http://schemas.microsoft.com/office/drawing/2014/main" id="{AC3436A7-40BD-48AA-B37A-CBE8DEBF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5" name="toy-sample-3">
            <a:extLst xmlns:a="http://schemas.openxmlformats.org/drawingml/2006/main">
              <a:ext uri="{FF2B5EF4-FFF2-40B4-BE49-F238E27FC236}">
                <a16:creationId xmlns:a16="http://schemas.microsoft.com/office/drawing/2014/main" id="{CBDB6E06-D53F-4F6A-97E5-1DC7B02F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oy-width-3">
            <a:extLst xmlns:a="http://schemas.openxmlformats.org/drawingml/2006/main">
              <a:ext uri="{FF2B5EF4-FFF2-40B4-BE49-F238E27FC236}">
                <a16:creationId xmlns:a16="http://schemas.microsoft.com/office/drawing/2014/main" id="{5CBB1AA5-83BC-48A3-A730-CC609E7D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7" name="toy-time-4">
            <a:extLst xmlns:a="http://schemas.openxmlformats.org/drawingml/2006/main">
              <a:ext uri="{FF2B5EF4-FFF2-40B4-BE49-F238E27FC236}">
                <a16:creationId xmlns:a16="http://schemas.microsoft.com/office/drawing/2014/main" id="{C8379E0E-DF7D-4FCE-877D-3D7ACBAC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8" name="toy-sample-4">
            <a:extLst xmlns:a="http://schemas.openxmlformats.org/drawingml/2006/main">
              <a:ext uri="{FF2B5EF4-FFF2-40B4-BE49-F238E27FC236}">
                <a16:creationId xmlns:a16="http://schemas.microsoft.com/office/drawing/2014/main" id="{89DEE9A4-76D2-44CC-91A3-051EBA0A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oy-width-4">
            <a:extLst xmlns:a="http://schemas.openxmlformats.org/drawingml/2006/main">
              <a:ext uri="{FF2B5EF4-FFF2-40B4-BE49-F238E27FC236}">
                <a16:creationId xmlns:a16="http://schemas.microsoft.com/office/drawing/2014/main" id="{4E03F85E-D469-4B4B-9395-D55C5CA3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0" name="toy-time-5">
            <a:extLst xmlns:a="http://schemas.openxmlformats.org/drawingml/2006/main">
              <a:ext uri="{FF2B5EF4-FFF2-40B4-BE49-F238E27FC236}">
                <a16:creationId xmlns:a16="http://schemas.microsoft.com/office/drawing/2014/main" id="{3708582E-A88B-47A2-A8D3-26DC85D9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1.25</a:t>
            </a:r>
          </a:p>
        </p:txBody>
      </p:sp>
      <p:sp>
        <p:nvSpPr>
          <p:cNvPr id="21" name="toy-sample-5">
            <a:extLst xmlns:a="http://schemas.openxmlformats.org/drawingml/2006/main">
              <a:ext uri="{FF2B5EF4-FFF2-40B4-BE49-F238E27FC236}">
                <a16:creationId xmlns:a16="http://schemas.microsoft.com/office/drawing/2014/main" id="{CB1A9B71-5F09-42C2-B726-3A405478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oy-width-5">
            <a:extLst xmlns:a="http://schemas.openxmlformats.org/drawingml/2006/main">
              <a:ext uri="{FF2B5EF4-FFF2-40B4-BE49-F238E27FC236}">
                <a16:creationId xmlns:a16="http://schemas.microsoft.com/office/drawing/2014/main" id="{7A23C360-9596-4944-95E9-1CF7B2A8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3" name="toy-time-6">
            <a:extLst xmlns:a="http://schemas.openxmlformats.org/drawingml/2006/main">
              <a:ext uri="{FF2B5EF4-FFF2-40B4-BE49-F238E27FC236}">
                <a16:creationId xmlns:a16="http://schemas.microsoft.com/office/drawing/2014/main" id="{A1BBF9AF-1D05-423B-BAFF-80473BD5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1.5</a:t>
            </a:r>
          </a:p>
        </p:txBody>
      </p:sp>
      <p:sp>
        <p:nvSpPr>
          <p:cNvPr id="24" name="toy-sample-6">
            <a:extLst xmlns:a="http://schemas.openxmlformats.org/drawingml/2006/main">
              <a:ext uri="{FF2B5EF4-FFF2-40B4-BE49-F238E27FC236}">
                <a16:creationId xmlns:a16="http://schemas.microsoft.com/office/drawing/2014/main" id="{D61D0124-CED2-4BD0-8878-3A67AD90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oy-width-6">
            <a:extLst xmlns:a="http://schemas.openxmlformats.org/drawingml/2006/main">
              <a:ext uri="{FF2B5EF4-FFF2-40B4-BE49-F238E27FC236}">
                <a16:creationId xmlns:a16="http://schemas.microsoft.com/office/drawing/2014/main" id="{9B5FEACF-7551-4B47-9F06-3EF9618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6" name="toy-time-7">
            <a:extLst xmlns:a="http://schemas.openxmlformats.org/drawingml/2006/main">
              <a:ext uri="{FF2B5EF4-FFF2-40B4-BE49-F238E27FC236}">
                <a16:creationId xmlns:a16="http://schemas.microsoft.com/office/drawing/2014/main" id="{0AA3D7D1-8C2F-454B-BD3F-4DADDA67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1.75</a:t>
            </a:r>
          </a:p>
        </p:txBody>
      </p:sp>
      <p:sp>
        <p:nvSpPr>
          <p:cNvPr id="27" name="toy-sample-7">
            <a:extLst xmlns:a="http://schemas.openxmlformats.org/drawingml/2006/main">
              <a:ext uri="{FF2B5EF4-FFF2-40B4-BE49-F238E27FC236}">
                <a16:creationId xmlns:a16="http://schemas.microsoft.com/office/drawing/2014/main" id="{60DB76BA-FAFE-4067-9836-C5FB1C51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oy-width-7">
            <a:extLst xmlns:a="http://schemas.openxmlformats.org/drawingml/2006/main">
              <a:ext uri="{FF2B5EF4-FFF2-40B4-BE49-F238E27FC236}">
                <a16:creationId xmlns:a16="http://schemas.microsoft.com/office/drawing/2014/main" id="{992801C7-40C9-416A-AF5D-0989F8FD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9" name="toy-time-unit">
            <a:extLst xmlns:a="http://schemas.openxmlformats.org/drawingml/2006/main">
              <a:ext uri="{FF2B5EF4-FFF2-40B4-BE49-F238E27FC236}">
                <a16:creationId xmlns:a16="http://schemas.microsoft.com/office/drawing/2014/main" id="{11AAD1F6-9997-4F70-8E4B-ECF501D5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0" name="toy-timeline">
            <a:extLst xmlns:a="http://schemas.openxmlformats.org/drawingml/2006/main">
              <a:ext uri="{FF2B5EF4-FFF2-40B4-BE49-F238E27FC236}">
                <a16:creationId xmlns:a16="http://schemas.microsoft.com/office/drawing/2014/main" id="{55A8E631-1481-4001-BFC5-74688669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86075"/>
            <a:ext cx="9448800" cy="9525"/>
          </a:xfrm>
          <a:custGeom xmlns:a="http://schemas.openxmlformats.org/drawingml/2006/main">
            <a:pathLst>
              <a:path w="9448800" h="9525">
                <a:moveTo>
                  <a:pt x="0" y="0"/>
                </a:moveTo>
                <a:lnTo>
                  <a:pt x="944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1" name="toy-expand-heading">
            <a:extLst xmlns:a="http://schemas.openxmlformats.org/drawingml/2006/main">
              <a:ext uri="{FF2B5EF4-FFF2-40B4-BE49-F238E27FC236}">
                <a16:creationId xmlns:a16="http://schemas.microsoft.com/office/drawing/2014/main" id="{B4B31178-AE6A-4DB1-8BF6-7B13FF35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展开一个样本：每格1 bit</a:t>
            </a:r>
          </a:p>
        </p:txBody>
      </p:sp>
      <p:sp>
        <p:nvSpPr>
          <p:cNvPr id="32" name="toy-expanded-bit-0">
            <a:extLst xmlns:a="http://schemas.openxmlformats.org/drawingml/2006/main">
              <a:ext uri="{FF2B5EF4-FFF2-40B4-BE49-F238E27FC236}">
                <a16:creationId xmlns:a16="http://schemas.microsoft.com/office/drawing/2014/main" id="{D4A15A99-2C9D-4666-AA6F-868E0B94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3" name="toy-expanded-bit-1">
            <a:extLst xmlns:a="http://schemas.openxmlformats.org/drawingml/2006/main">
              <a:ext uri="{FF2B5EF4-FFF2-40B4-BE49-F238E27FC236}">
                <a16:creationId xmlns:a16="http://schemas.microsoft.com/office/drawing/2014/main" id="{5015B271-F0A4-4077-BD06-97C6FA98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4" name="toy-expanded-bit-2">
            <a:extLst xmlns:a="http://schemas.openxmlformats.org/drawingml/2006/main">
              <a:ext uri="{FF2B5EF4-FFF2-40B4-BE49-F238E27FC236}">
                <a16:creationId xmlns:a16="http://schemas.microsoft.com/office/drawing/2014/main" id="{708FB086-28F8-402C-B8C1-52B5F7B6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5" name="toy-expanded-bit-3">
            <a:extLst xmlns:a="http://schemas.openxmlformats.org/drawingml/2006/main">
              <a:ext uri="{FF2B5EF4-FFF2-40B4-BE49-F238E27FC236}">
                <a16:creationId xmlns:a16="http://schemas.microsoft.com/office/drawing/2014/main" id="{F2873645-67D4-4B4B-9792-7AA00052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6" name="toy-expanded-bit-4">
            <a:extLst xmlns:a="http://schemas.openxmlformats.org/drawingml/2006/main">
              <a:ext uri="{FF2B5EF4-FFF2-40B4-BE49-F238E27FC236}">
                <a16:creationId xmlns:a16="http://schemas.microsoft.com/office/drawing/2014/main" id="{D5C41113-A521-455E-8D94-6796C048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7" name="toy-expanded-bit-5">
            <a:extLst xmlns:a="http://schemas.openxmlformats.org/drawingml/2006/main">
              <a:ext uri="{FF2B5EF4-FFF2-40B4-BE49-F238E27FC236}">
                <a16:creationId xmlns:a16="http://schemas.microsoft.com/office/drawing/2014/main" id="{26A68B67-6F69-4D56-8165-94C13AA0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8" name="toy-expanded-bit-6">
            <a:extLst xmlns:a="http://schemas.openxmlformats.org/drawingml/2006/main">
              <a:ext uri="{FF2B5EF4-FFF2-40B4-BE49-F238E27FC236}">
                <a16:creationId xmlns:a16="http://schemas.microsoft.com/office/drawing/2014/main" id="{2AD525A6-942C-4A56-97B4-517F531A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9" name="toy-expanded-bit-7">
            <a:extLst xmlns:a="http://schemas.openxmlformats.org/drawingml/2006/main">
              <a:ext uri="{FF2B5EF4-FFF2-40B4-BE49-F238E27FC236}">
                <a16:creationId xmlns:a16="http://schemas.microsoft.com/office/drawing/2014/main" id="{C1254CA2-9C3E-4C9C-913C-A182B2FE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0" name="toy-expanded-bit-8">
            <a:extLst xmlns:a="http://schemas.openxmlformats.org/drawingml/2006/main">
              <a:ext uri="{FF2B5EF4-FFF2-40B4-BE49-F238E27FC236}">
                <a16:creationId xmlns:a16="http://schemas.microsoft.com/office/drawing/2014/main" id="{A7AAC394-B6FC-47B7-B5A4-EFBCD21A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C9B"/>
            </a:solidFill>
          </a:ln>
        </p:spPr>
      </p:sp>
      <p:sp>
        <p:nvSpPr>
          <p:cNvPr id="41" name="toy-expanded-bit-9">
            <a:extLst xmlns:a="http://schemas.openxmlformats.org/drawingml/2006/main">
              <a:ext uri="{FF2B5EF4-FFF2-40B4-BE49-F238E27FC236}">
                <a16:creationId xmlns:a16="http://schemas.microsoft.com/office/drawing/2014/main" id="{55D42FF2-85B5-4800-B4CD-F439F109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2" name="toy-expanded-bit-10">
            <a:extLst xmlns:a="http://schemas.openxmlformats.org/drawingml/2006/main">
              <a:ext uri="{FF2B5EF4-FFF2-40B4-BE49-F238E27FC236}">
                <a16:creationId xmlns:a16="http://schemas.microsoft.com/office/drawing/2014/main" id="{C975538E-F26B-4407-A4A1-100EEB67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3" name="toy-expanded-bit-11">
            <a:extLst xmlns:a="http://schemas.openxmlformats.org/drawingml/2006/main">
              <a:ext uri="{FF2B5EF4-FFF2-40B4-BE49-F238E27FC236}">
                <a16:creationId xmlns:a16="http://schemas.microsoft.com/office/drawing/2014/main" id="{482006E6-0D63-4781-9B48-0C19AEFD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4" name="toy-expanded-bit-12">
            <a:extLst xmlns:a="http://schemas.openxmlformats.org/drawingml/2006/main">
              <a:ext uri="{FF2B5EF4-FFF2-40B4-BE49-F238E27FC236}">
                <a16:creationId xmlns:a16="http://schemas.microsoft.com/office/drawing/2014/main" id="{D371B331-844C-42D6-BCA9-4161812E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5" name="toy-expanded-bit-13">
            <a:extLst xmlns:a="http://schemas.openxmlformats.org/drawingml/2006/main">
              <a:ext uri="{FF2B5EF4-FFF2-40B4-BE49-F238E27FC236}">
                <a16:creationId xmlns:a16="http://schemas.microsoft.com/office/drawing/2014/main" id="{AC8DFD48-2F80-4F22-ADB1-2EEE6D1D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6" name="toy-expanded-bit-14">
            <a:extLst xmlns:a="http://schemas.openxmlformats.org/drawingml/2006/main">
              <a:ext uri="{FF2B5EF4-FFF2-40B4-BE49-F238E27FC236}">
                <a16:creationId xmlns:a16="http://schemas.microsoft.com/office/drawing/2014/main" id="{141D9C06-7FFA-42B5-9C4E-654C883B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7" name="toy-expanded-bit-15">
            <a:extLst xmlns:a="http://schemas.openxmlformats.org/drawingml/2006/main">
              <a:ext uri="{FF2B5EF4-FFF2-40B4-BE49-F238E27FC236}">
                <a16:creationId xmlns:a16="http://schemas.microsoft.com/office/drawing/2014/main" id="{2A0B965D-FCA0-42F1-A290-AADBE29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8" name="toy-expanded-byte-boundary">
            <a:extLst xmlns:a="http://schemas.openxmlformats.org/drawingml/2006/main">
              <a:ext uri="{FF2B5EF4-FFF2-40B4-BE49-F238E27FC236}">
                <a16:creationId xmlns:a16="http://schemas.microsoft.com/office/drawing/2014/main" id="{B16B555B-2A23-462D-9DA6-3E7F5BA3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00575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C9B"/>
            </a:solidFill>
          </a:ln>
        </p:spPr>
      </p:sp>
      <p:sp>
        <p:nvSpPr>
          <p:cNvPr id="49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BBAB00F2-3C00-4C89-AA5D-4516AAAC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0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08F6D185-D1BB-4544-925D-620C11B5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49AE79C0-1D54-4301-9E2D-778D342B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2" name="toy-expanded-byte-1-label">
            <a:extLst xmlns:a="http://schemas.openxmlformats.org/drawingml/2006/main">
              <a:ext uri="{FF2B5EF4-FFF2-40B4-BE49-F238E27FC236}">
                <a16:creationId xmlns:a16="http://schemas.microsoft.com/office/drawing/2014/main" id="{5B082122-36DF-41A5-BC09-9A81A13B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bit＝1 B</a:t>
            </a:r>
          </a:p>
        </p:txBody>
      </p:sp>
      <p:sp>
        <p:nvSpPr>
          <p:cNvPr id="53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5FB4314C-7B8A-4AE8-9160-8E21AAB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4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AE131B46-B8EE-455E-87F9-018F2C6F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5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29042818-D429-421C-B9DF-37344FDF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6" name="toy-expanded-byte-2-label">
            <a:extLst xmlns:a="http://schemas.openxmlformats.org/drawingml/2006/main">
              <a:ext uri="{FF2B5EF4-FFF2-40B4-BE49-F238E27FC236}">
                <a16:creationId xmlns:a16="http://schemas.microsoft.com/office/drawing/2014/main" id="{15F075F2-061B-4B45-A3A0-4E08C8E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bit＝1 B</a:t>
            </a:r>
          </a:p>
        </p:txBody>
      </p:sp>
      <p:sp>
        <p:nvSpPr>
          <p:cNvPr id="57" name="toy-total">
            <a:extLst xmlns:a="http://schemas.openxmlformats.org/drawingml/2006/main">
              <a:ext uri="{FF2B5EF4-FFF2-40B4-BE49-F238E27FC236}">
                <a16:creationId xmlns:a16="http://schemas.microsoft.com/office/drawing/2014/main" id="{A4CF46DA-CD5F-420B-8C97-2C0DAB09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8个样本 × 2 B / 样本＝16 B</a:t>
            </a:r>
          </a:p>
        </p:txBody>
      </p:sp>
    </p:spTree>
    <p:extLst>
      <p:ext uri="{BB962C8B-B14F-4D97-AF65-F5344CB8AC3E}">
        <p14:creationId xmlns:p14="http://schemas.microsoft.com/office/powerpoint/2010/main" val="164761008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">
            <a:extLst xmlns:a="http://schemas.openxmlformats.org/drawingml/2006/main">
              <a:ext uri="{FF2B5EF4-FFF2-40B4-BE49-F238E27FC236}">
                <a16:creationId xmlns:a16="http://schemas.microsoft.com/office/drawing/2014/main" id="{D79FE786-ACBE-4758-A620-9ADD9F1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A19D29-1553-49AD-A521-C5F0FDF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1336F1-CD2D-4E0F-B96D-83F1AF7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110DEB-7271-4C73-B976-C211429C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67C3B67F-BB40-4DDA-885D-5D392E7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A33D589-4D39-422E-9702-3B4787A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3A7C7B2-014E-4FFC-9858-A7C865D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3E5BB01-D491-495E-9087-34D4237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965A25A-C491-4307-9392-15D5E4D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FA72969-E6E2-4D78-A27A-53AAD9A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E4A3513-2B91-4CC2-8AD3-8D79F12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0B5E1A6-44C6-40D5-A90C-C5D7B96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6239C2F-28F9-4316-A43F-618AF50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D50C72E-25DB-45A0-94FD-9C1B1BF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9B3A37E-5AB0-44E5-B312-BD5C8E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2293153D-11A6-47EA-9D9B-9FD3ED0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13AB25-019B-4733-B99E-46B2A41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1E0A3B4E-0A73-4AD5-8489-22BBD8E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9DFCE30-674C-412C-8A06-F918794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063DCCE-81E2-478E-9C9F-AA462E8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6139A5A-6054-4EBF-BB50-366DF20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D517367-8029-4D55-B746-A0C6001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2D47AFF-2298-42E2-8E56-3F46093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4A684DE-AB36-4FF9-9720-1D795D4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2CFFFBA-B41B-47FD-BDFB-E51C4E9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EC35E6A-38C4-417E-B81C-FEB1C0C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5B260EF-0AFB-4ABE-BF39-C346FAB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048D496E-C69D-43DB-929D-E375D6B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FA93FA05-2288-4EB6-B215-61B42D2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9B808C9D-4A5F-41B0-9228-E7270A9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BDD44916-CD21-4138-89FD-7925E2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</p:spTree>
    <p:extLst>
      <p:ext uri="{BB962C8B-B14F-4D97-AF65-F5344CB8AC3E}">
        <p14:creationId xmlns:p14="http://schemas.microsoft.com/office/powerpoint/2010/main" val="11434419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">
            <a:extLst xmlns:a="http://schemas.openxmlformats.org/drawingml/2006/main">
              <a:ext uri="{FF2B5EF4-FFF2-40B4-BE49-F238E27FC236}">
                <a16:creationId xmlns:a16="http://schemas.microsoft.com/office/drawing/2014/main" id="{D79FE786-ACBE-4758-A620-9ADD9F1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A19D29-1553-49AD-A521-C5F0FDF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1336F1-CD2D-4E0F-B96D-83F1AF7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110DEB-7271-4C73-B976-C211429C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67C3B67F-BB40-4DDA-885D-5D392E7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A33D589-4D39-422E-9702-3B4787A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3A7C7B2-014E-4FFC-9858-A7C865D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3E5BB01-D491-495E-9087-34D4237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965A25A-C491-4307-9392-15D5E4D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FA72969-E6E2-4D78-A27A-53AAD9A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E4A3513-2B91-4CC2-8AD3-8D79F12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0B5E1A6-44C6-40D5-A90C-C5D7B96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6239C2F-28F9-4316-A43F-618AF50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D50C72E-25DB-45A0-94FD-9C1B1BF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9B3A37E-5AB0-44E5-B312-BD5C8E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2293153D-11A6-47EA-9D9B-9FD3ED0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13AB25-019B-4733-B99E-46B2A41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1E0A3B4E-0A73-4AD5-8489-22BBD8E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9DFCE30-674C-412C-8A06-F918794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063DCCE-81E2-478E-9C9F-AA462E8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6139A5A-6054-4EBF-BB50-366DF20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D517367-8029-4D55-B746-A0C6001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2D47AFF-2298-42E2-8E56-3F46093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4A684DE-AB36-4FF9-9720-1D795D4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2CFFFBA-B41B-47FD-BDFB-E51C4E9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EC35E6A-38C4-417E-B81C-FEB1C0C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5B260EF-0AFB-4ABE-BF39-C346FAB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048D496E-C69D-43DB-929D-E375D6B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FA93FA05-2288-4EB6-B215-61B42D2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9B808C9D-4A5F-41B0-9228-E7270A9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BDD44916-CD21-4138-89FD-7925E2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0CD30180-B42A-466B-A283-B920ED9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</p:spTree>
    <p:extLst>
      <p:ext uri="{BB962C8B-B14F-4D97-AF65-F5344CB8AC3E}">
        <p14:creationId xmlns:p14="http://schemas.microsoft.com/office/powerpoint/2010/main" val="11434419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rail">
            <a:extLst xmlns:a="http://schemas.openxmlformats.org/drawingml/2006/main">
              <a:ext uri="{FF2B5EF4-FFF2-40B4-BE49-F238E27FC236}">
                <a16:creationId xmlns:a16="http://schemas.microsoft.com/office/drawing/2014/main" id="{D79FE786-ACBE-4758-A620-9ADD9F1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A19D29-1553-49AD-A521-C5F0FDF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1336F1-CD2D-4E0F-B96D-83F1AF7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110DEB-7271-4C73-B976-C211429C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67C3B67F-BB40-4DDA-885D-5D392E7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A33D589-4D39-422E-9702-3B4787A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3A7C7B2-014E-4FFC-9858-A7C865D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3E5BB01-D491-495E-9087-34D4237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965A25A-C491-4307-9392-15D5E4D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FA72969-E6E2-4D78-A27A-53AAD9A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E4A3513-2B91-4CC2-8AD3-8D79F12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0B5E1A6-44C6-40D5-A90C-C5D7B96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6239C2F-28F9-4316-A43F-618AF50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D50C72E-25DB-45A0-94FD-9C1B1BF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9B3A37E-5AB0-44E5-B312-BD5C8E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2293153D-11A6-47EA-9D9B-9FD3ED0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13AB25-019B-4733-B99E-46B2A41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1E0A3B4E-0A73-4AD5-8489-22BBD8E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9DFCE30-674C-412C-8A06-F918794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063DCCE-81E2-478E-9C9F-AA462E8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6139A5A-6054-4EBF-BB50-366DF20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D517367-8029-4D55-B746-A0C6001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2D47AFF-2298-42E2-8E56-3F46093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4A684DE-AB36-4FF9-9720-1D795D4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2CFFFBA-B41B-47FD-BDFB-E51C4E9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EC35E6A-38C4-417E-B81C-FEB1C0C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5B260EF-0AFB-4ABE-BF39-C346FAB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048D496E-C69D-43DB-929D-E375D6B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FA93FA05-2288-4EB6-B215-61B42D2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9B808C9D-4A5F-41B0-9228-E7270A9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BDD44916-CD21-4138-89FD-7925E2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0CD30180-B42A-466B-A283-B920ED9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  <p:sp>
        <p:nvSpPr>
          <p:cNvPr id="33" name="sample-width-answer">
            <a:extLst xmlns:a="http://schemas.openxmlformats.org/drawingml/2006/main">
              <a:ext uri="{FF2B5EF4-FFF2-40B4-BE49-F238E27FC236}">
                <a16:creationId xmlns:a16="http://schemas.microsoft.com/office/drawing/2014/main" id="{A317F2F4-04E7-4F08-928A-E917C19E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 bit / 样本 ÷ 8＝2 B / 样本</a:t>
            </a:r>
          </a:p>
        </p:txBody>
      </p:sp>
    </p:spTree>
    <p:extLst>
      <p:ext uri="{BB962C8B-B14F-4D97-AF65-F5344CB8AC3E}">
        <p14:creationId xmlns:p14="http://schemas.microsoft.com/office/powerpoint/2010/main" val="11434419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rail">
            <a:extLst xmlns:a="http://schemas.openxmlformats.org/drawingml/2006/main">
              <a:ext uri="{FF2B5EF4-FFF2-40B4-BE49-F238E27FC236}">
                <a16:creationId xmlns:a16="http://schemas.microsoft.com/office/drawing/2014/main" id="{D79FE786-ACBE-4758-A620-9ADD9F1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A19D29-1553-49AD-A521-C5F0FDF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1336F1-CD2D-4E0F-B96D-83F1AF7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110DEB-7271-4C73-B976-C211429C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67C3B67F-BB40-4DDA-885D-5D392E7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A33D589-4D39-422E-9702-3B4787A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3A7C7B2-014E-4FFC-9858-A7C865D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3E5BB01-D491-495E-9087-34D4237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965A25A-C491-4307-9392-15D5E4D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FA72969-E6E2-4D78-A27A-53AAD9A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E4A3513-2B91-4CC2-8AD3-8D79F12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0B5E1A6-44C6-40D5-A90C-C5D7B96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6239C2F-28F9-4316-A43F-618AF50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D50C72E-25DB-45A0-94FD-9C1B1BF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9B3A37E-5AB0-44E5-B312-BD5C8E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2293153D-11A6-47EA-9D9B-9FD3ED0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13AB25-019B-4733-B99E-46B2A41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1E0A3B4E-0A73-4AD5-8489-22BBD8E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9DFCE30-674C-412C-8A06-F918794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063DCCE-81E2-478E-9C9F-AA462E8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6139A5A-6054-4EBF-BB50-366DF20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D517367-8029-4D55-B746-A0C6001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2D47AFF-2298-42E2-8E56-3F46093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4A684DE-AB36-4FF9-9720-1D795D4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2CFFFBA-B41B-47FD-BDFB-E51C4E9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EC35E6A-38C4-417E-B81C-FEB1C0C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5B260EF-0AFB-4ABE-BF39-C346FAB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048D496E-C69D-43DB-929D-E375D6B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FA93FA05-2288-4EB6-B215-61B42D2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9B808C9D-4A5F-41B0-9228-E7270A9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BDD44916-CD21-4138-89FD-7925E2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0CD30180-B42A-466B-A283-B920ED9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  <p:sp>
        <p:nvSpPr>
          <p:cNvPr id="33" name="sample-width-answer">
            <a:extLst xmlns:a="http://schemas.openxmlformats.org/drawingml/2006/main">
              <a:ext uri="{FF2B5EF4-FFF2-40B4-BE49-F238E27FC236}">
                <a16:creationId xmlns:a16="http://schemas.microsoft.com/office/drawing/2014/main" id="{A317F2F4-04E7-4F08-928A-E917C19E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16 bit / 样本 ÷ 8＝2 B / 样本</a:t>
            </a:r>
          </a:p>
        </p:txBody>
      </p:sp>
      <p:sp>
        <p:nvSpPr>
          <p:cNvPr id="34" name="pcm-payload-result">
            <a:extLst xmlns:a="http://schemas.openxmlformats.org/drawingml/2006/main">
              <a:ext uri="{FF2B5EF4-FFF2-40B4-BE49-F238E27FC236}">
                <a16:creationId xmlns:a16="http://schemas.microsoft.com/office/drawing/2014/main" id="{D0621E73-B1E1-4466-BFFD-EE1A0014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16,000个样本 × 2 B / 样本＝32,000 B</a:t>
            </a:r>
          </a:p>
        </p:txBody>
      </p:sp>
    </p:spTree>
    <p:extLst>
      <p:ext uri="{BB962C8B-B14F-4D97-AF65-F5344CB8AC3E}">
        <p14:creationId xmlns:p14="http://schemas.microsoft.com/office/powerpoint/2010/main" val="11434419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op-rail">
            <a:extLst xmlns:a="http://schemas.openxmlformats.org/drawingml/2006/main">
              <a:ext uri="{FF2B5EF4-FFF2-40B4-BE49-F238E27FC236}">
                <a16:creationId xmlns:a16="http://schemas.microsoft.com/office/drawing/2014/main" id="{081EE0F5-BF6E-44CE-8A87-73B08618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28A6E85-9408-47F9-AF15-09993408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19622BA-C7DA-4B21-8B62-154186FA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增加右声道，哪些记录多了一份？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982A597-EA2E-422A-8680-7AEA0B1B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样本｜双声道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F36380EC-65D0-4E62-BDAC-32BF298C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9850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D2F0DB4E-5387-426A-90CB-A19CA6EF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8C0EE162-AB2B-418C-8A3B-A687E6B5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895F51C6-04E8-4C06-AF6A-E03FAF40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3161DCE-A41E-492B-98A1-A61D187F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765EABF-28A8-4543-9A6E-FE0940B3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B1B74EF-4A21-4360-8467-F0D6BB4C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D40B8206-61B1-40FF-B338-DC9EB03E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D45D94F1-40FE-422F-844E-2F2D9EEE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345A73C6-ABCD-4041-85C1-9FBC85E8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C7C5F2A1-F686-4395-987D-86FF9536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98A5D9E5-6135-4B41-B2C2-D9FC7EF8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774673FC-6FC1-4291-B80D-552AE838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8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81A18EF1-25D8-4BA1-A641-5F42078D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874C435-7426-4D6F-AEA6-CD9FCC58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41801D8-9A95-46E8-8B8D-13F81948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21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F431E14-DA1A-415F-8121-6A1CE863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A962BFC-F427-4AEA-87FD-7202FEBF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3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FB66C015-359A-4456-AF14-E8C8ACA1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4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CB972E-545D-495E-8EDD-C9D72E9C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25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29E85BE8-20C0-4598-AC9E-CCA1C752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2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73A40D4-AE26-4849-A273-84D34C7E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D26DD2A2-8A80-4502-8EBC-4C603E8B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B29BC55-0E63-48BA-BD53-1B61722B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E308870-006C-4AF0-891A-26CCF19B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0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200EB4E8-4F7C-4ADD-813C-66F68709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0AF0886-6B94-4134-9956-CD4615C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C2C2395-8088-4F8D-A9D0-33AB1379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3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99BA8AC-E32D-41E9-9B02-D178A6D2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4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7F0F9A9-AC39-483F-BB0C-9434696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5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F5C94BD-FCFD-4730-8F1C-A8CC893C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6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B9BCB11-C7C9-4B3D-A1E9-EE1155BC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7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70C8D8C3-5306-4F86-B6DE-D277B88D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5FA4C45-B14F-47F2-938A-5968E9B4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0C10F80-8A80-4D58-87AF-22028E61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40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8779CB80-2D27-49E7-B716-732CEAC2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1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9B6D7D7F-7249-40CC-ACD3-8BB99CB7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2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69F4FF76-243D-406E-9C20-F7562E1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3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A8188979-C16F-4137-8EFC-382EC634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44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82706327-A229-4A3C-91DC-040FC027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左声道 L</a:t>
            </a:r>
          </a:p>
        </p:txBody>
      </p:sp>
      <p:sp>
        <p:nvSpPr>
          <p:cNvPr id="45" name="channel-name-1">
            <a:extLst xmlns:a="http://schemas.openxmlformats.org/drawingml/2006/main">
              <a:ext uri="{FF2B5EF4-FFF2-40B4-BE49-F238E27FC236}">
                <a16:creationId xmlns:a16="http://schemas.microsoft.com/office/drawing/2014/main" id="{586F74FF-C3F0-4BF6-8F10-301B55AC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右声道 R</a:t>
            </a:r>
          </a:p>
        </p:txBody>
      </p:sp>
      <p:sp>
        <p:nvSpPr>
          <p:cNvPr id="46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DF26B075-ED02-479F-9751-4A4D0779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</p:spTree>
    <p:extLst>
      <p:ext uri="{BB962C8B-B14F-4D97-AF65-F5344CB8AC3E}">
        <p14:creationId xmlns:p14="http://schemas.microsoft.com/office/powerpoint/2010/main" val="83450999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op-rail">
            <a:extLst xmlns:a="http://schemas.openxmlformats.org/drawingml/2006/main">
              <a:ext uri="{FF2B5EF4-FFF2-40B4-BE49-F238E27FC236}">
                <a16:creationId xmlns:a16="http://schemas.microsoft.com/office/drawing/2014/main" id="{081EE0F5-BF6E-44CE-8A87-73B08618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28A6E85-9408-47F9-AF15-09993408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19622BA-C7DA-4B21-8B62-154186FA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增加右声道，哪些记录多了一份？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982A597-EA2E-422A-8680-7AEA0B1B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样本｜双声道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F36380EC-65D0-4E62-BDAC-32BF298C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9850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D2F0DB4E-5387-426A-90CB-A19CA6EF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8C0EE162-AB2B-418C-8A3B-A687E6B5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895F51C6-04E8-4C06-AF6A-E03FAF40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3161DCE-A41E-492B-98A1-A61D187F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765EABF-28A8-4543-9A6E-FE0940B3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B1B74EF-4A21-4360-8467-F0D6BB4C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D40B8206-61B1-40FF-B338-DC9EB03E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D45D94F1-40FE-422F-844E-2F2D9EEE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345A73C6-ABCD-4041-85C1-9FBC85E8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C7C5F2A1-F686-4395-987D-86FF9536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98A5D9E5-6135-4B41-B2C2-D9FC7EF8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774673FC-6FC1-4291-B80D-552AE838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8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81A18EF1-25D8-4BA1-A641-5F42078D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874C435-7426-4D6F-AEA6-CD9FCC58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41801D8-9A95-46E8-8B8D-13F81948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21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F431E14-DA1A-415F-8121-6A1CE863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A962BFC-F427-4AEA-87FD-7202FEBF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3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FB66C015-359A-4456-AF14-E8C8ACA1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4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CB972E-545D-495E-8EDD-C9D72E9C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25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29E85BE8-20C0-4598-AC9E-CCA1C752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2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73A40D4-AE26-4849-A273-84D34C7E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D26DD2A2-8A80-4502-8EBC-4C603E8B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B29BC55-0E63-48BA-BD53-1B61722B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E308870-006C-4AF0-891A-26CCF19B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0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200EB4E8-4F7C-4ADD-813C-66F68709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0AF0886-6B94-4134-9956-CD4615C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C2C2395-8088-4F8D-A9D0-33AB1379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3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99BA8AC-E32D-41E9-9B02-D178A6D2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4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7F0F9A9-AC39-483F-BB0C-9434696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5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F5C94BD-FCFD-4730-8F1C-A8CC893C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6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B9BCB11-C7C9-4B3D-A1E9-EE1155BC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7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70C8D8C3-5306-4F86-B6DE-D277B88D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5FA4C45-B14F-47F2-938A-5968E9B4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0C10F80-8A80-4D58-87AF-22028E61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40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8779CB80-2D27-49E7-B716-732CEAC2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1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9B6D7D7F-7249-40CC-ACD3-8BB99CB7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2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69F4FF76-243D-406E-9C20-F7562E1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3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A8188979-C16F-4137-8EFC-382EC634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44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82706327-A229-4A3C-91DC-040FC027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左声道 L</a:t>
            </a:r>
          </a:p>
        </p:txBody>
      </p:sp>
      <p:sp>
        <p:nvSpPr>
          <p:cNvPr id="45" name="channel-name-1">
            <a:extLst xmlns:a="http://schemas.openxmlformats.org/drawingml/2006/main">
              <a:ext uri="{FF2B5EF4-FFF2-40B4-BE49-F238E27FC236}">
                <a16:creationId xmlns:a16="http://schemas.microsoft.com/office/drawing/2014/main" id="{586F74FF-C3F0-4BF6-8F10-301B55AC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右声道 R</a:t>
            </a:r>
          </a:p>
        </p:txBody>
      </p:sp>
      <p:sp>
        <p:nvSpPr>
          <p:cNvPr id="46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DF26B075-ED02-479F-9751-4A4D0779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47" name="stereo-current-frame">
            <a:extLst xmlns:a="http://schemas.openxmlformats.org/drawingml/2006/main">
              <a:ext uri="{FF2B5EF4-FFF2-40B4-BE49-F238E27FC236}">
                <a16:creationId xmlns:a16="http://schemas.microsoft.com/office/drawing/2014/main" id="{346CB941-D645-47DE-8C77-0FE49F89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43200"/>
            <a:ext cx="81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8" name="answer-1">
            <a:extLst xmlns:a="http://schemas.openxmlformats.org/drawingml/2006/main">
              <a:ext uri="{FF2B5EF4-FFF2-40B4-BE49-F238E27FC236}">
                <a16:creationId xmlns:a16="http://schemas.microsoft.com/office/drawing/2014/main" id="{959A7557-F528-4E25-8293-08D7BCD7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每个时刻：2 B＋2 B＝4 B。</a:t>
            </a:r>
          </a:p>
        </p:txBody>
      </p:sp>
      <p:sp>
        <p:nvSpPr>
          <p:cNvPr id="49" name="answer-2">
            <a:extLst xmlns:a="http://schemas.openxmlformats.org/drawingml/2006/main">
              <a:ext uri="{FF2B5EF4-FFF2-40B4-BE49-F238E27FC236}">
                <a16:creationId xmlns:a16="http://schemas.microsoft.com/office/drawing/2014/main" id="{8DADFFBF-B4F8-4622-8B2A-F091FA77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16,000 × 4＝64,000 B（样本数据）。</a:t>
            </a:r>
          </a:p>
        </p:txBody>
      </p:sp>
    </p:spTree>
    <p:extLst>
      <p:ext uri="{BB962C8B-B14F-4D97-AF65-F5344CB8AC3E}">
        <p14:creationId xmlns:p14="http://schemas.microsoft.com/office/powerpoint/2010/main" val="83450999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">
            <a:extLst xmlns:a="http://schemas.openxmlformats.org/drawingml/2006/main">
              <a:ext uri="{FF2B5EF4-FFF2-40B4-BE49-F238E27FC236}">
                <a16:creationId xmlns:a16="http://schemas.microsoft.com/office/drawing/2014/main" id="{07537B6A-BD18-4945-9D14-30027138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A08A922-5375-4C47-B6D8-8261711E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66428CD-15EE-4A33-A459-66EC493D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算出32,000 B，完整文件一定同样大吗？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B568FA5-6DF1-4248-99E1-4EE295F5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本例：8kHz、2秒、16bit、单声道PCM WAV。</a:t>
            </a:r>
          </a:p>
        </p:txBody>
      </p:sp>
      <p:sp>
        <p:nvSpPr>
          <p:cNvPr id="5" name="file-block">
            <a:extLst xmlns:a="http://schemas.openxmlformats.org/drawingml/2006/main">
              <a:ext uri="{FF2B5EF4-FFF2-40B4-BE49-F238E27FC236}">
                <a16:creationId xmlns:a16="http://schemas.microsoft.com/office/drawing/2014/main" id="{2350E16E-8069-4C56-B61E-7C4BFF7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809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6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9BB4276-4B0B-4615-823D-32AA7577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RIFF结构</a:t>
            </a:r>
          </a:p>
        </p:txBody>
      </p:sp>
      <p:sp>
        <p:nvSpPr>
          <p:cNvPr id="7" name="file-block-count-12">
            <a:extLst xmlns:a="http://schemas.openxmlformats.org/drawingml/2006/main">
              <a:ext uri="{FF2B5EF4-FFF2-40B4-BE49-F238E27FC236}">
                <a16:creationId xmlns:a16="http://schemas.microsoft.com/office/drawing/2014/main" id="{F312ECFA-CBC3-469C-B58F-2EB2ECC3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8" name="file-block">
            <a:extLst xmlns:a="http://schemas.openxmlformats.org/drawingml/2006/main">
              <a:ext uri="{FF2B5EF4-FFF2-40B4-BE49-F238E27FC236}">
                <a16:creationId xmlns:a16="http://schemas.microsoft.com/office/drawing/2014/main" id="{6675A5B9-2DD0-42F6-8C79-CD1ED988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24175"/>
            <a:ext cx="190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9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231D9EA5-9A68-4DA5-B7A6-0894B50F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fmt结构</a:t>
            </a:r>
          </a:p>
        </p:txBody>
      </p:sp>
      <p:sp>
        <p:nvSpPr>
          <p:cNvPr id="10" name="file-block-count-24">
            <a:extLst xmlns:a="http://schemas.openxmlformats.org/drawingml/2006/main">
              <a:ext uri="{FF2B5EF4-FFF2-40B4-BE49-F238E27FC236}">
                <a16:creationId xmlns:a16="http://schemas.microsoft.com/office/drawing/2014/main" id="{59EE2034-4C7B-4822-B1E6-41EED5C0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11" name="file-block">
            <a:extLst xmlns:a="http://schemas.openxmlformats.org/drawingml/2006/main">
              <a:ext uri="{FF2B5EF4-FFF2-40B4-BE49-F238E27FC236}">
                <a16:creationId xmlns:a16="http://schemas.microsoft.com/office/drawing/2014/main" id="{3E24054D-5D2D-4AE8-96B7-EBE37093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08DAF490-85AB-425D-9F34-BB6C2E6B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data块头</a:t>
            </a:r>
          </a:p>
        </p:txBody>
      </p:sp>
      <p:sp>
        <p:nvSpPr>
          <p:cNvPr id="13" name="file-block-count-8">
            <a:extLst xmlns:a="http://schemas.openxmlformats.org/drawingml/2006/main">
              <a:ext uri="{FF2B5EF4-FFF2-40B4-BE49-F238E27FC236}">
                <a16:creationId xmlns:a16="http://schemas.microsoft.com/office/drawing/2014/main" id="{8A1A1286-E489-4E6F-B6C0-FF7134C5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14" name="file-block">
            <a:extLst xmlns:a="http://schemas.openxmlformats.org/drawingml/2006/main">
              <a:ext uri="{FF2B5EF4-FFF2-40B4-BE49-F238E27FC236}">
                <a16:creationId xmlns:a16="http://schemas.microsoft.com/office/drawing/2014/main" id="{8CDC1AD2-7407-430C-8571-BF073397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24175"/>
            <a:ext cx="497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5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0421A2F-965D-4992-A5BB-7D09FD9E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</a:t>
            </a:r>
          </a:p>
        </p:txBody>
      </p:sp>
      <p:sp>
        <p:nvSpPr>
          <p:cNvPr id="16" name="file-block-count-32000">
            <a:extLst xmlns:a="http://schemas.openxmlformats.org/drawingml/2006/main">
              <a:ext uri="{FF2B5EF4-FFF2-40B4-BE49-F238E27FC236}">
                <a16:creationId xmlns:a16="http://schemas.microsoft.com/office/drawing/2014/main" id="{470E7FB1-05B5-4101-84EC-3F975EAF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32,000 B</a:t>
            </a:r>
          </a:p>
        </p:txBody>
      </p:sp>
      <p:sp>
        <p:nvSpPr>
          <p:cNvPr id="17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CA12AD36-E5BC-4E2B-B26B-952A93A3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8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48831DC6-A15F-49E4-8A5F-19BB1853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810250" cy="9525"/>
          </a:xfrm>
          <a:custGeom xmlns:a="http://schemas.openxmlformats.org/drawingml/2006/main"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9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B221DBBA-D5B1-4BA1-B151-21B70219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file-overhead-bracket-label">
            <a:extLst xmlns:a="http://schemas.openxmlformats.org/drawingml/2006/main">
              <a:ext uri="{FF2B5EF4-FFF2-40B4-BE49-F238E27FC236}">
                <a16:creationId xmlns:a16="http://schemas.microsoft.com/office/drawing/2014/main" id="{64D12EC9-BE53-4636-8429-03B86678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结构信息</a:t>
            </a:r>
          </a:p>
        </p:txBody>
      </p:sp>
      <p:sp>
        <p:nvSpPr>
          <p:cNvPr id="21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C60B0C0F-A5AB-4372-A48C-A289A2C2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92C88997-2192-4CDC-B925-409BE654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4972050" cy="9525"/>
          </a:xfrm>
          <a:custGeom xmlns:a="http://schemas.openxmlformats.org/drawingml/2006/main"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3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2660F2E4-B40F-4D2F-949A-84F7A6E3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file-payload-bracket-label">
            <a:extLst xmlns:a="http://schemas.openxmlformats.org/drawingml/2006/main">
              <a:ext uri="{FF2B5EF4-FFF2-40B4-BE49-F238E27FC236}">
                <a16:creationId xmlns:a16="http://schemas.microsoft.com/office/drawing/2014/main" id="{8499845C-0039-4245-8CB8-2906732D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样本数据：32,000 B</a:t>
            </a:r>
          </a:p>
        </p:txBody>
      </p:sp>
      <p:sp>
        <p:nvSpPr>
          <p:cNvPr id="25" name="file-not-to-scale">
            <a:extLst xmlns:a="http://schemas.openxmlformats.org/drawingml/2006/main">
              <a:ext uri="{FF2B5EF4-FFF2-40B4-BE49-F238E27FC236}">
                <a16:creationId xmlns:a16="http://schemas.microsoft.com/office/drawing/2014/main" id="{3EB14A99-BAF9-46FC-A7E6-BA200FB9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结构示意，不按字节比例绘制。</a:t>
            </a:r>
          </a:p>
        </p:txBody>
      </p:sp>
    </p:spTree>
    <p:extLst>
      <p:ext uri="{BB962C8B-B14F-4D97-AF65-F5344CB8AC3E}">
        <p14:creationId xmlns:p14="http://schemas.microsoft.com/office/powerpoint/2010/main" val="132204235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">
            <a:extLst xmlns:a="http://schemas.openxmlformats.org/drawingml/2006/main">
              <a:ext uri="{FF2B5EF4-FFF2-40B4-BE49-F238E27FC236}">
                <a16:creationId xmlns:a16="http://schemas.microsoft.com/office/drawing/2014/main" id="{07537B6A-BD18-4945-9D14-30027138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A08A922-5375-4C47-B6D8-8261711E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66428CD-15EE-4A33-A459-66EC493D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算出32,000 B，完整文件一定同样大吗？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B568FA5-6DF1-4248-99E1-4EE295F5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本例：8kHz、2秒、16bit、单声道PCM WAV。</a:t>
            </a:r>
          </a:p>
        </p:txBody>
      </p:sp>
      <p:sp>
        <p:nvSpPr>
          <p:cNvPr id="5" name="file-block">
            <a:extLst xmlns:a="http://schemas.openxmlformats.org/drawingml/2006/main">
              <a:ext uri="{FF2B5EF4-FFF2-40B4-BE49-F238E27FC236}">
                <a16:creationId xmlns:a16="http://schemas.microsoft.com/office/drawing/2014/main" id="{2350E16E-8069-4C56-B61E-7C4BFF7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809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6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9BB4276-4B0B-4615-823D-32AA7577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RIFF结构</a:t>
            </a:r>
          </a:p>
        </p:txBody>
      </p:sp>
      <p:sp>
        <p:nvSpPr>
          <p:cNvPr id="7" name="file-block-count-12">
            <a:extLst xmlns:a="http://schemas.openxmlformats.org/drawingml/2006/main">
              <a:ext uri="{FF2B5EF4-FFF2-40B4-BE49-F238E27FC236}">
                <a16:creationId xmlns:a16="http://schemas.microsoft.com/office/drawing/2014/main" id="{F312ECFA-CBC3-469C-B58F-2EB2ECC3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 B</a:t>
            </a:r>
          </a:p>
        </p:txBody>
      </p:sp>
      <p:sp>
        <p:nvSpPr>
          <p:cNvPr id="8" name="file-block">
            <a:extLst xmlns:a="http://schemas.openxmlformats.org/drawingml/2006/main">
              <a:ext uri="{FF2B5EF4-FFF2-40B4-BE49-F238E27FC236}">
                <a16:creationId xmlns:a16="http://schemas.microsoft.com/office/drawing/2014/main" id="{6675A5B9-2DD0-42F6-8C79-CD1ED988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24175"/>
            <a:ext cx="190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9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231D9EA5-9A68-4DA5-B7A6-0894B50F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fmt结构</a:t>
            </a:r>
          </a:p>
        </p:txBody>
      </p:sp>
      <p:sp>
        <p:nvSpPr>
          <p:cNvPr id="10" name="file-block-count-24">
            <a:extLst xmlns:a="http://schemas.openxmlformats.org/drawingml/2006/main">
              <a:ext uri="{FF2B5EF4-FFF2-40B4-BE49-F238E27FC236}">
                <a16:creationId xmlns:a16="http://schemas.microsoft.com/office/drawing/2014/main" id="{59EE2034-4C7B-4822-B1E6-41EED5C0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24 B</a:t>
            </a:r>
          </a:p>
        </p:txBody>
      </p:sp>
      <p:sp>
        <p:nvSpPr>
          <p:cNvPr id="11" name="file-block">
            <a:extLst xmlns:a="http://schemas.openxmlformats.org/drawingml/2006/main">
              <a:ext uri="{FF2B5EF4-FFF2-40B4-BE49-F238E27FC236}">
                <a16:creationId xmlns:a16="http://schemas.microsoft.com/office/drawing/2014/main" id="{3E24054D-5D2D-4AE8-96B7-EBE37093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08DAF490-85AB-425D-9F34-BB6C2E6B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data块头</a:t>
            </a:r>
          </a:p>
        </p:txBody>
      </p:sp>
      <p:sp>
        <p:nvSpPr>
          <p:cNvPr id="13" name="file-block-count-8">
            <a:extLst xmlns:a="http://schemas.openxmlformats.org/drawingml/2006/main">
              <a:ext uri="{FF2B5EF4-FFF2-40B4-BE49-F238E27FC236}">
                <a16:creationId xmlns:a16="http://schemas.microsoft.com/office/drawing/2014/main" id="{8A1A1286-E489-4E6F-B6C0-FF7134C5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</a:t>
            </a:r>
          </a:p>
        </p:txBody>
      </p:sp>
      <p:sp>
        <p:nvSpPr>
          <p:cNvPr id="14" name="file-block">
            <a:extLst xmlns:a="http://schemas.openxmlformats.org/drawingml/2006/main">
              <a:ext uri="{FF2B5EF4-FFF2-40B4-BE49-F238E27FC236}">
                <a16:creationId xmlns:a16="http://schemas.microsoft.com/office/drawing/2014/main" id="{8CDC1AD2-7407-430C-8571-BF073397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24175"/>
            <a:ext cx="497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5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0421A2F-965D-4992-A5BB-7D09FD9E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</a:t>
            </a:r>
          </a:p>
        </p:txBody>
      </p:sp>
      <p:sp>
        <p:nvSpPr>
          <p:cNvPr id="16" name="file-block-count-32000">
            <a:extLst xmlns:a="http://schemas.openxmlformats.org/drawingml/2006/main">
              <a:ext uri="{FF2B5EF4-FFF2-40B4-BE49-F238E27FC236}">
                <a16:creationId xmlns:a16="http://schemas.microsoft.com/office/drawing/2014/main" id="{470E7FB1-05B5-4101-84EC-3F975EAF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32,000 B</a:t>
            </a:r>
          </a:p>
        </p:txBody>
      </p:sp>
      <p:sp>
        <p:nvSpPr>
          <p:cNvPr id="17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CA12AD36-E5BC-4E2B-B26B-952A93A3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8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48831DC6-A15F-49E4-8A5F-19BB1853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810250" cy="9525"/>
          </a:xfrm>
          <a:custGeom xmlns:a="http://schemas.openxmlformats.org/drawingml/2006/main"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9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B221DBBA-D5B1-4BA1-B151-21B70219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file-overhead-bracket-label">
            <a:extLst xmlns:a="http://schemas.openxmlformats.org/drawingml/2006/main">
              <a:ext uri="{FF2B5EF4-FFF2-40B4-BE49-F238E27FC236}">
                <a16:creationId xmlns:a16="http://schemas.microsoft.com/office/drawing/2014/main" id="{64D12EC9-BE53-4636-8429-03B86678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本例结构：12＋24＋8＝44 B</a:t>
            </a:r>
          </a:p>
        </p:txBody>
      </p:sp>
      <p:sp>
        <p:nvSpPr>
          <p:cNvPr id="21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C60B0C0F-A5AB-4372-A48C-A289A2C2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92C88997-2192-4CDC-B925-409BE654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4972050" cy="9525"/>
          </a:xfrm>
          <a:custGeom xmlns:a="http://schemas.openxmlformats.org/drawingml/2006/main"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3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2660F2E4-B40F-4D2F-949A-84F7A6E3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file-payload-bracket-label">
            <a:extLst xmlns:a="http://schemas.openxmlformats.org/drawingml/2006/main">
              <a:ext uri="{FF2B5EF4-FFF2-40B4-BE49-F238E27FC236}">
                <a16:creationId xmlns:a16="http://schemas.microsoft.com/office/drawing/2014/main" id="{8499845C-0039-4245-8CB8-2906732D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样本数据：32,000 B</a:t>
            </a:r>
          </a:p>
        </p:txBody>
      </p:sp>
      <p:sp>
        <p:nvSpPr>
          <p:cNvPr id="25" name="file-not-to-scale">
            <a:extLst xmlns:a="http://schemas.openxmlformats.org/drawingml/2006/main">
              <a:ext uri="{FF2B5EF4-FFF2-40B4-BE49-F238E27FC236}">
                <a16:creationId xmlns:a16="http://schemas.microsoft.com/office/drawing/2014/main" id="{3EB14A99-BAF9-46FC-A7E6-BA200FB9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结构示意，不按字节比例绘制。</a:t>
            </a:r>
          </a:p>
        </p:txBody>
      </p:sp>
      <p:sp>
        <p:nvSpPr>
          <p:cNvPr id="26" name="answer-1">
            <a:extLst xmlns:a="http://schemas.openxmlformats.org/drawingml/2006/main">
              <a:ext uri="{FF2B5EF4-FFF2-40B4-BE49-F238E27FC236}">
                <a16:creationId xmlns:a16="http://schemas.microsoft.com/office/drawing/2014/main" id="{5E16E389-B26A-4B83-AB67-08597EE7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32,000 B＋本例44 B＝32,044 B。</a:t>
            </a:r>
          </a:p>
        </p:txBody>
      </p:sp>
      <p:sp>
        <p:nvSpPr>
          <p:cNvPr id="27" name="answer-2">
            <a:extLst xmlns:a="http://schemas.openxmlformats.org/drawingml/2006/main">
              <a:ext uri="{FF2B5EF4-FFF2-40B4-BE49-F238E27FC236}">
                <a16:creationId xmlns:a16="http://schemas.microsoft.com/office/drawing/2014/main" id="{0A4B35CC-5473-4C48-B67E-5BC5166D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44 B属于本例，不能概括所有WAV。</a:t>
            </a:r>
          </a:p>
        </p:txBody>
      </p:sp>
    </p:spTree>
    <p:extLst>
      <p:ext uri="{BB962C8B-B14F-4D97-AF65-F5344CB8AC3E}">
        <p14:creationId xmlns:p14="http://schemas.microsoft.com/office/powerpoint/2010/main" val="132204235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47F0CABC-F68D-42E1-B926-BF6895F6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106D847-C8C8-4FDB-B6E4-CDC823E8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93C586-799F-4CCE-A06F-924A740D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用样本数解释开场A、B的大小差异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3FB5FC3-9518-4600-AA92-2E3505D0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相同：6秒、16 bit、单声道；不同：采样率。</a:t>
            </a:r>
          </a:p>
        </p:txBody>
      </p:sp>
      <p:sp>
        <p:nvSpPr>
          <p:cNvPr id="5" name="opening-A-parameters">
            <a:extLst xmlns:a="http://schemas.openxmlformats.org/drawingml/2006/main">
              <a:ext uri="{FF2B5EF4-FFF2-40B4-BE49-F238E27FC236}">
                <a16:creationId xmlns:a16="http://schemas.microsoft.com/office/drawing/2014/main" id="{8844D131-2787-45F2-B5B1-0D3D83D2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A：44,100 Hz；完整文件529,244 B</a:t>
            </a:r>
          </a:p>
        </p:txBody>
      </p:sp>
      <p:sp>
        <p:nvSpPr>
          <p:cNvPr id="6" name="opening-B-parameters">
            <a:extLst xmlns:a="http://schemas.openxmlformats.org/drawingml/2006/main">
              <a:ext uri="{FF2B5EF4-FFF2-40B4-BE49-F238E27FC236}">
                <a16:creationId xmlns:a16="http://schemas.microsoft.com/office/drawing/2014/main" id="{B7596DA8-E427-4E03-924A-8EAA8EC9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B：8,000 Hz；完整文件96,044 B</a:t>
            </a:r>
          </a:p>
        </p:txBody>
      </p:sp>
    </p:spTree>
    <p:extLst>
      <p:ext uri="{BB962C8B-B14F-4D97-AF65-F5344CB8AC3E}">
        <p14:creationId xmlns:p14="http://schemas.microsoft.com/office/powerpoint/2010/main" val="25101283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47F0CABC-F68D-42E1-B926-BF6895F6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106D847-C8C8-4FDB-B6E4-CDC823E8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93C586-799F-4CCE-A06F-924A740D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用样本数解释开场A、B的大小差异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3FB5FC3-9518-4600-AA92-2E3505D0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相同：6秒、16 bit、单声道；不同：采样率。</a:t>
            </a:r>
          </a:p>
        </p:txBody>
      </p:sp>
      <p:sp>
        <p:nvSpPr>
          <p:cNvPr id="5" name="opening-A-parameters">
            <a:extLst xmlns:a="http://schemas.openxmlformats.org/drawingml/2006/main">
              <a:ext uri="{FF2B5EF4-FFF2-40B4-BE49-F238E27FC236}">
                <a16:creationId xmlns:a16="http://schemas.microsoft.com/office/drawing/2014/main" id="{8844D131-2787-45F2-B5B1-0D3D83D2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A：44,100 Hz；完整文件529,244 B</a:t>
            </a:r>
          </a:p>
        </p:txBody>
      </p:sp>
      <p:sp>
        <p:nvSpPr>
          <p:cNvPr id="6" name="opening-B-parameters">
            <a:extLst xmlns:a="http://schemas.openxmlformats.org/drawingml/2006/main">
              <a:ext uri="{FF2B5EF4-FFF2-40B4-BE49-F238E27FC236}">
                <a16:creationId xmlns:a16="http://schemas.microsoft.com/office/drawing/2014/main" id="{B7596DA8-E427-4E03-924A-8EAA8EC9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B：8,000 Hz；完整文件96,044 B</a:t>
            </a:r>
          </a:p>
        </p:txBody>
      </p:sp>
      <p:sp>
        <p:nvSpPr>
          <p:cNvPr id="7" name="opening-A-payload-bar">
            <a:extLst xmlns:a="http://schemas.openxmlformats.org/drawingml/2006/main">
              <a:ext uri="{FF2B5EF4-FFF2-40B4-BE49-F238E27FC236}">
                <a16:creationId xmlns:a16="http://schemas.microsoft.com/office/drawing/2014/main" id="{FD5CC01C-0EC3-430A-BFB1-BC8CB7FF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opening-B-payload-bar">
            <a:extLst xmlns:a="http://schemas.openxmlformats.org/drawingml/2006/main">
              <a:ext uri="{FF2B5EF4-FFF2-40B4-BE49-F238E27FC236}">
                <a16:creationId xmlns:a16="http://schemas.microsoft.com/office/drawing/2014/main" id="{77B2C809-ADE3-4F58-9214-18413C24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797007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0">
            <a:noFill/>
          </a:ln>
        </p:spPr>
      </p:sp>
      <p:sp>
        <p:nvSpPr>
          <p:cNvPr id="9" name="opening-A-payload">
            <a:extLst xmlns:a="http://schemas.openxmlformats.org/drawingml/2006/main">
              <a:ext uri="{FF2B5EF4-FFF2-40B4-BE49-F238E27FC236}">
                <a16:creationId xmlns:a16="http://schemas.microsoft.com/office/drawing/2014/main" id="{37EE5C25-FE74-4C59-8CCD-D2858368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264,600个样本 × 2 B＝529,200 B</a:t>
            </a:r>
          </a:p>
        </p:txBody>
      </p:sp>
      <p:sp>
        <p:nvSpPr>
          <p:cNvPr id="10" name="opening-B-payload">
            <a:extLst xmlns:a="http://schemas.openxmlformats.org/drawingml/2006/main">
              <a:ext uri="{FF2B5EF4-FFF2-40B4-BE49-F238E27FC236}">
                <a16:creationId xmlns:a16="http://schemas.microsoft.com/office/drawing/2014/main" id="{B8ECBCAC-CB5F-4481-8EA4-17B6B641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48,000个样本 × 2 B＝96,000 B</a:t>
            </a:r>
          </a:p>
        </p:txBody>
      </p:sp>
      <p:sp>
        <p:nvSpPr>
          <p:cNvPr id="11" name="opening-closure">
            <a:extLst xmlns:a="http://schemas.openxmlformats.org/drawingml/2006/main">
              <a:ext uri="{FF2B5EF4-FFF2-40B4-BE49-F238E27FC236}">
                <a16:creationId xmlns:a16="http://schemas.microsoft.com/office/drawing/2014/main" id="{BAF6954E-D61B-4C78-9C0C-13F013C8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两份本例各加44 B结构信息，回到开场大小。</a:t>
            </a:r>
          </a:p>
        </p:txBody>
      </p:sp>
    </p:spTree>
    <p:extLst>
      <p:ext uri="{BB962C8B-B14F-4D97-AF65-F5344CB8AC3E}">
        <p14:creationId xmlns:p14="http://schemas.microsoft.com/office/powerpoint/2010/main" val="25101283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op-rail">
            <a:extLst xmlns:a="http://schemas.openxmlformats.org/drawingml/2006/main">
              <a:ext uri="{FF2B5EF4-FFF2-40B4-BE49-F238E27FC236}">
                <a16:creationId xmlns:a16="http://schemas.microsoft.com/office/drawing/2014/main" id="{A4B2B8AE-E534-4ADF-A847-2D4E5D1E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5AC39BD-555B-421C-93A3-3BFE8807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40C1BBF-21BE-43F3-AA5F-E6098834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不同波形，为什么可能留下相同样本？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3B56A1-CC3B-425C-953E-79331887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诊断：同幅同相余弦信号，8 kHz直接取样。</a:t>
            </a:r>
          </a:p>
        </p:txBody>
      </p:sp>
      <p:sp>
        <p:nvSpPr>
          <p:cNvPr id="5" name="alias-amplitude-unit">
            <a:extLst xmlns:a="http://schemas.openxmlformats.org/drawingml/2006/main">
              <a:ext uri="{FF2B5EF4-FFF2-40B4-BE49-F238E27FC236}">
                <a16:creationId xmlns:a16="http://schemas.microsoft.com/office/drawing/2014/main" id="{4FBAEC36-8F0C-47F5-8037-C4CE416C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归一化幅度</a:t>
            </a:r>
          </a:p>
        </p:txBody>
      </p:sp>
      <p:sp>
        <p:nvSpPr>
          <p:cNvPr id="6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CAD54ED3-A519-4024-B763-9041D67D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</a:t>
            </a:r>
          </a:p>
        </p:txBody>
      </p:sp>
      <p:sp>
        <p:nvSpPr>
          <p:cNvPr id="7" name="alias-zero">
            <a:extLst xmlns:a="http://schemas.openxmlformats.org/drawingml/2006/main">
              <a:ext uri="{FF2B5EF4-FFF2-40B4-BE49-F238E27FC236}">
                <a16:creationId xmlns:a16="http://schemas.microsoft.com/office/drawing/2014/main" id="{9D260EF2-1A25-4BD5-BB7A-ADF0F5CF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479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alias-input-6000">
            <a:extLst xmlns:a="http://schemas.openxmlformats.org/drawingml/2006/main">
              <a:ext uri="{FF2B5EF4-FFF2-40B4-BE49-F238E27FC236}">
                <a16:creationId xmlns:a16="http://schemas.microsoft.com/office/drawing/2014/main" id="{22F88D3C-4999-4D8A-8663-AED1B4E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476"/>
                </a:lnTo>
                <a:lnTo>
                  <a:pt x="42386" y="1902"/>
                </a:lnTo>
                <a:lnTo>
                  <a:pt x="63579" y="4276"/>
                </a:lnTo>
                <a:lnTo>
                  <a:pt x="84773" y="7592"/>
                </a:lnTo>
                <a:lnTo>
                  <a:pt x="105966" y="11843"/>
                </a:lnTo>
                <a:lnTo>
                  <a:pt x="127159" y="17019"/>
                </a:lnTo>
                <a:lnTo>
                  <a:pt x="148352" y="23109"/>
                </a:lnTo>
                <a:lnTo>
                  <a:pt x="169545" y="30100"/>
                </a:lnTo>
                <a:lnTo>
                  <a:pt x="190738" y="37975"/>
                </a:lnTo>
                <a:lnTo>
                  <a:pt x="211931" y="46717"/>
                </a:lnTo>
                <a:lnTo>
                  <a:pt x="233124" y="56308"/>
                </a:lnTo>
                <a:lnTo>
                  <a:pt x="254317" y="66725"/>
                </a:lnTo>
                <a:lnTo>
                  <a:pt x="275511" y="77946"/>
                </a:lnTo>
                <a:lnTo>
                  <a:pt x="296704" y="89945"/>
                </a:lnTo>
                <a:lnTo>
                  <a:pt x="317897" y="102696"/>
                </a:lnTo>
                <a:lnTo>
                  <a:pt x="339090" y="116171"/>
                </a:lnTo>
                <a:lnTo>
                  <a:pt x="360283" y="130339"/>
                </a:lnTo>
                <a:lnTo>
                  <a:pt x="381476" y="145170"/>
                </a:lnTo>
                <a:lnTo>
                  <a:pt x="402669" y="160630"/>
                </a:lnTo>
                <a:lnTo>
                  <a:pt x="423863" y="176686"/>
                </a:lnTo>
                <a:lnTo>
                  <a:pt x="445056" y="193300"/>
                </a:lnTo>
                <a:lnTo>
                  <a:pt x="466249" y="210437"/>
                </a:lnTo>
                <a:lnTo>
                  <a:pt x="487442" y="228059"/>
                </a:lnTo>
                <a:lnTo>
                  <a:pt x="508635" y="246125"/>
                </a:lnTo>
                <a:lnTo>
                  <a:pt x="529828" y="264597"/>
                </a:lnTo>
                <a:lnTo>
                  <a:pt x="551021" y="283433"/>
                </a:lnTo>
                <a:lnTo>
                  <a:pt x="572214" y="302592"/>
                </a:lnTo>
                <a:lnTo>
                  <a:pt x="593408" y="322030"/>
                </a:lnTo>
                <a:lnTo>
                  <a:pt x="614601" y="341705"/>
                </a:lnTo>
                <a:lnTo>
                  <a:pt x="635794" y="361573"/>
                </a:lnTo>
                <a:lnTo>
                  <a:pt x="656987" y="381590"/>
                </a:lnTo>
                <a:lnTo>
                  <a:pt x="678180" y="401711"/>
                </a:lnTo>
                <a:lnTo>
                  <a:pt x="699373" y="421892"/>
                </a:lnTo>
                <a:lnTo>
                  <a:pt x="720566" y="442088"/>
                </a:lnTo>
                <a:lnTo>
                  <a:pt x="741759" y="462255"/>
                </a:lnTo>
                <a:lnTo>
                  <a:pt x="762953" y="482346"/>
                </a:lnTo>
                <a:lnTo>
                  <a:pt x="784146" y="502318"/>
                </a:lnTo>
                <a:lnTo>
                  <a:pt x="805339" y="522127"/>
                </a:lnTo>
                <a:lnTo>
                  <a:pt x="826532" y="541728"/>
                </a:lnTo>
                <a:lnTo>
                  <a:pt x="847725" y="561077"/>
                </a:lnTo>
                <a:lnTo>
                  <a:pt x="868918" y="580133"/>
                </a:lnTo>
                <a:lnTo>
                  <a:pt x="890111" y="598853"/>
                </a:lnTo>
                <a:lnTo>
                  <a:pt x="911304" y="617194"/>
                </a:lnTo>
                <a:lnTo>
                  <a:pt x="932497" y="635117"/>
                </a:lnTo>
                <a:lnTo>
                  <a:pt x="953691" y="652581"/>
                </a:lnTo>
                <a:lnTo>
                  <a:pt x="974884" y="669548"/>
                </a:lnTo>
                <a:lnTo>
                  <a:pt x="996077" y="685980"/>
                </a:lnTo>
                <a:lnTo>
                  <a:pt x="1017270" y="701841"/>
                </a:lnTo>
                <a:lnTo>
                  <a:pt x="1038463" y="717095"/>
                </a:lnTo>
                <a:lnTo>
                  <a:pt x="1059656" y="731709"/>
                </a:lnTo>
                <a:lnTo>
                  <a:pt x="1080849" y="745649"/>
                </a:lnTo>
                <a:lnTo>
                  <a:pt x="1102043" y="758886"/>
                </a:lnTo>
                <a:lnTo>
                  <a:pt x="1123236" y="771390"/>
                </a:lnTo>
                <a:lnTo>
                  <a:pt x="1144429" y="783132"/>
                </a:lnTo>
                <a:lnTo>
                  <a:pt x="1165622" y="794088"/>
                </a:lnTo>
                <a:lnTo>
                  <a:pt x="1186815" y="804232"/>
                </a:lnTo>
                <a:lnTo>
                  <a:pt x="1208008" y="813542"/>
                </a:lnTo>
                <a:lnTo>
                  <a:pt x="1229201" y="821998"/>
                </a:lnTo>
                <a:lnTo>
                  <a:pt x="1250394" y="829580"/>
                </a:lnTo>
                <a:lnTo>
                  <a:pt x="1271588" y="836272"/>
                </a:lnTo>
                <a:lnTo>
                  <a:pt x="1292781" y="842058"/>
                </a:lnTo>
                <a:lnTo>
                  <a:pt x="1313974" y="846927"/>
                </a:lnTo>
                <a:lnTo>
                  <a:pt x="1335167" y="850867"/>
                </a:lnTo>
                <a:lnTo>
                  <a:pt x="1356360" y="853870"/>
                </a:lnTo>
                <a:lnTo>
                  <a:pt x="1377553" y="855929"/>
                </a:lnTo>
                <a:lnTo>
                  <a:pt x="1398746" y="857038"/>
                </a:lnTo>
                <a:lnTo>
                  <a:pt x="1419939" y="857197"/>
                </a:lnTo>
                <a:lnTo>
                  <a:pt x="1441133" y="856404"/>
                </a:lnTo>
                <a:lnTo>
                  <a:pt x="1462326" y="854662"/>
                </a:lnTo>
                <a:lnTo>
                  <a:pt x="1483519" y="851973"/>
                </a:lnTo>
                <a:lnTo>
                  <a:pt x="1504712" y="848344"/>
                </a:lnTo>
                <a:lnTo>
                  <a:pt x="1525905" y="843784"/>
                </a:lnTo>
                <a:lnTo>
                  <a:pt x="1547098" y="838302"/>
                </a:lnTo>
                <a:lnTo>
                  <a:pt x="1568291" y="831910"/>
                </a:lnTo>
                <a:lnTo>
                  <a:pt x="1589484" y="824623"/>
                </a:lnTo>
                <a:lnTo>
                  <a:pt x="1610677" y="816456"/>
                </a:lnTo>
                <a:lnTo>
                  <a:pt x="1631871" y="807429"/>
                </a:lnTo>
                <a:lnTo>
                  <a:pt x="1653064" y="797561"/>
                </a:lnTo>
                <a:lnTo>
                  <a:pt x="1674257" y="786873"/>
                </a:lnTo>
                <a:lnTo>
                  <a:pt x="1695450" y="775390"/>
                </a:lnTo>
                <a:lnTo>
                  <a:pt x="1716643" y="763137"/>
                </a:lnTo>
                <a:lnTo>
                  <a:pt x="1737836" y="750141"/>
                </a:lnTo>
                <a:lnTo>
                  <a:pt x="1759029" y="736432"/>
                </a:lnTo>
                <a:lnTo>
                  <a:pt x="1780222" y="722039"/>
                </a:lnTo>
                <a:lnTo>
                  <a:pt x="1801416" y="706995"/>
                </a:lnTo>
                <a:lnTo>
                  <a:pt x="1822609" y="691332"/>
                </a:lnTo>
                <a:lnTo>
                  <a:pt x="1843802" y="675087"/>
                </a:lnTo>
                <a:lnTo>
                  <a:pt x="1864995" y="658294"/>
                </a:lnTo>
                <a:lnTo>
                  <a:pt x="1886188" y="640991"/>
                </a:lnTo>
                <a:lnTo>
                  <a:pt x="1907381" y="623217"/>
                </a:lnTo>
                <a:lnTo>
                  <a:pt x="1928574" y="605010"/>
                </a:lnTo>
                <a:lnTo>
                  <a:pt x="1949768" y="586412"/>
                </a:lnTo>
                <a:lnTo>
                  <a:pt x="1970961" y="567464"/>
                </a:lnTo>
                <a:lnTo>
                  <a:pt x="1992154" y="548208"/>
                </a:lnTo>
                <a:lnTo>
                  <a:pt x="2013347" y="528686"/>
                </a:lnTo>
                <a:lnTo>
                  <a:pt x="2034540" y="508941"/>
                </a:lnTo>
                <a:lnTo>
                  <a:pt x="2055733" y="489019"/>
                </a:lnTo>
                <a:lnTo>
                  <a:pt x="2076926" y="468962"/>
                </a:lnTo>
                <a:lnTo>
                  <a:pt x="2098119" y="448816"/>
                </a:lnTo>
                <a:lnTo>
                  <a:pt x="2119313" y="428625"/>
                </a:lnTo>
                <a:lnTo>
                  <a:pt x="2140506" y="408434"/>
                </a:lnTo>
                <a:lnTo>
                  <a:pt x="2161699" y="388288"/>
                </a:lnTo>
                <a:lnTo>
                  <a:pt x="2182892" y="368231"/>
                </a:lnTo>
                <a:lnTo>
                  <a:pt x="2204085" y="348309"/>
                </a:lnTo>
                <a:lnTo>
                  <a:pt x="2225278" y="328564"/>
                </a:lnTo>
                <a:lnTo>
                  <a:pt x="2246471" y="309042"/>
                </a:lnTo>
                <a:lnTo>
                  <a:pt x="2267664" y="289786"/>
                </a:lnTo>
                <a:lnTo>
                  <a:pt x="2288858" y="270838"/>
                </a:lnTo>
                <a:lnTo>
                  <a:pt x="2310051" y="252240"/>
                </a:lnTo>
                <a:lnTo>
                  <a:pt x="2331244" y="234033"/>
                </a:lnTo>
                <a:lnTo>
                  <a:pt x="2352437" y="216259"/>
                </a:lnTo>
                <a:lnTo>
                  <a:pt x="2373630" y="198956"/>
                </a:lnTo>
                <a:lnTo>
                  <a:pt x="2394823" y="182163"/>
                </a:lnTo>
                <a:lnTo>
                  <a:pt x="2416016" y="165918"/>
                </a:lnTo>
                <a:lnTo>
                  <a:pt x="2437209" y="150255"/>
                </a:lnTo>
                <a:lnTo>
                  <a:pt x="2458402" y="135211"/>
                </a:lnTo>
                <a:lnTo>
                  <a:pt x="2479596" y="120818"/>
                </a:lnTo>
                <a:lnTo>
                  <a:pt x="2500789" y="107109"/>
                </a:lnTo>
                <a:lnTo>
                  <a:pt x="2521982" y="94113"/>
                </a:lnTo>
                <a:lnTo>
                  <a:pt x="2543175" y="81860"/>
                </a:lnTo>
                <a:lnTo>
                  <a:pt x="2564368" y="70377"/>
                </a:lnTo>
                <a:lnTo>
                  <a:pt x="2585561" y="59689"/>
                </a:lnTo>
                <a:lnTo>
                  <a:pt x="2606754" y="49821"/>
                </a:lnTo>
                <a:lnTo>
                  <a:pt x="2627948" y="40794"/>
                </a:lnTo>
                <a:lnTo>
                  <a:pt x="2649141" y="32627"/>
                </a:lnTo>
                <a:lnTo>
                  <a:pt x="2670334" y="25340"/>
                </a:lnTo>
                <a:lnTo>
                  <a:pt x="2691527" y="18948"/>
                </a:lnTo>
                <a:lnTo>
                  <a:pt x="2712720" y="13466"/>
                </a:lnTo>
                <a:lnTo>
                  <a:pt x="2733913" y="8906"/>
                </a:lnTo>
                <a:lnTo>
                  <a:pt x="2755106" y="5277"/>
                </a:lnTo>
                <a:lnTo>
                  <a:pt x="2776299" y="2588"/>
                </a:lnTo>
                <a:lnTo>
                  <a:pt x="2797493" y="846"/>
                </a:lnTo>
                <a:lnTo>
                  <a:pt x="2818686" y="53"/>
                </a:lnTo>
                <a:lnTo>
                  <a:pt x="2839879" y="212"/>
                </a:lnTo>
                <a:lnTo>
                  <a:pt x="2861072" y="1321"/>
                </a:lnTo>
                <a:lnTo>
                  <a:pt x="2882265" y="3380"/>
                </a:lnTo>
                <a:lnTo>
                  <a:pt x="2903458" y="6383"/>
                </a:lnTo>
                <a:lnTo>
                  <a:pt x="2924651" y="10323"/>
                </a:lnTo>
                <a:lnTo>
                  <a:pt x="2945844" y="15192"/>
                </a:lnTo>
                <a:lnTo>
                  <a:pt x="2967038" y="20978"/>
                </a:lnTo>
                <a:lnTo>
                  <a:pt x="2988231" y="27670"/>
                </a:lnTo>
                <a:lnTo>
                  <a:pt x="3009424" y="35252"/>
                </a:lnTo>
                <a:lnTo>
                  <a:pt x="3030617" y="43708"/>
                </a:lnTo>
                <a:lnTo>
                  <a:pt x="3051810" y="53018"/>
                </a:lnTo>
                <a:lnTo>
                  <a:pt x="3073003" y="63162"/>
                </a:lnTo>
                <a:lnTo>
                  <a:pt x="3094196" y="74118"/>
                </a:lnTo>
                <a:lnTo>
                  <a:pt x="3115389" y="85860"/>
                </a:lnTo>
                <a:lnTo>
                  <a:pt x="3136582" y="98364"/>
                </a:lnTo>
                <a:lnTo>
                  <a:pt x="3157776" y="111601"/>
                </a:lnTo>
                <a:lnTo>
                  <a:pt x="3178969" y="125541"/>
                </a:lnTo>
                <a:lnTo>
                  <a:pt x="3200162" y="140155"/>
                </a:lnTo>
                <a:lnTo>
                  <a:pt x="3221355" y="155409"/>
                </a:lnTo>
                <a:lnTo>
                  <a:pt x="3242548" y="171270"/>
                </a:lnTo>
                <a:lnTo>
                  <a:pt x="3263741" y="187702"/>
                </a:lnTo>
                <a:lnTo>
                  <a:pt x="3284934" y="204669"/>
                </a:lnTo>
                <a:lnTo>
                  <a:pt x="3306127" y="222133"/>
                </a:lnTo>
                <a:lnTo>
                  <a:pt x="3327321" y="240056"/>
                </a:lnTo>
                <a:lnTo>
                  <a:pt x="3348514" y="258397"/>
                </a:lnTo>
                <a:lnTo>
                  <a:pt x="3369707" y="277117"/>
                </a:lnTo>
                <a:lnTo>
                  <a:pt x="3390900" y="296173"/>
                </a:lnTo>
                <a:lnTo>
                  <a:pt x="3412093" y="315522"/>
                </a:lnTo>
                <a:lnTo>
                  <a:pt x="3433286" y="335123"/>
                </a:lnTo>
                <a:lnTo>
                  <a:pt x="3454479" y="354932"/>
                </a:lnTo>
                <a:lnTo>
                  <a:pt x="3475673" y="374904"/>
                </a:lnTo>
                <a:lnTo>
                  <a:pt x="3496866" y="394995"/>
                </a:lnTo>
                <a:lnTo>
                  <a:pt x="3518059" y="415162"/>
                </a:lnTo>
                <a:lnTo>
                  <a:pt x="3539252" y="435358"/>
                </a:lnTo>
                <a:lnTo>
                  <a:pt x="3560445" y="455539"/>
                </a:lnTo>
                <a:lnTo>
                  <a:pt x="3581638" y="475660"/>
                </a:lnTo>
                <a:lnTo>
                  <a:pt x="3602831" y="495677"/>
                </a:lnTo>
                <a:lnTo>
                  <a:pt x="3624024" y="515545"/>
                </a:lnTo>
                <a:lnTo>
                  <a:pt x="3645218" y="535220"/>
                </a:lnTo>
                <a:lnTo>
                  <a:pt x="3666411" y="554658"/>
                </a:lnTo>
                <a:lnTo>
                  <a:pt x="3687604" y="573817"/>
                </a:lnTo>
                <a:lnTo>
                  <a:pt x="3708797" y="592653"/>
                </a:lnTo>
                <a:lnTo>
                  <a:pt x="3729990" y="611125"/>
                </a:lnTo>
                <a:lnTo>
                  <a:pt x="3751183" y="629191"/>
                </a:lnTo>
                <a:lnTo>
                  <a:pt x="3772376" y="646813"/>
                </a:lnTo>
                <a:lnTo>
                  <a:pt x="3793569" y="663950"/>
                </a:lnTo>
                <a:lnTo>
                  <a:pt x="3814763" y="680564"/>
                </a:lnTo>
                <a:lnTo>
                  <a:pt x="3835956" y="696620"/>
                </a:lnTo>
                <a:lnTo>
                  <a:pt x="3857149" y="712080"/>
                </a:lnTo>
                <a:lnTo>
                  <a:pt x="3878342" y="726911"/>
                </a:lnTo>
                <a:lnTo>
                  <a:pt x="3899535" y="741079"/>
                </a:lnTo>
                <a:lnTo>
                  <a:pt x="3920728" y="754554"/>
                </a:lnTo>
                <a:lnTo>
                  <a:pt x="3941921" y="767305"/>
                </a:lnTo>
                <a:lnTo>
                  <a:pt x="3963114" y="779304"/>
                </a:lnTo>
                <a:lnTo>
                  <a:pt x="3984307" y="790525"/>
                </a:lnTo>
                <a:lnTo>
                  <a:pt x="4005501" y="800942"/>
                </a:lnTo>
                <a:lnTo>
                  <a:pt x="4026694" y="810533"/>
                </a:lnTo>
                <a:lnTo>
                  <a:pt x="4047887" y="819275"/>
                </a:lnTo>
                <a:lnTo>
                  <a:pt x="4069080" y="827150"/>
                </a:lnTo>
                <a:lnTo>
                  <a:pt x="4090273" y="834141"/>
                </a:lnTo>
                <a:lnTo>
                  <a:pt x="4111466" y="840231"/>
                </a:lnTo>
                <a:lnTo>
                  <a:pt x="4132659" y="845407"/>
                </a:lnTo>
                <a:lnTo>
                  <a:pt x="4153852" y="849658"/>
                </a:lnTo>
                <a:lnTo>
                  <a:pt x="4175046" y="852974"/>
                </a:lnTo>
                <a:lnTo>
                  <a:pt x="4196239" y="855348"/>
                </a:lnTo>
                <a:lnTo>
                  <a:pt x="4217432" y="856774"/>
                </a:lnTo>
                <a:lnTo>
                  <a:pt x="4238625" y="857250"/>
                </a:lnTo>
                <a:lnTo>
                  <a:pt x="4259818" y="856774"/>
                </a:lnTo>
                <a:lnTo>
                  <a:pt x="4281011" y="855348"/>
                </a:lnTo>
                <a:lnTo>
                  <a:pt x="4302204" y="852974"/>
                </a:lnTo>
                <a:lnTo>
                  <a:pt x="4323398" y="849658"/>
                </a:lnTo>
                <a:lnTo>
                  <a:pt x="4344591" y="845407"/>
                </a:lnTo>
                <a:lnTo>
                  <a:pt x="4365784" y="840231"/>
                </a:lnTo>
                <a:lnTo>
                  <a:pt x="4386977" y="834141"/>
                </a:lnTo>
                <a:lnTo>
                  <a:pt x="4408170" y="827150"/>
                </a:lnTo>
                <a:lnTo>
                  <a:pt x="4429363" y="819275"/>
                </a:lnTo>
                <a:lnTo>
                  <a:pt x="4450556" y="810533"/>
                </a:lnTo>
                <a:lnTo>
                  <a:pt x="4471749" y="800942"/>
                </a:lnTo>
                <a:lnTo>
                  <a:pt x="4492942" y="790525"/>
                </a:lnTo>
                <a:lnTo>
                  <a:pt x="4514136" y="779304"/>
                </a:lnTo>
                <a:lnTo>
                  <a:pt x="4535329" y="767305"/>
                </a:lnTo>
                <a:lnTo>
                  <a:pt x="4556522" y="754554"/>
                </a:lnTo>
                <a:lnTo>
                  <a:pt x="4577715" y="741079"/>
                </a:lnTo>
                <a:lnTo>
                  <a:pt x="4598908" y="726911"/>
                </a:lnTo>
                <a:lnTo>
                  <a:pt x="4620101" y="712080"/>
                </a:lnTo>
                <a:lnTo>
                  <a:pt x="4641294" y="696620"/>
                </a:lnTo>
                <a:lnTo>
                  <a:pt x="4662488" y="680564"/>
                </a:lnTo>
                <a:lnTo>
                  <a:pt x="4683681" y="663950"/>
                </a:lnTo>
                <a:lnTo>
                  <a:pt x="4704874" y="646813"/>
                </a:lnTo>
                <a:lnTo>
                  <a:pt x="4726067" y="629191"/>
                </a:lnTo>
                <a:lnTo>
                  <a:pt x="4747260" y="611125"/>
                </a:lnTo>
                <a:lnTo>
                  <a:pt x="4768453" y="592653"/>
                </a:lnTo>
                <a:lnTo>
                  <a:pt x="4789646" y="573817"/>
                </a:lnTo>
                <a:lnTo>
                  <a:pt x="4810839" y="554658"/>
                </a:lnTo>
                <a:lnTo>
                  <a:pt x="4832033" y="535220"/>
                </a:lnTo>
                <a:lnTo>
                  <a:pt x="4853226" y="515545"/>
                </a:lnTo>
                <a:lnTo>
                  <a:pt x="4874419" y="495677"/>
                </a:lnTo>
                <a:lnTo>
                  <a:pt x="4895612" y="475660"/>
                </a:lnTo>
                <a:lnTo>
                  <a:pt x="4916805" y="455539"/>
                </a:lnTo>
                <a:lnTo>
                  <a:pt x="4937998" y="435358"/>
                </a:lnTo>
                <a:lnTo>
                  <a:pt x="4959191" y="415162"/>
                </a:lnTo>
                <a:lnTo>
                  <a:pt x="4980384" y="394995"/>
                </a:lnTo>
                <a:lnTo>
                  <a:pt x="5001578" y="374904"/>
                </a:lnTo>
                <a:lnTo>
                  <a:pt x="5022771" y="354932"/>
                </a:lnTo>
                <a:lnTo>
                  <a:pt x="5043964" y="335123"/>
                </a:lnTo>
                <a:lnTo>
                  <a:pt x="5065157" y="315522"/>
                </a:lnTo>
                <a:lnTo>
                  <a:pt x="5086350" y="296173"/>
                </a:lnTo>
                <a:lnTo>
                  <a:pt x="5107543" y="277117"/>
                </a:lnTo>
                <a:lnTo>
                  <a:pt x="5128736" y="258397"/>
                </a:lnTo>
                <a:lnTo>
                  <a:pt x="5149929" y="240056"/>
                </a:lnTo>
                <a:lnTo>
                  <a:pt x="5171123" y="222133"/>
                </a:lnTo>
                <a:lnTo>
                  <a:pt x="5192316" y="204669"/>
                </a:lnTo>
                <a:lnTo>
                  <a:pt x="5213509" y="187702"/>
                </a:lnTo>
                <a:lnTo>
                  <a:pt x="5234702" y="171270"/>
                </a:lnTo>
                <a:lnTo>
                  <a:pt x="5255895" y="155409"/>
                </a:lnTo>
                <a:lnTo>
                  <a:pt x="5277088" y="140155"/>
                </a:lnTo>
                <a:lnTo>
                  <a:pt x="5298281" y="125541"/>
                </a:lnTo>
                <a:lnTo>
                  <a:pt x="5319474" y="111601"/>
                </a:lnTo>
                <a:lnTo>
                  <a:pt x="5340668" y="98364"/>
                </a:lnTo>
                <a:lnTo>
                  <a:pt x="5361861" y="85860"/>
                </a:lnTo>
                <a:lnTo>
                  <a:pt x="5383054" y="74118"/>
                </a:lnTo>
                <a:lnTo>
                  <a:pt x="5404247" y="63162"/>
                </a:lnTo>
                <a:lnTo>
                  <a:pt x="5425440" y="53018"/>
                </a:lnTo>
                <a:lnTo>
                  <a:pt x="5446633" y="43708"/>
                </a:lnTo>
                <a:lnTo>
                  <a:pt x="5467826" y="35252"/>
                </a:lnTo>
                <a:lnTo>
                  <a:pt x="5489019" y="27670"/>
                </a:lnTo>
                <a:lnTo>
                  <a:pt x="5510212" y="20978"/>
                </a:lnTo>
                <a:lnTo>
                  <a:pt x="5531406" y="15192"/>
                </a:lnTo>
                <a:lnTo>
                  <a:pt x="5552599" y="10323"/>
                </a:lnTo>
                <a:lnTo>
                  <a:pt x="5573792" y="6383"/>
                </a:lnTo>
                <a:lnTo>
                  <a:pt x="5594985" y="3380"/>
                </a:lnTo>
                <a:lnTo>
                  <a:pt x="5616178" y="1321"/>
                </a:lnTo>
                <a:lnTo>
                  <a:pt x="5637371" y="212"/>
                </a:lnTo>
                <a:lnTo>
                  <a:pt x="5658564" y="53"/>
                </a:lnTo>
                <a:lnTo>
                  <a:pt x="5679758" y="846"/>
                </a:lnTo>
                <a:lnTo>
                  <a:pt x="5700951" y="2588"/>
                </a:lnTo>
                <a:lnTo>
                  <a:pt x="5722144" y="5277"/>
                </a:lnTo>
                <a:lnTo>
                  <a:pt x="5743337" y="8906"/>
                </a:lnTo>
                <a:lnTo>
                  <a:pt x="5764530" y="13466"/>
                </a:lnTo>
                <a:lnTo>
                  <a:pt x="5785723" y="18948"/>
                </a:lnTo>
                <a:lnTo>
                  <a:pt x="5806916" y="25340"/>
                </a:lnTo>
                <a:lnTo>
                  <a:pt x="5828109" y="32627"/>
                </a:lnTo>
                <a:lnTo>
                  <a:pt x="5849303" y="40794"/>
                </a:lnTo>
                <a:lnTo>
                  <a:pt x="5870496" y="49821"/>
                </a:lnTo>
                <a:lnTo>
                  <a:pt x="5891689" y="59689"/>
                </a:lnTo>
                <a:lnTo>
                  <a:pt x="5912882" y="70377"/>
                </a:lnTo>
                <a:lnTo>
                  <a:pt x="5934075" y="81860"/>
                </a:lnTo>
                <a:lnTo>
                  <a:pt x="5955268" y="94113"/>
                </a:lnTo>
                <a:lnTo>
                  <a:pt x="5976461" y="107109"/>
                </a:lnTo>
                <a:lnTo>
                  <a:pt x="5997654" y="120818"/>
                </a:lnTo>
                <a:lnTo>
                  <a:pt x="6018848" y="135211"/>
                </a:lnTo>
                <a:lnTo>
                  <a:pt x="6040041" y="150255"/>
                </a:lnTo>
                <a:lnTo>
                  <a:pt x="6061234" y="165918"/>
                </a:lnTo>
                <a:lnTo>
                  <a:pt x="6082427" y="182163"/>
                </a:lnTo>
                <a:lnTo>
                  <a:pt x="6103620" y="198956"/>
                </a:lnTo>
                <a:lnTo>
                  <a:pt x="6124813" y="216259"/>
                </a:lnTo>
                <a:lnTo>
                  <a:pt x="6146006" y="234033"/>
                </a:lnTo>
                <a:lnTo>
                  <a:pt x="6167199" y="252240"/>
                </a:lnTo>
                <a:lnTo>
                  <a:pt x="6188392" y="270838"/>
                </a:lnTo>
                <a:lnTo>
                  <a:pt x="6209586" y="289786"/>
                </a:lnTo>
                <a:lnTo>
                  <a:pt x="6230779" y="309042"/>
                </a:lnTo>
                <a:lnTo>
                  <a:pt x="6251972" y="328564"/>
                </a:lnTo>
                <a:lnTo>
                  <a:pt x="6273165" y="348309"/>
                </a:lnTo>
                <a:lnTo>
                  <a:pt x="6294358" y="368231"/>
                </a:lnTo>
                <a:lnTo>
                  <a:pt x="6315551" y="388288"/>
                </a:lnTo>
                <a:lnTo>
                  <a:pt x="6336744" y="408434"/>
                </a:lnTo>
                <a:lnTo>
                  <a:pt x="6357938" y="428625"/>
                </a:lnTo>
                <a:lnTo>
                  <a:pt x="6379131" y="448816"/>
                </a:lnTo>
                <a:lnTo>
                  <a:pt x="6400324" y="468962"/>
                </a:lnTo>
                <a:lnTo>
                  <a:pt x="6421517" y="489019"/>
                </a:lnTo>
                <a:lnTo>
                  <a:pt x="6442710" y="508941"/>
                </a:lnTo>
                <a:lnTo>
                  <a:pt x="6463903" y="528686"/>
                </a:lnTo>
                <a:lnTo>
                  <a:pt x="6485096" y="548208"/>
                </a:lnTo>
                <a:lnTo>
                  <a:pt x="6506289" y="567464"/>
                </a:lnTo>
                <a:lnTo>
                  <a:pt x="6527483" y="586412"/>
                </a:lnTo>
                <a:lnTo>
                  <a:pt x="6548676" y="605010"/>
                </a:lnTo>
                <a:lnTo>
                  <a:pt x="6569869" y="623217"/>
                </a:lnTo>
                <a:lnTo>
                  <a:pt x="6591062" y="640991"/>
                </a:lnTo>
                <a:lnTo>
                  <a:pt x="6612255" y="658294"/>
                </a:lnTo>
                <a:lnTo>
                  <a:pt x="6633448" y="675087"/>
                </a:lnTo>
                <a:lnTo>
                  <a:pt x="6654641" y="691332"/>
                </a:lnTo>
                <a:lnTo>
                  <a:pt x="6675834" y="706995"/>
                </a:lnTo>
                <a:lnTo>
                  <a:pt x="6697028" y="722039"/>
                </a:lnTo>
                <a:lnTo>
                  <a:pt x="6718221" y="736432"/>
                </a:lnTo>
                <a:lnTo>
                  <a:pt x="6739414" y="750141"/>
                </a:lnTo>
                <a:lnTo>
                  <a:pt x="6760607" y="763137"/>
                </a:lnTo>
                <a:lnTo>
                  <a:pt x="6781800" y="775390"/>
                </a:lnTo>
                <a:lnTo>
                  <a:pt x="6802993" y="786873"/>
                </a:lnTo>
                <a:lnTo>
                  <a:pt x="6824186" y="797561"/>
                </a:lnTo>
                <a:lnTo>
                  <a:pt x="6845379" y="807429"/>
                </a:lnTo>
                <a:lnTo>
                  <a:pt x="6866573" y="816456"/>
                </a:lnTo>
                <a:lnTo>
                  <a:pt x="6887766" y="824623"/>
                </a:lnTo>
                <a:lnTo>
                  <a:pt x="6908959" y="831910"/>
                </a:lnTo>
                <a:lnTo>
                  <a:pt x="6930152" y="838302"/>
                </a:lnTo>
                <a:lnTo>
                  <a:pt x="6951345" y="843784"/>
                </a:lnTo>
                <a:lnTo>
                  <a:pt x="6972538" y="848344"/>
                </a:lnTo>
                <a:lnTo>
                  <a:pt x="6993731" y="851973"/>
                </a:lnTo>
                <a:lnTo>
                  <a:pt x="7014924" y="854662"/>
                </a:lnTo>
                <a:lnTo>
                  <a:pt x="7036117" y="856404"/>
                </a:lnTo>
                <a:lnTo>
                  <a:pt x="7057311" y="857197"/>
                </a:lnTo>
                <a:lnTo>
                  <a:pt x="7078504" y="857038"/>
                </a:lnTo>
                <a:lnTo>
                  <a:pt x="7099697" y="855929"/>
                </a:lnTo>
                <a:lnTo>
                  <a:pt x="7120890" y="853870"/>
                </a:lnTo>
                <a:lnTo>
                  <a:pt x="7142083" y="850867"/>
                </a:lnTo>
                <a:lnTo>
                  <a:pt x="7163276" y="846927"/>
                </a:lnTo>
                <a:lnTo>
                  <a:pt x="7184469" y="842058"/>
                </a:lnTo>
                <a:lnTo>
                  <a:pt x="7205663" y="836272"/>
                </a:lnTo>
                <a:lnTo>
                  <a:pt x="7226856" y="829580"/>
                </a:lnTo>
                <a:lnTo>
                  <a:pt x="7248049" y="821998"/>
                </a:lnTo>
                <a:lnTo>
                  <a:pt x="7269242" y="813542"/>
                </a:lnTo>
                <a:lnTo>
                  <a:pt x="7290435" y="804232"/>
                </a:lnTo>
                <a:lnTo>
                  <a:pt x="7311628" y="794088"/>
                </a:lnTo>
                <a:lnTo>
                  <a:pt x="7332821" y="783132"/>
                </a:lnTo>
                <a:lnTo>
                  <a:pt x="7354014" y="771390"/>
                </a:lnTo>
                <a:lnTo>
                  <a:pt x="7375208" y="758886"/>
                </a:lnTo>
                <a:lnTo>
                  <a:pt x="7396401" y="745649"/>
                </a:lnTo>
                <a:lnTo>
                  <a:pt x="7417594" y="731709"/>
                </a:lnTo>
                <a:lnTo>
                  <a:pt x="7438787" y="717095"/>
                </a:lnTo>
                <a:lnTo>
                  <a:pt x="7459980" y="701841"/>
                </a:lnTo>
                <a:lnTo>
                  <a:pt x="7481173" y="685980"/>
                </a:lnTo>
                <a:lnTo>
                  <a:pt x="7502366" y="669548"/>
                </a:lnTo>
                <a:lnTo>
                  <a:pt x="7523559" y="652581"/>
                </a:lnTo>
                <a:lnTo>
                  <a:pt x="7544752" y="635117"/>
                </a:lnTo>
                <a:lnTo>
                  <a:pt x="7565946" y="617194"/>
                </a:lnTo>
                <a:lnTo>
                  <a:pt x="7587139" y="598853"/>
                </a:lnTo>
                <a:lnTo>
                  <a:pt x="7608332" y="580133"/>
                </a:lnTo>
                <a:lnTo>
                  <a:pt x="7629525" y="561077"/>
                </a:lnTo>
                <a:lnTo>
                  <a:pt x="7650718" y="541728"/>
                </a:lnTo>
                <a:lnTo>
                  <a:pt x="7671911" y="522127"/>
                </a:lnTo>
                <a:lnTo>
                  <a:pt x="7693104" y="502318"/>
                </a:lnTo>
                <a:lnTo>
                  <a:pt x="7714298" y="482346"/>
                </a:lnTo>
                <a:lnTo>
                  <a:pt x="7735491" y="462255"/>
                </a:lnTo>
                <a:lnTo>
                  <a:pt x="7756684" y="442088"/>
                </a:lnTo>
                <a:lnTo>
                  <a:pt x="7777877" y="421892"/>
                </a:lnTo>
                <a:lnTo>
                  <a:pt x="7799070" y="401711"/>
                </a:lnTo>
                <a:lnTo>
                  <a:pt x="7820263" y="381590"/>
                </a:lnTo>
                <a:lnTo>
                  <a:pt x="7841456" y="361573"/>
                </a:lnTo>
                <a:lnTo>
                  <a:pt x="7862649" y="341705"/>
                </a:lnTo>
                <a:lnTo>
                  <a:pt x="7883842" y="322030"/>
                </a:lnTo>
                <a:lnTo>
                  <a:pt x="7905036" y="302592"/>
                </a:lnTo>
                <a:lnTo>
                  <a:pt x="7926229" y="283433"/>
                </a:lnTo>
                <a:lnTo>
                  <a:pt x="7947422" y="264597"/>
                </a:lnTo>
                <a:lnTo>
                  <a:pt x="7968615" y="246125"/>
                </a:lnTo>
                <a:lnTo>
                  <a:pt x="7989808" y="228059"/>
                </a:lnTo>
                <a:lnTo>
                  <a:pt x="8011001" y="210437"/>
                </a:lnTo>
                <a:lnTo>
                  <a:pt x="8032194" y="193300"/>
                </a:lnTo>
                <a:lnTo>
                  <a:pt x="8053388" y="176686"/>
                </a:lnTo>
                <a:lnTo>
                  <a:pt x="8074581" y="160630"/>
                </a:lnTo>
                <a:lnTo>
                  <a:pt x="8095774" y="145170"/>
                </a:lnTo>
                <a:lnTo>
                  <a:pt x="8116967" y="130339"/>
                </a:lnTo>
                <a:lnTo>
                  <a:pt x="8138160" y="116171"/>
                </a:lnTo>
                <a:lnTo>
                  <a:pt x="8159353" y="102696"/>
                </a:lnTo>
                <a:lnTo>
                  <a:pt x="8180546" y="89945"/>
                </a:lnTo>
                <a:lnTo>
                  <a:pt x="8201739" y="77946"/>
                </a:lnTo>
                <a:lnTo>
                  <a:pt x="8222933" y="66725"/>
                </a:lnTo>
                <a:lnTo>
                  <a:pt x="8244126" y="56308"/>
                </a:lnTo>
                <a:lnTo>
                  <a:pt x="8265319" y="46717"/>
                </a:lnTo>
                <a:lnTo>
                  <a:pt x="8286512" y="37975"/>
                </a:lnTo>
                <a:lnTo>
                  <a:pt x="8307705" y="30100"/>
                </a:lnTo>
                <a:lnTo>
                  <a:pt x="8328898" y="23109"/>
                </a:lnTo>
                <a:lnTo>
                  <a:pt x="8350091" y="17019"/>
                </a:lnTo>
                <a:lnTo>
                  <a:pt x="8371284" y="11843"/>
                </a:lnTo>
                <a:lnTo>
                  <a:pt x="8392478" y="7592"/>
                </a:lnTo>
                <a:lnTo>
                  <a:pt x="8413671" y="4276"/>
                </a:lnTo>
                <a:lnTo>
                  <a:pt x="8434864" y="1902"/>
                </a:lnTo>
                <a:lnTo>
                  <a:pt x="8456057" y="476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B5179E2C-E478-41D2-BB62-6028B61C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05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+1</a:t>
            </a:r>
          </a:p>
        </p:txBody>
      </p:sp>
      <p:sp>
        <p:nvSpPr>
          <p:cNvPr id="10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54CEB71C-4A9E-42B1-949A-9686DC6D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33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1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EA85741D-EF8E-412F-98FB-3481C03E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62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−1</a:t>
            </a:r>
          </a:p>
        </p:txBody>
      </p:sp>
      <p:sp>
        <p:nvSpPr>
          <p:cNvPr id="12" name="alias-stem">
            <a:extLst xmlns:a="http://schemas.openxmlformats.org/drawingml/2006/main">
              <a:ext uri="{FF2B5EF4-FFF2-40B4-BE49-F238E27FC236}">
                <a16:creationId xmlns:a16="http://schemas.microsoft.com/office/drawing/2014/main" id="{3B357376-4B54-430B-90DC-818B2E9E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3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77D3AD2C-96FB-480D-9773-67229D5B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4" name="alias-time">
            <a:extLst xmlns:a="http://schemas.openxmlformats.org/drawingml/2006/main">
              <a:ext uri="{FF2B5EF4-FFF2-40B4-BE49-F238E27FC236}">
                <a16:creationId xmlns:a16="http://schemas.microsoft.com/office/drawing/2014/main" id="{F9F20227-F965-4F6A-967C-D2D0DD0E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5" name="alias-stem">
            <a:extLst xmlns:a="http://schemas.openxmlformats.org/drawingml/2006/main">
              <a:ext uri="{FF2B5EF4-FFF2-40B4-BE49-F238E27FC236}">
                <a16:creationId xmlns:a16="http://schemas.microsoft.com/office/drawing/2014/main" id="{623E7888-8CF5-4363-937E-586BBE17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AF2E008B-A918-444C-B613-4ED4736C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7" name="alias-time">
            <a:extLst xmlns:a="http://schemas.openxmlformats.org/drawingml/2006/main">
              <a:ext uri="{FF2B5EF4-FFF2-40B4-BE49-F238E27FC236}">
                <a16:creationId xmlns:a16="http://schemas.microsoft.com/office/drawing/2014/main" id="{76628746-C10F-4273-B417-ED15B280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8" name="alias-stem">
            <a:extLst xmlns:a="http://schemas.openxmlformats.org/drawingml/2006/main">
              <a:ext uri="{FF2B5EF4-FFF2-40B4-BE49-F238E27FC236}">
                <a16:creationId xmlns:a16="http://schemas.microsoft.com/office/drawing/2014/main" id="{7A30D052-D5BC-4402-BCB9-5DE64750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9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8ED6BB2C-8400-4BE8-9032-061DEEBA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0" name="alias-time">
            <a:extLst xmlns:a="http://schemas.openxmlformats.org/drawingml/2006/main">
              <a:ext uri="{FF2B5EF4-FFF2-40B4-BE49-F238E27FC236}">
                <a16:creationId xmlns:a16="http://schemas.microsoft.com/office/drawing/2014/main" id="{B6179B4F-1A30-4FCA-8D54-E7560546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21" name="alias-stem">
            <a:extLst xmlns:a="http://schemas.openxmlformats.org/drawingml/2006/main">
              <a:ext uri="{FF2B5EF4-FFF2-40B4-BE49-F238E27FC236}">
                <a16:creationId xmlns:a16="http://schemas.microsoft.com/office/drawing/2014/main" id="{114B3421-46C4-415A-ACDD-BDBF315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2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1B8A5E6E-3052-4A61-AE97-CDF28AB3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3" name="alias-time">
            <a:extLst xmlns:a="http://schemas.openxmlformats.org/drawingml/2006/main">
              <a:ext uri="{FF2B5EF4-FFF2-40B4-BE49-F238E27FC236}">
                <a16:creationId xmlns:a16="http://schemas.microsoft.com/office/drawing/2014/main" id="{C28DB987-91EF-4A9B-B33F-1462A564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24" name="alias-stem">
            <a:extLst xmlns:a="http://schemas.openxmlformats.org/drawingml/2006/main">
              <a:ext uri="{FF2B5EF4-FFF2-40B4-BE49-F238E27FC236}">
                <a16:creationId xmlns:a16="http://schemas.microsoft.com/office/drawing/2014/main" id="{3F2D8199-EC8A-4FAC-B610-B0242ADC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5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81480644-BFDF-4196-BF3C-2A8383C2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alias-time">
            <a:extLst xmlns:a="http://schemas.openxmlformats.org/drawingml/2006/main">
              <a:ext uri="{FF2B5EF4-FFF2-40B4-BE49-F238E27FC236}">
                <a16:creationId xmlns:a16="http://schemas.microsoft.com/office/drawing/2014/main" id="{B3639060-AD45-454F-9CCE-179EAAD1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27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17DE5BDE-60D7-4E8C-8072-BBA35FE1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 kHz</a:t>
            </a:r>
          </a:p>
        </p:txBody>
      </p:sp>
      <p:sp>
        <p:nvSpPr>
          <p:cNvPr id="28" name="alias-zero">
            <a:extLst xmlns:a="http://schemas.openxmlformats.org/drawingml/2006/main">
              <a:ext uri="{FF2B5EF4-FFF2-40B4-BE49-F238E27FC236}">
                <a16:creationId xmlns:a16="http://schemas.microsoft.com/office/drawing/2014/main" id="{C4843BFD-B6DC-4895-988C-4E6F00E1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957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9" name="alias-input-2000">
            <a:extLst xmlns:a="http://schemas.openxmlformats.org/drawingml/2006/main">
              <a:ext uri="{FF2B5EF4-FFF2-40B4-BE49-F238E27FC236}">
                <a16:creationId xmlns:a16="http://schemas.microsoft.com/office/drawing/2014/main" id="{B2802DCF-62B3-4AAE-8B22-BFFF554D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53"/>
                </a:lnTo>
                <a:lnTo>
                  <a:pt x="42386" y="212"/>
                </a:lnTo>
                <a:lnTo>
                  <a:pt x="63579" y="476"/>
                </a:lnTo>
                <a:lnTo>
                  <a:pt x="84773" y="846"/>
                </a:lnTo>
                <a:lnTo>
                  <a:pt x="105966" y="1321"/>
                </a:lnTo>
                <a:lnTo>
                  <a:pt x="127159" y="1902"/>
                </a:lnTo>
                <a:lnTo>
                  <a:pt x="148352" y="2588"/>
                </a:lnTo>
                <a:lnTo>
                  <a:pt x="169545" y="3380"/>
                </a:lnTo>
                <a:lnTo>
                  <a:pt x="190738" y="4276"/>
                </a:lnTo>
                <a:lnTo>
                  <a:pt x="211931" y="5277"/>
                </a:lnTo>
                <a:lnTo>
                  <a:pt x="233124" y="6383"/>
                </a:lnTo>
                <a:lnTo>
                  <a:pt x="254317" y="7592"/>
                </a:lnTo>
                <a:lnTo>
                  <a:pt x="275511" y="8906"/>
                </a:lnTo>
                <a:lnTo>
                  <a:pt x="296704" y="10323"/>
                </a:lnTo>
                <a:lnTo>
                  <a:pt x="317897" y="11843"/>
                </a:lnTo>
                <a:lnTo>
                  <a:pt x="339090" y="13466"/>
                </a:lnTo>
                <a:lnTo>
                  <a:pt x="360283" y="15192"/>
                </a:lnTo>
                <a:lnTo>
                  <a:pt x="381476" y="17019"/>
                </a:lnTo>
                <a:lnTo>
                  <a:pt x="402669" y="18948"/>
                </a:lnTo>
                <a:lnTo>
                  <a:pt x="423863" y="20978"/>
                </a:lnTo>
                <a:lnTo>
                  <a:pt x="445056" y="23109"/>
                </a:lnTo>
                <a:lnTo>
                  <a:pt x="466249" y="25340"/>
                </a:lnTo>
                <a:lnTo>
                  <a:pt x="487442" y="27670"/>
                </a:lnTo>
                <a:lnTo>
                  <a:pt x="508635" y="30100"/>
                </a:lnTo>
                <a:lnTo>
                  <a:pt x="529828" y="32627"/>
                </a:lnTo>
                <a:lnTo>
                  <a:pt x="551021" y="35252"/>
                </a:lnTo>
                <a:lnTo>
                  <a:pt x="572214" y="37975"/>
                </a:lnTo>
                <a:lnTo>
                  <a:pt x="593408" y="40794"/>
                </a:lnTo>
                <a:lnTo>
                  <a:pt x="614601" y="43708"/>
                </a:lnTo>
                <a:lnTo>
                  <a:pt x="635794" y="46717"/>
                </a:lnTo>
                <a:lnTo>
                  <a:pt x="656987" y="49821"/>
                </a:lnTo>
                <a:lnTo>
                  <a:pt x="678180" y="53018"/>
                </a:lnTo>
                <a:lnTo>
                  <a:pt x="699373" y="56308"/>
                </a:lnTo>
                <a:lnTo>
                  <a:pt x="720566" y="59689"/>
                </a:lnTo>
                <a:lnTo>
                  <a:pt x="741759" y="63162"/>
                </a:lnTo>
                <a:lnTo>
                  <a:pt x="762953" y="66725"/>
                </a:lnTo>
                <a:lnTo>
                  <a:pt x="784146" y="70377"/>
                </a:lnTo>
                <a:lnTo>
                  <a:pt x="805339" y="74118"/>
                </a:lnTo>
                <a:lnTo>
                  <a:pt x="826532" y="77946"/>
                </a:lnTo>
                <a:lnTo>
                  <a:pt x="847725" y="81860"/>
                </a:lnTo>
                <a:lnTo>
                  <a:pt x="868918" y="85860"/>
                </a:lnTo>
                <a:lnTo>
                  <a:pt x="890111" y="89945"/>
                </a:lnTo>
                <a:lnTo>
                  <a:pt x="911304" y="94113"/>
                </a:lnTo>
                <a:lnTo>
                  <a:pt x="932497" y="98364"/>
                </a:lnTo>
                <a:lnTo>
                  <a:pt x="953691" y="102696"/>
                </a:lnTo>
                <a:lnTo>
                  <a:pt x="974884" y="107109"/>
                </a:lnTo>
                <a:lnTo>
                  <a:pt x="996077" y="111601"/>
                </a:lnTo>
                <a:lnTo>
                  <a:pt x="1017270" y="116171"/>
                </a:lnTo>
                <a:lnTo>
                  <a:pt x="1038463" y="120818"/>
                </a:lnTo>
                <a:lnTo>
                  <a:pt x="1059656" y="125541"/>
                </a:lnTo>
                <a:lnTo>
                  <a:pt x="1080849" y="130339"/>
                </a:lnTo>
                <a:lnTo>
                  <a:pt x="1102043" y="135211"/>
                </a:lnTo>
                <a:lnTo>
                  <a:pt x="1123236" y="140155"/>
                </a:lnTo>
                <a:lnTo>
                  <a:pt x="1144429" y="145170"/>
                </a:lnTo>
                <a:lnTo>
                  <a:pt x="1165622" y="150255"/>
                </a:lnTo>
                <a:lnTo>
                  <a:pt x="1186815" y="155409"/>
                </a:lnTo>
                <a:lnTo>
                  <a:pt x="1208008" y="160630"/>
                </a:lnTo>
                <a:lnTo>
                  <a:pt x="1229201" y="165918"/>
                </a:lnTo>
                <a:lnTo>
                  <a:pt x="1250394" y="171270"/>
                </a:lnTo>
                <a:lnTo>
                  <a:pt x="1271588" y="176686"/>
                </a:lnTo>
                <a:lnTo>
                  <a:pt x="1292781" y="182163"/>
                </a:lnTo>
                <a:lnTo>
                  <a:pt x="1313974" y="187702"/>
                </a:lnTo>
                <a:lnTo>
                  <a:pt x="1335167" y="193300"/>
                </a:lnTo>
                <a:lnTo>
                  <a:pt x="1356360" y="198956"/>
                </a:lnTo>
                <a:lnTo>
                  <a:pt x="1377553" y="204669"/>
                </a:lnTo>
                <a:lnTo>
                  <a:pt x="1398746" y="210437"/>
                </a:lnTo>
                <a:lnTo>
                  <a:pt x="1419939" y="216259"/>
                </a:lnTo>
                <a:lnTo>
                  <a:pt x="1441133" y="222133"/>
                </a:lnTo>
                <a:lnTo>
                  <a:pt x="1462326" y="228059"/>
                </a:lnTo>
                <a:lnTo>
                  <a:pt x="1483519" y="234033"/>
                </a:lnTo>
                <a:lnTo>
                  <a:pt x="1504712" y="240056"/>
                </a:lnTo>
                <a:lnTo>
                  <a:pt x="1525905" y="246125"/>
                </a:lnTo>
                <a:lnTo>
                  <a:pt x="1547098" y="252240"/>
                </a:lnTo>
                <a:lnTo>
                  <a:pt x="1568291" y="258397"/>
                </a:lnTo>
                <a:lnTo>
                  <a:pt x="1589484" y="264597"/>
                </a:lnTo>
                <a:lnTo>
                  <a:pt x="1610677" y="270838"/>
                </a:lnTo>
                <a:lnTo>
                  <a:pt x="1631871" y="277117"/>
                </a:lnTo>
                <a:lnTo>
                  <a:pt x="1653064" y="283433"/>
                </a:lnTo>
                <a:lnTo>
                  <a:pt x="1674257" y="289786"/>
                </a:lnTo>
                <a:lnTo>
                  <a:pt x="1695450" y="296173"/>
                </a:lnTo>
                <a:lnTo>
                  <a:pt x="1716643" y="302592"/>
                </a:lnTo>
                <a:lnTo>
                  <a:pt x="1737836" y="309042"/>
                </a:lnTo>
                <a:lnTo>
                  <a:pt x="1759029" y="315522"/>
                </a:lnTo>
                <a:lnTo>
                  <a:pt x="1780222" y="322030"/>
                </a:lnTo>
                <a:lnTo>
                  <a:pt x="1801416" y="328564"/>
                </a:lnTo>
                <a:lnTo>
                  <a:pt x="1822609" y="335123"/>
                </a:lnTo>
                <a:lnTo>
                  <a:pt x="1843802" y="341705"/>
                </a:lnTo>
                <a:lnTo>
                  <a:pt x="1864995" y="348309"/>
                </a:lnTo>
                <a:lnTo>
                  <a:pt x="1886188" y="354932"/>
                </a:lnTo>
                <a:lnTo>
                  <a:pt x="1907381" y="361573"/>
                </a:lnTo>
                <a:lnTo>
                  <a:pt x="1928574" y="368231"/>
                </a:lnTo>
                <a:lnTo>
                  <a:pt x="1949768" y="374904"/>
                </a:lnTo>
                <a:lnTo>
                  <a:pt x="1970961" y="381590"/>
                </a:lnTo>
                <a:lnTo>
                  <a:pt x="1992154" y="388288"/>
                </a:lnTo>
                <a:lnTo>
                  <a:pt x="2013347" y="394995"/>
                </a:lnTo>
                <a:lnTo>
                  <a:pt x="2034540" y="401711"/>
                </a:lnTo>
                <a:lnTo>
                  <a:pt x="2055733" y="408434"/>
                </a:lnTo>
                <a:lnTo>
                  <a:pt x="2076926" y="415162"/>
                </a:lnTo>
                <a:lnTo>
                  <a:pt x="2098119" y="421892"/>
                </a:lnTo>
                <a:lnTo>
                  <a:pt x="2119313" y="428625"/>
                </a:lnTo>
                <a:lnTo>
                  <a:pt x="2140506" y="435358"/>
                </a:lnTo>
                <a:lnTo>
                  <a:pt x="2161699" y="442088"/>
                </a:lnTo>
                <a:lnTo>
                  <a:pt x="2182892" y="448816"/>
                </a:lnTo>
                <a:lnTo>
                  <a:pt x="2204085" y="455539"/>
                </a:lnTo>
                <a:lnTo>
                  <a:pt x="2225278" y="462255"/>
                </a:lnTo>
                <a:lnTo>
                  <a:pt x="2246471" y="468962"/>
                </a:lnTo>
                <a:lnTo>
                  <a:pt x="2267664" y="475660"/>
                </a:lnTo>
                <a:lnTo>
                  <a:pt x="2288858" y="482346"/>
                </a:lnTo>
                <a:lnTo>
                  <a:pt x="2310051" y="489019"/>
                </a:lnTo>
                <a:lnTo>
                  <a:pt x="2331244" y="495677"/>
                </a:lnTo>
                <a:lnTo>
                  <a:pt x="2352437" y="502318"/>
                </a:lnTo>
                <a:lnTo>
                  <a:pt x="2373630" y="508941"/>
                </a:lnTo>
                <a:lnTo>
                  <a:pt x="2394823" y="515545"/>
                </a:lnTo>
                <a:lnTo>
                  <a:pt x="2416016" y="522127"/>
                </a:lnTo>
                <a:lnTo>
                  <a:pt x="2437209" y="528686"/>
                </a:lnTo>
                <a:lnTo>
                  <a:pt x="2458402" y="535220"/>
                </a:lnTo>
                <a:lnTo>
                  <a:pt x="2479596" y="541728"/>
                </a:lnTo>
                <a:lnTo>
                  <a:pt x="2500789" y="548208"/>
                </a:lnTo>
                <a:lnTo>
                  <a:pt x="2521982" y="554658"/>
                </a:lnTo>
                <a:lnTo>
                  <a:pt x="2543175" y="561077"/>
                </a:lnTo>
                <a:lnTo>
                  <a:pt x="2564368" y="567464"/>
                </a:lnTo>
                <a:lnTo>
                  <a:pt x="2585561" y="573817"/>
                </a:lnTo>
                <a:lnTo>
                  <a:pt x="2606754" y="580133"/>
                </a:lnTo>
                <a:lnTo>
                  <a:pt x="2627948" y="586412"/>
                </a:lnTo>
                <a:lnTo>
                  <a:pt x="2649141" y="592653"/>
                </a:lnTo>
                <a:lnTo>
                  <a:pt x="2670334" y="598853"/>
                </a:lnTo>
                <a:lnTo>
                  <a:pt x="2691527" y="605010"/>
                </a:lnTo>
                <a:lnTo>
                  <a:pt x="2712720" y="611125"/>
                </a:lnTo>
                <a:lnTo>
                  <a:pt x="2733913" y="617194"/>
                </a:lnTo>
                <a:lnTo>
                  <a:pt x="2755106" y="623217"/>
                </a:lnTo>
                <a:lnTo>
                  <a:pt x="2776299" y="629191"/>
                </a:lnTo>
                <a:lnTo>
                  <a:pt x="2797493" y="635117"/>
                </a:lnTo>
                <a:lnTo>
                  <a:pt x="2818686" y="640991"/>
                </a:lnTo>
                <a:lnTo>
                  <a:pt x="2839879" y="646813"/>
                </a:lnTo>
                <a:lnTo>
                  <a:pt x="2861072" y="652581"/>
                </a:lnTo>
                <a:lnTo>
                  <a:pt x="2882265" y="658294"/>
                </a:lnTo>
                <a:lnTo>
                  <a:pt x="2903458" y="663950"/>
                </a:lnTo>
                <a:lnTo>
                  <a:pt x="2924651" y="669548"/>
                </a:lnTo>
                <a:lnTo>
                  <a:pt x="2945844" y="675087"/>
                </a:lnTo>
                <a:lnTo>
                  <a:pt x="2967038" y="680564"/>
                </a:lnTo>
                <a:lnTo>
                  <a:pt x="2988231" y="685980"/>
                </a:lnTo>
                <a:lnTo>
                  <a:pt x="3009424" y="691332"/>
                </a:lnTo>
                <a:lnTo>
                  <a:pt x="3030617" y="696620"/>
                </a:lnTo>
                <a:lnTo>
                  <a:pt x="3051810" y="701841"/>
                </a:lnTo>
                <a:lnTo>
                  <a:pt x="3073003" y="706995"/>
                </a:lnTo>
                <a:lnTo>
                  <a:pt x="3094196" y="712080"/>
                </a:lnTo>
                <a:lnTo>
                  <a:pt x="3115389" y="717095"/>
                </a:lnTo>
                <a:lnTo>
                  <a:pt x="3136582" y="722039"/>
                </a:lnTo>
                <a:lnTo>
                  <a:pt x="3157776" y="726911"/>
                </a:lnTo>
                <a:lnTo>
                  <a:pt x="3178969" y="731709"/>
                </a:lnTo>
                <a:lnTo>
                  <a:pt x="3200162" y="736432"/>
                </a:lnTo>
                <a:lnTo>
                  <a:pt x="3221355" y="741079"/>
                </a:lnTo>
                <a:lnTo>
                  <a:pt x="3242548" y="745649"/>
                </a:lnTo>
                <a:lnTo>
                  <a:pt x="3263741" y="750141"/>
                </a:lnTo>
                <a:lnTo>
                  <a:pt x="3284934" y="754554"/>
                </a:lnTo>
                <a:lnTo>
                  <a:pt x="3306127" y="758886"/>
                </a:lnTo>
                <a:lnTo>
                  <a:pt x="3327321" y="763137"/>
                </a:lnTo>
                <a:lnTo>
                  <a:pt x="3348514" y="767305"/>
                </a:lnTo>
                <a:lnTo>
                  <a:pt x="3369707" y="771390"/>
                </a:lnTo>
                <a:lnTo>
                  <a:pt x="3390900" y="775390"/>
                </a:lnTo>
                <a:lnTo>
                  <a:pt x="3412093" y="779304"/>
                </a:lnTo>
                <a:lnTo>
                  <a:pt x="3433286" y="783132"/>
                </a:lnTo>
                <a:lnTo>
                  <a:pt x="3454479" y="786873"/>
                </a:lnTo>
                <a:lnTo>
                  <a:pt x="3475673" y="790525"/>
                </a:lnTo>
                <a:lnTo>
                  <a:pt x="3496866" y="794088"/>
                </a:lnTo>
                <a:lnTo>
                  <a:pt x="3518059" y="797561"/>
                </a:lnTo>
                <a:lnTo>
                  <a:pt x="3539252" y="800942"/>
                </a:lnTo>
                <a:lnTo>
                  <a:pt x="3560445" y="804232"/>
                </a:lnTo>
                <a:lnTo>
                  <a:pt x="3581638" y="807429"/>
                </a:lnTo>
                <a:lnTo>
                  <a:pt x="3602831" y="810533"/>
                </a:lnTo>
                <a:lnTo>
                  <a:pt x="3624024" y="813542"/>
                </a:lnTo>
                <a:lnTo>
                  <a:pt x="3645218" y="816456"/>
                </a:lnTo>
                <a:lnTo>
                  <a:pt x="3666411" y="819275"/>
                </a:lnTo>
                <a:lnTo>
                  <a:pt x="3687604" y="821998"/>
                </a:lnTo>
                <a:lnTo>
                  <a:pt x="3708797" y="824623"/>
                </a:lnTo>
                <a:lnTo>
                  <a:pt x="3729990" y="827150"/>
                </a:lnTo>
                <a:lnTo>
                  <a:pt x="3751183" y="829580"/>
                </a:lnTo>
                <a:lnTo>
                  <a:pt x="3772376" y="831910"/>
                </a:lnTo>
                <a:lnTo>
                  <a:pt x="3793569" y="834141"/>
                </a:lnTo>
                <a:lnTo>
                  <a:pt x="3814763" y="836272"/>
                </a:lnTo>
                <a:lnTo>
                  <a:pt x="3835956" y="838302"/>
                </a:lnTo>
                <a:lnTo>
                  <a:pt x="3857149" y="840231"/>
                </a:lnTo>
                <a:lnTo>
                  <a:pt x="3878342" y="842058"/>
                </a:lnTo>
                <a:lnTo>
                  <a:pt x="3899535" y="843784"/>
                </a:lnTo>
                <a:lnTo>
                  <a:pt x="3920728" y="845407"/>
                </a:lnTo>
                <a:lnTo>
                  <a:pt x="3941921" y="846927"/>
                </a:lnTo>
                <a:lnTo>
                  <a:pt x="3963114" y="848344"/>
                </a:lnTo>
                <a:lnTo>
                  <a:pt x="3984307" y="849658"/>
                </a:lnTo>
                <a:lnTo>
                  <a:pt x="4005501" y="850867"/>
                </a:lnTo>
                <a:lnTo>
                  <a:pt x="4026694" y="851973"/>
                </a:lnTo>
                <a:lnTo>
                  <a:pt x="4047887" y="852974"/>
                </a:lnTo>
                <a:lnTo>
                  <a:pt x="4069080" y="853870"/>
                </a:lnTo>
                <a:lnTo>
                  <a:pt x="4090273" y="854662"/>
                </a:lnTo>
                <a:lnTo>
                  <a:pt x="4111466" y="855348"/>
                </a:lnTo>
                <a:lnTo>
                  <a:pt x="4132659" y="855929"/>
                </a:lnTo>
                <a:lnTo>
                  <a:pt x="4153852" y="856404"/>
                </a:lnTo>
                <a:lnTo>
                  <a:pt x="4175046" y="856774"/>
                </a:lnTo>
                <a:lnTo>
                  <a:pt x="4196239" y="857038"/>
                </a:lnTo>
                <a:lnTo>
                  <a:pt x="4217432" y="857197"/>
                </a:lnTo>
                <a:lnTo>
                  <a:pt x="4238625" y="857250"/>
                </a:lnTo>
                <a:lnTo>
                  <a:pt x="4259818" y="857197"/>
                </a:lnTo>
                <a:lnTo>
                  <a:pt x="4281011" y="857038"/>
                </a:lnTo>
                <a:lnTo>
                  <a:pt x="4302204" y="856774"/>
                </a:lnTo>
                <a:lnTo>
                  <a:pt x="4323398" y="856404"/>
                </a:lnTo>
                <a:lnTo>
                  <a:pt x="4344591" y="855929"/>
                </a:lnTo>
                <a:lnTo>
                  <a:pt x="4365784" y="855348"/>
                </a:lnTo>
                <a:lnTo>
                  <a:pt x="4386977" y="854662"/>
                </a:lnTo>
                <a:lnTo>
                  <a:pt x="4408170" y="853870"/>
                </a:lnTo>
                <a:lnTo>
                  <a:pt x="4429363" y="852974"/>
                </a:lnTo>
                <a:lnTo>
                  <a:pt x="4450556" y="851973"/>
                </a:lnTo>
                <a:lnTo>
                  <a:pt x="4471749" y="850867"/>
                </a:lnTo>
                <a:lnTo>
                  <a:pt x="4492942" y="849658"/>
                </a:lnTo>
                <a:lnTo>
                  <a:pt x="4514136" y="848344"/>
                </a:lnTo>
                <a:lnTo>
                  <a:pt x="4535329" y="846927"/>
                </a:lnTo>
                <a:lnTo>
                  <a:pt x="4556522" y="845407"/>
                </a:lnTo>
                <a:lnTo>
                  <a:pt x="4577715" y="843784"/>
                </a:lnTo>
                <a:lnTo>
                  <a:pt x="4598908" y="842058"/>
                </a:lnTo>
                <a:lnTo>
                  <a:pt x="4620101" y="840231"/>
                </a:lnTo>
                <a:lnTo>
                  <a:pt x="4641294" y="838302"/>
                </a:lnTo>
                <a:lnTo>
                  <a:pt x="4662488" y="836272"/>
                </a:lnTo>
                <a:lnTo>
                  <a:pt x="4683681" y="834141"/>
                </a:lnTo>
                <a:lnTo>
                  <a:pt x="4704874" y="831910"/>
                </a:lnTo>
                <a:lnTo>
                  <a:pt x="4726067" y="829580"/>
                </a:lnTo>
                <a:lnTo>
                  <a:pt x="4747260" y="827150"/>
                </a:lnTo>
                <a:lnTo>
                  <a:pt x="4768453" y="824623"/>
                </a:lnTo>
                <a:lnTo>
                  <a:pt x="4789646" y="821998"/>
                </a:lnTo>
                <a:lnTo>
                  <a:pt x="4810839" y="819275"/>
                </a:lnTo>
                <a:lnTo>
                  <a:pt x="4832033" y="816456"/>
                </a:lnTo>
                <a:lnTo>
                  <a:pt x="4853226" y="813542"/>
                </a:lnTo>
                <a:lnTo>
                  <a:pt x="4874419" y="810533"/>
                </a:lnTo>
                <a:lnTo>
                  <a:pt x="4895612" y="807429"/>
                </a:lnTo>
                <a:lnTo>
                  <a:pt x="4916805" y="804232"/>
                </a:lnTo>
                <a:lnTo>
                  <a:pt x="4937998" y="800942"/>
                </a:lnTo>
                <a:lnTo>
                  <a:pt x="4959191" y="797561"/>
                </a:lnTo>
                <a:lnTo>
                  <a:pt x="4980384" y="794088"/>
                </a:lnTo>
                <a:lnTo>
                  <a:pt x="5001578" y="790525"/>
                </a:lnTo>
                <a:lnTo>
                  <a:pt x="5022771" y="786873"/>
                </a:lnTo>
                <a:lnTo>
                  <a:pt x="5043964" y="783132"/>
                </a:lnTo>
                <a:lnTo>
                  <a:pt x="5065157" y="779304"/>
                </a:lnTo>
                <a:lnTo>
                  <a:pt x="5086350" y="775390"/>
                </a:lnTo>
                <a:lnTo>
                  <a:pt x="5107543" y="771390"/>
                </a:lnTo>
                <a:lnTo>
                  <a:pt x="5128736" y="767305"/>
                </a:lnTo>
                <a:lnTo>
                  <a:pt x="5149929" y="763137"/>
                </a:lnTo>
                <a:lnTo>
                  <a:pt x="5171123" y="758886"/>
                </a:lnTo>
                <a:lnTo>
                  <a:pt x="5192316" y="754554"/>
                </a:lnTo>
                <a:lnTo>
                  <a:pt x="5213509" y="750141"/>
                </a:lnTo>
                <a:lnTo>
                  <a:pt x="5234702" y="745649"/>
                </a:lnTo>
                <a:lnTo>
                  <a:pt x="5255895" y="741079"/>
                </a:lnTo>
                <a:lnTo>
                  <a:pt x="5277088" y="736432"/>
                </a:lnTo>
                <a:lnTo>
                  <a:pt x="5298281" y="731709"/>
                </a:lnTo>
                <a:lnTo>
                  <a:pt x="5319474" y="726911"/>
                </a:lnTo>
                <a:lnTo>
                  <a:pt x="5340668" y="722039"/>
                </a:lnTo>
                <a:lnTo>
                  <a:pt x="5361861" y="717095"/>
                </a:lnTo>
                <a:lnTo>
                  <a:pt x="5383054" y="712080"/>
                </a:lnTo>
                <a:lnTo>
                  <a:pt x="5404247" y="706995"/>
                </a:lnTo>
                <a:lnTo>
                  <a:pt x="5425440" y="701841"/>
                </a:lnTo>
                <a:lnTo>
                  <a:pt x="5446633" y="696620"/>
                </a:lnTo>
                <a:lnTo>
                  <a:pt x="5467826" y="691332"/>
                </a:lnTo>
                <a:lnTo>
                  <a:pt x="5489019" y="685980"/>
                </a:lnTo>
                <a:lnTo>
                  <a:pt x="5510212" y="680564"/>
                </a:lnTo>
                <a:lnTo>
                  <a:pt x="5531406" y="675087"/>
                </a:lnTo>
                <a:lnTo>
                  <a:pt x="5552599" y="669548"/>
                </a:lnTo>
                <a:lnTo>
                  <a:pt x="5573792" y="663950"/>
                </a:lnTo>
                <a:lnTo>
                  <a:pt x="5594985" y="658294"/>
                </a:lnTo>
                <a:lnTo>
                  <a:pt x="5616178" y="652581"/>
                </a:lnTo>
                <a:lnTo>
                  <a:pt x="5637371" y="646813"/>
                </a:lnTo>
                <a:lnTo>
                  <a:pt x="5658564" y="640991"/>
                </a:lnTo>
                <a:lnTo>
                  <a:pt x="5679758" y="635117"/>
                </a:lnTo>
                <a:lnTo>
                  <a:pt x="5700951" y="629191"/>
                </a:lnTo>
                <a:lnTo>
                  <a:pt x="5722144" y="623217"/>
                </a:lnTo>
                <a:lnTo>
                  <a:pt x="5743337" y="617194"/>
                </a:lnTo>
                <a:lnTo>
                  <a:pt x="5764530" y="611125"/>
                </a:lnTo>
                <a:lnTo>
                  <a:pt x="5785723" y="605010"/>
                </a:lnTo>
                <a:lnTo>
                  <a:pt x="5806916" y="598853"/>
                </a:lnTo>
                <a:lnTo>
                  <a:pt x="5828109" y="592653"/>
                </a:lnTo>
                <a:lnTo>
                  <a:pt x="5849303" y="586412"/>
                </a:lnTo>
                <a:lnTo>
                  <a:pt x="5870496" y="580133"/>
                </a:lnTo>
                <a:lnTo>
                  <a:pt x="5891689" y="573817"/>
                </a:lnTo>
                <a:lnTo>
                  <a:pt x="5912882" y="567464"/>
                </a:lnTo>
                <a:lnTo>
                  <a:pt x="5934075" y="561077"/>
                </a:lnTo>
                <a:lnTo>
                  <a:pt x="5955268" y="554658"/>
                </a:lnTo>
                <a:lnTo>
                  <a:pt x="5976461" y="548208"/>
                </a:lnTo>
                <a:lnTo>
                  <a:pt x="5997654" y="541728"/>
                </a:lnTo>
                <a:lnTo>
                  <a:pt x="6018848" y="535220"/>
                </a:lnTo>
                <a:lnTo>
                  <a:pt x="6040041" y="528686"/>
                </a:lnTo>
                <a:lnTo>
                  <a:pt x="6061234" y="522127"/>
                </a:lnTo>
                <a:lnTo>
                  <a:pt x="6082427" y="515545"/>
                </a:lnTo>
                <a:lnTo>
                  <a:pt x="6103620" y="508941"/>
                </a:lnTo>
                <a:lnTo>
                  <a:pt x="6124813" y="502318"/>
                </a:lnTo>
                <a:lnTo>
                  <a:pt x="6146006" y="495677"/>
                </a:lnTo>
                <a:lnTo>
                  <a:pt x="6167199" y="489019"/>
                </a:lnTo>
                <a:lnTo>
                  <a:pt x="6188392" y="482346"/>
                </a:lnTo>
                <a:lnTo>
                  <a:pt x="6209586" y="475660"/>
                </a:lnTo>
                <a:lnTo>
                  <a:pt x="6230779" y="468962"/>
                </a:lnTo>
                <a:lnTo>
                  <a:pt x="6251972" y="462255"/>
                </a:lnTo>
                <a:lnTo>
                  <a:pt x="6273165" y="455539"/>
                </a:lnTo>
                <a:lnTo>
                  <a:pt x="6294358" y="448816"/>
                </a:lnTo>
                <a:lnTo>
                  <a:pt x="6315551" y="442088"/>
                </a:lnTo>
                <a:lnTo>
                  <a:pt x="6336744" y="435358"/>
                </a:lnTo>
                <a:lnTo>
                  <a:pt x="6357938" y="428625"/>
                </a:lnTo>
                <a:lnTo>
                  <a:pt x="6379131" y="421892"/>
                </a:lnTo>
                <a:lnTo>
                  <a:pt x="6400324" y="415162"/>
                </a:lnTo>
                <a:lnTo>
                  <a:pt x="6421517" y="408434"/>
                </a:lnTo>
                <a:lnTo>
                  <a:pt x="6442710" y="401711"/>
                </a:lnTo>
                <a:lnTo>
                  <a:pt x="6463903" y="394995"/>
                </a:lnTo>
                <a:lnTo>
                  <a:pt x="6485096" y="388288"/>
                </a:lnTo>
                <a:lnTo>
                  <a:pt x="6506289" y="381590"/>
                </a:lnTo>
                <a:lnTo>
                  <a:pt x="6527483" y="374904"/>
                </a:lnTo>
                <a:lnTo>
                  <a:pt x="6548676" y="368231"/>
                </a:lnTo>
                <a:lnTo>
                  <a:pt x="6569869" y="361573"/>
                </a:lnTo>
                <a:lnTo>
                  <a:pt x="6591062" y="354932"/>
                </a:lnTo>
                <a:lnTo>
                  <a:pt x="6612255" y="348309"/>
                </a:lnTo>
                <a:lnTo>
                  <a:pt x="6633448" y="341705"/>
                </a:lnTo>
                <a:lnTo>
                  <a:pt x="6654641" y="335123"/>
                </a:lnTo>
                <a:lnTo>
                  <a:pt x="6675834" y="328564"/>
                </a:lnTo>
                <a:lnTo>
                  <a:pt x="6697028" y="322030"/>
                </a:lnTo>
                <a:lnTo>
                  <a:pt x="6718221" y="315522"/>
                </a:lnTo>
                <a:lnTo>
                  <a:pt x="6739414" y="309042"/>
                </a:lnTo>
                <a:lnTo>
                  <a:pt x="6760607" y="302592"/>
                </a:lnTo>
                <a:lnTo>
                  <a:pt x="6781800" y="296173"/>
                </a:lnTo>
                <a:lnTo>
                  <a:pt x="6802993" y="289786"/>
                </a:lnTo>
                <a:lnTo>
                  <a:pt x="6824186" y="283433"/>
                </a:lnTo>
                <a:lnTo>
                  <a:pt x="6845379" y="277117"/>
                </a:lnTo>
                <a:lnTo>
                  <a:pt x="6866573" y="270838"/>
                </a:lnTo>
                <a:lnTo>
                  <a:pt x="6887766" y="264597"/>
                </a:lnTo>
                <a:lnTo>
                  <a:pt x="6908959" y="258397"/>
                </a:lnTo>
                <a:lnTo>
                  <a:pt x="6930152" y="252240"/>
                </a:lnTo>
                <a:lnTo>
                  <a:pt x="6951345" y="246125"/>
                </a:lnTo>
                <a:lnTo>
                  <a:pt x="6972538" y="240056"/>
                </a:lnTo>
                <a:lnTo>
                  <a:pt x="6993731" y="234033"/>
                </a:lnTo>
                <a:lnTo>
                  <a:pt x="7014924" y="228059"/>
                </a:lnTo>
                <a:lnTo>
                  <a:pt x="7036117" y="222133"/>
                </a:lnTo>
                <a:lnTo>
                  <a:pt x="7057311" y="216259"/>
                </a:lnTo>
                <a:lnTo>
                  <a:pt x="7078504" y="210437"/>
                </a:lnTo>
                <a:lnTo>
                  <a:pt x="7099697" y="204669"/>
                </a:lnTo>
                <a:lnTo>
                  <a:pt x="7120890" y="198956"/>
                </a:lnTo>
                <a:lnTo>
                  <a:pt x="7142083" y="193300"/>
                </a:lnTo>
                <a:lnTo>
                  <a:pt x="7163276" y="187702"/>
                </a:lnTo>
                <a:lnTo>
                  <a:pt x="7184469" y="182163"/>
                </a:lnTo>
                <a:lnTo>
                  <a:pt x="7205663" y="176686"/>
                </a:lnTo>
                <a:lnTo>
                  <a:pt x="7226856" y="171270"/>
                </a:lnTo>
                <a:lnTo>
                  <a:pt x="7248049" y="165918"/>
                </a:lnTo>
                <a:lnTo>
                  <a:pt x="7269242" y="160630"/>
                </a:lnTo>
                <a:lnTo>
                  <a:pt x="7290435" y="155409"/>
                </a:lnTo>
                <a:lnTo>
                  <a:pt x="7311628" y="150255"/>
                </a:lnTo>
                <a:lnTo>
                  <a:pt x="7332821" y="145170"/>
                </a:lnTo>
                <a:lnTo>
                  <a:pt x="7354014" y="140155"/>
                </a:lnTo>
                <a:lnTo>
                  <a:pt x="7375208" y="135211"/>
                </a:lnTo>
                <a:lnTo>
                  <a:pt x="7396401" y="130339"/>
                </a:lnTo>
                <a:lnTo>
                  <a:pt x="7417594" y="125541"/>
                </a:lnTo>
                <a:lnTo>
                  <a:pt x="7438787" y="120818"/>
                </a:lnTo>
                <a:lnTo>
                  <a:pt x="7459980" y="116171"/>
                </a:lnTo>
                <a:lnTo>
                  <a:pt x="7481173" y="111601"/>
                </a:lnTo>
                <a:lnTo>
                  <a:pt x="7502366" y="107109"/>
                </a:lnTo>
                <a:lnTo>
                  <a:pt x="7523559" y="102696"/>
                </a:lnTo>
                <a:lnTo>
                  <a:pt x="7544752" y="98364"/>
                </a:lnTo>
                <a:lnTo>
                  <a:pt x="7565946" y="94113"/>
                </a:lnTo>
                <a:lnTo>
                  <a:pt x="7587139" y="89945"/>
                </a:lnTo>
                <a:lnTo>
                  <a:pt x="7608332" y="85860"/>
                </a:lnTo>
                <a:lnTo>
                  <a:pt x="7629525" y="81860"/>
                </a:lnTo>
                <a:lnTo>
                  <a:pt x="7650718" y="77946"/>
                </a:lnTo>
                <a:lnTo>
                  <a:pt x="7671911" y="74118"/>
                </a:lnTo>
                <a:lnTo>
                  <a:pt x="7693104" y="70377"/>
                </a:lnTo>
                <a:lnTo>
                  <a:pt x="7714298" y="66725"/>
                </a:lnTo>
                <a:lnTo>
                  <a:pt x="7735491" y="63162"/>
                </a:lnTo>
                <a:lnTo>
                  <a:pt x="7756684" y="59689"/>
                </a:lnTo>
                <a:lnTo>
                  <a:pt x="7777877" y="56308"/>
                </a:lnTo>
                <a:lnTo>
                  <a:pt x="7799070" y="53018"/>
                </a:lnTo>
                <a:lnTo>
                  <a:pt x="7820263" y="49821"/>
                </a:lnTo>
                <a:lnTo>
                  <a:pt x="7841456" y="46717"/>
                </a:lnTo>
                <a:lnTo>
                  <a:pt x="7862649" y="43708"/>
                </a:lnTo>
                <a:lnTo>
                  <a:pt x="7883842" y="40794"/>
                </a:lnTo>
                <a:lnTo>
                  <a:pt x="7905036" y="37975"/>
                </a:lnTo>
                <a:lnTo>
                  <a:pt x="7926229" y="35252"/>
                </a:lnTo>
                <a:lnTo>
                  <a:pt x="7947422" y="32627"/>
                </a:lnTo>
                <a:lnTo>
                  <a:pt x="7968615" y="30100"/>
                </a:lnTo>
                <a:lnTo>
                  <a:pt x="7989808" y="27670"/>
                </a:lnTo>
                <a:lnTo>
                  <a:pt x="8011001" y="25340"/>
                </a:lnTo>
                <a:lnTo>
                  <a:pt x="8032194" y="23109"/>
                </a:lnTo>
                <a:lnTo>
                  <a:pt x="8053388" y="20978"/>
                </a:lnTo>
                <a:lnTo>
                  <a:pt x="8074581" y="18948"/>
                </a:lnTo>
                <a:lnTo>
                  <a:pt x="8095774" y="17019"/>
                </a:lnTo>
                <a:lnTo>
                  <a:pt x="8116967" y="15192"/>
                </a:lnTo>
                <a:lnTo>
                  <a:pt x="8138160" y="13466"/>
                </a:lnTo>
                <a:lnTo>
                  <a:pt x="8159353" y="11843"/>
                </a:lnTo>
                <a:lnTo>
                  <a:pt x="8180546" y="10323"/>
                </a:lnTo>
                <a:lnTo>
                  <a:pt x="8201739" y="8906"/>
                </a:lnTo>
                <a:lnTo>
                  <a:pt x="8222933" y="7592"/>
                </a:lnTo>
                <a:lnTo>
                  <a:pt x="8244126" y="6383"/>
                </a:lnTo>
                <a:lnTo>
                  <a:pt x="8265319" y="5277"/>
                </a:lnTo>
                <a:lnTo>
                  <a:pt x="8286512" y="4276"/>
                </a:lnTo>
                <a:lnTo>
                  <a:pt x="8307705" y="3380"/>
                </a:lnTo>
                <a:lnTo>
                  <a:pt x="8328898" y="2588"/>
                </a:lnTo>
                <a:lnTo>
                  <a:pt x="8350091" y="1902"/>
                </a:lnTo>
                <a:lnTo>
                  <a:pt x="8371284" y="1321"/>
                </a:lnTo>
                <a:lnTo>
                  <a:pt x="8392478" y="846"/>
                </a:lnTo>
                <a:lnTo>
                  <a:pt x="8413671" y="476"/>
                </a:lnTo>
                <a:lnTo>
                  <a:pt x="8434864" y="212"/>
                </a:lnTo>
                <a:lnTo>
                  <a:pt x="8456057" y="53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0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F3B6FDCF-BC54-4F22-9CD8-2C9B52BC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52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+1</a:t>
            </a:r>
          </a:p>
        </p:txBody>
      </p:sp>
      <p:sp>
        <p:nvSpPr>
          <p:cNvPr id="31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B08AD5DE-D19B-4BE8-8A3C-74478883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81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2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8D70FDD1-4AC2-42FE-9598-B63EBD60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−1</a:t>
            </a:r>
          </a:p>
        </p:txBody>
      </p:sp>
      <p:sp>
        <p:nvSpPr>
          <p:cNvPr id="33" name="alias-stem">
            <a:extLst xmlns:a="http://schemas.openxmlformats.org/drawingml/2006/main">
              <a:ext uri="{FF2B5EF4-FFF2-40B4-BE49-F238E27FC236}">
                <a16:creationId xmlns:a16="http://schemas.microsoft.com/office/drawing/2014/main" id="{B42FA5E5-FAB5-49CB-9936-2A78B456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4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499F90C8-0C21-4E0F-B319-4F2F8A7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5" name="alias-time">
            <a:extLst xmlns:a="http://schemas.openxmlformats.org/drawingml/2006/main">
              <a:ext uri="{FF2B5EF4-FFF2-40B4-BE49-F238E27FC236}">
                <a16:creationId xmlns:a16="http://schemas.microsoft.com/office/drawing/2014/main" id="{2ACFB675-1BE8-4ED0-92EF-4C20821B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6" name="alias-stem">
            <a:extLst xmlns:a="http://schemas.openxmlformats.org/drawingml/2006/main">
              <a:ext uri="{FF2B5EF4-FFF2-40B4-BE49-F238E27FC236}">
                <a16:creationId xmlns:a16="http://schemas.microsoft.com/office/drawing/2014/main" id="{038D337A-DF2E-490C-ABB5-3C47DEEF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2957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7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5F8F9F2A-ECB4-4FDB-B616-0D31EBE7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8" name="alias-time">
            <a:extLst xmlns:a="http://schemas.openxmlformats.org/drawingml/2006/main">
              <a:ext uri="{FF2B5EF4-FFF2-40B4-BE49-F238E27FC236}">
                <a16:creationId xmlns:a16="http://schemas.microsoft.com/office/drawing/2014/main" id="{ADD85124-02C8-4A82-B6D7-6C7AF9D4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39" name="alias-stem">
            <a:extLst xmlns:a="http://schemas.openxmlformats.org/drawingml/2006/main">
              <a:ext uri="{FF2B5EF4-FFF2-40B4-BE49-F238E27FC236}">
                <a16:creationId xmlns:a16="http://schemas.microsoft.com/office/drawing/2014/main" id="{5F4DFDE6-7BBB-46DC-882F-A9887C24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957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0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AB2D7343-6A58-42FE-86B8-C16A1692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1" name="alias-time">
            <a:extLst xmlns:a="http://schemas.openxmlformats.org/drawingml/2006/main">
              <a:ext uri="{FF2B5EF4-FFF2-40B4-BE49-F238E27FC236}">
                <a16:creationId xmlns:a16="http://schemas.microsoft.com/office/drawing/2014/main" id="{4A7E4011-23A0-4A77-9E9C-23195E19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42" name="alias-stem">
            <a:extLst xmlns:a="http://schemas.openxmlformats.org/drawingml/2006/main">
              <a:ext uri="{FF2B5EF4-FFF2-40B4-BE49-F238E27FC236}">
                <a16:creationId xmlns:a16="http://schemas.microsoft.com/office/drawing/2014/main" id="{3F0B9EB4-BC2D-4FDD-B941-26CD0884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2957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3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C1DAD618-D641-4CA1-9C9F-169DDA9B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4" name="alias-time">
            <a:extLst xmlns:a="http://schemas.openxmlformats.org/drawingml/2006/main">
              <a:ext uri="{FF2B5EF4-FFF2-40B4-BE49-F238E27FC236}">
                <a16:creationId xmlns:a16="http://schemas.microsoft.com/office/drawing/2014/main" id="{7BDCE840-17E6-4B0A-BCAE-AA87D73E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45" name="alias-stem">
            <a:extLst xmlns:a="http://schemas.openxmlformats.org/drawingml/2006/main">
              <a:ext uri="{FF2B5EF4-FFF2-40B4-BE49-F238E27FC236}">
                <a16:creationId xmlns:a16="http://schemas.microsoft.com/office/drawing/2014/main" id="{E45D68D7-EEF7-41A3-9BBC-D9306D81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671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6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FC29B524-3E73-428C-BCE9-25A1FEFF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7" name="alias-time">
            <a:extLst xmlns:a="http://schemas.openxmlformats.org/drawingml/2006/main">
              <a:ext uri="{FF2B5EF4-FFF2-40B4-BE49-F238E27FC236}">
                <a16:creationId xmlns:a16="http://schemas.microsoft.com/office/drawing/2014/main" id="{08006DC9-CE48-4FAB-A4FC-922DB24C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48" name="alias-time-unit">
            <a:extLst xmlns:a="http://schemas.openxmlformats.org/drawingml/2006/main">
              <a:ext uri="{FF2B5EF4-FFF2-40B4-BE49-F238E27FC236}">
                <a16:creationId xmlns:a16="http://schemas.microsoft.com/office/drawing/2014/main" id="{F3958D83-5714-4508-BE6F-7F164F9A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768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ms</a:t>
            </a:r>
          </a:p>
        </p:txBody>
      </p:sp>
    </p:spTree>
    <p:extLst>
      <p:ext uri="{BB962C8B-B14F-4D97-AF65-F5344CB8AC3E}">
        <p14:creationId xmlns:p14="http://schemas.microsoft.com/office/powerpoint/2010/main" val="4013299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op-rail">
            <a:extLst xmlns:a="http://schemas.openxmlformats.org/drawingml/2006/main">
              <a:ext uri="{FF2B5EF4-FFF2-40B4-BE49-F238E27FC236}">
                <a16:creationId xmlns:a16="http://schemas.microsoft.com/office/drawing/2014/main" id="{A4B2B8AE-E534-4ADF-A847-2D4E5D1E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5AC39BD-555B-421C-93A3-3BFE8807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40C1BBF-21BE-43F3-AA5F-E6098834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不同波形，为什么可能留下相同样本？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3B56A1-CC3B-425C-953E-79331887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诊断：同幅同相余弦信号，8 kHz直接取样。</a:t>
            </a:r>
          </a:p>
        </p:txBody>
      </p:sp>
      <p:sp>
        <p:nvSpPr>
          <p:cNvPr id="5" name="alias-amplitude-unit">
            <a:extLst xmlns:a="http://schemas.openxmlformats.org/drawingml/2006/main">
              <a:ext uri="{FF2B5EF4-FFF2-40B4-BE49-F238E27FC236}">
                <a16:creationId xmlns:a16="http://schemas.microsoft.com/office/drawing/2014/main" id="{4FBAEC36-8F0C-47F5-8037-C4CE416C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归一化幅度</a:t>
            </a:r>
          </a:p>
        </p:txBody>
      </p:sp>
      <p:sp>
        <p:nvSpPr>
          <p:cNvPr id="6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CAD54ED3-A519-4024-B763-9041D67D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</a:t>
            </a:r>
          </a:p>
        </p:txBody>
      </p:sp>
      <p:sp>
        <p:nvSpPr>
          <p:cNvPr id="7" name="alias-zero">
            <a:extLst xmlns:a="http://schemas.openxmlformats.org/drawingml/2006/main">
              <a:ext uri="{FF2B5EF4-FFF2-40B4-BE49-F238E27FC236}">
                <a16:creationId xmlns:a16="http://schemas.microsoft.com/office/drawing/2014/main" id="{9D260EF2-1A25-4BD5-BB7A-ADF0F5CF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479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alias-input-6000">
            <a:extLst xmlns:a="http://schemas.openxmlformats.org/drawingml/2006/main">
              <a:ext uri="{FF2B5EF4-FFF2-40B4-BE49-F238E27FC236}">
                <a16:creationId xmlns:a16="http://schemas.microsoft.com/office/drawing/2014/main" id="{22F88D3C-4999-4D8A-8663-AED1B4E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476"/>
                </a:lnTo>
                <a:lnTo>
                  <a:pt x="42386" y="1902"/>
                </a:lnTo>
                <a:lnTo>
                  <a:pt x="63579" y="4276"/>
                </a:lnTo>
                <a:lnTo>
                  <a:pt x="84773" y="7592"/>
                </a:lnTo>
                <a:lnTo>
                  <a:pt x="105966" y="11843"/>
                </a:lnTo>
                <a:lnTo>
                  <a:pt x="127159" y="17019"/>
                </a:lnTo>
                <a:lnTo>
                  <a:pt x="148352" y="23109"/>
                </a:lnTo>
                <a:lnTo>
                  <a:pt x="169545" y="30100"/>
                </a:lnTo>
                <a:lnTo>
                  <a:pt x="190738" y="37975"/>
                </a:lnTo>
                <a:lnTo>
                  <a:pt x="211931" y="46717"/>
                </a:lnTo>
                <a:lnTo>
                  <a:pt x="233124" y="56308"/>
                </a:lnTo>
                <a:lnTo>
                  <a:pt x="254317" y="66725"/>
                </a:lnTo>
                <a:lnTo>
                  <a:pt x="275511" y="77946"/>
                </a:lnTo>
                <a:lnTo>
                  <a:pt x="296704" y="89945"/>
                </a:lnTo>
                <a:lnTo>
                  <a:pt x="317897" y="102696"/>
                </a:lnTo>
                <a:lnTo>
                  <a:pt x="339090" y="116171"/>
                </a:lnTo>
                <a:lnTo>
                  <a:pt x="360283" y="130339"/>
                </a:lnTo>
                <a:lnTo>
                  <a:pt x="381476" y="145170"/>
                </a:lnTo>
                <a:lnTo>
                  <a:pt x="402669" y="160630"/>
                </a:lnTo>
                <a:lnTo>
                  <a:pt x="423863" y="176686"/>
                </a:lnTo>
                <a:lnTo>
                  <a:pt x="445056" y="193300"/>
                </a:lnTo>
                <a:lnTo>
                  <a:pt x="466249" y="210437"/>
                </a:lnTo>
                <a:lnTo>
                  <a:pt x="487442" y="228059"/>
                </a:lnTo>
                <a:lnTo>
                  <a:pt x="508635" y="246125"/>
                </a:lnTo>
                <a:lnTo>
                  <a:pt x="529828" y="264597"/>
                </a:lnTo>
                <a:lnTo>
                  <a:pt x="551021" y="283433"/>
                </a:lnTo>
                <a:lnTo>
                  <a:pt x="572214" y="302592"/>
                </a:lnTo>
                <a:lnTo>
                  <a:pt x="593408" y="322030"/>
                </a:lnTo>
                <a:lnTo>
                  <a:pt x="614601" y="341705"/>
                </a:lnTo>
                <a:lnTo>
                  <a:pt x="635794" y="361573"/>
                </a:lnTo>
                <a:lnTo>
                  <a:pt x="656987" y="381590"/>
                </a:lnTo>
                <a:lnTo>
                  <a:pt x="678180" y="401711"/>
                </a:lnTo>
                <a:lnTo>
                  <a:pt x="699373" y="421892"/>
                </a:lnTo>
                <a:lnTo>
                  <a:pt x="720566" y="442088"/>
                </a:lnTo>
                <a:lnTo>
                  <a:pt x="741759" y="462255"/>
                </a:lnTo>
                <a:lnTo>
                  <a:pt x="762953" y="482346"/>
                </a:lnTo>
                <a:lnTo>
                  <a:pt x="784146" y="502318"/>
                </a:lnTo>
                <a:lnTo>
                  <a:pt x="805339" y="522127"/>
                </a:lnTo>
                <a:lnTo>
                  <a:pt x="826532" y="541728"/>
                </a:lnTo>
                <a:lnTo>
                  <a:pt x="847725" y="561077"/>
                </a:lnTo>
                <a:lnTo>
                  <a:pt x="868918" y="580133"/>
                </a:lnTo>
                <a:lnTo>
                  <a:pt x="890111" y="598853"/>
                </a:lnTo>
                <a:lnTo>
                  <a:pt x="911304" y="617194"/>
                </a:lnTo>
                <a:lnTo>
                  <a:pt x="932497" y="635117"/>
                </a:lnTo>
                <a:lnTo>
                  <a:pt x="953691" y="652581"/>
                </a:lnTo>
                <a:lnTo>
                  <a:pt x="974884" y="669548"/>
                </a:lnTo>
                <a:lnTo>
                  <a:pt x="996077" y="685980"/>
                </a:lnTo>
                <a:lnTo>
                  <a:pt x="1017270" y="701841"/>
                </a:lnTo>
                <a:lnTo>
                  <a:pt x="1038463" y="717095"/>
                </a:lnTo>
                <a:lnTo>
                  <a:pt x="1059656" y="731709"/>
                </a:lnTo>
                <a:lnTo>
                  <a:pt x="1080849" y="745649"/>
                </a:lnTo>
                <a:lnTo>
                  <a:pt x="1102043" y="758886"/>
                </a:lnTo>
                <a:lnTo>
                  <a:pt x="1123236" y="771390"/>
                </a:lnTo>
                <a:lnTo>
                  <a:pt x="1144429" y="783132"/>
                </a:lnTo>
                <a:lnTo>
                  <a:pt x="1165622" y="794088"/>
                </a:lnTo>
                <a:lnTo>
                  <a:pt x="1186815" y="804232"/>
                </a:lnTo>
                <a:lnTo>
                  <a:pt x="1208008" y="813542"/>
                </a:lnTo>
                <a:lnTo>
                  <a:pt x="1229201" y="821998"/>
                </a:lnTo>
                <a:lnTo>
                  <a:pt x="1250394" y="829580"/>
                </a:lnTo>
                <a:lnTo>
                  <a:pt x="1271588" y="836272"/>
                </a:lnTo>
                <a:lnTo>
                  <a:pt x="1292781" y="842058"/>
                </a:lnTo>
                <a:lnTo>
                  <a:pt x="1313974" y="846927"/>
                </a:lnTo>
                <a:lnTo>
                  <a:pt x="1335167" y="850867"/>
                </a:lnTo>
                <a:lnTo>
                  <a:pt x="1356360" y="853870"/>
                </a:lnTo>
                <a:lnTo>
                  <a:pt x="1377553" y="855929"/>
                </a:lnTo>
                <a:lnTo>
                  <a:pt x="1398746" y="857038"/>
                </a:lnTo>
                <a:lnTo>
                  <a:pt x="1419939" y="857197"/>
                </a:lnTo>
                <a:lnTo>
                  <a:pt x="1441133" y="856404"/>
                </a:lnTo>
                <a:lnTo>
                  <a:pt x="1462326" y="854662"/>
                </a:lnTo>
                <a:lnTo>
                  <a:pt x="1483519" y="851973"/>
                </a:lnTo>
                <a:lnTo>
                  <a:pt x="1504712" y="848344"/>
                </a:lnTo>
                <a:lnTo>
                  <a:pt x="1525905" y="843784"/>
                </a:lnTo>
                <a:lnTo>
                  <a:pt x="1547098" y="838302"/>
                </a:lnTo>
                <a:lnTo>
                  <a:pt x="1568291" y="831910"/>
                </a:lnTo>
                <a:lnTo>
                  <a:pt x="1589484" y="824623"/>
                </a:lnTo>
                <a:lnTo>
                  <a:pt x="1610677" y="816456"/>
                </a:lnTo>
                <a:lnTo>
                  <a:pt x="1631871" y="807429"/>
                </a:lnTo>
                <a:lnTo>
                  <a:pt x="1653064" y="797561"/>
                </a:lnTo>
                <a:lnTo>
                  <a:pt x="1674257" y="786873"/>
                </a:lnTo>
                <a:lnTo>
                  <a:pt x="1695450" y="775390"/>
                </a:lnTo>
                <a:lnTo>
                  <a:pt x="1716643" y="763137"/>
                </a:lnTo>
                <a:lnTo>
                  <a:pt x="1737836" y="750141"/>
                </a:lnTo>
                <a:lnTo>
                  <a:pt x="1759029" y="736432"/>
                </a:lnTo>
                <a:lnTo>
                  <a:pt x="1780222" y="722039"/>
                </a:lnTo>
                <a:lnTo>
                  <a:pt x="1801416" y="706995"/>
                </a:lnTo>
                <a:lnTo>
                  <a:pt x="1822609" y="691332"/>
                </a:lnTo>
                <a:lnTo>
                  <a:pt x="1843802" y="675087"/>
                </a:lnTo>
                <a:lnTo>
                  <a:pt x="1864995" y="658294"/>
                </a:lnTo>
                <a:lnTo>
                  <a:pt x="1886188" y="640991"/>
                </a:lnTo>
                <a:lnTo>
                  <a:pt x="1907381" y="623217"/>
                </a:lnTo>
                <a:lnTo>
                  <a:pt x="1928574" y="605010"/>
                </a:lnTo>
                <a:lnTo>
                  <a:pt x="1949768" y="586412"/>
                </a:lnTo>
                <a:lnTo>
                  <a:pt x="1970961" y="567464"/>
                </a:lnTo>
                <a:lnTo>
                  <a:pt x="1992154" y="548208"/>
                </a:lnTo>
                <a:lnTo>
                  <a:pt x="2013347" y="528686"/>
                </a:lnTo>
                <a:lnTo>
                  <a:pt x="2034540" y="508941"/>
                </a:lnTo>
                <a:lnTo>
                  <a:pt x="2055733" y="489019"/>
                </a:lnTo>
                <a:lnTo>
                  <a:pt x="2076926" y="468962"/>
                </a:lnTo>
                <a:lnTo>
                  <a:pt x="2098119" y="448816"/>
                </a:lnTo>
                <a:lnTo>
                  <a:pt x="2119313" y="428625"/>
                </a:lnTo>
                <a:lnTo>
                  <a:pt x="2140506" y="408434"/>
                </a:lnTo>
                <a:lnTo>
                  <a:pt x="2161699" y="388288"/>
                </a:lnTo>
                <a:lnTo>
                  <a:pt x="2182892" y="368231"/>
                </a:lnTo>
                <a:lnTo>
                  <a:pt x="2204085" y="348309"/>
                </a:lnTo>
                <a:lnTo>
                  <a:pt x="2225278" y="328564"/>
                </a:lnTo>
                <a:lnTo>
                  <a:pt x="2246471" y="309042"/>
                </a:lnTo>
                <a:lnTo>
                  <a:pt x="2267664" y="289786"/>
                </a:lnTo>
                <a:lnTo>
                  <a:pt x="2288858" y="270838"/>
                </a:lnTo>
                <a:lnTo>
                  <a:pt x="2310051" y="252240"/>
                </a:lnTo>
                <a:lnTo>
                  <a:pt x="2331244" y="234033"/>
                </a:lnTo>
                <a:lnTo>
                  <a:pt x="2352437" y="216259"/>
                </a:lnTo>
                <a:lnTo>
                  <a:pt x="2373630" y="198956"/>
                </a:lnTo>
                <a:lnTo>
                  <a:pt x="2394823" y="182163"/>
                </a:lnTo>
                <a:lnTo>
                  <a:pt x="2416016" y="165918"/>
                </a:lnTo>
                <a:lnTo>
                  <a:pt x="2437209" y="150255"/>
                </a:lnTo>
                <a:lnTo>
                  <a:pt x="2458402" y="135211"/>
                </a:lnTo>
                <a:lnTo>
                  <a:pt x="2479596" y="120818"/>
                </a:lnTo>
                <a:lnTo>
                  <a:pt x="2500789" y="107109"/>
                </a:lnTo>
                <a:lnTo>
                  <a:pt x="2521982" y="94113"/>
                </a:lnTo>
                <a:lnTo>
                  <a:pt x="2543175" y="81860"/>
                </a:lnTo>
                <a:lnTo>
                  <a:pt x="2564368" y="70377"/>
                </a:lnTo>
                <a:lnTo>
                  <a:pt x="2585561" y="59689"/>
                </a:lnTo>
                <a:lnTo>
                  <a:pt x="2606754" y="49821"/>
                </a:lnTo>
                <a:lnTo>
                  <a:pt x="2627948" y="40794"/>
                </a:lnTo>
                <a:lnTo>
                  <a:pt x="2649141" y="32627"/>
                </a:lnTo>
                <a:lnTo>
                  <a:pt x="2670334" y="25340"/>
                </a:lnTo>
                <a:lnTo>
                  <a:pt x="2691527" y="18948"/>
                </a:lnTo>
                <a:lnTo>
                  <a:pt x="2712720" y="13466"/>
                </a:lnTo>
                <a:lnTo>
                  <a:pt x="2733913" y="8906"/>
                </a:lnTo>
                <a:lnTo>
                  <a:pt x="2755106" y="5277"/>
                </a:lnTo>
                <a:lnTo>
                  <a:pt x="2776299" y="2588"/>
                </a:lnTo>
                <a:lnTo>
                  <a:pt x="2797493" y="846"/>
                </a:lnTo>
                <a:lnTo>
                  <a:pt x="2818686" y="53"/>
                </a:lnTo>
                <a:lnTo>
                  <a:pt x="2839879" y="212"/>
                </a:lnTo>
                <a:lnTo>
                  <a:pt x="2861072" y="1321"/>
                </a:lnTo>
                <a:lnTo>
                  <a:pt x="2882265" y="3380"/>
                </a:lnTo>
                <a:lnTo>
                  <a:pt x="2903458" y="6383"/>
                </a:lnTo>
                <a:lnTo>
                  <a:pt x="2924651" y="10323"/>
                </a:lnTo>
                <a:lnTo>
                  <a:pt x="2945844" y="15192"/>
                </a:lnTo>
                <a:lnTo>
                  <a:pt x="2967038" y="20978"/>
                </a:lnTo>
                <a:lnTo>
                  <a:pt x="2988231" y="27670"/>
                </a:lnTo>
                <a:lnTo>
                  <a:pt x="3009424" y="35252"/>
                </a:lnTo>
                <a:lnTo>
                  <a:pt x="3030617" y="43708"/>
                </a:lnTo>
                <a:lnTo>
                  <a:pt x="3051810" y="53018"/>
                </a:lnTo>
                <a:lnTo>
                  <a:pt x="3073003" y="63162"/>
                </a:lnTo>
                <a:lnTo>
                  <a:pt x="3094196" y="74118"/>
                </a:lnTo>
                <a:lnTo>
                  <a:pt x="3115389" y="85860"/>
                </a:lnTo>
                <a:lnTo>
                  <a:pt x="3136582" y="98364"/>
                </a:lnTo>
                <a:lnTo>
                  <a:pt x="3157776" y="111601"/>
                </a:lnTo>
                <a:lnTo>
                  <a:pt x="3178969" y="125541"/>
                </a:lnTo>
                <a:lnTo>
                  <a:pt x="3200162" y="140155"/>
                </a:lnTo>
                <a:lnTo>
                  <a:pt x="3221355" y="155409"/>
                </a:lnTo>
                <a:lnTo>
                  <a:pt x="3242548" y="171270"/>
                </a:lnTo>
                <a:lnTo>
                  <a:pt x="3263741" y="187702"/>
                </a:lnTo>
                <a:lnTo>
                  <a:pt x="3284934" y="204669"/>
                </a:lnTo>
                <a:lnTo>
                  <a:pt x="3306127" y="222133"/>
                </a:lnTo>
                <a:lnTo>
                  <a:pt x="3327321" y="240056"/>
                </a:lnTo>
                <a:lnTo>
                  <a:pt x="3348514" y="258397"/>
                </a:lnTo>
                <a:lnTo>
                  <a:pt x="3369707" y="277117"/>
                </a:lnTo>
                <a:lnTo>
                  <a:pt x="3390900" y="296173"/>
                </a:lnTo>
                <a:lnTo>
                  <a:pt x="3412093" y="315522"/>
                </a:lnTo>
                <a:lnTo>
                  <a:pt x="3433286" y="335123"/>
                </a:lnTo>
                <a:lnTo>
                  <a:pt x="3454479" y="354932"/>
                </a:lnTo>
                <a:lnTo>
                  <a:pt x="3475673" y="374904"/>
                </a:lnTo>
                <a:lnTo>
                  <a:pt x="3496866" y="394995"/>
                </a:lnTo>
                <a:lnTo>
                  <a:pt x="3518059" y="415162"/>
                </a:lnTo>
                <a:lnTo>
                  <a:pt x="3539252" y="435358"/>
                </a:lnTo>
                <a:lnTo>
                  <a:pt x="3560445" y="455539"/>
                </a:lnTo>
                <a:lnTo>
                  <a:pt x="3581638" y="475660"/>
                </a:lnTo>
                <a:lnTo>
                  <a:pt x="3602831" y="495677"/>
                </a:lnTo>
                <a:lnTo>
                  <a:pt x="3624024" y="515545"/>
                </a:lnTo>
                <a:lnTo>
                  <a:pt x="3645218" y="535220"/>
                </a:lnTo>
                <a:lnTo>
                  <a:pt x="3666411" y="554658"/>
                </a:lnTo>
                <a:lnTo>
                  <a:pt x="3687604" y="573817"/>
                </a:lnTo>
                <a:lnTo>
                  <a:pt x="3708797" y="592653"/>
                </a:lnTo>
                <a:lnTo>
                  <a:pt x="3729990" y="611125"/>
                </a:lnTo>
                <a:lnTo>
                  <a:pt x="3751183" y="629191"/>
                </a:lnTo>
                <a:lnTo>
                  <a:pt x="3772376" y="646813"/>
                </a:lnTo>
                <a:lnTo>
                  <a:pt x="3793569" y="663950"/>
                </a:lnTo>
                <a:lnTo>
                  <a:pt x="3814763" y="680564"/>
                </a:lnTo>
                <a:lnTo>
                  <a:pt x="3835956" y="696620"/>
                </a:lnTo>
                <a:lnTo>
                  <a:pt x="3857149" y="712080"/>
                </a:lnTo>
                <a:lnTo>
                  <a:pt x="3878342" y="726911"/>
                </a:lnTo>
                <a:lnTo>
                  <a:pt x="3899535" y="741079"/>
                </a:lnTo>
                <a:lnTo>
                  <a:pt x="3920728" y="754554"/>
                </a:lnTo>
                <a:lnTo>
                  <a:pt x="3941921" y="767305"/>
                </a:lnTo>
                <a:lnTo>
                  <a:pt x="3963114" y="779304"/>
                </a:lnTo>
                <a:lnTo>
                  <a:pt x="3984307" y="790525"/>
                </a:lnTo>
                <a:lnTo>
                  <a:pt x="4005501" y="800942"/>
                </a:lnTo>
                <a:lnTo>
                  <a:pt x="4026694" y="810533"/>
                </a:lnTo>
                <a:lnTo>
                  <a:pt x="4047887" y="819275"/>
                </a:lnTo>
                <a:lnTo>
                  <a:pt x="4069080" y="827150"/>
                </a:lnTo>
                <a:lnTo>
                  <a:pt x="4090273" y="834141"/>
                </a:lnTo>
                <a:lnTo>
                  <a:pt x="4111466" y="840231"/>
                </a:lnTo>
                <a:lnTo>
                  <a:pt x="4132659" y="845407"/>
                </a:lnTo>
                <a:lnTo>
                  <a:pt x="4153852" y="849658"/>
                </a:lnTo>
                <a:lnTo>
                  <a:pt x="4175046" y="852974"/>
                </a:lnTo>
                <a:lnTo>
                  <a:pt x="4196239" y="855348"/>
                </a:lnTo>
                <a:lnTo>
                  <a:pt x="4217432" y="856774"/>
                </a:lnTo>
                <a:lnTo>
                  <a:pt x="4238625" y="857250"/>
                </a:lnTo>
                <a:lnTo>
                  <a:pt x="4259818" y="856774"/>
                </a:lnTo>
                <a:lnTo>
                  <a:pt x="4281011" y="855348"/>
                </a:lnTo>
                <a:lnTo>
                  <a:pt x="4302204" y="852974"/>
                </a:lnTo>
                <a:lnTo>
                  <a:pt x="4323398" y="849658"/>
                </a:lnTo>
                <a:lnTo>
                  <a:pt x="4344591" y="845407"/>
                </a:lnTo>
                <a:lnTo>
                  <a:pt x="4365784" y="840231"/>
                </a:lnTo>
                <a:lnTo>
                  <a:pt x="4386977" y="834141"/>
                </a:lnTo>
                <a:lnTo>
                  <a:pt x="4408170" y="827150"/>
                </a:lnTo>
                <a:lnTo>
                  <a:pt x="4429363" y="819275"/>
                </a:lnTo>
                <a:lnTo>
                  <a:pt x="4450556" y="810533"/>
                </a:lnTo>
                <a:lnTo>
                  <a:pt x="4471749" y="800942"/>
                </a:lnTo>
                <a:lnTo>
                  <a:pt x="4492942" y="790525"/>
                </a:lnTo>
                <a:lnTo>
                  <a:pt x="4514136" y="779304"/>
                </a:lnTo>
                <a:lnTo>
                  <a:pt x="4535329" y="767305"/>
                </a:lnTo>
                <a:lnTo>
                  <a:pt x="4556522" y="754554"/>
                </a:lnTo>
                <a:lnTo>
                  <a:pt x="4577715" y="741079"/>
                </a:lnTo>
                <a:lnTo>
                  <a:pt x="4598908" y="726911"/>
                </a:lnTo>
                <a:lnTo>
                  <a:pt x="4620101" y="712080"/>
                </a:lnTo>
                <a:lnTo>
                  <a:pt x="4641294" y="696620"/>
                </a:lnTo>
                <a:lnTo>
                  <a:pt x="4662488" y="680564"/>
                </a:lnTo>
                <a:lnTo>
                  <a:pt x="4683681" y="663950"/>
                </a:lnTo>
                <a:lnTo>
                  <a:pt x="4704874" y="646813"/>
                </a:lnTo>
                <a:lnTo>
                  <a:pt x="4726067" y="629191"/>
                </a:lnTo>
                <a:lnTo>
                  <a:pt x="4747260" y="611125"/>
                </a:lnTo>
                <a:lnTo>
                  <a:pt x="4768453" y="592653"/>
                </a:lnTo>
                <a:lnTo>
                  <a:pt x="4789646" y="573817"/>
                </a:lnTo>
                <a:lnTo>
                  <a:pt x="4810839" y="554658"/>
                </a:lnTo>
                <a:lnTo>
                  <a:pt x="4832033" y="535220"/>
                </a:lnTo>
                <a:lnTo>
                  <a:pt x="4853226" y="515545"/>
                </a:lnTo>
                <a:lnTo>
                  <a:pt x="4874419" y="495677"/>
                </a:lnTo>
                <a:lnTo>
                  <a:pt x="4895612" y="475660"/>
                </a:lnTo>
                <a:lnTo>
                  <a:pt x="4916805" y="455539"/>
                </a:lnTo>
                <a:lnTo>
                  <a:pt x="4937998" y="435358"/>
                </a:lnTo>
                <a:lnTo>
                  <a:pt x="4959191" y="415162"/>
                </a:lnTo>
                <a:lnTo>
                  <a:pt x="4980384" y="394995"/>
                </a:lnTo>
                <a:lnTo>
                  <a:pt x="5001578" y="374904"/>
                </a:lnTo>
                <a:lnTo>
                  <a:pt x="5022771" y="354932"/>
                </a:lnTo>
                <a:lnTo>
                  <a:pt x="5043964" y="335123"/>
                </a:lnTo>
                <a:lnTo>
                  <a:pt x="5065157" y="315522"/>
                </a:lnTo>
                <a:lnTo>
                  <a:pt x="5086350" y="296173"/>
                </a:lnTo>
                <a:lnTo>
                  <a:pt x="5107543" y="277117"/>
                </a:lnTo>
                <a:lnTo>
                  <a:pt x="5128736" y="258397"/>
                </a:lnTo>
                <a:lnTo>
                  <a:pt x="5149929" y="240056"/>
                </a:lnTo>
                <a:lnTo>
                  <a:pt x="5171123" y="222133"/>
                </a:lnTo>
                <a:lnTo>
                  <a:pt x="5192316" y="204669"/>
                </a:lnTo>
                <a:lnTo>
                  <a:pt x="5213509" y="187702"/>
                </a:lnTo>
                <a:lnTo>
                  <a:pt x="5234702" y="171270"/>
                </a:lnTo>
                <a:lnTo>
                  <a:pt x="5255895" y="155409"/>
                </a:lnTo>
                <a:lnTo>
                  <a:pt x="5277088" y="140155"/>
                </a:lnTo>
                <a:lnTo>
                  <a:pt x="5298281" y="125541"/>
                </a:lnTo>
                <a:lnTo>
                  <a:pt x="5319474" y="111601"/>
                </a:lnTo>
                <a:lnTo>
                  <a:pt x="5340668" y="98364"/>
                </a:lnTo>
                <a:lnTo>
                  <a:pt x="5361861" y="85860"/>
                </a:lnTo>
                <a:lnTo>
                  <a:pt x="5383054" y="74118"/>
                </a:lnTo>
                <a:lnTo>
                  <a:pt x="5404247" y="63162"/>
                </a:lnTo>
                <a:lnTo>
                  <a:pt x="5425440" y="53018"/>
                </a:lnTo>
                <a:lnTo>
                  <a:pt x="5446633" y="43708"/>
                </a:lnTo>
                <a:lnTo>
                  <a:pt x="5467826" y="35252"/>
                </a:lnTo>
                <a:lnTo>
                  <a:pt x="5489019" y="27670"/>
                </a:lnTo>
                <a:lnTo>
                  <a:pt x="5510212" y="20978"/>
                </a:lnTo>
                <a:lnTo>
                  <a:pt x="5531406" y="15192"/>
                </a:lnTo>
                <a:lnTo>
                  <a:pt x="5552599" y="10323"/>
                </a:lnTo>
                <a:lnTo>
                  <a:pt x="5573792" y="6383"/>
                </a:lnTo>
                <a:lnTo>
                  <a:pt x="5594985" y="3380"/>
                </a:lnTo>
                <a:lnTo>
                  <a:pt x="5616178" y="1321"/>
                </a:lnTo>
                <a:lnTo>
                  <a:pt x="5637371" y="212"/>
                </a:lnTo>
                <a:lnTo>
                  <a:pt x="5658564" y="53"/>
                </a:lnTo>
                <a:lnTo>
                  <a:pt x="5679758" y="846"/>
                </a:lnTo>
                <a:lnTo>
                  <a:pt x="5700951" y="2588"/>
                </a:lnTo>
                <a:lnTo>
                  <a:pt x="5722144" y="5277"/>
                </a:lnTo>
                <a:lnTo>
                  <a:pt x="5743337" y="8906"/>
                </a:lnTo>
                <a:lnTo>
                  <a:pt x="5764530" y="13466"/>
                </a:lnTo>
                <a:lnTo>
                  <a:pt x="5785723" y="18948"/>
                </a:lnTo>
                <a:lnTo>
                  <a:pt x="5806916" y="25340"/>
                </a:lnTo>
                <a:lnTo>
                  <a:pt x="5828109" y="32627"/>
                </a:lnTo>
                <a:lnTo>
                  <a:pt x="5849303" y="40794"/>
                </a:lnTo>
                <a:lnTo>
                  <a:pt x="5870496" y="49821"/>
                </a:lnTo>
                <a:lnTo>
                  <a:pt x="5891689" y="59689"/>
                </a:lnTo>
                <a:lnTo>
                  <a:pt x="5912882" y="70377"/>
                </a:lnTo>
                <a:lnTo>
                  <a:pt x="5934075" y="81860"/>
                </a:lnTo>
                <a:lnTo>
                  <a:pt x="5955268" y="94113"/>
                </a:lnTo>
                <a:lnTo>
                  <a:pt x="5976461" y="107109"/>
                </a:lnTo>
                <a:lnTo>
                  <a:pt x="5997654" y="120818"/>
                </a:lnTo>
                <a:lnTo>
                  <a:pt x="6018848" y="135211"/>
                </a:lnTo>
                <a:lnTo>
                  <a:pt x="6040041" y="150255"/>
                </a:lnTo>
                <a:lnTo>
                  <a:pt x="6061234" y="165918"/>
                </a:lnTo>
                <a:lnTo>
                  <a:pt x="6082427" y="182163"/>
                </a:lnTo>
                <a:lnTo>
                  <a:pt x="6103620" y="198956"/>
                </a:lnTo>
                <a:lnTo>
                  <a:pt x="6124813" y="216259"/>
                </a:lnTo>
                <a:lnTo>
                  <a:pt x="6146006" y="234033"/>
                </a:lnTo>
                <a:lnTo>
                  <a:pt x="6167199" y="252240"/>
                </a:lnTo>
                <a:lnTo>
                  <a:pt x="6188392" y="270838"/>
                </a:lnTo>
                <a:lnTo>
                  <a:pt x="6209586" y="289786"/>
                </a:lnTo>
                <a:lnTo>
                  <a:pt x="6230779" y="309042"/>
                </a:lnTo>
                <a:lnTo>
                  <a:pt x="6251972" y="328564"/>
                </a:lnTo>
                <a:lnTo>
                  <a:pt x="6273165" y="348309"/>
                </a:lnTo>
                <a:lnTo>
                  <a:pt x="6294358" y="368231"/>
                </a:lnTo>
                <a:lnTo>
                  <a:pt x="6315551" y="388288"/>
                </a:lnTo>
                <a:lnTo>
                  <a:pt x="6336744" y="408434"/>
                </a:lnTo>
                <a:lnTo>
                  <a:pt x="6357938" y="428625"/>
                </a:lnTo>
                <a:lnTo>
                  <a:pt x="6379131" y="448816"/>
                </a:lnTo>
                <a:lnTo>
                  <a:pt x="6400324" y="468962"/>
                </a:lnTo>
                <a:lnTo>
                  <a:pt x="6421517" y="489019"/>
                </a:lnTo>
                <a:lnTo>
                  <a:pt x="6442710" y="508941"/>
                </a:lnTo>
                <a:lnTo>
                  <a:pt x="6463903" y="528686"/>
                </a:lnTo>
                <a:lnTo>
                  <a:pt x="6485096" y="548208"/>
                </a:lnTo>
                <a:lnTo>
                  <a:pt x="6506289" y="567464"/>
                </a:lnTo>
                <a:lnTo>
                  <a:pt x="6527483" y="586412"/>
                </a:lnTo>
                <a:lnTo>
                  <a:pt x="6548676" y="605010"/>
                </a:lnTo>
                <a:lnTo>
                  <a:pt x="6569869" y="623217"/>
                </a:lnTo>
                <a:lnTo>
                  <a:pt x="6591062" y="640991"/>
                </a:lnTo>
                <a:lnTo>
                  <a:pt x="6612255" y="658294"/>
                </a:lnTo>
                <a:lnTo>
                  <a:pt x="6633448" y="675087"/>
                </a:lnTo>
                <a:lnTo>
                  <a:pt x="6654641" y="691332"/>
                </a:lnTo>
                <a:lnTo>
                  <a:pt x="6675834" y="706995"/>
                </a:lnTo>
                <a:lnTo>
                  <a:pt x="6697028" y="722039"/>
                </a:lnTo>
                <a:lnTo>
                  <a:pt x="6718221" y="736432"/>
                </a:lnTo>
                <a:lnTo>
                  <a:pt x="6739414" y="750141"/>
                </a:lnTo>
                <a:lnTo>
                  <a:pt x="6760607" y="763137"/>
                </a:lnTo>
                <a:lnTo>
                  <a:pt x="6781800" y="775390"/>
                </a:lnTo>
                <a:lnTo>
                  <a:pt x="6802993" y="786873"/>
                </a:lnTo>
                <a:lnTo>
                  <a:pt x="6824186" y="797561"/>
                </a:lnTo>
                <a:lnTo>
                  <a:pt x="6845379" y="807429"/>
                </a:lnTo>
                <a:lnTo>
                  <a:pt x="6866573" y="816456"/>
                </a:lnTo>
                <a:lnTo>
                  <a:pt x="6887766" y="824623"/>
                </a:lnTo>
                <a:lnTo>
                  <a:pt x="6908959" y="831910"/>
                </a:lnTo>
                <a:lnTo>
                  <a:pt x="6930152" y="838302"/>
                </a:lnTo>
                <a:lnTo>
                  <a:pt x="6951345" y="843784"/>
                </a:lnTo>
                <a:lnTo>
                  <a:pt x="6972538" y="848344"/>
                </a:lnTo>
                <a:lnTo>
                  <a:pt x="6993731" y="851973"/>
                </a:lnTo>
                <a:lnTo>
                  <a:pt x="7014924" y="854662"/>
                </a:lnTo>
                <a:lnTo>
                  <a:pt x="7036117" y="856404"/>
                </a:lnTo>
                <a:lnTo>
                  <a:pt x="7057311" y="857197"/>
                </a:lnTo>
                <a:lnTo>
                  <a:pt x="7078504" y="857038"/>
                </a:lnTo>
                <a:lnTo>
                  <a:pt x="7099697" y="855929"/>
                </a:lnTo>
                <a:lnTo>
                  <a:pt x="7120890" y="853870"/>
                </a:lnTo>
                <a:lnTo>
                  <a:pt x="7142083" y="850867"/>
                </a:lnTo>
                <a:lnTo>
                  <a:pt x="7163276" y="846927"/>
                </a:lnTo>
                <a:lnTo>
                  <a:pt x="7184469" y="842058"/>
                </a:lnTo>
                <a:lnTo>
                  <a:pt x="7205663" y="836272"/>
                </a:lnTo>
                <a:lnTo>
                  <a:pt x="7226856" y="829580"/>
                </a:lnTo>
                <a:lnTo>
                  <a:pt x="7248049" y="821998"/>
                </a:lnTo>
                <a:lnTo>
                  <a:pt x="7269242" y="813542"/>
                </a:lnTo>
                <a:lnTo>
                  <a:pt x="7290435" y="804232"/>
                </a:lnTo>
                <a:lnTo>
                  <a:pt x="7311628" y="794088"/>
                </a:lnTo>
                <a:lnTo>
                  <a:pt x="7332821" y="783132"/>
                </a:lnTo>
                <a:lnTo>
                  <a:pt x="7354014" y="771390"/>
                </a:lnTo>
                <a:lnTo>
                  <a:pt x="7375208" y="758886"/>
                </a:lnTo>
                <a:lnTo>
                  <a:pt x="7396401" y="745649"/>
                </a:lnTo>
                <a:lnTo>
                  <a:pt x="7417594" y="731709"/>
                </a:lnTo>
                <a:lnTo>
                  <a:pt x="7438787" y="717095"/>
                </a:lnTo>
                <a:lnTo>
                  <a:pt x="7459980" y="701841"/>
                </a:lnTo>
                <a:lnTo>
                  <a:pt x="7481173" y="685980"/>
                </a:lnTo>
                <a:lnTo>
                  <a:pt x="7502366" y="669548"/>
                </a:lnTo>
                <a:lnTo>
                  <a:pt x="7523559" y="652581"/>
                </a:lnTo>
                <a:lnTo>
                  <a:pt x="7544752" y="635117"/>
                </a:lnTo>
                <a:lnTo>
                  <a:pt x="7565946" y="617194"/>
                </a:lnTo>
                <a:lnTo>
                  <a:pt x="7587139" y="598853"/>
                </a:lnTo>
                <a:lnTo>
                  <a:pt x="7608332" y="580133"/>
                </a:lnTo>
                <a:lnTo>
                  <a:pt x="7629525" y="561077"/>
                </a:lnTo>
                <a:lnTo>
                  <a:pt x="7650718" y="541728"/>
                </a:lnTo>
                <a:lnTo>
                  <a:pt x="7671911" y="522127"/>
                </a:lnTo>
                <a:lnTo>
                  <a:pt x="7693104" y="502318"/>
                </a:lnTo>
                <a:lnTo>
                  <a:pt x="7714298" y="482346"/>
                </a:lnTo>
                <a:lnTo>
                  <a:pt x="7735491" y="462255"/>
                </a:lnTo>
                <a:lnTo>
                  <a:pt x="7756684" y="442088"/>
                </a:lnTo>
                <a:lnTo>
                  <a:pt x="7777877" y="421892"/>
                </a:lnTo>
                <a:lnTo>
                  <a:pt x="7799070" y="401711"/>
                </a:lnTo>
                <a:lnTo>
                  <a:pt x="7820263" y="381590"/>
                </a:lnTo>
                <a:lnTo>
                  <a:pt x="7841456" y="361573"/>
                </a:lnTo>
                <a:lnTo>
                  <a:pt x="7862649" y="341705"/>
                </a:lnTo>
                <a:lnTo>
                  <a:pt x="7883842" y="322030"/>
                </a:lnTo>
                <a:lnTo>
                  <a:pt x="7905036" y="302592"/>
                </a:lnTo>
                <a:lnTo>
                  <a:pt x="7926229" y="283433"/>
                </a:lnTo>
                <a:lnTo>
                  <a:pt x="7947422" y="264597"/>
                </a:lnTo>
                <a:lnTo>
                  <a:pt x="7968615" y="246125"/>
                </a:lnTo>
                <a:lnTo>
                  <a:pt x="7989808" y="228059"/>
                </a:lnTo>
                <a:lnTo>
                  <a:pt x="8011001" y="210437"/>
                </a:lnTo>
                <a:lnTo>
                  <a:pt x="8032194" y="193300"/>
                </a:lnTo>
                <a:lnTo>
                  <a:pt x="8053388" y="176686"/>
                </a:lnTo>
                <a:lnTo>
                  <a:pt x="8074581" y="160630"/>
                </a:lnTo>
                <a:lnTo>
                  <a:pt x="8095774" y="145170"/>
                </a:lnTo>
                <a:lnTo>
                  <a:pt x="8116967" y="130339"/>
                </a:lnTo>
                <a:lnTo>
                  <a:pt x="8138160" y="116171"/>
                </a:lnTo>
                <a:lnTo>
                  <a:pt x="8159353" y="102696"/>
                </a:lnTo>
                <a:lnTo>
                  <a:pt x="8180546" y="89945"/>
                </a:lnTo>
                <a:lnTo>
                  <a:pt x="8201739" y="77946"/>
                </a:lnTo>
                <a:lnTo>
                  <a:pt x="8222933" y="66725"/>
                </a:lnTo>
                <a:lnTo>
                  <a:pt x="8244126" y="56308"/>
                </a:lnTo>
                <a:lnTo>
                  <a:pt x="8265319" y="46717"/>
                </a:lnTo>
                <a:lnTo>
                  <a:pt x="8286512" y="37975"/>
                </a:lnTo>
                <a:lnTo>
                  <a:pt x="8307705" y="30100"/>
                </a:lnTo>
                <a:lnTo>
                  <a:pt x="8328898" y="23109"/>
                </a:lnTo>
                <a:lnTo>
                  <a:pt x="8350091" y="17019"/>
                </a:lnTo>
                <a:lnTo>
                  <a:pt x="8371284" y="11843"/>
                </a:lnTo>
                <a:lnTo>
                  <a:pt x="8392478" y="7592"/>
                </a:lnTo>
                <a:lnTo>
                  <a:pt x="8413671" y="4276"/>
                </a:lnTo>
                <a:lnTo>
                  <a:pt x="8434864" y="1902"/>
                </a:lnTo>
                <a:lnTo>
                  <a:pt x="8456057" y="476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B5179E2C-E478-41D2-BB62-6028B61C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05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+1</a:t>
            </a:r>
          </a:p>
        </p:txBody>
      </p:sp>
      <p:sp>
        <p:nvSpPr>
          <p:cNvPr id="10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54CEB71C-4A9E-42B1-949A-9686DC6D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33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1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EA85741D-EF8E-412F-98FB-3481C03E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62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−1</a:t>
            </a:r>
          </a:p>
        </p:txBody>
      </p:sp>
      <p:sp>
        <p:nvSpPr>
          <p:cNvPr id="12" name="alias-stem">
            <a:extLst xmlns:a="http://schemas.openxmlformats.org/drawingml/2006/main">
              <a:ext uri="{FF2B5EF4-FFF2-40B4-BE49-F238E27FC236}">
                <a16:creationId xmlns:a16="http://schemas.microsoft.com/office/drawing/2014/main" id="{3B357376-4B54-430B-90DC-818B2E9E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3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77D3AD2C-96FB-480D-9773-67229D5B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4" name="alias-time">
            <a:extLst xmlns:a="http://schemas.openxmlformats.org/drawingml/2006/main">
              <a:ext uri="{FF2B5EF4-FFF2-40B4-BE49-F238E27FC236}">
                <a16:creationId xmlns:a16="http://schemas.microsoft.com/office/drawing/2014/main" id="{F9F20227-F965-4F6A-967C-D2D0DD0E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5" name="alias-stem">
            <a:extLst xmlns:a="http://schemas.openxmlformats.org/drawingml/2006/main">
              <a:ext uri="{FF2B5EF4-FFF2-40B4-BE49-F238E27FC236}">
                <a16:creationId xmlns:a16="http://schemas.microsoft.com/office/drawing/2014/main" id="{623E7888-8CF5-4363-937E-586BBE17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AF2E008B-A918-444C-B613-4ED4736C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7" name="alias-time">
            <a:extLst xmlns:a="http://schemas.openxmlformats.org/drawingml/2006/main">
              <a:ext uri="{FF2B5EF4-FFF2-40B4-BE49-F238E27FC236}">
                <a16:creationId xmlns:a16="http://schemas.microsoft.com/office/drawing/2014/main" id="{76628746-C10F-4273-B417-ED15B280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8" name="alias-stem">
            <a:extLst xmlns:a="http://schemas.openxmlformats.org/drawingml/2006/main">
              <a:ext uri="{FF2B5EF4-FFF2-40B4-BE49-F238E27FC236}">
                <a16:creationId xmlns:a16="http://schemas.microsoft.com/office/drawing/2014/main" id="{7A30D052-D5BC-4402-BCB9-5DE64750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9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8ED6BB2C-8400-4BE8-9032-061DEEBA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0" name="alias-time">
            <a:extLst xmlns:a="http://schemas.openxmlformats.org/drawingml/2006/main">
              <a:ext uri="{FF2B5EF4-FFF2-40B4-BE49-F238E27FC236}">
                <a16:creationId xmlns:a16="http://schemas.microsoft.com/office/drawing/2014/main" id="{B6179B4F-1A30-4FCA-8D54-E7560546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21" name="alias-stem">
            <a:extLst xmlns:a="http://schemas.openxmlformats.org/drawingml/2006/main">
              <a:ext uri="{FF2B5EF4-FFF2-40B4-BE49-F238E27FC236}">
                <a16:creationId xmlns:a16="http://schemas.microsoft.com/office/drawing/2014/main" id="{114B3421-46C4-415A-ACDD-BDBF315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2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1B8A5E6E-3052-4A61-AE97-CDF28AB3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3" name="alias-time">
            <a:extLst xmlns:a="http://schemas.openxmlformats.org/drawingml/2006/main">
              <a:ext uri="{FF2B5EF4-FFF2-40B4-BE49-F238E27FC236}">
                <a16:creationId xmlns:a16="http://schemas.microsoft.com/office/drawing/2014/main" id="{C28DB987-91EF-4A9B-B33F-1462A564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24" name="alias-stem">
            <a:extLst xmlns:a="http://schemas.openxmlformats.org/drawingml/2006/main">
              <a:ext uri="{FF2B5EF4-FFF2-40B4-BE49-F238E27FC236}">
                <a16:creationId xmlns:a16="http://schemas.microsoft.com/office/drawing/2014/main" id="{3F2D8199-EC8A-4FAC-B610-B0242ADC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5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81480644-BFDF-4196-BF3C-2A8383C2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alias-time">
            <a:extLst xmlns:a="http://schemas.openxmlformats.org/drawingml/2006/main">
              <a:ext uri="{FF2B5EF4-FFF2-40B4-BE49-F238E27FC236}">
                <a16:creationId xmlns:a16="http://schemas.microsoft.com/office/drawing/2014/main" id="{B3639060-AD45-454F-9CCE-179EAAD1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27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17DE5BDE-60D7-4E8C-8072-BBA35FE1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 kHz</a:t>
            </a:r>
          </a:p>
        </p:txBody>
      </p:sp>
      <p:sp>
        <p:nvSpPr>
          <p:cNvPr id="28" name="alias-zero">
            <a:extLst xmlns:a="http://schemas.openxmlformats.org/drawingml/2006/main">
              <a:ext uri="{FF2B5EF4-FFF2-40B4-BE49-F238E27FC236}">
                <a16:creationId xmlns:a16="http://schemas.microsoft.com/office/drawing/2014/main" id="{C4843BFD-B6DC-4895-988C-4E6F00E1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957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9" name="alias-input-2000">
            <a:extLst xmlns:a="http://schemas.openxmlformats.org/drawingml/2006/main">
              <a:ext uri="{FF2B5EF4-FFF2-40B4-BE49-F238E27FC236}">
                <a16:creationId xmlns:a16="http://schemas.microsoft.com/office/drawing/2014/main" id="{B2802DCF-62B3-4AAE-8B22-BFFF554D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53"/>
                </a:lnTo>
                <a:lnTo>
                  <a:pt x="42386" y="212"/>
                </a:lnTo>
                <a:lnTo>
                  <a:pt x="63579" y="476"/>
                </a:lnTo>
                <a:lnTo>
                  <a:pt x="84773" y="846"/>
                </a:lnTo>
                <a:lnTo>
                  <a:pt x="105966" y="1321"/>
                </a:lnTo>
                <a:lnTo>
                  <a:pt x="127159" y="1902"/>
                </a:lnTo>
                <a:lnTo>
                  <a:pt x="148352" y="2588"/>
                </a:lnTo>
                <a:lnTo>
                  <a:pt x="169545" y="3380"/>
                </a:lnTo>
                <a:lnTo>
                  <a:pt x="190738" y="4276"/>
                </a:lnTo>
                <a:lnTo>
                  <a:pt x="211931" y="5277"/>
                </a:lnTo>
                <a:lnTo>
                  <a:pt x="233124" y="6383"/>
                </a:lnTo>
                <a:lnTo>
                  <a:pt x="254317" y="7592"/>
                </a:lnTo>
                <a:lnTo>
                  <a:pt x="275511" y="8906"/>
                </a:lnTo>
                <a:lnTo>
                  <a:pt x="296704" y="10323"/>
                </a:lnTo>
                <a:lnTo>
                  <a:pt x="317897" y="11843"/>
                </a:lnTo>
                <a:lnTo>
                  <a:pt x="339090" y="13466"/>
                </a:lnTo>
                <a:lnTo>
                  <a:pt x="360283" y="15192"/>
                </a:lnTo>
                <a:lnTo>
                  <a:pt x="381476" y="17019"/>
                </a:lnTo>
                <a:lnTo>
                  <a:pt x="402669" y="18948"/>
                </a:lnTo>
                <a:lnTo>
                  <a:pt x="423863" y="20978"/>
                </a:lnTo>
                <a:lnTo>
                  <a:pt x="445056" y="23109"/>
                </a:lnTo>
                <a:lnTo>
                  <a:pt x="466249" y="25340"/>
                </a:lnTo>
                <a:lnTo>
                  <a:pt x="487442" y="27670"/>
                </a:lnTo>
                <a:lnTo>
                  <a:pt x="508635" y="30100"/>
                </a:lnTo>
                <a:lnTo>
                  <a:pt x="529828" y="32627"/>
                </a:lnTo>
                <a:lnTo>
                  <a:pt x="551021" y="35252"/>
                </a:lnTo>
                <a:lnTo>
                  <a:pt x="572214" y="37975"/>
                </a:lnTo>
                <a:lnTo>
                  <a:pt x="593408" y="40794"/>
                </a:lnTo>
                <a:lnTo>
                  <a:pt x="614601" y="43708"/>
                </a:lnTo>
                <a:lnTo>
                  <a:pt x="635794" y="46717"/>
                </a:lnTo>
                <a:lnTo>
                  <a:pt x="656987" y="49821"/>
                </a:lnTo>
                <a:lnTo>
                  <a:pt x="678180" y="53018"/>
                </a:lnTo>
                <a:lnTo>
                  <a:pt x="699373" y="56308"/>
                </a:lnTo>
                <a:lnTo>
                  <a:pt x="720566" y="59689"/>
                </a:lnTo>
                <a:lnTo>
                  <a:pt x="741759" y="63162"/>
                </a:lnTo>
                <a:lnTo>
                  <a:pt x="762953" y="66725"/>
                </a:lnTo>
                <a:lnTo>
                  <a:pt x="784146" y="70377"/>
                </a:lnTo>
                <a:lnTo>
                  <a:pt x="805339" y="74118"/>
                </a:lnTo>
                <a:lnTo>
                  <a:pt x="826532" y="77946"/>
                </a:lnTo>
                <a:lnTo>
                  <a:pt x="847725" y="81860"/>
                </a:lnTo>
                <a:lnTo>
                  <a:pt x="868918" y="85860"/>
                </a:lnTo>
                <a:lnTo>
                  <a:pt x="890111" y="89945"/>
                </a:lnTo>
                <a:lnTo>
                  <a:pt x="911304" y="94113"/>
                </a:lnTo>
                <a:lnTo>
                  <a:pt x="932497" y="98364"/>
                </a:lnTo>
                <a:lnTo>
                  <a:pt x="953691" y="102696"/>
                </a:lnTo>
                <a:lnTo>
                  <a:pt x="974884" y="107109"/>
                </a:lnTo>
                <a:lnTo>
                  <a:pt x="996077" y="111601"/>
                </a:lnTo>
                <a:lnTo>
                  <a:pt x="1017270" y="116171"/>
                </a:lnTo>
                <a:lnTo>
                  <a:pt x="1038463" y="120818"/>
                </a:lnTo>
                <a:lnTo>
                  <a:pt x="1059656" y="125541"/>
                </a:lnTo>
                <a:lnTo>
                  <a:pt x="1080849" y="130339"/>
                </a:lnTo>
                <a:lnTo>
                  <a:pt x="1102043" y="135211"/>
                </a:lnTo>
                <a:lnTo>
                  <a:pt x="1123236" y="140155"/>
                </a:lnTo>
                <a:lnTo>
                  <a:pt x="1144429" y="145170"/>
                </a:lnTo>
                <a:lnTo>
                  <a:pt x="1165622" y="150255"/>
                </a:lnTo>
                <a:lnTo>
                  <a:pt x="1186815" y="155409"/>
                </a:lnTo>
                <a:lnTo>
                  <a:pt x="1208008" y="160630"/>
                </a:lnTo>
                <a:lnTo>
                  <a:pt x="1229201" y="165918"/>
                </a:lnTo>
                <a:lnTo>
                  <a:pt x="1250394" y="171270"/>
                </a:lnTo>
                <a:lnTo>
                  <a:pt x="1271588" y="176686"/>
                </a:lnTo>
                <a:lnTo>
                  <a:pt x="1292781" y="182163"/>
                </a:lnTo>
                <a:lnTo>
                  <a:pt x="1313974" y="187702"/>
                </a:lnTo>
                <a:lnTo>
                  <a:pt x="1335167" y="193300"/>
                </a:lnTo>
                <a:lnTo>
                  <a:pt x="1356360" y="198956"/>
                </a:lnTo>
                <a:lnTo>
                  <a:pt x="1377553" y="204669"/>
                </a:lnTo>
                <a:lnTo>
                  <a:pt x="1398746" y="210437"/>
                </a:lnTo>
                <a:lnTo>
                  <a:pt x="1419939" y="216259"/>
                </a:lnTo>
                <a:lnTo>
                  <a:pt x="1441133" y="222133"/>
                </a:lnTo>
                <a:lnTo>
                  <a:pt x="1462326" y="228059"/>
                </a:lnTo>
                <a:lnTo>
                  <a:pt x="1483519" y="234033"/>
                </a:lnTo>
                <a:lnTo>
                  <a:pt x="1504712" y="240056"/>
                </a:lnTo>
                <a:lnTo>
                  <a:pt x="1525905" y="246125"/>
                </a:lnTo>
                <a:lnTo>
                  <a:pt x="1547098" y="252240"/>
                </a:lnTo>
                <a:lnTo>
                  <a:pt x="1568291" y="258397"/>
                </a:lnTo>
                <a:lnTo>
                  <a:pt x="1589484" y="264597"/>
                </a:lnTo>
                <a:lnTo>
                  <a:pt x="1610677" y="270838"/>
                </a:lnTo>
                <a:lnTo>
                  <a:pt x="1631871" y="277117"/>
                </a:lnTo>
                <a:lnTo>
                  <a:pt x="1653064" y="283433"/>
                </a:lnTo>
                <a:lnTo>
                  <a:pt x="1674257" y="289786"/>
                </a:lnTo>
                <a:lnTo>
                  <a:pt x="1695450" y="296173"/>
                </a:lnTo>
                <a:lnTo>
                  <a:pt x="1716643" y="302592"/>
                </a:lnTo>
                <a:lnTo>
                  <a:pt x="1737836" y="309042"/>
                </a:lnTo>
                <a:lnTo>
                  <a:pt x="1759029" y="315522"/>
                </a:lnTo>
                <a:lnTo>
                  <a:pt x="1780222" y="322030"/>
                </a:lnTo>
                <a:lnTo>
                  <a:pt x="1801416" y="328564"/>
                </a:lnTo>
                <a:lnTo>
                  <a:pt x="1822609" y="335123"/>
                </a:lnTo>
                <a:lnTo>
                  <a:pt x="1843802" y="341705"/>
                </a:lnTo>
                <a:lnTo>
                  <a:pt x="1864995" y="348309"/>
                </a:lnTo>
                <a:lnTo>
                  <a:pt x="1886188" y="354932"/>
                </a:lnTo>
                <a:lnTo>
                  <a:pt x="1907381" y="361573"/>
                </a:lnTo>
                <a:lnTo>
                  <a:pt x="1928574" y="368231"/>
                </a:lnTo>
                <a:lnTo>
                  <a:pt x="1949768" y="374904"/>
                </a:lnTo>
                <a:lnTo>
                  <a:pt x="1970961" y="381590"/>
                </a:lnTo>
                <a:lnTo>
                  <a:pt x="1992154" y="388288"/>
                </a:lnTo>
                <a:lnTo>
                  <a:pt x="2013347" y="394995"/>
                </a:lnTo>
                <a:lnTo>
                  <a:pt x="2034540" y="401711"/>
                </a:lnTo>
                <a:lnTo>
                  <a:pt x="2055733" y="408434"/>
                </a:lnTo>
                <a:lnTo>
                  <a:pt x="2076926" y="415162"/>
                </a:lnTo>
                <a:lnTo>
                  <a:pt x="2098119" y="421892"/>
                </a:lnTo>
                <a:lnTo>
                  <a:pt x="2119313" y="428625"/>
                </a:lnTo>
                <a:lnTo>
                  <a:pt x="2140506" y="435358"/>
                </a:lnTo>
                <a:lnTo>
                  <a:pt x="2161699" y="442088"/>
                </a:lnTo>
                <a:lnTo>
                  <a:pt x="2182892" y="448816"/>
                </a:lnTo>
                <a:lnTo>
                  <a:pt x="2204085" y="455539"/>
                </a:lnTo>
                <a:lnTo>
                  <a:pt x="2225278" y="462255"/>
                </a:lnTo>
                <a:lnTo>
                  <a:pt x="2246471" y="468962"/>
                </a:lnTo>
                <a:lnTo>
                  <a:pt x="2267664" y="475660"/>
                </a:lnTo>
                <a:lnTo>
                  <a:pt x="2288858" y="482346"/>
                </a:lnTo>
                <a:lnTo>
                  <a:pt x="2310051" y="489019"/>
                </a:lnTo>
                <a:lnTo>
                  <a:pt x="2331244" y="495677"/>
                </a:lnTo>
                <a:lnTo>
                  <a:pt x="2352437" y="502318"/>
                </a:lnTo>
                <a:lnTo>
                  <a:pt x="2373630" y="508941"/>
                </a:lnTo>
                <a:lnTo>
                  <a:pt x="2394823" y="515545"/>
                </a:lnTo>
                <a:lnTo>
                  <a:pt x="2416016" y="522127"/>
                </a:lnTo>
                <a:lnTo>
                  <a:pt x="2437209" y="528686"/>
                </a:lnTo>
                <a:lnTo>
                  <a:pt x="2458402" y="535220"/>
                </a:lnTo>
                <a:lnTo>
                  <a:pt x="2479596" y="541728"/>
                </a:lnTo>
                <a:lnTo>
                  <a:pt x="2500789" y="548208"/>
                </a:lnTo>
                <a:lnTo>
                  <a:pt x="2521982" y="554658"/>
                </a:lnTo>
                <a:lnTo>
                  <a:pt x="2543175" y="561077"/>
                </a:lnTo>
                <a:lnTo>
                  <a:pt x="2564368" y="567464"/>
                </a:lnTo>
                <a:lnTo>
                  <a:pt x="2585561" y="573817"/>
                </a:lnTo>
                <a:lnTo>
                  <a:pt x="2606754" y="580133"/>
                </a:lnTo>
                <a:lnTo>
                  <a:pt x="2627948" y="586412"/>
                </a:lnTo>
                <a:lnTo>
                  <a:pt x="2649141" y="592653"/>
                </a:lnTo>
                <a:lnTo>
                  <a:pt x="2670334" y="598853"/>
                </a:lnTo>
                <a:lnTo>
                  <a:pt x="2691527" y="605010"/>
                </a:lnTo>
                <a:lnTo>
                  <a:pt x="2712720" y="611125"/>
                </a:lnTo>
                <a:lnTo>
                  <a:pt x="2733913" y="617194"/>
                </a:lnTo>
                <a:lnTo>
                  <a:pt x="2755106" y="623217"/>
                </a:lnTo>
                <a:lnTo>
                  <a:pt x="2776299" y="629191"/>
                </a:lnTo>
                <a:lnTo>
                  <a:pt x="2797493" y="635117"/>
                </a:lnTo>
                <a:lnTo>
                  <a:pt x="2818686" y="640991"/>
                </a:lnTo>
                <a:lnTo>
                  <a:pt x="2839879" y="646813"/>
                </a:lnTo>
                <a:lnTo>
                  <a:pt x="2861072" y="652581"/>
                </a:lnTo>
                <a:lnTo>
                  <a:pt x="2882265" y="658294"/>
                </a:lnTo>
                <a:lnTo>
                  <a:pt x="2903458" y="663950"/>
                </a:lnTo>
                <a:lnTo>
                  <a:pt x="2924651" y="669548"/>
                </a:lnTo>
                <a:lnTo>
                  <a:pt x="2945844" y="675087"/>
                </a:lnTo>
                <a:lnTo>
                  <a:pt x="2967038" y="680564"/>
                </a:lnTo>
                <a:lnTo>
                  <a:pt x="2988231" y="685980"/>
                </a:lnTo>
                <a:lnTo>
                  <a:pt x="3009424" y="691332"/>
                </a:lnTo>
                <a:lnTo>
                  <a:pt x="3030617" y="696620"/>
                </a:lnTo>
                <a:lnTo>
                  <a:pt x="3051810" y="701841"/>
                </a:lnTo>
                <a:lnTo>
                  <a:pt x="3073003" y="706995"/>
                </a:lnTo>
                <a:lnTo>
                  <a:pt x="3094196" y="712080"/>
                </a:lnTo>
                <a:lnTo>
                  <a:pt x="3115389" y="717095"/>
                </a:lnTo>
                <a:lnTo>
                  <a:pt x="3136582" y="722039"/>
                </a:lnTo>
                <a:lnTo>
                  <a:pt x="3157776" y="726911"/>
                </a:lnTo>
                <a:lnTo>
                  <a:pt x="3178969" y="731709"/>
                </a:lnTo>
                <a:lnTo>
                  <a:pt x="3200162" y="736432"/>
                </a:lnTo>
                <a:lnTo>
                  <a:pt x="3221355" y="741079"/>
                </a:lnTo>
                <a:lnTo>
                  <a:pt x="3242548" y="745649"/>
                </a:lnTo>
                <a:lnTo>
                  <a:pt x="3263741" y="750141"/>
                </a:lnTo>
                <a:lnTo>
                  <a:pt x="3284934" y="754554"/>
                </a:lnTo>
                <a:lnTo>
                  <a:pt x="3306127" y="758886"/>
                </a:lnTo>
                <a:lnTo>
                  <a:pt x="3327321" y="763137"/>
                </a:lnTo>
                <a:lnTo>
                  <a:pt x="3348514" y="767305"/>
                </a:lnTo>
                <a:lnTo>
                  <a:pt x="3369707" y="771390"/>
                </a:lnTo>
                <a:lnTo>
                  <a:pt x="3390900" y="775390"/>
                </a:lnTo>
                <a:lnTo>
                  <a:pt x="3412093" y="779304"/>
                </a:lnTo>
                <a:lnTo>
                  <a:pt x="3433286" y="783132"/>
                </a:lnTo>
                <a:lnTo>
                  <a:pt x="3454479" y="786873"/>
                </a:lnTo>
                <a:lnTo>
                  <a:pt x="3475673" y="790525"/>
                </a:lnTo>
                <a:lnTo>
                  <a:pt x="3496866" y="794088"/>
                </a:lnTo>
                <a:lnTo>
                  <a:pt x="3518059" y="797561"/>
                </a:lnTo>
                <a:lnTo>
                  <a:pt x="3539252" y="800942"/>
                </a:lnTo>
                <a:lnTo>
                  <a:pt x="3560445" y="804232"/>
                </a:lnTo>
                <a:lnTo>
                  <a:pt x="3581638" y="807429"/>
                </a:lnTo>
                <a:lnTo>
                  <a:pt x="3602831" y="810533"/>
                </a:lnTo>
                <a:lnTo>
                  <a:pt x="3624024" y="813542"/>
                </a:lnTo>
                <a:lnTo>
                  <a:pt x="3645218" y="816456"/>
                </a:lnTo>
                <a:lnTo>
                  <a:pt x="3666411" y="819275"/>
                </a:lnTo>
                <a:lnTo>
                  <a:pt x="3687604" y="821998"/>
                </a:lnTo>
                <a:lnTo>
                  <a:pt x="3708797" y="824623"/>
                </a:lnTo>
                <a:lnTo>
                  <a:pt x="3729990" y="827150"/>
                </a:lnTo>
                <a:lnTo>
                  <a:pt x="3751183" y="829580"/>
                </a:lnTo>
                <a:lnTo>
                  <a:pt x="3772376" y="831910"/>
                </a:lnTo>
                <a:lnTo>
                  <a:pt x="3793569" y="834141"/>
                </a:lnTo>
                <a:lnTo>
                  <a:pt x="3814763" y="836272"/>
                </a:lnTo>
                <a:lnTo>
                  <a:pt x="3835956" y="838302"/>
                </a:lnTo>
                <a:lnTo>
                  <a:pt x="3857149" y="840231"/>
                </a:lnTo>
                <a:lnTo>
                  <a:pt x="3878342" y="842058"/>
                </a:lnTo>
                <a:lnTo>
                  <a:pt x="3899535" y="843784"/>
                </a:lnTo>
                <a:lnTo>
                  <a:pt x="3920728" y="845407"/>
                </a:lnTo>
                <a:lnTo>
                  <a:pt x="3941921" y="846927"/>
                </a:lnTo>
                <a:lnTo>
                  <a:pt x="3963114" y="848344"/>
                </a:lnTo>
                <a:lnTo>
                  <a:pt x="3984307" y="849658"/>
                </a:lnTo>
                <a:lnTo>
                  <a:pt x="4005501" y="850867"/>
                </a:lnTo>
                <a:lnTo>
                  <a:pt x="4026694" y="851973"/>
                </a:lnTo>
                <a:lnTo>
                  <a:pt x="4047887" y="852974"/>
                </a:lnTo>
                <a:lnTo>
                  <a:pt x="4069080" y="853870"/>
                </a:lnTo>
                <a:lnTo>
                  <a:pt x="4090273" y="854662"/>
                </a:lnTo>
                <a:lnTo>
                  <a:pt x="4111466" y="855348"/>
                </a:lnTo>
                <a:lnTo>
                  <a:pt x="4132659" y="855929"/>
                </a:lnTo>
                <a:lnTo>
                  <a:pt x="4153852" y="856404"/>
                </a:lnTo>
                <a:lnTo>
                  <a:pt x="4175046" y="856774"/>
                </a:lnTo>
                <a:lnTo>
                  <a:pt x="4196239" y="857038"/>
                </a:lnTo>
                <a:lnTo>
                  <a:pt x="4217432" y="857197"/>
                </a:lnTo>
                <a:lnTo>
                  <a:pt x="4238625" y="857250"/>
                </a:lnTo>
                <a:lnTo>
                  <a:pt x="4259818" y="857197"/>
                </a:lnTo>
                <a:lnTo>
                  <a:pt x="4281011" y="857038"/>
                </a:lnTo>
                <a:lnTo>
                  <a:pt x="4302204" y="856774"/>
                </a:lnTo>
                <a:lnTo>
                  <a:pt x="4323398" y="856404"/>
                </a:lnTo>
                <a:lnTo>
                  <a:pt x="4344591" y="855929"/>
                </a:lnTo>
                <a:lnTo>
                  <a:pt x="4365784" y="855348"/>
                </a:lnTo>
                <a:lnTo>
                  <a:pt x="4386977" y="854662"/>
                </a:lnTo>
                <a:lnTo>
                  <a:pt x="4408170" y="853870"/>
                </a:lnTo>
                <a:lnTo>
                  <a:pt x="4429363" y="852974"/>
                </a:lnTo>
                <a:lnTo>
                  <a:pt x="4450556" y="851973"/>
                </a:lnTo>
                <a:lnTo>
                  <a:pt x="4471749" y="850867"/>
                </a:lnTo>
                <a:lnTo>
                  <a:pt x="4492942" y="849658"/>
                </a:lnTo>
                <a:lnTo>
                  <a:pt x="4514136" y="848344"/>
                </a:lnTo>
                <a:lnTo>
                  <a:pt x="4535329" y="846927"/>
                </a:lnTo>
                <a:lnTo>
                  <a:pt x="4556522" y="845407"/>
                </a:lnTo>
                <a:lnTo>
                  <a:pt x="4577715" y="843784"/>
                </a:lnTo>
                <a:lnTo>
                  <a:pt x="4598908" y="842058"/>
                </a:lnTo>
                <a:lnTo>
                  <a:pt x="4620101" y="840231"/>
                </a:lnTo>
                <a:lnTo>
                  <a:pt x="4641294" y="838302"/>
                </a:lnTo>
                <a:lnTo>
                  <a:pt x="4662488" y="836272"/>
                </a:lnTo>
                <a:lnTo>
                  <a:pt x="4683681" y="834141"/>
                </a:lnTo>
                <a:lnTo>
                  <a:pt x="4704874" y="831910"/>
                </a:lnTo>
                <a:lnTo>
                  <a:pt x="4726067" y="829580"/>
                </a:lnTo>
                <a:lnTo>
                  <a:pt x="4747260" y="827150"/>
                </a:lnTo>
                <a:lnTo>
                  <a:pt x="4768453" y="824623"/>
                </a:lnTo>
                <a:lnTo>
                  <a:pt x="4789646" y="821998"/>
                </a:lnTo>
                <a:lnTo>
                  <a:pt x="4810839" y="819275"/>
                </a:lnTo>
                <a:lnTo>
                  <a:pt x="4832033" y="816456"/>
                </a:lnTo>
                <a:lnTo>
                  <a:pt x="4853226" y="813542"/>
                </a:lnTo>
                <a:lnTo>
                  <a:pt x="4874419" y="810533"/>
                </a:lnTo>
                <a:lnTo>
                  <a:pt x="4895612" y="807429"/>
                </a:lnTo>
                <a:lnTo>
                  <a:pt x="4916805" y="804232"/>
                </a:lnTo>
                <a:lnTo>
                  <a:pt x="4937998" y="800942"/>
                </a:lnTo>
                <a:lnTo>
                  <a:pt x="4959191" y="797561"/>
                </a:lnTo>
                <a:lnTo>
                  <a:pt x="4980384" y="794088"/>
                </a:lnTo>
                <a:lnTo>
                  <a:pt x="5001578" y="790525"/>
                </a:lnTo>
                <a:lnTo>
                  <a:pt x="5022771" y="786873"/>
                </a:lnTo>
                <a:lnTo>
                  <a:pt x="5043964" y="783132"/>
                </a:lnTo>
                <a:lnTo>
                  <a:pt x="5065157" y="779304"/>
                </a:lnTo>
                <a:lnTo>
                  <a:pt x="5086350" y="775390"/>
                </a:lnTo>
                <a:lnTo>
                  <a:pt x="5107543" y="771390"/>
                </a:lnTo>
                <a:lnTo>
                  <a:pt x="5128736" y="767305"/>
                </a:lnTo>
                <a:lnTo>
                  <a:pt x="5149929" y="763137"/>
                </a:lnTo>
                <a:lnTo>
                  <a:pt x="5171123" y="758886"/>
                </a:lnTo>
                <a:lnTo>
                  <a:pt x="5192316" y="754554"/>
                </a:lnTo>
                <a:lnTo>
                  <a:pt x="5213509" y="750141"/>
                </a:lnTo>
                <a:lnTo>
                  <a:pt x="5234702" y="745649"/>
                </a:lnTo>
                <a:lnTo>
                  <a:pt x="5255895" y="741079"/>
                </a:lnTo>
                <a:lnTo>
                  <a:pt x="5277088" y="736432"/>
                </a:lnTo>
                <a:lnTo>
                  <a:pt x="5298281" y="731709"/>
                </a:lnTo>
                <a:lnTo>
                  <a:pt x="5319474" y="726911"/>
                </a:lnTo>
                <a:lnTo>
                  <a:pt x="5340668" y="722039"/>
                </a:lnTo>
                <a:lnTo>
                  <a:pt x="5361861" y="717095"/>
                </a:lnTo>
                <a:lnTo>
                  <a:pt x="5383054" y="712080"/>
                </a:lnTo>
                <a:lnTo>
                  <a:pt x="5404247" y="706995"/>
                </a:lnTo>
                <a:lnTo>
                  <a:pt x="5425440" y="701841"/>
                </a:lnTo>
                <a:lnTo>
                  <a:pt x="5446633" y="696620"/>
                </a:lnTo>
                <a:lnTo>
                  <a:pt x="5467826" y="691332"/>
                </a:lnTo>
                <a:lnTo>
                  <a:pt x="5489019" y="685980"/>
                </a:lnTo>
                <a:lnTo>
                  <a:pt x="5510212" y="680564"/>
                </a:lnTo>
                <a:lnTo>
                  <a:pt x="5531406" y="675087"/>
                </a:lnTo>
                <a:lnTo>
                  <a:pt x="5552599" y="669548"/>
                </a:lnTo>
                <a:lnTo>
                  <a:pt x="5573792" y="663950"/>
                </a:lnTo>
                <a:lnTo>
                  <a:pt x="5594985" y="658294"/>
                </a:lnTo>
                <a:lnTo>
                  <a:pt x="5616178" y="652581"/>
                </a:lnTo>
                <a:lnTo>
                  <a:pt x="5637371" y="646813"/>
                </a:lnTo>
                <a:lnTo>
                  <a:pt x="5658564" y="640991"/>
                </a:lnTo>
                <a:lnTo>
                  <a:pt x="5679758" y="635117"/>
                </a:lnTo>
                <a:lnTo>
                  <a:pt x="5700951" y="629191"/>
                </a:lnTo>
                <a:lnTo>
                  <a:pt x="5722144" y="623217"/>
                </a:lnTo>
                <a:lnTo>
                  <a:pt x="5743337" y="617194"/>
                </a:lnTo>
                <a:lnTo>
                  <a:pt x="5764530" y="611125"/>
                </a:lnTo>
                <a:lnTo>
                  <a:pt x="5785723" y="605010"/>
                </a:lnTo>
                <a:lnTo>
                  <a:pt x="5806916" y="598853"/>
                </a:lnTo>
                <a:lnTo>
                  <a:pt x="5828109" y="592653"/>
                </a:lnTo>
                <a:lnTo>
                  <a:pt x="5849303" y="586412"/>
                </a:lnTo>
                <a:lnTo>
                  <a:pt x="5870496" y="580133"/>
                </a:lnTo>
                <a:lnTo>
                  <a:pt x="5891689" y="573817"/>
                </a:lnTo>
                <a:lnTo>
                  <a:pt x="5912882" y="567464"/>
                </a:lnTo>
                <a:lnTo>
                  <a:pt x="5934075" y="561077"/>
                </a:lnTo>
                <a:lnTo>
                  <a:pt x="5955268" y="554658"/>
                </a:lnTo>
                <a:lnTo>
                  <a:pt x="5976461" y="548208"/>
                </a:lnTo>
                <a:lnTo>
                  <a:pt x="5997654" y="541728"/>
                </a:lnTo>
                <a:lnTo>
                  <a:pt x="6018848" y="535220"/>
                </a:lnTo>
                <a:lnTo>
                  <a:pt x="6040041" y="528686"/>
                </a:lnTo>
                <a:lnTo>
                  <a:pt x="6061234" y="522127"/>
                </a:lnTo>
                <a:lnTo>
                  <a:pt x="6082427" y="515545"/>
                </a:lnTo>
                <a:lnTo>
                  <a:pt x="6103620" y="508941"/>
                </a:lnTo>
                <a:lnTo>
                  <a:pt x="6124813" y="502318"/>
                </a:lnTo>
                <a:lnTo>
                  <a:pt x="6146006" y="495677"/>
                </a:lnTo>
                <a:lnTo>
                  <a:pt x="6167199" y="489019"/>
                </a:lnTo>
                <a:lnTo>
                  <a:pt x="6188392" y="482346"/>
                </a:lnTo>
                <a:lnTo>
                  <a:pt x="6209586" y="475660"/>
                </a:lnTo>
                <a:lnTo>
                  <a:pt x="6230779" y="468962"/>
                </a:lnTo>
                <a:lnTo>
                  <a:pt x="6251972" y="462255"/>
                </a:lnTo>
                <a:lnTo>
                  <a:pt x="6273165" y="455539"/>
                </a:lnTo>
                <a:lnTo>
                  <a:pt x="6294358" y="448816"/>
                </a:lnTo>
                <a:lnTo>
                  <a:pt x="6315551" y="442088"/>
                </a:lnTo>
                <a:lnTo>
                  <a:pt x="6336744" y="435358"/>
                </a:lnTo>
                <a:lnTo>
                  <a:pt x="6357938" y="428625"/>
                </a:lnTo>
                <a:lnTo>
                  <a:pt x="6379131" y="421892"/>
                </a:lnTo>
                <a:lnTo>
                  <a:pt x="6400324" y="415162"/>
                </a:lnTo>
                <a:lnTo>
                  <a:pt x="6421517" y="408434"/>
                </a:lnTo>
                <a:lnTo>
                  <a:pt x="6442710" y="401711"/>
                </a:lnTo>
                <a:lnTo>
                  <a:pt x="6463903" y="394995"/>
                </a:lnTo>
                <a:lnTo>
                  <a:pt x="6485096" y="388288"/>
                </a:lnTo>
                <a:lnTo>
                  <a:pt x="6506289" y="381590"/>
                </a:lnTo>
                <a:lnTo>
                  <a:pt x="6527483" y="374904"/>
                </a:lnTo>
                <a:lnTo>
                  <a:pt x="6548676" y="368231"/>
                </a:lnTo>
                <a:lnTo>
                  <a:pt x="6569869" y="361573"/>
                </a:lnTo>
                <a:lnTo>
                  <a:pt x="6591062" y="354932"/>
                </a:lnTo>
                <a:lnTo>
                  <a:pt x="6612255" y="348309"/>
                </a:lnTo>
                <a:lnTo>
                  <a:pt x="6633448" y="341705"/>
                </a:lnTo>
                <a:lnTo>
                  <a:pt x="6654641" y="335123"/>
                </a:lnTo>
                <a:lnTo>
                  <a:pt x="6675834" y="328564"/>
                </a:lnTo>
                <a:lnTo>
                  <a:pt x="6697028" y="322030"/>
                </a:lnTo>
                <a:lnTo>
                  <a:pt x="6718221" y="315522"/>
                </a:lnTo>
                <a:lnTo>
                  <a:pt x="6739414" y="309042"/>
                </a:lnTo>
                <a:lnTo>
                  <a:pt x="6760607" y="302592"/>
                </a:lnTo>
                <a:lnTo>
                  <a:pt x="6781800" y="296173"/>
                </a:lnTo>
                <a:lnTo>
                  <a:pt x="6802993" y="289786"/>
                </a:lnTo>
                <a:lnTo>
                  <a:pt x="6824186" y="283433"/>
                </a:lnTo>
                <a:lnTo>
                  <a:pt x="6845379" y="277117"/>
                </a:lnTo>
                <a:lnTo>
                  <a:pt x="6866573" y="270838"/>
                </a:lnTo>
                <a:lnTo>
                  <a:pt x="6887766" y="264597"/>
                </a:lnTo>
                <a:lnTo>
                  <a:pt x="6908959" y="258397"/>
                </a:lnTo>
                <a:lnTo>
                  <a:pt x="6930152" y="252240"/>
                </a:lnTo>
                <a:lnTo>
                  <a:pt x="6951345" y="246125"/>
                </a:lnTo>
                <a:lnTo>
                  <a:pt x="6972538" y="240056"/>
                </a:lnTo>
                <a:lnTo>
                  <a:pt x="6993731" y="234033"/>
                </a:lnTo>
                <a:lnTo>
                  <a:pt x="7014924" y="228059"/>
                </a:lnTo>
                <a:lnTo>
                  <a:pt x="7036117" y="222133"/>
                </a:lnTo>
                <a:lnTo>
                  <a:pt x="7057311" y="216259"/>
                </a:lnTo>
                <a:lnTo>
                  <a:pt x="7078504" y="210437"/>
                </a:lnTo>
                <a:lnTo>
                  <a:pt x="7099697" y="204669"/>
                </a:lnTo>
                <a:lnTo>
                  <a:pt x="7120890" y="198956"/>
                </a:lnTo>
                <a:lnTo>
                  <a:pt x="7142083" y="193300"/>
                </a:lnTo>
                <a:lnTo>
                  <a:pt x="7163276" y="187702"/>
                </a:lnTo>
                <a:lnTo>
                  <a:pt x="7184469" y="182163"/>
                </a:lnTo>
                <a:lnTo>
                  <a:pt x="7205663" y="176686"/>
                </a:lnTo>
                <a:lnTo>
                  <a:pt x="7226856" y="171270"/>
                </a:lnTo>
                <a:lnTo>
                  <a:pt x="7248049" y="165918"/>
                </a:lnTo>
                <a:lnTo>
                  <a:pt x="7269242" y="160630"/>
                </a:lnTo>
                <a:lnTo>
                  <a:pt x="7290435" y="155409"/>
                </a:lnTo>
                <a:lnTo>
                  <a:pt x="7311628" y="150255"/>
                </a:lnTo>
                <a:lnTo>
                  <a:pt x="7332821" y="145170"/>
                </a:lnTo>
                <a:lnTo>
                  <a:pt x="7354014" y="140155"/>
                </a:lnTo>
                <a:lnTo>
                  <a:pt x="7375208" y="135211"/>
                </a:lnTo>
                <a:lnTo>
                  <a:pt x="7396401" y="130339"/>
                </a:lnTo>
                <a:lnTo>
                  <a:pt x="7417594" y="125541"/>
                </a:lnTo>
                <a:lnTo>
                  <a:pt x="7438787" y="120818"/>
                </a:lnTo>
                <a:lnTo>
                  <a:pt x="7459980" y="116171"/>
                </a:lnTo>
                <a:lnTo>
                  <a:pt x="7481173" y="111601"/>
                </a:lnTo>
                <a:lnTo>
                  <a:pt x="7502366" y="107109"/>
                </a:lnTo>
                <a:lnTo>
                  <a:pt x="7523559" y="102696"/>
                </a:lnTo>
                <a:lnTo>
                  <a:pt x="7544752" y="98364"/>
                </a:lnTo>
                <a:lnTo>
                  <a:pt x="7565946" y="94113"/>
                </a:lnTo>
                <a:lnTo>
                  <a:pt x="7587139" y="89945"/>
                </a:lnTo>
                <a:lnTo>
                  <a:pt x="7608332" y="85860"/>
                </a:lnTo>
                <a:lnTo>
                  <a:pt x="7629525" y="81860"/>
                </a:lnTo>
                <a:lnTo>
                  <a:pt x="7650718" y="77946"/>
                </a:lnTo>
                <a:lnTo>
                  <a:pt x="7671911" y="74118"/>
                </a:lnTo>
                <a:lnTo>
                  <a:pt x="7693104" y="70377"/>
                </a:lnTo>
                <a:lnTo>
                  <a:pt x="7714298" y="66725"/>
                </a:lnTo>
                <a:lnTo>
                  <a:pt x="7735491" y="63162"/>
                </a:lnTo>
                <a:lnTo>
                  <a:pt x="7756684" y="59689"/>
                </a:lnTo>
                <a:lnTo>
                  <a:pt x="7777877" y="56308"/>
                </a:lnTo>
                <a:lnTo>
                  <a:pt x="7799070" y="53018"/>
                </a:lnTo>
                <a:lnTo>
                  <a:pt x="7820263" y="49821"/>
                </a:lnTo>
                <a:lnTo>
                  <a:pt x="7841456" y="46717"/>
                </a:lnTo>
                <a:lnTo>
                  <a:pt x="7862649" y="43708"/>
                </a:lnTo>
                <a:lnTo>
                  <a:pt x="7883842" y="40794"/>
                </a:lnTo>
                <a:lnTo>
                  <a:pt x="7905036" y="37975"/>
                </a:lnTo>
                <a:lnTo>
                  <a:pt x="7926229" y="35252"/>
                </a:lnTo>
                <a:lnTo>
                  <a:pt x="7947422" y="32627"/>
                </a:lnTo>
                <a:lnTo>
                  <a:pt x="7968615" y="30100"/>
                </a:lnTo>
                <a:lnTo>
                  <a:pt x="7989808" y="27670"/>
                </a:lnTo>
                <a:lnTo>
                  <a:pt x="8011001" y="25340"/>
                </a:lnTo>
                <a:lnTo>
                  <a:pt x="8032194" y="23109"/>
                </a:lnTo>
                <a:lnTo>
                  <a:pt x="8053388" y="20978"/>
                </a:lnTo>
                <a:lnTo>
                  <a:pt x="8074581" y="18948"/>
                </a:lnTo>
                <a:lnTo>
                  <a:pt x="8095774" y="17019"/>
                </a:lnTo>
                <a:lnTo>
                  <a:pt x="8116967" y="15192"/>
                </a:lnTo>
                <a:lnTo>
                  <a:pt x="8138160" y="13466"/>
                </a:lnTo>
                <a:lnTo>
                  <a:pt x="8159353" y="11843"/>
                </a:lnTo>
                <a:lnTo>
                  <a:pt x="8180546" y="10323"/>
                </a:lnTo>
                <a:lnTo>
                  <a:pt x="8201739" y="8906"/>
                </a:lnTo>
                <a:lnTo>
                  <a:pt x="8222933" y="7592"/>
                </a:lnTo>
                <a:lnTo>
                  <a:pt x="8244126" y="6383"/>
                </a:lnTo>
                <a:lnTo>
                  <a:pt x="8265319" y="5277"/>
                </a:lnTo>
                <a:lnTo>
                  <a:pt x="8286512" y="4276"/>
                </a:lnTo>
                <a:lnTo>
                  <a:pt x="8307705" y="3380"/>
                </a:lnTo>
                <a:lnTo>
                  <a:pt x="8328898" y="2588"/>
                </a:lnTo>
                <a:lnTo>
                  <a:pt x="8350091" y="1902"/>
                </a:lnTo>
                <a:lnTo>
                  <a:pt x="8371284" y="1321"/>
                </a:lnTo>
                <a:lnTo>
                  <a:pt x="8392478" y="846"/>
                </a:lnTo>
                <a:lnTo>
                  <a:pt x="8413671" y="476"/>
                </a:lnTo>
                <a:lnTo>
                  <a:pt x="8434864" y="212"/>
                </a:lnTo>
                <a:lnTo>
                  <a:pt x="8456057" y="53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0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F3B6FDCF-BC54-4F22-9CD8-2C9B52BC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52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+1</a:t>
            </a:r>
          </a:p>
        </p:txBody>
      </p:sp>
      <p:sp>
        <p:nvSpPr>
          <p:cNvPr id="31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B08AD5DE-D19B-4BE8-8A3C-74478883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81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2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8D70FDD1-4AC2-42FE-9598-B63EBD60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−1</a:t>
            </a:r>
          </a:p>
        </p:txBody>
      </p:sp>
      <p:sp>
        <p:nvSpPr>
          <p:cNvPr id="33" name="alias-stem">
            <a:extLst xmlns:a="http://schemas.openxmlformats.org/drawingml/2006/main">
              <a:ext uri="{FF2B5EF4-FFF2-40B4-BE49-F238E27FC236}">
                <a16:creationId xmlns:a16="http://schemas.microsoft.com/office/drawing/2014/main" id="{B42FA5E5-FAB5-49CB-9936-2A78B456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4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499F90C8-0C21-4E0F-B319-4F2F8A7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5" name="alias-time">
            <a:extLst xmlns:a="http://schemas.openxmlformats.org/drawingml/2006/main">
              <a:ext uri="{FF2B5EF4-FFF2-40B4-BE49-F238E27FC236}">
                <a16:creationId xmlns:a16="http://schemas.microsoft.com/office/drawing/2014/main" id="{2ACFB675-1BE8-4ED0-92EF-4C20821B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6" name="alias-stem">
            <a:extLst xmlns:a="http://schemas.openxmlformats.org/drawingml/2006/main">
              <a:ext uri="{FF2B5EF4-FFF2-40B4-BE49-F238E27FC236}">
                <a16:creationId xmlns:a16="http://schemas.microsoft.com/office/drawing/2014/main" id="{038D337A-DF2E-490C-ABB5-3C47DEEF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2957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7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5F8F9F2A-ECB4-4FDB-B616-0D31EBE7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8" name="alias-time">
            <a:extLst xmlns:a="http://schemas.openxmlformats.org/drawingml/2006/main">
              <a:ext uri="{FF2B5EF4-FFF2-40B4-BE49-F238E27FC236}">
                <a16:creationId xmlns:a16="http://schemas.microsoft.com/office/drawing/2014/main" id="{ADD85124-02C8-4A82-B6D7-6C7AF9D4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39" name="alias-stem">
            <a:extLst xmlns:a="http://schemas.openxmlformats.org/drawingml/2006/main">
              <a:ext uri="{FF2B5EF4-FFF2-40B4-BE49-F238E27FC236}">
                <a16:creationId xmlns:a16="http://schemas.microsoft.com/office/drawing/2014/main" id="{5F4DFDE6-7BBB-46DC-882F-A9887C24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957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0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AB2D7343-6A58-42FE-86B8-C16A1692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1" name="alias-time">
            <a:extLst xmlns:a="http://schemas.openxmlformats.org/drawingml/2006/main">
              <a:ext uri="{FF2B5EF4-FFF2-40B4-BE49-F238E27FC236}">
                <a16:creationId xmlns:a16="http://schemas.microsoft.com/office/drawing/2014/main" id="{4A7E4011-23A0-4A77-9E9C-23195E19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42" name="alias-stem">
            <a:extLst xmlns:a="http://schemas.openxmlformats.org/drawingml/2006/main">
              <a:ext uri="{FF2B5EF4-FFF2-40B4-BE49-F238E27FC236}">
                <a16:creationId xmlns:a16="http://schemas.microsoft.com/office/drawing/2014/main" id="{3F0B9EB4-BC2D-4FDD-B941-26CD0884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2957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3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C1DAD618-D641-4CA1-9C9F-169DDA9B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4" name="alias-time">
            <a:extLst xmlns:a="http://schemas.openxmlformats.org/drawingml/2006/main">
              <a:ext uri="{FF2B5EF4-FFF2-40B4-BE49-F238E27FC236}">
                <a16:creationId xmlns:a16="http://schemas.microsoft.com/office/drawing/2014/main" id="{7BDCE840-17E6-4B0A-BCAE-AA87D73E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45" name="alias-stem">
            <a:extLst xmlns:a="http://schemas.openxmlformats.org/drawingml/2006/main">
              <a:ext uri="{FF2B5EF4-FFF2-40B4-BE49-F238E27FC236}">
                <a16:creationId xmlns:a16="http://schemas.microsoft.com/office/drawing/2014/main" id="{E45D68D7-EEF7-41A3-9BBC-D9306D81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671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6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FC29B524-3E73-428C-BCE9-25A1FEFF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7" name="alias-time">
            <a:extLst xmlns:a="http://schemas.openxmlformats.org/drawingml/2006/main">
              <a:ext uri="{FF2B5EF4-FFF2-40B4-BE49-F238E27FC236}">
                <a16:creationId xmlns:a16="http://schemas.microsoft.com/office/drawing/2014/main" id="{08006DC9-CE48-4FAB-A4FC-922DB24C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48" name="alias-time-unit">
            <a:extLst xmlns:a="http://schemas.openxmlformats.org/drawingml/2006/main">
              <a:ext uri="{FF2B5EF4-FFF2-40B4-BE49-F238E27FC236}">
                <a16:creationId xmlns:a16="http://schemas.microsoft.com/office/drawing/2014/main" id="{F3958D83-5714-4508-BE6F-7F164F9A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768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ms</a:t>
            </a:r>
          </a:p>
        </p:txBody>
      </p:sp>
      <p:sp>
        <p:nvSpPr>
          <p:cNvPr id="49" name="answer-1">
            <a:extLst xmlns:a="http://schemas.openxmlformats.org/drawingml/2006/main">
              <a:ext uri="{FF2B5EF4-FFF2-40B4-BE49-F238E27FC236}">
                <a16:creationId xmlns:a16="http://schemas.microsoft.com/office/drawing/2014/main" id="{12C64B9D-98C1-48AF-9956-E2304900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两组样本相同：1、0、−1、0、1。</a:t>
            </a:r>
          </a:p>
        </p:txBody>
      </p:sp>
      <p:sp>
        <p:nvSpPr>
          <p:cNvPr id="50" name="answer-2">
            <a:extLst xmlns:a="http://schemas.openxmlformats.org/drawingml/2006/main">
              <a:ext uri="{FF2B5EF4-FFF2-40B4-BE49-F238E27FC236}">
                <a16:creationId xmlns:a16="http://schemas.microsoft.com/office/drawing/2014/main" id="{9628AE2F-1563-4813-BDBA-9AE8B473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不同输入可能无法区分：混叠。</a:t>
            </a:r>
          </a:p>
        </p:txBody>
      </p:sp>
    </p:spTree>
    <p:extLst>
      <p:ext uri="{BB962C8B-B14F-4D97-AF65-F5344CB8AC3E}">
        <p14:creationId xmlns:p14="http://schemas.microsoft.com/office/powerpoint/2010/main" val="4013299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">
            <a:extLst xmlns:a="http://schemas.openxmlformats.org/drawingml/2006/main">
              <a:ext uri="{FF2B5EF4-FFF2-40B4-BE49-F238E27FC236}">
                <a16:creationId xmlns:a16="http://schemas.microsoft.com/office/drawing/2014/main" id="{9B0FB36B-7BDE-4BD3-98EC-3B79DA30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BAC7654-EEDD-4089-BF81-09B9E4BA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9EC0B3-B295-4302-8FD3-BA2078EC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8kHz采样能保留6kHz纯音吗？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303F36-0679-48BD-97C5-C055C953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带限信号；理想条件：fs &gt; 2 × fmax。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A4836F-409E-472E-8BE1-36F8F516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声音6 kHz；采样8 kHz。</a:t>
            </a:r>
          </a:p>
        </p:txBody>
      </p:sp>
      <p:sp>
        <p:nvSpPr>
          <p:cNvPr id="6" name="frequency-axis">
            <a:extLst xmlns:a="http://schemas.openxmlformats.org/drawingml/2006/main">
              <a:ext uri="{FF2B5EF4-FFF2-40B4-BE49-F238E27FC236}">
                <a16:creationId xmlns:a16="http://schemas.microsoft.com/office/drawing/2014/main" id="{D4BF2323-FEBA-4FCF-9588-7BCA4C3B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9525000" cy="9525"/>
          </a:xfrm>
          <a:custGeom xmlns:a="http://schemas.openxmlformats.org/drawingml/2006/main"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62626"/>
            </a:solidFill>
          </a:ln>
        </p:spPr>
      </p:sp>
      <p:sp>
        <p:nvSpPr>
          <p:cNvPr id="7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656E7248-C1BC-4701-81BE-F11B39AD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8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923AC30A-EF60-4136-99EB-ADD3ABF0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9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5E7DAEE3-15A4-4017-B4A1-345C0B0B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0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8DB06669-5B48-44AA-BBE9-38E53812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1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C4EF09A6-1790-4AAE-AAA6-4C930770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2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A1CFB5FC-773A-43C0-8BA8-EF3D58CE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13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11D591F4-F977-4E93-B892-C8772400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4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5F7AB7D-81BC-482E-8792-49DFB6C4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</a:t>
            </a:r>
          </a:p>
        </p:txBody>
      </p:sp>
      <p:sp>
        <p:nvSpPr>
          <p:cNvPr id="15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73D9E289-7DB3-473F-B159-043FA625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855E337-83E9-4E58-BEF3-0E0F47DD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</a:t>
            </a:r>
          </a:p>
        </p:txBody>
      </p:sp>
      <p:sp>
        <p:nvSpPr>
          <p:cNvPr id="17" name="frequency-unit">
            <a:extLst xmlns:a="http://schemas.openxmlformats.org/drawingml/2006/main">
              <a:ext uri="{FF2B5EF4-FFF2-40B4-BE49-F238E27FC236}">
                <a16:creationId xmlns:a16="http://schemas.microsoft.com/office/drawing/2014/main" id="{FDC36D16-9B80-4224-B672-D309D07F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声音频率 / kHz</a:t>
            </a:r>
          </a:p>
        </p:txBody>
      </p:sp>
      <p:sp>
        <p:nvSpPr>
          <p:cNvPr id="18" name="six-khz-component">
            <a:extLst xmlns:a="http://schemas.openxmlformats.org/drawingml/2006/main">
              <a:ext uri="{FF2B5EF4-FFF2-40B4-BE49-F238E27FC236}">
                <a16:creationId xmlns:a16="http://schemas.microsoft.com/office/drawing/2014/main" id="{FC37AF6C-8C3B-4C73-AF0A-131A3620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9525" cy="895350"/>
          </a:xfrm>
          <a:custGeom xmlns:a="http://schemas.openxmlformats.org/drawingml/2006/main">
            <a:pathLst>
              <a:path w="9525" h="89535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9" name="input-frequency">
            <a:extLst xmlns:a="http://schemas.openxmlformats.org/drawingml/2006/main">
              <a:ext uri="{FF2B5EF4-FFF2-40B4-BE49-F238E27FC236}">
                <a16:creationId xmlns:a16="http://schemas.microsoft.com/office/drawing/2014/main" id="{2876AED3-CA65-4D1C-AB32-F28DDFBE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9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kHz输入</a:t>
            </a:r>
          </a:p>
        </p:txBody>
      </p:sp>
    </p:spTree>
    <p:extLst>
      <p:ext uri="{BB962C8B-B14F-4D97-AF65-F5344CB8AC3E}">
        <p14:creationId xmlns:p14="http://schemas.microsoft.com/office/powerpoint/2010/main" val="25981850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9B0FB36B-7BDE-4BD3-98EC-3B79DA30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BAC7654-EEDD-4089-BF81-09B9E4BA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9EC0B3-B295-4302-8FD3-BA2078EC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8kHz采样能保留6kHz纯音吗？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303F36-0679-48BD-97C5-C055C953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带限信号；理想条件：fs &gt; 2 × fmax。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A4836F-409E-472E-8BE1-36F8F516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声音6 kHz；采样8 kHz。</a:t>
            </a:r>
          </a:p>
        </p:txBody>
      </p:sp>
      <p:sp>
        <p:nvSpPr>
          <p:cNvPr id="6" name="frequency-axis">
            <a:extLst xmlns:a="http://schemas.openxmlformats.org/drawingml/2006/main">
              <a:ext uri="{FF2B5EF4-FFF2-40B4-BE49-F238E27FC236}">
                <a16:creationId xmlns:a16="http://schemas.microsoft.com/office/drawing/2014/main" id="{D4BF2323-FEBA-4FCF-9588-7BCA4C3B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9525000" cy="9525"/>
          </a:xfrm>
          <a:custGeom xmlns:a="http://schemas.openxmlformats.org/drawingml/2006/main"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62626"/>
            </a:solidFill>
          </a:ln>
        </p:spPr>
      </p:sp>
      <p:sp>
        <p:nvSpPr>
          <p:cNvPr id="7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656E7248-C1BC-4701-81BE-F11B39AD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8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923AC30A-EF60-4136-99EB-ADD3ABF0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9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5E7DAEE3-15A4-4017-B4A1-345C0B0B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0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8DB06669-5B48-44AA-BBE9-38E53812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1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C4EF09A6-1790-4AAE-AAA6-4C930770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2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A1CFB5FC-773A-43C0-8BA8-EF3D58CE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13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11D591F4-F977-4E93-B892-C8772400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4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5F7AB7D-81BC-482E-8792-49DFB6C4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</a:t>
            </a:r>
          </a:p>
        </p:txBody>
      </p:sp>
      <p:sp>
        <p:nvSpPr>
          <p:cNvPr id="15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73D9E289-7DB3-473F-B159-043FA625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855E337-83E9-4E58-BEF3-0E0F47DD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</a:t>
            </a:r>
          </a:p>
        </p:txBody>
      </p:sp>
      <p:sp>
        <p:nvSpPr>
          <p:cNvPr id="17" name="frequency-unit">
            <a:extLst xmlns:a="http://schemas.openxmlformats.org/drawingml/2006/main">
              <a:ext uri="{FF2B5EF4-FFF2-40B4-BE49-F238E27FC236}">
                <a16:creationId xmlns:a16="http://schemas.microsoft.com/office/drawing/2014/main" id="{FDC36D16-9B80-4224-B672-D309D07F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声音频率 / kHz</a:t>
            </a:r>
          </a:p>
        </p:txBody>
      </p:sp>
      <p:sp>
        <p:nvSpPr>
          <p:cNvPr id="18" name="six-khz-component">
            <a:extLst xmlns:a="http://schemas.openxmlformats.org/drawingml/2006/main">
              <a:ext uri="{FF2B5EF4-FFF2-40B4-BE49-F238E27FC236}">
                <a16:creationId xmlns:a16="http://schemas.microsoft.com/office/drawing/2014/main" id="{FC37AF6C-8C3B-4C73-AF0A-131A3620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9525" cy="895350"/>
          </a:xfrm>
          <a:custGeom xmlns:a="http://schemas.openxmlformats.org/drawingml/2006/main">
            <a:pathLst>
              <a:path w="9525" h="89535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9" name="input-frequency">
            <a:extLst xmlns:a="http://schemas.openxmlformats.org/drawingml/2006/main">
              <a:ext uri="{FF2B5EF4-FFF2-40B4-BE49-F238E27FC236}">
                <a16:creationId xmlns:a16="http://schemas.microsoft.com/office/drawing/2014/main" id="{2876AED3-CA65-4D1C-AB32-F28DDFBE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9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kHz输入</a:t>
            </a:r>
          </a:p>
        </p:txBody>
      </p:sp>
      <p:sp>
        <p:nvSpPr>
          <p:cNvPr id="20" name="nyquist-boundary">
            <a:extLst xmlns:a="http://schemas.openxmlformats.org/drawingml/2006/main">
              <a:ext uri="{FF2B5EF4-FFF2-40B4-BE49-F238E27FC236}">
                <a16:creationId xmlns:a16="http://schemas.microsoft.com/office/drawing/2014/main" id="{220EEBD0-1631-47A0-AD45-37C1ABB1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9525" cy="1000125"/>
          </a:xfrm>
          <a:custGeom xmlns:a="http://schemas.openxmlformats.org/drawingml/2006/main">
            <a:pathLst>
              <a:path w="9525" h="1000125">
                <a:moveTo>
                  <a:pt x="0" y="0"/>
                </a:moveTo>
                <a:lnTo>
                  <a:pt x="0" y="10001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21" name="nyquist-label">
            <a:extLst xmlns:a="http://schemas.openxmlformats.org/drawingml/2006/main">
              <a:ext uri="{FF2B5EF4-FFF2-40B4-BE49-F238E27FC236}">
                <a16:creationId xmlns:a16="http://schemas.microsoft.com/office/drawing/2014/main" id="{5938C114-45DA-4D38-B083-C5558B58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6386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rPr>
              <a:t>fs/2＝4 kHz边界</a:t>
            </a:r>
          </a:p>
        </p:txBody>
      </p:sp>
      <p:sp>
        <p:nvSpPr>
          <p:cNvPr id="22" name="answer-1">
            <a:extLst xmlns:a="http://schemas.openxmlformats.org/drawingml/2006/main">
              <a:ext uri="{FF2B5EF4-FFF2-40B4-BE49-F238E27FC236}">
                <a16:creationId xmlns:a16="http://schemas.microsoft.com/office/drawing/2014/main" id="{4B6DC8A0-45F2-4D9A-94EA-936D975A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正常流程：先限制频率，再采样。</a:t>
            </a:r>
          </a:p>
        </p:txBody>
      </p:sp>
      <p:sp>
        <p:nvSpPr>
          <p:cNvPr id="23" name="answer-2">
            <a:extLst xmlns:a="http://schemas.openxmlformats.org/drawingml/2006/main">
              <a:ext uri="{FF2B5EF4-FFF2-40B4-BE49-F238E27FC236}">
                <a16:creationId xmlns:a16="http://schemas.microsoft.com/office/drawing/2014/main" id="{0D693366-241E-41ED-AE41-1FA7ECC9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 kHz超过4 kHz边界，不能保留。</a:t>
            </a:r>
          </a:p>
        </p:txBody>
      </p:sp>
    </p:spTree>
    <p:extLst>
      <p:ext uri="{BB962C8B-B14F-4D97-AF65-F5344CB8AC3E}">
        <p14:creationId xmlns:p14="http://schemas.microsoft.com/office/powerpoint/2010/main" val="25981850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">
            <a:extLst xmlns:a="http://schemas.openxmlformats.org/drawingml/2006/main">
              <a:ext uri="{FF2B5EF4-FFF2-40B4-BE49-F238E27FC236}">
                <a16:creationId xmlns:a16="http://schemas.microsoft.com/office/drawing/2014/main" id="{A5FB8C80-D825-47A5-9422-FA04CF8A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D40CA7-18CB-426D-ABD3-9AA9E45F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EABB208-6306-46B0-BFCE-8F9F27C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怎样把记录参数与数据量连起来？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77E5DDD2-83FA-4554-95B7-E5095CBB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BEB34BCD-DCDB-4C1F-A4D4-82F411CF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B487C741-9D25-4D56-B2CC-42D29862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6B685D93-31BA-400A-8F7C-C6E6D18A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EC41565D-E1B4-4801-8350-EBA1B44F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0ACB37A2-A43F-46AD-B9F1-08A70069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25A3198A-A981-43C5-98B0-61244321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30659C23-385D-4CB9-8EE5-2144891F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712CF16-4E30-4F70-BBD6-8F976207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3E31EE31-EEBF-44DD-9A97-540A8A64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90D8A817-4586-4C3F-B6F5-85E992CE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76107799-83FD-40A8-BF33-A65B4C97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962064EA-B247-4A3D-8DED-E0BB5F12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7C6C5ED5-ADAB-4B3C-9669-34CC659C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566C6801-9CB4-4A3A-953A-F59C270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B8AF52E0-0CD3-4CE8-BC42-0FB66211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A7A409BC-8C33-4278-ACEA-078C44CE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1BB6663E-421F-4325-874E-FDC6AAA0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5ACFFD5B-ED95-4D31-AC03-BD3116E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E97A6535-1E84-4987-BC22-0788FA96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493AC0F1-7B2C-4895-B370-DE409579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969246E4-F664-4FD1-BDC1-C3FE389E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E54630F1-A7AF-4785-9A31-96B20344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D0602F9A-09BA-47CF-A18F-752EE55D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46B44BE0-4C78-42E9-A440-0EE5B143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8F55EB43-B08D-4AC9-9638-AD3C2C6E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9F6AD84D-355C-41CD-95C2-F1996A6B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4B05DE37-D3DA-4221-955E-8E824C31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FC92E5DA-2125-4A79-98D6-867155D0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</p:spTree>
    <p:extLst>
      <p:ext uri="{BB962C8B-B14F-4D97-AF65-F5344CB8AC3E}">
        <p14:creationId xmlns:p14="http://schemas.microsoft.com/office/powerpoint/2010/main" val="5364559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op-rail">
            <a:extLst xmlns:a="http://schemas.openxmlformats.org/drawingml/2006/main">
              <a:ext uri="{FF2B5EF4-FFF2-40B4-BE49-F238E27FC236}">
                <a16:creationId xmlns:a16="http://schemas.microsoft.com/office/drawing/2014/main" id="{A5FB8C80-D825-47A5-9422-FA04CF8A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D40CA7-18CB-426D-ABD3-9AA9E45F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EABB208-6306-46B0-BFCE-8F9F27C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怎样把记录参数与数据量连起来？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77E5DDD2-83FA-4554-95B7-E5095CBB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BEB34BCD-DCDB-4C1F-A4D4-82F411CF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B487C741-9D25-4D56-B2CC-42D29862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6B685D93-31BA-400A-8F7C-C6E6D18A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EC41565D-E1B4-4801-8350-EBA1B44F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0ACB37A2-A43F-46AD-B9F1-08A70069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25A3198A-A981-43C5-98B0-61244321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30659C23-385D-4CB9-8EE5-2144891F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712CF16-4E30-4F70-BBD6-8F976207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3E31EE31-EEBF-44DD-9A97-540A8A64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90D8A817-4586-4C3F-B6F5-85E992CE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76107799-83FD-40A8-BF33-A65B4C97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962064EA-B247-4A3D-8DED-E0BB5F12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7C6C5ED5-ADAB-4B3C-9669-34CC659C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566C6801-9CB4-4A3A-953A-F59C270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B8AF52E0-0CD3-4CE8-BC42-0FB66211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A7A409BC-8C33-4278-ACEA-078C44CE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1BB6663E-421F-4325-874E-FDC6AAA0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5ACFFD5B-ED95-4D31-AC03-BD3116E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E97A6535-1E84-4987-BC22-0788FA96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493AC0F1-7B2C-4895-B370-DE409579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969246E4-F664-4FD1-BDC1-C3FE389E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E54630F1-A7AF-4785-9A31-96B20344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D0602F9A-09BA-47CF-A18F-752EE55D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46B44BE0-4C78-42E9-A440-0EE5B143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8F55EB43-B08D-4AC9-9638-AD3C2C6E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9F6AD84D-355C-41CD-95C2-F1996A6B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4B05DE37-D3DA-4221-955E-8E824C31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FC92E5DA-2125-4A79-98D6-867155D0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  <p:sp>
        <p:nvSpPr>
          <p:cNvPr id="33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FEB124B7-3CD5-4EB5-96F4-4AB88099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tree-trunk-3">
            <a:extLst xmlns:a="http://schemas.openxmlformats.org/drawingml/2006/main">
              <a:ext uri="{FF2B5EF4-FFF2-40B4-BE49-F238E27FC236}">
                <a16:creationId xmlns:a16="http://schemas.microsoft.com/office/drawing/2014/main" id="{DF4E5B94-5590-4933-84EF-24D7729E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3314700"/>
          </a:xfrm>
          <a:custGeom xmlns:a="http://schemas.openxmlformats.org/drawingml/2006/main">
            <a:pathLst>
              <a:path w="9525" h="3314700">
                <a:moveTo>
                  <a:pt x="0" y="0"/>
                </a:moveTo>
                <a:lnTo>
                  <a:pt x="0" y="3314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5" name="tree-relationship-3">
            <a:extLst xmlns:a="http://schemas.openxmlformats.org/drawingml/2006/main">
              <a:ext uri="{FF2B5EF4-FFF2-40B4-BE49-F238E27FC236}">
                <a16:creationId xmlns:a16="http://schemas.microsoft.com/office/drawing/2014/main" id="{718D761D-AECC-46F0-8027-73D23490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768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6" name="tree-node-3">
            <a:extLst xmlns:a="http://schemas.openxmlformats.org/drawingml/2006/main">
              <a:ext uri="{FF2B5EF4-FFF2-40B4-BE49-F238E27FC236}">
                <a16:creationId xmlns:a16="http://schemas.microsoft.com/office/drawing/2014/main" id="{B3B33365-B872-476E-B288-AAD788C1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673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tree-heading-3">
            <a:extLst xmlns:a="http://schemas.openxmlformats.org/drawingml/2006/main">
              <a:ext uri="{FF2B5EF4-FFF2-40B4-BE49-F238E27FC236}">
                <a16:creationId xmlns:a16="http://schemas.microsoft.com/office/drawing/2014/main" id="{3355C1C0-D9E4-4BC1-BEED-D1B4E1FF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43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PCM计数</a:t>
            </a:r>
          </a:p>
        </p:txBody>
      </p:sp>
      <p:sp>
        <p:nvSpPr>
          <p:cNvPr id="38" name="tree-detail-3">
            <a:extLst xmlns:a="http://schemas.openxmlformats.org/drawingml/2006/main">
              <a:ext uri="{FF2B5EF4-FFF2-40B4-BE49-F238E27FC236}">
                <a16:creationId xmlns:a16="http://schemas.microsoft.com/office/drawing/2014/main" id="{8EEEA954-9A2C-44BF-92BE-DF442707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05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先数样本，再数byte</a:t>
            </a:r>
          </a:p>
        </p:txBody>
      </p:sp>
      <p:sp>
        <p:nvSpPr>
          <p:cNvPr id="3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6F1C2E7-400E-448F-9071-7D1227C3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625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0" name="tree-relation-label-3">
            <a:extLst xmlns:a="http://schemas.openxmlformats.org/drawingml/2006/main">
              <a:ext uri="{FF2B5EF4-FFF2-40B4-BE49-F238E27FC236}">
                <a16:creationId xmlns:a16="http://schemas.microsoft.com/office/drawing/2014/main" id="{6924D70E-84DD-4469-9798-82A51E52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435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每声道样本数 × 声道数</a:t>
            </a:r>
          </a:p>
        </p:txBody>
      </p:sp>
      <p:sp>
        <p:nvSpPr>
          <p:cNvPr id="41" name="tree-relation-detail-3">
            <a:extLst xmlns:a="http://schemas.openxmlformats.org/drawingml/2006/main">
              <a:ext uri="{FF2B5EF4-FFF2-40B4-BE49-F238E27FC236}">
                <a16:creationId xmlns:a16="http://schemas.microsoft.com/office/drawing/2014/main" id="{FC00669B-0F6E-46A1-98E2-D74EB702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054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× 每样本字节数 → 数据量</a:t>
            </a:r>
          </a:p>
        </p:txBody>
      </p:sp>
      <p:sp>
        <p:nvSpPr>
          <p:cNvPr id="42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67AD50D1-D151-417B-8D9D-9F9BB500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292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3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9257D14F-3CB3-433D-8BF6-E751AB1E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625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5364559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7F23F375-66C0-4039-8220-DE3614FF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AC25C6E-6587-45D8-84A1-4DF50D93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D4F26C5-ECF7-4088-9067-2E343C1C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独立退出题：列式，并改写一句话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5821E40-6EC3-4DB0-A3CC-9085EFCD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16kHz、2秒、16bit、双声道未压缩PCM。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849E46-36D4-45BB-BA7A-7CA52D3D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求样本数据量（B）；圈出声道因子。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7DD919-1942-4E8B-8F45-B3FD71FD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改写：“声音编码的目的就是压缩文件。”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11114F1-018B-4A2C-962B-E91AEF45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用本课一个例子说明理由。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24019C-BCF3-412C-8B28-82E4EDC1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独立60秒；先交纸条，再核对。</a:t>
            </a:r>
          </a:p>
        </p:txBody>
      </p:sp>
    </p:spTree>
    <p:extLst>
      <p:ext uri="{BB962C8B-B14F-4D97-AF65-F5344CB8AC3E}">
        <p14:creationId xmlns:p14="http://schemas.microsoft.com/office/powerpoint/2010/main" val="37757573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7F23F375-66C0-4039-8220-DE3614FF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AC25C6E-6587-45D8-84A1-4DF50D93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D4F26C5-ECF7-4088-9067-2E343C1C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独立退出题：列式，并改写一句话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5821E40-6EC3-4DB0-A3CC-9085EFCD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16kHz、2秒、16bit、双声道未压缩PCM。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849E46-36D4-45BB-BA7A-7CA52D3D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求样本数据量（B）；圈出声道因子。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7DD919-1942-4E8B-8F45-B3FD71FD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改写：“声音编码的目的就是压缩文件。”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11114F1-018B-4A2C-962B-E91AEF45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用本课一个例子说明理由。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24019C-BCF3-412C-8B28-82E4EDC1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独立60秒；先交纸条，再核对。</a:t>
            </a:r>
          </a:p>
        </p:txBody>
      </p:sp>
      <p:sp>
        <p:nvSpPr>
          <p:cNvPr id="9" name="exit-answer-1">
            <a:extLst xmlns:a="http://schemas.openxmlformats.org/drawingml/2006/main">
              <a:ext uri="{FF2B5EF4-FFF2-40B4-BE49-F238E27FC236}">
                <a16:creationId xmlns:a16="http://schemas.microsoft.com/office/drawing/2014/main" id="{E0692A56-97C4-4BB7-9C5F-1F388790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16,000 × 2秒 × 2声道 × 2 B＝128,000 B</a:t>
            </a:r>
          </a:p>
        </p:txBody>
      </p:sp>
      <p:sp>
        <p:nvSpPr>
          <p:cNvPr id="10" name="exit-answer-2">
            <a:extLst xmlns:a="http://schemas.openxmlformats.org/drawingml/2006/main">
              <a:ext uri="{FF2B5EF4-FFF2-40B4-BE49-F238E27FC236}">
                <a16:creationId xmlns:a16="http://schemas.microsoft.com/office/drawing/2014/main" id="{86492F38-EC29-4085-B280-8F1DFBAD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编码可以不压缩；例如3 → 011。</a:t>
            </a:r>
          </a:p>
        </p:txBody>
      </p:sp>
    </p:spTree>
    <p:extLst>
      <p:ext uri="{BB962C8B-B14F-4D97-AF65-F5344CB8AC3E}">
        <p14:creationId xmlns:p14="http://schemas.microsoft.com/office/powerpoint/2010/main" val="37757573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4C3F3A76-D147-42D1-BF1C-5F2A5CA9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4CF3DF6-24A6-4192-B63F-5AD3EAC4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F7500C8-9DBB-4094-BBB7-6FB2A045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80分和60分，为什么会同属B？</a:t>
            </a:r>
          </a:p>
        </p:txBody>
      </p:sp>
      <p:graphicFrame>
        <p:nvGraphicFramePr>
          <p:cNvPr id="4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4DCC182C-3155-4026-8240-6A16DEA47240}"/>
              </a:ext>
            </a:extLst>
          </p:cNvPr>
          <p:cNvGraphicFramePr/>
          <p:nvPr/>
        </p:nvGraphicFramePr>
        <p:xfrm>
          <a:off xmlns:a="http://schemas.openxmlformats.org/drawingml/2006/main" x="809625" y="2619375"/>
          <a:ext xmlns:a="http://schemas.openxmlformats.org/drawingml/2006/main" cx="5334000" cy="2476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95500"/>
                <a:gridCol w="323850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整数分数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90–100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60–89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0–59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75DFB447-AFE5-4E2B-809B-990327E75D49}"/>
              </a:ext>
            </a:extLst>
          </p:cNvPr>
          <p:cNvGraphicFramePr/>
          <p:nvPr/>
        </p:nvGraphicFramePr>
        <p:xfrm>
          <a:off xmlns:a="http://schemas.openxmlformats.org/drawingml/2006/main" x="7000875" y="3048000"/>
          <a:ext xmlns:a="http://schemas.openxmlformats.org/drawingml/2006/main" cx="4381500" cy="185737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190750"/>
                <a:gridCol w="219075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21053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4C3F3A76-D147-42D1-BF1C-5F2A5CA9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4CF3DF6-24A6-4192-B63F-5AD3EAC4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F7500C8-9DBB-4094-BBB7-6FB2A045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80分和60分，为什么会同属B？</a:t>
            </a:r>
          </a:p>
        </p:txBody>
      </p:sp>
      <p:graphicFrame>
        <p:nvGraphicFramePr>
          <p:cNvPr id="4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4DCC182C-3155-4026-8240-6A16DEA47240}"/>
              </a:ext>
            </a:extLst>
          </p:cNvPr>
          <p:cNvGraphicFramePr/>
          <p:nvPr/>
        </p:nvGraphicFramePr>
        <p:xfrm>
          <a:off xmlns:a="http://schemas.openxmlformats.org/drawingml/2006/main" x="809625" y="2619375"/>
          <a:ext xmlns:a="http://schemas.openxmlformats.org/drawingml/2006/main" cx="5334000" cy="2476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95500"/>
                <a:gridCol w="323850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整数分数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90–100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60–89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0–59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75DFB447-AFE5-4E2B-809B-990327E75D49}"/>
              </a:ext>
            </a:extLst>
          </p:cNvPr>
          <p:cNvGraphicFramePr/>
          <p:nvPr/>
        </p:nvGraphicFramePr>
        <p:xfrm>
          <a:off xmlns:a="http://schemas.openxmlformats.org/drawingml/2006/main" x="7000875" y="3048000"/>
          <a:ext xmlns:a="http://schemas.openxmlformats.org/drawingml/2006/main" cx="4381500" cy="185737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190750"/>
                <a:gridCol w="219075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CF128F4A-5118-4EE9-B6A7-A3DB2C61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不同分数可能映射为同一等级。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5D101ED2-92C0-40AB-9FDB-DACE7C86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只有等级，不能恢复原来的精确分数。</a:t>
            </a:r>
          </a:p>
        </p:txBody>
      </p:sp>
    </p:spTree>
    <p:extLst>
      <p:ext uri="{BB962C8B-B14F-4D97-AF65-F5344CB8AC3E}">
        <p14:creationId xmlns:p14="http://schemas.microsoft.com/office/powerpoint/2010/main" val="110521053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4A07107E-36EF-4D5C-B03C-436A65F9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C1C087E-8158-448C-AF81-3743BF2C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B1B8F83-3F79-4C84-9C7B-BA2E77A3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等级更多，每个样本都一定更接近吗？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ABC974D-FB0E-467A-8449-37DAA804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同一输入−0.71；范围、时刻与均匀分级规则不变。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84741B29-519C-49A4-893D-7BEE9A0DDF31}"/>
              </a:ext>
            </a:extLst>
          </p:cNvPr>
          <p:cNvGraphicFramePr/>
          <p:nvPr/>
        </p:nvGraphicFramePr>
        <p:xfrm>
          <a:off xmlns:a="http://schemas.openxmlformats.org/drawingml/2006/main" x="1714500" y="2714625"/>
          <a:ext xmlns:a="http://schemas.openxmlformats.org/drawingml/2006/main" cx="8763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286000"/>
                <a:gridCol w="3238500"/>
                <a:gridCol w="3238500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绝对误差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−0.625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9136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4A07107E-36EF-4D5C-B03C-436A65F9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C1C087E-8158-448C-AF81-3743BF2C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B1B8F83-3F79-4C84-9C7B-BA2E77A3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等级更多，每个样本都一定更接近吗？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ABC974D-FB0E-467A-8449-37DAA804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同一输入−0.71；范围、时刻与均匀分级规则不变。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84741B29-519C-49A4-893D-7BEE9A0DDF31}"/>
              </a:ext>
            </a:extLst>
          </p:cNvPr>
          <p:cNvGraphicFramePr/>
          <p:nvPr/>
        </p:nvGraphicFramePr>
        <p:xfrm>
          <a:off xmlns:a="http://schemas.openxmlformats.org/drawingml/2006/main" x="1714500" y="2714625"/>
          <a:ext xmlns:a="http://schemas.openxmlformats.org/drawingml/2006/main" cx="8763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286000"/>
                <a:gridCol w="3238500"/>
                <a:gridCol w="3238500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绝对误差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0.04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−0.625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0.085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ED851DD4-1DAD-4D4D-880F-04161AA6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本例8档误差更大；两者都未超过各自上界。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028D8C9C-3A14-41A4-886C-70D43A12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误差上界减小，不等于每一点都更接近。</a:t>
            </a:r>
          </a:p>
        </p:txBody>
      </p:sp>
    </p:spTree>
    <p:extLst>
      <p:ext uri="{BB962C8B-B14F-4D97-AF65-F5344CB8AC3E}">
        <p14:creationId xmlns:p14="http://schemas.microsoft.com/office/powerpoint/2010/main" val="346591367"/>
      </p:ext>
    </p:extLst>
  </p:cSld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为什么麦克风能画出一条“声音曲线”？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7373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空气的疏密变化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7373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 / 电信号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743200"/>
            <a:ext cx="237744" cy="1371600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43584" y="2971800"/>
            <a:ext cx="146304" cy="914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794760" y="2889504"/>
            <a:ext cx="0" cy="1088135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995928" y="2889504"/>
            <a:ext cx="0" cy="1088135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97096" y="2889504"/>
            <a:ext cx="0" cy="1088135"/>
          </a:xfrm>
          <a:prstGeom prst="line">
            <a:avLst/>
          </a:prstGeom>
          <a:ln w="381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398264" y="2889504"/>
            <a:ext cx="0" cy="1088135"/>
          </a:xfrm>
          <a:prstGeom prst="line">
            <a:avLst/>
          </a:prstGeom>
          <a:ln w="381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99432" y="2889504"/>
            <a:ext cx="0" cy="1088135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2889504"/>
            <a:ext cx="0" cy="1088135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01768" y="2889504"/>
            <a:ext cx="0" cy="1088135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202936" y="2889504"/>
            <a:ext cx="0" cy="1088135"/>
          </a:xfrm>
          <a:prstGeom prst="line">
            <a:avLst/>
          </a:prstGeom>
          <a:ln w="381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04104" y="2889504"/>
            <a:ext cx="0" cy="1088135"/>
          </a:xfrm>
          <a:prstGeom prst="line">
            <a:avLst/>
          </a:prstGeom>
          <a:ln w="381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05272" y="2889504"/>
            <a:ext cx="0" cy="1088135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06440" y="2889504"/>
            <a:ext cx="0" cy="1088135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07608" y="2889504"/>
            <a:ext cx="0" cy="1088135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08776" y="2889504"/>
            <a:ext cx="0" cy="1088135"/>
          </a:xfrm>
          <a:prstGeom prst="line">
            <a:avLst/>
          </a:prstGeom>
          <a:ln w="381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9944" y="2889504"/>
            <a:ext cx="0" cy="1088135"/>
          </a:xfrm>
          <a:prstGeom prst="line">
            <a:avLst/>
          </a:prstGeom>
          <a:ln w="381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503920" y="2651760"/>
            <a:ext cx="155448" cy="1371600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68512" y="2816352"/>
            <a:ext cx="164592" cy="10332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2514600" y="3383280"/>
            <a:ext cx="804672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evron 26"/>
          <p:cNvSpPr/>
          <p:nvPr/>
        </p:nvSpPr>
        <p:spPr>
          <a:xfrm>
            <a:off x="3291840" y="3314700"/>
            <a:ext cx="164592" cy="137160"/>
          </a:xfrm>
          <a:prstGeom prst="chevron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949440" y="3383280"/>
            <a:ext cx="941832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evron 28"/>
          <p:cNvSpPr/>
          <p:nvPr/>
        </p:nvSpPr>
        <p:spPr>
          <a:xfrm>
            <a:off x="7863840" y="3314700"/>
            <a:ext cx="164592" cy="137160"/>
          </a:xfrm>
          <a:prstGeom prst="chevron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80060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8C64E1"/>
                </a:solidFill>
                <a:latin typeface="Alibaba PuHuiTi 3.0 55 Regular"/>
              </a:defRPr>
            </a:pPr>
            <a:r>
              <a:t>同一位置的信号幅度随时间变化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3931920" y="5719102"/>
            <a:ext cx="50799" cy="4161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982719" y="5678465"/>
            <a:ext cx="50800" cy="4063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033519" y="5639764"/>
            <a:ext cx="50801" cy="3870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084320" y="5603910"/>
            <a:ext cx="50800" cy="3585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135120" y="5571749"/>
            <a:ext cx="50799" cy="3216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185919" y="5544036"/>
            <a:ext cx="50801" cy="2771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236720" y="5521425"/>
            <a:ext cx="50800" cy="2261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287520" y="5504448"/>
            <a:ext cx="50800" cy="1697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38320" y="5493504"/>
            <a:ext cx="50800" cy="1094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389120" y="5488851"/>
            <a:ext cx="50800" cy="465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439920" y="5488851"/>
            <a:ext cx="50799" cy="174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490719" y="5490599"/>
            <a:ext cx="50801" cy="810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41520" y="5498707"/>
            <a:ext cx="50800" cy="1427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92320" y="5512983"/>
            <a:ext cx="50800" cy="2010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643120" y="5533091"/>
            <a:ext cx="50800" cy="2546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693920" y="5558559"/>
            <a:ext cx="50800" cy="3022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744720" y="5588786"/>
            <a:ext cx="50800" cy="3427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95520" y="5623061"/>
            <a:ext cx="50800" cy="3751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46320" y="5660577"/>
            <a:ext cx="50800" cy="3987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97120" y="5700451"/>
            <a:ext cx="50800" cy="4129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47920" y="5741743"/>
            <a:ext cx="50800" cy="4174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998720" y="5783483"/>
            <a:ext cx="50800" cy="4120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049520" y="5824686"/>
            <a:ext cx="50800" cy="3969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100320" y="5864384"/>
            <a:ext cx="50800" cy="372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51120" y="5901640"/>
            <a:ext cx="50799" cy="3394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1919" y="5935580"/>
            <a:ext cx="50800" cy="2982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52719" y="5965402"/>
            <a:ext cx="50801" cy="2500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03520" y="5990405"/>
            <a:ext cx="50800" cy="1959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354320" y="6010001"/>
            <a:ext cx="50800" cy="1372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405120" y="6023728"/>
            <a:ext cx="50800" cy="753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455920" y="6031263"/>
            <a:ext cx="50800" cy="116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506720" y="6027197"/>
            <a:ext cx="50800" cy="523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557520" y="6015692"/>
            <a:ext cx="50800" cy="115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608320" y="5998184"/>
            <a:ext cx="50799" cy="1750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659119" y="5975085"/>
            <a:ext cx="50801" cy="2309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709920" y="5946940"/>
            <a:ext cx="50800" cy="2814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760720" y="5914410"/>
            <a:ext cx="50800" cy="325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811520" y="5878262"/>
            <a:ext cx="50800" cy="3614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862320" y="5839346"/>
            <a:ext cx="50800" cy="3891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913120" y="5798579"/>
            <a:ext cx="50800" cy="4076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963920" y="5756921"/>
            <a:ext cx="50800" cy="4165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014720" y="5715353"/>
            <a:ext cx="50800" cy="4156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065520" y="5674852"/>
            <a:ext cx="50799" cy="4050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116319" y="5636373"/>
            <a:ext cx="50800" cy="3847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167119" y="5600822"/>
            <a:ext cx="50801" cy="3555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217920" y="5569035"/>
            <a:ext cx="50800" cy="3178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268720" y="5541761"/>
            <a:ext cx="50800" cy="2727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319520" y="5519642"/>
            <a:ext cx="50800" cy="2211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370320" y="5503199"/>
            <a:ext cx="50800" cy="164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421120" y="5492818"/>
            <a:ext cx="50800" cy="1038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471920" y="5488745"/>
            <a:ext cx="50800" cy="407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522720" y="5488745"/>
            <a:ext cx="50799" cy="23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573519" y="5491075"/>
            <a:ext cx="50801" cy="867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624320" y="5499753"/>
            <a:ext cx="50800" cy="1482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675120" y="5514576"/>
            <a:ext cx="50800" cy="2061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725920" y="5535193"/>
            <a:ext cx="50800" cy="2592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776720" y="5561120"/>
            <a:ext cx="50800" cy="3062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827520" y="5591746"/>
            <a:ext cx="50800" cy="346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878320" y="5626351"/>
            <a:ext cx="50800" cy="3776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929120" y="5664118"/>
            <a:ext cx="50800" cy="4004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979920" y="5704160"/>
            <a:ext cx="50800" cy="4137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030720" y="5745534"/>
            <a:ext cx="50800" cy="4173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081520" y="5787265"/>
            <a:ext cx="50800" cy="4110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132320" y="5828372"/>
            <a:ext cx="50800" cy="3951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183120" y="5867885"/>
            <a:ext cx="50800" cy="3699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233920" y="5904876"/>
            <a:ext cx="50800" cy="3359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284720" y="5938472"/>
            <a:ext cx="50800" cy="2941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335520" y="5967884"/>
            <a:ext cx="50800" cy="2453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386320" y="5992418"/>
            <a:ext cx="50800" cy="1908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437120" y="6011498"/>
            <a:ext cx="50799" cy="1317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7487919" y="6024673"/>
            <a:ext cx="50800" cy="696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538719" y="6031634"/>
            <a:ext cx="50801" cy="5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589520" y="6026408"/>
            <a:ext cx="50799" cy="580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640319" y="6014343"/>
            <a:ext cx="50801" cy="1206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691120" y="5996308"/>
            <a:ext cx="50800" cy="1803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741920" y="5972726"/>
            <a:ext cx="50800" cy="2358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792720" y="5944153"/>
            <a:ext cx="50800" cy="2857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843520" y="5911261"/>
            <a:ext cx="50800" cy="3289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894320" y="5874825"/>
            <a:ext cx="50800" cy="3643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945120" y="5835702"/>
            <a:ext cx="50799" cy="3912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995919" y="5794814"/>
            <a:ext cx="50801" cy="4088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8046720" y="5753124"/>
            <a:ext cx="50799" cy="4169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8097519" y="5711612"/>
            <a:ext cx="50801" cy="4151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8148320" y="5671257"/>
            <a:ext cx="50800" cy="4035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8199120" y="5633007"/>
            <a:ext cx="50800" cy="3825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249920" y="5597765"/>
            <a:ext cx="50800" cy="3524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8300720" y="5566359"/>
            <a:ext cx="50800" cy="3140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8351520" y="5539528"/>
            <a:ext cx="50800" cy="2683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402320" y="5517906"/>
            <a:ext cx="50800" cy="2162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8453120" y="5502000"/>
            <a:ext cx="50800" cy="1590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931920" y="5760720"/>
            <a:ext cx="4572000" cy="0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8686800" y="55321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时间 →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采样率与量化等级，究竟改变了哪一个方向？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18488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① 改采样率：时间位置变密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1848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② 改量化等级：幅度选择变密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86384" y="3408459"/>
            <a:ext cx="52628" cy="6626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39012" y="3342787"/>
            <a:ext cx="52629" cy="6567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91641" y="3278285"/>
            <a:ext cx="52629" cy="645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44270" y="3215527"/>
            <a:ext cx="52629" cy="6275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96899" y="3155070"/>
            <a:ext cx="52629" cy="6045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49528" y="3097450"/>
            <a:ext cx="52628" cy="5762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02156" y="3043179"/>
            <a:ext cx="52629" cy="5427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54785" y="2992738"/>
            <a:ext cx="52629" cy="5044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07414" y="2946575"/>
            <a:ext cx="52629" cy="4616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60043" y="2905100"/>
            <a:ext cx="52629" cy="4147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12672" y="2868681"/>
            <a:ext cx="52628" cy="3641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65300" y="2837642"/>
            <a:ext cx="52629" cy="3103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17929" y="2812257"/>
            <a:ext cx="52629" cy="253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70558" y="2792752"/>
            <a:ext cx="52629" cy="195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23187" y="2779300"/>
            <a:ext cx="52628" cy="1345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75815" y="2772021"/>
            <a:ext cx="52629" cy="727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28444" y="2770979"/>
            <a:ext cx="52629" cy="104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81073" y="2770979"/>
            <a:ext cx="52629" cy="52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33702" y="2776183"/>
            <a:ext cx="52629" cy="114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86331" y="2787588"/>
            <a:ext cx="52629" cy="175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8960" y="2805092"/>
            <a:ext cx="52628" cy="234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91588" y="2828539"/>
            <a:ext cx="52629" cy="291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4217" y="2857722"/>
            <a:ext cx="52629" cy="3466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6846" y="2892382"/>
            <a:ext cx="52629" cy="3982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49475" y="2932210"/>
            <a:ext cx="52629" cy="4464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2104" y="2976854"/>
            <a:ext cx="52628" cy="4906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54732" y="3025917"/>
            <a:ext cx="52629" cy="5304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07361" y="3078963"/>
            <a:ext cx="52629" cy="5656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59990" y="3135523"/>
            <a:ext cx="52629" cy="5956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12619" y="3195092"/>
            <a:ext cx="52629" cy="6205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65248" y="3257144"/>
            <a:ext cx="52628" cy="639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17876" y="3321127"/>
            <a:ext cx="52629" cy="653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70505" y="3386474"/>
            <a:ext cx="52629" cy="661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23134" y="3452604"/>
            <a:ext cx="52629" cy="6632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75763" y="3518930"/>
            <a:ext cx="52629" cy="6593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28392" y="3584863"/>
            <a:ext cx="52628" cy="649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681020" y="3649819"/>
            <a:ext cx="52629" cy="634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33649" y="3713221"/>
            <a:ext cx="52629" cy="612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786278" y="3774506"/>
            <a:ext cx="52629" cy="5862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38907" y="3833129"/>
            <a:ext cx="52628" cy="554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891535" y="3888572"/>
            <a:ext cx="52629" cy="5176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44164" y="3940341"/>
            <a:ext cx="52629" cy="4763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996793" y="3987978"/>
            <a:ext cx="52629" cy="4308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049422" y="4031058"/>
            <a:ext cx="52629" cy="381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02051" y="4069201"/>
            <a:ext cx="52628" cy="3286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154679" y="4102067"/>
            <a:ext cx="52629" cy="2729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07308" y="4129364"/>
            <a:ext cx="52629" cy="2148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259937" y="4150851"/>
            <a:ext cx="52629" cy="154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12566" y="4166336"/>
            <a:ext cx="52629" cy="93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365195" y="4175683"/>
            <a:ext cx="52629" cy="31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17824" y="4175683"/>
            <a:ext cx="52628" cy="31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470452" y="4166336"/>
            <a:ext cx="52629" cy="93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23081" y="4150851"/>
            <a:ext cx="52629" cy="154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575710" y="4129364"/>
            <a:ext cx="52629" cy="2148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28339" y="4102067"/>
            <a:ext cx="52629" cy="2729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680968" y="4069201"/>
            <a:ext cx="52628" cy="3286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733596" y="4031058"/>
            <a:ext cx="52629" cy="381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786225" y="3987978"/>
            <a:ext cx="52629" cy="4308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838854" y="3940341"/>
            <a:ext cx="52629" cy="4763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891483" y="3888572"/>
            <a:ext cx="52629" cy="5176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944112" y="3833129"/>
            <a:ext cx="52628" cy="554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996740" y="3774506"/>
            <a:ext cx="52629" cy="5862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049369" y="3713221"/>
            <a:ext cx="52629" cy="612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01998" y="3649819"/>
            <a:ext cx="52629" cy="634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154627" y="3584863"/>
            <a:ext cx="52629" cy="649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07256" y="3518930"/>
            <a:ext cx="52628" cy="6593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259884" y="3452604"/>
            <a:ext cx="52629" cy="6632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12513" y="3386474"/>
            <a:ext cx="52629" cy="661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365142" y="3321127"/>
            <a:ext cx="52629" cy="653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417771" y="3257144"/>
            <a:ext cx="52629" cy="639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470400" y="3195092"/>
            <a:ext cx="52628" cy="6205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523028" y="3135523"/>
            <a:ext cx="52629" cy="5956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575657" y="3078963"/>
            <a:ext cx="52629" cy="5656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628286" y="3025917"/>
            <a:ext cx="52629" cy="5304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680915" y="2976854"/>
            <a:ext cx="52629" cy="4906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733544" y="2932210"/>
            <a:ext cx="52628" cy="4464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786172" y="2892382"/>
            <a:ext cx="52629" cy="3982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838801" y="2857722"/>
            <a:ext cx="52629" cy="3466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891430" y="2828539"/>
            <a:ext cx="52629" cy="291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4944059" y="2805092"/>
            <a:ext cx="52629" cy="234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4996688" y="2787588"/>
            <a:ext cx="52628" cy="175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049316" y="2776183"/>
            <a:ext cx="52629" cy="114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5101945" y="2770979"/>
            <a:ext cx="52629" cy="52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154574" y="2770979"/>
            <a:ext cx="52629" cy="104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07203" y="2772021"/>
            <a:ext cx="52629" cy="727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259832" y="2779300"/>
            <a:ext cx="52628" cy="1345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12460" y="2792752"/>
            <a:ext cx="52629" cy="195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365089" y="2812257"/>
            <a:ext cx="52629" cy="253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417718" y="2837642"/>
            <a:ext cx="52629" cy="3103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470347" y="2868681"/>
            <a:ext cx="52629" cy="3641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86384" y="3474720"/>
            <a:ext cx="4736592" cy="0"/>
          </a:xfrm>
          <a:prstGeom prst="line">
            <a:avLst/>
          </a:prstGeom>
          <a:ln w="1143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492240" y="3408459"/>
            <a:ext cx="52628" cy="6626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544868" y="3342787"/>
            <a:ext cx="52629" cy="6567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597497" y="3278285"/>
            <a:ext cx="52629" cy="645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650126" y="3215527"/>
            <a:ext cx="52629" cy="6275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702755" y="3155070"/>
            <a:ext cx="52628" cy="6045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755383" y="3097450"/>
            <a:ext cx="52629" cy="5762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808012" y="3043179"/>
            <a:ext cx="52629" cy="5427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6860641" y="2992738"/>
            <a:ext cx="52629" cy="5044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913270" y="2946575"/>
            <a:ext cx="52629" cy="4616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6965899" y="2905100"/>
            <a:ext cx="52629" cy="4147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018528" y="2868681"/>
            <a:ext cx="52628" cy="3641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071156" y="2837642"/>
            <a:ext cx="52629" cy="3103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23785" y="2812257"/>
            <a:ext cx="52629" cy="253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176414" y="2792752"/>
            <a:ext cx="52629" cy="195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7229043" y="2779300"/>
            <a:ext cx="52629" cy="1345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7281672" y="2772021"/>
            <a:ext cx="52628" cy="727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334300" y="2770979"/>
            <a:ext cx="52629" cy="104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386929" y="2770979"/>
            <a:ext cx="52629" cy="52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439558" y="2776183"/>
            <a:ext cx="52629" cy="114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492187" y="2787588"/>
            <a:ext cx="52629" cy="175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544816" y="2805092"/>
            <a:ext cx="52628" cy="234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597444" y="2828539"/>
            <a:ext cx="52629" cy="291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650073" y="2857722"/>
            <a:ext cx="52629" cy="3466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702702" y="2892382"/>
            <a:ext cx="52629" cy="3982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755331" y="2932210"/>
            <a:ext cx="52628" cy="4464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807959" y="2976854"/>
            <a:ext cx="52629" cy="4906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7860588" y="3025917"/>
            <a:ext cx="52629" cy="5304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913217" y="3078963"/>
            <a:ext cx="52629" cy="5656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7965846" y="3135523"/>
            <a:ext cx="52629" cy="5956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018475" y="3195092"/>
            <a:ext cx="52629" cy="6205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071104" y="3257144"/>
            <a:ext cx="52628" cy="639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123732" y="3321127"/>
            <a:ext cx="52629" cy="653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176361" y="3386474"/>
            <a:ext cx="52629" cy="661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228990" y="3452604"/>
            <a:ext cx="52629" cy="6632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281619" y="3518930"/>
            <a:ext cx="52629" cy="6593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334248" y="3584863"/>
            <a:ext cx="52628" cy="649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386876" y="3649819"/>
            <a:ext cx="52629" cy="634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439505" y="3713221"/>
            <a:ext cx="52629" cy="612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492134" y="3774506"/>
            <a:ext cx="52629" cy="5862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544763" y="3833129"/>
            <a:ext cx="52628" cy="554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597391" y="3888572"/>
            <a:ext cx="52629" cy="5176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650020" y="3940341"/>
            <a:ext cx="52629" cy="4763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702649" y="3987978"/>
            <a:ext cx="52629" cy="4308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755278" y="4031058"/>
            <a:ext cx="52629" cy="381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807907" y="4069201"/>
            <a:ext cx="52629" cy="3286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8860536" y="4102067"/>
            <a:ext cx="52628" cy="2729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8913164" y="4129364"/>
            <a:ext cx="52629" cy="2148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8965793" y="4150851"/>
            <a:ext cx="52629" cy="154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9018422" y="4166336"/>
            <a:ext cx="52629" cy="93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9071051" y="4175683"/>
            <a:ext cx="52629" cy="31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123680" y="4175683"/>
            <a:ext cx="52628" cy="31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176308" y="4166336"/>
            <a:ext cx="52629" cy="93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228937" y="4150851"/>
            <a:ext cx="52629" cy="154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281566" y="4129364"/>
            <a:ext cx="52629" cy="2148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334195" y="4102067"/>
            <a:ext cx="52628" cy="2729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386823" y="4069201"/>
            <a:ext cx="52629" cy="3286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439452" y="4031058"/>
            <a:ext cx="52629" cy="381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492081" y="3987978"/>
            <a:ext cx="52629" cy="4308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544710" y="3940341"/>
            <a:ext cx="52629" cy="4763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597339" y="3888572"/>
            <a:ext cx="52629" cy="5176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649968" y="3833129"/>
            <a:ext cx="52628" cy="554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702596" y="3774506"/>
            <a:ext cx="52629" cy="5862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755225" y="3713221"/>
            <a:ext cx="52629" cy="612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807854" y="3649819"/>
            <a:ext cx="52629" cy="634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9860483" y="3584863"/>
            <a:ext cx="52629" cy="649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9913112" y="3518930"/>
            <a:ext cx="52628" cy="6593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9965740" y="3452604"/>
            <a:ext cx="52629" cy="6632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018369" y="3386474"/>
            <a:ext cx="52629" cy="661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070998" y="3321127"/>
            <a:ext cx="52629" cy="653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123627" y="3257144"/>
            <a:ext cx="52628" cy="639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176255" y="3195092"/>
            <a:ext cx="52629" cy="6205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228884" y="3135523"/>
            <a:ext cx="52629" cy="5956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281513" y="3078963"/>
            <a:ext cx="52629" cy="5656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334142" y="3025917"/>
            <a:ext cx="52629" cy="5304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386771" y="2976854"/>
            <a:ext cx="52629" cy="4906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439400" y="2932210"/>
            <a:ext cx="52628" cy="4464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492028" y="2892382"/>
            <a:ext cx="52629" cy="3982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0544657" y="2857722"/>
            <a:ext cx="52629" cy="3466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0597286" y="2828539"/>
            <a:ext cx="52629" cy="291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0649915" y="2805092"/>
            <a:ext cx="52629" cy="234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0702544" y="2787588"/>
            <a:ext cx="52628" cy="175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0755172" y="2776183"/>
            <a:ext cx="52629" cy="114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0807801" y="2770979"/>
            <a:ext cx="52629" cy="52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10860430" y="2770979"/>
            <a:ext cx="52629" cy="104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10913059" y="2772021"/>
            <a:ext cx="52628" cy="727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10965687" y="2779300"/>
            <a:ext cx="52629" cy="1345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1018316" y="2792752"/>
            <a:ext cx="52629" cy="195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1070945" y="2812257"/>
            <a:ext cx="52629" cy="253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11123574" y="2837642"/>
            <a:ext cx="52629" cy="3103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11176203" y="2868681"/>
            <a:ext cx="52629" cy="3641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6492240" y="3474720"/>
            <a:ext cx="4736592" cy="0"/>
          </a:xfrm>
          <a:prstGeom prst="line">
            <a:avLst/>
          </a:prstGeom>
          <a:ln w="1143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Oval 188"/>
          <p:cNvSpPr/>
          <p:nvPr/>
        </p:nvSpPr>
        <p:spPr>
          <a:xfrm>
            <a:off x="736092" y="3424427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920239" y="2824094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104387" y="4051775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288536" y="3369185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5472684" y="2854808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36092" y="3424427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209751" y="2896283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683410" y="2725891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2157069" y="3028671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2630728" y="3599527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3104387" y="4051775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3578047" y="4079072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4051706" y="3662929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525365" y="3085231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4999024" y="2737296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5472684" y="2854808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5" name="Connector 204"/>
          <p:cNvCxnSpPr/>
          <p:nvPr/>
        </p:nvCxnSpPr>
        <p:spPr>
          <a:xfrm>
            <a:off x="6492240" y="2697480"/>
            <a:ext cx="1965960" cy="0"/>
          </a:xfrm>
          <a:prstGeom prst="line">
            <a:avLst/>
          </a:prstGeom>
          <a:ln w="1143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6492240" y="3169920"/>
            <a:ext cx="1965960" cy="0"/>
          </a:xfrm>
          <a:prstGeom prst="line">
            <a:avLst/>
          </a:prstGeom>
          <a:ln w="1143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6492240" y="3642360"/>
            <a:ext cx="1965960" cy="0"/>
          </a:xfrm>
          <a:prstGeom prst="line">
            <a:avLst/>
          </a:prstGeom>
          <a:ln w="1143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6492240" y="4114800"/>
            <a:ext cx="1965960" cy="0"/>
          </a:xfrm>
          <a:prstGeom prst="line">
            <a:avLst/>
          </a:prstGeom>
          <a:ln w="1143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144000" y="2697480"/>
            <a:ext cx="1965960" cy="0"/>
          </a:xfrm>
          <a:prstGeom prst="line">
            <a:avLst/>
          </a:prstGeom>
          <a:ln w="114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144000" y="2899954"/>
            <a:ext cx="1965960" cy="0"/>
          </a:xfrm>
          <a:prstGeom prst="line">
            <a:avLst/>
          </a:prstGeom>
          <a:ln w="114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44000" y="3102428"/>
            <a:ext cx="1965960" cy="0"/>
          </a:xfrm>
          <a:prstGeom prst="line">
            <a:avLst/>
          </a:prstGeom>
          <a:ln w="114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144000" y="3304902"/>
            <a:ext cx="1965960" cy="0"/>
          </a:xfrm>
          <a:prstGeom prst="line">
            <a:avLst/>
          </a:prstGeom>
          <a:ln w="114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144000" y="3507377"/>
            <a:ext cx="1965960" cy="0"/>
          </a:xfrm>
          <a:prstGeom prst="line">
            <a:avLst/>
          </a:prstGeom>
          <a:ln w="114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144000" y="3709851"/>
            <a:ext cx="1965960" cy="0"/>
          </a:xfrm>
          <a:prstGeom prst="line">
            <a:avLst/>
          </a:prstGeom>
          <a:ln w="114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144000" y="3912325"/>
            <a:ext cx="1965960" cy="0"/>
          </a:xfrm>
          <a:prstGeom prst="line">
            <a:avLst/>
          </a:prstGeom>
          <a:ln w="114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144000" y="4114800"/>
            <a:ext cx="1965960" cy="0"/>
          </a:xfrm>
          <a:prstGeom prst="line">
            <a:avLst/>
          </a:prstGeom>
          <a:ln w="114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685800" y="5010912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696969"/>
                </a:solidFill>
                <a:latin typeface="Alibaba PuHuiTi 3.0 55 Regular"/>
              </a:defRPr>
            </a:pPr>
            <a:r>
              <a:t>时间（横向）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400800" y="5010912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696969"/>
                </a:solidFill>
                <a:latin typeface="Alibaba PuHuiTi 3.0 55 Regular"/>
              </a:defRPr>
            </a:pPr>
            <a:r>
              <a:t>幅度（纵向）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85800" y="56327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采样：何时取值；量化：用哪个有限的值表示。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同一段声音，量化等级变多以后会怎样？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实验：固定采样率，只改变每个样本的量化精度。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822960" y="3285894"/>
            <a:ext cx="116840" cy="12024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39800" y="3168742"/>
            <a:ext cx="116840" cy="11715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56640" y="3057697"/>
            <a:ext cx="116840" cy="11104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73480" y="2955617"/>
            <a:ext cx="116840" cy="10208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90320" y="2865128"/>
            <a:ext cx="116839" cy="9048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07159" y="2788558"/>
            <a:ext cx="116840" cy="7657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523999" y="2727877"/>
            <a:ext cx="116841" cy="60681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640840" y="2684645"/>
            <a:ext cx="116840" cy="4323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757680" y="2659976"/>
            <a:ext cx="116840" cy="2466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874520" y="2654504"/>
            <a:ext cx="116839" cy="547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91359" y="2654504"/>
            <a:ext cx="116841" cy="1386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08200" y="2668369"/>
            <a:ext cx="116840" cy="32846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25040" y="2701215"/>
            <a:ext cx="116840" cy="50983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341880" y="2752198"/>
            <a:ext cx="116840" cy="67806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458720" y="2820004"/>
            <a:ext cx="116840" cy="82886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575560" y="2902890"/>
            <a:ext cx="116840" cy="9583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92400" y="2998724"/>
            <a:ext cx="116839" cy="10631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809239" y="3105039"/>
            <a:ext cx="116841" cy="11406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26080" y="3219101"/>
            <a:ext cx="116839" cy="11887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42919" y="3337975"/>
            <a:ext cx="116840" cy="120628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59759" y="3458603"/>
            <a:ext cx="116841" cy="119278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76600" y="3577881"/>
            <a:ext cx="116839" cy="11485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393439" y="3692740"/>
            <a:ext cx="116840" cy="107486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510279" y="3800226"/>
            <a:ext cx="116840" cy="97347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627119" y="3897573"/>
            <a:ext cx="116841" cy="8470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43960" y="3982277"/>
            <a:ext cx="116840" cy="69881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60800" y="4052158"/>
            <a:ext cx="116839" cy="53261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977639" y="4105419"/>
            <a:ext cx="116841" cy="3527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094480" y="4140689"/>
            <a:ext cx="116840" cy="1637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211320" y="4154113"/>
            <a:ext cx="116840" cy="2948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328160" y="4131923"/>
            <a:ext cx="116840" cy="2219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445000" y="4091059"/>
            <a:ext cx="116840" cy="4086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561840" y="4032575"/>
            <a:ext cx="116840" cy="5848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678680" y="3957973"/>
            <a:ext cx="116840" cy="7460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795520" y="3869175"/>
            <a:ext cx="116840" cy="88798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912360" y="3768464"/>
            <a:ext cx="116840" cy="100711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029200" y="3658431"/>
            <a:ext cx="116840" cy="110033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146040" y="3541907"/>
            <a:ext cx="116840" cy="11652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262880" y="3421890"/>
            <a:ext cx="116840" cy="120017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379720" y="3301468"/>
            <a:ext cx="116840" cy="12042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496560" y="3183739"/>
            <a:ext cx="116840" cy="11772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613400" y="3071732"/>
            <a:ext cx="116840" cy="112007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730240" y="2968328"/>
            <a:ext cx="116840" cy="10340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847080" y="2876188"/>
            <a:ext cx="116840" cy="9214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963920" y="2797683"/>
            <a:ext cx="116840" cy="7850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080760" y="2734831"/>
            <a:ext cx="116840" cy="6285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197600" y="2689251"/>
            <a:ext cx="116840" cy="4558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314440" y="2662114"/>
            <a:ext cx="116840" cy="27137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431280" y="2654119"/>
            <a:ext cx="116839" cy="799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548119" y="2654119"/>
            <a:ext cx="116841" cy="1135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664960" y="2665471"/>
            <a:ext cx="116840" cy="3040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781800" y="2695880"/>
            <a:ext cx="116840" cy="48681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898640" y="2744561"/>
            <a:ext cx="116840" cy="6570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015480" y="2810263"/>
            <a:ext cx="116840" cy="81033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132320" y="2891296"/>
            <a:ext cx="116840" cy="94278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249160" y="2985574"/>
            <a:ext cx="116840" cy="105098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366000" y="3090672"/>
            <a:ext cx="116840" cy="11321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482840" y="3203887"/>
            <a:ext cx="116840" cy="118417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599680" y="3322304"/>
            <a:ext cx="116839" cy="12057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716519" y="3442879"/>
            <a:ext cx="116841" cy="11963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833360" y="3562509"/>
            <a:ext cx="116840" cy="115606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950200" y="3678115"/>
            <a:ext cx="116840" cy="10860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067040" y="3786724"/>
            <a:ext cx="116839" cy="98818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183879" y="3885542"/>
            <a:ext cx="116841" cy="8648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300720" y="3972026"/>
            <a:ext cx="116840" cy="7192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417560" y="4043951"/>
            <a:ext cx="116840" cy="55516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534400" y="4099467"/>
            <a:ext cx="116840" cy="3767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651240" y="4137146"/>
            <a:ext cx="116840" cy="18871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768080" y="4155596"/>
            <a:ext cx="116840" cy="421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884920" y="4135893"/>
            <a:ext cx="116840" cy="19703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001760" y="4097416"/>
            <a:ext cx="116840" cy="38477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118600" y="4041153"/>
            <a:ext cx="116840" cy="56263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235440" y="3968554"/>
            <a:ext cx="116840" cy="7259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352280" y="3881485"/>
            <a:ext cx="116840" cy="8706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469120" y="3782187"/>
            <a:ext cx="116840" cy="99298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585960" y="3673213"/>
            <a:ext cx="116840" cy="10897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702800" y="3557369"/>
            <a:ext cx="116840" cy="11584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819640" y="3437634"/>
            <a:ext cx="116840" cy="11973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936480" y="3317089"/>
            <a:ext cx="116840" cy="12054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053320" y="3198834"/>
            <a:ext cx="116840" cy="11825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170160" y="3085913"/>
            <a:ext cx="116840" cy="112921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287000" y="2981231"/>
            <a:ext cx="116840" cy="10468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03840" y="2887481"/>
            <a:ext cx="116840" cy="9375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520680" y="2807074"/>
            <a:ext cx="116840" cy="80407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637520" y="2742080"/>
            <a:ext cx="116840" cy="6499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754360" y="2694170"/>
            <a:ext cx="116840" cy="4791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871200" y="2664578"/>
            <a:ext cx="116840" cy="2959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988040" y="2654064"/>
            <a:ext cx="116840" cy="1051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04880" y="2654064"/>
            <a:ext cx="116840" cy="883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221720" y="2662899"/>
            <a:ext cx="116840" cy="27957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22960" y="3401568"/>
            <a:ext cx="10515600" cy="0"/>
          </a:xfrm>
          <a:prstGeom prst="line">
            <a:avLst/>
          </a:prstGeom>
          <a:ln w="1270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22960" y="3401568"/>
            <a:ext cx="0" cy="237744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772668" y="3589020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1300941" y="2942303"/>
            <a:ext cx="0" cy="221521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1250649" y="3113532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1778923" y="2674182"/>
            <a:ext cx="0" cy="23298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1728631" y="2647188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 flipV="1">
            <a:off x="2256905" y="2697480"/>
            <a:ext cx="0" cy="11316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2206613" y="2647188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2734887" y="3031738"/>
            <a:ext cx="0" cy="132086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2684595" y="3113532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3212869" y="3508602"/>
            <a:ext cx="0" cy="13071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3162577" y="3589020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3690850" y="3940918"/>
            <a:ext cx="0" cy="164738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3640558" y="4055364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 flipV="1">
            <a:off x="4168832" y="4105656"/>
            <a:ext cx="0" cy="43103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4118540" y="4055364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4646814" y="4045622"/>
            <a:ext cx="0" cy="60034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4596522" y="4055364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 flipV="1">
            <a:off x="5124796" y="3639312"/>
            <a:ext cx="0" cy="35121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5074504" y="3589020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 flipV="1">
            <a:off x="5602778" y="3163824"/>
            <a:ext cx="0" cy="25854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5552486" y="3113532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 flipV="1">
            <a:off x="6080760" y="2697480"/>
            <a:ext cx="0" cy="95631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6030468" y="2647188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6558741" y="2649780"/>
            <a:ext cx="0" cy="4770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6508449" y="2647188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 flipV="1">
            <a:off x="7036723" y="2697480"/>
            <a:ext cx="0" cy="12186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986431" y="2647188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 flipV="1">
            <a:off x="7514705" y="3163824"/>
            <a:ext cx="0" cy="67397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464413" y="3113532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 flipV="1">
            <a:off x="7992687" y="3639312"/>
            <a:ext cx="0" cy="74687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7942395" y="3589020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470669" y="4066744"/>
            <a:ext cx="0" cy="38912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420377" y="4055364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 flipV="1">
            <a:off x="8948650" y="4105656"/>
            <a:ext cx="0" cy="3699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8898358" y="4055364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>
            <a:off x="9426632" y="3910115"/>
            <a:ext cx="0" cy="195541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9376340" y="4055364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>
            <a:off x="9904614" y="3465928"/>
            <a:ext cx="0" cy="173384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Oval 135"/>
          <p:cNvSpPr/>
          <p:nvPr/>
        </p:nvSpPr>
        <p:spPr>
          <a:xfrm>
            <a:off x="9854322" y="3589020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10382596" y="2994955"/>
            <a:ext cx="0" cy="168869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10332304" y="3113532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10860578" y="2693212"/>
            <a:ext cx="0" cy="4268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/>
          <p:cNvSpPr/>
          <p:nvPr/>
        </p:nvSpPr>
        <p:spPr>
          <a:xfrm>
            <a:off x="10810286" y="2647188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11338560" y="2686284"/>
            <a:ext cx="0" cy="11196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/>
          <p:cNvSpPr/>
          <p:nvPr/>
        </p:nvSpPr>
        <p:spPr>
          <a:xfrm>
            <a:off x="11288268" y="2647188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22960" y="4754880"/>
            <a:ext cx="107899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灰线：原始信号     紫点：少量化等级的代表值     细线：量化误差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22960" y="55321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先预测 → 再试听 → 对照波形解释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课堂上的3 bit，与真实录音的16 bit矛盾吗？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262626"/>
                </a:solidFill>
                <a:latin typeface="Alibaba PuHuiTi 3.0 115 Black"/>
              </a:defRPr>
            </a:pPr>
            <a:r>
              <a:t>课堂模型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7373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262626"/>
                </a:solidFill>
                <a:latin typeface="Alibaba PuHuiTi 3.0 115 Black"/>
              </a:defRPr>
            </a:pPr>
            <a:r>
              <a:t>实际PCM示例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8C64E1"/>
                </a:solidFill>
                <a:latin typeface="Alibaba PuHuiTi 3.0 55 Regular"/>
              </a:defRPr>
            </a:pPr>
            <a:r>
              <a:t>8级 → 3 bit / 样本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48716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00B0F0"/>
                </a:solidFill>
                <a:latin typeface="Alibaba PuHuiTi 3.0 55 Regular"/>
              </a:defRPr>
            </a:pPr>
            <a:r>
              <a:t>65,536种16 bit码型 / 样本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46120"/>
            <a:ext cx="795528" cy="7955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364992"/>
            <a:ext cx="2743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18488" y="3246120"/>
            <a:ext cx="795528" cy="7955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3364992"/>
            <a:ext cx="2743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9736" y="3246120"/>
            <a:ext cx="795528" cy="7955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3364992"/>
            <a:ext cx="2743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39128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31736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24344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16952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02167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94776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79992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72600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65208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57816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50424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43032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835640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352544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696969"/>
                </a:solidFill>
                <a:latin typeface="Alibaba PuHuiTi 3.0 55 Regular"/>
              </a:defRPr>
            </a:pPr>
            <a:r>
              <a:t>3格只是在教学中方便看清编码过程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352544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00B0F0"/>
                </a:solidFill>
                <a:latin typeface="Alibaba PuHuiTi 3.0 55 Regular"/>
              </a:defRPr>
            </a:pPr>
            <a:r>
              <a:t>16格 = 2 byte / 样本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53212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样本存储位宽不同，不等于采样率不同。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录下来的0和1，怎样再次变成声音？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148840"/>
            <a:ext cx="23774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441448"/>
            <a:ext cx="216712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PCM数值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80944"/>
            <a:ext cx="216712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96969"/>
                </a:solidFill>
                <a:latin typeface="Alibaba PuHuiTi 3.0 55 Regular"/>
              </a:defRPr>
            </a:pPr>
            <a:r>
              <a:t>一组数字样本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18104" y="2871216"/>
            <a:ext cx="2286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3319272" y="2802636"/>
            <a:ext cx="164592" cy="137160"/>
          </a:xfrm>
          <a:prstGeom prst="chevron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75304" y="2148840"/>
            <a:ext cx="23774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441448"/>
            <a:ext cx="216712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解码 / DAC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2980944"/>
            <a:ext cx="216712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96969"/>
                </a:solidFill>
                <a:latin typeface="Alibaba PuHuiTi 3.0 55 Regular"/>
              </a:defRPr>
            </a:pPr>
            <a:r>
              <a:t>转成输出信号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0176" y="2871216"/>
            <a:ext cx="2286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evron 13"/>
          <p:cNvSpPr/>
          <p:nvPr/>
        </p:nvSpPr>
        <p:spPr>
          <a:xfrm>
            <a:off x="6181344" y="2802636"/>
            <a:ext cx="164592" cy="137160"/>
          </a:xfrm>
          <a:prstGeom prst="chevron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7376" y="2148840"/>
            <a:ext cx="23774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2441448"/>
            <a:ext cx="216712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输出滤波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980944"/>
            <a:ext cx="216712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96969"/>
                </a:solidFill>
                <a:latin typeface="Alibaba PuHuiTi 3.0 55 Regular"/>
              </a:defRPr>
            </a:pPr>
            <a:r>
              <a:t>连续变化的信号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42248" y="2871216"/>
            <a:ext cx="2286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evron 18"/>
          <p:cNvSpPr/>
          <p:nvPr/>
        </p:nvSpPr>
        <p:spPr>
          <a:xfrm>
            <a:off x="9043415" y="2802636"/>
            <a:ext cx="164592" cy="137160"/>
          </a:xfrm>
          <a:prstGeom prst="chevron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99448" y="2148840"/>
            <a:ext cx="23774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2441448"/>
            <a:ext cx="216712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2980944"/>
            <a:ext cx="216712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96969"/>
                </a:solidFill>
                <a:latin typeface="Alibaba PuHuiTi 3.0 55 Regular"/>
              </a:defRPr>
            </a:pPr>
            <a:r>
              <a:t>重新听到声音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29768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数字码字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709160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010  111  011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784848" y="4786590"/>
            <a:ext cx="44196" cy="5058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829044" y="4736988"/>
            <a:ext cx="44196" cy="496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873240" y="4689337"/>
            <a:ext cx="44196" cy="4765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917436" y="4644564"/>
            <a:ext cx="44196" cy="4477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961632" y="4603539"/>
            <a:ext cx="44196" cy="410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005828" y="4567062"/>
            <a:ext cx="44196" cy="3647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050024" y="4535842"/>
            <a:ext cx="44196" cy="3122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094220" y="4510487"/>
            <a:ext cx="44196" cy="2535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138416" y="4491491"/>
            <a:ext cx="44196" cy="1899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182612" y="4479223"/>
            <a:ext cx="44196" cy="1226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226808" y="4473923"/>
            <a:ext cx="44196" cy="530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271004" y="4473923"/>
            <a:ext cx="44196" cy="177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15200" y="4475693"/>
            <a:ext cx="44196" cy="88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359396" y="4484498"/>
            <a:ext cx="44195" cy="1567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03591" y="4500168"/>
            <a:ext cx="44197" cy="222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447788" y="4522398"/>
            <a:ext cx="44196" cy="283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491984" y="4550754"/>
            <a:ext cx="44196" cy="3393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536180" y="4584685"/>
            <a:ext cx="44195" cy="3884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580375" y="4623531"/>
            <a:ext cx="44197" cy="430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24572" y="4666535"/>
            <a:ext cx="44196" cy="463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668768" y="4712860"/>
            <a:ext cx="44196" cy="4874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12964" y="4761605"/>
            <a:ext cx="44195" cy="5021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57159" y="4811821"/>
            <a:ext cx="44197" cy="5070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801356" y="4862530"/>
            <a:ext cx="44196" cy="5021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845552" y="4912746"/>
            <a:ext cx="44196" cy="4874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889748" y="4961491"/>
            <a:ext cx="44195" cy="463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933943" y="5007816"/>
            <a:ext cx="44197" cy="430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978140" y="5050820"/>
            <a:ext cx="44196" cy="3884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022336" y="5089666"/>
            <a:ext cx="44196" cy="3393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066532" y="5123597"/>
            <a:ext cx="44195" cy="283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110727" y="5151953"/>
            <a:ext cx="44197" cy="222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154924" y="5174183"/>
            <a:ext cx="44196" cy="1567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199120" y="5189853"/>
            <a:ext cx="44196" cy="88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243316" y="5198658"/>
            <a:ext cx="44195" cy="177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287511" y="5195128"/>
            <a:ext cx="44197" cy="530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331708" y="5182860"/>
            <a:ext cx="44196" cy="1226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375904" y="5163864"/>
            <a:ext cx="44195" cy="1899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420099" y="5138509"/>
            <a:ext cx="44197" cy="2535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464296" y="5107289"/>
            <a:ext cx="44196" cy="3122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508492" y="5070812"/>
            <a:ext cx="44196" cy="3647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552688" y="5029787"/>
            <a:ext cx="44196" cy="410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596884" y="4985014"/>
            <a:ext cx="44196" cy="4477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641080" y="4937363"/>
            <a:ext cx="44196" cy="4765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685276" y="4887761"/>
            <a:ext cx="44196" cy="496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729472" y="4837176"/>
            <a:ext cx="44195" cy="505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773667" y="4786590"/>
            <a:ext cx="44197" cy="5058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817864" y="4736988"/>
            <a:ext cx="44196" cy="496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862060" y="4689337"/>
            <a:ext cx="44196" cy="4765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906256" y="4644564"/>
            <a:ext cx="44195" cy="4477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950451" y="4603539"/>
            <a:ext cx="44197" cy="410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994648" y="4567062"/>
            <a:ext cx="44196" cy="3647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038844" y="4535842"/>
            <a:ext cx="44196" cy="3122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083040" y="4510487"/>
            <a:ext cx="44195" cy="2535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127235" y="4491491"/>
            <a:ext cx="44197" cy="1899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171432" y="4479223"/>
            <a:ext cx="44196" cy="1226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215628" y="4473923"/>
            <a:ext cx="44196" cy="530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259824" y="4473923"/>
            <a:ext cx="44195" cy="177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304019" y="4475693"/>
            <a:ext cx="44197" cy="88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348216" y="4484498"/>
            <a:ext cx="44196" cy="1567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392412" y="4500168"/>
            <a:ext cx="44196" cy="222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436608" y="4522398"/>
            <a:ext cx="44195" cy="283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480803" y="4550754"/>
            <a:ext cx="44197" cy="3393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525000" y="4584685"/>
            <a:ext cx="44196" cy="3884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569196" y="4623531"/>
            <a:ext cx="44196" cy="430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613392" y="4666535"/>
            <a:ext cx="44196" cy="463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657588" y="4712860"/>
            <a:ext cx="44196" cy="4874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701784" y="4761605"/>
            <a:ext cx="44196" cy="5021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745980" y="4811821"/>
            <a:ext cx="44196" cy="5070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790176" y="4862530"/>
            <a:ext cx="44196" cy="5021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834372" y="4912746"/>
            <a:ext cx="44196" cy="4874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878568" y="4961491"/>
            <a:ext cx="44196" cy="463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922764" y="5007816"/>
            <a:ext cx="44196" cy="430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966960" y="5050820"/>
            <a:ext cx="44196" cy="3884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011156" y="5089666"/>
            <a:ext cx="44196" cy="3393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0055352" y="5123597"/>
            <a:ext cx="44196" cy="283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0099548" y="5151953"/>
            <a:ext cx="44196" cy="222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0143744" y="5174183"/>
            <a:ext cx="44196" cy="1567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0187940" y="5189853"/>
            <a:ext cx="44196" cy="88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232136" y="5198658"/>
            <a:ext cx="44196" cy="177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276332" y="5195128"/>
            <a:ext cx="44195" cy="530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320527" y="5182860"/>
            <a:ext cx="44197" cy="1226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364724" y="5163864"/>
            <a:ext cx="44196" cy="1899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408920" y="5138509"/>
            <a:ext cx="44196" cy="2535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453116" y="5107289"/>
            <a:ext cx="44196" cy="3122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497312" y="5070812"/>
            <a:ext cx="44196" cy="3647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541508" y="5029787"/>
            <a:ext cx="44196" cy="410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585704" y="4985014"/>
            <a:ext cx="44196" cy="4477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629900" y="4937363"/>
            <a:ext cx="44195" cy="4765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674095" y="4887761"/>
            <a:ext cx="44197" cy="496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718292" y="4837176"/>
            <a:ext cx="44196" cy="505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795528" y="5696712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播放波形不是把样本点机械地连成折线。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为何“直接取样”与“正常录音”要分开讨论？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82496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诊断实验：不预滤波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2432304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 kHz输入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331720"/>
            <a:ext cx="2432304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2514600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8 kHz直接取样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87968" y="2331720"/>
            <a:ext cx="2432304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2514600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可能混叠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18688" y="2706624"/>
            <a:ext cx="1033271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vron 12"/>
          <p:cNvSpPr/>
          <p:nvPr/>
        </p:nvSpPr>
        <p:spPr>
          <a:xfrm>
            <a:off x="4224527" y="2638044"/>
            <a:ext cx="164592" cy="137160"/>
          </a:xfrm>
          <a:prstGeom prst="chevron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178040" y="2706624"/>
            <a:ext cx="1344168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evron 14"/>
          <p:cNvSpPr/>
          <p:nvPr/>
        </p:nvSpPr>
        <p:spPr>
          <a:xfrm>
            <a:off x="8494776" y="2638044"/>
            <a:ext cx="164592" cy="137160"/>
          </a:xfrm>
          <a:prstGeom prst="chevron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31520" y="3557016"/>
            <a:ext cx="10634472" cy="0"/>
          </a:xfrm>
          <a:prstGeom prst="line">
            <a:avLst/>
          </a:prstGeom>
          <a:ln w="1270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803904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正常录音：先限制频率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98848"/>
            <a:ext cx="2057400" cy="7680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7183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0B0F0"/>
                </a:solidFill>
                <a:latin typeface="Alibaba PuHuiTi 3.0 115 Black"/>
              </a:defRPr>
            </a:pPr>
            <a:r>
              <a:t>6 kHz输入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03904" y="4498848"/>
            <a:ext cx="2057400" cy="7680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47183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0B0F0"/>
                </a:solidFill>
                <a:latin typeface="Alibaba PuHuiTi 3.0 115 Black"/>
              </a:defRPr>
            </a:pPr>
            <a:r>
              <a:t>低通滤波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48856" y="4498848"/>
            <a:ext cx="2057400" cy="7680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47183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0B0F0"/>
                </a:solidFill>
                <a:latin typeface="Alibaba PuHuiTi 3.0 115 Black"/>
              </a:defRPr>
            </a:pPr>
            <a:r>
              <a:t>8 kHz采样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74352" y="4498848"/>
            <a:ext cx="2057400" cy="7680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0928" y="47183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0B0F0"/>
                </a:solidFill>
                <a:latin typeface="Alibaba PuHuiTi 3.0 115 Black"/>
              </a:defRPr>
            </a:pPr>
            <a:r>
              <a:t>抑制该高频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43784" y="4892040"/>
            <a:ext cx="704088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evron 26"/>
          <p:cNvSpPr/>
          <p:nvPr/>
        </p:nvSpPr>
        <p:spPr>
          <a:xfrm>
            <a:off x="3520440" y="4823459"/>
            <a:ext cx="164592" cy="137160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943600" y="4892040"/>
            <a:ext cx="64008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evron 28"/>
          <p:cNvSpPr/>
          <p:nvPr/>
        </p:nvSpPr>
        <p:spPr>
          <a:xfrm>
            <a:off x="6556248" y="4823459"/>
            <a:ext cx="164592" cy="137160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006840" y="4892040"/>
            <a:ext cx="41148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evron 30"/>
          <p:cNvSpPr/>
          <p:nvPr/>
        </p:nvSpPr>
        <p:spPr>
          <a:xfrm>
            <a:off x="9390888" y="4823459"/>
            <a:ext cx="164592" cy="137160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760720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8 kHz采样时，理想可保留频率范围低于4 kHz。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Codex</dc:creator>
  <cp:lastModifiedBy>Codex</cp:lastModifiedBy>
  <dc:title>声音的数字化 · v3</dc:title>
  <dcterms:created xsi:type="dcterms:W3CDTF">2026-10-12T23:05:28.8890000Z</dcterms:created>
  <dcterms:modified xsi:type="dcterms:W3CDTF">2026-10-12T23:05:28.8890000Z</dcterms:modified>
  <dc:subject>采样、量化、编码与未压缩PCM计数</dc:subject>
  <dc:description>54 editable slides: 50 main slides and 4 optional appendix slides. Two ranked review/fix/recheck rounds completed. Local validation only; classroom application, projection, audio, and observed pacing remain unverified.</dc:description>
</cp:coreProperties>
</file>