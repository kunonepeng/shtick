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ea58ca5b96647fb" Type="http://schemas.openxmlformats.org/officeDocument/2006/relationships/extended-properties" Target="docProps/app.xml"/><Relationship Id="R781a8bcd0cb84617" Type="http://schemas.openxmlformats.org/officeDocument/2006/relationships/officeDocument" Target="ppt/presentation.xml"/><Relationship Id="Rb562955695b44f31" Type="http://schemas.openxmlformats.org/package/2006/relationships/metadata/core-properties" Target="docProps/core.xml"/></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11d9f4de22b248ed"/>
  </p:sldMasterIdLst>
  <p:notesMasterIdLst>
    <p:notesMasterId r:id="R95aff7ee068347a0"/>
  </p:notesMasterIdLst>
  <p:sldIdLst>
    <p:sldId id="256" r:id="R37fe0f57f0334eec"/>
    <p:sldId id="257" r:id="Rdb2a7ad491fd49fe"/>
    <p:sldId id="258" r:id="Rc34d478070f24431"/>
    <p:sldId id="259" r:id="R2f02bd1eb12a40c8"/>
    <p:sldId id="260" r:id="R3e1bf573e5624154"/>
    <p:sldId id="261" r:id="Rf0c03a1ecf464e8b"/>
    <p:sldId id="262" r:id="R1bec6e91cc9b48ae"/>
    <p:sldId id="263" r:id="Rd8eee9862350453e"/>
    <p:sldId id="264" r:id="Ra533432365dd4d62"/>
    <p:sldId id="265" r:id="R08a02eb360a347b1"/>
    <p:sldId id="266" r:id="R7c104d1bdd2f4d17"/>
    <p:sldId id="267" r:id="Re6b032374c3c42d4"/>
    <p:sldId id="268" r:id="Rc8673d25ab5643fe"/>
    <p:sldId id="269" r:id="R1309e8c603dc469a"/>
    <p:sldId id="270" r:id="R9c5f93d7ea9c4ec9"/>
    <p:sldId id="271" r:id="R56028e3959c746fe"/>
    <p:sldId id="272" r:id="R9a81c0a740bc4e5a"/>
    <p:sldId id="273" r:id="Ra49f405f0a574727"/>
    <p:sldId id="274" r:id="R3a8762a6dc2e4193"/>
    <p:sldId id="275" r:id="R9c11a04cd3b54f63"/>
    <p:sldId id="276" r:id="Rbf81b496e0164773"/>
    <p:sldId id="277" r:id="R17c4131257ff40cd"/>
    <p:sldId id="278" r:id="R5ca7ed2d5fc84712"/>
    <p:sldId id="279" r:id="Rad0f9d113fc641c8"/>
    <p:sldId id="280" r:id="Ra2dc707f7c7d4c55"/>
    <p:sldId id="281" r:id="R4bdf18bf9d234c91"/>
    <p:sldId id="282" r:id="R7103571b63e54dd3"/>
    <p:sldId id="283" r:id="R4aaccba952144542"/>
    <p:sldId id="284" r:id="Rb15906fed85c40cf"/>
    <p:sldId id="285" r:id="Rdbb36ce508494a11"/>
    <p:sldId id="286" r:id="R3f069a2a38ad4554"/>
    <p:sldId id="287" r:id="R7492c77b77ae43b5"/>
    <p:sldId id="288" r:id="R27e7d54c2eab4577"/>
    <p:sldId id="289" r:id="Rd4b013df167a4c8f"/>
    <p:sldId id="290" r:id="R58fdae93aa084144"/>
    <p:sldId id="291" r:id="R42b44d38cf3244bb"/>
    <p:sldId id="292" r:id="Rf0328938007f4f43"/>
    <p:sldId id="293" r:id="R630bcd3508144239"/>
    <p:sldId id="294" r:id="Rfc8334cd0c48434b"/>
    <p:sldId id="295" r:id="R75f2ece004154e82"/>
    <p:sldId id="296" r:id="Rbcf1843fff1b42f4"/>
    <p:sldId id="297" r:id="R3689930224344436"/>
    <p:sldId id="298" r:id="R5b942d4ad22e453b"/>
    <p:sldId id="299" r:id="R6e5704961e094081"/>
    <p:sldId id="300" r:id="Ra89db40c77c54299"/>
    <p:sldId id="301" r:id="Red452d83d1dd4d5e"/>
    <p:sldId id="302" r:id="R5cb0cd7fdb894828"/>
    <p:sldId id="303" r:id="R0c5b3b23e3524cbd"/>
    <p:sldId id="304" r:id="Rc78f3a72698c46e6"/>
    <p:sldId id="305" r:id="R3b2ca5f7a71a4f19"/>
    <p:sldId id="306" r:id="R3fc366119f124dd4"/>
    <p:sldId id="307" r:id="R401e4e8db65849cf"/>
    <p:sldId id="308" r:id="Rdff88ca186b441e6"/>
    <p:sldId id="309" r:id="Ra42a6accc7fe4f86"/>
    <p:sldId id="310" r:id="R86afc205b96d42e2"/>
    <p:sldId id="311" r:id="R0dc8a589bbd64922"/>
    <p:sldId id="312" r:id="R7e42854d4b0f4fca"/>
    <p:sldId id="313" r:id="Ra7110d01e65e4480"/>
    <p:sldId id="314" r:id="Rbe55c9bf778d4b5e"/>
    <p:sldId id="315" r:id="R7c370ca003b84ea8"/>
    <p:sldId id="316" r:id="R70a2ef49cfb042ae"/>
    <p:sldId id="317" r:id="R0f81b0745c694ea8"/>
    <p:sldId id="318" r:id="R138e71a9ac69422c"/>
    <p:sldId id="319" r:id="R79da5084ec0a46c5"/>
    <p:sldId id="320" r:id="R425def6014b34a03"/>
    <p:sldId id="321" r:id="R7e7a968492594ec5"/>
    <p:sldId id="322" r:id="R39383bb31b024f08"/>
    <p:sldId id="323" r:id="Rc19d4ee9cef74904"/>
    <p:sldId id="324" r:id="R34740f81da194805"/>
    <p:sldId id="325" r:id="R4789d7c0588848c9"/>
    <p:sldId id="326" r:id="R33e32f6cac6b445d"/>
    <p:sldId id="327" r:id="Reefacd4dce6c45a0"/>
    <p:sldId id="328" r:id="Rc3faf3b540ae4158"/>
    <p:sldId id="329" r:id="Rc3cdca7df23f4f20"/>
    <p:sldId id="330" r:id="R06406f323a1a4f1b"/>
    <p:sldId id="331" r:id="R225e4dd1d535449e"/>
    <p:sldId id="332" r:id="R6bb0ab36e70c498d"/>
  </p:sldIdLst>
  <p:sldSz cx="12191695" cy="6858000"/>
  <p:notesSz cx="6858000" cy="9144000"/>
  <p:defaultTextStyle>
    <a:defPPr>
      <a:buNone/>
    </a:defPPr>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6406f323a1a4f1b" Type="http://schemas.openxmlformats.org/officeDocument/2006/relationships/slide" Target="slides/slide75.xml"/><Relationship Id="R08a02eb360a347b1" Type="http://schemas.openxmlformats.org/officeDocument/2006/relationships/slide" Target="slides/slide10.xml"/><Relationship Id="R0c5b3b23e3524cbd" Type="http://schemas.openxmlformats.org/officeDocument/2006/relationships/slide" Target="slides/slide48.xml"/><Relationship Id="R0dc8a589bbd64922" Type="http://schemas.openxmlformats.org/officeDocument/2006/relationships/slide" Target="slides/slide56.xml"/><Relationship Id="R0f81b0745c694ea8" Type="http://schemas.openxmlformats.org/officeDocument/2006/relationships/slide" Target="slides/slide62.xml"/><Relationship Id="R11d9f4de22b248ed" Type="http://schemas.openxmlformats.org/officeDocument/2006/relationships/slideMaster" Target="slideMasters/slideMaster1.xml"/><Relationship Id="R1309e8c603dc469a" Type="http://schemas.openxmlformats.org/officeDocument/2006/relationships/slide" Target="slides/slide14.xml"/><Relationship Id="R138e71a9ac69422c" Type="http://schemas.openxmlformats.org/officeDocument/2006/relationships/slide" Target="slides/slide63.xml"/><Relationship Id="R17c4131257ff40cd" Type="http://schemas.openxmlformats.org/officeDocument/2006/relationships/slide" Target="slides/slide22.xml"/><Relationship Id="R1bec6e91cc9b48ae" Type="http://schemas.openxmlformats.org/officeDocument/2006/relationships/slide" Target="slides/slide7.xml"/><Relationship Id="R225e4dd1d535449e" Type="http://schemas.openxmlformats.org/officeDocument/2006/relationships/slide" Target="slides/slide76.xml"/><Relationship Id="R25aed8819c964088" Type="http://schemas.openxmlformats.org/officeDocument/2006/relationships/viewProps" Target="viewProps.xml"/><Relationship Id="R27e7d54c2eab4577" Type="http://schemas.openxmlformats.org/officeDocument/2006/relationships/slide" Target="slides/slide33.xml"/><Relationship Id="R2f02bd1eb12a40c8" Type="http://schemas.openxmlformats.org/officeDocument/2006/relationships/slide" Target="slides/slide4.xml"/><Relationship Id="R30fd2307b4694a46" Type="http://schemas.openxmlformats.org/officeDocument/2006/relationships/presProps" Target="presProps.xml"/><Relationship Id="R33e32f6cac6b445d" Type="http://schemas.openxmlformats.org/officeDocument/2006/relationships/slide" Target="slides/slide71.xml"/><Relationship Id="R34740f81da194805" Type="http://schemas.openxmlformats.org/officeDocument/2006/relationships/slide" Target="slides/slide69.xml"/><Relationship Id="R3689930224344436" Type="http://schemas.openxmlformats.org/officeDocument/2006/relationships/slide" Target="slides/slide42.xml"/><Relationship Id="R37fe0f57f0334eec" Type="http://schemas.openxmlformats.org/officeDocument/2006/relationships/slide" Target="slides/slide1.xml"/><Relationship Id="R39383bb31b024f08" Type="http://schemas.openxmlformats.org/officeDocument/2006/relationships/slide" Target="slides/slide67.xml"/><Relationship Id="R3a8762a6dc2e4193" Type="http://schemas.openxmlformats.org/officeDocument/2006/relationships/slide" Target="slides/slide19.xml"/><Relationship Id="R3b2ca5f7a71a4f19" Type="http://schemas.openxmlformats.org/officeDocument/2006/relationships/slide" Target="slides/slide50.xml"/><Relationship Id="R3e1bf573e5624154" Type="http://schemas.openxmlformats.org/officeDocument/2006/relationships/slide" Target="slides/slide5.xml"/><Relationship Id="R3f069a2a38ad4554" Type="http://schemas.openxmlformats.org/officeDocument/2006/relationships/slide" Target="slides/slide31.xml"/><Relationship Id="R3fc366119f124dd4" Type="http://schemas.openxmlformats.org/officeDocument/2006/relationships/slide" Target="slides/slide51.xml"/><Relationship Id="R401e4e8db65849cf" Type="http://schemas.openxmlformats.org/officeDocument/2006/relationships/slide" Target="slides/slide52.xml"/><Relationship Id="R425def6014b34a03" Type="http://schemas.openxmlformats.org/officeDocument/2006/relationships/slide" Target="slides/slide65.xml"/><Relationship Id="R42b44d38cf3244bb" Type="http://schemas.openxmlformats.org/officeDocument/2006/relationships/slide" Target="slides/slide36.xml"/><Relationship Id="R4789d7c0588848c9" Type="http://schemas.openxmlformats.org/officeDocument/2006/relationships/slide" Target="slides/slide70.xml"/><Relationship Id="R4aaccba952144542" Type="http://schemas.openxmlformats.org/officeDocument/2006/relationships/slide" Target="slides/slide28.xml"/><Relationship Id="R4bdf18bf9d234c91" Type="http://schemas.openxmlformats.org/officeDocument/2006/relationships/slide" Target="slides/slide26.xml"/><Relationship Id="R56028e3959c746fe" Type="http://schemas.openxmlformats.org/officeDocument/2006/relationships/slide" Target="slides/slide16.xml"/><Relationship Id="R58fdae93aa084144" Type="http://schemas.openxmlformats.org/officeDocument/2006/relationships/slide" Target="slides/slide35.xml"/><Relationship Id="R5b942d4ad22e453b" Type="http://schemas.openxmlformats.org/officeDocument/2006/relationships/slide" Target="slides/slide43.xml"/><Relationship Id="R5ca7ed2d5fc84712" Type="http://schemas.openxmlformats.org/officeDocument/2006/relationships/slide" Target="slides/slide23.xml"/><Relationship Id="R5cb0cd7fdb894828" Type="http://schemas.openxmlformats.org/officeDocument/2006/relationships/slide" Target="slides/slide47.xml"/><Relationship Id="R630bcd3508144239" Type="http://schemas.openxmlformats.org/officeDocument/2006/relationships/slide" Target="slides/slide38.xml"/><Relationship Id="R64c8e137059a45eb" Type="http://schemas.openxmlformats.org/officeDocument/2006/relationships/tableStyles" Target="tableStyles.xml"/><Relationship Id="R6bb0ab36e70c498d" Type="http://schemas.openxmlformats.org/officeDocument/2006/relationships/slide" Target="slides/slide77.xml"/><Relationship Id="R6e5704961e094081" Type="http://schemas.openxmlformats.org/officeDocument/2006/relationships/slide" Target="slides/slide44.xml"/><Relationship Id="R70a2ef49cfb042ae" Type="http://schemas.openxmlformats.org/officeDocument/2006/relationships/slide" Target="slides/slide61.xml"/><Relationship Id="R7103571b63e54dd3" Type="http://schemas.openxmlformats.org/officeDocument/2006/relationships/slide" Target="slides/slide27.xml"/><Relationship Id="R7492c77b77ae43b5" Type="http://schemas.openxmlformats.org/officeDocument/2006/relationships/slide" Target="slides/slide32.xml"/><Relationship Id="R75f2ece004154e82" Type="http://schemas.openxmlformats.org/officeDocument/2006/relationships/slide" Target="slides/slide40.xml"/><Relationship Id="R79da5084ec0a46c5" Type="http://schemas.openxmlformats.org/officeDocument/2006/relationships/slide" Target="slides/slide64.xml"/><Relationship Id="R7c104d1bdd2f4d17" Type="http://schemas.openxmlformats.org/officeDocument/2006/relationships/slide" Target="slides/slide11.xml"/><Relationship Id="R7c370ca003b84ea8" Type="http://schemas.openxmlformats.org/officeDocument/2006/relationships/slide" Target="slides/slide60.xml"/><Relationship Id="R7e42854d4b0f4fca" Type="http://schemas.openxmlformats.org/officeDocument/2006/relationships/slide" Target="slides/slide57.xml"/><Relationship Id="R7e7a968492594ec5" Type="http://schemas.openxmlformats.org/officeDocument/2006/relationships/slide" Target="slides/slide66.xml"/><Relationship Id="R86afc205b96d42e2" Type="http://schemas.openxmlformats.org/officeDocument/2006/relationships/slide" Target="slides/slide55.xml"/><Relationship Id="R95aff7ee068347a0" Type="http://schemas.openxmlformats.org/officeDocument/2006/relationships/notesMaster" Target="notesMasters/notesMaster1.xml"/><Relationship Id="R9a81c0a740bc4e5a" Type="http://schemas.openxmlformats.org/officeDocument/2006/relationships/slide" Target="slides/slide17.xml"/><Relationship Id="R9c11a04cd3b54f63" Type="http://schemas.openxmlformats.org/officeDocument/2006/relationships/slide" Target="slides/slide20.xml"/><Relationship Id="R9c5f93d7ea9c4ec9" Type="http://schemas.openxmlformats.org/officeDocument/2006/relationships/slide" Target="slides/slide15.xml"/><Relationship Id="Ra2dc707f7c7d4c55" Type="http://schemas.openxmlformats.org/officeDocument/2006/relationships/slide" Target="slides/slide25.xml"/><Relationship Id="Ra42a6accc7fe4f86" Type="http://schemas.openxmlformats.org/officeDocument/2006/relationships/slide" Target="slides/slide54.xml"/><Relationship Id="Ra49f405f0a574727" Type="http://schemas.openxmlformats.org/officeDocument/2006/relationships/slide" Target="slides/slide18.xml"/><Relationship Id="Ra533432365dd4d62" Type="http://schemas.openxmlformats.org/officeDocument/2006/relationships/slide" Target="slides/slide9.xml"/><Relationship Id="Ra7110d01e65e4480" Type="http://schemas.openxmlformats.org/officeDocument/2006/relationships/slide" Target="slides/slide58.xml"/><Relationship Id="Ra89db40c77c54299" Type="http://schemas.openxmlformats.org/officeDocument/2006/relationships/slide" Target="slides/slide45.xml"/><Relationship Id="Rad0f9d113fc641c8" Type="http://schemas.openxmlformats.org/officeDocument/2006/relationships/slide" Target="slides/slide24.xml"/><Relationship Id="Rb15906fed85c40cf" Type="http://schemas.openxmlformats.org/officeDocument/2006/relationships/slide" Target="slides/slide29.xml"/><Relationship Id="Rb7c0e73af5464df2" Type="http://schemas.openxmlformats.org/officeDocument/2006/relationships/theme" Target="theme/theme1.xml"/><Relationship Id="Rbcf1843fff1b42f4" Type="http://schemas.openxmlformats.org/officeDocument/2006/relationships/slide" Target="slides/slide41.xml"/><Relationship Id="Rbe55c9bf778d4b5e" Type="http://schemas.openxmlformats.org/officeDocument/2006/relationships/slide" Target="slides/slide59.xml"/><Relationship Id="Rbf81b496e0164773" Type="http://schemas.openxmlformats.org/officeDocument/2006/relationships/slide" Target="slides/slide21.xml"/><Relationship Id="Rc19d4ee9cef74904" Type="http://schemas.openxmlformats.org/officeDocument/2006/relationships/slide" Target="slides/slide68.xml"/><Relationship Id="Rc34d478070f24431" Type="http://schemas.openxmlformats.org/officeDocument/2006/relationships/slide" Target="slides/slide3.xml"/><Relationship Id="Rc3cdca7df23f4f20" Type="http://schemas.openxmlformats.org/officeDocument/2006/relationships/slide" Target="slides/slide74.xml"/><Relationship Id="Rc3faf3b540ae4158" Type="http://schemas.openxmlformats.org/officeDocument/2006/relationships/slide" Target="slides/slide73.xml"/><Relationship Id="Rc78f3a72698c46e6" Type="http://schemas.openxmlformats.org/officeDocument/2006/relationships/slide" Target="slides/slide49.xml"/><Relationship Id="Rc8673d25ab5643fe" Type="http://schemas.openxmlformats.org/officeDocument/2006/relationships/slide" Target="slides/slide13.xml"/><Relationship Id="Rd4b013df167a4c8f" Type="http://schemas.openxmlformats.org/officeDocument/2006/relationships/slide" Target="slides/slide34.xml"/><Relationship Id="Rd8eee9862350453e" Type="http://schemas.openxmlformats.org/officeDocument/2006/relationships/slide" Target="slides/slide8.xml"/><Relationship Id="Rdb2a7ad491fd49fe" Type="http://schemas.openxmlformats.org/officeDocument/2006/relationships/slide" Target="slides/slide2.xml"/><Relationship Id="Rdbb36ce508494a11" Type="http://schemas.openxmlformats.org/officeDocument/2006/relationships/slide" Target="slides/slide30.xml"/><Relationship Id="Rdff88ca186b441e6" Type="http://schemas.openxmlformats.org/officeDocument/2006/relationships/slide" Target="slides/slide53.xml"/><Relationship Id="Re6b032374c3c42d4" Type="http://schemas.openxmlformats.org/officeDocument/2006/relationships/slide" Target="slides/slide12.xml"/><Relationship Id="Red452d83d1dd4d5e" Type="http://schemas.openxmlformats.org/officeDocument/2006/relationships/slide" Target="slides/slide46.xml"/><Relationship Id="Reefacd4dce6c45a0" Type="http://schemas.openxmlformats.org/officeDocument/2006/relationships/slide" Target="slides/slide72.xml"/><Relationship Id="Rf0328938007f4f43" Type="http://schemas.openxmlformats.org/officeDocument/2006/relationships/slide" Target="slides/slide37.xml"/><Relationship Id="Rf0c03a1ecf464e8b" Type="http://schemas.openxmlformats.org/officeDocument/2006/relationships/slide" Target="slides/slide6.xml"/><Relationship Id="Rfc8334cd0c48434b"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aedcd44340cd4b17"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Alibaba PuHuiTi 3.0 55 Regular"/>
        <a:ea typeface="Alibaba PuHuiTi 3.0 55 Regular"/>
        <a:cs typeface="Alibaba PuHuiTi 3.0 55 Regular"/>
      </a:defRPr>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9ca52d219da74ef9" Type="http://schemas.openxmlformats.org/officeDocument/2006/relationships/notesMaster" Target="../notesMasters/notesMaster1.xml"/><Relationship Id="Rd470827a5bd9421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3133ed9c072947ee" Type="http://schemas.openxmlformats.org/officeDocument/2006/relationships/notesMaster" Target="../notesMasters/notesMaster1.xml"/><Relationship Id="R6c94bc1833034489"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1a65ffcd716949d4" Type="http://schemas.openxmlformats.org/officeDocument/2006/relationships/slide" Target="../slides/slide3.xml"/><Relationship Id="Rbd2019c4fd414327"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0648d305efc445b" Type="http://schemas.openxmlformats.org/officeDocument/2006/relationships/notesMaster" Target="../notesMasters/notesMaster1.xml"/><Relationship Id="Re575aed5270047a8"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586694f28bd04b8c" Type="http://schemas.openxmlformats.org/officeDocument/2006/relationships/slide" Target="../slides/slide5.xml"/><Relationship Id="Rf5d8c99e7edc4f2d"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431cb1eefbae4089" Type="http://schemas.openxmlformats.org/officeDocument/2006/relationships/notesMaster" Target="../notesMasters/notesMaster1.xml"/><Relationship Id="Ra5c6fc522c684835"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d5a4ea30949e4fa0" Type="http://schemas.openxmlformats.org/officeDocument/2006/relationships/slide" Target="../slides/slide7.xml"/><Relationship Id="Red6dbeae13a74f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53f2476071fc4cda" Type="http://schemas.openxmlformats.org/officeDocument/2006/relationships/notesMaster" Target="../notesMasters/notesMaster1.xml"/><Relationship Id="Ra76a3ecd88ce494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40e0f7e3f824f4e" Type="http://schemas.openxmlformats.org/officeDocument/2006/relationships/slide" Target="../slides/slide9.xml"/><Relationship Id="Rfee473fcad714a8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37858603812f413b" Type="http://schemas.openxmlformats.org/officeDocument/2006/relationships/slide" Target="../slides/slide10.xml"/><Relationship Id="R8632b96432634ad9"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7b2b44ef41e04674" Type="http://schemas.openxmlformats.org/officeDocument/2006/relationships/notesMaster" Target="../notesMasters/notesMaster1.xml"/><Relationship Id="Rc16b99ff7d2f4636"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6137366e2c4448a5" Type="http://schemas.openxmlformats.org/officeDocument/2006/relationships/notesMaster" Target="../notesMasters/notesMaster1.xml"/><Relationship Id="Rc22ebf9ff6a7451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1a45b7d432b443c9" Type="http://schemas.openxmlformats.org/officeDocument/2006/relationships/notesMaster" Target="../notesMasters/notesMaster1.xml"/><Relationship Id="R8a18f6390e4143a6"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3e750ee8fda3456c" Type="http://schemas.openxmlformats.org/officeDocument/2006/relationships/slide" Target="../slides/slide14.xml"/><Relationship Id="R7ca608b280c44ed4"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98f8e4ff36d04f84" Type="http://schemas.openxmlformats.org/officeDocument/2006/relationships/notesMaster" Target="../notesMasters/notesMaster1.xml"/><Relationship Id="Re95ec13543964577"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c80c862899f6447c" Type="http://schemas.openxmlformats.org/officeDocument/2006/relationships/notesMaster" Target="../notesMasters/notesMaster1.xml"/><Relationship Id="Ree04f3602ac8415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8216719117e64faa" Type="http://schemas.openxmlformats.org/officeDocument/2006/relationships/slide" Target="../slides/slide17.xml"/><Relationship Id="Rf6d0c45bc2e947ab"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64a195c2ad844d6a" Type="http://schemas.openxmlformats.org/officeDocument/2006/relationships/slide" Target="../slides/slide18.xml"/><Relationship Id="Raf179d88d9c74678"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b3e1b414c51040a9" Type="http://schemas.openxmlformats.org/officeDocument/2006/relationships/slide" Target="../slides/slide19.xml"/><Relationship Id="Rc41851f920574d76"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38c69e6981c4cd8" Type="http://schemas.openxmlformats.org/officeDocument/2006/relationships/slide" Target="../slides/slide20.xml"/><Relationship Id="R6a8be2ef188243a7"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109e475ae6c1403c" Type="http://schemas.openxmlformats.org/officeDocument/2006/relationships/slide" Target="../slides/slide21.xml"/><Relationship Id="R819bca2fbd68463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64c622a378864b74" Type="http://schemas.openxmlformats.org/officeDocument/2006/relationships/notesMaster" Target="../notesMasters/notesMaster1.xml"/><Relationship Id="Rf557e3d8a922410d"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00fc9aaf470241f6" Type="http://schemas.openxmlformats.org/officeDocument/2006/relationships/notesMaster" Target="../notesMasters/notesMaster1.xml"/><Relationship Id="R8309288dd87a42e3"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4690616bde1d4b7f" Type="http://schemas.openxmlformats.org/officeDocument/2006/relationships/slide" Target="../slides/slide24.xml"/><Relationship Id="Ree5913a0d1534909"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d939374c9649a0" Type="http://schemas.openxmlformats.org/officeDocument/2006/relationships/notesMaster" Target="../notesMasters/notesMaster1.xml"/><Relationship Id="Rce72c922f776472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95681b3b4311466c" Type="http://schemas.openxmlformats.org/officeDocument/2006/relationships/notesMaster" Target="../notesMasters/notesMaster1.xml"/><Relationship Id="Rda05b1e8ed44456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765dbcc83a2a4471" Type="http://schemas.openxmlformats.org/officeDocument/2006/relationships/notesMaster" Target="../notesMasters/notesMaster1.xml"/><Relationship Id="Rcbf1522eb5894949"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1b5da1ebf67e4b5c" Type="http://schemas.openxmlformats.org/officeDocument/2006/relationships/slide" Target="../slides/slide28.xml"/><Relationship Id="Rf0443ab15247428c"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40b5016c674e4318" Type="http://schemas.openxmlformats.org/officeDocument/2006/relationships/notesMaster" Target="../notesMasters/notesMaster1.xml"/><Relationship Id="R8ae907af581a4138"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3c137051ceb64725" Type="http://schemas.openxmlformats.org/officeDocument/2006/relationships/slide" Target="../slides/slide30.xml"/><Relationship Id="R708393f0d8944ddc"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952ad7ea789c437e" Type="http://schemas.openxmlformats.org/officeDocument/2006/relationships/notesMaster" Target="../notesMasters/notesMaster1.xml"/><Relationship Id="Rd8e41fa7fde54eba"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98798f1b962d41af" Type="http://schemas.openxmlformats.org/officeDocument/2006/relationships/slide" Target="../slides/slide32.xml"/><Relationship Id="Re87db63f98734206"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9d26b362dd704ba9" Type="http://schemas.openxmlformats.org/officeDocument/2006/relationships/notesMaster" Target="../notesMasters/notesMaster1.xml"/><Relationship Id="Rbc940faa34944ad7"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64d3ff21e3dd42df" Type="http://schemas.openxmlformats.org/officeDocument/2006/relationships/notesMaster" Target="../notesMasters/notesMaster1.xml"/><Relationship Id="Rebbe8bb101b54da3"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48a96d6ebdd04609" Type="http://schemas.openxmlformats.org/officeDocument/2006/relationships/notesMaster" Target="../notesMasters/notesMaster1.xml"/><Relationship Id="Ra5b076e65fb64880"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16bd49e4d39a4695" Type="http://schemas.openxmlformats.org/officeDocument/2006/relationships/slide" Target="../slides/slide36.xml"/><Relationship Id="Rcfdc797168094de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eaf69a3d1f414001" Type="http://schemas.openxmlformats.org/officeDocument/2006/relationships/notesMaster" Target="../notesMasters/notesMaster1.xml"/><Relationship Id="Rfa73799c70f1450f"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552d7814306b4e73" Type="http://schemas.openxmlformats.org/officeDocument/2006/relationships/slide" Target="../slides/slide38.xml"/><Relationship Id="Rce139ce84f2443d9"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c7df5b701b8c472e" Type="http://schemas.openxmlformats.org/officeDocument/2006/relationships/notesMaster" Target="../notesMasters/notesMaster1.xml"/><Relationship Id="Rd16356e94371476e"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2cfc963d0d984f19" Type="http://schemas.openxmlformats.org/officeDocument/2006/relationships/slide" Target="../slides/slide40.xml"/><Relationship Id="R83e8068acbce4fb5"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0e1ee744cbfb4612" Type="http://schemas.openxmlformats.org/officeDocument/2006/relationships/notesMaster" Target="../notesMasters/notesMaster1.xml"/><Relationship Id="R497fe1f4f1b945a3"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99238bab3ff34609" Type="http://schemas.openxmlformats.org/officeDocument/2006/relationships/slide" Target="../slides/slide42.xml"/><Relationship Id="Rbb7d007654554e39"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0eb48edece3345e7" Type="http://schemas.openxmlformats.org/officeDocument/2006/relationships/notesMaster" Target="../notesMasters/notesMaster1.xml"/><Relationship Id="Re146940b1a634900"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aa96d311aaef4465" Type="http://schemas.openxmlformats.org/officeDocument/2006/relationships/notesMaster" Target="../notesMasters/notesMaster1.xml"/><Relationship Id="Reb42426fd60241a3"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23bf1fe3723a4118" Type="http://schemas.openxmlformats.org/officeDocument/2006/relationships/notesMaster" Target="../notesMasters/notesMaster1.xml"/><Relationship Id="Re193e89c0e4e48bd"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92639b8370394df3" Type="http://schemas.openxmlformats.org/officeDocument/2006/relationships/notesMaster" Target="../notesMasters/notesMaster1.xml"/><Relationship Id="Re3a650506ab6455a"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2952aed78fce4720" Type="http://schemas.openxmlformats.org/officeDocument/2006/relationships/slide" Target="../slides/slide47.xml"/><Relationship Id="R5766f90c3c404dcf"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0826f0c94fd5479d" Type="http://schemas.openxmlformats.org/officeDocument/2006/relationships/slide" Target="../slides/slide48.xml"/><Relationship Id="R3713493042b144af"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008095ecfb9b4b2d" Type="http://schemas.openxmlformats.org/officeDocument/2006/relationships/notesMaster" Target="../notesMasters/notesMaster1.xml"/><Relationship Id="R416220b95f474568"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1fc6593a72b847f1" Type="http://schemas.openxmlformats.org/officeDocument/2006/relationships/notesMaster" Target="../notesMasters/notesMaster1.xml"/><Relationship Id="Rb8f11c86e6044699"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5d7df21670a94e43" Type="http://schemas.openxmlformats.org/officeDocument/2006/relationships/slide" Target="../slides/slide51.xml"/><Relationship Id="Re08a5696c9ea4fe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34b1bf85fae14663" Type="http://schemas.openxmlformats.org/officeDocument/2006/relationships/slide" Target="../slides/slide52.xml"/><Relationship Id="R7dea04d75c2d4147"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6b825f848b0840c1" Type="http://schemas.openxmlformats.org/officeDocument/2006/relationships/notesMaster" Target="../notesMasters/notesMaster1.xml"/><Relationship Id="Rf65feb1d55964ed7"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44c4960768114d32" Type="http://schemas.openxmlformats.org/officeDocument/2006/relationships/notesMaster" Target="../notesMasters/notesMaster1.xml"/><Relationship Id="Ra9d209a8367c434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1e419ce3dabe416e" Type="http://schemas.openxmlformats.org/officeDocument/2006/relationships/notesMaster" Target="../notesMasters/notesMaster1.xml"/><Relationship Id="R78f68841e3f14ba0"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a37c27a104534020" Type="http://schemas.openxmlformats.org/officeDocument/2006/relationships/notesMaster" Target="../notesMasters/notesMaster1.xml"/><Relationship Id="Rdac43bd149d547c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2b150f8bf1004d59" Type="http://schemas.openxmlformats.org/officeDocument/2006/relationships/notesMaster" Target="../notesMasters/notesMaster1.xml"/><Relationship Id="Rc33deca949f34590"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c99d1adeaa134dff" Type="http://schemas.openxmlformats.org/officeDocument/2006/relationships/slide" Target="../slides/slide58.xml"/><Relationship Id="Rf37fd988840a4088"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0589adcb405b4319" Type="http://schemas.openxmlformats.org/officeDocument/2006/relationships/slide" Target="../slides/slide59.xml"/><Relationship Id="R727f38e21b8e4796"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2c8dae3426fd472f" Type="http://schemas.openxmlformats.org/officeDocument/2006/relationships/slide" Target="../slides/slide60.xml"/><Relationship Id="R658cf097c3bc45c4"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4f80dcacd44b41cb" Type="http://schemas.openxmlformats.org/officeDocument/2006/relationships/slide" Target="../slides/slide61.xml"/><Relationship Id="Rad9921b1c90c46cc"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0a423f306b2b4aac" Type="http://schemas.openxmlformats.org/officeDocument/2006/relationships/slide" Target="../slides/slide62.xml"/><Relationship Id="Rd7a8868c29054043"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23eda1d8051d44dd" Type="http://schemas.openxmlformats.org/officeDocument/2006/relationships/notesMaster" Target="../notesMasters/notesMaster1.xml"/><Relationship Id="R807bf58841c74dbe"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1ac481a6c6f74abe" Type="http://schemas.openxmlformats.org/officeDocument/2006/relationships/notesMaster" Target="../notesMasters/notesMaster1.xml"/><Relationship Id="R900e3a0cc4a04395"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1bbe46d8041047be" Type="http://schemas.openxmlformats.org/officeDocument/2006/relationships/notesMaster" Target="../notesMasters/notesMaster1.xml"/><Relationship Id="R6fe5295a01384d94"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13db2553a25b4663" Type="http://schemas.openxmlformats.org/officeDocument/2006/relationships/slide" Target="../slides/slide66.xml"/><Relationship Id="Rec0c576128c947ce"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3964991ea5964e14" Type="http://schemas.openxmlformats.org/officeDocument/2006/relationships/notesMaster" Target="../notesMasters/notesMaster1.xml"/><Relationship Id="R71463b77d5c04604"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6d82cfffd7804ce1" Type="http://schemas.openxmlformats.org/officeDocument/2006/relationships/notesMaster" Target="../notesMasters/notesMaster1.xml"/><Relationship Id="Rc284b8f89b0f452c"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2f748b6824cf452e" Type="http://schemas.openxmlformats.org/officeDocument/2006/relationships/notesMaster" Target="../notesMasters/notesMaster1.xml"/><Relationship Id="R300448fc166d49ad"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5f64979f56274ee0" Type="http://schemas.openxmlformats.org/officeDocument/2006/relationships/slide" Target="../slides/slide70.xml"/><Relationship Id="R9a85aa229aa14b75"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b4178545768e4223" Type="http://schemas.openxmlformats.org/officeDocument/2006/relationships/slide" Target="../slides/slide71.xml"/><Relationship Id="Rd9da01c586284864"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9e19f0e6584f43e5" Type="http://schemas.openxmlformats.org/officeDocument/2006/relationships/slide" Target="../slides/slide72.xml"/><Relationship Id="Rb9e3c536ffd549e5"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0cbd41cd8dca4c6d" Type="http://schemas.openxmlformats.org/officeDocument/2006/relationships/slide" Target="../slides/slide73.xml"/><Relationship Id="R450d2292025449fd"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62464abefd4342ef" Type="http://schemas.openxmlformats.org/officeDocument/2006/relationships/slide" Target="../slides/slide74.xml"/><Relationship Id="Re452798a34fc414b"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19ae8f8736dc42ff" Type="http://schemas.openxmlformats.org/officeDocument/2006/relationships/slide" Target="../slides/slide75.xml"/><Relationship Id="R7353030e9be142e2"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636e6a93710848b5" Type="http://schemas.openxmlformats.org/officeDocument/2006/relationships/slide" Target="../slides/slide76.xml"/><Relationship Id="Rb889c21a7f184ccb"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07af4e2af1ff4967" Type="http://schemas.openxmlformats.org/officeDocument/2006/relationships/slide" Target="../slides/slide77.xml"/><Relationship Id="Rc3e7e54554e842be"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声音怎样变成0和1？</a:t>
            </a:r>
          </a:p>
          <a:p>
            <a:r>
              <a:t>[内部编号] V81-01</a:t>
            </a:r>
          </a:p>
          <a:p>
            <a:r>
              <a:t>[阶段] 课时开场</a:t>
            </a:r>
          </a:p>
          <a:p>
            <a:r>
              <a:t>[教师逐字稿]</a:t>
            </a:r>
          </a:p>
          <a:p>
            <a:r>
              <a:t>【教师讲述／组织】开场。问：“上一节课学习了图像编码。那么在手机里录下我们的声音，计算机保存的到底是什么？”不要直接报出采样、量化、编码，先让学生提出问题。</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文字、图像能编码，声音呢？</a:t>
            </a:r>
          </a:p>
          <a:p>
            <a:r>
              <a:t>[内部编号] V81-02</a:t>
            </a:r>
          </a:p>
          <a:p>
            <a:r>
              <a:t>[阶段] 提问／独立作答</a:t>
            </a:r>
          </a:p>
          <a:p>
            <a:r>
              <a:t>[教师逐字稿]</a:t>
            </a:r>
          </a:p>
          <a:p>
            <a:r>
              <a:t>【设计意图】回忆旧知识：字符编码记录符号，图像编码记录像素。请学生预测：自然声音没有像素，计算机怎么办？指向本课总问题，不求答对。</a:t>
            </a:r>
          </a:p>
          <a:p>
            <a:r>
              <a:t>【教师可以这样讲】大家想一想，我们能把一个汉字或一张图片保存进电脑。那么正在说话的声音是不是也能保存？它与图像的最大区别在哪里？</a:t>
            </a:r>
          </a:p>
          <a:p>
            <a:r>
              <a:t>【预判回答与追问】有人会说只要“录下来”就行；追问“录下来”在计算机里究竟记录什么？</a:t>
            </a:r>
          </a:p>
          <a:p>
            <a:r>
              <a:t>【本页收束】收束到核心问题：原来连续的声音如何变成数字。</a:t>
            </a:r>
          </a:p>
          <a:p>
            <a:r>
              <a:t/>
            </a:r>
          </a:p>
          <a:p>
            <a:r>
              <a:t>先请学生复述文字和图片怎样编码，再让学生预测麦克风后是什么、计算机需要什么。教师不预告完整三步。</a:t>
            </a:r>
          </a:p>
          <a:p>
            <a:br/>
            <a:r>
              <a:t>[图片生成提示词]</a:t>
            </a:r>
            <a:br/>
            <a:r>
              <a:t>IMG-01；用途：情境插图，不作为技术或软件事实证据。</a:t>
            </a:r>
            <a:br/>
            <a:r>
              <a:t>Create a classroom teaching illustration for a Chinese senior-high information technology lesson.</a:t>
            </a:r>
            <a:br/>
            <a:r>
              <a:t>Use case: illustration-story.</a:t>
            </a:r>
            <a:br/>
            <a:r>
              <a:t>Teaching purpose: students should wonder how a spoken voice can be saved by a phone, without being shown the technical answer.</a:t>
            </a:r>
            <a:br/>
            <a:r>
              <a:t>Slide role: question and cognitive-conflict context.</a:t>
            </a:r>
            <a:br/>
            <a:r>
              <a:t>Intended placement: right column of a white PowerPoint slide, approximately 536 by 402 pixels; 4:3 aspect ratio.</a:t>
            </a:r>
            <a:br/>
            <a:r>
              <a:t>Subject and scene: one fictional senior-high student, seen in a calm three-quarter view, speaking a short sentence toward a generic smartphone held naturally in one hand near the mouth. The phone is plainly visible and the student's mouth is slightly open in ordinary speech. The smartphone screen is a plain neutral surface, with no interface, text, waveform, record button, icon, or numbers. Show the head, upper torso, hand and phone clearly. No additional devices or people.</a:t>
            </a:r>
            <a:br/>
            <a:r>
              <a:t>Composition: clear large subject in the center of this 4:3 illustration; leave modest white breathing room around the silhouette. Keep face and phone fully within the crop. Do not include slide titles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a:t>
            </a:r>
            <a:br/>
            <a:r>
              <a:t>Important constraints: no explanatory text, no Chinese labels, no binary strings, no byte values, no arrows, no waveforms, no speech bubbles, no diagrams, no conclusion, no brand logo, no watermark, no decorative border, no shadowed card, no gradient background. Do not depict sound as a visible curving path. This is a fictional situation illustration, not technical or software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声音首先是什么？</a:t>
            </a:r>
          </a:p>
          <a:p>
            <a:r>
              <a:t>[内部编号] V81-03</a:t>
            </a:r>
          </a:p>
          <a:p>
            <a:r>
              <a:t>[阶段] 证据／解释</a:t>
            </a:r>
          </a:p>
          <a:p>
            <a:r>
              <a:t>[教师逐字稿]</a:t>
            </a:r>
          </a:p>
          <a:p>
            <a:r>
              <a:t>【教师讲述／组织】从实录1的振动声源、空气传播与耳膜经验出发。问：我们说话时什么振动？声音怎样到耳朵？要学生识别声音是物理现象。</a:t>
            </a:r>
          </a:p>
          <a:p>
            <a:r>
              <a:t>【反馈】先听学生如何解释，再决定是否揭示结论；注意控制本页停留时间。</a:t>
            </a:r>
          </a:p>
          <a:p/>
          <a:p>
            <a:r>
              <a:t>【视觉说明】重新组织v8.4.10声源示意与原Codex概念文字：上方三阶段对应下方音叉、空间声压变化和麦克风；以一句话收束。示意图的波弧是传播方向，不是“波形在空间弯曲传播”的路线。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声音和电脑里的音频文件，是同一种量吗？</a:t>
            </a:r>
          </a:p>
          <a:p>
            <a:r>
              <a:t>[内部编号] V81-04</a:t>
            </a:r>
          </a:p>
          <a:p>
            <a:r>
              <a:t>[阶段] 证据／解释</a:t>
            </a:r>
          </a:p>
          <a:p>
            <a:r>
              <a:t>[教师逐字稿]</a:t>
            </a:r>
          </a:p>
          <a:p>
            <a:r>
              <a:t>【设计意图】先让学生表态：声波在时间上连续变化；文件保存的是离散数字。问麦克风前后，哪一阶段发生改变？</a:t>
            </a:r>
          </a:p>
          <a:p>
            <a:r>
              <a:t>【教师可以这样讲】请先判断：空气中的声音和电脑里的音频文件，是不是同一种东西？举一个理由。</a:t>
            </a:r>
          </a:p>
          <a:p>
            <a:r>
              <a:t>【预判回答与追问】“电脑播放出来还是声音，所以是模拟量”是可能的误解；分清存储形式和播放后的物理振动。</a:t>
            </a:r>
          </a:p>
          <a:p>
            <a:r>
              <a:t>【本页收束】声音属于物理模拟信号；数字文件以离散的数据保存音频。</a:t>
            </a:r>
          </a:p>
          <a:p>
            <a:r>
              <a:t/>
            </a:r>
          </a:p>
          <a:p>
            <a:r>
              <a:t>对比模拟声波与文件中的数字，问连续变化的声音如何变成离散数据；先让学生说两者有何不同。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麦克风把声波变成什么？</a:t>
            </a:r>
          </a:p>
          <a:p>
            <a:r>
              <a:t>[内部编号] V81-05</a:t>
            </a:r>
          </a:p>
          <a:p>
            <a:r>
              <a:t>[阶段] 证据／解释</a:t>
            </a:r>
          </a:p>
          <a:p>
            <a:r>
              <a:t>[教师逐字稿]</a:t>
            </a:r>
          </a:p>
          <a:p>
            <a:r>
              <a:t>【设计意图】承接实录1：猜需要哪些设备。麦克风将声压变化转为连续电信号；此时仍是模拟信号。不要说麦克风直接保存WAV。</a:t>
            </a:r>
          </a:p>
          <a:p>
            <a:r>
              <a:t>【教师可以这样讲】请观察这条流程。麦克风是不是已经把声波变成0和1了？请指出转换前后各是什么。</a:t>
            </a:r>
          </a:p>
          <a:p>
            <a:r>
              <a:t>【预判回答与追问】学生可能认为麦克风就是“录音机”。追问：麦克风输出的电压能否在每个时刻连续变化？</a:t>
            </a:r>
          </a:p>
          <a:p>
            <a:r>
              <a:t>【本页收束】麦克风把声压变化变成模拟电信号，数字化还没有完成。</a:t>
            </a:r>
          </a:p>
          <a:p>
            <a:r>
              <a:t/>
            </a:r>
          </a:p>
          <a:p>
            <a:r>
              <a:t>麦克风负责把声压变化变成连续电信号；先预测“是数字还是模拟？”学生说出依据。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连续电信号，怎样变成数字？</a:t>
            </a:r>
          </a:p>
          <a:p>
            <a:r>
              <a:t>[内部编号] V81-06</a:t>
            </a:r>
          </a:p>
          <a:p>
            <a:r>
              <a:t>[阶段] 证据／解释</a:t>
            </a:r>
          </a:p>
          <a:p>
            <a:r>
              <a:t>[教师逐字稿]</a:t>
            </a:r>
          </a:p>
          <a:p>
            <a:r>
              <a:t>【设计意图】先问：谁来把模拟电信号转换成0和1？鼓励学生猜CPU、麦克风等。展示声卡音频接口或画流程，以ADC为答案。设备可集成在主板或外置。</a:t>
            </a:r>
          </a:p>
          <a:p>
            <a:r>
              <a:t>【教师可以这样讲】如果麦克风输出还是连续电信号，计算机怎样读懂它？需要什么设备？</a:t>
            </a:r>
          </a:p>
          <a:p>
            <a:r>
              <a:t>【预判回答与追问】学生可能猜CPU，先认可其计算作用，再追问哪个音频部件把模拟信号变成离散样本。</a:t>
            </a:r>
          </a:p>
          <a:p>
            <a:r>
              <a:t>【本页收束】声卡中的ADC完成模数转换。无需记电子线路结构。</a:t>
            </a:r>
          </a:p>
          <a:p>
            <a:r>
              <a:t/>
            </a:r>
          </a:p>
          <a:p>
            <a:r>
              <a:t>声卡ADC把模拟信号变为数字数据；不要求硬件电路细节，用前后变化解释。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把录音过程和播放过程接起来</a:t>
            </a:r>
          </a:p>
          <a:p>
            <a:r>
              <a:t>[内部编号] V81-07</a:t>
            </a:r>
          </a:p>
          <a:p>
            <a:r>
              <a:t>[阶段] 证据／解释</a:t>
            </a:r>
          </a:p>
          <a:p>
            <a:r>
              <a:t>[教师逐字稿]</a:t>
            </a:r>
          </a:p>
          <a:p>
            <a:r>
              <a:t>【教师讲述／组织】追问：存进去的0和1，为什么还能从扬声器变回声音？给出DAC作为反向转换，重点是两个方向的理解；不要展开电路。</a:t>
            </a:r>
          </a:p>
          <a:p>
            <a:r>
              <a:t>【反馈】先听学生如何解释，再决定是否揭示结论；注意控制本页停留时间。</a:t>
            </a:r>
          </a:p>
          <a:p>
            <a:r>
              <a:t/>
            </a:r>
          </a:p>
          <a:p>
            <a:r>
              <a:t>按录音顺序走一遍，再反向说播放顺序，确认DAC与ADC的作用不同。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波形图是声音的传播路线吗？</a:t>
            </a:r>
          </a:p>
          <a:p>
            <a:r>
              <a:t>[内部编号] V81-08</a:t>
            </a:r>
          </a:p>
          <a:p>
            <a:r>
              <a:t>[阶段] 证据／解释</a:t>
            </a:r>
          </a:p>
          <a:p>
            <a:r>
              <a:t>[教师逐字稿]</a:t>
            </a:r>
          </a:p>
          <a:p>
            <a:r>
              <a:t>【设计意图】学生易误解：上下起伏是空气中声波的传播轨迹。请先判断，再明确横轴时间、纵轴同一地点声压或电信号的变化。</a:t>
            </a:r>
          </a:p>
          <a:p>
            <a:r>
              <a:t>【教师可以这样讲】看到这条上下起伏的曲线，请猜：它是不是声音在空气里沿着波浪形路线前进？</a:t>
            </a:r>
          </a:p>
          <a:p>
            <a:r>
              <a:t>【预判回答与追问】提醒固定一个位置，横坐标向右代表时间，纵坐标上下代表压力或电信号偏离参考的变化。</a:t>
            </a:r>
          </a:p>
          <a:p>
            <a:r>
              <a:t>【本页收束】波形是“某处随时间变化”的图，不是空间中的传播路径。</a:t>
            </a:r>
          </a:p>
          <a:p/>
          <a:p>
            <a:r>
              <a:t>【v7 Demo A，约2分钟】先保留本页“传播路线吗”的问题，让学生预测；运行 notebooks/01_听见声音_看见波形.ipynb，在教室Windows浏览器中点击播放。指向红色时间光标：波形表示时间变化，不是空间传播路线。Mac不会播放声音，声音从Windows浏览器输出。网络异常时直接用本页静态图。</a:t>
            </a:r>
          </a:p>
          <a:p/>
          <a:p>
            <a:r>
              <a:t>【视觉说明】借用v8.4.10空间传播与固定测点时间波形的对照，前半是空间快照，后半不是声音弯曲路线。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演示A：红线向右，表示什么？</a:t>
            </a:r>
          </a:p>
          <a:p>
            <a:r>
              <a:t>[内部编号] V81-09</a:t>
            </a:r>
          </a:p>
          <a:p>
            <a:r>
              <a:t>[阶段] 证据／解释</a:t>
            </a:r>
          </a:p>
          <a:p>
            <a:r>
              <a:t>[教师逐字稿]</a:t>
            </a:r>
          </a:p>
          <a:p>
            <a:r>
              <a:t>运行notebooks/01_听见声音_看见波形.ipynb。请教师从Windows浏览器直接点击播放；让学生预测红线表示空间位置还是播放时间，然后暂停再播放。观察教室音箱发声，Mac只是运算和提供数据。约2分钟。网络失败时直接使用本页示意和原第8页。</a:t>
            </a:r>
          </a:p>
          <a:p>
            <a:r>
              <a:t/>
            </a:r>
          </a:p>
          <a:p>
            <a:r>
              <a:t>打开远程JupyterLab Notebook 01，在Windows浏览器播放声音，问红线向右是不是声波向右传播；让学生说横轴是时间。</a:t>
            </a:r>
          </a:p>
          <a:p>
            <a:br/>
            <a:r>
              <a:t>[提问阶段]</a:t>
            </a:r>
            <a:br/>
            <a:r>
              <a:t>先请学生预测红线表示什么，停顿20秒，播放后才比较波形固定与播放位置变化。横轴的解释留到观察之后。</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只能留下有限个数字，该在哪些时刻取样？</a:t>
            </a:r>
          </a:p>
          <a:p>
            <a:r>
              <a:t>[内部编号] V81-10</a:t>
            </a:r>
          </a:p>
          <a:p>
            <a:r>
              <a:t>[阶段] 提问／独立作答</a:t>
            </a:r>
          </a:p>
          <a:p>
            <a:r>
              <a:t>[教师逐字稿]</a:t>
            </a:r>
          </a:p>
          <a:p>
            <a:r>
              <a:t>【设计意图】先在波形上让学生指出选取若干时刻的方法，预测“隔一段时间取一个值”；不要急着宣布定义。</a:t>
            </a:r>
          </a:p>
          <a:p>
            <a:r>
              <a:t>【教师可以这样讲】现在只允许保存若干个数字，你会在哪些时刻记录这条曲线？让同桌先各提出一条规则。</a:t>
            </a:r>
          </a:p>
          <a:p>
            <a:r>
              <a:t>【预判回答与追问】有人会只选最高点和最低点。追问：如果换一段波形，这个规则是否容易统一实现？</a:t>
            </a:r>
          </a:p>
          <a:p>
            <a:r>
              <a:t>【本页收束】用固定时间间隔连续记录，形成采样时刻。</a:t>
            </a:r>
          </a:p>
          <a:p>
            <a:r>
              <a:t/>
            </a:r>
          </a:p>
          <a:p>
            <a:r>
              <a:t>请学生先在波形上建议记录时刻，再比较哪种规则稳定；引出等时间间隔采样。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每隔相同时间，取一个幅度值</a:t>
            </a:r>
          </a:p>
          <a:p>
            <a:r>
              <a:t>[内部编号] V81-11</a:t>
            </a:r>
          </a:p>
          <a:p>
            <a:r>
              <a:t>[阶段] 证据／解释</a:t>
            </a:r>
          </a:p>
          <a:p>
            <a:r>
              <a:t>[教师逐字稿]</a:t>
            </a:r>
          </a:p>
          <a:p>
            <a:r>
              <a:t>【设计意图】保留前页坐标与波形，叠加等间隔采样点。追问：采样之后还保留每个时刻的原始值吗？概括“时间上离散”。</a:t>
            </a:r>
          </a:p>
          <a:p>
            <a:r>
              <a:t>【教师可以这样讲】我们按固定时间间隔记录了12个点。灰色曲线不再直接保存，每个点有自己的时间和值。</a:t>
            </a:r>
          </a:p>
          <a:p>
            <a:r>
              <a:t>【预判回答与追问】学生可能把连点线当作新的连续信号。追问：文件实际存的是曲线，还是这些点对应的数字？</a:t>
            </a:r>
          </a:p>
          <a:p>
            <a:r>
              <a:t>【本页收束】采样的结果是时间上离散的一组样本。</a:t>
            </a:r>
          </a:p>
          <a:p>
            <a:r>
              <a:t/>
            </a:r>
          </a:p>
          <a:p>
            <a:r>
              <a:t>【v7 Demo B，约3分钟】运行 notebooks/02_放大波形_看见采样点.ipynb，将观察范围从100毫秒缩至20、4毫秒，直到看见一个个真实样本点。与完整波形极值包络对照，不要把包络竖线叫采样点。先问“看似连续的曲线，计算机究竟保存了什么？”</a:t>
            </a:r>
          </a:p>
          <a:p>
            <a:r>
              <a:t/>
            </a:r>
          </a:p>
          <a:p>
            <a:r>
              <a:t>先观察时间刻度和蓝色点，教师追问记录的是什么量，说明在指定时刻记录幅度。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演示B：放大后，能看见采样点吗？</a:t>
            </a:r>
          </a:p>
          <a:p>
            <a:r>
              <a:t>[内部编号] V81-12</a:t>
            </a:r>
          </a:p>
          <a:p>
            <a:r>
              <a:t>[阶段] 证据／解释</a:t>
            </a:r>
          </a:p>
          <a:p>
            <a:r>
              <a:t>[教师逐字稿]</a:t>
            </a:r>
          </a:p>
          <a:p>
            <a:r>
              <a:t>运行notebooks/02_放大波形_看见采样点.ipynb。先保持完整波形，再把局部显示范围切换到20毫秒和4毫秒。左侧是示意概览，右侧是局部实际样本思路；在Notebook里，右侧点取自真实生成的PCM数据。不要说采样点之间连线是扬声器实际波形。约3分钟。</a:t>
            </a:r>
          </a:p>
          <a:p>
            <a:r>
              <a:t/>
            </a:r>
          </a:p>
          <a:p>
            <a:r>
              <a:t>打开Notebook 02，把波形从100毫秒放大到4毫秒，点击蓝色样本，读出实际时间和幅度；区分极值概览和真实采样点。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 Hz和2 Hz，一秒内取几个样本？</a:t>
            </a:r>
          </a:p>
          <a:p>
            <a:r>
              <a:t>[内部编号] V81-13</a:t>
            </a:r>
          </a:p>
          <a:p>
            <a:r>
              <a:t>[阶段] 证据／解释</a:t>
            </a:r>
          </a:p>
          <a:p>
            <a:r>
              <a:t>[教师逐字稿]</a:t>
            </a:r>
          </a:p>
          <a:p>
            <a:r>
              <a:t>【设计意图】先让学生预测1 Hz、2 Hz分别表示每秒几个点；同一时间范围，不同点数。讲采样率=单位时间样本数，间隔Δt=1/fs。</a:t>
            </a:r>
          </a:p>
          <a:p>
            <a:r>
              <a:t>【教师可以这样讲】预测：1 Hz每秒几个点？2 Hz每秒几个点？都记录4秒，两个例子的样本数分别是多少？</a:t>
            </a:r>
          </a:p>
          <a:p>
            <a:r>
              <a:t>【预判回答与追问】注意“赫兹”还可表示声音本身频率；本页说的是“采样的次数”。</a:t>
            </a:r>
          </a:p>
          <a:p>
            <a:r>
              <a:t>【本页收束】采样率是每秒采样数；更密意味着相邻采样时刻间隔更短。</a:t>
            </a:r>
          </a:p>
          <a:p/>
          <a:p>
            <a:r>
              <a:t>【v7回扣】演示切换到本页后，要求学生解释采样率和每秒样本数之间的关系。Notebook中的4毫秒局部窗口只是观察尺度。</a:t>
            </a:r>
          </a:p>
          <a:p/>
          <a:p>
            <a:r>
              <a:t>1Hz=每秒1个记录点；2Hz=每秒2个。这里用于放大理解，绝非实际音频录制建议。</a:t>
            </a:r>
          </a:p>
          <a:p>
            <a:br/>
            <a:r>
              <a:t>[模型边界]</a:t>
            </a:r>
            <a:br/>
            <a:r>
              <a:t>图为同一数学示意信号，不是实际录音建议；只用来数记录时刻。1Hz取t=0；2Hz取t=0、0.5s；区间[0,1)。示意不证明重建或听感。</a:t>
            </a:r>
          </a:p>
          <a:p/>
          <a:p>
            <a:r>
              <a:t>【视觉说明】明确[0,1)秒、右端点不重复记。演示1 Hz取1点，2 Hz取2点；此为慢速教学模型。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提高采样率，时间轴上的什么变了？</a:t>
            </a:r>
          </a:p>
          <a:p>
            <a:r>
              <a:t>[内部编号] V81-14</a:t>
            </a:r>
          </a:p>
          <a:p>
            <a:r>
              <a:t>[阶段] 证据／解释</a:t>
            </a:r>
          </a:p>
          <a:p>
            <a:r>
              <a:t>[教师逐字稿]</a:t>
            </a:r>
          </a:p>
          <a:p>
            <a:r>
              <a:t>【教师讲述／组织】同一波形、同一个时长，采样点由少到多。先比较时间方向的点密度，不谈“采样后连线就完全恢复”。</a:t>
            </a:r>
          </a:p>
          <a:p>
            <a:r>
              <a:t>【反馈】先听学生如何解释，再决定是否揭示结论；注意控制本页停留时间。</a:t>
            </a:r>
          </a:p>
          <a:p>
            <a:r>
              <a:t/>
            </a:r>
          </a:p>
          <a:p>
            <a:r>
              <a:t>上下保持同一条曲线不变，只改变时间方向的样本密度，让学生辨认控制变量。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采样值可能是3.71，怎样记录？</a:t>
            </a:r>
          </a:p>
          <a:p>
            <a:r>
              <a:t>[内部编号] V81-15</a:t>
            </a:r>
          </a:p>
          <a:p>
            <a:r>
              <a:t>[阶段] 提问／独立作答</a:t>
            </a:r>
          </a:p>
          <a:p>
            <a:r>
              <a:t>[教师逐字稿]</a:t>
            </a:r>
          </a:p>
          <a:p>
            <a:r>
              <a:t>【设计意图】实录2第二步：采样点的振幅可在连续范围取值，设备却计划使用有限等级。让学生意识到有第二个问题尚未解决。</a:t>
            </a:r>
          </a:p>
          <a:p>
            <a:r>
              <a:t>【教师可以这样讲】假设某个时刻取得3.71这样的振幅值。如果设备只准记录8个整数等级，会怎么办？</a:t>
            </a:r>
          </a:p>
          <a:p>
            <a:r>
              <a:t>【预判回答与追问】学生可能直接回答“四舍五入”，要追问必须先规定可用的代表值与映射规则。</a:t>
            </a:r>
          </a:p>
          <a:p>
            <a:r>
              <a:t>【本页收束】量化解决幅度的离散化，下一页构建0到7的教学模型。</a:t>
            </a:r>
          </a:p>
          <a:p>
            <a:r>
              <a:t/>
            </a:r>
          </a:p>
          <a:p>
            <a:r>
              <a:t>【v7 Demo C预告】现在只解决了采样时刻；纵向幅度可能是任意连续值，需要量化，稍后用实验台在同一坐标中比较。</a:t>
            </a:r>
          </a:p>
          <a:p>
            <a:r>
              <a:t/>
            </a:r>
          </a:p>
          <a:p>
            <a:r>
              <a:t>讨论3.71这样的幅度怎样用有限个等级近似记录，不让量化等同四舍五入。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把振幅划分成0～7，共几个等级？</a:t>
            </a:r>
          </a:p>
          <a:p>
            <a:r>
              <a:t>[内部编号] V81-16</a:t>
            </a:r>
          </a:p>
          <a:p>
            <a:r>
              <a:t>[阶段] 证据／解释</a:t>
            </a:r>
          </a:p>
          <a:p>
            <a:r>
              <a:t>[教师逐字稿]</a:t>
            </a:r>
          </a:p>
          <a:p>
            <a:r>
              <a:t>【设计意图】坚持实录2的首个量化模型：等级从0数到7含0，共八级。提醒这里是教学简化例，真实PCM可正可负。让学生先自己数等级。</a:t>
            </a:r>
          </a:p>
          <a:p>
            <a:r>
              <a:t>【教师可以这样讲】请同学数一数，从0到7一共几个数字。0算不算一个等级？</a:t>
            </a:r>
          </a:p>
          <a:p>
            <a:r>
              <a:t>【预判回答与追问】最容易出现7级的误答。让学生逐个数：0、1、2、3、4、5、6、7。</a:t>
            </a:r>
          </a:p>
          <a:p>
            <a:r>
              <a:t>【本页收束】共8个等级。这里是简化模型，并非真实声压只有非负值。</a:t>
            </a:r>
          </a:p>
          <a:p/>
          <a:p>
            <a:r>
              <a:t>讲授0~7是等级编号；不要把取样数、幅度值、等级编号混为一谈，先让学生预测。</a:t>
            </a:r>
          </a:p>
          <a:p/>
          <a:p>
            <a:r>
              <a:t>【视觉说明】此页只建立8个等级编号，暂不揭示需要3bit，以便后续由学生推导。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 应记为等级3，还是等级4？</a:t>
            </a:r>
          </a:p>
          <a:p>
            <a:r>
              <a:t>[内部编号] V81-17</a:t>
            </a:r>
          </a:p>
          <a:p>
            <a:r>
              <a:t>[阶段] 提问／独立作答</a:t>
            </a:r>
          </a:p>
          <a:p>
            <a:r>
              <a:t>[教师逐字稿]</a:t>
            </a:r>
          </a:p>
          <a:p>
            <a:r>
              <a:t>先显示0~7八级，学生预测3.71是3或4。暂停50秒让学生说出推理规则。再用下页指定的分区规则解决分歧；勿预先提示答案。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量化：用有限代表值近似样本</a:t>
            </a:r>
          </a:p>
          <a:p>
            <a:r>
              <a:t>[内部编号] V81-18</a:t>
            </a:r>
          </a:p>
          <a:p>
            <a:r>
              <a:t>[阶段] 证据／解释</a:t>
            </a:r>
          </a:p>
          <a:p>
            <a:r>
              <a:t>[教师逐字稿]</a:t>
            </a:r>
          </a:p>
          <a:p>
            <a:r>
              <a:t>【设计意图】此页展示明确的取整规则：教学用向下取整（非真实所有PCM的唯一规则）；把3.71映射到3。解释损失了细节，产生量化误差。</a:t>
            </a:r>
          </a:p>
          <a:p>
            <a:r>
              <a:t>【教师可以这样讲】规定一个简化规则：向下取整。原值3.71会落在哪个等级？屏幕上的红点与蓝点哪个是原值？</a:t>
            </a:r>
          </a:p>
          <a:p>
            <a:r>
              <a:t>【预判回答与追问】可能误以为蓝点恰好是原始值。追问：3.71与3有什么不同？少了哪些信息？</a:t>
            </a:r>
          </a:p>
          <a:p>
            <a:r>
              <a:t>【本页收束】量化是用有限代表值近似原值，存在量化误差。</a:t>
            </a:r>
          </a:p>
          <a:p/>
          <a:p>
            <a:r>
              <a:t>这里按[n,n+1)归入Ln，3.71属于L3；量化代表值可取3.5。让学生回看先前错误猜测。</a:t>
            </a:r>
          </a:p>
          <a:p>
            <a:br/>
            <a:r>
              <a:t>[图示条件]</a:t>
            </a:r>
            <a:br/>
            <a:r>
              <a:t>横坐标表示输入幅度，区间[3,4)归为L3；以中点3.5近似3.71。等级编号3不是幅度代表值3.5。Demo C使用另一个幅度范围，不混用数值。</a:t>
            </a:r>
          </a:p>
          <a:p/>
          <a:p>
            <a:r>
              <a:t>【视觉说明】区间[3,4)对应L3，代表值为3.5，绝对差为0.21；这是本例量化误差，不是所有量化算法必然的结果。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10个样本，怎样依次编码？</a:t>
            </a:r>
          </a:p>
          <a:p>
            <a:r>
              <a:t>[内部编号] V81-19</a:t>
            </a:r>
          </a:p>
          <a:p>
            <a:r>
              <a:t>[阶段] 证据／解释</a:t>
            </a:r>
          </a:p>
          <a:p>
            <a:r>
              <a:t>[教师逐字稿]</a:t>
            </a:r>
          </a:p>
          <a:p>
            <a:r>
              <a:t>【设计意图】引导从单样本迁移到样本序列：强调时间先后、量化值与3位二进制对应。不要把10个样本误说为10个量化等级。</a:t>
            </a:r>
          </a:p>
          <a:p>
            <a:r>
              <a:t>【教师可以这样讲】请从第3个样本找起：它的量化值是多少？对应的三位码字是什么？再找第7个。</a:t>
            </a:r>
          </a:p>
          <a:p>
            <a:r>
              <a:t>【预判回答与追问】注意区分“样本数量10”和“等级数量8”，不能把十个样本说成十个等级。</a:t>
            </a:r>
          </a:p>
          <a:p>
            <a:r>
              <a:t>【本页收束】编码按时间顺序保存各个样本的定长码字。</a:t>
            </a:r>
          </a:p>
          <a:p/>
          <a:p>
            <a:r>
              <a:t>三位二进制可以表达8种组合；先问学生最少需要几bit，再揭示全部码字。</a:t>
            </a:r>
          </a:p>
          <a:p>
            <a:br/>
            <a:r>
              <a:t>[观察顺序]</a:t>
            </a:r>
            <a:br/>
            <a:r>
              <a:t>先只看红框内的第一个样本：顺序1，量化等级3，等长码字011。让学生沿列互读，再看其余九列；不是把3bit当作幅度值。</a:t>
            </a:r>
          </a:p>
          <a:p/>
          <a:p>
            <a:r>
              <a:t>【视觉说明】先看整行十组数据，再聚焦第一个样本，教师问三位码字如何由等级编号得到，不把它误看为样本数量。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3.71为什么写成011，而不是100？</a:t>
            </a:r>
          </a:p>
          <a:p>
            <a:r>
              <a:t>[内部编号] V81-20</a:t>
            </a:r>
          </a:p>
          <a:p>
            <a:r>
              <a:t>[阶段] 证据／解释</a:t>
            </a:r>
          </a:p>
          <a:p>
            <a:r>
              <a:t>[教师逐字稿]</a:t>
            </a:r>
          </a:p>
          <a:p>
            <a:r>
              <a:t>逐步指着四个框引导：输入原值3.71，属于区间[3,4)，所以等级编号是3；把3写成三位等长码字011。反例4.15属于L4，码字100。本例幅度[0,8)，Demo C用[-1,1]，逻辑完全相同。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一个样本需要几个二进制位？</a:t>
            </a:r>
          </a:p>
          <a:p>
            <a:r>
              <a:t>[内部编号] V81-21</a:t>
            </a:r>
          </a:p>
          <a:p>
            <a:r>
              <a:t>[阶段] 证据／解释</a:t>
            </a:r>
          </a:p>
          <a:p>
            <a:r>
              <a:t>[教师逐字稿]</a:t>
            </a:r>
          </a:p>
          <a:p>
            <a:r>
              <a:t>【设计意图】出选择：8个等级需要2位、3位还是8位？请学生复习2的n次方。按最简单映射列出对应表，避免一次上来10个样本。</a:t>
            </a:r>
          </a:p>
          <a:p>
            <a:r>
              <a:t>【教师可以这样讲】刚才有8级，若只有两个二进制位可以表示多少种不同情况？三个呢？</a:t>
            </a:r>
          </a:p>
          <a:p>
            <a:r>
              <a:t>【预判回答与追问】让学生亲自枚举00、01、10、11，然后观察000到111共有八种。</a:t>
            </a:r>
          </a:p>
          <a:p>
            <a:r>
              <a:t>【本页收束】2^3=8，所以这八个等级可以用3 bit表示。</a:t>
            </a:r>
          </a:p>
          <a:p>
            <a:r>
              <a:t/>
            </a:r>
          </a:p>
          <a:p>
            <a:r>
              <a:t>该比较图与Notebook 03采用不同示例幅度范围，但都是先采样、划区间、记录等级；先建立3bit=8级再操作。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把量化等级分得更细，会发生什么？</a:t>
            </a:r>
          </a:p>
          <a:p>
            <a:r>
              <a:t>[内部编号] V81-22</a:t>
            </a:r>
          </a:p>
          <a:p>
            <a:r>
              <a:t>[阶段] 证据／解释</a:t>
            </a:r>
          </a:p>
          <a:p>
            <a:r>
              <a:t>[教师逐字稿]</a:t>
            </a:r>
          </a:p>
          <a:p>
            <a:r>
              <a:t>【教师讲述／组织】引入实录2的尺子类比：原本分米刻度与厘米刻度，刻度更细通常误差更小。与采样率的时间密度作区分。</a:t>
            </a:r>
          </a:p>
          <a:p>
            <a:r>
              <a:t>【反馈】先听学生如何解释，再决定是否揭示结论；注意控制本页停留时间。</a:t>
            </a:r>
          </a:p>
          <a:p>
            <a:r>
              <a:t/>
            </a:r>
          </a:p>
          <a:p>
            <a:r>
              <a:t>十个样本的表先只聚焦第一列：样本编号、量化等级、3bit码字逐一对应，再请学生解释其它样本。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采样率与量化位数，分别控制什么？</a:t>
            </a:r>
          </a:p>
          <a:p>
            <a:r>
              <a:t>[内部编号] V81-23</a:t>
            </a:r>
          </a:p>
          <a:p>
            <a:r>
              <a:t>[阶段] 证据／解释</a:t>
            </a:r>
          </a:p>
          <a:p>
            <a:r>
              <a:t>[教师逐字稿]</a:t>
            </a:r>
          </a:p>
          <a:p>
            <a:r>
              <a:t>【设计意图】学生两两互问：采样率改变什么方向？量化位数改变什么方向？画时间与幅度两个方向的粗箭头，对照两种概念。</a:t>
            </a:r>
          </a:p>
          <a:p>
            <a:r>
              <a:t>【教师可以这样讲】请指出采样率与量化位数分别控制这张图的哪个方向。</a:t>
            </a:r>
          </a:p>
          <a:p>
            <a:r>
              <a:t>【预判回答与追问】如学生认为量化位数决定点的多少，重新回看每一秒有几个采样时刻。</a:t>
            </a:r>
          </a:p>
          <a:p>
            <a:r>
              <a:t>【本页收束】采样率决定时间方向的密度，量化位数决定幅度方向的精细程度。</a:t>
            </a:r>
          </a:p>
          <a:p>
            <a:r>
              <a:t/>
            </a:r>
          </a:p>
          <a:p>
            <a:r>
              <a:t>【v7 Demo C，约5分钟】运行 notebooks/03_采样_量化_编码实验台.ipynb，按①原波形→②采样→③量化→④编码进行。学生先预测调高采样率会变哪些点，再预测保持采样率改bit数时横向点数会否变化。实验台使用归一化-1到1幅度，量化等级编号仍为0～2^n-1，与本页0～7教学例的单位尺度不同。</a:t>
            </a:r>
          </a:p>
          <a:p>
            <a:r>
              <a:t/>
            </a:r>
          </a:p>
          <a:p>
            <a:r>
              <a:t>对比3bit与4bit的等级数，先让学生预测会不会增加样本点个数；解释是纵向可选值更密。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演示C：3bit变4bit，样本点会变多吗？</a:t>
            </a:r>
          </a:p>
          <a:p>
            <a:r>
              <a:t>[内部编号] V81-24</a:t>
            </a:r>
          </a:p>
          <a:p>
            <a:r>
              <a:t>[阶段] 证据／解释</a:t>
            </a:r>
          </a:p>
          <a:p>
            <a:r>
              <a:t>[教师逐字稿]</a:t>
            </a:r>
          </a:p>
          <a:p>
            <a:r>
              <a:t>在已理解3bit与8个等级后，先给学生两种预测。运行notebooks/03_采样_量化_编码实验台.ipynb，固定4 kHz，位数3→4。学生观察：采样时刻不变，纵向可选的量化代表值从8增加到16，码字长度相应变化。此图只是静态示意，真实数值以Notebook演示为准。约5分钟，不与第15～17页全部额外累加。</a:t>
            </a:r>
          </a:p>
          <a:p/>
          <a:p>
            <a:r>
              <a:t>分别指横轴时间密度与纵轴量化等级，要求学生指出哪一项由采样率/位数控制。</a:t>
            </a:r>
          </a:p>
          <a:p/>
          <a:p>
            <a:r>
              <a:t>【视觉说明】采样时刻相同，改变量化位数，横向样本点数量不变；更密集的是纵向可选择的代表值。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采样更多、等级更密，就一定听得更好吗？</a:t>
            </a:r>
          </a:p>
          <a:p>
            <a:r>
              <a:t>[内部编号] V81-25</a:t>
            </a:r>
          </a:p>
          <a:p>
            <a:r>
              <a:t>[阶段] 证据／解释</a:t>
            </a:r>
          </a:p>
          <a:p>
            <a:r>
              <a:t>[教师逐字稿]</a:t>
            </a:r>
          </a:p>
          <a:p>
            <a:r>
              <a:t>【教师讲述／组织】技术纠偏：在其他条件一致且原先不足时通常改善还原保真度；但达到合理条件后并非“数字越大越好”，设备、声源、听觉与滤波都会限制。中学只需掌握趋势和条件。</a:t>
            </a:r>
          </a:p>
          <a:p>
            <a:r>
              <a:t>【反馈】先听学生如何解释，再决定是否揭示结论；注意控制本页停留时间。</a:t>
            </a:r>
          </a:p>
          <a:p>
            <a:r>
              <a:t/>
            </a:r>
          </a:p>
          <a:p>
            <a:r>
              <a:t>【v7实验台回扣】在实验台选择3 bit，点击一个点，要求学生报出等级编号和3 bit码字。注意实验台使用[-1,1]输入范围；本页0～7演示是另一种简化尺度，编码原理相同。</a:t>
            </a:r>
          </a:p>
          <a:p>
            <a:r>
              <a:t/>
            </a:r>
          </a:p>
          <a:p>
            <a:r>
              <a:t>纠正“设置越高听觉效果必然越好”的绝对化说法，讨论保真能力与具体条件。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3bit模型与16bit实际存储</a:t>
            </a:r>
          </a:p>
          <a:p>
            <a:r>
              <a:t>[内部编号] V81-26</a:t>
            </a:r>
          </a:p>
          <a:p>
            <a:r>
              <a:t>[阶段] 证据／解释</a:t>
            </a:r>
          </a:p>
          <a:p>
            <a:r>
              <a:t>[教师逐字稿]</a:t>
            </a:r>
          </a:p>
          <a:p>
            <a:r>
              <a:t>【教师讲述／组织】避免从课堂3位例子跳到真实16位时困惑。说明用3位为了看清规律，不是说实际音乐普遍使用3位。</a:t>
            </a:r>
          </a:p>
          <a:p>
            <a:r>
              <a:t>【反馈】先听学生如何解释，再决定是否揭示结论；注意控制本页停留时间。</a:t>
            </a:r>
          </a:p>
          <a:p>
            <a:r>
              <a:t/>
            </a:r>
          </a:p>
          <a:p>
            <a:r>
              <a:t>【v7学习证据】让学生说出：“采样确定何时记录，量化决定用哪个代表值，编码将编号写成固定长度的二进制码字。”如果答不出，回实验台查看同一个样本，避免只背步骤名称。</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PCM样本和WAV文件，是一回事吗？</a:t>
            </a:r>
          </a:p>
          <a:p>
            <a:r>
              <a:t>[内部编号] V81-27</a:t>
            </a:r>
          </a:p>
          <a:p>
            <a:r>
              <a:t>[阶段] 证据／解释</a:t>
            </a:r>
          </a:p>
          <a:p>
            <a:r>
              <a:t>[教师逐字稿]</a:t>
            </a:r>
          </a:p>
          <a:p>
            <a:r>
              <a:t>【教师讲述／组织】从实录与v4延展：PCM代表样本数据的编码表示，WAV是保存音频数据的文件容器之一。暂不讲复杂格式比较，示意文件头告诉播放器如何读数据。</a:t>
            </a:r>
          </a:p>
          <a:p>
            <a:r>
              <a:t>【反馈】先听学生如何解释，再决定是否揭示结论；注意控制本页停留时间。</a:t>
            </a:r>
          </a:p>
          <a:p/>
          <a:p>
            <a:r>
              <a:t>区分数字样本和WAV容器头的作用；WAV不等同于一种有损压缩方法。</a:t>
            </a:r>
          </a:p>
          <a:p>
            <a:br/>
            <a:r>
              <a:t>[来源] Microsoft RIFF overview（fmt/data chunks）, 2021-01-07，检索2026-10-13：https://learn.microsoft.com/en-us/windows/win32/xaudio2/resource-interchange-file-format--riff-</a:t>
            </a:r>
          </a:p>
          <a:p/>
          <a:p>
            <a:r>
              <a:t>【视觉说明】借用v8.4.10文件结构图；文件头是必要的格式信息，PCM样本是内容。每个小格仅为示意，不承诺WAV固定44Byte。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播放时，数字样本怎样变成声音？</a:t>
            </a:r>
          </a:p>
          <a:p>
            <a:r>
              <a:t>[内部编号] V81-28</a:t>
            </a:r>
          </a:p>
          <a:p>
            <a:r>
              <a:t>[阶段] 证据／解释</a:t>
            </a:r>
          </a:p>
          <a:p>
            <a:r>
              <a:t>[教师逐字稿]</a:t>
            </a:r>
          </a:p>
          <a:p>
            <a:r>
              <a:t>【设计意图】回扣开场录音/播放闭环：读PCM样本→转换为连续电信号→推动扬声器振动；波形经过重建，不是简单用折线连接采样点。</a:t>
            </a:r>
          </a:p>
          <a:p>
            <a:r>
              <a:t>【教师可以这样讲】复盘完整流程：数字文件里的样本为什么还能被扬声器播放成声音？</a:t>
            </a:r>
          </a:p>
          <a:p>
            <a:r>
              <a:t>【预判回答与追问】不要讲成简单把点连成折线。输出经过数模转换及适当的信号处理。</a:t>
            </a:r>
          </a:p>
          <a:p>
            <a:r>
              <a:t>【本页收束】录音是ADC，播放是DAC，音频数字化形成闭环。</a:t>
            </a:r>
          </a:p>
          <a:p>
            <a:r>
              <a:t/>
            </a:r>
          </a:p>
          <a:p>
            <a:r>
              <a:t>沿数字样本→DAC→扬声器→声音完成录放闭环，不在主线要求复述滤波细节。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声音数据量为什么与四个参数有关？</a:t>
            </a:r>
          </a:p>
          <a:p>
            <a:r>
              <a:t>[内部编号] V81-29</a:t>
            </a:r>
          </a:p>
          <a:p>
            <a:r>
              <a:t>[阶段] 证据／解释</a:t>
            </a:r>
          </a:p>
          <a:p>
            <a:r>
              <a:t>[教师逐字稿]</a:t>
            </a:r>
          </a:p>
          <a:p>
            <a:r>
              <a:t>【教师讲述／组织】从实录2由学生提出因素：越长录音越大，每秒越多点越大，每个点越多bit越大，左右两路各记录一次。请先预测四项，不马上展示公式。</a:t>
            </a:r>
          </a:p>
          <a:p>
            <a:r>
              <a:t>【反馈】先听学生如何解释，再决定是否揭示结论；注意控制本页停留时间。</a:t>
            </a:r>
          </a:p>
          <a:p>
            <a:r>
              <a:t/>
            </a:r>
          </a:p>
          <a:p>
            <a:r>
              <a:t>先让学生自己说PCM数据量四个因素，而不是直接背公式。</a:t>
            </a:r>
          </a:p>
          <a:p>
            <a:br/>
            <a:r>
              <a:t>[容量条件]</a:t>
            </a:r>
            <a:br/>
            <a:r>
              <a:t>容量按固定存储位宽的未压缩PCM样本计数；量化模型的有效等级数不一定等于文件的存储位宽。</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先数样本，再数bit，最后换成Byte</a:t>
            </a:r>
          </a:p>
          <a:p>
            <a:r>
              <a:t>[内部编号] V81-30</a:t>
            </a:r>
          </a:p>
          <a:p>
            <a:r>
              <a:t>[阶段] 证据／解释</a:t>
            </a:r>
          </a:p>
          <a:p>
            <a:r>
              <a:t>[教师逐字稿]</a:t>
            </a:r>
          </a:p>
          <a:p>
            <a:r>
              <a:t>【设计意图】用小模型实推：每秒2个样本×4秒×1声道=8个样本，每样本3bit共24bit=3Byte。用8个小方块表示样本，而不是一上来给公式。</a:t>
            </a:r>
          </a:p>
          <a:p>
            <a:r>
              <a:t>【教师可以这样讲】请口算每秒2个样本，录4秒，一路声道，共得到多少个样本？每个3位，要几个bit？</a:t>
            </a:r>
          </a:p>
          <a:p>
            <a:r>
              <a:t>【预判回答与追问】学生可能直接乘完得到24 Byte。请指着八个框数，再从bit换到Byte。</a:t>
            </a:r>
          </a:p>
          <a:p>
            <a:r>
              <a:t>【本页收束】8个样本、每个3bit，共24bit，等于3Byte。</a:t>
            </a:r>
          </a:p>
          <a:p>
            <a:r>
              <a:t/>
            </a:r>
          </a:p>
          <a:p>
            <a:r>
              <a:t>让学生数8个样本，每个3bit共24bit，除8得到3Byte，单位帮助理解公式。</a:t>
            </a:r>
          </a:p>
          <a:p>
            <a:br/>
            <a:r>
              <a:t>[计数边界]</a:t>
            </a:r>
            <a:br/>
            <a:r>
              <a:t>这里8个3bit码字连续打包为24bit，即3Byte，不包含结构或填充。实际PCM容量使用每样本存储位宽；不能把真实16bit PCM文件按有效3bit计算。</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未压缩PCM数据量公式，从哪里来？</a:t>
            </a:r>
          </a:p>
          <a:p>
            <a:r>
              <a:t>[内部编号] V81-31</a:t>
            </a:r>
          </a:p>
          <a:p>
            <a:r>
              <a:t>[阶段] 证据／解释</a:t>
            </a:r>
          </a:p>
          <a:p>
            <a:r>
              <a:t>[教师逐字稿]</a:t>
            </a:r>
          </a:p>
          <a:p>
            <a:r>
              <a:t>【设计意图】不要把数据量公式当背诵口令。请学生逐个解释每一项代表哪个物理意义。单位：Hz、bit、秒；/8得到字节。</a:t>
            </a:r>
          </a:p>
          <a:p>
            <a:r>
              <a:t>【教师可以这样讲】我们刚才为什么要把四个因素相乘？请逐一说出公式的单位和意义。</a:t>
            </a:r>
          </a:p>
          <a:p>
            <a:r>
              <a:t>【预判回答与追问】常见错误：1 kHz写成1024 Hz；bit和Byte混用；忘记把分钟换成秒。</a:t>
            </a:r>
          </a:p>
          <a:p>
            <a:r>
              <a:t>【本页收束】会用公式之前先能解释公式。</a:t>
            </a:r>
          </a:p>
          <a:p>
            <a:r>
              <a:t/>
            </a:r>
          </a:p>
          <a:p>
            <a:r>
              <a:t>为什么结果是Byte要÷8？把四因素分别对应实际样本数量与每样本bit数。</a:t>
            </a:r>
          </a:p>
          <a:p>
            <a:br/>
            <a:r>
              <a:t>[公式条件]</a:t>
            </a:r>
            <a:br/>
            <a:r>
              <a:t>固定宽度未压缩PCM，使用实际存储位宽，不使用有效量化模型位数。每声道样本数优先由实际帧数读取；本例整数时长用fs×秒数。样本数据不含文件结构。</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V81-32</a:t>
            </a:r>
          </a:p>
          <a:p>
            <a:r>
              <a:t>[阶段] 提问／独立作答</a:t>
            </a:r>
          </a:p>
          <a:p>
            <a:r>
              <a:t>[教师逐字稿]</a:t>
            </a:r>
          </a:p>
          <a:p>
            <a:r>
              <a:t>【教师讲述／组织】问题页。给学生独立列式。若学生写16×8×2×5，追问16kHz应等于多少Hz。</a:t>
            </a:r>
          </a:p>
          <a:p>
            <a:r>
              <a:t>【反馈】先听学生如何解释，再决定是否揭示结论；注意控制本页停留时间。</a:t>
            </a:r>
          </a:p>
          <a:p>
            <a:r>
              <a:t/>
            </a:r>
          </a:p>
          <a:p>
            <a:r>
              <a:t>独立列式后再揭示；提问哪一个乘数是双声道、为什么还要除以8。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V81-33</a:t>
            </a:r>
          </a:p>
          <a:p>
            <a:r>
              <a:t>[阶段] 证据／解释</a:t>
            </a:r>
          </a:p>
          <a:p>
            <a:r>
              <a:t>[教师逐字稿]</a:t>
            </a:r>
          </a:p>
          <a:p>
            <a:r>
              <a:t>【教师讲述／组织】答案页。问：如果双声道改成单声道，结果会怎样？</a:t>
            </a:r>
          </a:p>
          <a:p>
            <a:r>
              <a:t>【反馈】先听学生如何解释，再决定是否揭示结论；注意控制本页停留时间。</a:t>
            </a:r>
          </a:p>
          <a:p>
            <a:r>
              <a:t/>
            </a:r>
          </a:p>
          <a:p>
            <a:r>
              <a:t>答案160000 Byte。让学生先说思路，再对照上一页原位置的题干与下方答案。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V81-34</a:t>
            </a:r>
          </a:p>
          <a:p>
            <a:r>
              <a:t>[阶段] 学生总结，知识树未揭示</a:t>
            </a:r>
          </a:p>
          <a:p>
            <a:r>
              <a:t>[教师逐字稿]</a:t>
            </a:r>
          </a:p>
          <a:p>
            <a:r>
              <a:t>请先用自己的话回答这三个问题。每一问都要指出一页图或一个演示作为依据。给30秒整理，同桌互说后请三位同学各说一问。此时不要显示后面的知识树，先记录学生的概括。</a:t>
            </a:r>
          </a:p>
          <a:p>
            <a:r>
              <a:t>[教师参考，留到后页]</a:t>
            </a:r>
          </a:p>
          <a:p>
            <a:r>
              <a:t>录音链是麦克风把声压转为电信号，ADC生成样本；采样定时刻，量化定代表值，编码写码字；固定宽度PCM样本数乘声道数和每样本存储字节数。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TREE-1</a:t>
            </a:r>
          </a:p>
          <a:p>
            <a:r>
              <a:t>[阶段] 学生总结后的知识树更新</a:t>
            </a:r>
          </a:p>
          <a:p>
            <a:r>
              <a:t>[教师逐字稿]</a:t>
            </a:r>
          </a:p>
          <a:p>
            <a:r>
              <a:t>先让学生概括本次新增的这一个关系，并指出依据。听完回答，再切到这页。红框是本次补上的录音与播放，此前已经建立的关系继续保留。请学生沿连接线读：麦克风→ADC→数字样本；数字样本→DAC→扬声器。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TREE-2</a:t>
            </a:r>
          </a:p>
          <a:p>
            <a:r>
              <a:t>[阶段] 学生总结后的知识树更新</a:t>
            </a:r>
          </a:p>
          <a:p>
            <a:r>
              <a:t>[教师逐字稿]</a:t>
            </a:r>
          </a:p>
          <a:p>
            <a:r>
              <a:t>先让学生概括本次新增的这一个关系，并指出依据。听完回答，再切到这页。红框是本次补上的采样、量化、编码，此前已经建立的关系继续保留。请学生沿连接线读：定时刻；定代表值；写码字。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TREE-3</a:t>
            </a:r>
          </a:p>
          <a:p>
            <a:r>
              <a:t>[阶段] 学生总结后的知识树更新</a:t>
            </a:r>
          </a:p>
          <a:p>
            <a:r>
              <a:t>[教师逐字稿]</a:t>
            </a:r>
          </a:p>
          <a:p>
            <a:r>
              <a:t>先让学生概括本次新增的这一个关系，并指出依据。听完回答，再切到这页。红框是本次补上的未压缩PCM，此前已经建立的关系继续保留。请学生沿连接线读：每声道样本数×声道数；×每样本存储字节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为什么文件还需要压缩？</a:t>
            </a:r>
          </a:p>
          <a:p>
            <a:r>
              <a:t>[内部编号] V81-35</a:t>
            </a:r>
          </a:p>
          <a:p>
            <a:r>
              <a:t>[阶段] 课时开场</a:t>
            </a:r>
          </a:p>
          <a:p>
            <a:r>
              <a:t>[教师逐字稿]</a:t>
            </a:r>
          </a:p>
          <a:p>
            <a:r>
              <a:t>【教师讲述／组织】第二课时导入。说明第一节学的是数字化与PCM数据量，第二节学数据量计算、音轨和声道、视频数据量冲突及压缩。</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先回忆：这四个数字，分别是什么意思？</a:t>
            </a:r>
          </a:p>
          <a:p>
            <a:r>
              <a:t>[内部编号] V81-36</a:t>
            </a:r>
          </a:p>
          <a:p>
            <a:r>
              <a:t>[阶段] 证据／解释</a:t>
            </a:r>
          </a:p>
          <a:p>
            <a:r>
              <a:t>[教师逐字稿]</a:t>
            </a:r>
          </a:p>
          <a:p>
            <a:r>
              <a:t>【教师讲述／组织】实录3起手计算前，先让学生能解释参数。分组对答48,000Hz、16bit、2声道、60秒。</a:t>
            </a:r>
          </a:p>
          <a:p>
            <a:r>
              <a:t>【反馈】先听学生如何解释，再决定是否揭示结论；注意控制本页停留时间。</a:t>
            </a:r>
          </a:p>
          <a:p>
            <a:r>
              <a:t/>
            </a:r>
          </a:p>
          <a:p>
            <a:r>
              <a:t>先只看48000、16、2、60，要求学生用自己的话说明每个参数是什么。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V81-37</a:t>
            </a:r>
          </a:p>
          <a:p>
            <a:r>
              <a:t>[阶段] 提问／独立作答</a:t>
            </a:r>
          </a:p>
          <a:p>
            <a:r>
              <a:t>[教师逐字稿]</a:t>
            </a:r>
          </a:p>
          <a:p>
            <a:r>
              <a:t>【教师讲述／组织】问题页。复现实录3的DVD参数题，强调对参数意义的解释，而不只是按键计算。</a:t>
            </a:r>
          </a:p>
          <a:p>
            <a:r>
              <a:t>【反馈】先听学生如何解释，再决定是否揭示结论；注意控制本页停留时间。</a:t>
            </a:r>
          </a:p>
          <a:p>
            <a:r>
              <a:t/>
            </a:r>
          </a:p>
          <a:p>
            <a:r>
              <a:t>先从PCM字节数算起，再转换MiB；强调1024²与1000²换算不同。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V81-38</a:t>
            </a:r>
          </a:p>
          <a:p>
            <a:r>
              <a:t>[阶段] 证据／解释</a:t>
            </a:r>
          </a:p>
          <a:p>
            <a:r>
              <a:t>[教师逐字稿]</a:t>
            </a:r>
          </a:p>
          <a:p>
            <a:r>
              <a:t>【教师讲述／组织】答案页。实录转写常写10.98MB，这是截断近似；按四舍五入保留两位应10.99 MiB。</a:t>
            </a:r>
          </a:p>
          <a:p>
            <a:r>
              <a:t>【反馈】先听学生如何解释，再决定是否揭示结论；注意控制本页停留时间。</a:t>
            </a:r>
          </a:p>
          <a:p>
            <a:r>
              <a:t/>
            </a:r>
          </a:p>
          <a:p>
            <a:r>
              <a:t>约10.99 MiB；验证11520000 B/1048576。不把带少量文件头的WAV大小当作PCM样本大小。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V81-39</a:t>
            </a:r>
          </a:p>
          <a:p>
            <a:r>
              <a:t>[阶段] 提问／独立作答</a:t>
            </a:r>
          </a:p>
          <a:p>
            <a:r>
              <a:t>[教师逐字稿]</a:t>
            </a:r>
          </a:p>
          <a:p>
            <a:r>
              <a:t>【设计意图】问题页。先让学生预测。这是实录3较长的认知冲突案例，不要马上公布答案。</a:t>
            </a:r>
          </a:p>
          <a:p>
            <a:r>
              <a:t>【教师可以这样讲】再次提问：多加了一条背景音乐音轨，新的未压缩PCM文件一定比原文件大吗？请先投票并说明依据。</a:t>
            </a:r>
          </a:p>
          <a:p>
            <a:r>
              <a:t>【预判回答与追问】真实课堂里学生曾将音轨误认为声道；暂不判断两种观点谁对。</a:t>
            </a:r>
          </a:p>
          <a:p>
            <a:r>
              <a:t>【本页收束】下一页让两种解释并存，定位分歧。</a:t>
            </a:r>
          </a:p>
          <a:p>
            <a:r>
              <a:t/>
            </a:r>
          </a:p>
          <a:p>
            <a:r>
              <a:t>投票多一条编辑音轨容量是否翻倍；不同学生给出理由，暂不揭示正确答案。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两个看似有道理的答案，你支持哪一个？</a:t>
            </a:r>
          </a:p>
          <a:p>
            <a:r>
              <a:t>[内部编号] V81-40</a:t>
            </a:r>
          </a:p>
          <a:p>
            <a:r>
              <a:t>[阶段] 证据／解释</a:t>
            </a:r>
          </a:p>
          <a:p>
            <a:r>
              <a:t>[教师逐字稿]</a:t>
            </a:r>
          </a:p>
          <a:p>
            <a:r>
              <a:t>【设计意图】把实录中两位学生的理由换一种说法重现。引导学生指出分歧其实在“音轨和声道是不是一回事”。仍不公布答案。</a:t>
            </a:r>
          </a:p>
          <a:p>
            <a:r>
              <a:t>【教师可以这样讲】有人支持不变，有人支持翻倍。注意我们的目标不是投票决定真理，而是检验关键假设。</a:t>
            </a:r>
          </a:p>
          <a:p>
            <a:r>
              <a:t>【预判回答与追问】追问：增加的是“编辑音轨”，还是“导出声道”？哪个出现在容量公式里？</a:t>
            </a:r>
          </a:p>
          <a:p>
            <a:r>
              <a:t>【本页收束】到图示页验证音轨与声道不同。</a:t>
            </a:r>
          </a:p>
          <a:p>
            <a:r>
              <a:t/>
            </a:r>
          </a:p>
          <a:p>
            <a:r>
              <a:t>两种观点的矛盾来自把编辑音轨当作输出声道。追问最后导出文件是几声道。</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编辑音轨与输出声道，有什么不同？</a:t>
            </a:r>
          </a:p>
          <a:p>
            <a:r>
              <a:t>[内部编号] V81-41</a:t>
            </a:r>
          </a:p>
          <a:p>
            <a:r>
              <a:t>[阶段] 证据／解释</a:t>
            </a:r>
          </a:p>
          <a:p>
            <a:r>
              <a:t>[教师逐字稿]</a:t>
            </a:r>
          </a:p>
          <a:p>
            <a:r>
              <a:t>【设计意图】直观图示：两条音轨经混音成为两个输出声道，注意不是左右各有一条编辑音轨。解释可单声道或双声道输出。</a:t>
            </a:r>
          </a:p>
          <a:p>
            <a:r>
              <a:t>【教师可以这样讲】请指向编辑左边两行，它们是两条音轨；再指向右边的L/R，这才是导出的两路声道。</a:t>
            </a:r>
          </a:p>
          <a:p>
            <a:r>
              <a:t>【预判回答与追问】如果学生说“左音轨变左声道”，让他想一想人声与伴奏是否都能同时从左右扬声器传出。</a:t>
            </a:r>
          </a:p>
          <a:p>
            <a:r>
              <a:t>【本页收束】混合不会自动增加声道数，保持四参数则未压缩样本数据量不变。</a:t>
            </a:r>
          </a:p>
          <a:p>
            <a:r>
              <a:t/>
            </a:r>
          </a:p>
          <a:p>
            <a:r>
              <a:t>先看两条轨，再揭示混音之后仍可输出L/R两路数据。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V81-42</a:t>
            </a:r>
          </a:p>
          <a:p>
            <a:r>
              <a:t>[阶段] 证据／解释</a:t>
            </a:r>
          </a:p>
          <a:p>
            <a:r>
              <a:t>[教师逐字稿]</a:t>
            </a:r>
          </a:p>
          <a:p>
            <a:r>
              <a:t>【教师讲述／组织】答案页。让学生回看第一个预测，承认纠正了哪一个概念。提醒不同格式和压缩参数会影响最终文件大小。</a:t>
            </a:r>
          </a:p>
          <a:p>
            <a:r>
              <a:t>【反馈】先听学生如何解释，再决定是否揭示结论；注意控制本页停留时间。</a:t>
            </a:r>
          </a:p>
          <a:p>
            <a:r>
              <a:t/>
            </a:r>
          </a:p>
          <a:p>
            <a:r>
              <a:t>回到初始投票，解释四个PCM参数保持不变，因此样本数据量不变。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迁移：把双声道改成单声道，会怎样？</a:t>
            </a:r>
          </a:p>
          <a:p>
            <a:r>
              <a:t>[内部编号] V81-43</a:t>
            </a:r>
          </a:p>
          <a:p>
            <a:r>
              <a:t>[阶段] 证据／解释</a:t>
            </a:r>
          </a:p>
          <a:p>
            <a:r>
              <a:t>[教师逐字稿]</a:t>
            </a:r>
          </a:p>
          <a:p>
            <a:r>
              <a:t>【教师讲述／组织】让学生应用四因素公式。声道数2→1，其他不变，PCM样本数据量减半。音轨增减并不直接决定总量。</a:t>
            </a:r>
          </a:p>
          <a:p>
            <a:r>
              <a:t>【反馈】先听学生如何解释，再决定是否揭示结论；注意控制本页停留时间。</a:t>
            </a:r>
          </a:p>
          <a:p/>
          <a:p>
            <a:r>
              <a:t>迁移：把立体声变成单声道，其他参数相同，PCM样本数据量减半。</a:t>
            </a:r>
          </a:p>
          <a:p>
            <a:br/>
            <a:r>
              <a:t>[计数模型]</a:t>
            </a:r>
            <a:br/>
            <a:r>
              <a:t>三个时刻t0/t1/t2，双声道共6个样本，单声道3个。各值是计数示意，不是音轨混音结果，也不规定立体声转单声道的混音算法。</a:t>
            </a:r>
          </a:p>
          <a:p>
            <a:br/>
            <a:r>
              <a:t>[来源] Microsoft WAVEFORMATEX, nBlockAlign、nAvgBytesPerSec、wBitsPerSample, 2021-04-02，检索2026-10-13：https://learn.microsoft.com/en-us/windows/win32/api/mmeapi/ns-mmeapi-waveformatex</a:t>
            </a:r>
          </a:p>
          <a:p/>
          <a:p>
            <a:r>
              <a:t>【视觉说明】同一个时刻双声道需要两个样本，单声道一个样本。讨论仍需固定采样率、位数、时长才能得出样本字节数减半。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图像采样与声音采样，哪里相同？</a:t>
            </a:r>
          </a:p>
          <a:p>
            <a:r>
              <a:t>[内部编号] V81-44</a:t>
            </a:r>
          </a:p>
          <a:p>
            <a:r>
              <a:t>[阶段] 证据／解释</a:t>
            </a:r>
          </a:p>
          <a:p>
            <a:r>
              <a:t>[教师逐字稿]</a:t>
            </a:r>
          </a:p>
          <a:p>
            <a:r>
              <a:t>【教师讲述／组织】实录3转向视频前回顾图像和声音：图像在空间二维网格采样，声音在时间轴取值；量化都用有限等级记录。</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连续的图片，怎样让我们看到运动？</a:t>
            </a:r>
          </a:p>
          <a:p>
            <a:r>
              <a:t>[内部编号] V81-45</a:t>
            </a:r>
          </a:p>
          <a:p>
            <a:r>
              <a:t>[阶段] 证据／解释</a:t>
            </a:r>
          </a:p>
          <a:p>
            <a:r>
              <a:t>[教师逐字稿]</a:t>
            </a:r>
          </a:p>
          <a:p>
            <a:r>
              <a:t>【设计意图】借鉴实录3翻页小人的经验。每一帧呈现同一圆的位置改变。问学生：视频需保存几个画面？帧率如何描述？不用严格视觉暂留时间阈值。</a:t>
            </a:r>
          </a:p>
          <a:p>
            <a:r>
              <a:t>【教师可以这样讲】五张小图中蓝点位置发生变化，连续播放后我们会感到它在运动。你生活里见过翻页动画吗？</a:t>
            </a:r>
          </a:p>
          <a:p>
            <a:r>
              <a:t>【预判回答与追问】不要把“视觉暂留0.024秒”当成唯一且固定的生理阈值。</a:t>
            </a:r>
          </a:p>
          <a:p>
            <a:r>
              <a:t>【本页收束】视频可以用连续图像帧与帧率的概念来理解。</a:t>
            </a:r>
          </a:p>
          <a:p/>
          <a:p>
            <a:r>
              <a:t>五帧是同一个运动小球在五个时刻的状态。帧率25fps是每秒25帧，不应解释为人眼严格生理阈值。</a:t>
            </a:r>
          </a:p>
          <a:p/>
          <a:p>
            <a:r>
              <a:t>球在每一帧的位置不同，同样场景取不同时间画面；fps是每秒帧数。</a:t>
            </a:r>
          </a:p>
          <a:p/>
          <a:p>
            <a:r>
              <a:t>【视觉说明】上一版第48页五帧的球处于同一水平位置，无法观察运动。本轮用相同边框坐标重绘，球心每帧向右变化；先预测下一帧球将在哪里。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10分钟、25fps，要保存多少帧？</a:t>
            </a:r>
          </a:p>
          <a:p>
            <a:r>
              <a:t>[内部编号] V81-46</a:t>
            </a:r>
          </a:p>
          <a:p>
            <a:r>
              <a:t>[阶段] 证据／解释</a:t>
            </a:r>
          </a:p>
          <a:p>
            <a:r>
              <a:t>[教师逐字稿]</a:t>
            </a:r>
          </a:p>
          <a:p>
            <a:r>
              <a:t>【教师讲述／组织】从学生已经理解的“视频是连续图像”计算总帧数。先让学生口算25×60×10=15000帧。</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V81-47</a:t>
            </a:r>
          </a:p>
          <a:p>
            <a:r>
              <a:t>[阶段] 提问／独立作答</a:t>
            </a:r>
          </a:p>
          <a:p>
            <a:r>
              <a:t>[教师逐字稿]</a:t>
            </a:r>
          </a:p>
          <a:p>
            <a:r>
              <a:t>【设计意图】问题页。来源实录3。不要把帧率误认为采样率，一帧是一张完整图。给3分钟列式，计算可用计算器。</a:t>
            </a:r>
          </a:p>
          <a:p>
            <a:r>
              <a:t>【教师可以这样讲】先算一帧480×320像素，需要多少bit和Byte；再乘上25帧/秒和600秒。</a:t>
            </a:r>
          </a:p>
          <a:p>
            <a:r>
              <a:t>【预判回答与追问】学生可能只乘25或只乘10。追问十分钟共有多少秒、多少帧？</a:t>
            </a:r>
          </a:p>
          <a:p>
            <a:r>
              <a:t>【本页收束】未压缩视频等于单帧数据量乘总帧数。</a:t>
            </a:r>
          </a:p>
          <a:p>
            <a:r>
              <a:t/>
            </a:r>
          </a:p>
          <a:p>
            <a:r>
              <a:t>10分钟无声逐帧未压缩视频，先算单帧字节，再算15000帧，单位换算为GiB。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V81-48</a:t>
            </a:r>
          </a:p>
          <a:p>
            <a:r>
              <a:t>[阶段] 证据／解释</a:t>
            </a:r>
          </a:p>
          <a:p>
            <a:r>
              <a:t>[教师逐字稿]</a:t>
            </a:r>
          </a:p>
          <a:p>
            <a:r>
              <a:t>【教师讲述／组织】答案页。把公式拆成两段并让学生自己解释。按十进制GB约6.912 GB。</a:t>
            </a:r>
          </a:p>
          <a:p>
            <a:r>
              <a:t>【反馈】先听学生如何解释，再决定是否揭示结论；注意控制本页停留时间。</a:t>
            </a:r>
          </a:p>
          <a:p>
            <a:r>
              <a:t/>
            </a:r>
          </a:p>
          <a:p>
            <a:r>
              <a:t>答案约6.44GiB，检验帧数、bit转Byte以及B转GiB三步。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视频文件为什么可能小于6.44 GiB？</a:t>
            </a:r>
          </a:p>
          <a:p>
            <a:r>
              <a:t>[内部编号] V81-49</a:t>
            </a:r>
          </a:p>
          <a:p>
            <a:r>
              <a:t>[阶段] 提问／独立作答</a:t>
            </a:r>
          </a:p>
          <a:p>
            <a:r>
              <a:t>[教师逐字稿]</a:t>
            </a:r>
          </a:p>
          <a:p>
            <a:r>
              <a:t>【设计意图】核心认知冲突，不要预先写“因为压缩”。问：是不是算错？为什么在线短视频能很快播放？给学生发言时间。</a:t>
            </a:r>
          </a:p>
          <a:p>
            <a:r>
              <a:t>【教师可以这样讲】请你对照刚刚算出的6.44 GiB。我们手机里十分钟的视频，为什么通常远小于它？难道计算公式错了？</a:t>
            </a:r>
          </a:p>
          <a:p>
            <a:r>
              <a:t>【预判回答与追问】学生可能回答分辨率不同、格式不同、压缩了。记录这几种可能，指出公式中的题设是未压缩逐帧存储。</a:t>
            </a:r>
          </a:p>
          <a:p>
            <a:r>
              <a:t>【本页收束】这是第二课时核心认知冲突，直到下一页再揭示压缩。</a:t>
            </a:r>
          </a:p>
          <a:p/>
          <a:p>
            <a:r>
              <a:t>先让学生用自己看视频的经验提出文件比估算小的解释，借助冲突引出编码压缩。</a:t>
            </a:r>
          </a:p>
          <a:p/>
          <a:p>
            <a:r>
              <a:t>【视觉说明】数值仅是本课逐帧未压缩的理论计算；不虚构“普通视频”必定多少MB，由压缩原理解释差别。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刚才计算的是逐帧未压缩数据量</a:t>
            </a:r>
          </a:p>
          <a:p>
            <a:r>
              <a:t>[内部编号] V81-50</a:t>
            </a:r>
          </a:p>
          <a:p>
            <a:r>
              <a:t>[阶段] 证据／解释</a:t>
            </a:r>
          </a:p>
          <a:p>
            <a:r>
              <a:t>[教师逐字稿]</a:t>
            </a:r>
          </a:p>
          <a:p>
            <a:r>
              <a:t>【教师讲述／组织】强调不是估计所有真实视频的固定大小。实际视频通常通过压缩编码，如利用相邻帧相似部分与人眼不敏感的某些信息。高中只解释为什么可能缩小。</a:t>
            </a:r>
          </a:p>
          <a:p>
            <a:r>
              <a:t>【反馈】先听学生如何解释，再决定是否揭示结论；注意控制本页停留时间。</a:t>
            </a:r>
          </a:p>
          <a:p>
            <a:r>
              <a:t/>
            </a:r>
          </a:p>
          <a:p>
            <a:r>
              <a:t>实际压缩技术还包括多种预测与表示方式；本课只要求理解重复规律允许节省比特，不学习具体codec算法。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为什么要压缩？先想两种真实需求</a:t>
            </a:r>
          </a:p>
          <a:p>
            <a:r>
              <a:t>[内部编号] V81-51</a:t>
            </a:r>
          </a:p>
          <a:p>
            <a:r>
              <a:t>[阶段] 证据／解释</a:t>
            </a:r>
          </a:p>
          <a:p>
            <a:r>
              <a:t>[教师逐字稿]</a:t>
            </a:r>
          </a:p>
          <a:p>
            <a:r>
              <a:t>【教师讲述／组织】实录3行李箱类比：整理行李节约空间；通过网络分享文件缩短传输时间。学生可以自举例，不要说压缩必然提升感知画质。</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“中国”重复100次，怎样写得更短？</a:t>
            </a:r>
          </a:p>
          <a:p>
            <a:r>
              <a:t>[内部编号] V81-52</a:t>
            </a:r>
          </a:p>
          <a:p>
            <a:r>
              <a:t>[阶段] 证据／解释</a:t>
            </a:r>
          </a:p>
          <a:p>
            <a:r>
              <a:t>[教师逐字稿]</a:t>
            </a:r>
          </a:p>
          <a:p>
            <a:r>
              <a:t>【设计意图】实录3的经典冗余案例。向学生展示短短的“（中国）×100”与重复文字。说明这仅是启发性的编码例子，不代表真实RAR算法。</a:t>
            </a:r>
          </a:p>
          <a:p>
            <a:r>
              <a:t>【教师可以这样讲】两种写法能不能表示相同文字？“中国”重复一百次与“中国×100”，哪种通常更省符号？</a:t>
            </a:r>
          </a:p>
          <a:p>
            <a:r>
              <a:t>【预判回答与追问】提醒这只是解释冗余的教学模型，不是真实RAR编码的说明。</a:t>
            </a:r>
          </a:p>
          <a:p>
            <a:r>
              <a:t>【本页收束】规律、重复让人有机会用更短的规则表达同一内容。</a:t>
            </a:r>
          </a:p>
          <a:p>
            <a:r>
              <a:t/>
            </a:r>
          </a:p>
          <a:p>
            <a:r>
              <a:t>中国重复100次只用“字词×次数”表达是思想模型，不代表RAR或zlib唯一工作机制。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为什么重复内容更容易压缩？</a:t>
            </a:r>
          </a:p>
          <a:p>
            <a:r>
              <a:t>[内部编号] V81-53</a:t>
            </a:r>
          </a:p>
          <a:p>
            <a:r>
              <a:t>[阶段] 证据／解释</a:t>
            </a:r>
          </a:p>
          <a:p>
            <a:r>
              <a:t>[教师逐字稿]</a:t>
            </a:r>
          </a:p>
          <a:p>
            <a:r>
              <a:t>【教师讲述／组织】把“冗余”与重复的内容联系：A有规律，B无规律，但原长度相同。实际压缩算法实现不同，因此“通常更易”而非必然。</a:t>
            </a:r>
          </a:p>
          <a:p>
            <a:r>
              <a:t>【反馈】先听学生如何解释，再决定是否揭示结论；注意控制本页停留时间。</a:t>
            </a:r>
          </a:p>
          <a:p>
            <a:r>
              <a:t/>
            </a:r>
          </a:p>
          <a:p>
            <a:r>
              <a:t>重复多往往可用更短的规则表示，但实际压缩要看数据及算法。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两份都是1000Byte，压缩后谁更小？</a:t>
            </a:r>
          </a:p>
          <a:p>
            <a:r>
              <a:t>[内部编号] V81-54</a:t>
            </a:r>
          </a:p>
          <a:p>
            <a:r>
              <a:t>[阶段] 提问／独立作答</a:t>
            </a:r>
          </a:p>
          <a:p>
            <a:r>
              <a:t>[教师逐字稿]</a:t>
            </a:r>
          </a:p>
          <a:p>
            <a:r>
              <a:t>【设计意图】可以用Python标准库zlib演示，代码放Notes。生成1000个A与1000个伪随机字节（固定seed），比较同一无损压缩方法所得字节数并检验完全还原。先预测再运行。</a:t>
            </a:r>
          </a:p>
          <a:p>
            <a:r>
              <a:t>【教师可以这样讲】两个数据各1000Byte：一个全是A，一个随机变化。请预测谁压缩后更小，以及能否恢复原数据。</a:t>
            </a:r>
          </a:p>
          <a:p>
            <a:r>
              <a:t>【预判回答与追问】学生可能认为所有文件都会变小。下一页结果显示随机数据在容器开销下甚至略微变大。</a:t>
            </a:r>
          </a:p>
          <a:p>
            <a:r>
              <a:t>【本页收束】测试无损压缩的冗余利用，而不是展示具体算法。</a:t>
            </a:r>
          </a:p>
          <a:p>
            <a:r>
              <a:t/>
            </a:r>
          </a:p>
          <a:p>
            <a:r>
              <a:t>【v7 Demo D】先预测两份原始都是1000 Byte的文件哪一个被压得更小，再运行 notebooks/04_压缩前先预测.ipynb。Python zlib在Mac执行，Windows浏览器只展示结果，不依赖音频或py5。</a:t>
            </a:r>
          </a:p>
          <a:p>
            <a:r>
              <a:t/>
            </a:r>
          </a:p>
          <a:p>
            <a:r>
              <a:t>A和B均1000Byte，学生先预测谁更省空间、B是否可能压完更大。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演示D：同样1000Byte，压缩后会相同吗？</a:t>
            </a:r>
          </a:p>
          <a:p>
            <a:r>
              <a:t>[内部编号] V81-55</a:t>
            </a:r>
          </a:p>
          <a:p>
            <a:r>
              <a:t>[阶段] 证据／解释</a:t>
            </a:r>
          </a:p>
          <a:p>
            <a:r>
              <a:t>[教师逐字稿]</a:t>
            </a:r>
          </a:p>
          <a:p>
            <a:r>
              <a:t>运行remote-demos-v7/notebooks/04_压缩前先预测.ipynb（Mac计算zlib，教室Windows浏览器呈现结果）。学生先猜，再运行，再对照下一页17Byte/1011Byte。B可能变大，包含必要编码开销。zlib不是RAR算法本身。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同样原始大小，压缩结果为何不同？</a:t>
            </a:r>
          </a:p>
          <a:p>
            <a:r>
              <a:t>[内部编号] V81-56</a:t>
            </a:r>
          </a:p>
          <a:p>
            <a:r>
              <a:t>[阶段] 证据／解释</a:t>
            </a:r>
          </a:p>
          <a:p>
            <a:r>
              <a:t>[教师逐字稿]</a:t>
            </a:r>
          </a:p>
          <a:p>
            <a:r>
              <a:t>【设计意图】演示代码（Windows课堂pt环境，Python标准库即可）：</a:t>
            </a:r>
          </a:p>
          <a:p>
            <a:r>
              <a:t>import zlib, random</a:t>
            </a:r>
          </a:p>
          <a:p>
            <a:r>
              <a:t>a=b"A"*1000</a:t>
            </a:r>
          </a:p>
          <a:p>
            <a:r>
              <a:t>r=random.Random(2026)</a:t>
            </a:r>
          </a:p>
          <a:p>
            <a:r>
              <a:t>b=bytes(r.randrange(256) for _ in range(1000))</a:t>
            </a:r>
          </a:p>
          <a:p>
            <a:r>
              <a:t>for name,x in [("A",a),("B",b)]:</a:t>
            </a:r>
          </a:p>
          <a:p>
            <a:r>
              <a:t>    packed=zlib.compress(x)</a:t>
            </a:r>
          </a:p>
          <a:p>
            <a:r>
              <a:t>    print(name,len(x),len(packed),zlib.decompress(packed)==x)</a:t>
            </a:r>
          </a:p>
          <a:p>
            <a:r>
              <a:t>本次固定随机种子得到A=17 Byte，B=1011 Byte。学生关注重复和冗余；算法细节不展开。</a:t>
            </a:r>
          </a:p>
          <a:p>
            <a:r>
              <a:t>【教师可以这样讲】运行标准库实验或直接展示结果：重复内容1000Byte压后17Byte，随机内容1000Byte压后1011Byte。为什么会这样？</a:t>
            </a:r>
          </a:p>
          <a:p>
            <a:r>
              <a:t>【预判回答与追问】别把高熵文件变大误判为程序出错：压缩文件自身有格式开销。检查两者解压完全一致。</a:t>
            </a:r>
          </a:p>
          <a:p>
            <a:r>
              <a:t>【本页收束】这是无损压缩，且压缩效果取决于可利用的规律与编码方式。</a:t>
            </a:r>
          </a:p>
          <a:p>
            <a:r>
              <a:t/>
            </a:r>
          </a:p>
          <a:p>
            <a:r>
              <a:t>【v7实际实验】Notebook 04使用确定性随机字节与重复字节，打印压缩前后真实长度。如果随机字节压缩后略大，是格式开销而非代码错误。让学生总结“能够用规律简洁表示的信息通常更容易压缩”。</a:t>
            </a:r>
          </a:p>
          <a:p>
            <a:r>
              <a:t/>
            </a:r>
          </a:p>
          <a:p>
            <a:r>
              <a:t>17Byte与1011Byte是采用Python标准库zlib、固定随机种子的这一次课堂实验结果。数值取决于内容与算法，不是普遍常数；B数据因格式开销而可能变大。</a:t>
            </a:r>
          </a:p>
          <a:p>
            <a:br/>
            <a:r>
              <a:t>[比例尺]</a:t>
            </a:r>
            <a:br/>
            <a:r>
              <a:t>两列原始1000B均为500px；17B为8.5px；1011B为505.5px，多11B为5.5px。数值仅对应本次zlib实验；不是普遍压缩率。</a:t>
            </a:r>
          </a:p>
          <a:p>
            <a:br/>
            <a:r>
              <a:t>[来源] Python3.12 zlib API，检索2026-10-13：https://docs.python.org/3.12/library/zlib.html；本地独立复算：A=b"A"*1000；B=random.Random(2026)逐项randrange(256)共1000Byte，默认zlib.compress，两者逐字节解压恢复。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压缩到底改变了什么？</a:t>
            </a:r>
          </a:p>
          <a:p>
            <a:r>
              <a:t>[内部编号] V81-57</a:t>
            </a:r>
          </a:p>
          <a:p>
            <a:r>
              <a:t>[阶段] 证据／解释</a:t>
            </a:r>
          </a:p>
          <a:p>
            <a:r>
              <a:t>[教师逐字稿]</a:t>
            </a:r>
          </a:p>
          <a:p>
            <a:r>
              <a:t>【教师讲述／组织】实录3解释重新编码：数据压缩主要是改变表示方式，无损靠高效编码，允许有损时还可舍弃部分信息。目的与实质分开讲。</a:t>
            </a:r>
          </a:p>
          <a:p>
            <a:r>
              <a:t>【反馈】先听学生如何解释，再决定是否揭示结论；注意控制本页停留时间。</a:t>
            </a:r>
          </a:p>
          <a:p>
            <a:r>
              <a:t/>
            </a:r>
          </a:p>
          <a:p>
            <a:r>
              <a:t>归纳数据压缩是更高效的表示；要不要完整恢复决定无损与有损路径。</a:t>
            </a:r>
          </a:p>
          <a:p>
            <a:br/>
            <a:r>
              <a:t>[边界]</a:t>
            </a:r>
            <a:br/>
            <a:r>
              <a:t>目标不保证每个输入都变小。刚才B经zlib后多11Byte；数据结构与算法开销也占空间。先比较证据，再作这一概括。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无损与有损：按什么区分？</a:t>
            </a:r>
          </a:p>
          <a:p>
            <a:r>
              <a:t>[内部编号] V81-58</a:t>
            </a:r>
          </a:p>
          <a:p>
            <a:r>
              <a:t>[阶段] 证据／解释</a:t>
            </a:r>
          </a:p>
          <a:p>
            <a:r>
              <a:t>[教师逐字稿]</a:t>
            </a:r>
          </a:p>
          <a:p>
            <a:r>
              <a:t>【设计意图】先提出是否可以还原原始信息，再定义无损有损。注意有损不一定人类完全无感，有时肉眼肉耳可觉察明显差异。</a:t>
            </a:r>
          </a:p>
          <a:p>
            <a:r>
              <a:t>【教师可以这样讲】请判断：压缩后解开，能不能100%恢复原始字节？把这个问题作为分类标准。</a:t>
            </a:r>
          </a:p>
          <a:p>
            <a:r>
              <a:t>【预判回答与追问】有损不等于“损坏文件”；它在可接受的前提下放弃部分原始信息。</a:t>
            </a:r>
          </a:p>
          <a:p>
            <a:r>
              <a:t>【本页收束】无损可完全恢复，有损则不能恢复到原数据完全一致。</a:t>
            </a:r>
          </a:p>
          <a:p/>
          <a:p>
            <a:r>
              <a:t>判别方法：是否能够完全恢复原字节，不用文件后缀或大小作为唯一标准。</a:t>
            </a:r>
          </a:p>
          <a:p/>
          <a:p>
            <a:r>
              <a:t>【视觉说明】像素图只是数学示意：原始与无损恢复逐值一致，有损近似允许不同。不能据此讲解JPEG的实际DCT步骤。</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ZIP、MP3、WAV、MP4，是同一层吗？</a:t>
            </a:r>
          </a:p>
          <a:p>
            <a:r>
              <a:t>[内部编号] V81-59</a:t>
            </a:r>
          </a:p>
          <a:p>
            <a:r>
              <a:t>[阶段] 证据／解释</a:t>
            </a:r>
          </a:p>
          <a:p>
            <a:r>
              <a:t>[教师逐字稿]</a:t>
            </a:r>
          </a:p>
          <a:p>
            <a:r>
              <a:t>【教师讲述／组织】从实录拓展一点格式分层：ZIP/RAR是典型无损归档，MP3是常见有损音频编码，WAV是音频容器可装PCM，MP4是多媒体容器可含有损或无损编码。不要说全部文件扩展名都代表一种压缩算法。</a:t>
            </a:r>
          </a:p>
          <a:p>
            <a:r>
              <a:t>【反馈】先听学生如何解释，再决定是否揭示结论；注意控制本页停留时间。</a:t>
            </a:r>
          </a:p>
          <a:p>
            <a:r>
              <a:t/>
            </a:r>
          </a:p>
          <a:p>
            <a:r>
              <a:t>ZIP/RAR属于无损归档，MP3是有损音频编码，WAV和MP4属于容器（MP4常装有损编码视频）。文件后缀与编码算法不是完全同一层级。</a:t>
            </a:r>
          </a:p>
          <a:p>
            <a:br/>
            <a:r>
              <a:t>[技术边界]</a:t>
            </a:r>
            <a:br/>
            <a:r>
              <a:t>沿用v8的分类。这里MP3指音频编码；WAV与MP4指封装容器。WAV不一定是PCM，MP4也不固定装某种有损编码，按具体内部编码判定。ZIP/RAR按本课通常的无损归档用途讨论。</a:t>
            </a:r>
          </a:p>
          <a:p>
            <a:br/>
            <a:r>
              <a:t>[来源] MDN Media container formats（MP4/WAV及容器与codec）, 检索2026-10-13：https://developer.mozilla.org/en-US/docs/Web/Media/Guides/Formats/Containers；Microsoft RIFF overview；RFC2361 WAVE registry, 1998：https://www.rfc-editor.org/rfc/rfc2361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相同尺寸的三幅图，谁容易无损压缩？</a:t>
            </a:r>
          </a:p>
          <a:p>
            <a:r>
              <a:t>[内部编号] V81-60</a:t>
            </a:r>
          </a:p>
          <a:p>
            <a:r>
              <a:t>[阶段] 证据／解释</a:t>
            </a:r>
          </a:p>
          <a:p>
            <a:r>
              <a:t>[教师逐字稿]</a:t>
            </a:r>
          </a:p>
          <a:p>
            <a:r>
              <a:t>【设计意图】实录3三种图像案例。画同尺寸位图：纯色、规则色块、较复杂花纹（不是声称真实风景照片）。首先预测排序，再归纳冗余。</a:t>
            </a:r>
          </a:p>
          <a:p>
            <a:r>
              <a:t>【教师可以这样讲】这三幅图显示的是相同大小、相同位深的像素网格，哪张最容易找到重复的规律？</a:t>
            </a:r>
          </a:p>
          <a:p>
            <a:r>
              <a:t>【预判回答与追问】强调“通常”和“对合适的算法而言”，避免将图像颜色多少当作绝对压缩决定因素。</a:t>
            </a:r>
          </a:p>
          <a:p>
            <a:r>
              <a:t>【本页收束】纯色数据具有明显规律，适合无损压缩；比较结论再迁移到实际图像。</a:t>
            </a:r>
          </a:p>
          <a:p>
            <a:r>
              <a:t/>
            </a:r>
          </a:p>
          <a:p>
            <a:r>
              <a:t>三图尺寸和位深一致，让学生预测哪个更规律，判断无损压缩的可能差异。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V81-61</a:t>
            </a:r>
          </a:p>
          <a:p>
            <a:r>
              <a:t>[阶段] 提问／独立作答</a:t>
            </a:r>
          </a:p>
          <a:p>
            <a:r>
              <a:t>[教师逐字稿]</a:t>
            </a:r>
          </a:p>
          <a:p>
            <a:r>
              <a:t>【教师讲述／组织】问题页。此题迁移文字实验到图像。先解释冗余，再揭示。</a:t>
            </a:r>
          </a:p>
          <a:p>
            <a:r>
              <a:t>【反馈】先听学生如何解释，再决定是否揭示结论；注意控制本页停留时间。</a:t>
            </a:r>
          </a:p>
          <a:p>
            <a:r>
              <a:t/>
            </a:r>
          </a:p>
          <a:p>
            <a:r>
              <a:t>练习答案不能只选A，要解释重复和规律性带来更多可利用冗余。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V81-62</a:t>
            </a:r>
          </a:p>
          <a:p>
            <a:r>
              <a:t>[阶段] 证据／解释</a:t>
            </a:r>
          </a:p>
          <a:p>
            <a:r>
              <a:t>[教师逐字稿]</a:t>
            </a:r>
          </a:p>
          <a:p>
            <a:r>
              <a:t>【教师讲述／组织】答案页。强调不是一切文件和算法都绝对如此。</a:t>
            </a:r>
          </a:p>
          <a:p>
            <a:r>
              <a:t>【反馈】先听学生如何解释，再决定是否揭示结论；注意控制本页停留时间。</a:t>
            </a:r>
          </a:p>
          <a:p>
            <a:r>
              <a:t/>
            </a:r>
          </a:p>
          <a:p>
            <a:r>
              <a:t>答案中的“通常”必须保留，不同压缩方案有例外。</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同一张图：BMP与JPG有什么不同？</a:t>
            </a:r>
          </a:p>
          <a:p>
            <a:r>
              <a:t>[内部编号] V81-63</a:t>
            </a:r>
          </a:p>
          <a:p>
            <a:r>
              <a:t>[阶段] 证据／解释</a:t>
            </a:r>
          </a:p>
          <a:p>
            <a:r>
              <a:t>[教师逐字稿]</a:t>
            </a:r>
          </a:p>
          <a:p>
            <a:r>
              <a:t>【教师讲述／组织】实录3用同一花朵比较BMP和JPG。用简洁像素格子示意一张图被近似编码；JPEG不只是“删掉相似像素”，要避免这种错误的字面理解。也不能断言所有BMP必然未压缩。</a:t>
            </a:r>
          </a:p>
          <a:p>
            <a:r>
              <a:t>【反馈】先听学生如何解释，再决定是否揭示结论；注意控制本页停留时间。</a:t>
            </a:r>
          </a:p>
          <a:p/>
          <a:p>
            <a:r>
              <a:t>BMP这里只指未压缩实例，JPG通常有损；文件大小还取决于参数和内容。</a:t>
            </a:r>
          </a:p>
          <a:p/>
          <a:p>
            <a:r>
              <a:t>【视觉说明】借用v8.4.10同一局部的BMP/JPG示例；解释刻意极端的JPEG实验质量不代表常见JPG都如此模糊，且JPEG压缩情况受内容参数影响。</a:t>
            </a:r>
          </a:p>
          <a:p/>
          <a:p>
            <a:r>
              <a:t>【视觉说明】该图使用同一局部而非两张毫不相关的图；极端压缩用于观察差别，不推断所有JPEG都严重失真。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MP3、JPG再用RAR压缩，会怎样？</a:t>
            </a:r>
          </a:p>
          <a:p>
            <a:r>
              <a:t>[内部编号] V81-64</a:t>
            </a:r>
          </a:p>
          <a:p>
            <a:r>
              <a:t>[阶段] 证据／解释</a:t>
            </a:r>
          </a:p>
          <a:p>
            <a:r>
              <a:t>[教师逐字稿]</a:t>
            </a:r>
          </a:p>
          <a:p>
            <a:r>
              <a:t>【教师讲述／组织】实录3脱水比喻，但不把其当算法。说明高效压缩过的数据通常不容易进一步缩小，可能因为已缺少可利用冗余。再次有损转码可能进一步恶化质量。</a:t>
            </a:r>
          </a:p>
          <a:p>
            <a:r>
              <a:t>【反馈】先听学生如何解释，再决定是否揭示结论；注意控制本页停留时间。</a:t>
            </a:r>
          </a:p>
          <a:p>
            <a:r>
              <a:t/>
            </a:r>
          </a:p>
          <a:p>
            <a:r>
              <a:t>已经是MP3/JPG，用RAR压缩通常收益有限，再次有损编码还可能降低质量。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是不是压得越小就一定越好？</a:t>
            </a:r>
          </a:p>
          <a:p>
            <a:r>
              <a:t>[内部编号] V81-65</a:t>
            </a:r>
          </a:p>
          <a:p>
            <a:r>
              <a:t>[阶段] 证据／解释</a:t>
            </a:r>
          </a:p>
          <a:p>
            <a:r>
              <a:t>[教师逐字稿]</a:t>
            </a:r>
          </a:p>
          <a:p>
            <a:r>
              <a:t>【设计意图】实录3结尾的情境决策：长期备份要完整可还原；实时通话要平衡延迟和质量。用对比培养信息社会责任意识，不只追求压缩比。</a:t>
            </a:r>
          </a:p>
          <a:p>
            <a:r>
              <a:t>【教师可以这样讲】某个班级要长期备份源代码，另一个班级要用手机实时视频通话。两种场景需要的编码选择一样吗？</a:t>
            </a:r>
          </a:p>
          <a:p>
            <a:r>
              <a:t>【预判回答与追问】引导学生考虑完整性、质量、延迟与存储，不要只说压缩得越小越好。</a:t>
            </a:r>
          </a:p>
          <a:p>
            <a:r>
              <a:t>【本页收束】算法与压缩方法要与任务目标匹配。</a:t>
            </a:r>
          </a:p>
          <a:p>
            <a:r>
              <a:t/>
            </a:r>
          </a:p>
          <a:p>
            <a:r>
              <a:t>文档备份要求完整，视频通话权衡时延/带宽/质量，反对越小必然越好。</a:t>
            </a:r>
          </a:p>
          <a:p>
            <a:br/>
            <a:r>
              <a:t>[图片生成提示词]</a:t>
            </a:r>
            <a:br/>
            <a:r>
              <a:t>IMG-02；用途：情境插图，不作为技术或软件事实证据。</a:t>
            </a:r>
            <a:br/>
            <a:r>
              <a:t>Create a classroom teaching illustration for a Chinese senior-high information technology lesson.</a:t>
            </a:r>
            <a:br/>
            <a:r>
              <a:t>Use case: illustration-story.</a:t>
            </a:r>
            <a:br/>
            <a:r>
              <a:t>Teaching purpose: make the situation of preserving important digital documents concrete so students can discuss exact recovery and reliable backup; do not illustrate a compression algorithm or its result.</a:t>
            </a:r>
            <a:br/>
            <a:r>
              <a:t>Slide role: application and comparison context.</a:t>
            </a:r>
            <a:br/>
            <a:r>
              <a:t>Intended placement: left half of a two-column white PowerPoint slide; 4:3 aspect ratio. The final illustration will occupy a roughly 500 by 270 pixel region above native PowerPoint criteria labels.</a:t>
            </a:r>
            <a:br/>
            <a:r>
              <a:t>Subject and scene: a restrained close view of one person's hands working at an unbranded laptop on a clean desk, with a small unbranded external solid-state drive connected by one ordinary cable. This represents preparing a digital document backup. The laptop screen is plain neutral gray, with no interface, icons, file names, document text, graphs or numbers. Focus on the laptop, hands and external drive; do not include physical paper files, locks, archive boxes or floating file symbols.</a:t>
            </a:r>
            <a:br/>
            <a:r>
              <a:t>Composition: all essential objects centered and fully visible, generous white background, clear silhouette, minimal desk edge. The drive should be visible beside the laptop. Do not place technical annotations or conclusions inside the illustration.</a:t>
            </a:r>
            <a:br/>
            <a:r>
              <a:t>Visual style: clean, restrained editorial educational illustration with realistic proportions, subtly rendered materials and quiet thin contours; white or very light neutral background, muted charcoal, light gray and a restrained violet clothing accent. Serious but friendly high-school tone; compatible with a white technical teaching deck. Match the simplicity and palette of a student holding a phone illustration.</a:t>
            </a:r>
            <a:br/>
            <a:r>
              <a:t>Important constraints: no explanatory text, no Chinese labels, no binary strings, no byte values, no arrows, no charts, no fabricated software screenshot, no conclusion, no logos, no watermark, no decorative border, no shadowed card, no gradient background. Do not depict physical objects shrinking. This is a fictional application context, not evidence of successful backup or lossless recovery.</a:t>
            </a:r>
            <a:br/>
            <a:r>
              <a:t>[图片编辑]</a:t>
            </a:r>
            <a:br/>
            <a:r>
              <a:t>使用原图，等比contain，无拉伸、无二次编辑；精确标签为原生PPT对象。</a:t>
            </a:r>
          </a:p>
          <a:p>
            <a:br/>
            <a:r>
              <a:t>[图片生成提示词]</a:t>
            </a:r>
            <a:br/>
            <a:r>
              <a:t>IMG-03；用途：情境插图，不作为技术或软件事实证据。</a:t>
            </a:r>
            <a:br/>
            <a:r>
              <a:t>Create a classroom teaching illustration for a Chinese senior-high information technology lesson.</a:t>
            </a:r>
            <a:br/>
            <a:r>
              <a:t>Use case: illustration-story.</a:t>
            </a:r>
            <a:br/>
            <a:r>
              <a:t>Teaching purpose: make a real-time video conversation concrete so students can discuss delay, bandwidth and acceptable audio/video quality; do not announce which encoding is best.</a:t>
            </a:r>
            <a:br/>
            <a:r>
              <a:t>Slide role: application and comparison context.</a:t>
            </a:r>
            <a:br/>
            <a:r>
              <a:t>Intended placement: right half of a two-column white PowerPoint slide; 4:3 aspect ratio. The final illustration will occupy a roughly 500 by 270 pixel region above native PowerPoint criteria labels.</a:t>
            </a:r>
            <a:br/>
            <a:r>
              <a:t>Subject and scene: a fictional senior-high student sitting at a simple desk, engaged in an ordinary video conversation on an unbranded laptop. See the student's upper torso and a three-quarter view of the laptop screen, which contains only a simple portrait of a fictional friend against a neutral background. The portrait is part of a clearly illustrated fictional scene, not a software screenshot. No interface buttons, text, names, logos, numbers, message bubbles or UI chrome. The two people appear attentive and relaxed, without exaggerated expressions.</a:t>
            </a:r>
            <a:br/>
            <a:r>
              <a:t>Composition: center the student's face and laptop, keep both faces and the device fully within the crop, generous white breathing room and minimal environment. No extra icons, arrows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 Match the simplicity and palette of an unbranded laptop and external drive illustration.</a:t>
            </a:r>
            <a:br/>
            <a:r>
              <a:t>Important constraints: no explanatory text, no Chinese labels, no binary strings, no byte values, no arrows, no charts, no invented performance metrics, no lag icon, no conclusion, no brand logo, no watermark, no decorative border, no shadowed card, no gradient background. This is a fictional video-call situation, not factual software or network-performance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V81-66</a:t>
            </a:r>
          </a:p>
          <a:p>
            <a:r>
              <a:t>[阶段] 提问／独立作答</a:t>
            </a:r>
          </a:p>
          <a:p>
            <a:r>
              <a:t>[教师逐字稿]</a:t>
            </a:r>
          </a:p>
          <a:p>
            <a:r>
              <a:t>【教师讲述／组织】问题页。综合三种理解：音轨声道、原始视频大小、无损还原。</a:t>
            </a:r>
          </a:p>
          <a:p>
            <a:r>
              <a:t>【反馈】先听学生如何解释，再决定是否揭示结论；注意控制本页停留时间。</a:t>
            </a:r>
          </a:p>
          <a:p>
            <a:r>
              <a:t/>
            </a:r>
          </a:p>
          <a:p>
            <a:r>
              <a:t>请学生独立判断三句话，指明每句对应的模型或证据。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V81-67</a:t>
            </a:r>
          </a:p>
          <a:p>
            <a:r>
              <a:t>[阶段] 证据／解释</a:t>
            </a:r>
          </a:p>
          <a:p>
            <a:r>
              <a:t>[教师逐字稿]</a:t>
            </a:r>
          </a:p>
          <a:p>
            <a:r>
              <a:t>【教师讲述／组织】答案页。不接受只给三个对错而不给依据的回答。</a:t>
            </a:r>
          </a:p>
          <a:p>
            <a:r>
              <a:t>【反馈】先听学生如何解释，再决定是否揭示结论；注意控制本页停留时间。</a:t>
            </a:r>
          </a:p>
          <a:p>
            <a:r>
              <a:t/>
            </a:r>
          </a:p>
          <a:p>
            <a:r>
              <a:t>先让学生口头解释，再展示①错②对③对，强化数据量与ZIP的两种知识。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离开课堂前，解释三个为什么</a:t>
            </a:r>
          </a:p>
          <a:p>
            <a:r>
              <a:t>[内部编号] V81-68</a:t>
            </a:r>
          </a:p>
          <a:p>
            <a:r>
              <a:t>[阶段] 提问／独立作答</a:t>
            </a:r>
          </a:p>
          <a:p>
            <a:r>
              <a:t>[教师逐字稿]</a:t>
            </a:r>
          </a:p>
          <a:p>
            <a:r>
              <a:t>【教师讲述／组织】出口评价：任选一个问题让学生用自己的话解释。重点检查概念因果：数字化、视频容量、压缩选择。</a:t>
            </a:r>
          </a:p>
          <a:p>
            <a:r>
              <a:t>【反馈】先听学生如何解释，再决定是否揭示结论；注意控制本页停留时间。</a:t>
            </a:r>
          </a:p>
          <a:p>
            <a:r>
              <a:t/>
            </a:r>
          </a:p>
          <a:p>
            <a:r>
              <a:t>退出条检查解释能力而非术语背诵；答不出则回到图示逐步重建。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TREE-SUMMARY-2</a:t>
            </a:r>
          </a:p>
          <a:p>
            <a:r>
              <a:t>[阶段] 退出条收取后的学生总结</a:t>
            </a:r>
          </a:p>
          <a:p>
            <a:r>
              <a:t>[教师逐字稿]</a:t>
            </a:r>
          </a:p>
          <a:p>
            <a:r>
              <a:t>先收起前一页每个人的独立退出条。现在看已有的三条关系，谁能用15000帧的计算说明视频数据量？谁能用17Byte和1011Byte说明压缩的目标与局限？请先概括，下一页才补新关系。</a:t>
            </a:r>
          </a:p>
          <a:p>
            <a:r>
              <a:t>[节奏]</a:t>
            </a:r>
          </a:p>
          <a:p>
            <a:r>
              <a:t>总结与两次揭示共约90秒；若时间不足，保留独立退出条，第二课时从这棵已有树继续。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TREE-4</a:t>
            </a:r>
          </a:p>
          <a:p>
            <a:r>
              <a:t>[阶段] 学生总结后的知识树更新</a:t>
            </a:r>
          </a:p>
          <a:p>
            <a:r>
              <a:t>[教师逐字稿]</a:t>
            </a:r>
          </a:p>
          <a:p>
            <a:r>
              <a:t>先让学生概括本次新增的这一个关系，并指出依据。听完回答，再切到这页。红框是本次补上的逐帧未压缩视频，此前已经建立的关系继续保留。请学生沿连接线读：单帧字节数×总帧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TREE-5</a:t>
            </a:r>
          </a:p>
          <a:p>
            <a:r>
              <a:t>[阶段] 学生总结后的知识树更新</a:t>
            </a:r>
          </a:p>
          <a:p>
            <a:r>
              <a:t>[教师逐字稿]</a:t>
            </a:r>
          </a:p>
          <a:p>
            <a:r>
              <a:t>先让学生概括本次新增的这一个关系，并指出依据。听完回答，再切到这页。红框是本次补上的压缩与恢复，此前已经建立的关系继续保留。请学生沿连接线读：目标：减少数据量；能否完整恢复，区分无损／有损。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a:t>
            </a:r>
          </a:p>
          <a:p>
            <a:r>
              <a:t>[阶段] 提问</a:t>
            </a:r>
          </a:p>
          <a:p>
            <a:r>
              <a:t>[教师逐字稿]</a:t>
            </a:r>
          </a:p>
          <a:p>
            <a:r>
              <a:t>只给这三个时刻和三个值。两行是同一组记录，先不要补连续曲线。请判断能否唯一确定原波形，停顿20秒，再说明依据；不要先说采样定理或揭示候选曲线。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EXT-SAMPLING-REVEAL</a:t>
            </a:r>
          </a:p>
          <a:p>
            <a:r>
              <a:t>[阶段] 证据揭示</a:t>
            </a:r>
          </a:p>
          <a:p>
            <a:r>
              <a:t>[教师逐字稿]</a:t>
            </a:r>
          </a:p>
          <a:p>
            <a:r>
              <a:t>现在把两条候选曲线补上。请核对：两条曲线都经过同样三个黑点，却在点之间不同。因此只有这些观测值，不能唯一确定连续信号。</a:t>
            </a:r>
          </a:p>
          <a:p>
            <a:r>
              <a:t>[数学证据]</a:t>
            </a:r>
          </a:p>
          <a:p>
            <a:r>
              <a:t>A=cos(2πt)，B=cos(6πt)，在0、0.5、1s都为1、−1、1。此例含区间右端点；是三个观测值，不用来宣称1秒2Hz只有三个新增样本。也不以听感判断。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可选拓展：编码与压缩不同</a:t>
            </a:r>
          </a:p>
          <a:p>
            <a:r>
              <a:t>[内部编号] V81-70</a:t>
            </a:r>
          </a:p>
          <a:p>
            <a:r>
              <a:t>[阶段] 证据／解释</a:t>
            </a:r>
          </a:p>
          <a:p>
            <a:r>
              <a:t>[教师逐字稿]</a:t>
            </a:r>
          </a:p>
          <a:p>
            <a:r>
              <a:t>【教师讲述／组织】这一页可留作下一单元。PCM编码是样本的表示方式；压缩编码改变数据表示量。部分WAV容器可以保存其他编码形式，不能仅凭扩展名断言完全未压缩。</a:t>
            </a:r>
          </a:p>
          <a:p>
            <a:r>
              <a:t>【反馈】先听学生如何解释，再决定是否揭示结论；注意控制本页停留时间。</a:t>
            </a:r>
          </a:p>
          <a:p>
            <a:r>
              <a:t/>
            </a:r>
          </a:p>
          <a:p>
            <a:r>
              <a:t>可选拓展：不是45分钟主线必讲内容，有时间且学生已完成必要理解才展示。</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c41f853b39c3481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94795f02f9414de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9a62aa867d1457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b683b8efddb4a77"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986ad12967f24587"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df84490cedff450d"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09beb0f7178447e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0b14c9ea79924ebd"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9fd983ab63c0428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b96e0f1da5e5462a"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9b3136774c8846b2"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BD5117-51D4-4681-ADCE-DF50AC310A1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BDED072-DEC9-4E2B-9FD2-69D70854114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1834239-CD18-4410-A160-589BE1A436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1FD5F1E-53F6-4A17-BE79-6B3B63B0BC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952A777-E27C-49F8-8C09-E61A81ECF3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59249E-02B2-46C1-B6E9-BA7AD1445C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769D111-D627-4E7E-9F8E-69045B12A2E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84DC843-A24D-4BB7-A13C-C674F6E966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30B8B7E-E519-4D33-8B9D-513385DD1C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0FA73D-C244-4AFF-9483-327166514B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1B3EAE-3FB5-4214-A151-EA0703FE6C1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71D73D-377F-43B8-9B0B-5A439268FF1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9B77A82-5DEF-4259-9886-5F36387989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E2D7A1C-2661-43FD-9E71-F5CE6997B4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A003DDC-39D4-47C1-8343-4630C67E82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FE31DC-2EF0-420C-9831-46939366236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91E0AA3-9560-4597-9F95-CF5F2D6F861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F99E0189-BA28-45B5-A641-5C279C170F3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80B1CC2-BDF2-4065-9C6C-32F7E4A242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295B0D4-788D-4EC2-8F94-FCE348FD64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EA751C-DB35-4347-B0BC-7B75CFA730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A8656A-BE3E-456F-99B0-7E4DB5F489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62F175B-4EF7-49D3-B129-046D7060C53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2E582CE-9649-4F64-BC4D-E652DAB51B6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A331D56-B987-4F48-B0FD-71082955933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73E4A8E-9935-425C-B010-C561E705D58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678D77E-A01A-48C0-8C5B-CD9C96B56F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BCA45E55-E53B-4D1F-93A5-344A4B5FD4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1509872-C230-4F72-B6F4-679EEACF9E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C1836F-5C8F-4D0D-B784-F6F273EF62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2C8646E-E881-4FD5-9CA4-03C7CA6CA9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85704B4-4779-4DE0-A21D-A41EA43D4C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AF3AB2F-72DC-4C8F-AEEE-95322FCA19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B5AA6A5-2232-4BF0-A85D-FE8180CA78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104E653B-27E9-4F3B-A73F-A28D26CF4E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519B5CB-C6BE-49E0-B8C3-58740787DD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49A48C-023E-44BF-A37B-A8643AE4A6D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233C552-9197-4018-A465-960F4CEA5146}"/>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97FEBB7-27AC-4584-B3B4-4959EC0F75E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AA6B109-EEDC-4A54-975B-0F97E5E780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E64034B-986B-419B-BBAB-3DDB3B653B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891B262-5920-4654-903C-A4B2D6DCC4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BCCC08-169A-472D-A41D-73AF791245B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CBE52CA-D146-4379-9384-A9C9BBA206F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118F177C-4A27-4BD4-87BA-295743B711B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5E7986F-F4FF-405F-AA8F-5B41922A96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9E72C89-68B0-4391-8990-6971E44086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51301F4-895D-477C-B4C0-6D8A1063EC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442F64-AB3E-4151-A2A8-09247B9AAC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722FB11-BF84-405A-AFFB-B27DD1ECE64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8B078DF-FDBC-4939-AB78-7434E63D50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7DA031C-A2E5-4852-AE62-0570F89E12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00836AE-14C2-43F4-9E8F-E388F87D14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1FB315B-A7BA-44EF-AF11-FF9E9405B00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58CB541-09C9-4C0A-858A-7992C644550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05495EF-5EED-43FB-8458-8E7E349BD0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A276B21-E35E-4778-BAA7-723ACA6D1B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FDBA387-8012-4CA8-B95E-CB3BD5FAA4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xml version='1.0' encoding='UTF-8' standalone='yes'?>
<Relationships xmlns="http://schemas.openxmlformats.org/package/2006/relationships"><Relationship Id="R01fbc8b99cba41ac" Type="http://schemas.openxmlformats.org/officeDocument/2006/relationships/slideLayout" Target="../slideLayouts/slideLayout10.xml"/><Relationship Id="R0618362dd7c24f00" Type="http://schemas.openxmlformats.org/officeDocument/2006/relationships/slideLayout" Target="../slideLayouts/slideLayout1.xml"/><Relationship Id="R0ce86da8e8604c90" Type="http://schemas.openxmlformats.org/officeDocument/2006/relationships/slideLayout" Target="../slideLayouts/slideLayout9.xml"/><Relationship Id="R2acee6119517400c" Type="http://schemas.openxmlformats.org/officeDocument/2006/relationships/theme" Target="theme/theme2.xml"/><Relationship Id="R3919d49e5c9c4512" Type="http://schemas.openxmlformats.org/officeDocument/2006/relationships/slideLayout" Target="../slideLayouts/slideLayout8.xml"/><Relationship Id="R529c36ff3ad14e6b" Type="http://schemas.openxmlformats.org/officeDocument/2006/relationships/slideLayout" Target="../slideLayouts/slideLayout11.xml"/><Relationship Id="R5ba4e9c0e2e64d62" Type="http://schemas.openxmlformats.org/officeDocument/2006/relationships/slideLayout" Target="../slideLayouts/slideLayout4.xml"/><Relationship Id="R5fc88ac5af7b40af" Type="http://schemas.openxmlformats.org/officeDocument/2006/relationships/slideLayout" Target="../slideLayouts/slideLayout7.xml"/><Relationship Id="R7dda4bc71985406c" Type="http://schemas.openxmlformats.org/officeDocument/2006/relationships/slideLayout" Target="../slideLayouts/slideLayout5.xml"/><Relationship Id="R8f333af6734649ac" Type="http://schemas.openxmlformats.org/officeDocument/2006/relationships/slideLayout" Target="../slideLayouts/slideLayout6.xml"/><Relationship Id="Rde6891d1c73f45a1" Type="http://schemas.openxmlformats.org/officeDocument/2006/relationships/slideLayout" Target="../slideLayouts/slideLayout3.xml"/><Relationship Id="Rea8c088c57404aee" Type="http://schemas.openxmlformats.org/officeDocument/2006/relationships/slideLayout" Target="../slideLayouts/slideLayout2.xml"/></Relationships>
</file>

<file path=ppt/slideMasters/slideMaster1.xml><?xml version="1.0" encoding="utf-8"?>
<p:sldMaster xmlns:a="http://schemas.openxmlformats.org/drawingml/2006/main" xmlns:ns2="http://schemas.microsoft.com/office/drawing/2014/main" xmlns:p="http://schemas.openxmlformats.org/presentationml/2006/main" xmlns:r="http://schemas.openxmlformats.org/officeDocument/2006/relationships">
  <p:cSld>
    <p:bg>
      <p:bgRef idx="1001">
        <a:schemeClr val="bg1"/>
      </p:bgRef>
    </p:bg>
    <p:spTree>
      <p:nvGrpSpPr>
        <p:cNvPr id="1" name=""/>
        <p:cNvGrpSpPr/>
        <p:nvPr/>
      </p:nvGrpSpPr>
      <p:grpSpPr>
        <a:xfrm/>
      </p:grpSpPr>
      <p:sp>
        <p:nvSpPr>
          <p:cNvPr id="2" name="Title Placeholder 1">
            <a:extLst>
              <a:ext uri="{FF2B5EF4-FFF2-40B4-BE49-F238E27FC236}">
                <ns2:creationId id="{CD7AAD72-C7DB-4DB1-B32D-28BCACD5B363}"/>
              </a:ext>
            </a:extLst>
          </p:cNvPr>
          <p:cNvSpPr>
            <a:spLocks noGrp="1"/>
          </p:cNvSpPr>
          <p:nvPr>
            <p:ph type="title" idx="0"/>
          </p:nvPr>
        </p:nvSpPr>
        <p:spPr>
          <a:xfrm>
            <a:off x="457200" y="274638"/>
            <a:ext cx="8229600" cy="1143000"/>
          </a:xfrm>
          <a:prstGeom prst="rect">
            <a:avLst/>
          </a:prstGeom>
        </p:spPr>
        <p:txBody>
          <a:bodyPr vert="horz" lIns="91440" tIns="45720" rIns="91440" bIns="45720" anchor="ctr">
            <a:normAutofit/>
          </a:bodyPr>
          <a:lstStyle/>
          <a:p>
            <a:r>
              <a:t>Click to edit Master title style</a:t>
            </a:r>
            <a:endParaRPr/>
          </a:p>
        </p:txBody>
      </p:sp>
      <p:sp>
        <p:nvSpPr>
          <p:cNvPr id="3" name="Text Placeholder 2">
            <a:extLst>
              <a:ext uri="{FF2B5EF4-FFF2-40B4-BE49-F238E27FC236}">
                <ns2:creationId id="{396EE06F-C1AC-4CB4-8FDD-DC42CE80E54E}"/>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ns2:creationId id="{87E61B60-6A8F-4AA5-89D6-A801022B315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latin typeface="Alibaba PuHuiTi 3.0 55 Regular"/>
                <a:ea typeface="Alibaba PuHuiTi 3.0 55 Regular"/>
                <a:cs typeface="Alibaba PuHuiTi 3.0 55 Regular"/>
              </a:defRPr>
            </a:lvl1pPr>
          </a:lstStyle>
          <a:p>
            <a:fld id="{5BCAD085-E8A6-8845-BD4E-CB4CCA059FC4}" type="datetimeFigureOut">
              <a:t>1/27/13</a:t>
            </a:fld>
            <a:endParaRPr/>
          </a:p>
        </p:txBody>
      </p:sp>
      <p:sp>
        <p:nvSpPr>
          <p:cNvPr id="5" name="Footer Placeholder 4">
            <a:extLst>
              <a:ext uri="{FF2B5EF4-FFF2-40B4-BE49-F238E27FC236}">
                <ns2:creationId id="{A0A12A25-B136-4382-BED7-5894DC391C1C}"/>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latin typeface="Alibaba PuHuiTi 3.0 55 Regular"/>
                <a:ea typeface="Alibaba PuHuiTi 3.0 55 Regular"/>
                <a:cs typeface="Alibaba PuHuiTi 3.0 55 Regular"/>
              </a:defRPr>
            </a:lvl1pPr>
          </a:lstStyle>
          <a:p>
            <a:endParaRPr/>
          </a:p>
        </p:txBody>
      </p:sp>
      <p:sp>
        <p:nvSpPr>
          <p:cNvPr id="6" name="Slide Number Placeholder 5">
            <a:extLst>
              <a:ext uri="{FF2B5EF4-FFF2-40B4-BE49-F238E27FC236}">
                <ns2:creationId id="{76A7760D-185F-4DB6-871D-4D598F3403EF}"/>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latin typeface="Alibaba PuHuiTi 3.0 55 Regular"/>
                <a:ea typeface="Alibaba PuHuiTi 3.0 55 Regular"/>
                <a:cs typeface="Alibaba PuHuiTi 3.0 55 Regular"/>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0618362dd7c24f00"/>
    <p:sldLayoutId id="2147483650" r:id="Rea8c088c57404aee"/>
    <p:sldLayoutId id="2147483651" r:id="Rde6891d1c73f45a1"/>
    <p:sldLayoutId id="2147483652" r:id="R5ba4e9c0e2e64d62"/>
    <p:sldLayoutId id="2147483653" r:id="R7dda4bc71985406c"/>
    <p:sldLayoutId id="2147483654" r:id="R8f333af6734649ac"/>
    <p:sldLayoutId id="2147483655" r:id="R5fc88ac5af7b40af"/>
    <p:sldLayoutId id="2147483656" r:id="R3919d49e5c9c4512"/>
    <p:sldLayoutId id="2147483657" r:id="R0ce86da8e8604c90"/>
    <p:sldLayoutId id="2147483658" r:id="R01fbc8b99cba41ac"/>
    <p:sldLayoutId id="2147483659" r:id="R529c36ff3ad14e6b"/>
  </p:sldLayoutIdLst>
  <p:txStyles>
    <p:titleStyle>
      <a:lvl1pPr algn="ctr" defTabSz="457200">
        <a:spcBef>
          <a:spcPct val="0"/>
        </a:spcBef>
        <a:buNone/>
        <a:defRPr sz="4400" kern="1200">
          <a:solidFill>
            <a:schemeClr val="tx1"/>
          </a:solidFill>
          <a:latin typeface="Alibaba PuHuiTi 3.0 55 Regular"/>
          <a:ea typeface="Alibaba PuHuiTi 3.0 55 Regular"/>
          <a:cs typeface="Alibaba PuHuiTi 3.0 55 Regular"/>
        </a:defRPr>
      </a:lvl1pPr>
    </p:titleStyle>
    <p:bodyStyle>
      <a:lvl1pPr marL="342900" indent="-342900" algn="l" defTabSz="457200">
        <a:spcBef>
          <a:spcPct val="20000"/>
        </a:spcBef>
        <a:buFont typeface="Arial"/>
        <a:buChar char="•"/>
        <a:defRPr sz="3200" kern="1200">
          <a:solidFill>
            <a:schemeClr val="tx1"/>
          </a:solidFill>
          <a:latin typeface="Alibaba PuHuiTi 3.0 55 Regular"/>
          <a:ea typeface="Alibaba PuHuiTi 3.0 55 Regular"/>
          <a:cs typeface="Alibaba PuHuiTi 3.0 55 Regular"/>
        </a:defRPr>
      </a:lvl1pPr>
      <a:lvl2pPr marL="742950" indent="-285750" algn="l" defTabSz="457200">
        <a:spcBef>
          <a:spcPct val="20000"/>
        </a:spcBef>
        <a:buFont typeface="Arial"/>
        <a:buChar char="–"/>
        <a:defRPr sz="2800" kern="1200">
          <a:solidFill>
            <a:schemeClr val="tx1"/>
          </a:solidFill>
          <a:latin typeface="Alibaba PuHuiTi 3.0 55 Regular"/>
          <a:ea typeface="Alibaba PuHuiTi 3.0 55 Regular"/>
          <a:cs typeface="Alibaba PuHuiTi 3.0 55 Regular"/>
        </a:defRPr>
      </a:lvl2pPr>
      <a:lvl3pPr marL="1143000" indent="-228600" algn="l" defTabSz="457200">
        <a:spcBef>
          <a:spcPct val="20000"/>
        </a:spcBef>
        <a:buFont typeface="Arial"/>
        <a:buChar char="•"/>
        <a:defRPr sz="2400" kern="1200">
          <a:solidFill>
            <a:schemeClr val="tx1"/>
          </a:solidFill>
          <a:latin typeface="Alibaba PuHuiTi 3.0 55 Regular"/>
          <a:ea typeface="Alibaba PuHuiTi 3.0 55 Regular"/>
          <a:cs typeface="Alibaba PuHuiTi 3.0 55 Regular"/>
        </a:defRPr>
      </a:lvl3pPr>
      <a:lvl4pPr marL="1600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4pPr>
      <a:lvl5pPr marL="20574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5pPr>
      <a:lvl6pPr marL="25146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6pPr>
      <a:lvl7pPr marL="29718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7pPr>
      <a:lvl8pPr marL="34290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8pPr>
      <a:lvl9pPr marL="3886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9pPr>
    </p:bodyStyle>
    <p:otherStyle>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6cc5743ebe6346e5" Type="http://schemas.openxmlformats.org/officeDocument/2006/relationships/slideLayout" Target="../slideLayouts/slideLayout7.xml"/><Relationship Id="Ra8d5b3a6b6714d3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3b29da15618f4142" Type="http://schemas.openxmlformats.org/officeDocument/2006/relationships/notesSlide" Target="../notesSlides/notesSlide2.xml"/><Relationship Id="Rcc9162f4b1e94247" Type="http://schemas.openxmlformats.org/officeDocument/2006/relationships/slideLayout" Target="../slideLayouts/slideLayout7.xml"/><Relationship Id="Re900b21366794e70" Type="http://schemas.openxmlformats.org/officeDocument/2006/relationships/image" Target="../media/image.png"/></Relationships>
</file>

<file path=ppt/slides/_rels/slide3.xml.rels><?xml version='1.0' encoding='UTF-8' standalone='yes'?>
<Relationships xmlns="http://schemas.openxmlformats.org/package/2006/relationships"><Relationship Id="R3b334333099a4437" Type="http://schemas.openxmlformats.org/officeDocument/2006/relationships/slideLayout" Target="../slideLayouts/slideLayout7.xml"/><Relationship Id="R8010c15928c54757"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047cee76c4ce4b22" Type="http://schemas.openxmlformats.org/officeDocument/2006/relationships/slideLayout" Target="../slideLayouts/slideLayout7.xml"/><Relationship Id="R7d27985069794be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d05c25915f764dde" Type="http://schemas.openxmlformats.org/officeDocument/2006/relationships/notesSlide" Target="../notesSlides/notesSlide5.xml"/><Relationship Id="Rf00c064f9ba24577"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54278857cde1454a" Type="http://schemas.openxmlformats.org/officeDocument/2006/relationships/notesSlide" Target="../notesSlides/notesSlide6.xml"/><Relationship Id="Ref6db63723cd4e3d"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7c8ad5b16dd74440" Type="http://schemas.openxmlformats.org/officeDocument/2006/relationships/notesSlide" Target="../notesSlides/notesSlide7.xml"/><Relationship Id="Rb22253ece6604bfe"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13da311e8cd24097" Type="http://schemas.openxmlformats.org/officeDocument/2006/relationships/slideLayout" Target="../slideLayouts/slideLayout7.xml"/><Relationship Id="Reff02753c8fd476e"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8cadcf49b0c44435" Type="http://schemas.openxmlformats.org/officeDocument/2006/relationships/notesSlide" Target="../notesSlides/notesSlide9.xml"/><Relationship Id="Ra29a23ab7f6d4ef8"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061c6f3b83f74d5b" Type="http://schemas.openxmlformats.org/officeDocument/2006/relationships/slideLayout" Target="../slideLayouts/slideLayout7.xml"/><Relationship Id="Rfb8e74995cec4b2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1750e500e17a44b1" Type="http://schemas.openxmlformats.org/officeDocument/2006/relationships/slideLayout" Target="../slideLayouts/slideLayout7.xml"/><Relationship Id="R41d2481fd29445f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7bcea7bf6e8f471c" Type="http://schemas.openxmlformats.org/officeDocument/2006/relationships/slideLayout" Target="../slideLayouts/slideLayout7.xml"/><Relationship Id="Raee3d03c4ea6442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cca12180c4a04202" Type="http://schemas.openxmlformats.org/officeDocument/2006/relationships/slideLayout" Target="../slideLayouts/slideLayout7.xml"/><Relationship Id="Ree64057e022d461c"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0b25e7e7584f44e0" Type="http://schemas.openxmlformats.org/officeDocument/2006/relationships/slideLayout" Target="../slideLayouts/slideLayout7.xml"/><Relationship Id="R455cd6c2a7f5416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53f21be02acc4e80" Type="http://schemas.openxmlformats.org/officeDocument/2006/relationships/notesSlide" Target="../notesSlides/notesSlide15.xml"/><Relationship Id="Reef920dd25c04817"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b6643ab7ecc34b08" Type="http://schemas.openxmlformats.org/officeDocument/2006/relationships/slideLayout" Target="../slideLayouts/slideLayout7.xml"/><Relationship Id="Rbaaeda43353c49af"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1608d52b442b448b" Type="http://schemas.openxmlformats.org/officeDocument/2006/relationships/slideLayout" Target="../slideLayouts/slideLayout7.xml"/><Relationship Id="R91a1f26e1d4a40a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a5593e7e09044a5e" Type="http://schemas.openxmlformats.org/officeDocument/2006/relationships/notesSlide" Target="../notesSlides/notesSlide18.xml"/><Relationship Id="Rf248f12ba41849e2"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5656415cedb24273" Type="http://schemas.openxmlformats.org/officeDocument/2006/relationships/slideLayout" Target="../slideLayouts/slideLayout7.xml"/><Relationship Id="Rec2cb401db98458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0a0c7211a4dd41cc" Type="http://schemas.openxmlformats.org/officeDocument/2006/relationships/notesSlide" Target="../notesSlides/notesSlide20.xml"/><Relationship Id="Rce2d17d814de4bfe"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117309e691ce4b0e" Type="http://schemas.openxmlformats.org/officeDocument/2006/relationships/slideLayout" Target="../slideLayouts/slideLayout7.xml"/><Relationship Id="Rc3af902d4b584a1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0dcdce13226b4d60" Type="http://schemas.openxmlformats.org/officeDocument/2006/relationships/slideLayout" Target="../slideLayouts/slideLayout7.xml"/><Relationship Id="R74893afc5f3b4bec"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25cd901d47b846c1" Type="http://schemas.openxmlformats.org/officeDocument/2006/relationships/slideLayout" Target="../slideLayouts/slideLayout7.xml"/><Relationship Id="Rb2d87be446714e5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02da3ff394364d7b" Type="http://schemas.openxmlformats.org/officeDocument/2006/relationships/notesSlide" Target="../notesSlides/notesSlide24.xml"/><Relationship Id="R2cb8db9544de410e"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482ebdcb14d247a1" Type="http://schemas.openxmlformats.org/officeDocument/2006/relationships/notesSlide" Target="../notesSlides/notesSlide25.xml"/><Relationship Id="Rcde25c7043794904"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6f4f83f5eacc4f2a" Type="http://schemas.openxmlformats.org/officeDocument/2006/relationships/slideLayout" Target="../slideLayouts/slideLayout7.xml"/><Relationship Id="Rfeeb023a1c064e0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4f7e0584fbcd42d7" Type="http://schemas.openxmlformats.org/officeDocument/2006/relationships/slideLayout" Target="../slideLayouts/slideLayout7.xml"/><Relationship Id="R54ae48e0c75948a3"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061c9e9041214d3a" Type="http://schemas.openxmlformats.org/officeDocument/2006/relationships/notesSlide" Target="../notesSlides/notesSlide28.xml"/><Relationship Id="Rcfbf05a9f24c4d9c"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e5cad103f18b4a36" Type="http://schemas.openxmlformats.org/officeDocument/2006/relationships/slideLayout" Target="../slideLayouts/slideLayout7.xml"/><Relationship Id="Rf44e766194ef473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a379475ff689474c" Type="http://schemas.openxmlformats.org/officeDocument/2006/relationships/slideLayout" Target="../slideLayouts/slideLayout7.xml"/><Relationship Id="Re8d7c3b82f3441ab"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4bb7f0823b3f49f8" Type="http://schemas.openxmlformats.org/officeDocument/2006/relationships/slideLayout" Target="../slideLayouts/slideLayout7.xml"/><Relationship Id="R623cc215e9cf44c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0dda8a363194463a" Type="http://schemas.openxmlformats.org/officeDocument/2006/relationships/slideLayout" Target="../slideLayouts/slideLayout7.xml"/><Relationship Id="R1511d86d10c846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0dbf5090739d4e78" Type="http://schemas.openxmlformats.org/officeDocument/2006/relationships/notesSlide" Target="../notesSlides/notesSlide33.xml"/><Relationship Id="R3013ebdac8904a35"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48fc91904bd84c9b" Type="http://schemas.openxmlformats.org/officeDocument/2006/relationships/notesSlide" Target="../notesSlides/notesSlide34.xml"/><Relationship Id="Rca0123fa11ba4680"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521ed376e7274e87" Type="http://schemas.openxmlformats.org/officeDocument/2006/relationships/slideLayout" Target="../slideLayouts/slideLayout7.xml"/><Relationship Id="R59a76d7876f54d8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8c9228d0e4224f13" Type="http://schemas.openxmlformats.org/officeDocument/2006/relationships/slideLayout" Target="../slideLayouts/slideLayout7.xml"/><Relationship Id="Ref189dcac36145e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16e98e6d76974226" Type="http://schemas.openxmlformats.org/officeDocument/2006/relationships/notesSlide" Target="../notesSlides/notesSlide37.xml"/><Relationship Id="R2f1f2088c5134859"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01e1bf73ab0a4a57" Type="http://schemas.openxmlformats.org/officeDocument/2006/relationships/notesSlide" Target="../notesSlides/notesSlide38.xml"/><Relationship Id="Rde6e81b50bc14636"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7100d957465f472c" Type="http://schemas.openxmlformats.org/officeDocument/2006/relationships/slideLayout" Target="../slideLayouts/slideLayout7.xml"/><Relationship Id="R97c8529a8b904fa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24f88738a9584f38" Type="http://schemas.openxmlformats.org/officeDocument/2006/relationships/notesSlide" Target="../notesSlides/notesSlide40.xml"/><Relationship Id="Rffe6304e052645d0"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8075498597864fb9" Type="http://schemas.openxmlformats.org/officeDocument/2006/relationships/slideLayout" Target="../slideLayouts/slideLayout7.xml"/><Relationship Id="Rd06b9bac9c25464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21bf92412f374795" Type="http://schemas.openxmlformats.org/officeDocument/2006/relationships/notesSlide" Target="../notesSlides/notesSlide42.xml"/><Relationship Id="R593551cf23e14275"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3ece44f13f7344b4" Type="http://schemas.openxmlformats.org/officeDocument/2006/relationships/slideLayout" Target="../slideLayouts/slideLayout7.xml"/><Relationship Id="Rfab76a0995e242d1"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6a09c486452b415c" Type="http://schemas.openxmlformats.org/officeDocument/2006/relationships/slideLayout" Target="../slideLayouts/slideLayout7.xml"/><Relationship Id="Rbc1a2b1c693e419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920cb8b50adf42d5" Type="http://schemas.openxmlformats.org/officeDocument/2006/relationships/notesSlide" Target="../notesSlides/notesSlide45.xml"/><Relationship Id="Re42c89a3d33f48eb"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b6657c77a1484787" Type="http://schemas.openxmlformats.org/officeDocument/2006/relationships/slideLayout" Target="../slideLayouts/slideLayout7.xml"/><Relationship Id="Rf7067eebeb6540c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080f17add2e24097" Type="http://schemas.openxmlformats.org/officeDocument/2006/relationships/notesSlide" Target="../notesSlides/notesSlide47.xml"/><Relationship Id="R39a7c90376f0425d"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0a94708c73bb4225" Type="http://schemas.openxmlformats.org/officeDocument/2006/relationships/slideLayout" Target="../slideLayouts/slideLayout7.xml"/><Relationship Id="R78230b53c6f44ee1"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a9bedf0d78ba4a2c" Type="http://schemas.openxmlformats.org/officeDocument/2006/relationships/notesSlide" Target="../notesSlides/notesSlide49.xml"/><Relationship Id="Rb8d61dcb265e4799"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4ed2fc1429aa4b65" Type="http://schemas.openxmlformats.org/officeDocument/2006/relationships/notesSlide" Target="../notesSlides/notesSlide50.xml"/><Relationship Id="R91e848cdd8f24a9c"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1f1cdb553bcc433d" Type="http://schemas.openxmlformats.org/officeDocument/2006/relationships/slideLayout" Target="../slideLayouts/slideLayout7.xml"/><Relationship Id="Rfa4377c60bf2433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25eb21e83b1343e1" Type="http://schemas.openxmlformats.org/officeDocument/2006/relationships/notesSlide" Target="../notesSlides/notesSlide52.xml"/><Relationship Id="Rf46cedad483e483d"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2d2b8c75c1304e71" Type="http://schemas.openxmlformats.org/officeDocument/2006/relationships/notesSlide" Target="../notesSlides/notesSlide53.xml"/><Relationship Id="Ra4bd2214a7e94b27"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4a1c928b23ee4dcf" Type="http://schemas.openxmlformats.org/officeDocument/2006/relationships/notesSlide" Target="../notesSlides/notesSlide54.xml"/><Relationship Id="R5b648711470a480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39cc9699c455474e" Type="http://schemas.openxmlformats.org/officeDocument/2006/relationships/notesSlide" Target="../notesSlides/notesSlide55.xml"/><Relationship Id="R7138d1479c404505"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39826df5daee4485" Type="http://schemas.openxmlformats.org/officeDocument/2006/relationships/notesSlide" Target="../notesSlides/notesSlide56.xml"/><Relationship Id="R68baa6f034bb4063"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ac16d3387d6a44c8" Type="http://schemas.openxmlformats.org/officeDocument/2006/relationships/slideLayout" Target="../slideLayouts/slideLayout7.xml"/><Relationship Id="Rfbcf42fc28c0403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c3df767ac6464181" Type="http://schemas.openxmlformats.org/officeDocument/2006/relationships/slideLayout" Target="../slideLayouts/slideLayout7.xml"/><Relationship Id="Rc9473567d599453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4858e49fcfb3484f" Type="http://schemas.openxmlformats.org/officeDocument/2006/relationships/notesSlide" Target="../notesSlides/notesSlide59.xml"/><Relationship Id="Rec8f141749594390"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569ac447e1f849c2" Type="http://schemas.openxmlformats.org/officeDocument/2006/relationships/slideLayout" Target="../slideLayouts/slideLayout7.xml"/><Relationship Id="Rf9e6226556dd4e2c"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1ea8bfd346234b30" Type="http://schemas.openxmlformats.org/officeDocument/2006/relationships/notesSlide" Target="../notesSlides/notesSlide61.xml"/><Relationship Id="R2ba0411203684ece"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25af10e556354b70" Type="http://schemas.openxmlformats.org/officeDocument/2006/relationships/notesSlide" Target="../notesSlides/notesSlide62.xml"/><Relationship Id="R769b6164702b40aa"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2225d243c6db4397" Type="http://schemas.openxmlformats.org/officeDocument/2006/relationships/slideLayout" Target="../slideLayouts/slideLayout7.xml"/><Relationship Id="R59feec92b9aa429e"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732368fb5af24393" Type="http://schemas.openxmlformats.org/officeDocument/2006/relationships/slideLayout" Target="../slideLayouts/slideLayout7.xml"/><Relationship Id="Rcc397f8aa98147f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1850adf2fa3442a7" Type="http://schemas.openxmlformats.org/officeDocument/2006/relationships/notesSlide" Target="../notesSlides/notesSlide65.xml"/><Relationship Id="R50943a1b48b34070"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1511bf461037413e" Type="http://schemas.openxmlformats.org/officeDocument/2006/relationships/slideLayout" Target="../slideLayouts/slideLayout7.xml"/><Relationship Id="R815e6c537ecb49e3" Type="http://schemas.openxmlformats.org/officeDocument/2006/relationships/notesSlide" Target="../notesSlides/notesSlide66.xml"/><Relationship Id="rId3" Type="http://schemas.openxmlformats.org/officeDocument/2006/relationships/image" Target="../media/image6.png"/></Relationships>
</file>

<file path=ppt/slides/_rels/slide67.xml.rels><?xml version='1.0' encoding='UTF-8' standalone='yes'?>
<Relationships xmlns="http://schemas.openxmlformats.org/package/2006/relationships"><Relationship Id="R7e6ef555192c4ee9" Type="http://schemas.openxmlformats.org/officeDocument/2006/relationships/slideLayout" Target="../slideLayouts/slideLayout7.xml"/><Relationship Id="Rbe2fdbc3d55842c0"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6f6321ef47d440d9" Type="http://schemas.openxmlformats.org/officeDocument/2006/relationships/image" Target="../media/image3.png"/><Relationship Id="R801e871c77e14fb5" Type="http://schemas.openxmlformats.org/officeDocument/2006/relationships/image" Target="../media/image2.png"/><Relationship Id="R8c451935bdc440a7" Type="http://schemas.openxmlformats.org/officeDocument/2006/relationships/slideLayout" Target="../slideLayouts/slideLayout7.xml"/><Relationship Id="Rda9c2cbc60ae4d0f"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641b3b29d529496e" Type="http://schemas.openxmlformats.org/officeDocument/2006/relationships/notesSlide" Target="../notesSlides/notesSlide69.xml"/><Relationship Id="R9cbf5876b6a1432a"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2be1d7309d7a4e28" Type="http://schemas.openxmlformats.org/officeDocument/2006/relationships/slideLayout" Target="../slideLayouts/slideLayout7.xml"/><Relationship Id="Rc2f24274acd4477b"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38a265cae3574d9b" Type="http://schemas.openxmlformats.org/officeDocument/2006/relationships/notesSlide" Target="../notesSlides/notesSlide71.xml"/><Relationship Id="Rc1e64b875e6e4500"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7c407c36a20c41ca" Type="http://schemas.openxmlformats.org/officeDocument/2006/relationships/notesSlide" Target="../notesSlides/notesSlide72.xml"/><Relationship Id="Rf9ac441f1c904cd6"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2e3ae3e6a4a94ad3" Type="http://schemas.openxmlformats.org/officeDocument/2006/relationships/notesSlide" Target="../notesSlides/notesSlide73.xml"/><Relationship Id="Rb07cbd5faafd4dfe"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0052eb8b6871495f" Type="http://schemas.openxmlformats.org/officeDocument/2006/relationships/slideLayout" Target="../slideLayouts/slideLayout7.xml"/><Relationship Id="Raf66506c32b049d6"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6178c3456a3740ff" Type="http://schemas.openxmlformats.org/officeDocument/2006/relationships/notesSlide" Target="../notesSlides/notesSlide75.xml"/><Relationship Id="Rf1e76b4fb6244960"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ab8700dbf4bf4b6f" Type="http://schemas.openxmlformats.org/officeDocument/2006/relationships/notesSlide" Target="../notesSlides/notesSlide76.xml"/><Relationship Id="Rdc36047647ce4845"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18402bbf350c4960" Type="http://schemas.openxmlformats.org/officeDocument/2006/relationships/notesSlide" Target="../notesSlides/notesSlide77.xml"/><Relationship Id="R3dd0a5566e574895" Type="http://schemas.openxmlformats.org/officeDocument/2006/relationships/slideLayout" Target="../slideLayouts/slideLayout7.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F532A61-BE87-4AC7-919F-D18905BE81B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A13DA3-366D-4E5A-9D85-F3AE438165B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9CBAC89-9B51-4AA2-AD00-790193A3991D}"/>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声音怎样变成0和1？</a:t>
            </a:r>
          </a:p>
        </p:txBody>
      </p:sp>
      <p:sp>
        <p:nvSpPr>
          <p:cNvPr id="5" name="TextBox 4">
            <a:extLst xmlns:a="http://schemas.openxmlformats.org/drawingml/2006/main">
              <a:ext uri="{FF2B5EF4-FFF2-40B4-BE49-F238E27FC236}">
                <a16:creationId xmlns:a16="http://schemas.microsoft.com/office/drawing/2014/main" id="{7EF4285C-1D96-4CAA-962A-1B5C493372A4}"/>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第一课时｜从声音到数字音频</a:t>
            </a:r>
          </a:p>
        </p:txBody>
      </p:sp>
    </p:spTree>
    <p:extLst>
      <p:ext uri="{BB962C8B-B14F-4D97-AF65-F5344CB8AC3E}">
        <p14:creationId xmlns:p14="http://schemas.microsoft.com/office/powerpoint/2010/main" val="1311739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6929DE2-02F7-461C-B2EC-FF94F68B16D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A11E05-4770-4C02-9F90-D612B20467E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4AED58-8F25-4E3D-9184-B30A0F8C980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文字、图像能编码，声音呢？</a:t>
            </a:r>
          </a:p>
        </p:txBody>
      </p:sp>
      <p:sp>
        <p:nvSpPr>
          <p:cNvPr id="5" name="known-text">
            <a:extLst xmlns:a="http://schemas.openxmlformats.org/drawingml/2006/main">
              <a:ext uri="{FF2B5EF4-FFF2-40B4-BE49-F238E27FC236}">
                <a16:creationId xmlns:a16="http://schemas.microsoft.com/office/drawing/2014/main" id="{6963490E-E0CC-4809-9DC2-73D38B39C24F}"/>
              </a:ext>
            </a:extLst>
          </p:cNvPr>
          <p:cNvSpPr>
            <a:spLocks xmlns:a="http://schemas.openxmlformats.org/drawingml/2006/main" noGrp="1"/>
          </p:cNvSpPr>
          <p:nvPr/>
        </p:nvSpPr>
        <p:spPr>
          <a:xfrm xmlns:a="http://schemas.openxmlformats.org/drawingml/2006/main">
            <a:off x="609600" y="21431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文字 → 编码</a:t>
            </a:r>
          </a:p>
        </p:txBody>
      </p:sp>
      <p:sp>
        <p:nvSpPr>
          <p:cNvPr id="6" name="known-image">
            <a:extLst xmlns:a="http://schemas.openxmlformats.org/drawingml/2006/main">
              <a:ext uri="{FF2B5EF4-FFF2-40B4-BE49-F238E27FC236}">
                <a16:creationId xmlns:a16="http://schemas.microsoft.com/office/drawing/2014/main" id="{B8892108-A65F-41BE-B1AF-1185CB6824C1}"/>
              </a:ext>
            </a:extLst>
          </p:cNvPr>
          <p:cNvSpPr>
            <a:spLocks xmlns:a="http://schemas.openxmlformats.org/drawingml/2006/main" noGrp="1"/>
          </p:cNvSpPr>
          <p:nvPr/>
        </p:nvSpPr>
        <p:spPr>
          <a:xfrm xmlns:a="http://schemas.openxmlformats.org/drawingml/2006/main">
            <a:off x="609600" y="31908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图像 → 编码</a:t>
            </a:r>
          </a:p>
        </p:txBody>
      </p:sp>
      <p:sp>
        <p:nvSpPr>
          <p:cNvPr id="7" name="current-question">
            <a:extLst xmlns:a="http://schemas.openxmlformats.org/drawingml/2006/main">
              <a:ext uri="{FF2B5EF4-FFF2-40B4-BE49-F238E27FC236}">
                <a16:creationId xmlns:a16="http://schemas.microsoft.com/office/drawing/2014/main" id="{0851E32F-3D03-4F67-876C-B18712B96AE9}"/>
              </a:ext>
            </a:extLst>
          </p:cNvPr>
          <p:cNvSpPr>
            <a:spLocks xmlns:a="http://schemas.openxmlformats.org/drawingml/2006/main" noGrp="1"/>
          </p:cNvSpPr>
          <p:nvPr/>
        </p:nvSpPr>
        <p:spPr>
          <a:xfrm xmlns:a="http://schemas.openxmlformats.org/drawingml/2006/main">
            <a:off x="609600" y="4238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300" b="1">
                <a:solidFill>
                  <a:srgbClr val="262626"/>
                </a:solidFill>
                <a:latin typeface="Alibaba PuHuiTi 3.0 115 Black"/>
                <a:ea typeface="Alibaba PuHuiTi 3.0 115 Black"/>
                <a:cs typeface="Alibaba PuHuiTi 3.0 115 Black"/>
              </a:defRPr>
            </a:pPr>
            <a:r>
              <a:rPr sz="3300" b="1">
                <a:solidFill>
                  <a:srgbClr val="262626"/>
                </a:solidFill>
                <a:latin typeface="Alibaba PuHuiTi 3.0 115 Black"/>
                <a:ea typeface="Alibaba PuHuiTi 3.0 115 Black"/>
                <a:cs typeface="Alibaba PuHuiTi 3.0 115 Black"/>
              </a:rPr>
              <a:t>声音 → ？</a:t>
            </a:r>
          </a:p>
        </p:txBody>
      </p:sp>
      <p:sp>
        <p:nvSpPr>
          <p:cNvPr id="8" name="recording-question">
            <a:extLst xmlns:a="http://schemas.openxmlformats.org/drawingml/2006/main">
              <a:ext uri="{FF2B5EF4-FFF2-40B4-BE49-F238E27FC236}">
                <a16:creationId xmlns:a16="http://schemas.microsoft.com/office/drawing/2014/main" id="{6F8F495E-96A3-4C97-9FB1-2BDA21B4705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手机为什么能把说话声保存成文件？</a:t>
            </a:r>
          </a:p>
        </p:txBody>
      </p:sp>
      <p:pic>
        <p:nvPicPr>
          <p:cNvPr id="9" name="">
            <a:extLst xmlns:a="http://schemas.openxmlformats.org/drawingml/2006/main">
              <a:ext uri="{FF2B5EF4-FFF2-40B4-BE49-F238E27FC236}">
                <a16:creationId xmlns:a16="http://schemas.microsoft.com/office/drawing/2014/main" id="{1E174B2D-2FD9-4127-B06D-E60DE9A4113D}"/>
              </a:ext>
            </a:extLst>
          </p:cNvPr>
          <p:cNvPicPr>
            <a:picLocks xmlns:a="http://schemas.openxmlformats.org/drawingml/2006/main" noChangeAspect="1"/>
          </p:cNvPicPr>
          <p:nvPr/>
        </p:nvPicPr>
        <p:blipFill>
          <a:blip xmlns:r="http://schemas.openxmlformats.org/officeDocument/2006/relationships" xmlns:a="http://schemas.openxmlformats.org/drawingml/2006/main" r:embed="Re900b21366794e70"/>
          <a:stretch xmlns:a="http://schemas.openxmlformats.org/drawingml/2006/main"/>
        </p:blipFill>
        <p:spPr>
          <a:xfrm xmlns:a="http://schemas.openxmlformats.org/drawingml/2006/main">
            <a:off x="6381750" y="1581150"/>
            <a:ext cx="5105400" cy="3829050"/>
          </a:xfrm>
          <a:prstGeom xmlns:a="http://schemas.openxmlformats.org/drawingml/2006/main" prst="rect">
            <a:avLst/>
          </a:prstGeom>
        </p:spPr>
      </p:pic>
    </p:spTree>
    <p:extLst>
      <p:ext uri="{BB962C8B-B14F-4D97-AF65-F5344CB8AC3E}">
        <p14:creationId xmlns:p14="http://schemas.microsoft.com/office/powerpoint/2010/main" val="12953563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B25DE94-8CCD-4C77-B872-534D9D8DA13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5F86909-7944-4BD6-8935-9A2648CFC3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07CE13E-7669-447B-A2CA-A6DF171FC2B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声音首先是什么？</a:t>
            </a:r>
          </a:p>
        </p:txBody>
      </p:sp>
      <p:sp>
        <p:nvSpPr>
          <p:cNvPr id="5" name="Rectangle 4">
            <a:extLst xmlns:a="http://schemas.openxmlformats.org/drawingml/2006/main">
              <a:ext uri="{FF2B5EF4-FFF2-40B4-BE49-F238E27FC236}">
                <a16:creationId xmlns:a16="http://schemas.microsoft.com/office/drawing/2014/main" id="{FF08E94E-3191-44A7-A099-B5A4075570D1}"/>
              </a:ext>
            </a:extLst>
          </p:cNvPr>
          <p:cNvSpPr>
            <a:spLocks xmlns:a="http://schemas.openxmlformats.org/drawingml/2006/main" noGrp="1"/>
          </p:cNvSpPr>
          <p:nvPr/>
        </p:nvSpPr>
        <p:spPr>
          <a:xfrm xmlns:a="http://schemas.openxmlformats.org/drawingml/2006/main">
            <a:off x="777240"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9CF7DE9-FFE4-48C6-8C5E-BED0D7190A98}"/>
              </a:ext>
            </a:extLst>
          </p:cNvPr>
          <p:cNvSpPr>
            <a:spLocks xmlns:a="http://schemas.openxmlformats.org/drawingml/2006/main" noGrp="1"/>
          </p:cNvSpPr>
          <p:nvPr/>
        </p:nvSpPr>
        <p:spPr>
          <a:xfrm xmlns:a="http://schemas.openxmlformats.org/drawingml/2006/main">
            <a:off x="85039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声带振动</a:t>
            </a:r>
          </a:p>
        </p:txBody>
      </p:sp>
      <p:sp>
        <p:nvSpPr>
          <p:cNvPr id="7" name="TextBox 6">
            <a:extLst xmlns:a="http://schemas.openxmlformats.org/drawingml/2006/main">
              <a:ext uri="{FF2B5EF4-FFF2-40B4-BE49-F238E27FC236}">
                <a16:creationId xmlns:a16="http://schemas.microsoft.com/office/drawing/2014/main" id="{51A37A80-2345-49E8-A9C6-8A8D8DA5CAA6}"/>
              </a:ext>
            </a:extLst>
          </p:cNvPr>
          <p:cNvSpPr>
            <a:spLocks xmlns:a="http://schemas.openxmlformats.org/drawingml/2006/main" noGrp="1"/>
          </p:cNvSpPr>
          <p:nvPr/>
        </p:nvSpPr>
        <p:spPr>
          <a:xfrm xmlns:a="http://schemas.openxmlformats.org/drawingml/2006/main">
            <a:off x="77724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发出声音</a:t>
            </a:r>
          </a:p>
        </p:txBody>
      </p:sp>
      <p:sp>
        <p:nvSpPr>
          <p:cNvPr id="8" name="Connector 7">
            <a:extLst xmlns:a="http://schemas.openxmlformats.org/drawingml/2006/main">
              <a:ext uri="{FF2B5EF4-FFF2-40B4-BE49-F238E27FC236}">
                <a16:creationId xmlns:a16="http://schemas.microsoft.com/office/drawing/2014/main" id="{A805BDBC-07A3-43C0-92C3-3B45F4E43614}"/>
              </a:ext>
            </a:extLst>
          </p:cNvPr>
          <p:cNvSpPr>
            <a:spLocks xmlns:a="http://schemas.openxmlformats.org/drawingml/2006/main" noGrp="1"/>
          </p:cNvSpPr>
          <p:nvPr/>
        </p:nvSpPr>
        <p:spPr>
          <a:xfrm xmlns:a="http://schemas.openxmlformats.org/drawingml/2006/main">
            <a:off x="3831335" y="2615184"/>
            <a:ext cx="676657"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F1B4D91D-E580-4730-B0D8-145EBF4000D2}"/>
              </a:ext>
            </a:extLst>
          </p:cNvPr>
          <p:cNvSpPr>
            <a:spLocks xmlns:a="http://schemas.openxmlformats.org/drawingml/2006/main" noGrp="1"/>
          </p:cNvSpPr>
          <p:nvPr/>
        </p:nvSpPr>
        <p:spPr>
          <a:xfrm xmlns:a="http://schemas.openxmlformats.org/drawingml/2006/main">
            <a:off x="4617720" y="2286000"/>
            <a:ext cx="29718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A62AE31-5C09-4519-A44F-BDFBF6892635}"/>
              </a:ext>
            </a:extLst>
          </p:cNvPr>
          <p:cNvSpPr>
            <a:spLocks xmlns:a="http://schemas.openxmlformats.org/drawingml/2006/main" noGrp="1"/>
          </p:cNvSpPr>
          <p:nvPr/>
        </p:nvSpPr>
        <p:spPr>
          <a:xfrm xmlns:a="http://schemas.openxmlformats.org/drawingml/2006/main">
            <a:off x="469087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空气传播</a:t>
            </a:r>
          </a:p>
        </p:txBody>
      </p:sp>
      <p:sp>
        <p:nvSpPr>
          <p:cNvPr id="11" name="TextBox 10">
            <a:extLst xmlns:a="http://schemas.openxmlformats.org/drawingml/2006/main">
              <a:ext uri="{FF2B5EF4-FFF2-40B4-BE49-F238E27FC236}">
                <a16:creationId xmlns:a16="http://schemas.microsoft.com/office/drawing/2014/main" id="{C8433A42-4169-4AF3-99D2-807545ADDA1B}"/>
              </a:ext>
            </a:extLst>
          </p:cNvPr>
          <p:cNvSpPr>
            <a:spLocks xmlns:a="http://schemas.openxmlformats.org/drawingml/2006/main" noGrp="1"/>
          </p:cNvSpPr>
          <p:nvPr/>
        </p:nvSpPr>
        <p:spPr>
          <a:xfrm xmlns:a="http://schemas.openxmlformats.org/drawingml/2006/main">
            <a:off x="461772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声压变化传开</a:t>
            </a:r>
          </a:p>
        </p:txBody>
      </p:sp>
      <p:sp>
        <p:nvSpPr>
          <p:cNvPr id="12" name="Connector 11">
            <a:extLst xmlns:a="http://schemas.openxmlformats.org/drawingml/2006/main">
              <a:ext uri="{FF2B5EF4-FFF2-40B4-BE49-F238E27FC236}">
                <a16:creationId xmlns:a16="http://schemas.microsoft.com/office/drawing/2014/main" id="{900A6731-D053-407E-92C7-C877D2C7BCC0}"/>
              </a:ext>
            </a:extLst>
          </p:cNvPr>
          <p:cNvSpPr>
            <a:spLocks xmlns:a="http://schemas.openxmlformats.org/drawingml/2006/main" noGrp="1"/>
          </p:cNvSpPr>
          <p:nvPr/>
        </p:nvSpPr>
        <p:spPr>
          <a:xfrm xmlns:a="http://schemas.openxmlformats.org/drawingml/2006/main">
            <a:off x="7671816" y="2615184"/>
            <a:ext cx="6766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7797F931-CB73-4AEA-B088-868E24AB168E}"/>
              </a:ext>
            </a:extLst>
          </p:cNvPr>
          <p:cNvSpPr>
            <a:spLocks xmlns:a="http://schemas.openxmlformats.org/drawingml/2006/main" noGrp="1"/>
          </p:cNvSpPr>
          <p:nvPr/>
        </p:nvSpPr>
        <p:spPr>
          <a:xfrm xmlns:a="http://schemas.openxmlformats.org/drawingml/2006/main">
            <a:off x="8458200"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F871C46-6888-4F22-816E-6A6BF3935B57}"/>
              </a:ext>
            </a:extLst>
          </p:cNvPr>
          <p:cNvSpPr>
            <a:spLocks xmlns:a="http://schemas.openxmlformats.org/drawingml/2006/main" noGrp="1"/>
          </p:cNvSpPr>
          <p:nvPr/>
        </p:nvSpPr>
        <p:spPr>
          <a:xfrm xmlns:a="http://schemas.openxmlformats.org/drawingml/2006/main">
            <a:off x="853135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耳膜振动</a:t>
            </a:r>
          </a:p>
        </p:txBody>
      </p:sp>
      <p:sp>
        <p:nvSpPr>
          <p:cNvPr id="15" name="TextBox 14">
            <a:extLst xmlns:a="http://schemas.openxmlformats.org/drawingml/2006/main">
              <a:ext uri="{FF2B5EF4-FFF2-40B4-BE49-F238E27FC236}">
                <a16:creationId xmlns:a16="http://schemas.microsoft.com/office/drawing/2014/main" id="{2D4C291B-2CAE-4340-8CD2-280F7062334E}"/>
              </a:ext>
            </a:extLst>
          </p:cNvPr>
          <p:cNvSpPr>
            <a:spLocks xmlns:a="http://schemas.openxmlformats.org/drawingml/2006/main" noGrp="1"/>
          </p:cNvSpPr>
          <p:nvPr/>
        </p:nvSpPr>
        <p:spPr>
          <a:xfrm xmlns:a="http://schemas.openxmlformats.org/drawingml/2006/main">
            <a:off x="845820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听到声音</a:t>
            </a:r>
          </a:p>
        </p:txBody>
      </p:sp>
      <p:sp>
        <p:nvSpPr>
          <p:cNvPr id="16" name="TextBox 15">
            <a:extLst xmlns:a="http://schemas.openxmlformats.org/drawingml/2006/main">
              <a:ext uri="{FF2B5EF4-FFF2-40B4-BE49-F238E27FC236}">
                <a16:creationId xmlns:a16="http://schemas.microsoft.com/office/drawing/2014/main" id="{7B354C02-8845-4D21-8D7B-3ED5E8DC1246}"/>
              </a:ext>
            </a:extLst>
          </p:cNvPr>
          <p:cNvSpPr>
            <a:spLocks xmlns:a="http://schemas.openxmlformats.org/drawingml/2006/main" noGrp="1"/>
          </p:cNvSpPr>
          <p:nvPr/>
        </p:nvSpPr>
        <p:spPr>
          <a:xfrm xmlns:a="http://schemas.openxmlformats.org/drawingml/2006/main">
            <a:off x="777240" y="50749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声音是一种在介质中传播的机械波。</a:t>
            </a:r>
          </a:p>
        </p:txBody>
      </p:sp>
      <p:sp xmlns:a="http://schemas.openxmlformats.org/drawingml/2006/main">
        <p:nvSpPr>
          <p:cNvPr id="17" name="Rectangle 16"/>
          <p:cNvSpPr/>
          <p:nvPr/>
        </p:nvSpPr>
        <p:spPr>
          <a:xfrm>
            <a:off x="685800" y="1673352"/>
            <a:ext cx="10835640" cy="4123944"/>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8" name="TextBox 17"/>
          <p:cNvSpPr txBox="1"/>
          <p:nvPr/>
        </p:nvSpPr>
        <p:spPr>
          <a:xfrm>
            <a:off x="932688" y="1874519"/>
            <a:ext cx="10469880" cy="521207"/>
          </a:xfrm>
          <a:prstGeom prst="rect">
            <a:avLst/>
          </a:prstGeom>
          <a:noFill/>
        </p:spPr>
        <p:txBody>
          <a:bodyPr wrap="square" lIns="0" rIns="0" tIns="0" bIns="0" anchor="ctr">
            <a:spAutoFit/>
          </a:bodyPr>
          <a:lstStyle/>
          <a:p>
            <a:pPr algn="ctr">
              <a:spcAft>
                <a:spcPts val="200"/>
              </a:spcAft>
              <a:defRPr sz="2400" b="1">
                <a:solidFill>
                  <a:srgbClr val="8C64E1"/>
                </a:solidFill>
                <a:latin typeface="Alibaba PuHuiTi 3.0 115 Black"/>
              </a:defRPr>
            </a:pPr>
            <a:r>
              <a:t>声源振动      →      空气中传播      →      麦克风接收</a:t>
            </a:r>
          </a:p>
        </p:txBody>
      </p:sp>
      <p:pic xmlns:a="http://schemas.openxmlformats.org/drawingml/2006/main" xmlns:r="http://schemas.openxmlformats.org/officeDocument/2006/relationships">
        <p:nvPicPr>
          <p:cNvPr id="19" name="融合证据图_v8.4.10_原页3" descr="image.png"/>
          <p:cNvPicPr>
            <a:picLocks noChangeAspect="1"/>
          </p:cNvPicPr>
          <p:nvPr/>
        </p:nvPicPr>
        <p:blipFill>
          <a:blip r:embed="rId3"/>
          <a:stretch>
            <a:fillRect/>
          </a:stretch>
        </p:blipFill>
        <p:spPr>
          <a:xfrm>
            <a:off x="2240280" y="2560320"/>
            <a:ext cx="7818120" cy="2542032"/>
          </a:xfrm>
          <a:prstGeom prst="rect">
            <a:avLst/>
          </a:prstGeom>
        </p:spPr>
      </p:pic>
      <p:sp xmlns:a="http://schemas.openxmlformats.org/drawingml/2006/main">
        <p:nvSpPr>
          <p:cNvPr id="20" name="TextBox 19"/>
          <p:cNvSpPr txBox="1"/>
          <p:nvPr/>
        </p:nvSpPr>
        <p:spPr>
          <a:xfrm>
            <a:off x="969264" y="5294376"/>
            <a:ext cx="10296144" cy="475488"/>
          </a:xfrm>
          <a:prstGeom prst="rect">
            <a:avLst/>
          </a:prstGeom>
          <a:noFill/>
        </p:spPr>
        <p:txBody>
          <a:bodyPr wrap="square" lIns="0" rIns="0" tIns="0" bIns="0" anchor="ctr">
            <a:spAutoFit/>
          </a:bodyPr>
          <a:lstStyle/>
          <a:p>
            <a:pPr algn="ctr">
              <a:spcAft>
                <a:spcPts val="200"/>
              </a:spcAft>
              <a:defRPr sz="2300" b="1">
                <a:solidFill>
                  <a:srgbClr val="8C64E1"/>
                </a:solidFill>
                <a:latin typeface="Alibaba PuHuiTi 3.0 115 Black"/>
              </a:defRPr>
            </a:pPr>
            <a:r>
              <a:t>声音由振动产生，并通过介质传播。</a:t>
            </a:r>
          </a:p>
        </p:txBody>
      </p:sp>
    </p:spTree>
    <p:extLst>
      <p:ext uri="{BB962C8B-B14F-4D97-AF65-F5344CB8AC3E}">
        <p14:creationId xmlns:p14="http://schemas.microsoft.com/office/powerpoint/2010/main" val="14897756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447FADA-62EF-4FBC-AE52-6C5E1B7F64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0007CBB-4C10-4B5C-A760-BD841609D86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FAEFE55-FBEC-4735-80C3-C399179A863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声音和电脑里的音频文件，是同一种量吗？</a:t>
            </a:r>
          </a:p>
        </p:txBody>
      </p:sp>
      <p:sp>
        <p:nvSpPr>
          <p:cNvPr id="5" name="Connector 4">
            <a:extLst xmlns:a="http://schemas.openxmlformats.org/drawingml/2006/main">
              <a:ext uri="{FF2B5EF4-FFF2-40B4-BE49-F238E27FC236}">
                <a16:creationId xmlns:a16="http://schemas.microsoft.com/office/drawing/2014/main" id="{98D5F168-2926-4682-B4DC-531A961B7DEA}"/>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38F8097-7BAB-4D35-877C-C17414B3971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自然界的声音</a:t>
            </a:r>
          </a:p>
        </p:txBody>
      </p:sp>
      <p:sp>
        <p:nvSpPr>
          <p:cNvPr id="7" name="TextBox 6">
            <a:extLst xmlns:a="http://schemas.openxmlformats.org/drawingml/2006/main">
              <a:ext uri="{FF2B5EF4-FFF2-40B4-BE49-F238E27FC236}">
                <a16:creationId xmlns:a16="http://schemas.microsoft.com/office/drawing/2014/main" id="{BB2381F9-C68C-4E72-AB7B-04DB058C82C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电脑中的音频文件</a:t>
            </a:r>
          </a:p>
        </p:txBody>
      </p:sp>
      <p:sp>
        <p:nvSpPr>
          <p:cNvPr id="8" name="TextBox 7">
            <a:extLst xmlns:a="http://schemas.openxmlformats.org/drawingml/2006/main">
              <a:ext uri="{FF2B5EF4-FFF2-40B4-BE49-F238E27FC236}">
                <a16:creationId xmlns:a16="http://schemas.microsoft.com/office/drawing/2014/main" id="{71795A58-8C22-4A35-AFAC-59F22C21DBFC}"/>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空气中的声压随时间连续变化。</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这是模拟量。</a:t>
            </a:r>
          </a:p>
        </p:txBody>
      </p:sp>
      <p:sp>
        <p:nvSpPr>
          <p:cNvPr id="9" name="TextBox 8">
            <a:extLst xmlns:a="http://schemas.openxmlformats.org/drawingml/2006/main">
              <a:ext uri="{FF2B5EF4-FFF2-40B4-BE49-F238E27FC236}">
                <a16:creationId xmlns:a16="http://schemas.microsoft.com/office/drawing/2014/main" id="{FA88D3A7-4E31-4372-ADF3-51F7ACBFA30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计算机记录一串数值。</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这是数字量。</a:t>
            </a:r>
          </a:p>
        </p:txBody>
      </p:sp>
      <p:sp>
        <p:nvSpPr>
          <p:cNvPr id="10" name="TextBox 9">
            <a:extLst xmlns:a="http://schemas.openxmlformats.org/drawingml/2006/main">
              <a:ext uri="{FF2B5EF4-FFF2-40B4-BE49-F238E27FC236}">
                <a16:creationId xmlns:a16="http://schemas.microsoft.com/office/drawing/2014/main" id="{F373078E-6CEB-44C3-BE7B-C183D31802B1}"/>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我们的任务：让连续的声音变成计算机能够记录的数字。</a:t>
            </a:r>
          </a:p>
        </p:txBody>
      </p:sp>
    </p:spTree>
    <p:extLst>
      <p:ext uri="{BB962C8B-B14F-4D97-AF65-F5344CB8AC3E}">
        <p14:creationId xmlns:p14="http://schemas.microsoft.com/office/powerpoint/2010/main" val="57187774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9ED1A0C-E4E3-4F6E-A78E-CB6B2FF2E5B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CC3E5B-9420-4F26-9537-2C75EC6A3B1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5A28AC2-3489-40B8-B62C-32C36D33C8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麦克风把声波变成什么？</a:t>
            </a:r>
          </a:p>
        </p:txBody>
      </p:sp>
      <p:sp>
        <p:nvSpPr>
          <p:cNvPr id="5" name="Rectangle 4">
            <a:extLst xmlns:a="http://schemas.openxmlformats.org/drawingml/2006/main">
              <a:ext uri="{FF2B5EF4-FFF2-40B4-BE49-F238E27FC236}">
                <a16:creationId xmlns:a16="http://schemas.microsoft.com/office/drawing/2014/main" id="{94BB9978-1AE0-40FC-8435-AFCBA6F93947}"/>
              </a:ext>
            </a:extLst>
          </p:cNvPr>
          <p:cNvSpPr>
            <a:spLocks xmlns:a="http://schemas.openxmlformats.org/drawingml/2006/main" noGrp="1"/>
          </p:cNvSpPr>
          <p:nvPr/>
        </p:nvSpPr>
        <p:spPr>
          <a:xfrm xmlns:a="http://schemas.openxmlformats.org/drawingml/2006/main">
            <a:off x="749808" y="2286000"/>
            <a:ext cx="31089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EC8C73E-BB41-4244-9A13-031C41054A76}"/>
              </a:ext>
            </a:extLst>
          </p:cNvPr>
          <p:cNvSpPr>
            <a:spLocks xmlns:a="http://schemas.openxmlformats.org/drawingml/2006/main" noGrp="1"/>
          </p:cNvSpPr>
          <p:nvPr/>
        </p:nvSpPr>
        <p:spPr>
          <a:xfrm xmlns:a="http://schemas.openxmlformats.org/drawingml/2006/main">
            <a:off x="822959" y="2404872"/>
            <a:ext cx="296265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空气中的声音</a:t>
            </a:r>
          </a:p>
        </p:txBody>
      </p:sp>
      <p:sp>
        <p:nvSpPr>
          <p:cNvPr id="7" name="Connector 6">
            <a:extLst xmlns:a="http://schemas.openxmlformats.org/drawingml/2006/main">
              <a:ext uri="{FF2B5EF4-FFF2-40B4-BE49-F238E27FC236}">
                <a16:creationId xmlns:a16="http://schemas.microsoft.com/office/drawing/2014/main" id="{EA4B3AC9-B45F-40F1-8A91-DB982D1FF57B}"/>
              </a:ext>
            </a:extLst>
          </p:cNvPr>
          <p:cNvSpPr>
            <a:spLocks xmlns:a="http://schemas.openxmlformats.org/drawingml/2006/main" noGrp="1"/>
          </p:cNvSpPr>
          <p:nvPr/>
        </p:nvSpPr>
        <p:spPr>
          <a:xfrm xmlns:a="http://schemas.openxmlformats.org/drawingml/2006/main">
            <a:off x="3986784" y="2624328"/>
            <a:ext cx="76809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8D8A320A-2701-445E-B107-8E514313E65A}"/>
              </a:ext>
            </a:extLst>
          </p:cNvPr>
          <p:cNvSpPr>
            <a:spLocks xmlns:a="http://schemas.openxmlformats.org/drawingml/2006/main" noGrp="1"/>
          </p:cNvSpPr>
          <p:nvPr/>
        </p:nvSpPr>
        <p:spPr>
          <a:xfrm xmlns:a="http://schemas.openxmlformats.org/drawingml/2006/main">
            <a:off x="4800600" y="2286000"/>
            <a:ext cx="233172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586DE6A8-52AA-4657-9227-EF7B7AEF898C}"/>
              </a:ext>
            </a:extLst>
          </p:cNvPr>
          <p:cNvSpPr>
            <a:spLocks xmlns:a="http://schemas.openxmlformats.org/drawingml/2006/main" noGrp="1"/>
          </p:cNvSpPr>
          <p:nvPr/>
        </p:nvSpPr>
        <p:spPr>
          <a:xfrm xmlns:a="http://schemas.openxmlformats.org/drawingml/2006/main">
            <a:off x="4873752" y="2404872"/>
            <a:ext cx="2185415"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BC4922E7-76A1-4C19-9784-E14A9163156D}"/>
              </a:ext>
            </a:extLst>
          </p:cNvPr>
          <p:cNvSpPr>
            <a:spLocks xmlns:a="http://schemas.openxmlformats.org/drawingml/2006/main" noGrp="1"/>
          </p:cNvSpPr>
          <p:nvPr/>
        </p:nvSpPr>
        <p:spPr>
          <a:xfrm xmlns:a="http://schemas.openxmlformats.org/drawingml/2006/main">
            <a:off x="7251192" y="2624328"/>
            <a:ext cx="8138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E1523FD9-0D7B-423F-BF53-59B1B936ED9E}"/>
              </a:ext>
            </a:extLst>
          </p:cNvPr>
          <p:cNvSpPr>
            <a:spLocks xmlns:a="http://schemas.openxmlformats.org/drawingml/2006/main" noGrp="1"/>
          </p:cNvSpPr>
          <p:nvPr/>
        </p:nvSpPr>
        <p:spPr>
          <a:xfrm xmlns:a="http://schemas.openxmlformats.org/drawingml/2006/main">
            <a:off x="8119872"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A4CB9FC-E6BE-4B8C-938D-5DC4CD473039}"/>
              </a:ext>
            </a:extLst>
          </p:cNvPr>
          <p:cNvSpPr>
            <a:spLocks xmlns:a="http://schemas.openxmlformats.org/drawingml/2006/main" noGrp="1"/>
          </p:cNvSpPr>
          <p:nvPr/>
        </p:nvSpPr>
        <p:spPr>
          <a:xfrm xmlns:a="http://schemas.openxmlformats.org/drawingml/2006/main">
            <a:off x="8193024"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TextBox 12">
            <a:extLst xmlns:a="http://schemas.openxmlformats.org/drawingml/2006/main">
              <a:ext uri="{FF2B5EF4-FFF2-40B4-BE49-F238E27FC236}">
                <a16:creationId xmlns:a16="http://schemas.microsoft.com/office/drawing/2014/main" id="{FEB5F5C5-87CD-416F-8505-8861C9B02276}"/>
              </a:ext>
            </a:extLst>
          </p:cNvPr>
          <p:cNvSpPr>
            <a:spLocks xmlns:a="http://schemas.openxmlformats.org/drawingml/2006/main" noGrp="1"/>
          </p:cNvSpPr>
          <p:nvPr/>
        </p:nvSpPr>
        <p:spPr>
          <a:xfrm xmlns:a="http://schemas.openxmlformats.org/drawingml/2006/main">
            <a:off x="777240" y="4919472"/>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麦克风完成了“声波 → 电信号”，但信号仍然连续。</a:t>
            </a:r>
          </a:p>
        </p:txBody>
      </p:sp>
    </p:spTree>
    <p:extLst>
      <p:ext uri="{BB962C8B-B14F-4D97-AF65-F5344CB8AC3E}">
        <p14:creationId xmlns:p14="http://schemas.microsoft.com/office/powerpoint/2010/main" val="10892570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E0D36D5-F715-48FC-AF93-10B5FC740B8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AC35179-0F69-48A1-8A9A-0450FD71FFD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1914D3-6BA1-475D-B625-A775B4716D8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连续电信号，怎样变成数字？</a:t>
            </a:r>
          </a:p>
        </p:txBody>
      </p:sp>
      <p:sp>
        <p:nvSpPr>
          <p:cNvPr id="5" name="Rectangle 4">
            <a:extLst xmlns:a="http://schemas.openxmlformats.org/drawingml/2006/main">
              <a:ext uri="{FF2B5EF4-FFF2-40B4-BE49-F238E27FC236}">
                <a16:creationId xmlns:a16="http://schemas.microsoft.com/office/drawing/2014/main" id="{3B2435E7-022F-4701-B1A1-953FA4E3B789}"/>
              </a:ext>
            </a:extLst>
          </p:cNvPr>
          <p:cNvSpPr>
            <a:spLocks xmlns:a="http://schemas.openxmlformats.org/drawingml/2006/main" noGrp="1"/>
          </p:cNvSpPr>
          <p:nvPr/>
        </p:nvSpPr>
        <p:spPr>
          <a:xfrm xmlns:a="http://schemas.openxmlformats.org/drawingml/2006/main">
            <a:off x="804672" y="2286000"/>
            <a:ext cx="32004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1071FA6-AC6C-4550-9717-313596C95B77}"/>
              </a:ext>
            </a:extLst>
          </p:cNvPr>
          <p:cNvSpPr>
            <a:spLocks xmlns:a="http://schemas.openxmlformats.org/drawingml/2006/main" noGrp="1"/>
          </p:cNvSpPr>
          <p:nvPr/>
        </p:nvSpPr>
        <p:spPr>
          <a:xfrm xmlns:a="http://schemas.openxmlformats.org/drawingml/2006/main">
            <a:off x="877824" y="2404872"/>
            <a:ext cx="30540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模拟电信号</a:t>
            </a:r>
          </a:p>
        </p:txBody>
      </p:sp>
      <p:sp>
        <p:nvSpPr>
          <p:cNvPr id="7" name="Connector 6">
            <a:extLst xmlns:a="http://schemas.openxmlformats.org/drawingml/2006/main">
              <a:ext uri="{FF2B5EF4-FFF2-40B4-BE49-F238E27FC236}">
                <a16:creationId xmlns:a16="http://schemas.microsoft.com/office/drawing/2014/main" id="{F6CA36E3-A70D-42DE-BBD6-A17556875555}"/>
              </a:ext>
            </a:extLst>
          </p:cNvPr>
          <p:cNvSpPr>
            <a:spLocks xmlns:a="http://schemas.openxmlformats.org/drawingml/2006/main" noGrp="1"/>
          </p:cNvSpPr>
          <p:nvPr/>
        </p:nvSpPr>
        <p:spPr>
          <a:xfrm xmlns:a="http://schemas.openxmlformats.org/drawingml/2006/main">
            <a:off x="4133087" y="2624328"/>
            <a:ext cx="60350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9FD02697-9791-442D-BA4E-781BD3902661}"/>
              </a:ext>
            </a:extLst>
          </p:cNvPr>
          <p:cNvSpPr>
            <a:spLocks xmlns:a="http://schemas.openxmlformats.org/drawingml/2006/main" noGrp="1"/>
          </p:cNvSpPr>
          <p:nvPr/>
        </p:nvSpPr>
        <p:spPr>
          <a:xfrm xmlns:a="http://schemas.openxmlformats.org/drawingml/2006/main">
            <a:off x="4828032" y="2286000"/>
            <a:ext cx="27432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3001608-154D-4EE6-8A11-2E6899A46168}"/>
              </a:ext>
            </a:extLst>
          </p:cNvPr>
          <p:cNvSpPr>
            <a:spLocks xmlns:a="http://schemas.openxmlformats.org/drawingml/2006/main" noGrp="1"/>
          </p:cNvSpPr>
          <p:nvPr/>
        </p:nvSpPr>
        <p:spPr>
          <a:xfrm xmlns:a="http://schemas.openxmlformats.org/drawingml/2006/main">
            <a:off x="4901184"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声卡：ADC</a:t>
            </a:r>
          </a:p>
        </p:txBody>
      </p:sp>
      <p:sp>
        <p:nvSpPr>
          <p:cNvPr id="10" name="Connector 9">
            <a:extLst xmlns:a="http://schemas.openxmlformats.org/drawingml/2006/main">
              <a:ext uri="{FF2B5EF4-FFF2-40B4-BE49-F238E27FC236}">
                <a16:creationId xmlns:a16="http://schemas.microsoft.com/office/drawing/2014/main" id="{5EF18314-C563-4A3F-A573-2DEE28285E40}"/>
              </a:ext>
            </a:extLst>
          </p:cNvPr>
          <p:cNvSpPr>
            <a:spLocks xmlns:a="http://schemas.openxmlformats.org/drawingml/2006/main" noGrp="1"/>
          </p:cNvSpPr>
          <p:nvPr/>
        </p:nvSpPr>
        <p:spPr>
          <a:xfrm xmlns:a="http://schemas.openxmlformats.org/drawingml/2006/main">
            <a:off x="7708392" y="2624328"/>
            <a:ext cx="612648"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91290FD8-17D8-4F6F-A7A1-AC6E909AB082}"/>
              </a:ext>
            </a:extLst>
          </p:cNvPr>
          <p:cNvSpPr>
            <a:spLocks xmlns:a="http://schemas.openxmlformats.org/drawingml/2006/main" noGrp="1"/>
          </p:cNvSpPr>
          <p:nvPr/>
        </p:nvSpPr>
        <p:spPr>
          <a:xfrm xmlns:a="http://schemas.openxmlformats.org/drawingml/2006/main">
            <a:off x="8412480" y="2286000"/>
            <a:ext cx="27432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17128C3F-6DFF-4078-A77B-F233FC88DCDA}"/>
              </a:ext>
            </a:extLst>
          </p:cNvPr>
          <p:cNvSpPr>
            <a:spLocks xmlns:a="http://schemas.openxmlformats.org/drawingml/2006/main" noGrp="1"/>
          </p:cNvSpPr>
          <p:nvPr/>
        </p:nvSpPr>
        <p:spPr>
          <a:xfrm xmlns:a="http://schemas.openxmlformats.org/drawingml/2006/main">
            <a:off x="8485632"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数字音频</a:t>
            </a:r>
          </a:p>
        </p:txBody>
      </p:sp>
      <p:sp>
        <p:nvSpPr>
          <p:cNvPr id="13" name="TextBox 12">
            <a:extLst xmlns:a="http://schemas.openxmlformats.org/drawingml/2006/main">
              <a:ext uri="{FF2B5EF4-FFF2-40B4-BE49-F238E27FC236}">
                <a16:creationId xmlns:a16="http://schemas.microsoft.com/office/drawing/2014/main" id="{9497DB24-D047-41F6-8511-E5B6F59D95DE}"/>
              </a:ext>
            </a:extLst>
          </p:cNvPr>
          <p:cNvSpPr>
            <a:spLocks xmlns:a="http://schemas.openxmlformats.org/drawingml/2006/main" noGrp="1"/>
          </p:cNvSpPr>
          <p:nvPr/>
        </p:nvSpPr>
        <p:spPr>
          <a:xfrm xmlns:a="http://schemas.openxmlformats.org/drawingml/2006/main">
            <a:off x="960120" y="4069080"/>
            <a:ext cx="10515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ADC = 模数转换（模拟信号 → 数字信号）</a:t>
            </a:r>
          </a:p>
        </p:txBody>
      </p:sp>
      <p:sp>
        <p:nvSpPr>
          <p:cNvPr id="14" name="TextBox 13">
            <a:extLst xmlns:a="http://schemas.openxmlformats.org/drawingml/2006/main">
              <a:ext uri="{FF2B5EF4-FFF2-40B4-BE49-F238E27FC236}">
                <a16:creationId xmlns:a16="http://schemas.microsoft.com/office/drawing/2014/main" id="{E3B5BCC8-5AFD-4E8B-A422-8438B144ED81}"/>
              </a:ext>
            </a:extLst>
          </p:cNvPr>
          <p:cNvSpPr>
            <a:spLocks xmlns:a="http://schemas.openxmlformats.org/drawingml/2006/main" noGrp="1"/>
          </p:cNvSpPr>
          <p:nvPr/>
        </p:nvSpPr>
        <p:spPr>
          <a:xfrm xmlns:a="http://schemas.openxmlformats.org/drawingml/2006/main">
            <a:off x="777240" y="518464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声卡负责完成这一转换；它不等于“存储音频文件”。</a:t>
            </a:r>
          </a:p>
        </p:txBody>
      </p:sp>
    </p:spTree>
    <p:extLst>
      <p:ext uri="{BB962C8B-B14F-4D97-AF65-F5344CB8AC3E}">
        <p14:creationId xmlns:p14="http://schemas.microsoft.com/office/powerpoint/2010/main" val="21338327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7F74F4E-C6C0-4FAF-B144-C13DBC13B2F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9621FA-1E52-45E5-9EDC-444548792A8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B64C1EC-D2E3-4047-91D8-7F535807C8A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把录音过程和播放过程接起来</a:t>
            </a:r>
          </a:p>
        </p:txBody>
      </p:sp>
      <p:sp>
        <p:nvSpPr>
          <p:cNvPr id="5" name="Rectangle 4">
            <a:extLst xmlns:a="http://schemas.openxmlformats.org/drawingml/2006/main">
              <a:ext uri="{FF2B5EF4-FFF2-40B4-BE49-F238E27FC236}">
                <a16:creationId xmlns:a16="http://schemas.microsoft.com/office/drawing/2014/main" id="{2E53F0E2-82A5-4D80-ACD0-504AA430AFF9}"/>
              </a:ext>
            </a:extLst>
          </p:cNvPr>
          <p:cNvSpPr>
            <a:spLocks xmlns:a="http://schemas.openxmlformats.org/drawingml/2006/main" noGrp="1"/>
          </p:cNvSpPr>
          <p:nvPr/>
        </p:nvSpPr>
        <p:spPr>
          <a:xfrm xmlns:a="http://schemas.openxmlformats.org/drawingml/2006/main">
            <a:off x="640080"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1193650-49E6-4BD3-BFBC-567BF25B9585}"/>
              </a:ext>
            </a:extLst>
          </p:cNvPr>
          <p:cNvSpPr>
            <a:spLocks xmlns:a="http://schemas.openxmlformats.org/drawingml/2006/main" noGrp="1"/>
          </p:cNvSpPr>
          <p:nvPr/>
        </p:nvSpPr>
        <p:spPr>
          <a:xfrm xmlns:a="http://schemas.openxmlformats.org/drawingml/2006/main">
            <a:off x="713231"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a:t>
            </a:r>
          </a:p>
        </p:txBody>
      </p:sp>
      <p:sp>
        <p:nvSpPr>
          <p:cNvPr id="7" name="Connector 6">
            <a:extLst xmlns:a="http://schemas.openxmlformats.org/drawingml/2006/main">
              <a:ext uri="{FF2B5EF4-FFF2-40B4-BE49-F238E27FC236}">
                <a16:creationId xmlns:a16="http://schemas.microsoft.com/office/drawing/2014/main" id="{1A2C4838-443A-41F7-B59E-D1D5E7E4B7AA}"/>
              </a:ext>
            </a:extLst>
          </p:cNvPr>
          <p:cNvSpPr>
            <a:spLocks xmlns:a="http://schemas.openxmlformats.org/drawingml/2006/main" noGrp="1"/>
          </p:cNvSpPr>
          <p:nvPr/>
        </p:nvSpPr>
        <p:spPr>
          <a:xfrm xmlns:a="http://schemas.openxmlformats.org/drawingml/2006/main">
            <a:off x="2999232" y="2368296"/>
            <a:ext cx="4480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DAB7D6FE-1690-40DB-A384-A94095613039}"/>
              </a:ext>
            </a:extLst>
          </p:cNvPr>
          <p:cNvSpPr>
            <a:spLocks xmlns:a="http://schemas.openxmlformats.org/drawingml/2006/main" noGrp="1"/>
          </p:cNvSpPr>
          <p:nvPr/>
        </p:nvSpPr>
        <p:spPr>
          <a:xfrm xmlns:a="http://schemas.openxmlformats.org/drawingml/2006/main">
            <a:off x="3493008"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3054D4E9-B371-4154-A392-0E0E3F9BE536}"/>
              </a:ext>
            </a:extLst>
          </p:cNvPr>
          <p:cNvSpPr>
            <a:spLocks xmlns:a="http://schemas.openxmlformats.org/drawingml/2006/main" noGrp="1"/>
          </p:cNvSpPr>
          <p:nvPr/>
        </p:nvSpPr>
        <p:spPr>
          <a:xfrm xmlns:a="http://schemas.openxmlformats.org/drawingml/2006/main">
            <a:off x="3566160"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A0460A32-9B8E-4C5D-B1EE-36BA67F6A8FE}"/>
              </a:ext>
            </a:extLst>
          </p:cNvPr>
          <p:cNvSpPr>
            <a:spLocks xmlns:a="http://schemas.openxmlformats.org/drawingml/2006/main" noGrp="1"/>
          </p:cNvSpPr>
          <p:nvPr/>
        </p:nvSpPr>
        <p:spPr>
          <a:xfrm xmlns:a="http://schemas.openxmlformats.org/drawingml/2006/main">
            <a:off x="5852160" y="2368296"/>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49775852-5F88-45BE-87D8-807370E0C23E}"/>
              </a:ext>
            </a:extLst>
          </p:cNvPr>
          <p:cNvSpPr>
            <a:spLocks xmlns:a="http://schemas.openxmlformats.org/drawingml/2006/main" noGrp="1"/>
          </p:cNvSpPr>
          <p:nvPr/>
        </p:nvSpPr>
        <p:spPr>
          <a:xfrm xmlns:a="http://schemas.openxmlformats.org/drawingml/2006/main">
            <a:off x="6345936" y="2039112"/>
            <a:ext cx="2304288"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26C6C969-E057-4050-8FF8-EE02B92B2BB6}"/>
              </a:ext>
            </a:extLst>
          </p:cNvPr>
          <p:cNvSpPr>
            <a:spLocks xmlns:a="http://schemas.openxmlformats.org/drawingml/2006/main" noGrp="1"/>
          </p:cNvSpPr>
          <p:nvPr/>
        </p:nvSpPr>
        <p:spPr>
          <a:xfrm xmlns:a="http://schemas.openxmlformats.org/drawingml/2006/main">
            <a:off x="6419088"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ADC</a:t>
            </a:r>
          </a:p>
        </p:txBody>
      </p:sp>
      <p:sp>
        <p:nvSpPr>
          <p:cNvPr id="13" name="Connector 12">
            <a:extLst xmlns:a="http://schemas.openxmlformats.org/drawingml/2006/main">
              <a:ext uri="{FF2B5EF4-FFF2-40B4-BE49-F238E27FC236}">
                <a16:creationId xmlns:a16="http://schemas.microsoft.com/office/drawing/2014/main" id="{8FD7C42F-D7FA-4CAC-9554-678577CE9ECF}"/>
              </a:ext>
            </a:extLst>
          </p:cNvPr>
          <p:cNvSpPr>
            <a:spLocks xmlns:a="http://schemas.openxmlformats.org/drawingml/2006/main" noGrp="1"/>
          </p:cNvSpPr>
          <p:nvPr/>
        </p:nvSpPr>
        <p:spPr>
          <a:xfrm xmlns:a="http://schemas.openxmlformats.org/drawingml/2006/main">
            <a:off x="8705088" y="2368296"/>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3FB27B31-17CE-48D1-92BB-80C0F87AE503}"/>
              </a:ext>
            </a:extLst>
          </p:cNvPr>
          <p:cNvSpPr>
            <a:spLocks xmlns:a="http://schemas.openxmlformats.org/drawingml/2006/main" noGrp="1"/>
          </p:cNvSpPr>
          <p:nvPr/>
        </p:nvSpPr>
        <p:spPr>
          <a:xfrm xmlns:a="http://schemas.openxmlformats.org/drawingml/2006/main">
            <a:off x="9198863"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4307C77B-A9F3-4BEA-8F1E-4F0495F13CB6}"/>
              </a:ext>
            </a:extLst>
          </p:cNvPr>
          <p:cNvSpPr>
            <a:spLocks xmlns:a="http://schemas.openxmlformats.org/drawingml/2006/main" noGrp="1"/>
          </p:cNvSpPr>
          <p:nvPr/>
        </p:nvSpPr>
        <p:spPr>
          <a:xfrm xmlns:a="http://schemas.openxmlformats.org/drawingml/2006/main">
            <a:off x="9272015"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数字文件</a:t>
            </a:r>
          </a:p>
        </p:txBody>
      </p:sp>
      <p:sp>
        <p:nvSpPr>
          <p:cNvPr id="16" name="Rectangle 15">
            <a:extLst xmlns:a="http://schemas.openxmlformats.org/drawingml/2006/main">
              <a:ext uri="{FF2B5EF4-FFF2-40B4-BE49-F238E27FC236}">
                <a16:creationId xmlns:a16="http://schemas.microsoft.com/office/drawing/2014/main" id="{1E70F46E-E407-47BF-A448-B274246E414F}"/>
              </a:ext>
            </a:extLst>
          </p:cNvPr>
          <p:cNvSpPr>
            <a:spLocks xmlns:a="http://schemas.openxmlformats.org/drawingml/2006/main" noGrp="1"/>
          </p:cNvSpPr>
          <p:nvPr/>
        </p:nvSpPr>
        <p:spPr>
          <a:xfrm xmlns:a="http://schemas.openxmlformats.org/drawingml/2006/main">
            <a:off x="640080"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917225DF-6243-4FAE-B56D-189A2A6526E8}"/>
              </a:ext>
            </a:extLst>
          </p:cNvPr>
          <p:cNvSpPr>
            <a:spLocks xmlns:a="http://schemas.openxmlformats.org/drawingml/2006/main" noGrp="1"/>
          </p:cNvSpPr>
          <p:nvPr/>
        </p:nvSpPr>
        <p:spPr>
          <a:xfrm xmlns:a="http://schemas.openxmlformats.org/drawingml/2006/main">
            <a:off x="713231"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数字文件</a:t>
            </a:r>
          </a:p>
        </p:txBody>
      </p:sp>
      <p:sp>
        <p:nvSpPr>
          <p:cNvPr id="18" name="Connector 17">
            <a:extLst xmlns:a="http://schemas.openxmlformats.org/drawingml/2006/main">
              <a:ext uri="{FF2B5EF4-FFF2-40B4-BE49-F238E27FC236}">
                <a16:creationId xmlns:a16="http://schemas.microsoft.com/office/drawing/2014/main" id="{1D6F6298-9209-41EC-BFB0-873C991CF62B}"/>
              </a:ext>
            </a:extLst>
          </p:cNvPr>
          <p:cNvSpPr>
            <a:spLocks xmlns:a="http://schemas.openxmlformats.org/drawingml/2006/main" noGrp="1"/>
          </p:cNvSpPr>
          <p:nvPr/>
        </p:nvSpPr>
        <p:spPr>
          <a:xfrm xmlns:a="http://schemas.openxmlformats.org/drawingml/2006/main">
            <a:off x="2999232" y="4215384"/>
            <a:ext cx="4480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Rectangle 18">
            <a:extLst xmlns:a="http://schemas.openxmlformats.org/drawingml/2006/main">
              <a:ext uri="{FF2B5EF4-FFF2-40B4-BE49-F238E27FC236}">
                <a16:creationId xmlns:a16="http://schemas.microsoft.com/office/drawing/2014/main" id="{D9BE7AA6-BFA4-41F2-9F2E-576A987D7A8B}"/>
              </a:ext>
            </a:extLst>
          </p:cNvPr>
          <p:cNvSpPr>
            <a:spLocks xmlns:a="http://schemas.openxmlformats.org/drawingml/2006/main" noGrp="1"/>
          </p:cNvSpPr>
          <p:nvPr/>
        </p:nvSpPr>
        <p:spPr>
          <a:xfrm xmlns:a="http://schemas.openxmlformats.org/drawingml/2006/main">
            <a:off x="3493008" y="3886200"/>
            <a:ext cx="2304288"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B058C0F4-AE57-43BB-97C0-7D698FA656D9}"/>
              </a:ext>
            </a:extLst>
          </p:cNvPr>
          <p:cNvSpPr>
            <a:spLocks xmlns:a="http://schemas.openxmlformats.org/drawingml/2006/main" noGrp="1"/>
          </p:cNvSpPr>
          <p:nvPr/>
        </p:nvSpPr>
        <p:spPr>
          <a:xfrm xmlns:a="http://schemas.openxmlformats.org/drawingml/2006/main">
            <a:off x="3566160"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21" name="Connector 20">
            <a:extLst xmlns:a="http://schemas.openxmlformats.org/drawingml/2006/main">
              <a:ext uri="{FF2B5EF4-FFF2-40B4-BE49-F238E27FC236}">
                <a16:creationId xmlns:a16="http://schemas.microsoft.com/office/drawing/2014/main" id="{889178E9-8FEB-4B7A-8061-999F1D4B9C3A}"/>
              </a:ext>
            </a:extLst>
          </p:cNvPr>
          <p:cNvSpPr>
            <a:spLocks xmlns:a="http://schemas.openxmlformats.org/drawingml/2006/main" noGrp="1"/>
          </p:cNvSpPr>
          <p:nvPr/>
        </p:nvSpPr>
        <p:spPr>
          <a:xfrm xmlns:a="http://schemas.openxmlformats.org/drawingml/2006/main">
            <a:off x="5852160" y="4215384"/>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Rectangle 21">
            <a:extLst xmlns:a="http://schemas.openxmlformats.org/drawingml/2006/main">
              <a:ext uri="{FF2B5EF4-FFF2-40B4-BE49-F238E27FC236}">
                <a16:creationId xmlns:a16="http://schemas.microsoft.com/office/drawing/2014/main" id="{56E78BA9-7634-4CDD-B4BA-D01C89546196}"/>
              </a:ext>
            </a:extLst>
          </p:cNvPr>
          <p:cNvSpPr>
            <a:spLocks xmlns:a="http://schemas.openxmlformats.org/drawingml/2006/main" noGrp="1"/>
          </p:cNvSpPr>
          <p:nvPr/>
        </p:nvSpPr>
        <p:spPr>
          <a:xfrm xmlns:a="http://schemas.openxmlformats.org/drawingml/2006/main">
            <a:off x="6345936"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B79115E8-F510-4066-8217-15E104E4BD8B}"/>
              </a:ext>
            </a:extLst>
          </p:cNvPr>
          <p:cNvSpPr>
            <a:spLocks xmlns:a="http://schemas.openxmlformats.org/drawingml/2006/main" noGrp="1"/>
          </p:cNvSpPr>
          <p:nvPr/>
        </p:nvSpPr>
        <p:spPr>
          <a:xfrm xmlns:a="http://schemas.openxmlformats.org/drawingml/2006/main">
            <a:off x="6419088"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扬声器</a:t>
            </a:r>
          </a:p>
        </p:txBody>
      </p:sp>
      <p:sp>
        <p:nvSpPr>
          <p:cNvPr id="24" name="Connector 23">
            <a:extLst xmlns:a="http://schemas.openxmlformats.org/drawingml/2006/main">
              <a:ext uri="{FF2B5EF4-FFF2-40B4-BE49-F238E27FC236}">
                <a16:creationId xmlns:a16="http://schemas.microsoft.com/office/drawing/2014/main" id="{BE98AF15-111D-4CA7-BA6F-D6D05FB788F4}"/>
              </a:ext>
            </a:extLst>
          </p:cNvPr>
          <p:cNvSpPr>
            <a:spLocks xmlns:a="http://schemas.openxmlformats.org/drawingml/2006/main" noGrp="1"/>
          </p:cNvSpPr>
          <p:nvPr/>
        </p:nvSpPr>
        <p:spPr>
          <a:xfrm xmlns:a="http://schemas.openxmlformats.org/drawingml/2006/main">
            <a:off x="8705088" y="4215384"/>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Rectangle 24">
            <a:extLst xmlns:a="http://schemas.openxmlformats.org/drawingml/2006/main">
              <a:ext uri="{FF2B5EF4-FFF2-40B4-BE49-F238E27FC236}">
                <a16:creationId xmlns:a16="http://schemas.microsoft.com/office/drawing/2014/main" id="{E5D84CE2-2F4B-494D-B2EB-73F9C6566D91}"/>
              </a:ext>
            </a:extLst>
          </p:cNvPr>
          <p:cNvSpPr>
            <a:spLocks xmlns:a="http://schemas.openxmlformats.org/drawingml/2006/main" noGrp="1"/>
          </p:cNvSpPr>
          <p:nvPr/>
        </p:nvSpPr>
        <p:spPr>
          <a:xfrm xmlns:a="http://schemas.openxmlformats.org/drawingml/2006/main">
            <a:off x="9198863"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483B16A6-2442-4B85-AD77-1BC757D816FE}"/>
              </a:ext>
            </a:extLst>
          </p:cNvPr>
          <p:cNvSpPr>
            <a:spLocks xmlns:a="http://schemas.openxmlformats.org/drawingml/2006/main" noGrp="1"/>
          </p:cNvSpPr>
          <p:nvPr/>
        </p:nvSpPr>
        <p:spPr>
          <a:xfrm xmlns:a="http://schemas.openxmlformats.org/drawingml/2006/main">
            <a:off x="9272015"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a:t>
            </a:r>
          </a:p>
        </p:txBody>
      </p:sp>
      <p:sp>
        <p:nvSpPr>
          <p:cNvPr id="27" name="TextBox 26">
            <a:extLst xmlns:a="http://schemas.openxmlformats.org/drawingml/2006/main">
              <a:ext uri="{FF2B5EF4-FFF2-40B4-BE49-F238E27FC236}">
                <a16:creationId xmlns:a16="http://schemas.microsoft.com/office/drawing/2014/main" id="{FEA5D14A-0026-477C-B415-631D52084619}"/>
              </a:ext>
            </a:extLst>
          </p:cNvPr>
          <p:cNvSpPr>
            <a:spLocks xmlns:a="http://schemas.openxmlformats.org/drawingml/2006/main" noGrp="1"/>
          </p:cNvSpPr>
          <p:nvPr/>
        </p:nvSpPr>
        <p:spPr>
          <a:xfrm xmlns:a="http://schemas.openxmlformats.org/drawingml/2006/main">
            <a:off x="768096" y="1517904"/>
            <a:ext cx="3931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录音（ADC）</a:t>
            </a:r>
          </a:p>
        </p:txBody>
      </p:sp>
      <p:sp>
        <p:nvSpPr>
          <p:cNvPr id="28" name="TextBox 27">
            <a:extLst xmlns:a="http://schemas.openxmlformats.org/drawingml/2006/main">
              <a:ext uri="{FF2B5EF4-FFF2-40B4-BE49-F238E27FC236}">
                <a16:creationId xmlns:a16="http://schemas.microsoft.com/office/drawing/2014/main" id="{28CD9F74-823E-4A6B-8CB6-5D535C4D9D4D}"/>
              </a:ext>
            </a:extLst>
          </p:cNvPr>
          <p:cNvSpPr>
            <a:spLocks xmlns:a="http://schemas.openxmlformats.org/drawingml/2006/main" noGrp="1"/>
          </p:cNvSpPr>
          <p:nvPr/>
        </p:nvSpPr>
        <p:spPr>
          <a:xfrm xmlns:a="http://schemas.openxmlformats.org/drawingml/2006/main">
            <a:off x="768096" y="3364992"/>
            <a:ext cx="3931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播放（DAC）</a:t>
            </a:r>
          </a:p>
        </p:txBody>
      </p:sp>
    </p:spTree>
    <p:extLst>
      <p:ext uri="{BB962C8B-B14F-4D97-AF65-F5344CB8AC3E}">
        <p14:creationId xmlns:p14="http://schemas.microsoft.com/office/powerpoint/2010/main" val="5366648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CBA5104-83EE-4017-A7A7-3684D7984EA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CFF6FD2-3B07-4E04-AE13-34B8A2BC2E1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F665B3-5B35-454F-B262-6F7CB44ED62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波形图是声音的传播路线吗？</a:t>
            </a:r>
          </a:p>
        </p:txBody>
      </p:sp>
      <p:sp>
        <p:nvSpPr>
          <p:cNvPr id="5" name="Connector 4">
            <a:extLst xmlns:a="http://schemas.openxmlformats.org/drawingml/2006/main">
              <a:ext uri="{FF2B5EF4-FFF2-40B4-BE49-F238E27FC236}">
                <a16:creationId xmlns:a16="http://schemas.microsoft.com/office/drawing/2014/main" id="{E2A0E443-3B08-4235-A39E-367B363EB1A7}"/>
              </a:ext>
            </a:extLst>
          </p:cNvPr>
          <p:cNvSpPr>
            <a:spLocks xmlns:a="http://schemas.openxmlformats.org/drawingml/2006/main" noGrp="1"/>
          </p:cNvSpPr>
          <p:nvPr/>
        </p:nvSpPr>
        <p:spPr>
          <a:xfrm xmlns:a="http://schemas.openxmlformats.org/drawingml/2006/main">
            <a:off x="1005840" y="3479291"/>
            <a:ext cx="987552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247A2CE2-07E5-4E48-9222-D9F9FDCF478D}"/>
              </a:ext>
            </a:extLst>
          </p:cNvPr>
          <p:cNvSpPr>
            <a:spLocks xmlns:a="http://schemas.openxmlformats.org/drawingml/2006/main" noGrp="1"/>
          </p:cNvSpPr>
          <p:nvPr/>
        </p:nvSpPr>
        <p:spPr>
          <a:xfrm xmlns:a="http://schemas.openxmlformats.org/drawingml/2006/main">
            <a:off x="1097280" y="2075688"/>
            <a:ext cx="0" cy="281635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C2D0F004-4BE1-408E-BA31-3C761F04EEDC}"/>
              </a:ext>
            </a:extLst>
          </p:cNvPr>
          <p:cNvSpPr>
            <a:spLocks xmlns:a="http://schemas.openxmlformats.org/drawingml/2006/main" noGrp="1"/>
          </p:cNvSpPr>
          <p:nvPr/>
        </p:nvSpPr>
        <p:spPr>
          <a:xfrm xmlns:a="http://schemas.openxmlformats.org/drawingml/2006/main">
            <a:off x="1005840" y="1536192"/>
            <a:ext cx="98755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同一个位置，信号随时间变化</a:t>
            </a:r>
          </a:p>
        </p:txBody>
      </p:sp>
      <p:sp>
        <p:nvSpPr>
          <p:cNvPr id="10" name="Connector 9">
            <a:extLst xmlns:a="http://schemas.openxmlformats.org/drawingml/2006/main">
              <a:ext uri="{FF2B5EF4-FFF2-40B4-BE49-F238E27FC236}">
                <a16:creationId xmlns:a16="http://schemas.microsoft.com/office/drawing/2014/main" id="{A9586EE5-6E18-4E71-AB3F-3F478ABBA843}"/>
              </a:ext>
            </a:extLst>
          </p:cNvPr>
          <p:cNvSpPr>
            <a:spLocks xmlns:a="http://schemas.openxmlformats.org/drawingml/2006/main" noGrp="1"/>
          </p:cNvSpPr>
          <p:nvPr/>
        </p:nvSpPr>
        <p:spPr>
          <a:xfrm xmlns:a="http://schemas.openxmlformats.org/drawingml/2006/main" flipV="1">
            <a:off x="1143000" y="3306954"/>
            <a:ext cx="91440" cy="1357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2F729DD6-BCD9-4DE8-B80F-6E89BA67AF45}"/>
              </a:ext>
            </a:extLst>
          </p:cNvPr>
          <p:cNvSpPr>
            <a:spLocks xmlns:a="http://schemas.openxmlformats.org/drawingml/2006/main" noGrp="1"/>
          </p:cNvSpPr>
          <p:nvPr/>
        </p:nvSpPr>
        <p:spPr>
          <a:xfrm xmlns:a="http://schemas.openxmlformats.org/drawingml/2006/main" flipV="1">
            <a:off x="1234440" y="3173553"/>
            <a:ext cx="91440" cy="133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0032A8B-A702-4252-BC27-CEA143A70326}"/>
              </a:ext>
            </a:extLst>
          </p:cNvPr>
          <p:cNvSpPr>
            <a:spLocks xmlns:a="http://schemas.openxmlformats.org/drawingml/2006/main" noGrp="1"/>
          </p:cNvSpPr>
          <p:nvPr/>
        </p:nvSpPr>
        <p:spPr>
          <a:xfrm xmlns:a="http://schemas.openxmlformats.org/drawingml/2006/main" flipV="1">
            <a:off x="1325880" y="3044831"/>
            <a:ext cx="91440" cy="1287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0108526F-6F6E-441A-892A-60B8D74FCE64}"/>
              </a:ext>
            </a:extLst>
          </p:cNvPr>
          <p:cNvSpPr>
            <a:spLocks xmlns:a="http://schemas.openxmlformats.org/drawingml/2006/main" noGrp="1"/>
          </p:cNvSpPr>
          <p:nvPr/>
        </p:nvSpPr>
        <p:spPr>
          <a:xfrm xmlns:a="http://schemas.openxmlformats.org/drawingml/2006/main" flipV="1">
            <a:off x="1417320" y="2923027"/>
            <a:ext cx="91440" cy="121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421ADE1E-E405-43E2-A6FB-D87DA597FA83}"/>
              </a:ext>
            </a:extLst>
          </p:cNvPr>
          <p:cNvSpPr>
            <a:spLocks xmlns:a="http://schemas.openxmlformats.org/drawingml/2006/main" noGrp="1"/>
          </p:cNvSpPr>
          <p:nvPr/>
        </p:nvSpPr>
        <p:spPr>
          <a:xfrm xmlns:a="http://schemas.openxmlformats.org/drawingml/2006/main" flipV="1">
            <a:off x="1508760" y="2810256"/>
            <a:ext cx="91440" cy="11277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60D126BD-2798-438A-8FA5-7140A1D27046}"/>
              </a:ext>
            </a:extLst>
          </p:cNvPr>
          <p:cNvSpPr>
            <a:spLocks xmlns:a="http://schemas.openxmlformats.org/drawingml/2006/main" noGrp="1"/>
          </p:cNvSpPr>
          <p:nvPr/>
        </p:nvSpPr>
        <p:spPr>
          <a:xfrm xmlns:a="http://schemas.openxmlformats.org/drawingml/2006/main" flipV="1">
            <a:off x="1600200" y="2708482"/>
            <a:ext cx="91440" cy="1017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0B4B1D2F-55D7-428B-B926-30B59C1D5F54}"/>
              </a:ext>
            </a:extLst>
          </p:cNvPr>
          <p:cNvSpPr>
            <a:spLocks xmlns:a="http://schemas.openxmlformats.org/drawingml/2006/main" noGrp="1"/>
          </p:cNvSpPr>
          <p:nvPr/>
        </p:nvSpPr>
        <p:spPr>
          <a:xfrm xmlns:a="http://schemas.openxmlformats.org/drawingml/2006/main" flipV="1">
            <a:off x="1691640" y="2619471"/>
            <a:ext cx="91440" cy="8901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1CF0D170-29C8-432C-877E-9364670C57F9}"/>
              </a:ext>
            </a:extLst>
          </p:cNvPr>
          <p:cNvSpPr>
            <a:spLocks xmlns:a="http://schemas.openxmlformats.org/drawingml/2006/main" noGrp="1"/>
          </p:cNvSpPr>
          <p:nvPr/>
        </p:nvSpPr>
        <p:spPr>
          <a:xfrm xmlns:a="http://schemas.openxmlformats.org/drawingml/2006/main" flipV="1">
            <a:off x="1783080" y="2544773"/>
            <a:ext cx="91439" cy="746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71D45A50-20C1-4B14-8C8B-D9E949D57122}"/>
              </a:ext>
            </a:extLst>
          </p:cNvPr>
          <p:cNvSpPr>
            <a:spLocks xmlns:a="http://schemas.openxmlformats.org/drawingml/2006/main" noGrp="1"/>
          </p:cNvSpPr>
          <p:nvPr/>
        </p:nvSpPr>
        <p:spPr>
          <a:xfrm xmlns:a="http://schemas.openxmlformats.org/drawingml/2006/main" flipV="1">
            <a:off x="1874519" y="2485684"/>
            <a:ext cx="91441" cy="590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AC33B815-1B69-42F1-AD75-4EDCBAB759FC}"/>
              </a:ext>
            </a:extLst>
          </p:cNvPr>
          <p:cNvSpPr>
            <a:spLocks xmlns:a="http://schemas.openxmlformats.org/drawingml/2006/main" noGrp="1"/>
          </p:cNvSpPr>
          <p:nvPr/>
        </p:nvSpPr>
        <p:spPr>
          <a:xfrm xmlns:a="http://schemas.openxmlformats.org/drawingml/2006/main" flipV="1">
            <a:off x="1965960" y="2443234"/>
            <a:ext cx="91440" cy="4245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60176AA1-448C-46AE-9FFB-22845DE5C885}"/>
              </a:ext>
            </a:extLst>
          </p:cNvPr>
          <p:cNvSpPr>
            <a:spLocks xmlns:a="http://schemas.openxmlformats.org/drawingml/2006/main" noGrp="1"/>
          </p:cNvSpPr>
          <p:nvPr/>
        </p:nvSpPr>
        <p:spPr>
          <a:xfrm xmlns:a="http://schemas.openxmlformats.org/drawingml/2006/main" flipV="1">
            <a:off x="2057400" y="2418160"/>
            <a:ext cx="91440" cy="250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B6385816-9A0F-453B-A9A8-917D2D47FEE8}"/>
              </a:ext>
            </a:extLst>
          </p:cNvPr>
          <p:cNvSpPr>
            <a:spLocks xmlns:a="http://schemas.openxmlformats.org/drawingml/2006/main" noGrp="1"/>
          </p:cNvSpPr>
          <p:nvPr/>
        </p:nvSpPr>
        <p:spPr>
          <a:xfrm xmlns:a="http://schemas.openxmlformats.org/drawingml/2006/main" flipV="1">
            <a:off x="2148840" y="2410897"/>
            <a:ext cx="91440" cy="72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FC6C0DB-280B-4DF8-8873-79B3F7ADFE4D}"/>
              </a:ext>
            </a:extLst>
          </p:cNvPr>
          <p:cNvSpPr>
            <a:spLocks xmlns:a="http://schemas.openxmlformats.org/drawingml/2006/main" noGrp="1"/>
          </p:cNvSpPr>
          <p:nvPr/>
        </p:nvSpPr>
        <p:spPr>
          <a:xfrm xmlns:a="http://schemas.openxmlformats.org/drawingml/2006/main">
            <a:off x="2240280" y="2410897"/>
            <a:ext cx="91440" cy="1067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17DA43DA-5DE6-46CF-9D5B-5EE4FE35A3B6}"/>
              </a:ext>
            </a:extLst>
          </p:cNvPr>
          <p:cNvSpPr>
            <a:spLocks xmlns:a="http://schemas.openxmlformats.org/drawingml/2006/main" noGrp="1"/>
          </p:cNvSpPr>
          <p:nvPr/>
        </p:nvSpPr>
        <p:spPr>
          <a:xfrm xmlns:a="http://schemas.openxmlformats.org/drawingml/2006/main">
            <a:off x="2331720" y="2421572"/>
            <a:ext cx="91440" cy="2842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67424180-4F32-40FB-98F5-B908DB884B9F}"/>
              </a:ext>
            </a:extLst>
          </p:cNvPr>
          <p:cNvSpPr>
            <a:spLocks xmlns:a="http://schemas.openxmlformats.org/drawingml/2006/main" noGrp="1"/>
          </p:cNvSpPr>
          <p:nvPr/>
        </p:nvSpPr>
        <p:spPr>
          <a:xfrm xmlns:a="http://schemas.openxmlformats.org/drawingml/2006/main">
            <a:off x="2423160" y="2449999"/>
            <a:ext cx="91440" cy="456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16340A0C-838F-4CAB-BFC0-2431E00A2976}"/>
              </a:ext>
            </a:extLst>
          </p:cNvPr>
          <p:cNvSpPr>
            <a:spLocks xmlns:a="http://schemas.openxmlformats.org/drawingml/2006/main" noGrp="1"/>
          </p:cNvSpPr>
          <p:nvPr/>
        </p:nvSpPr>
        <p:spPr>
          <a:xfrm xmlns:a="http://schemas.openxmlformats.org/drawingml/2006/main">
            <a:off x="2514600" y="2495684"/>
            <a:ext cx="91440" cy="621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A17095AA-EDD9-44CC-931F-018B5AFDFE8C}"/>
              </a:ext>
            </a:extLst>
          </p:cNvPr>
          <p:cNvSpPr>
            <a:spLocks xmlns:a="http://schemas.openxmlformats.org/drawingml/2006/main" noGrp="1"/>
          </p:cNvSpPr>
          <p:nvPr/>
        </p:nvSpPr>
        <p:spPr>
          <a:xfrm xmlns:a="http://schemas.openxmlformats.org/drawingml/2006/main">
            <a:off x="2606040" y="2557833"/>
            <a:ext cx="91440" cy="775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3EC76C6-3A5C-470F-865E-CC51F3101419}"/>
              </a:ext>
            </a:extLst>
          </p:cNvPr>
          <p:cNvSpPr>
            <a:spLocks xmlns:a="http://schemas.openxmlformats.org/drawingml/2006/main" noGrp="1"/>
          </p:cNvSpPr>
          <p:nvPr/>
        </p:nvSpPr>
        <p:spPr>
          <a:xfrm xmlns:a="http://schemas.openxmlformats.org/drawingml/2006/main">
            <a:off x="2697480" y="2635366"/>
            <a:ext cx="91440" cy="915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821AA5BD-C35A-4C81-B7E2-FDC3EBBD5D63}"/>
              </a:ext>
            </a:extLst>
          </p:cNvPr>
          <p:cNvSpPr>
            <a:spLocks xmlns:a="http://schemas.openxmlformats.org/drawingml/2006/main" noGrp="1"/>
          </p:cNvSpPr>
          <p:nvPr/>
        </p:nvSpPr>
        <p:spPr>
          <a:xfrm xmlns:a="http://schemas.openxmlformats.org/drawingml/2006/main">
            <a:off x="2788920" y="2726934"/>
            <a:ext cx="91440" cy="10401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F37C84F8-6E73-427E-9868-454746ABB453}"/>
              </a:ext>
            </a:extLst>
          </p:cNvPr>
          <p:cNvSpPr>
            <a:spLocks xmlns:a="http://schemas.openxmlformats.org/drawingml/2006/main" noGrp="1"/>
          </p:cNvSpPr>
          <p:nvPr/>
        </p:nvSpPr>
        <p:spPr>
          <a:xfrm xmlns:a="http://schemas.openxmlformats.org/drawingml/2006/main">
            <a:off x="2880360" y="2830946"/>
            <a:ext cx="91440" cy="11464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395DA21C-0866-45ED-B597-3D5BC0C3D14A}"/>
              </a:ext>
            </a:extLst>
          </p:cNvPr>
          <p:cNvSpPr>
            <a:spLocks xmlns:a="http://schemas.openxmlformats.org/drawingml/2006/main" noGrp="1"/>
          </p:cNvSpPr>
          <p:nvPr/>
        </p:nvSpPr>
        <p:spPr>
          <a:xfrm xmlns:a="http://schemas.openxmlformats.org/drawingml/2006/main">
            <a:off x="2971800" y="2945594"/>
            <a:ext cx="91440" cy="1232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3403CF48-43F9-437E-9811-5DC0462CBA66}"/>
              </a:ext>
            </a:extLst>
          </p:cNvPr>
          <p:cNvSpPr>
            <a:spLocks xmlns:a="http://schemas.openxmlformats.org/drawingml/2006/main" noGrp="1"/>
          </p:cNvSpPr>
          <p:nvPr/>
        </p:nvSpPr>
        <p:spPr>
          <a:xfrm xmlns:a="http://schemas.openxmlformats.org/drawingml/2006/main">
            <a:off x="3063240" y="3068883"/>
            <a:ext cx="91440" cy="1297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3139A63E-3E1E-45FD-A4CF-C20C9D64ABB0}"/>
              </a:ext>
            </a:extLst>
          </p:cNvPr>
          <p:cNvSpPr>
            <a:spLocks xmlns:a="http://schemas.openxmlformats.org/drawingml/2006/main" noGrp="1"/>
          </p:cNvSpPr>
          <p:nvPr/>
        </p:nvSpPr>
        <p:spPr>
          <a:xfrm xmlns:a="http://schemas.openxmlformats.org/drawingml/2006/main">
            <a:off x="3154680" y="3198672"/>
            <a:ext cx="91440" cy="134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1884C7AE-2071-4F19-B729-6E6B2D4731A0}"/>
              </a:ext>
            </a:extLst>
          </p:cNvPr>
          <p:cNvSpPr>
            <a:spLocks xmlns:a="http://schemas.openxmlformats.org/drawingml/2006/main" noGrp="1"/>
          </p:cNvSpPr>
          <p:nvPr/>
        </p:nvSpPr>
        <p:spPr>
          <a:xfrm xmlns:a="http://schemas.openxmlformats.org/drawingml/2006/main">
            <a:off x="3246120" y="3332703"/>
            <a:ext cx="91440" cy="13594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5F525DC-92F6-4D33-BD65-EC5695779B96}"/>
              </a:ext>
            </a:extLst>
          </p:cNvPr>
          <p:cNvSpPr>
            <a:spLocks xmlns:a="http://schemas.openxmlformats.org/drawingml/2006/main" noGrp="1"/>
          </p:cNvSpPr>
          <p:nvPr/>
        </p:nvSpPr>
        <p:spPr>
          <a:xfrm xmlns:a="http://schemas.openxmlformats.org/drawingml/2006/main">
            <a:off x="3337560" y="3468647"/>
            <a:ext cx="91440" cy="1354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FEF58A44-5159-45B1-9D24-FCD186418898}"/>
              </a:ext>
            </a:extLst>
          </p:cNvPr>
          <p:cNvSpPr>
            <a:spLocks xmlns:a="http://schemas.openxmlformats.org/drawingml/2006/main" noGrp="1"/>
          </p:cNvSpPr>
          <p:nvPr/>
        </p:nvSpPr>
        <p:spPr>
          <a:xfrm xmlns:a="http://schemas.openxmlformats.org/drawingml/2006/main">
            <a:off x="3429000" y="3604140"/>
            <a:ext cx="91440" cy="13268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E2AB188-83BC-4A77-B2F5-9B1197453DAD}"/>
              </a:ext>
            </a:extLst>
          </p:cNvPr>
          <p:cNvSpPr>
            <a:spLocks xmlns:a="http://schemas.openxmlformats.org/drawingml/2006/main" noGrp="1"/>
          </p:cNvSpPr>
          <p:nvPr/>
        </p:nvSpPr>
        <p:spPr>
          <a:xfrm xmlns:a="http://schemas.openxmlformats.org/drawingml/2006/main">
            <a:off x="3520440" y="3736827"/>
            <a:ext cx="91440" cy="1275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9DF72894-7326-4CA7-9054-554399BE4836}"/>
              </a:ext>
            </a:extLst>
          </p:cNvPr>
          <p:cNvSpPr>
            <a:spLocks xmlns:a="http://schemas.openxmlformats.org/drawingml/2006/main" noGrp="1"/>
          </p:cNvSpPr>
          <p:nvPr/>
        </p:nvSpPr>
        <p:spPr>
          <a:xfrm xmlns:a="http://schemas.openxmlformats.org/drawingml/2006/main">
            <a:off x="3611880" y="3864401"/>
            <a:ext cx="91440" cy="12024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F938664F-AFEF-4DA2-91AE-FDED12A19123}"/>
              </a:ext>
            </a:extLst>
          </p:cNvPr>
          <p:cNvSpPr>
            <a:spLocks xmlns:a="http://schemas.openxmlformats.org/drawingml/2006/main" noGrp="1"/>
          </p:cNvSpPr>
          <p:nvPr/>
        </p:nvSpPr>
        <p:spPr>
          <a:xfrm xmlns:a="http://schemas.openxmlformats.org/drawingml/2006/main">
            <a:off x="3703320" y="3984643"/>
            <a:ext cx="91440" cy="1108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0E071A09-5432-49AC-8355-9937736BE81B}"/>
              </a:ext>
            </a:extLst>
          </p:cNvPr>
          <p:cNvSpPr>
            <a:spLocks xmlns:a="http://schemas.openxmlformats.org/drawingml/2006/main" noGrp="1"/>
          </p:cNvSpPr>
          <p:nvPr/>
        </p:nvSpPr>
        <p:spPr>
          <a:xfrm xmlns:a="http://schemas.openxmlformats.org/drawingml/2006/main">
            <a:off x="3794760" y="4095465"/>
            <a:ext cx="91440" cy="994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C6CC5EF7-41CA-4D79-AA3C-A7D18C9A8E41}"/>
              </a:ext>
            </a:extLst>
          </p:cNvPr>
          <p:cNvSpPr>
            <a:spLocks xmlns:a="http://schemas.openxmlformats.org/drawingml/2006/main" noGrp="1"/>
          </p:cNvSpPr>
          <p:nvPr/>
        </p:nvSpPr>
        <p:spPr>
          <a:xfrm xmlns:a="http://schemas.openxmlformats.org/drawingml/2006/main">
            <a:off x="3886200" y="4194939"/>
            <a:ext cx="91439" cy="86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1936B6E7-721F-4D04-A002-50E8170BB3D8}"/>
              </a:ext>
            </a:extLst>
          </p:cNvPr>
          <p:cNvSpPr>
            <a:spLocks xmlns:a="http://schemas.openxmlformats.org/drawingml/2006/main" noGrp="1"/>
          </p:cNvSpPr>
          <p:nvPr/>
        </p:nvSpPr>
        <p:spPr>
          <a:xfrm xmlns:a="http://schemas.openxmlformats.org/drawingml/2006/main">
            <a:off x="3977639" y="4281335"/>
            <a:ext cx="91441" cy="71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982F077-E9A2-429F-8E63-DA49E7D549B3}"/>
              </a:ext>
            </a:extLst>
          </p:cNvPr>
          <p:cNvSpPr>
            <a:spLocks xmlns:a="http://schemas.openxmlformats.org/drawingml/2006/main" noGrp="1"/>
          </p:cNvSpPr>
          <p:nvPr/>
        </p:nvSpPr>
        <p:spPr>
          <a:xfrm xmlns:a="http://schemas.openxmlformats.org/drawingml/2006/main">
            <a:off x="4069080" y="4353152"/>
            <a:ext cx="91440" cy="559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95680960-A610-4737-91B1-080644125603}"/>
              </a:ext>
            </a:extLst>
          </p:cNvPr>
          <p:cNvSpPr>
            <a:spLocks xmlns:a="http://schemas.openxmlformats.org/drawingml/2006/main" noGrp="1"/>
          </p:cNvSpPr>
          <p:nvPr/>
        </p:nvSpPr>
        <p:spPr>
          <a:xfrm xmlns:a="http://schemas.openxmlformats.org/drawingml/2006/main">
            <a:off x="4160520" y="4409142"/>
            <a:ext cx="91440" cy="391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D32BE03-4574-40D9-8DB5-861521B04C13}"/>
              </a:ext>
            </a:extLst>
          </p:cNvPr>
          <p:cNvSpPr>
            <a:spLocks xmlns:a="http://schemas.openxmlformats.org/drawingml/2006/main" noGrp="1"/>
          </p:cNvSpPr>
          <p:nvPr/>
        </p:nvSpPr>
        <p:spPr>
          <a:xfrm xmlns:a="http://schemas.openxmlformats.org/drawingml/2006/main">
            <a:off x="4251960" y="4448330"/>
            <a:ext cx="91440" cy="2170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0687F1F0-35C1-4BA6-B6FE-E86606238DE2}"/>
              </a:ext>
            </a:extLst>
          </p:cNvPr>
          <p:cNvSpPr>
            <a:spLocks xmlns:a="http://schemas.openxmlformats.org/drawingml/2006/main" noGrp="1"/>
          </p:cNvSpPr>
          <p:nvPr/>
        </p:nvSpPr>
        <p:spPr>
          <a:xfrm xmlns:a="http://schemas.openxmlformats.org/drawingml/2006/main">
            <a:off x="4343400" y="4470036"/>
            <a:ext cx="91440" cy="384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92A61B67-7568-4D4E-86E7-8BCE0BB6D7D3}"/>
              </a:ext>
            </a:extLst>
          </p:cNvPr>
          <p:cNvSpPr>
            <a:spLocks xmlns:a="http://schemas.openxmlformats.org/drawingml/2006/main" noGrp="1"/>
          </p:cNvSpPr>
          <p:nvPr/>
        </p:nvSpPr>
        <p:spPr>
          <a:xfrm xmlns:a="http://schemas.openxmlformats.org/drawingml/2006/main" flipV="1">
            <a:off x="4434840" y="4459803"/>
            <a:ext cx="91440" cy="1408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96F8E8D-44D3-4C2B-90EC-B7855A788D8D}"/>
              </a:ext>
            </a:extLst>
          </p:cNvPr>
          <p:cNvSpPr>
            <a:spLocks xmlns:a="http://schemas.openxmlformats.org/drawingml/2006/main" noGrp="1"/>
          </p:cNvSpPr>
          <p:nvPr/>
        </p:nvSpPr>
        <p:spPr>
          <a:xfrm xmlns:a="http://schemas.openxmlformats.org/drawingml/2006/main" flipV="1">
            <a:off x="4526280" y="4428041"/>
            <a:ext cx="91440" cy="317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457A3A41-0BA8-47C0-A787-2ADA574080C0}"/>
              </a:ext>
            </a:extLst>
          </p:cNvPr>
          <p:cNvSpPr>
            <a:spLocks xmlns:a="http://schemas.openxmlformats.org/drawingml/2006/main" noGrp="1"/>
          </p:cNvSpPr>
          <p:nvPr/>
        </p:nvSpPr>
        <p:spPr>
          <a:xfrm xmlns:a="http://schemas.openxmlformats.org/drawingml/2006/main" flipV="1">
            <a:off x="4617720" y="4379149"/>
            <a:ext cx="91440" cy="488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FBFC7D2F-054C-4C84-8A35-7FCFDF147349}"/>
              </a:ext>
            </a:extLst>
          </p:cNvPr>
          <p:cNvSpPr>
            <a:spLocks xmlns:a="http://schemas.openxmlformats.org/drawingml/2006/main" noGrp="1"/>
          </p:cNvSpPr>
          <p:nvPr/>
        </p:nvSpPr>
        <p:spPr>
          <a:xfrm xmlns:a="http://schemas.openxmlformats.org/drawingml/2006/main" flipV="1">
            <a:off x="4709160" y="4313978"/>
            <a:ext cx="91440" cy="6517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64F5279B-BF32-4988-B718-5A532D73D76C}"/>
              </a:ext>
            </a:extLst>
          </p:cNvPr>
          <p:cNvSpPr>
            <a:spLocks xmlns:a="http://schemas.openxmlformats.org/drawingml/2006/main" noGrp="1"/>
          </p:cNvSpPr>
          <p:nvPr/>
        </p:nvSpPr>
        <p:spPr>
          <a:xfrm xmlns:a="http://schemas.openxmlformats.org/drawingml/2006/main" flipV="1">
            <a:off x="4800600" y="4233660"/>
            <a:ext cx="91440" cy="80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31445420-3113-465E-8E10-787721886BC5}"/>
              </a:ext>
            </a:extLst>
          </p:cNvPr>
          <p:cNvSpPr>
            <a:spLocks xmlns:a="http://schemas.openxmlformats.org/drawingml/2006/main" noGrp="1"/>
          </p:cNvSpPr>
          <p:nvPr/>
        </p:nvSpPr>
        <p:spPr>
          <a:xfrm xmlns:a="http://schemas.openxmlformats.org/drawingml/2006/main" flipV="1">
            <a:off x="4892040" y="4139592"/>
            <a:ext cx="91440" cy="940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20735F3C-6E3D-4C16-AEAA-72BDB7886F7C}"/>
              </a:ext>
            </a:extLst>
          </p:cNvPr>
          <p:cNvSpPr>
            <a:spLocks xmlns:a="http://schemas.openxmlformats.org/drawingml/2006/main" noGrp="1"/>
          </p:cNvSpPr>
          <p:nvPr/>
        </p:nvSpPr>
        <p:spPr>
          <a:xfrm xmlns:a="http://schemas.openxmlformats.org/drawingml/2006/main" flipV="1">
            <a:off x="4983480" y="4033408"/>
            <a:ext cx="91440" cy="1061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4424392B-57DE-45BE-8BD2-2AD998243C5C}"/>
              </a:ext>
            </a:extLst>
          </p:cNvPr>
          <p:cNvSpPr>
            <a:spLocks xmlns:a="http://schemas.openxmlformats.org/drawingml/2006/main" noGrp="1"/>
          </p:cNvSpPr>
          <p:nvPr/>
        </p:nvSpPr>
        <p:spPr>
          <a:xfrm xmlns:a="http://schemas.openxmlformats.org/drawingml/2006/main" flipV="1">
            <a:off x="5074920" y="3916956"/>
            <a:ext cx="91440" cy="11645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CFDF9363-4947-4E57-8265-B08E1CF00DEB}"/>
              </a:ext>
            </a:extLst>
          </p:cNvPr>
          <p:cNvSpPr>
            <a:spLocks xmlns:a="http://schemas.openxmlformats.org/drawingml/2006/main" noGrp="1"/>
          </p:cNvSpPr>
          <p:nvPr/>
        </p:nvSpPr>
        <p:spPr>
          <a:xfrm xmlns:a="http://schemas.openxmlformats.org/drawingml/2006/main" flipV="1">
            <a:off x="5166360" y="3792259"/>
            <a:ext cx="91440" cy="1246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5FB33742-0C08-411A-B0B6-F1130DB83DFF}"/>
              </a:ext>
            </a:extLst>
          </p:cNvPr>
          <p:cNvSpPr>
            <a:spLocks xmlns:a="http://schemas.openxmlformats.org/drawingml/2006/main" noGrp="1"/>
          </p:cNvSpPr>
          <p:nvPr/>
        </p:nvSpPr>
        <p:spPr>
          <a:xfrm xmlns:a="http://schemas.openxmlformats.org/drawingml/2006/main" flipV="1">
            <a:off x="5257800" y="3661486"/>
            <a:ext cx="91440" cy="1307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5D8CDC3-BD3D-4AB3-967F-558EA061ECBD}"/>
              </a:ext>
            </a:extLst>
          </p:cNvPr>
          <p:cNvSpPr>
            <a:spLocks xmlns:a="http://schemas.openxmlformats.org/drawingml/2006/main" noGrp="1"/>
          </p:cNvSpPr>
          <p:nvPr/>
        </p:nvSpPr>
        <p:spPr>
          <a:xfrm xmlns:a="http://schemas.openxmlformats.org/drawingml/2006/main" flipV="1">
            <a:off x="5349240" y="3526909"/>
            <a:ext cx="91439" cy="13457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9AC56ACA-4F10-47EB-9DE8-B344A5BDEBCD}"/>
              </a:ext>
            </a:extLst>
          </p:cNvPr>
          <p:cNvSpPr>
            <a:spLocks xmlns:a="http://schemas.openxmlformats.org/drawingml/2006/main" noGrp="1"/>
          </p:cNvSpPr>
          <p:nvPr/>
        </p:nvSpPr>
        <p:spPr>
          <a:xfrm xmlns:a="http://schemas.openxmlformats.org/drawingml/2006/main" flipV="1">
            <a:off x="5440679" y="3390868"/>
            <a:ext cx="91441" cy="1360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EE758C42-6A91-4F76-BA43-AD89812C0B86}"/>
              </a:ext>
            </a:extLst>
          </p:cNvPr>
          <p:cNvSpPr>
            <a:spLocks xmlns:a="http://schemas.openxmlformats.org/drawingml/2006/main" noGrp="1"/>
          </p:cNvSpPr>
          <p:nvPr/>
        </p:nvSpPr>
        <p:spPr>
          <a:xfrm xmlns:a="http://schemas.openxmlformats.org/drawingml/2006/main" flipV="1">
            <a:off x="5532120" y="3255729"/>
            <a:ext cx="91440" cy="1351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703638FE-C77A-453D-BCEE-9A0112ADC758}"/>
              </a:ext>
            </a:extLst>
          </p:cNvPr>
          <p:cNvSpPr>
            <a:spLocks xmlns:a="http://schemas.openxmlformats.org/drawingml/2006/main" noGrp="1"/>
          </p:cNvSpPr>
          <p:nvPr/>
        </p:nvSpPr>
        <p:spPr>
          <a:xfrm xmlns:a="http://schemas.openxmlformats.org/drawingml/2006/main" flipV="1">
            <a:off x="5623560" y="3123841"/>
            <a:ext cx="91440" cy="131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C65407DD-8816-4AA8-8779-B008B5C466FA}"/>
              </a:ext>
            </a:extLst>
          </p:cNvPr>
          <p:cNvSpPr>
            <a:spLocks xmlns:a="http://schemas.openxmlformats.org/drawingml/2006/main" noGrp="1"/>
          </p:cNvSpPr>
          <p:nvPr/>
        </p:nvSpPr>
        <p:spPr>
          <a:xfrm xmlns:a="http://schemas.openxmlformats.org/drawingml/2006/main" flipV="1">
            <a:off x="5715000" y="2997496"/>
            <a:ext cx="91440" cy="1263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44147FD8-F34D-4001-81DC-8E6E6E4373EE}"/>
              </a:ext>
            </a:extLst>
          </p:cNvPr>
          <p:cNvSpPr>
            <a:spLocks xmlns:a="http://schemas.openxmlformats.org/drawingml/2006/main" noGrp="1"/>
          </p:cNvSpPr>
          <p:nvPr/>
        </p:nvSpPr>
        <p:spPr>
          <a:xfrm xmlns:a="http://schemas.openxmlformats.org/drawingml/2006/main" flipV="1">
            <a:off x="5806440" y="2878891"/>
            <a:ext cx="91440" cy="118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31ABA3BD-3903-43C6-96F5-5098B7C029F1}"/>
              </a:ext>
            </a:extLst>
          </p:cNvPr>
          <p:cNvSpPr>
            <a:spLocks xmlns:a="http://schemas.openxmlformats.org/drawingml/2006/main" noGrp="1"/>
          </p:cNvSpPr>
          <p:nvPr/>
        </p:nvSpPr>
        <p:spPr>
          <a:xfrm xmlns:a="http://schemas.openxmlformats.org/drawingml/2006/main" flipV="1">
            <a:off x="5897880" y="2770088"/>
            <a:ext cx="91440" cy="10880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13ED2FE-BA6A-45AD-B924-5501CBF972F7}"/>
              </a:ext>
            </a:extLst>
          </p:cNvPr>
          <p:cNvSpPr>
            <a:spLocks xmlns:a="http://schemas.openxmlformats.org/drawingml/2006/main" noGrp="1"/>
          </p:cNvSpPr>
          <p:nvPr/>
        </p:nvSpPr>
        <p:spPr>
          <a:xfrm xmlns:a="http://schemas.openxmlformats.org/drawingml/2006/main" flipV="1">
            <a:off x="5989320" y="2672979"/>
            <a:ext cx="91440" cy="971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4DEDBB93-2242-4C8A-BDF2-AFBF5A31ADA0}"/>
              </a:ext>
            </a:extLst>
          </p:cNvPr>
          <p:cNvSpPr>
            <a:spLocks xmlns:a="http://schemas.openxmlformats.org/drawingml/2006/main" noGrp="1"/>
          </p:cNvSpPr>
          <p:nvPr/>
        </p:nvSpPr>
        <p:spPr>
          <a:xfrm xmlns:a="http://schemas.openxmlformats.org/drawingml/2006/main" flipV="1">
            <a:off x="6080760" y="2589251"/>
            <a:ext cx="91440" cy="8372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FD5BEE69-C9EB-4BBB-94B2-340AF9345367}"/>
              </a:ext>
            </a:extLst>
          </p:cNvPr>
          <p:cNvSpPr>
            <a:spLocks xmlns:a="http://schemas.openxmlformats.org/drawingml/2006/main" noGrp="1"/>
          </p:cNvSpPr>
          <p:nvPr/>
        </p:nvSpPr>
        <p:spPr>
          <a:xfrm xmlns:a="http://schemas.openxmlformats.org/drawingml/2006/main" flipV="1">
            <a:off x="6172200" y="2520360"/>
            <a:ext cx="91440" cy="688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86438E96-D130-4582-9EF5-5005ADAAAC99}"/>
              </a:ext>
            </a:extLst>
          </p:cNvPr>
          <p:cNvSpPr>
            <a:spLocks xmlns:a="http://schemas.openxmlformats.org/drawingml/2006/main" noGrp="1"/>
          </p:cNvSpPr>
          <p:nvPr/>
        </p:nvSpPr>
        <p:spPr>
          <a:xfrm xmlns:a="http://schemas.openxmlformats.org/drawingml/2006/main" flipV="1">
            <a:off x="6263640" y="2467505"/>
            <a:ext cx="91439" cy="528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17B3E048-8020-4657-9872-570F3AEB1552}"/>
              </a:ext>
            </a:extLst>
          </p:cNvPr>
          <p:cNvSpPr>
            <a:spLocks xmlns:a="http://schemas.openxmlformats.org/drawingml/2006/main" noGrp="1"/>
          </p:cNvSpPr>
          <p:nvPr/>
        </p:nvSpPr>
        <p:spPr>
          <a:xfrm xmlns:a="http://schemas.openxmlformats.org/drawingml/2006/main" flipV="1">
            <a:off x="6355079" y="2431603"/>
            <a:ext cx="91441" cy="359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B9292AFF-B1B8-482B-BB01-BA51BA6D3B7A}"/>
              </a:ext>
            </a:extLst>
          </p:cNvPr>
          <p:cNvSpPr>
            <a:spLocks xmlns:a="http://schemas.openxmlformats.org/drawingml/2006/main" noGrp="1"/>
          </p:cNvSpPr>
          <p:nvPr/>
        </p:nvSpPr>
        <p:spPr>
          <a:xfrm xmlns:a="http://schemas.openxmlformats.org/drawingml/2006/main" flipV="1">
            <a:off x="6446520" y="2413279"/>
            <a:ext cx="91439" cy="1832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99ABDF8B-3334-4AC0-81F0-433E885327BB}"/>
              </a:ext>
            </a:extLst>
          </p:cNvPr>
          <p:cNvSpPr>
            <a:spLocks xmlns:a="http://schemas.openxmlformats.org/drawingml/2006/main" noGrp="1"/>
          </p:cNvSpPr>
          <p:nvPr/>
        </p:nvSpPr>
        <p:spPr>
          <a:xfrm xmlns:a="http://schemas.openxmlformats.org/drawingml/2006/main" flipV="1">
            <a:off x="6537959" y="2412851"/>
            <a:ext cx="91441" cy="42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34E2F316-03A4-4AD6-8E2F-1515A42AFF34}"/>
              </a:ext>
            </a:extLst>
          </p:cNvPr>
          <p:cNvSpPr>
            <a:spLocks xmlns:a="http://schemas.openxmlformats.org/drawingml/2006/main" noGrp="1"/>
          </p:cNvSpPr>
          <p:nvPr/>
        </p:nvSpPr>
        <p:spPr>
          <a:xfrm xmlns:a="http://schemas.openxmlformats.org/drawingml/2006/main">
            <a:off x="6629400" y="2412851"/>
            <a:ext cx="91440" cy="1747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28671BE5-A717-4AA0-9E62-C77D7F70257D}"/>
              </a:ext>
            </a:extLst>
          </p:cNvPr>
          <p:cNvSpPr>
            <a:spLocks xmlns:a="http://schemas.openxmlformats.org/drawingml/2006/main" noGrp="1"/>
          </p:cNvSpPr>
          <p:nvPr/>
        </p:nvSpPr>
        <p:spPr>
          <a:xfrm xmlns:a="http://schemas.openxmlformats.org/drawingml/2006/main">
            <a:off x="6720840" y="2430328"/>
            <a:ext cx="91440" cy="350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1DC853D3-BBB2-43CB-A28B-799E0AAED4F3}"/>
              </a:ext>
            </a:extLst>
          </p:cNvPr>
          <p:cNvSpPr>
            <a:spLocks xmlns:a="http://schemas.openxmlformats.org/drawingml/2006/main" noGrp="1"/>
          </p:cNvSpPr>
          <p:nvPr/>
        </p:nvSpPr>
        <p:spPr>
          <a:xfrm xmlns:a="http://schemas.openxmlformats.org/drawingml/2006/main">
            <a:off x="6812280" y="2465404"/>
            <a:ext cx="91440" cy="520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0420B86C-AE81-4BB9-9E8D-5FAFE4D4206E}"/>
              </a:ext>
            </a:extLst>
          </p:cNvPr>
          <p:cNvSpPr>
            <a:spLocks xmlns:a="http://schemas.openxmlformats.org/drawingml/2006/main" noGrp="1"/>
          </p:cNvSpPr>
          <p:nvPr/>
        </p:nvSpPr>
        <p:spPr>
          <a:xfrm xmlns:a="http://schemas.openxmlformats.org/drawingml/2006/main">
            <a:off x="6903720" y="2517471"/>
            <a:ext cx="91440" cy="6815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A5B5E98-1520-4E3D-995B-45FB847B0218}"/>
              </a:ext>
            </a:extLst>
          </p:cNvPr>
          <p:cNvSpPr>
            <a:spLocks xmlns:a="http://schemas.openxmlformats.org/drawingml/2006/main" noGrp="1"/>
          </p:cNvSpPr>
          <p:nvPr/>
        </p:nvSpPr>
        <p:spPr>
          <a:xfrm xmlns:a="http://schemas.openxmlformats.org/drawingml/2006/main">
            <a:off x="6995160" y="2585623"/>
            <a:ext cx="91440" cy="8305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29FDB7-60EE-4824-A3A3-A2F8B9D52FF1}"/>
              </a:ext>
            </a:extLst>
          </p:cNvPr>
          <p:cNvSpPr>
            <a:spLocks xmlns:a="http://schemas.openxmlformats.org/drawingml/2006/main" noGrp="1"/>
          </p:cNvSpPr>
          <p:nvPr/>
        </p:nvSpPr>
        <p:spPr>
          <a:xfrm xmlns:a="http://schemas.openxmlformats.org/drawingml/2006/main">
            <a:off x="7086600" y="2668676"/>
            <a:ext cx="91440" cy="9650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7439E6DE-9F71-46EF-BF50-11A79476B68A}"/>
              </a:ext>
            </a:extLst>
          </p:cNvPr>
          <p:cNvSpPr>
            <a:spLocks xmlns:a="http://schemas.openxmlformats.org/drawingml/2006/main" noGrp="1"/>
          </p:cNvSpPr>
          <p:nvPr/>
        </p:nvSpPr>
        <p:spPr>
          <a:xfrm xmlns:a="http://schemas.openxmlformats.org/drawingml/2006/main">
            <a:off x="7178040" y="2765184"/>
            <a:ext cx="91440" cy="1082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423ACFBF-45D6-49B7-A519-7899EA0A4678}"/>
              </a:ext>
            </a:extLst>
          </p:cNvPr>
          <p:cNvSpPr>
            <a:spLocks xmlns:a="http://schemas.openxmlformats.org/drawingml/2006/main" noGrp="1"/>
          </p:cNvSpPr>
          <p:nvPr/>
        </p:nvSpPr>
        <p:spPr>
          <a:xfrm xmlns:a="http://schemas.openxmlformats.org/drawingml/2006/main">
            <a:off x="7269480" y="2873472"/>
            <a:ext cx="91440" cy="1181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8071847-D84B-411F-A7E5-576857BDAC79}"/>
              </a:ext>
            </a:extLst>
          </p:cNvPr>
          <p:cNvSpPr>
            <a:spLocks xmlns:a="http://schemas.openxmlformats.org/drawingml/2006/main" noGrp="1"/>
          </p:cNvSpPr>
          <p:nvPr/>
        </p:nvSpPr>
        <p:spPr>
          <a:xfrm xmlns:a="http://schemas.openxmlformats.org/drawingml/2006/main">
            <a:off x="7360920" y="2991656"/>
            <a:ext cx="91439" cy="12602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66BA0C03-3CF4-4723-B138-BE0EABE61EFE}"/>
              </a:ext>
            </a:extLst>
          </p:cNvPr>
          <p:cNvSpPr>
            <a:spLocks xmlns:a="http://schemas.openxmlformats.org/drawingml/2006/main" noGrp="1"/>
          </p:cNvSpPr>
          <p:nvPr/>
        </p:nvSpPr>
        <p:spPr>
          <a:xfrm xmlns:a="http://schemas.openxmlformats.org/drawingml/2006/main">
            <a:off x="7452359" y="3117681"/>
            <a:ext cx="91441" cy="1316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0F6E6016-0BF5-47C5-9CD1-DAB9F5A94F1C}"/>
              </a:ext>
            </a:extLst>
          </p:cNvPr>
          <p:cNvSpPr>
            <a:spLocks xmlns:a="http://schemas.openxmlformats.org/drawingml/2006/main" noGrp="1"/>
          </p:cNvSpPr>
          <p:nvPr/>
        </p:nvSpPr>
        <p:spPr>
          <a:xfrm xmlns:a="http://schemas.openxmlformats.org/drawingml/2006/main">
            <a:off x="7543800" y="3249357"/>
            <a:ext cx="91440" cy="1350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E6BCCA0D-CCA1-4875-A386-965DE4F2FF90}"/>
              </a:ext>
            </a:extLst>
          </p:cNvPr>
          <p:cNvSpPr>
            <a:spLocks xmlns:a="http://schemas.openxmlformats.org/drawingml/2006/main" noGrp="1"/>
          </p:cNvSpPr>
          <p:nvPr/>
        </p:nvSpPr>
        <p:spPr>
          <a:xfrm xmlns:a="http://schemas.openxmlformats.org/drawingml/2006/main">
            <a:off x="7635240" y="3384394"/>
            <a:ext cx="91439" cy="13605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588FDC4E-DBD6-47D8-AD32-EAB2878ACD95}"/>
              </a:ext>
            </a:extLst>
          </p:cNvPr>
          <p:cNvSpPr>
            <a:spLocks xmlns:a="http://schemas.openxmlformats.org/drawingml/2006/main" noGrp="1"/>
          </p:cNvSpPr>
          <p:nvPr/>
        </p:nvSpPr>
        <p:spPr>
          <a:xfrm xmlns:a="http://schemas.openxmlformats.org/drawingml/2006/main">
            <a:off x="7726679" y="3520445"/>
            <a:ext cx="91441" cy="1347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63E1D10-0DE9-4394-B07F-67F3F4BB2CD2}"/>
              </a:ext>
            </a:extLst>
          </p:cNvPr>
          <p:cNvSpPr>
            <a:spLocks xmlns:a="http://schemas.openxmlformats.org/drawingml/2006/main" noGrp="1"/>
          </p:cNvSpPr>
          <p:nvPr/>
        </p:nvSpPr>
        <p:spPr>
          <a:xfrm xmlns:a="http://schemas.openxmlformats.org/drawingml/2006/main">
            <a:off x="7818120" y="3655145"/>
            <a:ext cx="91440" cy="13100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B884807C-FB0A-4DF0-AFF3-1A1574749D60}"/>
              </a:ext>
            </a:extLst>
          </p:cNvPr>
          <p:cNvSpPr>
            <a:spLocks xmlns:a="http://schemas.openxmlformats.org/drawingml/2006/main" noGrp="1"/>
          </p:cNvSpPr>
          <p:nvPr/>
        </p:nvSpPr>
        <p:spPr>
          <a:xfrm xmlns:a="http://schemas.openxmlformats.org/drawingml/2006/main">
            <a:off x="7909560" y="3786152"/>
            <a:ext cx="91440" cy="12503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FC89773D-3C68-4D09-8C74-9E78090BE1C3}"/>
              </a:ext>
            </a:extLst>
          </p:cNvPr>
          <p:cNvSpPr>
            <a:spLocks xmlns:a="http://schemas.openxmlformats.org/drawingml/2006/main" noGrp="1"/>
          </p:cNvSpPr>
          <p:nvPr/>
        </p:nvSpPr>
        <p:spPr>
          <a:xfrm xmlns:a="http://schemas.openxmlformats.org/drawingml/2006/main">
            <a:off x="8001000" y="3911188"/>
            <a:ext cx="91440" cy="1168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640068C2-9B69-463E-9153-1FF3F5592FAA}"/>
              </a:ext>
            </a:extLst>
          </p:cNvPr>
          <p:cNvSpPr>
            <a:spLocks xmlns:a="http://schemas.openxmlformats.org/drawingml/2006/main" noGrp="1"/>
          </p:cNvSpPr>
          <p:nvPr/>
        </p:nvSpPr>
        <p:spPr>
          <a:xfrm xmlns:a="http://schemas.openxmlformats.org/drawingml/2006/main">
            <a:off x="8092440" y="4028081"/>
            <a:ext cx="91439" cy="1067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49B04C1-2260-402B-AD63-4E9D99ACB6A2}"/>
              </a:ext>
            </a:extLst>
          </p:cNvPr>
          <p:cNvSpPr>
            <a:spLocks xmlns:a="http://schemas.openxmlformats.org/drawingml/2006/main" noGrp="1"/>
          </p:cNvSpPr>
          <p:nvPr/>
        </p:nvSpPr>
        <p:spPr>
          <a:xfrm xmlns:a="http://schemas.openxmlformats.org/drawingml/2006/main">
            <a:off x="8183879" y="4134796"/>
            <a:ext cx="91441" cy="946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AA541E09-42A5-4A7B-A5DE-73989004E2D8}"/>
              </a:ext>
            </a:extLst>
          </p:cNvPr>
          <p:cNvSpPr>
            <a:spLocks xmlns:a="http://schemas.openxmlformats.org/drawingml/2006/main" noGrp="1"/>
          </p:cNvSpPr>
          <p:nvPr/>
        </p:nvSpPr>
        <p:spPr>
          <a:xfrm xmlns:a="http://schemas.openxmlformats.org/drawingml/2006/main">
            <a:off x="8275320" y="4229480"/>
            <a:ext cx="91440" cy="8100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E60329D-538A-4393-B5F2-65840CC38E57}"/>
              </a:ext>
            </a:extLst>
          </p:cNvPr>
          <p:cNvSpPr>
            <a:spLocks xmlns:a="http://schemas.openxmlformats.org/drawingml/2006/main" noGrp="1"/>
          </p:cNvSpPr>
          <p:nvPr/>
        </p:nvSpPr>
        <p:spPr>
          <a:xfrm xmlns:a="http://schemas.openxmlformats.org/drawingml/2006/main">
            <a:off x="8366760" y="4310487"/>
            <a:ext cx="91440" cy="6592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8BF485B6-BA48-4BEB-998D-17CD2EC6389E}"/>
              </a:ext>
            </a:extLst>
          </p:cNvPr>
          <p:cNvSpPr>
            <a:spLocks xmlns:a="http://schemas.openxmlformats.org/drawingml/2006/main" noGrp="1"/>
          </p:cNvSpPr>
          <p:nvPr/>
        </p:nvSpPr>
        <p:spPr>
          <a:xfrm xmlns:a="http://schemas.openxmlformats.org/drawingml/2006/main">
            <a:off x="8458200" y="4376407"/>
            <a:ext cx="91440" cy="496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43AC359-CBD7-4A45-8AE2-8A2BE372C89A}"/>
              </a:ext>
            </a:extLst>
          </p:cNvPr>
          <p:cNvSpPr>
            <a:spLocks xmlns:a="http://schemas.openxmlformats.org/drawingml/2006/main" noGrp="1"/>
          </p:cNvSpPr>
          <p:nvPr/>
        </p:nvSpPr>
        <p:spPr>
          <a:xfrm xmlns:a="http://schemas.openxmlformats.org/drawingml/2006/main">
            <a:off x="8549640" y="4426095"/>
            <a:ext cx="91440" cy="325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C4B183-7231-475C-941E-458377DFF31B}"/>
              </a:ext>
            </a:extLst>
          </p:cNvPr>
          <p:cNvSpPr>
            <a:spLocks xmlns:a="http://schemas.openxmlformats.org/drawingml/2006/main" noGrp="1"/>
          </p:cNvSpPr>
          <p:nvPr/>
        </p:nvSpPr>
        <p:spPr>
          <a:xfrm xmlns:a="http://schemas.openxmlformats.org/drawingml/2006/main">
            <a:off x="8641080" y="4458688"/>
            <a:ext cx="91439" cy="149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CEEA296B-C288-4A2F-80D0-A06AE18C224F}"/>
              </a:ext>
            </a:extLst>
          </p:cNvPr>
          <p:cNvSpPr>
            <a:spLocks xmlns:a="http://schemas.openxmlformats.org/drawingml/2006/main" noGrp="1"/>
          </p:cNvSpPr>
          <p:nvPr/>
        </p:nvSpPr>
        <p:spPr>
          <a:xfrm xmlns:a="http://schemas.openxmlformats.org/drawingml/2006/main" flipV="1">
            <a:off x="8732519" y="4470626"/>
            <a:ext cx="91441" cy="29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D7F8681E-11C6-4DCF-A6E0-6982924705A6}"/>
              </a:ext>
            </a:extLst>
          </p:cNvPr>
          <p:cNvSpPr>
            <a:spLocks xmlns:a="http://schemas.openxmlformats.org/drawingml/2006/main" noGrp="1"/>
          </p:cNvSpPr>
          <p:nvPr/>
        </p:nvSpPr>
        <p:spPr>
          <a:xfrm xmlns:a="http://schemas.openxmlformats.org/drawingml/2006/main" flipV="1">
            <a:off x="8823960" y="4449764"/>
            <a:ext cx="91440" cy="208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42CEDD-2C68-4D3C-B336-EF898EE465C7}"/>
              </a:ext>
            </a:extLst>
          </p:cNvPr>
          <p:cNvSpPr>
            <a:spLocks xmlns:a="http://schemas.openxmlformats.org/drawingml/2006/main" noGrp="1"/>
          </p:cNvSpPr>
          <p:nvPr/>
        </p:nvSpPr>
        <p:spPr>
          <a:xfrm xmlns:a="http://schemas.openxmlformats.org/drawingml/2006/main" flipV="1">
            <a:off x="8915400" y="4411395"/>
            <a:ext cx="91440" cy="383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E65762EC-CA98-4F2C-AA04-3CAF5C292234}"/>
              </a:ext>
            </a:extLst>
          </p:cNvPr>
          <p:cNvSpPr>
            <a:spLocks xmlns:a="http://schemas.openxmlformats.org/drawingml/2006/main" noGrp="1"/>
          </p:cNvSpPr>
          <p:nvPr/>
        </p:nvSpPr>
        <p:spPr>
          <a:xfrm xmlns:a="http://schemas.openxmlformats.org/drawingml/2006/main" flipV="1">
            <a:off x="9006840" y="4356186"/>
            <a:ext cx="91440" cy="552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E121131F-2E3A-4148-854B-62E6F41973A4}"/>
              </a:ext>
            </a:extLst>
          </p:cNvPr>
          <p:cNvSpPr>
            <a:spLocks xmlns:a="http://schemas.openxmlformats.org/drawingml/2006/main" noGrp="1"/>
          </p:cNvSpPr>
          <p:nvPr/>
        </p:nvSpPr>
        <p:spPr>
          <a:xfrm xmlns:a="http://schemas.openxmlformats.org/drawingml/2006/main" flipV="1">
            <a:off x="9098280" y="4285096"/>
            <a:ext cx="91440" cy="710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B16CE5BD-0CC3-4C54-BC39-E95DD4B25E2E}"/>
              </a:ext>
            </a:extLst>
          </p:cNvPr>
          <p:cNvSpPr>
            <a:spLocks xmlns:a="http://schemas.openxmlformats.org/drawingml/2006/main" noGrp="1"/>
          </p:cNvSpPr>
          <p:nvPr/>
        </p:nvSpPr>
        <p:spPr>
          <a:xfrm xmlns:a="http://schemas.openxmlformats.org/drawingml/2006/main" flipV="1">
            <a:off x="9189720" y="4199362"/>
            <a:ext cx="91440" cy="857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562D3E54-791E-4133-801C-919419999C96}"/>
              </a:ext>
            </a:extLst>
          </p:cNvPr>
          <p:cNvSpPr>
            <a:spLocks xmlns:a="http://schemas.openxmlformats.org/drawingml/2006/main" noGrp="1"/>
          </p:cNvSpPr>
          <p:nvPr/>
        </p:nvSpPr>
        <p:spPr>
          <a:xfrm xmlns:a="http://schemas.openxmlformats.org/drawingml/2006/main" flipV="1">
            <a:off x="9281160" y="4100474"/>
            <a:ext cx="91440" cy="98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28356AD7-6D27-4555-B6CA-4FC6228AE175}"/>
              </a:ext>
            </a:extLst>
          </p:cNvPr>
          <p:cNvSpPr>
            <a:spLocks xmlns:a="http://schemas.openxmlformats.org/drawingml/2006/main" noGrp="1"/>
          </p:cNvSpPr>
          <p:nvPr/>
        </p:nvSpPr>
        <p:spPr>
          <a:xfrm xmlns:a="http://schemas.openxmlformats.org/drawingml/2006/main" flipV="1">
            <a:off x="9372600" y="3990150"/>
            <a:ext cx="91440" cy="11032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B0F7556-AAED-461F-AE49-33F0B5CC5124}"/>
              </a:ext>
            </a:extLst>
          </p:cNvPr>
          <p:cNvSpPr>
            <a:spLocks xmlns:a="http://schemas.openxmlformats.org/drawingml/2006/main" noGrp="1"/>
          </p:cNvSpPr>
          <p:nvPr/>
        </p:nvSpPr>
        <p:spPr>
          <a:xfrm xmlns:a="http://schemas.openxmlformats.org/drawingml/2006/main" flipV="1">
            <a:off x="9464040" y="3870310"/>
            <a:ext cx="91440" cy="11984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2C167AD2-B16A-4FE1-A1D7-BAC6EDD3C98E}"/>
              </a:ext>
            </a:extLst>
          </p:cNvPr>
          <p:cNvSpPr>
            <a:spLocks xmlns:a="http://schemas.openxmlformats.org/drawingml/2006/main" noGrp="1"/>
          </p:cNvSpPr>
          <p:nvPr/>
        </p:nvSpPr>
        <p:spPr>
          <a:xfrm xmlns:a="http://schemas.openxmlformats.org/drawingml/2006/main" flipV="1">
            <a:off x="9555480" y="3743036"/>
            <a:ext cx="91440" cy="127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ED7E8FF-BC7E-4254-9070-1669E7385126}"/>
              </a:ext>
            </a:extLst>
          </p:cNvPr>
          <p:cNvSpPr>
            <a:spLocks xmlns:a="http://schemas.openxmlformats.org/drawingml/2006/main" noGrp="1"/>
          </p:cNvSpPr>
          <p:nvPr/>
        </p:nvSpPr>
        <p:spPr>
          <a:xfrm xmlns:a="http://schemas.openxmlformats.org/drawingml/2006/main" flipV="1">
            <a:off x="9646920" y="3610541"/>
            <a:ext cx="91439" cy="13249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45D8F72C-1935-43BA-AED4-3E847226A0E7}"/>
              </a:ext>
            </a:extLst>
          </p:cNvPr>
          <p:cNvSpPr>
            <a:spLocks xmlns:a="http://schemas.openxmlformats.org/drawingml/2006/main" noGrp="1"/>
          </p:cNvSpPr>
          <p:nvPr/>
        </p:nvSpPr>
        <p:spPr>
          <a:xfrm xmlns:a="http://schemas.openxmlformats.org/drawingml/2006/main" flipV="1">
            <a:off x="9738359" y="3475128"/>
            <a:ext cx="91441" cy="13541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9F73ED08-61F9-4D73-B82E-1CB920E2B0AA}"/>
              </a:ext>
            </a:extLst>
          </p:cNvPr>
          <p:cNvSpPr>
            <a:spLocks xmlns:a="http://schemas.openxmlformats.org/drawingml/2006/main" noGrp="1"/>
          </p:cNvSpPr>
          <p:nvPr/>
        </p:nvSpPr>
        <p:spPr>
          <a:xfrm xmlns:a="http://schemas.openxmlformats.org/drawingml/2006/main" flipV="1">
            <a:off x="9829800" y="3339152"/>
            <a:ext cx="91440" cy="1359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A3028926-B96F-43E5-97BE-8C8286AEFA5F}"/>
              </a:ext>
            </a:extLst>
          </p:cNvPr>
          <p:cNvSpPr>
            <a:spLocks xmlns:a="http://schemas.openxmlformats.org/drawingml/2006/main" noGrp="1"/>
          </p:cNvSpPr>
          <p:nvPr/>
        </p:nvSpPr>
        <p:spPr>
          <a:xfrm xmlns:a="http://schemas.openxmlformats.org/drawingml/2006/main" flipV="1">
            <a:off x="9921240" y="3204977"/>
            <a:ext cx="91440" cy="13417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6AC1CF83-A2E2-4AA1-B7A3-FAC8EF798283}"/>
              </a:ext>
            </a:extLst>
          </p:cNvPr>
          <p:cNvSpPr>
            <a:spLocks xmlns:a="http://schemas.openxmlformats.org/drawingml/2006/main" noGrp="1"/>
          </p:cNvSpPr>
          <p:nvPr/>
        </p:nvSpPr>
        <p:spPr>
          <a:xfrm xmlns:a="http://schemas.openxmlformats.org/drawingml/2006/main" flipV="1">
            <a:off x="10012680" y="3074934"/>
            <a:ext cx="91440" cy="1300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02B937FB-2F54-4114-B5D8-8F51B75FDB8A}"/>
              </a:ext>
            </a:extLst>
          </p:cNvPr>
          <p:cNvSpPr>
            <a:spLocks xmlns:a="http://schemas.openxmlformats.org/drawingml/2006/main" noGrp="1"/>
          </p:cNvSpPr>
          <p:nvPr/>
        </p:nvSpPr>
        <p:spPr>
          <a:xfrm xmlns:a="http://schemas.openxmlformats.org/drawingml/2006/main" flipV="1">
            <a:off x="10104120" y="2951285"/>
            <a:ext cx="91440" cy="1236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AB0D7C71-846E-40D6-B4F0-B3CEF171C673}"/>
              </a:ext>
            </a:extLst>
          </p:cNvPr>
          <p:cNvSpPr>
            <a:spLocks xmlns:a="http://schemas.openxmlformats.org/drawingml/2006/main" noGrp="1"/>
          </p:cNvSpPr>
          <p:nvPr/>
        </p:nvSpPr>
        <p:spPr>
          <a:xfrm xmlns:a="http://schemas.openxmlformats.org/drawingml/2006/main" flipV="1">
            <a:off x="10195560" y="2836180"/>
            <a:ext cx="91440" cy="1151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TextBox 109">
            <a:extLst xmlns:a="http://schemas.openxmlformats.org/drawingml/2006/main">
              <a:ext uri="{FF2B5EF4-FFF2-40B4-BE49-F238E27FC236}">
                <a16:creationId xmlns:a16="http://schemas.microsoft.com/office/drawing/2014/main" id="{77D0774C-C0E3-4C29-A13D-A4D8CA1EAA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波形不是声音在空间里走过的弯曲路线。</a:t>
            </a:r>
          </a:p>
        </p:txBody>
      </p:sp>
      <p:sp>
        <p:nvSpPr>
          <p:cNvPr id="7" name="TextBox 6">
            <a:extLst xmlns:a="http://schemas.openxmlformats.org/drawingml/2006/main">
              <a:ext uri="{FF2B5EF4-FFF2-40B4-BE49-F238E27FC236}">
                <a16:creationId xmlns:a16="http://schemas.microsoft.com/office/drawing/2014/main" id="{3BD8E747-EBA3-4DF2-A541-89C78A28502B}"/>
              </a:ext>
            </a:extLst>
          </p:cNvPr>
          <p:cNvSpPr>
            <a:spLocks xmlns:a="http://schemas.openxmlformats.org/drawingml/2006/main" noGrp="1"/>
          </p:cNvSpPr>
          <p:nvPr/>
        </p:nvSpPr>
        <p:spPr>
          <a:xfrm xmlns:a="http://schemas.openxmlformats.org/drawingml/2006/main">
            <a:off x="1104900" y="20288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93A4459-36EE-4A03-8561-EDCC69E1FA61}"/>
              </a:ext>
            </a:extLst>
          </p:cNvPr>
          <p:cNvSpPr>
            <a:spLocks xmlns:a="http://schemas.openxmlformats.org/drawingml/2006/main" noGrp="1"/>
          </p:cNvSpPr>
          <p:nvPr/>
        </p:nvSpPr>
        <p:spPr>
          <a:xfrm xmlns:a="http://schemas.openxmlformats.org/drawingml/2006/main">
            <a:off x="10382250" y="49244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xmlns:a="http://schemas.openxmlformats.org/drawingml/2006/main">
        <p:nvSpPr>
          <p:cNvPr id="111" name="Rectangle 110"/>
          <p:cNvSpPr/>
          <p:nvPr/>
        </p:nvSpPr>
        <p:spPr>
          <a:xfrm>
            <a:off x="713232" y="1435608"/>
            <a:ext cx="10789920" cy="384048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112" name="融合证据图_v8.4.10_原页8" descr="image.png"/>
          <p:cNvPicPr>
            <a:picLocks noChangeAspect="1"/>
          </p:cNvPicPr>
          <p:nvPr/>
        </p:nvPicPr>
        <p:blipFill>
          <a:blip r:embed="rId3"/>
          <a:stretch>
            <a:fillRect/>
          </a:stretch>
        </p:blipFill>
        <p:spPr>
          <a:xfrm>
            <a:off x="1847088" y="1920240"/>
            <a:ext cx="8412480" cy="3611880"/>
          </a:xfrm>
          <a:prstGeom prst="rect">
            <a:avLst/>
          </a:prstGeom>
        </p:spPr>
      </p:pic>
      <p:sp xmlns:a="http://schemas.openxmlformats.org/drawingml/2006/main">
        <p:nvSpPr>
          <p:cNvPr id="113" name="TextBox 112"/>
          <p:cNvSpPr txBox="1"/>
          <p:nvPr/>
        </p:nvSpPr>
        <p:spPr>
          <a:xfrm>
            <a:off x="1069848" y="1645920"/>
            <a:ext cx="502920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空间里：扰动传到记录点</a:t>
            </a:r>
          </a:p>
        </p:txBody>
      </p:sp>
      <p:sp xmlns:a="http://schemas.openxmlformats.org/drawingml/2006/main">
        <p:nvSpPr>
          <p:cNvPr id="114" name="TextBox 113"/>
          <p:cNvSpPr txBox="1"/>
          <p:nvPr/>
        </p:nvSpPr>
        <p:spPr>
          <a:xfrm>
            <a:off x="6437376" y="1645920"/>
            <a:ext cx="512064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固定位置：信号随时间变化</a:t>
            </a:r>
          </a:p>
        </p:txBody>
      </p:sp>
    </p:spTree>
    <p:extLst>
      <p:ext uri="{BB962C8B-B14F-4D97-AF65-F5344CB8AC3E}">
        <p14:creationId xmlns:p14="http://schemas.microsoft.com/office/powerpoint/2010/main" val="82119004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A9E9E24-A107-4F96-8ADB-E582907A66C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5B7C85-CA0C-4E5F-9C3C-D332D17CB2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29AE40-1D8F-48F5-B70C-61178E58713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演示A：红线向右，表示什么？</a:t>
            </a:r>
          </a:p>
        </p:txBody>
      </p:sp>
      <p:sp>
        <p:nvSpPr>
          <p:cNvPr id="5" name="TextBox 4">
            <a:extLst xmlns:a="http://schemas.openxmlformats.org/drawingml/2006/main">
              <a:ext uri="{FF2B5EF4-FFF2-40B4-BE49-F238E27FC236}">
                <a16:creationId xmlns:a16="http://schemas.microsoft.com/office/drawing/2014/main" id="{B0984BCC-1384-4310-9D9A-FDC3C102BFD1}"/>
              </a:ext>
            </a:extLst>
          </p:cNvPr>
          <p:cNvSpPr>
            <a:spLocks xmlns:a="http://schemas.openxmlformats.org/drawingml/2006/main" noGrp="1"/>
          </p:cNvSpPr>
          <p:nvPr/>
        </p:nvSpPr>
        <p:spPr>
          <a:xfrm xmlns:a="http://schemas.openxmlformats.org/drawingml/2006/main">
            <a:off x="786384" y="1517904"/>
            <a:ext cx="106984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先预测：红线移动时，波形图的横轴表示什么？</a:t>
            </a:r>
          </a:p>
        </p:txBody>
      </p:sp>
      <p:sp>
        <p:nvSpPr>
          <p:cNvPr id="6" name="Connector 5">
            <a:extLst xmlns:a="http://schemas.openxmlformats.org/drawingml/2006/main">
              <a:ext uri="{FF2B5EF4-FFF2-40B4-BE49-F238E27FC236}">
                <a16:creationId xmlns:a16="http://schemas.microsoft.com/office/drawing/2014/main" id="{CA582613-AF4A-48C5-972F-A772CE2505CD}"/>
              </a:ext>
            </a:extLst>
          </p:cNvPr>
          <p:cNvSpPr>
            <a:spLocks xmlns:a="http://schemas.openxmlformats.org/drawingml/2006/main" noGrp="1"/>
          </p:cNvSpPr>
          <p:nvPr/>
        </p:nvSpPr>
        <p:spPr>
          <a:xfrm xmlns:a="http://schemas.openxmlformats.org/drawingml/2006/main">
            <a:off x="941832" y="3712464"/>
            <a:ext cx="10222992"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56BB4197-2B07-4DDA-9BF2-A5819041852A}"/>
              </a:ext>
            </a:extLst>
          </p:cNvPr>
          <p:cNvSpPr>
            <a:spLocks xmlns:a="http://schemas.openxmlformats.org/drawingml/2006/main" noGrp="1"/>
          </p:cNvSpPr>
          <p:nvPr/>
        </p:nvSpPr>
        <p:spPr>
          <a:xfrm xmlns:a="http://schemas.openxmlformats.org/drawingml/2006/main">
            <a:off x="987552" y="2523744"/>
            <a:ext cx="0" cy="2423160"/>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3C9938D1-63DB-4FF6-BE97-674791C05B2A}"/>
              </a:ext>
            </a:extLst>
          </p:cNvPr>
          <p:cNvSpPr>
            <a:spLocks xmlns:a="http://schemas.openxmlformats.org/drawingml/2006/main" noGrp="1"/>
          </p:cNvSpPr>
          <p:nvPr/>
        </p:nvSpPr>
        <p:spPr>
          <a:xfrm xmlns:a="http://schemas.openxmlformats.org/drawingml/2006/main" flipV="1">
            <a:off x="1060704"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CA362E8-F424-4121-9DA9-A0E358D0CA30}"/>
              </a:ext>
            </a:extLst>
          </p:cNvPr>
          <p:cNvSpPr>
            <a:spLocks xmlns:a="http://schemas.openxmlformats.org/drawingml/2006/main" noGrp="1"/>
          </p:cNvSpPr>
          <p:nvPr/>
        </p:nvSpPr>
        <p:spPr>
          <a:xfrm xmlns:a="http://schemas.openxmlformats.org/drawingml/2006/main" flipV="1">
            <a:off x="1159276"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C67CAE1-3A16-4C20-8BA8-2F7FC4B295A2}"/>
              </a:ext>
            </a:extLst>
          </p:cNvPr>
          <p:cNvSpPr>
            <a:spLocks xmlns:a="http://schemas.openxmlformats.org/drawingml/2006/main" noGrp="1"/>
          </p:cNvSpPr>
          <p:nvPr/>
        </p:nvSpPr>
        <p:spPr>
          <a:xfrm xmlns:a="http://schemas.openxmlformats.org/drawingml/2006/main" flipV="1">
            <a:off x="1257848"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38438CD0-6DEA-4461-AED4-B4A692FD17ED}"/>
              </a:ext>
            </a:extLst>
          </p:cNvPr>
          <p:cNvSpPr>
            <a:spLocks xmlns:a="http://schemas.openxmlformats.org/drawingml/2006/main" noGrp="1"/>
          </p:cNvSpPr>
          <p:nvPr/>
        </p:nvSpPr>
        <p:spPr>
          <a:xfrm xmlns:a="http://schemas.openxmlformats.org/drawingml/2006/main" flipV="1">
            <a:off x="1356420"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E54DEDD4-B3C3-4CB1-9726-9A6036028173}"/>
              </a:ext>
            </a:extLst>
          </p:cNvPr>
          <p:cNvSpPr>
            <a:spLocks xmlns:a="http://schemas.openxmlformats.org/drawingml/2006/main" noGrp="1"/>
          </p:cNvSpPr>
          <p:nvPr/>
        </p:nvSpPr>
        <p:spPr>
          <a:xfrm xmlns:a="http://schemas.openxmlformats.org/drawingml/2006/main" flipV="1">
            <a:off x="1454993"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D5FE8A1-5DC2-4155-AF28-93C56C0B1157}"/>
              </a:ext>
            </a:extLst>
          </p:cNvPr>
          <p:cNvSpPr>
            <a:spLocks xmlns:a="http://schemas.openxmlformats.org/drawingml/2006/main" noGrp="1"/>
          </p:cNvSpPr>
          <p:nvPr/>
        </p:nvSpPr>
        <p:spPr>
          <a:xfrm xmlns:a="http://schemas.openxmlformats.org/drawingml/2006/main" flipV="1">
            <a:off x="1553565"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4FD96B1-5614-4916-A57C-1200414BA45A}"/>
              </a:ext>
            </a:extLst>
          </p:cNvPr>
          <p:cNvSpPr>
            <a:spLocks xmlns:a="http://schemas.openxmlformats.org/drawingml/2006/main" noGrp="1"/>
          </p:cNvSpPr>
          <p:nvPr/>
        </p:nvSpPr>
        <p:spPr>
          <a:xfrm xmlns:a="http://schemas.openxmlformats.org/drawingml/2006/main" flipV="1">
            <a:off x="1652137"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C89DCFE-C3D6-4B10-A36C-9F81B066965B}"/>
              </a:ext>
            </a:extLst>
          </p:cNvPr>
          <p:cNvSpPr>
            <a:spLocks xmlns:a="http://schemas.openxmlformats.org/drawingml/2006/main" noGrp="1"/>
          </p:cNvSpPr>
          <p:nvPr/>
        </p:nvSpPr>
        <p:spPr>
          <a:xfrm xmlns:a="http://schemas.openxmlformats.org/drawingml/2006/main" flipV="1">
            <a:off x="1750710"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33F98A36-2780-4AB6-8278-4640250CC24C}"/>
              </a:ext>
            </a:extLst>
          </p:cNvPr>
          <p:cNvSpPr>
            <a:spLocks xmlns:a="http://schemas.openxmlformats.org/drawingml/2006/main" noGrp="1"/>
          </p:cNvSpPr>
          <p:nvPr/>
        </p:nvSpPr>
        <p:spPr>
          <a:xfrm xmlns:a="http://schemas.openxmlformats.org/drawingml/2006/main" flipV="1">
            <a:off x="1849282"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8706398-850F-4A6E-9FA6-058EEB1A110A}"/>
              </a:ext>
            </a:extLst>
          </p:cNvPr>
          <p:cNvSpPr>
            <a:spLocks xmlns:a="http://schemas.openxmlformats.org/drawingml/2006/main" noGrp="1"/>
          </p:cNvSpPr>
          <p:nvPr/>
        </p:nvSpPr>
        <p:spPr>
          <a:xfrm xmlns:a="http://schemas.openxmlformats.org/drawingml/2006/main" flipV="1">
            <a:off x="1947854"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5CFEBE84-814D-4C7F-A834-C59EF33C8C82}"/>
              </a:ext>
            </a:extLst>
          </p:cNvPr>
          <p:cNvSpPr>
            <a:spLocks xmlns:a="http://schemas.openxmlformats.org/drawingml/2006/main" noGrp="1"/>
          </p:cNvSpPr>
          <p:nvPr/>
        </p:nvSpPr>
        <p:spPr>
          <a:xfrm xmlns:a="http://schemas.openxmlformats.org/drawingml/2006/main" flipV="1">
            <a:off x="2046427"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90F8DB9-F15D-44AF-8075-133847599B8E}"/>
              </a:ext>
            </a:extLst>
          </p:cNvPr>
          <p:cNvSpPr>
            <a:spLocks xmlns:a="http://schemas.openxmlformats.org/drawingml/2006/main" noGrp="1"/>
          </p:cNvSpPr>
          <p:nvPr/>
        </p:nvSpPr>
        <p:spPr>
          <a:xfrm xmlns:a="http://schemas.openxmlformats.org/drawingml/2006/main">
            <a:off x="2144999"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3F4AED87-0EC8-4CDE-97C5-201779AC8B0F}"/>
              </a:ext>
            </a:extLst>
          </p:cNvPr>
          <p:cNvSpPr>
            <a:spLocks xmlns:a="http://schemas.openxmlformats.org/drawingml/2006/main" noGrp="1"/>
          </p:cNvSpPr>
          <p:nvPr/>
        </p:nvSpPr>
        <p:spPr>
          <a:xfrm xmlns:a="http://schemas.openxmlformats.org/drawingml/2006/main">
            <a:off x="2243571"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BE05061-A1EA-4F2B-A0B8-BCB1B68E9815}"/>
              </a:ext>
            </a:extLst>
          </p:cNvPr>
          <p:cNvSpPr>
            <a:spLocks xmlns:a="http://schemas.openxmlformats.org/drawingml/2006/main" noGrp="1"/>
          </p:cNvSpPr>
          <p:nvPr/>
        </p:nvSpPr>
        <p:spPr>
          <a:xfrm xmlns:a="http://schemas.openxmlformats.org/drawingml/2006/main">
            <a:off x="2342144"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51967088-355B-488B-B1EB-B18593B5F851}"/>
              </a:ext>
            </a:extLst>
          </p:cNvPr>
          <p:cNvSpPr>
            <a:spLocks xmlns:a="http://schemas.openxmlformats.org/drawingml/2006/main" noGrp="1"/>
          </p:cNvSpPr>
          <p:nvPr/>
        </p:nvSpPr>
        <p:spPr>
          <a:xfrm xmlns:a="http://schemas.openxmlformats.org/drawingml/2006/main">
            <a:off x="2440716"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AFE38DC7-F6F8-4E0B-96E3-E6B54BE4F264}"/>
              </a:ext>
            </a:extLst>
          </p:cNvPr>
          <p:cNvSpPr>
            <a:spLocks xmlns:a="http://schemas.openxmlformats.org/drawingml/2006/main" noGrp="1"/>
          </p:cNvSpPr>
          <p:nvPr/>
        </p:nvSpPr>
        <p:spPr>
          <a:xfrm xmlns:a="http://schemas.openxmlformats.org/drawingml/2006/main">
            <a:off x="2539288"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F3E8C399-C8E9-4641-B6BF-2B83774E3B32}"/>
              </a:ext>
            </a:extLst>
          </p:cNvPr>
          <p:cNvSpPr>
            <a:spLocks xmlns:a="http://schemas.openxmlformats.org/drawingml/2006/main" noGrp="1"/>
          </p:cNvSpPr>
          <p:nvPr/>
        </p:nvSpPr>
        <p:spPr>
          <a:xfrm xmlns:a="http://schemas.openxmlformats.org/drawingml/2006/main">
            <a:off x="2637861"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9886E2B-BC52-495C-B9D9-CF15B91CC4F2}"/>
              </a:ext>
            </a:extLst>
          </p:cNvPr>
          <p:cNvSpPr>
            <a:spLocks xmlns:a="http://schemas.openxmlformats.org/drawingml/2006/main" noGrp="1"/>
          </p:cNvSpPr>
          <p:nvPr/>
        </p:nvSpPr>
        <p:spPr>
          <a:xfrm xmlns:a="http://schemas.openxmlformats.org/drawingml/2006/main">
            <a:off x="2736433"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2EDB85B1-66A4-48D0-BA01-58DF488EDF2E}"/>
              </a:ext>
            </a:extLst>
          </p:cNvPr>
          <p:cNvSpPr>
            <a:spLocks xmlns:a="http://schemas.openxmlformats.org/drawingml/2006/main" noGrp="1"/>
          </p:cNvSpPr>
          <p:nvPr/>
        </p:nvSpPr>
        <p:spPr>
          <a:xfrm xmlns:a="http://schemas.openxmlformats.org/drawingml/2006/main">
            <a:off x="2835005"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EA34C4B8-EEF7-4734-9EB9-EFF7F7BA6FD5}"/>
              </a:ext>
            </a:extLst>
          </p:cNvPr>
          <p:cNvSpPr>
            <a:spLocks xmlns:a="http://schemas.openxmlformats.org/drawingml/2006/main" noGrp="1"/>
          </p:cNvSpPr>
          <p:nvPr/>
        </p:nvSpPr>
        <p:spPr>
          <a:xfrm xmlns:a="http://schemas.openxmlformats.org/drawingml/2006/main">
            <a:off x="2933578"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79AC3EB-94A4-459E-A192-D7C8A8BDDEF4}"/>
              </a:ext>
            </a:extLst>
          </p:cNvPr>
          <p:cNvSpPr>
            <a:spLocks xmlns:a="http://schemas.openxmlformats.org/drawingml/2006/main" noGrp="1"/>
          </p:cNvSpPr>
          <p:nvPr/>
        </p:nvSpPr>
        <p:spPr>
          <a:xfrm xmlns:a="http://schemas.openxmlformats.org/drawingml/2006/main">
            <a:off x="3032150"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1957174-747E-4693-8DA6-4BD2492DCB2A}"/>
              </a:ext>
            </a:extLst>
          </p:cNvPr>
          <p:cNvSpPr>
            <a:spLocks xmlns:a="http://schemas.openxmlformats.org/drawingml/2006/main" noGrp="1"/>
          </p:cNvSpPr>
          <p:nvPr/>
        </p:nvSpPr>
        <p:spPr>
          <a:xfrm xmlns:a="http://schemas.openxmlformats.org/drawingml/2006/main">
            <a:off x="3130722"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40350272-0F90-41E0-9413-F6116903D708}"/>
              </a:ext>
            </a:extLst>
          </p:cNvPr>
          <p:cNvSpPr>
            <a:spLocks xmlns:a="http://schemas.openxmlformats.org/drawingml/2006/main" noGrp="1"/>
          </p:cNvSpPr>
          <p:nvPr/>
        </p:nvSpPr>
        <p:spPr>
          <a:xfrm xmlns:a="http://schemas.openxmlformats.org/drawingml/2006/main">
            <a:off x="3229295"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81C1C21-8EA7-41E9-951A-3207645FC213}"/>
              </a:ext>
            </a:extLst>
          </p:cNvPr>
          <p:cNvSpPr>
            <a:spLocks xmlns:a="http://schemas.openxmlformats.org/drawingml/2006/main" noGrp="1"/>
          </p:cNvSpPr>
          <p:nvPr/>
        </p:nvSpPr>
        <p:spPr>
          <a:xfrm xmlns:a="http://schemas.openxmlformats.org/drawingml/2006/main">
            <a:off x="3327867"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C2DBE798-E59D-4D91-AFB0-B34E3C3F5CE4}"/>
              </a:ext>
            </a:extLst>
          </p:cNvPr>
          <p:cNvSpPr>
            <a:spLocks xmlns:a="http://schemas.openxmlformats.org/drawingml/2006/main" noGrp="1"/>
          </p:cNvSpPr>
          <p:nvPr/>
        </p:nvSpPr>
        <p:spPr>
          <a:xfrm xmlns:a="http://schemas.openxmlformats.org/drawingml/2006/main">
            <a:off x="3426439"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A93B8263-F15F-4E94-AAB6-905796E6D4E5}"/>
              </a:ext>
            </a:extLst>
          </p:cNvPr>
          <p:cNvSpPr>
            <a:spLocks xmlns:a="http://schemas.openxmlformats.org/drawingml/2006/main" noGrp="1"/>
          </p:cNvSpPr>
          <p:nvPr/>
        </p:nvSpPr>
        <p:spPr>
          <a:xfrm xmlns:a="http://schemas.openxmlformats.org/drawingml/2006/main">
            <a:off x="3525012"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A844229-2768-4283-8CFB-136F3740E421}"/>
              </a:ext>
            </a:extLst>
          </p:cNvPr>
          <p:cNvSpPr>
            <a:spLocks xmlns:a="http://schemas.openxmlformats.org/drawingml/2006/main" noGrp="1"/>
          </p:cNvSpPr>
          <p:nvPr/>
        </p:nvSpPr>
        <p:spPr>
          <a:xfrm xmlns:a="http://schemas.openxmlformats.org/drawingml/2006/main">
            <a:off x="3623584"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2CD556F-87F5-4FE5-8096-85D0FD4102A2}"/>
              </a:ext>
            </a:extLst>
          </p:cNvPr>
          <p:cNvSpPr>
            <a:spLocks xmlns:a="http://schemas.openxmlformats.org/drawingml/2006/main" noGrp="1"/>
          </p:cNvSpPr>
          <p:nvPr/>
        </p:nvSpPr>
        <p:spPr>
          <a:xfrm xmlns:a="http://schemas.openxmlformats.org/drawingml/2006/main">
            <a:off x="3722156"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CA72231D-6247-4F3C-996B-73C521D5704F}"/>
              </a:ext>
            </a:extLst>
          </p:cNvPr>
          <p:cNvSpPr>
            <a:spLocks xmlns:a="http://schemas.openxmlformats.org/drawingml/2006/main" noGrp="1"/>
          </p:cNvSpPr>
          <p:nvPr/>
        </p:nvSpPr>
        <p:spPr>
          <a:xfrm xmlns:a="http://schemas.openxmlformats.org/drawingml/2006/main">
            <a:off x="3820728"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ED4C333-A99E-4C93-8DC1-7C48FD944F2F}"/>
              </a:ext>
            </a:extLst>
          </p:cNvPr>
          <p:cNvSpPr>
            <a:spLocks xmlns:a="http://schemas.openxmlformats.org/drawingml/2006/main" noGrp="1"/>
          </p:cNvSpPr>
          <p:nvPr/>
        </p:nvSpPr>
        <p:spPr>
          <a:xfrm xmlns:a="http://schemas.openxmlformats.org/drawingml/2006/main">
            <a:off x="3919301"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B68E35-8DC8-4382-AF08-BA8D28D662D8}"/>
              </a:ext>
            </a:extLst>
          </p:cNvPr>
          <p:cNvSpPr>
            <a:spLocks xmlns:a="http://schemas.openxmlformats.org/drawingml/2006/main" noGrp="1"/>
          </p:cNvSpPr>
          <p:nvPr/>
        </p:nvSpPr>
        <p:spPr>
          <a:xfrm xmlns:a="http://schemas.openxmlformats.org/drawingml/2006/main">
            <a:off x="4017873"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0FEADA84-924D-42A0-9C60-4E4B1E9CFD69}"/>
              </a:ext>
            </a:extLst>
          </p:cNvPr>
          <p:cNvSpPr>
            <a:spLocks xmlns:a="http://schemas.openxmlformats.org/drawingml/2006/main" noGrp="1"/>
          </p:cNvSpPr>
          <p:nvPr/>
        </p:nvSpPr>
        <p:spPr>
          <a:xfrm xmlns:a="http://schemas.openxmlformats.org/drawingml/2006/main">
            <a:off x="4116445"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FF35BBD-9367-4F77-9C5C-88441B9F793F}"/>
              </a:ext>
            </a:extLst>
          </p:cNvPr>
          <p:cNvSpPr>
            <a:spLocks xmlns:a="http://schemas.openxmlformats.org/drawingml/2006/main" noGrp="1"/>
          </p:cNvSpPr>
          <p:nvPr/>
        </p:nvSpPr>
        <p:spPr>
          <a:xfrm xmlns:a="http://schemas.openxmlformats.org/drawingml/2006/main">
            <a:off x="4215018"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87A3B6A5-DBA2-46DB-A116-EE6193FC5B33}"/>
              </a:ext>
            </a:extLst>
          </p:cNvPr>
          <p:cNvSpPr>
            <a:spLocks xmlns:a="http://schemas.openxmlformats.org/drawingml/2006/main" noGrp="1"/>
          </p:cNvSpPr>
          <p:nvPr/>
        </p:nvSpPr>
        <p:spPr>
          <a:xfrm xmlns:a="http://schemas.openxmlformats.org/drawingml/2006/main">
            <a:off x="4313590"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22E8B24F-57F2-49B0-8708-01284BDFC077}"/>
              </a:ext>
            </a:extLst>
          </p:cNvPr>
          <p:cNvSpPr>
            <a:spLocks xmlns:a="http://schemas.openxmlformats.org/drawingml/2006/main" noGrp="1"/>
          </p:cNvSpPr>
          <p:nvPr/>
        </p:nvSpPr>
        <p:spPr>
          <a:xfrm xmlns:a="http://schemas.openxmlformats.org/drawingml/2006/main">
            <a:off x="4412162"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6B1FC55-C248-4E7F-98A4-EFAE1C68E686}"/>
              </a:ext>
            </a:extLst>
          </p:cNvPr>
          <p:cNvSpPr>
            <a:spLocks xmlns:a="http://schemas.openxmlformats.org/drawingml/2006/main" noGrp="1"/>
          </p:cNvSpPr>
          <p:nvPr/>
        </p:nvSpPr>
        <p:spPr>
          <a:xfrm xmlns:a="http://schemas.openxmlformats.org/drawingml/2006/main">
            <a:off x="4510735"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EE1AC7AA-55B6-48B2-B0E2-0A40EEA6D2FA}"/>
              </a:ext>
            </a:extLst>
          </p:cNvPr>
          <p:cNvSpPr>
            <a:spLocks xmlns:a="http://schemas.openxmlformats.org/drawingml/2006/main" noGrp="1"/>
          </p:cNvSpPr>
          <p:nvPr/>
        </p:nvSpPr>
        <p:spPr>
          <a:xfrm xmlns:a="http://schemas.openxmlformats.org/drawingml/2006/main" flipV="1">
            <a:off x="4609307"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553337CC-5EA6-481D-9849-1A07B77D1B17}"/>
              </a:ext>
            </a:extLst>
          </p:cNvPr>
          <p:cNvSpPr>
            <a:spLocks xmlns:a="http://schemas.openxmlformats.org/drawingml/2006/main" noGrp="1"/>
          </p:cNvSpPr>
          <p:nvPr/>
        </p:nvSpPr>
        <p:spPr>
          <a:xfrm xmlns:a="http://schemas.openxmlformats.org/drawingml/2006/main" flipV="1">
            <a:off x="4707879"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74CCB796-369F-4494-A8D5-9617FD09C0C2}"/>
              </a:ext>
            </a:extLst>
          </p:cNvPr>
          <p:cNvSpPr>
            <a:spLocks xmlns:a="http://schemas.openxmlformats.org/drawingml/2006/main" noGrp="1"/>
          </p:cNvSpPr>
          <p:nvPr/>
        </p:nvSpPr>
        <p:spPr>
          <a:xfrm xmlns:a="http://schemas.openxmlformats.org/drawingml/2006/main" flipV="1">
            <a:off x="4806452"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D942DDF3-13A5-4E06-8131-709D7010BEDD}"/>
              </a:ext>
            </a:extLst>
          </p:cNvPr>
          <p:cNvSpPr>
            <a:spLocks xmlns:a="http://schemas.openxmlformats.org/drawingml/2006/main" noGrp="1"/>
          </p:cNvSpPr>
          <p:nvPr/>
        </p:nvSpPr>
        <p:spPr>
          <a:xfrm xmlns:a="http://schemas.openxmlformats.org/drawingml/2006/main" flipV="1">
            <a:off x="4905024"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CBAE74D4-0E40-4114-8C40-90CC0BA0CAF3}"/>
              </a:ext>
            </a:extLst>
          </p:cNvPr>
          <p:cNvSpPr>
            <a:spLocks xmlns:a="http://schemas.openxmlformats.org/drawingml/2006/main" noGrp="1"/>
          </p:cNvSpPr>
          <p:nvPr/>
        </p:nvSpPr>
        <p:spPr>
          <a:xfrm xmlns:a="http://schemas.openxmlformats.org/drawingml/2006/main" flipV="1">
            <a:off x="5003596"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8AC31212-A2CC-430F-B8E5-67A0882B3A9E}"/>
              </a:ext>
            </a:extLst>
          </p:cNvPr>
          <p:cNvSpPr>
            <a:spLocks xmlns:a="http://schemas.openxmlformats.org/drawingml/2006/main" noGrp="1"/>
          </p:cNvSpPr>
          <p:nvPr/>
        </p:nvSpPr>
        <p:spPr>
          <a:xfrm xmlns:a="http://schemas.openxmlformats.org/drawingml/2006/main" flipV="1">
            <a:off x="5102169"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59FFC54E-04C8-49FA-B797-F57C1F25FD8C}"/>
              </a:ext>
            </a:extLst>
          </p:cNvPr>
          <p:cNvSpPr>
            <a:spLocks xmlns:a="http://schemas.openxmlformats.org/drawingml/2006/main" noGrp="1"/>
          </p:cNvSpPr>
          <p:nvPr/>
        </p:nvSpPr>
        <p:spPr>
          <a:xfrm xmlns:a="http://schemas.openxmlformats.org/drawingml/2006/main" flipV="1">
            <a:off x="5200741"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811161A3-354A-4A0B-AF65-57F2FE0F651A}"/>
              </a:ext>
            </a:extLst>
          </p:cNvPr>
          <p:cNvSpPr>
            <a:spLocks xmlns:a="http://schemas.openxmlformats.org/drawingml/2006/main" noGrp="1"/>
          </p:cNvSpPr>
          <p:nvPr/>
        </p:nvSpPr>
        <p:spPr>
          <a:xfrm xmlns:a="http://schemas.openxmlformats.org/drawingml/2006/main" flipV="1">
            <a:off x="5299313"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049501B2-86A7-4365-98F8-B15757AAFAFF}"/>
              </a:ext>
            </a:extLst>
          </p:cNvPr>
          <p:cNvSpPr>
            <a:spLocks xmlns:a="http://schemas.openxmlformats.org/drawingml/2006/main" noGrp="1"/>
          </p:cNvSpPr>
          <p:nvPr/>
        </p:nvSpPr>
        <p:spPr>
          <a:xfrm xmlns:a="http://schemas.openxmlformats.org/drawingml/2006/main" flipV="1">
            <a:off x="5397886"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18441D02-3AFF-4313-9917-7845C55AE72B}"/>
              </a:ext>
            </a:extLst>
          </p:cNvPr>
          <p:cNvSpPr>
            <a:spLocks xmlns:a="http://schemas.openxmlformats.org/drawingml/2006/main" noGrp="1"/>
          </p:cNvSpPr>
          <p:nvPr/>
        </p:nvSpPr>
        <p:spPr>
          <a:xfrm xmlns:a="http://schemas.openxmlformats.org/drawingml/2006/main" flipV="1">
            <a:off x="5496458"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4ECAB28F-21A6-4FCE-AD2D-AD4BDD802F86}"/>
              </a:ext>
            </a:extLst>
          </p:cNvPr>
          <p:cNvSpPr>
            <a:spLocks xmlns:a="http://schemas.openxmlformats.org/drawingml/2006/main" noGrp="1"/>
          </p:cNvSpPr>
          <p:nvPr/>
        </p:nvSpPr>
        <p:spPr>
          <a:xfrm xmlns:a="http://schemas.openxmlformats.org/drawingml/2006/main" flipV="1">
            <a:off x="5595030"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628FE6C7-5A11-4030-BE33-B6C3CFE72C30}"/>
              </a:ext>
            </a:extLst>
          </p:cNvPr>
          <p:cNvSpPr>
            <a:spLocks xmlns:a="http://schemas.openxmlformats.org/drawingml/2006/main" noGrp="1"/>
          </p:cNvSpPr>
          <p:nvPr/>
        </p:nvSpPr>
        <p:spPr>
          <a:xfrm xmlns:a="http://schemas.openxmlformats.org/drawingml/2006/main" flipV="1">
            <a:off x="5693603"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C79072D5-8A6F-4E7D-A6C8-A8289C03EEF3}"/>
              </a:ext>
            </a:extLst>
          </p:cNvPr>
          <p:cNvSpPr>
            <a:spLocks xmlns:a="http://schemas.openxmlformats.org/drawingml/2006/main" noGrp="1"/>
          </p:cNvSpPr>
          <p:nvPr/>
        </p:nvSpPr>
        <p:spPr>
          <a:xfrm xmlns:a="http://schemas.openxmlformats.org/drawingml/2006/main" flipV="1">
            <a:off x="5792175"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1CB1AC9-BF61-45FD-B39C-C1FABEA26C9F}"/>
              </a:ext>
            </a:extLst>
          </p:cNvPr>
          <p:cNvSpPr>
            <a:spLocks xmlns:a="http://schemas.openxmlformats.org/drawingml/2006/main" noGrp="1"/>
          </p:cNvSpPr>
          <p:nvPr/>
        </p:nvSpPr>
        <p:spPr>
          <a:xfrm xmlns:a="http://schemas.openxmlformats.org/drawingml/2006/main" flipV="1">
            <a:off x="5890747"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72E9F673-C504-4E60-9C90-69EA0B2B0C3D}"/>
              </a:ext>
            </a:extLst>
          </p:cNvPr>
          <p:cNvSpPr>
            <a:spLocks xmlns:a="http://schemas.openxmlformats.org/drawingml/2006/main" noGrp="1"/>
          </p:cNvSpPr>
          <p:nvPr/>
        </p:nvSpPr>
        <p:spPr>
          <a:xfrm xmlns:a="http://schemas.openxmlformats.org/drawingml/2006/main" flipV="1">
            <a:off x="5989320"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AF8CC25C-9669-4002-8D26-E2411D9B0E96}"/>
              </a:ext>
            </a:extLst>
          </p:cNvPr>
          <p:cNvSpPr>
            <a:spLocks xmlns:a="http://schemas.openxmlformats.org/drawingml/2006/main" noGrp="1"/>
          </p:cNvSpPr>
          <p:nvPr/>
        </p:nvSpPr>
        <p:spPr>
          <a:xfrm xmlns:a="http://schemas.openxmlformats.org/drawingml/2006/main" flipV="1">
            <a:off x="6087892"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03199B06-8ABA-4F58-9AC2-DCD841A8B387}"/>
              </a:ext>
            </a:extLst>
          </p:cNvPr>
          <p:cNvSpPr>
            <a:spLocks xmlns:a="http://schemas.openxmlformats.org/drawingml/2006/main" noGrp="1"/>
          </p:cNvSpPr>
          <p:nvPr/>
        </p:nvSpPr>
        <p:spPr>
          <a:xfrm xmlns:a="http://schemas.openxmlformats.org/drawingml/2006/main" flipV="1">
            <a:off x="6186464"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DA4507AC-13F5-43FB-B38F-D4EB22A64853}"/>
              </a:ext>
            </a:extLst>
          </p:cNvPr>
          <p:cNvSpPr>
            <a:spLocks xmlns:a="http://schemas.openxmlformats.org/drawingml/2006/main" noGrp="1"/>
          </p:cNvSpPr>
          <p:nvPr/>
        </p:nvSpPr>
        <p:spPr>
          <a:xfrm xmlns:a="http://schemas.openxmlformats.org/drawingml/2006/main" flipV="1">
            <a:off x="6285036"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416475F-5828-4218-877D-864D1035E8B6}"/>
              </a:ext>
            </a:extLst>
          </p:cNvPr>
          <p:cNvSpPr>
            <a:spLocks xmlns:a="http://schemas.openxmlformats.org/drawingml/2006/main" noGrp="1"/>
          </p:cNvSpPr>
          <p:nvPr/>
        </p:nvSpPr>
        <p:spPr>
          <a:xfrm xmlns:a="http://schemas.openxmlformats.org/drawingml/2006/main" flipV="1">
            <a:off x="6383609"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7646E705-360D-42F3-A186-668DBD1B9A88}"/>
              </a:ext>
            </a:extLst>
          </p:cNvPr>
          <p:cNvSpPr>
            <a:spLocks xmlns:a="http://schemas.openxmlformats.org/drawingml/2006/main" noGrp="1"/>
          </p:cNvSpPr>
          <p:nvPr/>
        </p:nvSpPr>
        <p:spPr>
          <a:xfrm xmlns:a="http://schemas.openxmlformats.org/drawingml/2006/main" flipV="1">
            <a:off x="6482181"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7760C994-8305-4C69-AABA-035A5023A6BE}"/>
              </a:ext>
            </a:extLst>
          </p:cNvPr>
          <p:cNvSpPr>
            <a:spLocks xmlns:a="http://schemas.openxmlformats.org/drawingml/2006/main" noGrp="1"/>
          </p:cNvSpPr>
          <p:nvPr/>
        </p:nvSpPr>
        <p:spPr>
          <a:xfrm xmlns:a="http://schemas.openxmlformats.org/drawingml/2006/main" flipV="1">
            <a:off x="6580753"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A877276B-849E-4E1E-9987-2FFC478ACED2}"/>
              </a:ext>
            </a:extLst>
          </p:cNvPr>
          <p:cNvSpPr>
            <a:spLocks xmlns:a="http://schemas.openxmlformats.org/drawingml/2006/main" noGrp="1"/>
          </p:cNvSpPr>
          <p:nvPr/>
        </p:nvSpPr>
        <p:spPr>
          <a:xfrm xmlns:a="http://schemas.openxmlformats.org/drawingml/2006/main" flipV="1">
            <a:off x="6679326"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1BD43234-E68C-4DD6-882B-6991701C8178}"/>
              </a:ext>
            </a:extLst>
          </p:cNvPr>
          <p:cNvSpPr>
            <a:spLocks xmlns:a="http://schemas.openxmlformats.org/drawingml/2006/main" noGrp="1"/>
          </p:cNvSpPr>
          <p:nvPr/>
        </p:nvSpPr>
        <p:spPr>
          <a:xfrm xmlns:a="http://schemas.openxmlformats.org/drawingml/2006/main" flipV="1">
            <a:off x="6777898"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B671476-2467-4B01-BED7-2DDA1FB941F9}"/>
              </a:ext>
            </a:extLst>
          </p:cNvPr>
          <p:cNvSpPr>
            <a:spLocks xmlns:a="http://schemas.openxmlformats.org/drawingml/2006/main" noGrp="1"/>
          </p:cNvSpPr>
          <p:nvPr/>
        </p:nvSpPr>
        <p:spPr>
          <a:xfrm xmlns:a="http://schemas.openxmlformats.org/drawingml/2006/main" flipV="1">
            <a:off x="6876470"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ED6529E-6322-44DB-8229-AFC7EA2B21A1}"/>
              </a:ext>
            </a:extLst>
          </p:cNvPr>
          <p:cNvSpPr>
            <a:spLocks xmlns:a="http://schemas.openxmlformats.org/drawingml/2006/main" noGrp="1"/>
          </p:cNvSpPr>
          <p:nvPr/>
        </p:nvSpPr>
        <p:spPr>
          <a:xfrm xmlns:a="http://schemas.openxmlformats.org/drawingml/2006/main" flipV="1">
            <a:off x="6975043"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CB1C1D7-87CA-42EA-85BB-C74EA488BDE2}"/>
              </a:ext>
            </a:extLst>
          </p:cNvPr>
          <p:cNvSpPr>
            <a:spLocks xmlns:a="http://schemas.openxmlformats.org/drawingml/2006/main" noGrp="1"/>
          </p:cNvSpPr>
          <p:nvPr/>
        </p:nvSpPr>
        <p:spPr>
          <a:xfrm xmlns:a="http://schemas.openxmlformats.org/drawingml/2006/main">
            <a:off x="7073615"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3D29275D-DF24-4E2F-8621-3E932D1C240D}"/>
              </a:ext>
            </a:extLst>
          </p:cNvPr>
          <p:cNvSpPr>
            <a:spLocks xmlns:a="http://schemas.openxmlformats.org/drawingml/2006/main" noGrp="1"/>
          </p:cNvSpPr>
          <p:nvPr/>
        </p:nvSpPr>
        <p:spPr>
          <a:xfrm xmlns:a="http://schemas.openxmlformats.org/drawingml/2006/main">
            <a:off x="7172187"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15F2C63-ACCA-4420-929A-65F13B78933C}"/>
              </a:ext>
            </a:extLst>
          </p:cNvPr>
          <p:cNvSpPr>
            <a:spLocks xmlns:a="http://schemas.openxmlformats.org/drawingml/2006/main" noGrp="1"/>
          </p:cNvSpPr>
          <p:nvPr/>
        </p:nvSpPr>
        <p:spPr>
          <a:xfrm xmlns:a="http://schemas.openxmlformats.org/drawingml/2006/main">
            <a:off x="7270760"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25D26E3-6DAF-4B31-9B25-B62A830C0A2F}"/>
              </a:ext>
            </a:extLst>
          </p:cNvPr>
          <p:cNvSpPr>
            <a:spLocks xmlns:a="http://schemas.openxmlformats.org/drawingml/2006/main" noGrp="1"/>
          </p:cNvSpPr>
          <p:nvPr/>
        </p:nvSpPr>
        <p:spPr>
          <a:xfrm xmlns:a="http://schemas.openxmlformats.org/drawingml/2006/main">
            <a:off x="7369332"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5CEF1BBB-A50C-4149-862D-280939E35B6F}"/>
              </a:ext>
            </a:extLst>
          </p:cNvPr>
          <p:cNvSpPr>
            <a:spLocks xmlns:a="http://schemas.openxmlformats.org/drawingml/2006/main" noGrp="1"/>
          </p:cNvSpPr>
          <p:nvPr/>
        </p:nvSpPr>
        <p:spPr>
          <a:xfrm xmlns:a="http://schemas.openxmlformats.org/drawingml/2006/main">
            <a:off x="7467904"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ADB92A38-D3B1-4923-8590-DE47D4813BD0}"/>
              </a:ext>
            </a:extLst>
          </p:cNvPr>
          <p:cNvSpPr>
            <a:spLocks xmlns:a="http://schemas.openxmlformats.org/drawingml/2006/main" noGrp="1"/>
          </p:cNvSpPr>
          <p:nvPr/>
        </p:nvSpPr>
        <p:spPr>
          <a:xfrm xmlns:a="http://schemas.openxmlformats.org/drawingml/2006/main">
            <a:off x="7566477"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C8927733-C8CB-4A34-8E84-DBB19270A7F8}"/>
              </a:ext>
            </a:extLst>
          </p:cNvPr>
          <p:cNvSpPr>
            <a:spLocks xmlns:a="http://schemas.openxmlformats.org/drawingml/2006/main" noGrp="1"/>
          </p:cNvSpPr>
          <p:nvPr/>
        </p:nvSpPr>
        <p:spPr>
          <a:xfrm xmlns:a="http://schemas.openxmlformats.org/drawingml/2006/main">
            <a:off x="7665049"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2BAC33B-54C2-4B47-93CA-4B8EB4A0866F}"/>
              </a:ext>
            </a:extLst>
          </p:cNvPr>
          <p:cNvSpPr>
            <a:spLocks xmlns:a="http://schemas.openxmlformats.org/drawingml/2006/main" noGrp="1"/>
          </p:cNvSpPr>
          <p:nvPr/>
        </p:nvSpPr>
        <p:spPr>
          <a:xfrm xmlns:a="http://schemas.openxmlformats.org/drawingml/2006/main">
            <a:off x="7763621"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E385079-D0C9-484B-9312-EF6A3CC5B4EE}"/>
              </a:ext>
            </a:extLst>
          </p:cNvPr>
          <p:cNvSpPr>
            <a:spLocks xmlns:a="http://schemas.openxmlformats.org/drawingml/2006/main" noGrp="1"/>
          </p:cNvSpPr>
          <p:nvPr/>
        </p:nvSpPr>
        <p:spPr>
          <a:xfrm xmlns:a="http://schemas.openxmlformats.org/drawingml/2006/main">
            <a:off x="7862194"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8BD48B10-3564-4C56-8D95-15797A98F86F}"/>
              </a:ext>
            </a:extLst>
          </p:cNvPr>
          <p:cNvSpPr>
            <a:spLocks xmlns:a="http://schemas.openxmlformats.org/drawingml/2006/main" noGrp="1"/>
          </p:cNvSpPr>
          <p:nvPr/>
        </p:nvSpPr>
        <p:spPr>
          <a:xfrm xmlns:a="http://schemas.openxmlformats.org/drawingml/2006/main">
            <a:off x="7960766"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817A835F-8929-4450-927C-BCDC48B4609F}"/>
              </a:ext>
            </a:extLst>
          </p:cNvPr>
          <p:cNvSpPr>
            <a:spLocks xmlns:a="http://schemas.openxmlformats.org/drawingml/2006/main" noGrp="1"/>
          </p:cNvSpPr>
          <p:nvPr/>
        </p:nvSpPr>
        <p:spPr>
          <a:xfrm xmlns:a="http://schemas.openxmlformats.org/drawingml/2006/main">
            <a:off x="8059338"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B61A88F4-2A34-49B3-8E06-696632D7B50B}"/>
              </a:ext>
            </a:extLst>
          </p:cNvPr>
          <p:cNvSpPr>
            <a:spLocks xmlns:a="http://schemas.openxmlformats.org/drawingml/2006/main" noGrp="1"/>
          </p:cNvSpPr>
          <p:nvPr/>
        </p:nvSpPr>
        <p:spPr>
          <a:xfrm xmlns:a="http://schemas.openxmlformats.org/drawingml/2006/main">
            <a:off x="8157911"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B616161F-B6A0-473F-81D3-27E3DF374FED}"/>
              </a:ext>
            </a:extLst>
          </p:cNvPr>
          <p:cNvSpPr>
            <a:spLocks xmlns:a="http://schemas.openxmlformats.org/drawingml/2006/main" noGrp="1"/>
          </p:cNvSpPr>
          <p:nvPr/>
        </p:nvSpPr>
        <p:spPr>
          <a:xfrm xmlns:a="http://schemas.openxmlformats.org/drawingml/2006/main">
            <a:off x="8256483"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376F117A-71DF-4918-8492-823C4D0C08E8}"/>
              </a:ext>
            </a:extLst>
          </p:cNvPr>
          <p:cNvSpPr>
            <a:spLocks xmlns:a="http://schemas.openxmlformats.org/drawingml/2006/main" noGrp="1"/>
          </p:cNvSpPr>
          <p:nvPr/>
        </p:nvSpPr>
        <p:spPr>
          <a:xfrm xmlns:a="http://schemas.openxmlformats.org/drawingml/2006/main">
            <a:off x="8355055"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24709EDC-B145-4687-BC56-57960645F637}"/>
              </a:ext>
            </a:extLst>
          </p:cNvPr>
          <p:cNvSpPr>
            <a:spLocks xmlns:a="http://schemas.openxmlformats.org/drawingml/2006/main" noGrp="1"/>
          </p:cNvSpPr>
          <p:nvPr/>
        </p:nvSpPr>
        <p:spPr>
          <a:xfrm xmlns:a="http://schemas.openxmlformats.org/drawingml/2006/main">
            <a:off x="8453628"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604D740-44BB-4B88-AA27-A9A1FCCF9FAC}"/>
              </a:ext>
            </a:extLst>
          </p:cNvPr>
          <p:cNvSpPr>
            <a:spLocks xmlns:a="http://schemas.openxmlformats.org/drawingml/2006/main" noGrp="1"/>
          </p:cNvSpPr>
          <p:nvPr/>
        </p:nvSpPr>
        <p:spPr>
          <a:xfrm xmlns:a="http://schemas.openxmlformats.org/drawingml/2006/main">
            <a:off x="8552200"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10CF6B9-B666-4942-B4F3-7E578D940D75}"/>
              </a:ext>
            </a:extLst>
          </p:cNvPr>
          <p:cNvSpPr>
            <a:spLocks xmlns:a="http://schemas.openxmlformats.org/drawingml/2006/main" noGrp="1"/>
          </p:cNvSpPr>
          <p:nvPr/>
        </p:nvSpPr>
        <p:spPr>
          <a:xfrm xmlns:a="http://schemas.openxmlformats.org/drawingml/2006/main">
            <a:off x="8650772"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2E4C7106-120B-4CAA-B296-517BF3177375}"/>
              </a:ext>
            </a:extLst>
          </p:cNvPr>
          <p:cNvSpPr>
            <a:spLocks xmlns:a="http://schemas.openxmlformats.org/drawingml/2006/main" noGrp="1"/>
          </p:cNvSpPr>
          <p:nvPr/>
        </p:nvSpPr>
        <p:spPr>
          <a:xfrm xmlns:a="http://schemas.openxmlformats.org/drawingml/2006/main">
            <a:off x="8749344"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3FE9CD2-3B95-4F6A-A5C7-C647EABD0F7A}"/>
              </a:ext>
            </a:extLst>
          </p:cNvPr>
          <p:cNvSpPr>
            <a:spLocks xmlns:a="http://schemas.openxmlformats.org/drawingml/2006/main" noGrp="1"/>
          </p:cNvSpPr>
          <p:nvPr/>
        </p:nvSpPr>
        <p:spPr>
          <a:xfrm xmlns:a="http://schemas.openxmlformats.org/drawingml/2006/main">
            <a:off x="8847917"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6C576B5A-9A00-48AD-B5E5-89B0BB826932}"/>
              </a:ext>
            </a:extLst>
          </p:cNvPr>
          <p:cNvSpPr>
            <a:spLocks xmlns:a="http://schemas.openxmlformats.org/drawingml/2006/main" noGrp="1"/>
          </p:cNvSpPr>
          <p:nvPr/>
        </p:nvSpPr>
        <p:spPr>
          <a:xfrm xmlns:a="http://schemas.openxmlformats.org/drawingml/2006/main">
            <a:off x="8946489"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C9404F7-96CF-4211-A48D-C832321A1D2B}"/>
              </a:ext>
            </a:extLst>
          </p:cNvPr>
          <p:cNvSpPr>
            <a:spLocks xmlns:a="http://schemas.openxmlformats.org/drawingml/2006/main" noGrp="1"/>
          </p:cNvSpPr>
          <p:nvPr/>
        </p:nvSpPr>
        <p:spPr>
          <a:xfrm xmlns:a="http://schemas.openxmlformats.org/drawingml/2006/main">
            <a:off x="9045061"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106A5A97-BC83-4CED-8E84-41B6A12D4560}"/>
              </a:ext>
            </a:extLst>
          </p:cNvPr>
          <p:cNvSpPr>
            <a:spLocks xmlns:a="http://schemas.openxmlformats.org/drawingml/2006/main" noGrp="1"/>
          </p:cNvSpPr>
          <p:nvPr/>
        </p:nvSpPr>
        <p:spPr>
          <a:xfrm xmlns:a="http://schemas.openxmlformats.org/drawingml/2006/main">
            <a:off x="9143634"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F5A75400-8D8F-43D7-A511-9EE8D948DD1E}"/>
              </a:ext>
            </a:extLst>
          </p:cNvPr>
          <p:cNvSpPr>
            <a:spLocks xmlns:a="http://schemas.openxmlformats.org/drawingml/2006/main" noGrp="1"/>
          </p:cNvSpPr>
          <p:nvPr/>
        </p:nvSpPr>
        <p:spPr>
          <a:xfrm xmlns:a="http://schemas.openxmlformats.org/drawingml/2006/main">
            <a:off x="9242206"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029113B-B4EE-4FC5-87BE-FB96929105BE}"/>
              </a:ext>
            </a:extLst>
          </p:cNvPr>
          <p:cNvSpPr>
            <a:spLocks xmlns:a="http://schemas.openxmlformats.org/drawingml/2006/main" noGrp="1"/>
          </p:cNvSpPr>
          <p:nvPr/>
        </p:nvSpPr>
        <p:spPr>
          <a:xfrm xmlns:a="http://schemas.openxmlformats.org/drawingml/2006/main">
            <a:off x="9340778"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A13B1C4B-97E4-40E2-A4DE-D710097B7F9E}"/>
              </a:ext>
            </a:extLst>
          </p:cNvPr>
          <p:cNvSpPr>
            <a:spLocks xmlns:a="http://schemas.openxmlformats.org/drawingml/2006/main" noGrp="1"/>
          </p:cNvSpPr>
          <p:nvPr/>
        </p:nvSpPr>
        <p:spPr>
          <a:xfrm xmlns:a="http://schemas.openxmlformats.org/drawingml/2006/main">
            <a:off x="9439351"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1BD442AA-6F39-406C-B84A-E014C12688BE}"/>
              </a:ext>
            </a:extLst>
          </p:cNvPr>
          <p:cNvSpPr>
            <a:spLocks xmlns:a="http://schemas.openxmlformats.org/drawingml/2006/main" noGrp="1"/>
          </p:cNvSpPr>
          <p:nvPr/>
        </p:nvSpPr>
        <p:spPr>
          <a:xfrm xmlns:a="http://schemas.openxmlformats.org/drawingml/2006/main" flipV="1">
            <a:off x="9537923"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334EA92D-87FF-4959-B532-759832533391}"/>
              </a:ext>
            </a:extLst>
          </p:cNvPr>
          <p:cNvSpPr>
            <a:spLocks xmlns:a="http://schemas.openxmlformats.org/drawingml/2006/main" noGrp="1"/>
          </p:cNvSpPr>
          <p:nvPr/>
        </p:nvSpPr>
        <p:spPr>
          <a:xfrm xmlns:a="http://schemas.openxmlformats.org/drawingml/2006/main" flipV="1">
            <a:off x="9636495"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CE8500B7-2A18-4183-974B-5A792A33B8D2}"/>
              </a:ext>
            </a:extLst>
          </p:cNvPr>
          <p:cNvSpPr>
            <a:spLocks xmlns:a="http://schemas.openxmlformats.org/drawingml/2006/main" noGrp="1"/>
          </p:cNvSpPr>
          <p:nvPr/>
        </p:nvSpPr>
        <p:spPr>
          <a:xfrm xmlns:a="http://schemas.openxmlformats.org/drawingml/2006/main" flipV="1">
            <a:off x="9735068"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D936EEC8-DF79-4516-9AD9-593B05F0E544}"/>
              </a:ext>
            </a:extLst>
          </p:cNvPr>
          <p:cNvSpPr>
            <a:spLocks xmlns:a="http://schemas.openxmlformats.org/drawingml/2006/main" noGrp="1"/>
          </p:cNvSpPr>
          <p:nvPr/>
        </p:nvSpPr>
        <p:spPr>
          <a:xfrm xmlns:a="http://schemas.openxmlformats.org/drawingml/2006/main" flipV="1">
            <a:off x="9833640"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72939458-4541-47C9-AC61-32E6C7A63BEB}"/>
              </a:ext>
            </a:extLst>
          </p:cNvPr>
          <p:cNvSpPr>
            <a:spLocks xmlns:a="http://schemas.openxmlformats.org/drawingml/2006/main" noGrp="1"/>
          </p:cNvSpPr>
          <p:nvPr/>
        </p:nvSpPr>
        <p:spPr>
          <a:xfrm xmlns:a="http://schemas.openxmlformats.org/drawingml/2006/main" flipV="1">
            <a:off x="9932212"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BE8DFA60-D42B-430F-9F49-5A4557468250}"/>
              </a:ext>
            </a:extLst>
          </p:cNvPr>
          <p:cNvSpPr>
            <a:spLocks xmlns:a="http://schemas.openxmlformats.org/drawingml/2006/main" noGrp="1"/>
          </p:cNvSpPr>
          <p:nvPr/>
        </p:nvSpPr>
        <p:spPr>
          <a:xfrm xmlns:a="http://schemas.openxmlformats.org/drawingml/2006/main" flipV="1">
            <a:off x="10030785"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49C77810-077D-4184-B3CD-6E7692B34725}"/>
              </a:ext>
            </a:extLst>
          </p:cNvPr>
          <p:cNvSpPr>
            <a:spLocks xmlns:a="http://schemas.openxmlformats.org/drawingml/2006/main" noGrp="1"/>
          </p:cNvSpPr>
          <p:nvPr/>
        </p:nvSpPr>
        <p:spPr>
          <a:xfrm xmlns:a="http://schemas.openxmlformats.org/drawingml/2006/main" flipV="1">
            <a:off x="10129357"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37CE1A9F-ECCC-43A6-8B35-2DA3A536A350}"/>
              </a:ext>
            </a:extLst>
          </p:cNvPr>
          <p:cNvSpPr>
            <a:spLocks xmlns:a="http://schemas.openxmlformats.org/drawingml/2006/main" noGrp="1"/>
          </p:cNvSpPr>
          <p:nvPr/>
        </p:nvSpPr>
        <p:spPr>
          <a:xfrm xmlns:a="http://schemas.openxmlformats.org/drawingml/2006/main" flipV="1">
            <a:off x="10227929"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7CE0F25-5537-4B88-83F0-09A3611241E0}"/>
              </a:ext>
            </a:extLst>
          </p:cNvPr>
          <p:cNvSpPr>
            <a:spLocks xmlns:a="http://schemas.openxmlformats.org/drawingml/2006/main" noGrp="1"/>
          </p:cNvSpPr>
          <p:nvPr/>
        </p:nvSpPr>
        <p:spPr>
          <a:xfrm xmlns:a="http://schemas.openxmlformats.org/drawingml/2006/main" flipV="1">
            <a:off x="10326502"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C3946DB-5605-4DC0-8182-E1BAD4226616}"/>
              </a:ext>
            </a:extLst>
          </p:cNvPr>
          <p:cNvSpPr>
            <a:spLocks xmlns:a="http://schemas.openxmlformats.org/drawingml/2006/main" noGrp="1"/>
          </p:cNvSpPr>
          <p:nvPr/>
        </p:nvSpPr>
        <p:spPr>
          <a:xfrm xmlns:a="http://schemas.openxmlformats.org/drawingml/2006/main" flipV="1">
            <a:off x="10425074"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026A675D-A802-4C8A-BB42-265E87B2C0F6}"/>
              </a:ext>
            </a:extLst>
          </p:cNvPr>
          <p:cNvSpPr>
            <a:spLocks xmlns:a="http://schemas.openxmlformats.org/drawingml/2006/main" noGrp="1"/>
          </p:cNvSpPr>
          <p:nvPr/>
        </p:nvSpPr>
        <p:spPr>
          <a:xfrm xmlns:a="http://schemas.openxmlformats.org/drawingml/2006/main" flipV="1">
            <a:off x="10523646"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95B9E89-455F-48BA-94F4-3C2945A0DFA9}"/>
              </a:ext>
            </a:extLst>
          </p:cNvPr>
          <p:cNvSpPr>
            <a:spLocks xmlns:a="http://schemas.openxmlformats.org/drawingml/2006/main" noGrp="1"/>
          </p:cNvSpPr>
          <p:nvPr/>
        </p:nvSpPr>
        <p:spPr>
          <a:xfrm xmlns:a="http://schemas.openxmlformats.org/drawingml/2006/main" flipV="1">
            <a:off x="10622219"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0F85DCB-48A3-4265-9E3E-A904B02BACE1}"/>
              </a:ext>
            </a:extLst>
          </p:cNvPr>
          <p:cNvSpPr>
            <a:spLocks xmlns:a="http://schemas.openxmlformats.org/drawingml/2006/main" noGrp="1"/>
          </p:cNvSpPr>
          <p:nvPr/>
        </p:nvSpPr>
        <p:spPr>
          <a:xfrm xmlns:a="http://schemas.openxmlformats.org/drawingml/2006/main" flipV="1">
            <a:off x="10720791"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CD2CD8EF-D494-431D-9205-3778E84A00BD}"/>
              </a:ext>
            </a:extLst>
          </p:cNvPr>
          <p:cNvSpPr>
            <a:spLocks xmlns:a="http://schemas.openxmlformats.org/drawingml/2006/main" noGrp="1"/>
          </p:cNvSpPr>
          <p:nvPr/>
        </p:nvSpPr>
        <p:spPr>
          <a:xfrm xmlns:a="http://schemas.openxmlformats.org/drawingml/2006/main" flipV="1">
            <a:off x="10819363"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C001C97E-DE61-4AD0-A64C-4EA89E56230E}"/>
              </a:ext>
            </a:extLst>
          </p:cNvPr>
          <p:cNvSpPr>
            <a:spLocks xmlns:a="http://schemas.openxmlformats.org/drawingml/2006/main" noGrp="1"/>
          </p:cNvSpPr>
          <p:nvPr/>
        </p:nvSpPr>
        <p:spPr>
          <a:xfrm xmlns:a="http://schemas.openxmlformats.org/drawingml/2006/main">
            <a:off x="6638544" y="2587752"/>
            <a:ext cx="0" cy="2286000"/>
          </a:xfrm>
          <a:prstGeom xmlns:a="http://schemas.openxmlformats.org/drawingml/2006/main" prst="line">
            <a:avLst/>
          </a:prstGeom>
          <a:ln xmlns:a="http://schemas.openxmlformats.org/drawingml/2006/main" w="40640">
            <a:solidFill>
              <a:srgbClr val="FF000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TextBox 110">
            <a:extLst xmlns:a="http://schemas.openxmlformats.org/drawingml/2006/main">
              <a:ext uri="{FF2B5EF4-FFF2-40B4-BE49-F238E27FC236}">
                <a16:creationId xmlns:a16="http://schemas.microsoft.com/office/drawing/2014/main" id="{1C36E5B3-4CFB-4BD8-AEE0-BBE53707F0BE}"/>
              </a:ext>
            </a:extLst>
          </p:cNvPr>
          <p:cNvSpPr>
            <a:spLocks xmlns:a="http://schemas.openxmlformats.org/drawingml/2006/main" noGrp="1"/>
          </p:cNvSpPr>
          <p:nvPr/>
        </p:nvSpPr>
        <p:spPr>
          <a:xfrm xmlns:a="http://schemas.openxmlformats.org/drawingml/2006/main">
            <a:off x="914400" y="5330952"/>
            <a:ext cx="57607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262626"/>
                </a:solidFill>
                <a:latin typeface="Alibaba PuHuiTi 3.0 115 Black"/>
                <a:ea typeface="Alibaba PuHuiTi 3.0 115 Black"/>
                <a:cs typeface="Alibaba PuHuiTi 3.0 115 Black"/>
              </a:defRPr>
            </a:pPr>
            <a:r>
              <a:rPr sz="2300" b="1">
                <a:solidFill>
                  <a:srgbClr val="262626"/>
                </a:solidFill>
                <a:latin typeface="Alibaba PuHuiTi 3.0 115 Black"/>
                <a:ea typeface="Alibaba PuHuiTi 3.0 115 Black"/>
                <a:cs typeface="Alibaba PuHuiTi 3.0 115 Black"/>
              </a:rPr>
              <a:t>在教室浏览器播放</a:t>
            </a:r>
          </a:p>
        </p:txBody>
      </p:sp>
      <p:sp>
        <p:nvSpPr>
          <p:cNvPr id="8" name="TextBox 7">
            <a:extLst xmlns:a="http://schemas.openxmlformats.org/drawingml/2006/main">
              <a:ext uri="{FF2B5EF4-FFF2-40B4-BE49-F238E27FC236}">
                <a16:creationId xmlns:a16="http://schemas.microsoft.com/office/drawing/2014/main" id="{9C680741-C0F7-43BC-9FD8-4DAEC3434E02}"/>
              </a:ext>
            </a:extLst>
          </p:cNvPr>
          <p:cNvSpPr>
            <a:spLocks xmlns:a="http://schemas.openxmlformats.org/drawingml/2006/main" noGrp="1"/>
          </p:cNvSpPr>
          <p:nvPr/>
        </p:nvSpPr>
        <p:spPr>
          <a:xfrm xmlns:a="http://schemas.openxmlformats.org/drawingml/2006/main">
            <a:off x="941832" y="2093976"/>
            <a:ext cx="1143000" cy="25908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9" name="TextBox 8">
            <a:extLst xmlns:a="http://schemas.openxmlformats.org/drawingml/2006/main">
              <a:ext uri="{FF2B5EF4-FFF2-40B4-BE49-F238E27FC236}">
                <a16:creationId xmlns:a16="http://schemas.microsoft.com/office/drawing/2014/main" id="{CB9B8B08-ECDD-4CDE-9896-8351D680B2D1}"/>
              </a:ext>
            </a:extLst>
          </p:cNvPr>
          <p:cNvSpPr>
            <a:spLocks xmlns:a="http://schemas.openxmlformats.org/drawingml/2006/main" noGrp="1"/>
          </p:cNvSpPr>
          <p:nvPr/>
        </p:nvSpPr>
        <p:spPr>
          <a:xfrm xmlns:a="http://schemas.openxmlformats.org/drawingml/2006/main">
            <a:off x="10334625" y="498157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9335892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F1158D4-DA83-4C6E-84E8-DDB62C513F9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ED65DF-D8D0-4568-8A7B-D2984991D14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6BC40F0-4746-4AEC-B5FB-A95B217C707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只能留下有限个数字，该在哪些时刻取样？</a:t>
            </a:r>
          </a:p>
        </p:txBody>
      </p:sp>
      <p:sp>
        <p:nvSpPr>
          <p:cNvPr id="5" name="Connector 4">
            <a:extLst xmlns:a="http://schemas.openxmlformats.org/drawingml/2006/main">
              <a:ext uri="{FF2B5EF4-FFF2-40B4-BE49-F238E27FC236}">
                <a16:creationId xmlns:a16="http://schemas.microsoft.com/office/drawing/2014/main" id="{35D914D2-C480-4996-B332-7DEA014B1397}"/>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F16977D2-5D9C-4173-9176-0AC48D7C1330}"/>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6E198C7-DE33-487C-A988-CE636540B3A7}"/>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BB52822A-F415-4A08-93EF-F1D1DEF5F03A}"/>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F7B4082F-87E9-450F-BE0E-838AEFDC5302}"/>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5E1C6C77-FFE4-464C-A291-63CC3C030462}"/>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BBC82A6-87E0-4AE3-925E-1E80D1C9F10D}"/>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176BC19B-ECC1-44DE-893D-F231E6A409AE}"/>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75D0546F-4A07-4A74-A81D-4350E2568969}"/>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616033C2-1138-42DA-8D66-53C7673BF272}"/>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373AECE-A2C0-4602-AB48-6E748D57A1F2}"/>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B09CCD7-C2D1-4213-840B-37FB3C2F0766}"/>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A02C1D48-F6B5-49CE-B0E2-6FD66A33A3E5}"/>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63D8D5CF-4208-4BF2-8D32-ADC261D70A64}"/>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CAA64A62-B3AE-41F0-AD03-26B9ECDA57D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FEB0F76-1FBF-4229-9BDD-B256F58D82D3}"/>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E755BC19-3A8E-4FFA-A9B4-50F95E1CCC71}"/>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73DC7B2F-1A1F-4F6E-8DB8-67C064BF4FE8}"/>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C501925-3568-4F12-BC6A-28F7A528B141}"/>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95BA2B02-CC7D-46B7-AD6D-496748011E9D}"/>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1F183F9-2987-484E-B10A-48D98C5A9DF3}"/>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C50DE05F-DD25-4A57-A0FA-7A7F75CEC200}"/>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E3A13AA4-F803-46F0-8CCC-05674DB87D58}"/>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DD4FAD38-1089-432F-8C0F-05FF8B0B3641}"/>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1A949255-4BC2-42F5-8B9B-6C0A98FB6A6B}"/>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48DBBB23-1A71-4195-907F-7CA5FB4CACE8}"/>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F512CA77-F6F7-4463-8C01-82D1D143322B}"/>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649EA00-4F02-4A74-A50D-CD9F034E1E14}"/>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E38FD3A1-EE26-4029-8FF8-2DF3A3153170}"/>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DD02AC9-A1DB-4208-8629-9423BB4A122C}"/>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74AD8F7A-4AC5-4BF1-A71C-6146F30539E7}"/>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BC6AEDA3-219D-4CE6-9E29-8DA8F7B33504}"/>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D108CDCB-FA26-4ED9-B6B3-CE22CD4FB7B6}"/>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BEF19CD-5E5E-46C6-86C5-2A0244DCCD8B}"/>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D95BA14-5936-4CB9-BB4F-983C67FA3867}"/>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1F7AFD3-E4EC-472D-9B3D-DDFCCAD269A4}"/>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AD9F7C0-54C8-47BF-A6A0-57CEAC45F70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43FD2BC2-9FF2-45C3-B216-B624A066663F}"/>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4CE31BD9-51CA-4F78-9019-3E85D85D2AA7}"/>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C2B060BB-7681-4E43-97AC-D767D238312A}"/>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A498F4E6-F0B5-4091-8118-CDCB405829C5}"/>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BE818C61-D3EF-4CF9-AC13-05190F888CEC}"/>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06E0887B-6451-4E1D-8B3B-621630E00D82}"/>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DB50932-FDD0-4005-9540-F80E2FEDB403}"/>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9BCEE02F-1122-4403-A1AD-B844AD07DB80}"/>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037FA471-1E71-4E62-AA13-5404229C105F}"/>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C861624-CFF5-4E98-A47A-DD754BC65F5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85AAA03-2728-498D-A74A-F55135A55034}"/>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741C63CB-3EED-4D69-8CC3-30C0D70CDF20}"/>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757AED6F-56D0-41F3-88B5-239920E47A3B}"/>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AB4072C-8004-450B-9AD2-7EDCA33C271A}"/>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6EB2482-8FCC-4B10-942F-0B8EA7C8DA02}"/>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A961FED1-D9F9-4A88-97E0-358093789C6A}"/>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D08A537-F83E-4EB9-AD29-D72958CBD30D}"/>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0A1017BC-861F-4E6C-80BA-8486060B7112}"/>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21F9F62F-C97A-4CE8-ACDB-D00F19F0C49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E7BFAFD-4CA0-4928-AD77-A8D925E4C172}"/>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7342961-24F6-4D6A-A9CB-562F846876A8}"/>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10B1D28E-8342-414A-8CB2-B431AFC76E9E}"/>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CD095F79-DD1E-4472-B4AA-D9624F08AF4E}"/>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01C8A243-689C-4AA5-9380-F43525442E60}"/>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01930833-AC55-4FA9-90B5-0347DB668077}"/>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006F6C62-EC57-44E0-8FB0-7BDEE0786632}"/>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4A03FFB5-9EEE-4FA3-BA63-13A039839045}"/>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2C401028-3ECC-4A2F-93B4-E3ADC804E9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AE387218-CC1B-464B-ABF1-C57759C0AC64}"/>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0B3F8DD2-EC7C-4D2F-BD2F-7E7B0A15CA3B}"/>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90B9E7F8-9A7A-4738-97D8-6C835D5FEE90}"/>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4EFF7E65-9DB1-4750-A997-1DFC68DF60D6}"/>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9430D91-0D43-4784-948F-9D399A9D6D84}"/>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C74F91-0557-4027-A700-2C189FAE8D09}"/>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E0D2E23F-5B97-490E-93C1-867E79E802C7}"/>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85B7BCB6-2DE4-4891-B593-66E4159A77BA}"/>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2674A954-9383-40A0-AB66-128F3CE417E0}"/>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931F89D-C53A-4184-B899-894FAD866752}"/>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53CCF68D-C608-4B18-92AD-CED08879DA42}"/>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93713B57-92AB-47FC-8519-EF336A8E576F}"/>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CC4BD8E5-7BF0-44B7-83F2-CF756A5B63A2}"/>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A1BC380-0F62-4B2C-9442-73B9C572E2AC}"/>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28E3C05C-BA52-46BE-991B-0F22D5A86C68}"/>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FCEF39-51FA-4939-8F1C-CBC00842AD07}"/>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3E7A8DC-F6AE-4B62-AB24-7BFB21C1798D}"/>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9F580E-B12F-4890-B3DB-CD3D38BA5C02}"/>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77E58BA-2142-4A76-8446-F75AFE2548E8}"/>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795CEC70-678C-4FDC-97E9-1468928A3819}"/>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54814E2A-DA64-4098-A24F-F0980BD78440}"/>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B221D9D6-8197-4F7A-986B-342C18B37CE8}"/>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3723D6-46B0-4B74-80EE-004806F04B4E}"/>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35C7EDE2-BB4C-42C0-9798-C6B80752E7B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C23BFB5D-C46E-4698-8911-E21272442938}"/>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3EE3AA71-576E-4B7C-A629-20D8C3C7AD58}"/>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2492E6F1-2CC0-4A04-B084-F0CB221C027D}"/>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7E66172-3B32-47D8-AD00-39EC518F5CA5}"/>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603CF8FE-5ECF-451D-8E95-0AAB037EF9D3}"/>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F282F72-8D21-42E0-9CA6-3659465ED8AE}"/>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AD63853-F52A-4967-84A7-6FACC6B61E9E}"/>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E777739-1654-42F4-BBBB-FF099DF4634E}"/>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F9DBB7-06E4-417D-9A6D-5AA390EE8F0D}"/>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53B1E1D3-C451-4BF2-A3D6-00D06E1C0FC6}"/>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F104B7C-EF04-4C1A-B2B4-A5D93EA3AC1B}"/>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18329DFF-4AE8-4B7B-9486-20C480312918}"/>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5780313B-AFEE-49B6-BBB4-B41F55C88EEB}"/>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AD80D719-7271-41D9-A391-50738DA491C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B39DE307-5DAE-4B62-9DA6-18926DC037CA}"/>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TextBox 108">
            <a:extLst xmlns:a="http://schemas.openxmlformats.org/drawingml/2006/main">
              <a:ext uri="{FF2B5EF4-FFF2-40B4-BE49-F238E27FC236}">
                <a16:creationId xmlns:a16="http://schemas.microsoft.com/office/drawing/2014/main" id="{96AF5F13-857F-490A-B88E-76BA476178E7}"/>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请提出一个规则：怎样公平地选出一组采样时刻？</a:t>
            </a:r>
          </a:p>
        </p:txBody>
      </p:sp>
    </p:spTree>
    <p:extLst>
      <p:ext uri="{BB962C8B-B14F-4D97-AF65-F5344CB8AC3E}">
        <p14:creationId xmlns:p14="http://schemas.microsoft.com/office/powerpoint/2010/main" val="67850499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A5BE5A-D3A5-40DE-B698-78978871FF4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F60D04-7B66-46A7-B2B7-990CCD957CB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1EFFB1B-124E-4E04-B768-3957724AB74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每隔相同时间，取一个幅度值</a:t>
            </a:r>
          </a:p>
        </p:txBody>
      </p:sp>
      <p:sp>
        <p:nvSpPr>
          <p:cNvPr id="5" name="Connector 4">
            <a:extLst xmlns:a="http://schemas.openxmlformats.org/drawingml/2006/main">
              <a:ext uri="{FF2B5EF4-FFF2-40B4-BE49-F238E27FC236}">
                <a16:creationId xmlns:a16="http://schemas.microsoft.com/office/drawing/2014/main" id="{99E51E75-D3C7-4789-876C-CABBE58BADA5}"/>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52691582-E6D8-459E-81E1-A2DDCEC3295A}"/>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3CA88E7A-14BC-477D-A637-B6DBC4664841}"/>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57A477B-118C-48E5-ADE8-B82BB835E522}"/>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7F8CF580-2133-49FF-9413-9EFB28E84B24}"/>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1977854-26AE-48FD-B0B1-462E3C7D45DC}"/>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88E8FBD-B192-4394-8247-75B91D66AE29}"/>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F850087-4D92-4F22-8CD3-6D9C106F9FAB}"/>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1F20829-E5EB-4A34-BD40-4B1089E4A022}"/>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88A6A632-8AB0-4567-93D5-A9854F23DE90}"/>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D21E06-066C-467C-8D6C-AE97D050A2A1}"/>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AF605CF9-2763-4EEA-9DDF-7A83FECEE0EA}"/>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772CD8F9-6B2A-4820-A01E-31E2DF24B872}"/>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5E61E849-D853-4099-9B9F-F5A3D6BF8033}"/>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B4D4893A-94A2-462F-BA5D-3AE643FDAE7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C639608-965E-4C14-847B-F7FCCDE18DEA}"/>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7200E2AD-A124-403E-B7BF-63167282491D}"/>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A7EFA-F56A-457D-9A02-2CA136D08EB1}"/>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4015E8A5-4086-4882-8CF2-76B1C6F888B5}"/>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44E910DC-5B91-4657-B672-42ECD9308848}"/>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616DBDC-2B58-4CC8-BF08-CBDCA6CF64A7}"/>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2E55F3CF-120B-4352-B152-096809543DC6}"/>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7332955C-F486-4F34-A267-7009627D8B55}"/>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78700895-DE65-455D-A504-6B7A6D8D5AAE}"/>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C2CC5AF2-3C41-495F-9F83-8203829645A1}"/>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B2BE139-74A8-4AE5-BEDB-B793CA718633}"/>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0BA1412-4E2F-4028-8903-0600EEF9726E}"/>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F6728393-82CE-406B-953A-0D51C2DD4812}"/>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6C42266B-687A-4E3F-AE0E-6C2A197D396C}"/>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AB2A7B43-12DB-4F56-B112-EEA935D278D6}"/>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D6E77577-CCB2-40EE-ADB4-E01636AD4D02}"/>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81AB875-06FD-4D94-9846-0295C033E538}"/>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651E330-5B9F-4CB9-A5BF-D4088A2CFA41}"/>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0387D04F-126A-48D1-8050-25E60BE10340}"/>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A3961B2-85E0-4428-86F5-05DAF4465514}"/>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B33061C-9B35-41E7-A3AB-EA32611F4535}"/>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EC62957-0EF2-45F5-892A-3A11093C31A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4CF74AA-E359-4D54-AB2A-097CAEC200A5}"/>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D25EB30-B8E5-4254-A017-D3D03DA85311}"/>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001123FC-614A-4573-A0CC-76817BF71A50}"/>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C03A9B3-C5D4-4D1D-9364-D2E0DEAC5CDF}"/>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7522A940-12D7-4E60-ACD6-F3498A8FF719}"/>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DDDD8FB2-5085-4A62-9269-2B842879769C}"/>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02A5D64B-D066-4FD7-BA52-1B15E1FF036C}"/>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210F2EC0-332F-464D-828D-C7A5148FB89E}"/>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A6C98150-388E-450B-95A5-326F894AB55D}"/>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AF0A8C55-76B2-4E70-8A58-6D4C4DEAD21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0D22B39D-C326-4B2B-AE10-9AE89C95E9D6}"/>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DF57E3B1-8C36-4C95-B019-641A1ADBD5D6}"/>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56175A01-D5D9-4388-BA10-14B6788C7762}"/>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12E3460-554F-427B-8DF5-C0FA58B36E1F}"/>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3597B4B-09F6-44C7-AAB3-E4780759B1CE}"/>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CD450CF1-8E3C-407A-8F15-57CE7A1883FD}"/>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B7E52724-4ED9-47F2-8D95-966311BA5ECB}"/>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57DDE6D-735D-438D-A188-A8D2B82856E9}"/>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A06128C1-B7DA-4748-8A3F-1B5C25B0FAB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5BD82ED-3FF9-4550-8F23-AAC0F2401071}"/>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54A40599-1C8A-46FB-BC63-9362815DF810}"/>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33549292-9318-4AFC-A1CA-9228FA0F0BED}"/>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FFFF4A4-EC16-4CF0-A2F9-DF1B2CFFB7E8}"/>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EB792B6-55D8-4304-AC55-CB67E3F7DC98}"/>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18EA3F9F-FFDD-4E55-B979-7BAB68E76585}"/>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24EAA99-B43C-4652-9A4A-D0B63958DBFC}"/>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C7B377AE-5224-41EF-93DF-5EEB0DFBB95D}"/>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B91F321-5F4E-4362-B28B-CADC0420D4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E04DA00-E0D3-4C06-B721-4F7747903C26}"/>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4288781A-3AC0-4B4A-9F0F-120A4A452105}"/>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C9D71A47-8D3E-4285-B57E-201A738995B1}"/>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FC7D1668-90CE-4636-9B89-293EE552C0BF}"/>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FB8B972-B8F8-4491-A91A-715C73C36FD3}"/>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74B6B3AA-171B-4A44-8A07-362D811000FB}"/>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D9429AEF-3D21-4562-B6FE-3F7637CB3C56}"/>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5F61EF12-0F1F-48BE-8409-7F4857EF0374}"/>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3470F1A4-2C4F-4A27-9257-5FBBBBD2B41B}"/>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53F8353C-072D-4364-AB31-244BD80CA783}"/>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14AE902D-676C-4702-8AF8-21FBCB9B08A6}"/>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19223A9A-6812-4960-A68F-3CB444A1B960}"/>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00CC0324-D836-425E-973F-2844FBA748AD}"/>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2F4F1D9-A28A-40E2-A268-6F74C849F8F4}"/>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D6A26FD6-1DFA-46F0-A414-B1CC68B87917}"/>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9713FE0F-B23B-416D-AD2B-F4668B998594}"/>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FABB505A-69AB-411B-A68F-C28A2EE4E021}"/>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DA8D3EA-260D-46FB-B098-EADA81256F85}"/>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C036828-76E6-4022-8AE7-03489B958379}"/>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61D82C3D-2BAB-4576-A6CB-1AEE285ECA84}"/>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DC6525B9-8BF3-42C7-8A48-04AABF61A082}"/>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A60BD5D5-54E8-4FC5-BA43-B69FAF894600}"/>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BC7F1389-E1B6-4530-82A3-E8FC7C724566}"/>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0378AC41-8F27-4A2E-94B8-86AE158480E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8A24C044-770B-44C1-9687-003EF4F41F9F}"/>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C32349-AFED-4407-B54D-46A7937A164A}"/>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3CE87D33-E7FF-4315-AAEA-8FD6946F9BF2}"/>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65B9410C-8ACC-4C40-8116-AE8C02209252}"/>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201A309-D782-4560-B66F-A8CADF4F3B50}"/>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29C14A15-21EF-4BF2-8EA9-2B0DDB88E592}"/>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706810A-2289-489F-B84C-9424CEB9943C}"/>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A6FB917-28F3-4312-8A3F-EBA5A1E01F61}"/>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B38DD42F-A9C8-4696-96B5-96E089F50BA6}"/>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FB1FE1E-6D72-4119-AE06-B77C809BB358}"/>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35A0B7AF-19E2-4AB8-A206-DF3CACF6F07E}"/>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B630414A-33AF-40DB-B1C0-337268084801}"/>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F0A545B8-FA76-463A-BE7E-2E50E6324216}"/>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89F6E15-0122-4A57-BB34-04313F1BAE0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E0BF661-A8DA-42EF-B9FB-3BA01F1C2311}"/>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86C33069-DBCD-4F17-A923-F125147507E1}"/>
              </a:ext>
            </a:extLst>
          </p:cNvPr>
          <p:cNvSpPr>
            <a:spLocks xmlns:a="http://schemas.openxmlformats.org/drawingml/2006/main" noGrp="1"/>
          </p:cNvSpPr>
          <p:nvPr/>
        </p:nvSpPr>
        <p:spPr>
          <a:xfrm xmlns:a="http://schemas.openxmlformats.org/drawingml/2006/main">
            <a:off x="106984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0C50F695-A36A-4D3E-AD01-15065B5FE015}"/>
              </a:ext>
            </a:extLst>
          </p:cNvPr>
          <p:cNvSpPr>
            <a:spLocks xmlns:a="http://schemas.openxmlformats.org/drawingml/2006/main" noGrp="1"/>
          </p:cNvSpPr>
          <p:nvPr/>
        </p:nvSpPr>
        <p:spPr>
          <a:xfrm xmlns:a="http://schemas.openxmlformats.org/drawingml/2006/main">
            <a:off x="1008583" y="33448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Connector 110">
            <a:extLst xmlns:a="http://schemas.openxmlformats.org/drawingml/2006/main">
              <a:ext uri="{FF2B5EF4-FFF2-40B4-BE49-F238E27FC236}">
                <a16:creationId xmlns:a16="http://schemas.microsoft.com/office/drawing/2014/main" id="{488B0890-E6AB-4D2B-8802-E4EEAEB44292}"/>
              </a:ext>
            </a:extLst>
          </p:cNvPr>
          <p:cNvSpPr>
            <a:spLocks xmlns:a="http://schemas.openxmlformats.org/drawingml/2006/main" noGrp="1"/>
          </p:cNvSpPr>
          <p:nvPr/>
        </p:nvSpPr>
        <p:spPr>
          <a:xfrm xmlns:a="http://schemas.openxmlformats.org/drawingml/2006/main">
            <a:off x="184937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Oval 111">
            <a:extLst xmlns:a="http://schemas.openxmlformats.org/drawingml/2006/main">
              <a:ext uri="{FF2B5EF4-FFF2-40B4-BE49-F238E27FC236}">
                <a16:creationId xmlns:a16="http://schemas.microsoft.com/office/drawing/2014/main" id="{B7AAB716-91CF-4ADA-A4E4-6DBD1C653390}"/>
              </a:ext>
            </a:extLst>
          </p:cNvPr>
          <p:cNvSpPr>
            <a:spLocks xmlns:a="http://schemas.openxmlformats.org/drawingml/2006/main" noGrp="1"/>
          </p:cNvSpPr>
          <p:nvPr/>
        </p:nvSpPr>
        <p:spPr>
          <a:xfrm xmlns:a="http://schemas.openxmlformats.org/drawingml/2006/main">
            <a:off x="1788109" y="244427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Connector 112">
            <a:extLst xmlns:a="http://schemas.openxmlformats.org/drawingml/2006/main">
              <a:ext uri="{FF2B5EF4-FFF2-40B4-BE49-F238E27FC236}">
                <a16:creationId xmlns:a16="http://schemas.microsoft.com/office/drawing/2014/main" id="{B3CF9AF4-EA0E-4BF6-87D2-70CC4A8E0F99}"/>
              </a:ext>
            </a:extLst>
          </p:cNvPr>
          <p:cNvSpPr>
            <a:spLocks xmlns:a="http://schemas.openxmlformats.org/drawingml/2006/main" noGrp="1"/>
          </p:cNvSpPr>
          <p:nvPr/>
        </p:nvSpPr>
        <p:spPr>
          <a:xfrm xmlns:a="http://schemas.openxmlformats.org/drawingml/2006/main">
            <a:off x="262890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4" name="Oval 113">
            <a:extLst xmlns:a="http://schemas.openxmlformats.org/drawingml/2006/main">
              <a:ext uri="{FF2B5EF4-FFF2-40B4-BE49-F238E27FC236}">
                <a16:creationId xmlns:a16="http://schemas.microsoft.com/office/drawing/2014/main" id="{5E30C716-CF29-4E6C-A564-A2C713EC46A6}"/>
              </a:ext>
            </a:extLst>
          </p:cNvPr>
          <p:cNvSpPr>
            <a:spLocks xmlns:a="http://schemas.openxmlformats.org/drawingml/2006/main" noGrp="1"/>
          </p:cNvSpPr>
          <p:nvPr/>
        </p:nvSpPr>
        <p:spPr>
          <a:xfrm xmlns:a="http://schemas.openxmlformats.org/drawingml/2006/main">
            <a:off x="2567635" y="23246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Connector 114">
            <a:extLst xmlns:a="http://schemas.openxmlformats.org/drawingml/2006/main">
              <a:ext uri="{FF2B5EF4-FFF2-40B4-BE49-F238E27FC236}">
                <a16:creationId xmlns:a16="http://schemas.microsoft.com/office/drawing/2014/main" id="{00D0DA8D-3A3F-42E0-9AB7-9082A254F9B2}"/>
              </a:ext>
            </a:extLst>
          </p:cNvPr>
          <p:cNvSpPr>
            <a:spLocks xmlns:a="http://schemas.openxmlformats.org/drawingml/2006/main" noGrp="1"/>
          </p:cNvSpPr>
          <p:nvPr/>
        </p:nvSpPr>
        <p:spPr>
          <a:xfrm xmlns:a="http://schemas.openxmlformats.org/drawingml/2006/main">
            <a:off x="340842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Oval 115">
            <a:extLst xmlns:a="http://schemas.openxmlformats.org/drawingml/2006/main">
              <a:ext uri="{FF2B5EF4-FFF2-40B4-BE49-F238E27FC236}">
                <a16:creationId xmlns:a16="http://schemas.microsoft.com/office/drawing/2014/main" id="{3ACBD89F-6433-44DC-BA27-FDB912608352}"/>
              </a:ext>
            </a:extLst>
          </p:cNvPr>
          <p:cNvSpPr>
            <a:spLocks xmlns:a="http://schemas.openxmlformats.org/drawingml/2006/main" noGrp="1"/>
          </p:cNvSpPr>
          <p:nvPr/>
        </p:nvSpPr>
        <p:spPr>
          <a:xfrm xmlns:a="http://schemas.openxmlformats.org/drawingml/2006/main">
            <a:off x="3347161" y="308976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Connector 116">
            <a:extLst xmlns:a="http://schemas.openxmlformats.org/drawingml/2006/main">
              <a:ext uri="{FF2B5EF4-FFF2-40B4-BE49-F238E27FC236}">
                <a16:creationId xmlns:a16="http://schemas.microsoft.com/office/drawing/2014/main" id="{FBEF84E7-7E1A-481A-839B-B6D7D720F22C}"/>
              </a:ext>
            </a:extLst>
          </p:cNvPr>
          <p:cNvSpPr>
            <a:spLocks xmlns:a="http://schemas.openxmlformats.org/drawingml/2006/main" noGrp="1"/>
          </p:cNvSpPr>
          <p:nvPr/>
        </p:nvSpPr>
        <p:spPr>
          <a:xfrm xmlns:a="http://schemas.openxmlformats.org/drawingml/2006/main">
            <a:off x="418795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Oval 117">
            <a:extLst xmlns:a="http://schemas.openxmlformats.org/drawingml/2006/main">
              <a:ext uri="{FF2B5EF4-FFF2-40B4-BE49-F238E27FC236}">
                <a16:creationId xmlns:a16="http://schemas.microsoft.com/office/drawing/2014/main" id="{5EBC1DB9-BE1C-4E93-BCED-B1DF68390602}"/>
              </a:ext>
            </a:extLst>
          </p:cNvPr>
          <p:cNvSpPr>
            <a:spLocks xmlns:a="http://schemas.openxmlformats.org/drawingml/2006/main" noGrp="1"/>
          </p:cNvSpPr>
          <p:nvPr/>
        </p:nvSpPr>
        <p:spPr>
          <a:xfrm xmlns:a="http://schemas.openxmlformats.org/drawingml/2006/main">
            <a:off x="4126687" y="407610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Connector 118">
            <a:extLst xmlns:a="http://schemas.openxmlformats.org/drawingml/2006/main">
              <a:ext uri="{FF2B5EF4-FFF2-40B4-BE49-F238E27FC236}">
                <a16:creationId xmlns:a16="http://schemas.microsoft.com/office/drawing/2014/main" id="{190DD52B-9A40-4765-B970-171CBFCA1125}"/>
              </a:ext>
            </a:extLst>
          </p:cNvPr>
          <p:cNvSpPr>
            <a:spLocks xmlns:a="http://schemas.openxmlformats.org/drawingml/2006/main" noGrp="1"/>
          </p:cNvSpPr>
          <p:nvPr/>
        </p:nvSpPr>
        <p:spPr>
          <a:xfrm xmlns:a="http://schemas.openxmlformats.org/drawingml/2006/main">
            <a:off x="496747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Oval 119">
            <a:extLst xmlns:a="http://schemas.openxmlformats.org/drawingml/2006/main">
              <a:ext uri="{FF2B5EF4-FFF2-40B4-BE49-F238E27FC236}">
                <a16:creationId xmlns:a16="http://schemas.microsoft.com/office/drawing/2014/main" id="{7D378103-AC57-4101-A7A8-00AA3902B7BD}"/>
              </a:ext>
            </a:extLst>
          </p:cNvPr>
          <p:cNvSpPr>
            <a:spLocks xmlns:a="http://schemas.openxmlformats.org/drawingml/2006/main" noGrp="1"/>
          </p:cNvSpPr>
          <p:nvPr/>
        </p:nvSpPr>
        <p:spPr>
          <a:xfrm xmlns:a="http://schemas.openxmlformats.org/drawingml/2006/main">
            <a:off x="4906213" y="44283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Connector 120">
            <a:extLst xmlns:a="http://schemas.openxmlformats.org/drawingml/2006/main">
              <a:ext uri="{FF2B5EF4-FFF2-40B4-BE49-F238E27FC236}">
                <a16:creationId xmlns:a16="http://schemas.microsoft.com/office/drawing/2014/main" id="{D1AC30C5-DBD5-45AA-A829-A9EC0768CC65}"/>
              </a:ext>
            </a:extLst>
          </p:cNvPr>
          <p:cNvSpPr>
            <a:spLocks xmlns:a="http://schemas.openxmlformats.org/drawingml/2006/main" noGrp="1"/>
          </p:cNvSpPr>
          <p:nvPr/>
        </p:nvSpPr>
        <p:spPr>
          <a:xfrm xmlns:a="http://schemas.openxmlformats.org/drawingml/2006/main">
            <a:off x="574700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Oval 121">
            <a:extLst xmlns:a="http://schemas.openxmlformats.org/drawingml/2006/main">
              <a:ext uri="{FF2B5EF4-FFF2-40B4-BE49-F238E27FC236}">
                <a16:creationId xmlns:a16="http://schemas.microsoft.com/office/drawing/2014/main" id="{9D57EAE5-226C-4AB1-B69A-6E0049132403}"/>
              </a:ext>
            </a:extLst>
          </p:cNvPr>
          <p:cNvSpPr>
            <a:spLocks xmlns:a="http://schemas.openxmlformats.org/drawingml/2006/main" noGrp="1"/>
          </p:cNvSpPr>
          <p:nvPr/>
        </p:nvSpPr>
        <p:spPr>
          <a:xfrm xmlns:a="http://schemas.openxmlformats.org/drawingml/2006/main">
            <a:off x="5685739" y="38409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Connector 122">
            <a:extLst xmlns:a="http://schemas.openxmlformats.org/drawingml/2006/main">
              <a:ext uri="{FF2B5EF4-FFF2-40B4-BE49-F238E27FC236}">
                <a16:creationId xmlns:a16="http://schemas.microsoft.com/office/drawing/2014/main" id="{1E5803B4-8769-452E-9480-CA84FEC05362}"/>
              </a:ext>
            </a:extLst>
          </p:cNvPr>
          <p:cNvSpPr>
            <a:spLocks xmlns:a="http://schemas.openxmlformats.org/drawingml/2006/main" noGrp="1"/>
          </p:cNvSpPr>
          <p:nvPr/>
        </p:nvSpPr>
        <p:spPr>
          <a:xfrm xmlns:a="http://schemas.openxmlformats.org/drawingml/2006/main">
            <a:off x="652653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Oval 123">
            <a:extLst xmlns:a="http://schemas.openxmlformats.org/drawingml/2006/main">
              <a:ext uri="{FF2B5EF4-FFF2-40B4-BE49-F238E27FC236}">
                <a16:creationId xmlns:a16="http://schemas.microsoft.com/office/drawing/2014/main" id="{8B98AC29-BC64-4517-851A-C208D4BC6354}"/>
              </a:ext>
            </a:extLst>
          </p:cNvPr>
          <p:cNvSpPr>
            <a:spLocks xmlns:a="http://schemas.openxmlformats.org/drawingml/2006/main" noGrp="1"/>
          </p:cNvSpPr>
          <p:nvPr/>
        </p:nvSpPr>
        <p:spPr>
          <a:xfrm xmlns:a="http://schemas.openxmlformats.org/drawingml/2006/main">
            <a:off x="6465265" y="282343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Connector 124">
            <a:extLst xmlns:a="http://schemas.openxmlformats.org/drawingml/2006/main">
              <a:ext uri="{FF2B5EF4-FFF2-40B4-BE49-F238E27FC236}">
                <a16:creationId xmlns:a16="http://schemas.microsoft.com/office/drawing/2014/main" id="{7346AE70-5051-428B-8CF8-4E18DDBA2282}"/>
              </a:ext>
            </a:extLst>
          </p:cNvPr>
          <p:cNvSpPr>
            <a:spLocks xmlns:a="http://schemas.openxmlformats.org/drawingml/2006/main" noGrp="1"/>
          </p:cNvSpPr>
          <p:nvPr/>
        </p:nvSpPr>
        <p:spPr>
          <a:xfrm xmlns:a="http://schemas.openxmlformats.org/drawingml/2006/main">
            <a:off x="730605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Oval 125">
            <a:extLst xmlns:a="http://schemas.openxmlformats.org/drawingml/2006/main">
              <a:ext uri="{FF2B5EF4-FFF2-40B4-BE49-F238E27FC236}">
                <a16:creationId xmlns:a16="http://schemas.microsoft.com/office/drawing/2014/main" id="{3B831310-8861-4C64-B508-92451AF99740}"/>
              </a:ext>
            </a:extLst>
          </p:cNvPr>
          <p:cNvSpPr>
            <a:spLocks xmlns:a="http://schemas.openxmlformats.org/drawingml/2006/main" noGrp="1"/>
          </p:cNvSpPr>
          <p:nvPr/>
        </p:nvSpPr>
        <p:spPr>
          <a:xfrm xmlns:a="http://schemas.openxmlformats.org/drawingml/2006/main">
            <a:off x="7244791" y="225806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Connector 126">
            <a:extLst xmlns:a="http://schemas.openxmlformats.org/drawingml/2006/main">
              <a:ext uri="{FF2B5EF4-FFF2-40B4-BE49-F238E27FC236}">
                <a16:creationId xmlns:a16="http://schemas.microsoft.com/office/drawing/2014/main" id="{9D259140-FDC5-419B-B863-7D48E3C0FBE2}"/>
              </a:ext>
            </a:extLst>
          </p:cNvPr>
          <p:cNvSpPr>
            <a:spLocks xmlns:a="http://schemas.openxmlformats.org/drawingml/2006/main" noGrp="1"/>
          </p:cNvSpPr>
          <p:nvPr/>
        </p:nvSpPr>
        <p:spPr>
          <a:xfrm xmlns:a="http://schemas.openxmlformats.org/drawingml/2006/main">
            <a:off x="808558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Oval 127">
            <a:extLst xmlns:a="http://schemas.openxmlformats.org/drawingml/2006/main">
              <a:ext uri="{FF2B5EF4-FFF2-40B4-BE49-F238E27FC236}">
                <a16:creationId xmlns:a16="http://schemas.microsoft.com/office/drawing/2014/main" id="{31F78A17-C0DC-4508-B4DA-62B4D98A33FB}"/>
              </a:ext>
            </a:extLst>
          </p:cNvPr>
          <p:cNvSpPr>
            <a:spLocks xmlns:a="http://schemas.openxmlformats.org/drawingml/2006/main" noGrp="1"/>
          </p:cNvSpPr>
          <p:nvPr/>
        </p:nvSpPr>
        <p:spPr>
          <a:xfrm xmlns:a="http://schemas.openxmlformats.org/drawingml/2006/main">
            <a:off x="8024317" y="263515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Connector 128">
            <a:extLst xmlns:a="http://schemas.openxmlformats.org/drawingml/2006/main">
              <a:ext uri="{FF2B5EF4-FFF2-40B4-BE49-F238E27FC236}">
                <a16:creationId xmlns:a16="http://schemas.microsoft.com/office/drawing/2014/main" id="{1377F064-DAC0-4C5A-9908-27BCC501C6C2}"/>
              </a:ext>
            </a:extLst>
          </p:cNvPr>
          <p:cNvSpPr>
            <a:spLocks xmlns:a="http://schemas.openxmlformats.org/drawingml/2006/main" noGrp="1"/>
          </p:cNvSpPr>
          <p:nvPr/>
        </p:nvSpPr>
        <p:spPr>
          <a:xfrm xmlns:a="http://schemas.openxmlformats.org/drawingml/2006/main">
            <a:off x="886510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Oval 129">
            <a:extLst xmlns:a="http://schemas.openxmlformats.org/drawingml/2006/main">
              <a:ext uri="{FF2B5EF4-FFF2-40B4-BE49-F238E27FC236}">
                <a16:creationId xmlns:a16="http://schemas.microsoft.com/office/drawing/2014/main" id="{4F73D9D3-397C-483B-9CEB-FBFAFB72132B}"/>
              </a:ext>
            </a:extLst>
          </p:cNvPr>
          <p:cNvSpPr>
            <a:spLocks xmlns:a="http://schemas.openxmlformats.org/drawingml/2006/main" noGrp="1"/>
          </p:cNvSpPr>
          <p:nvPr/>
        </p:nvSpPr>
        <p:spPr>
          <a:xfrm xmlns:a="http://schemas.openxmlformats.org/drawingml/2006/main">
            <a:off x="8803843" y="362771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Connector 130">
            <a:extLst xmlns:a="http://schemas.openxmlformats.org/drawingml/2006/main">
              <a:ext uri="{FF2B5EF4-FFF2-40B4-BE49-F238E27FC236}">
                <a16:creationId xmlns:a16="http://schemas.microsoft.com/office/drawing/2014/main" id="{79DF922B-3114-431E-B596-A44C8A27C0E2}"/>
              </a:ext>
            </a:extLst>
          </p:cNvPr>
          <p:cNvSpPr>
            <a:spLocks xmlns:a="http://schemas.openxmlformats.org/drawingml/2006/main" noGrp="1"/>
          </p:cNvSpPr>
          <p:nvPr/>
        </p:nvSpPr>
        <p:spPr>
          <a:xfrm xmlns:a="http://schemas.openxmlformats.org/drawingml/2006/main">
            <a:off x="964463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Oval 131">
            <a:extLst xmlns:a="http://schemas.openxmlformats.org/drawingml/2006/main">
              <a:ext uri="{FF2B5EF4-FFF2-40B4-BE49-F238E27FC236}">
                <a16:creationId xmlns:a16="http://schemas.microsoft.com/office/drawing/2014/main" id="{6E8E9EDA-930A-4BE3-ABB0-B046FB8A26B5}"/>
              </a:ext>
            </a:extLst>
          </p:cNvPr>
          <p:cNvSpPr>
            <a:spLocks xmlns:a="http://schemas.openxmlformats.org/drawingml/2006/main" noGrp="1"/>
          </p:cNvSpPr>
          <p:nvPr/>
        </p:nvSpPr>
        <p:spPr>
          <a:xfrm xmlns:a="http://schemas.openxmlformats.org/drawingml/2006/main">
            <a:off x="9583369" y="437499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TextBox 132">
            <a:extLst xmlns:a="http://schemas.openxmlformats.org/drawingml/2006/main">
              <a:ext uri="{FF2B5EF4-FFF2-40B4-BE49-F238E27FC236}">
                <a16:creationId xmlns:a16="http://schemas.microsoft.com/office/drawing/2014/main" id="{3E5FEEB1-790A-411A-BB68-A889C3B976F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采样：在固定时刻取样，让时间上的记录变得离散。</a:t>
            </a:r>
          </a:p>
        </p:txBody>
      </p:sp>
    </p:spTree>
    <p:extLst>
      <p:ext uri="{BB962C8B-B14F-4D97-AF65-F5344CB8AC3E}">
        <p14:creationId xmlns:p14="http://schemas.microsoft.com/office/powerpoint/2010/main" val="83392464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F80D8BA-0DD6-42CF-917D-708750A9FA7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BCEF498-6C37-4AEF-A80B-48B277BAB7F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0334E70-4B50-4B47-A422-43D750F8E12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演示B：放大后，能看见采样点吗？</a:t>
            </a:r>
          </a:p>
        </p:txBody>
      </p:sp>
      <p:sp>
        <p:nvSpPr>
          <p:cNvPr id="5" name="TextBox 4">
            <a:extLst xmlns:a="http://schemas.openxmlformats.org/drawingml/2006/main">
              <a:ext uri="{FF2B5EF4-FFF2-40B4-BE49-F238E27FC236}">
                <a16:creationId xmlns:a16="http://schemas.microsoft.com/office/drawing/2014/main" id="{12464418-4A40-486C-9115-4914109D1405}"/>
              </a:ext>
            </a:extLst>
          </p:cNvPr>
          <p:cNvSpPr>
            <a:spLocks xmlns:a="http://schemas.openxmlformats.org/drawingml/2006/main" noGrp="1"/>
          </p:cNvSpPr>
          <p:nvPr/>
        </p:nvSpPr>
        <p:spPr>
          <a:xfrm xmlns:a="http://schemas.openxmlformats.org/drawingml/2006/main">
            <a:off x="804672" y="1499616"/>
            <a:ext cx="10424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同一段录音：左边看整体，右边看极短的一段。</a:t>
            </a:r>
          </a:p>
        </p:txBody>
      </p:sp>
      <p:sp>
        <p:nvSpPr>
          <p:cNvPr id="6" name="TextBox 5">
            <a:extLst xmlns:a="http://schemas.openxmlformats.org/drawingml/2006/main">
              <a:ext uri="{FF2B5EF4-FFF2-40B4-BE49-F238E27FC236}">
                <a16:creationId xmlns:a16="http://schemas.microsoft.com/office/drawing/2014/main" id="{04A9446D-2BFC-4939-818D-3F0597CC57CD}"/>
              </a:ext>
            </a:extLst>
          </p:cNvPr>
          <p:cNvSpPr>
            <a:spLocks xmlns:a="http://schemas.openxmlformats.org/drawingml/2006/main" noGrp="1"/>
          </p:cNvSpPr>
          <p:nvPr/>
        </p:nvSpPr>
        <p:spPr>
          <a:xfrm xmlns:a="http://schemas.openxmlformats.org/drawingml/2006/main">
            <a:off x="841248" y="219456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整段波形</a:t>
            </a:r>
          </a:p>
        </p:txBody>
      </p:sp>
      <p:sp>
        <p:nvSpPr>
          <p:cNvPr id="7" name="TextBox 6">
            <a:extLst xmlns:a="http://schemas.openxmlformats.org/drawingml/2006/main">
              <a:ext uri="{FF2B5EF4-FFF2-40B4-BE49-F238E27FC236}">
                <a16:creationId xmlns:a16="http://schemas.microsoft.com/office/drawing/2014/main" id="{BAC152A4-0156-435B-AD2B-583D0340F14A}"/>
              </a:ext>
            </a:extLst>
          </p:cNvPr>
          <p:cNvSpPr>
            <a:spLocks xmlns:a="http://schemas.openxmlformats.org/drawingml/2006/main" noGrp="1"/>
          </p:cNvSpPr>
          <p:nvPr/>
        </p:nvSpPr>
        <p:spPr>
          <a:xfrm xmlns:a="http://schemas.openxmlformats.org/drawingml/2006/main">
            <a:off x="6446520" y="2194560"/>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局部放大：真实样本点</a:t>
            </a:r>
          </a:p>
        </p:txBody>
      </p:sp>
      <p:sp>
        <p:nvSpPr>
          <p:cNvPr id="8" name="Connector 7">
            <a:extLst xmlns:a="http://schemas.openxmlformats.org/drawingml/2006/main">
              <a:ext uri="{FF2B5EF4-FFF2-40B4-BE49-F238E27FC236}">
                <a16:creationId xmlns:a16="http://schemas.microsoft.com/office/drawing/2014/main" id="{8DB39EC5-E34F-45D0-B063-BB1227086F92}"/>
              </a:ext>
            </a:extLst>
          </p:cNvPr>
          <p:cNvSpPr>
            <a:spLocks xmlns:a="http://schemas.openxmlformats.org/drawingml/2006/main" noGrp="1"/>
          </p:cNvSpPr>
          <p:nvPr/>
        </p:nvSpPr>
        <p:spPr>
          <a:xfrm xmlns:a="http://schemas.openxmlformats.org/drawingml/2006/main">
            <a:off x="804672" y="3794760"/>
            <a:ext cx="5029200"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7487D78D-C963-4A15-B97D-596BAC20EB0E}"/>
              </a:ext>
            </a:extLst>
          </p:cNvPr>
          <p:cNvSpPr>
            <a:spLocks xmlns:a="http://schemas.openxmlformats.org/drawingml/2006/main" noGrp="1"/>
          </p:cNvSpPr>
          <p:nvPr/>
        </p:nvSpPr>
        <p:spPr>
          <a:xfrm xmlns:a="http://schemas.openxmlformats.org/drawingml/2006/main">
            <a:off x="850392" y="2889504"/>
            <a:ext cx="0" cy="1856232"/>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D6B0AA4-A43D-4B02-A23A-8DABB18D362F}"/>
              </a:ext>
            </a:extLst>
          </p:cNvPr>
          <p:cNvSpPr>
            <a:spLocks xmlns:a="http://schemas.openxmlformats.org/drawingml/2006/main" noGrp="1"/>
          </p:cNvSpPr>
          <p:nvPr/>
        </p:nvSpPr>
        <p:spPr>
          <a:xfrm xmlns:a="http://schemas.openxmlformats.org/drawingml/2006/main" flipV="1">
            <a:off x="923544" y="3597279"/>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9341B68-647D-4A3F-A123-BE2EDA299763}"/>
              </a:ext>
            </a:extLst>
          </p:cNvPr>
          <p:cNvSpPr>
            <a:spLocks xmlns:a="http://schemas.openxmlformats.org/drawingml/2006/main" noGrp="1"/>
          </p:cNvSpPr>
          <p:nvPr/>
        </p:nvSpPr>
        <p:spPr>
          <a:xfrm xmlns:a="http://schemas.openxmlformats.org/drawingml/2006/main" flipV="1">
            <a:off x="970178" y="3517577"/>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0949B14-8E93-4F17-9B99-11BD61E9DF25}"/>
              </a:ext>
            </a:extLst>
          </p:cNvPr>
          <p:cNvSpPr>
            <a:spLocks xmlns:a="http://schemas.openxmlformats.org/drawingml/2006/main" noGrp="1"/>
          </p:cNvSpPr>
          <p:nvPr/>
        </p:nvSpPr>
        <p:spPr>
          <a:xfrm xmlns:a="http://schemas.openxmlformats.org/drawingml/2006/main" flipV="1">
            <a:off x="1016812" y="3442247"/>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69BE5482-E7CA-491E-BE17-199A811451AC}"/>
              </a:ext>
            </a:extLst>
          </p:cNvPr>
          <p:cNvSpPr>
            <a:spLocks xmlns:a="http://schemas.openxmlformats.org/drawingml/2006/main" noGrp="1"/>
          </p:cNvSpPr>
          <p:nvPr/>
        </p:nvSpPr>
        <p:spPr>
          <a:xfrm xmlns:a="http://schemas.openxmlformats.org/drawingml/2006/main" flipV="1">
            <a:off x="1063447" y="3372475"/>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301A3C77-BEF2-4C7B-B5D8-E92AE8A1A226}"/>
              </a:ext>
            </a:extLst>
          </p:cNvPr>
          <p:cNvSpPr>
            <a:spLocks xmlns:a="http://schemas.openxmlformats.org/drawingml/2006/main" noGrp="1"/>
          </p:cNvSpPr>
          <p:nvPr/>
        </p:nvSpPr>
        <p:spPr>
          <a:xfrm xmlns:a="http://schemas.openxmlformats.org/drawingml/2006/main" flipV="1">
            <a:off x="1110081" y="330936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0BEDE64-05E0-418C-9BF3-E370C356963C}"/>
              </a:ext>
            </a:extLst>
          </p:cNvPr>
          <p:cNvSpPr>
            <a:spLocks xmlns:a="http://schemas.openxmlformats.org/drawingml/2006/main" noGrp="1"/>
          </p:cNvSpPr>
          <p:nvPr/>
        </p:nvSpPr>
        <p:spPr>
          <a:xfrm xmlns:a="http://schemas.openxmlformats.org/drawingml/2006/main" flipV="1">
            <a:off x="1156716" y="3253907"/>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9B29C11A-89AD-46C1-92D5-5FFCA8214058}"/>
              </a:ext>
            </a:extLst>
          </p:cNvPr>
          <p:cNvSpPr>
            <a:spLocks xmlns:a="http://schemas.openxmlformats.org/drawingml/2006/main" noGrp="1"/>
          </p:cNvSpPr>
          <p:nvPr/>
        </p:nvSpPr>
        <p:spPr>
          <a:xfrm xmlns:a="http://schemas.openxmlformats.org/drawingml/2006/main" flipV="1">
            <a:off x="1203350" y="3206980"/>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3281B87-8937-430F-8D34-D1F2C1EFF337}"/>
              </a:ext>
            </a:extLst>
          </p:cNvPr>
          <p:cNvSpPr>
            <a:spLocks xmlns:a="http://schemas.openxmlformats.org/drawingml/2006/main" noGrp="1"/>
          </p:cNvSpPr>
          <p:nvPr/>
        </p:nvSpPr>
        <p:spPr>
          <a:xfrm xmlns:a="http://schemas.openxmlformats.org/drawingml/2006/main" flipV="1">
            <a:off x="1249984" y="3169323"/>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474EB46-A81B-4036-A966-13009FBD5AE0}"/>
              </a:ext>
            </a:extLst>
          </p:cNvPr>
          <p:cNvSpPr>
            <a:spLocks xmlns:a="http://schemas.openxmlformats.org/drawingml/2006/main" noGrp="1"/>
          </p:cNvSpPr>
          <p:nvPr/>
        </p:nvSpPr>
        <p:spPr>
          <a:xfrm xmlns:a="http://schemas.openxmlformats.org/drawingml/2006/main" flipV="1">
            <a:off x="1296619" y="3141529"/>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9DACF00B-C482-4CDE-B938-F53E2701DD4D}"/>
              </a:ext>
            </a:extLst>
          </p:cNvPr>
          <p:cNvSpPr>
            <a:spLocks xmlns:a="http://schemas.openxmlformats.org/drawingml/2006/main" noGrp="1"/>
          </p:cNvSpPr>
          <p:nvPr/>
        </p:nvSpPr>
        <p:spPr>
          <a:xfrm xmlns:a="http://schemas.openxmlformats.org/drawingml/2006/main" flipV="1">
            <a:off x="1343253" y="3124037"/>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A2CDBEEB-E0AD-42FA-A36E-FE644D0EB231}"/>
              </a:ext>
            </a:extLst>
          </p:cNvPr>
          <p:cNvSpPr>
            <a:spLocks xmlns:a="http://schemas.openxmlformats.org/drawingml/2006/main" noGrp="1"/>
          </p:cNvSpPr>
          <p:nvPr/>
        </p:nvSpPr>
        <p:spPr>
          <a:xfrm xmlns:a="http://schemas.openxmlformats.org/drawingml/2006/main" flipV="1">
            <a:off x="1389888" y="311712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10607271-1E07-44EB-A26D-9D1C9EC75DC9}"/>
              </a:ext>
            </a:extLst>
          </p:cNvPr>
          <p:cNvSpPr>
            <a:spLocks xmlns:a="http://schemas.openxmlformats.org/drawingml/2006/main" noGrp="1"/>
          </p:cNvSpPr>
          <p:nvPr/>
        </p:nvSpPr>
        <p:spPr>
          <a:xfrm xmlns:a="http://schemas.openxmlformats.org/drawingml/2006/main">
            <a:off x="1436522" y="3117122"/>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ADCF9B9E-D98C-47CC-8F3C-D8258CF49BFB}"/>
              </a:ext>
            </a:extLst>
          </p:cNvPr>
          <p:cNvSpPr>
            <a:spLocks xmlns:a="http://schemas.openxmlformats.org/drawingml/2006/main" noGrp="1"/>
          </p:cNvSpPr>
          <p:nvPr/>
        </p:nvSpPr>
        <p:spPr>
          <a:xfrm xmlns:a="http://schemas.openxmlformats.org/drawingml/2006/main">
            <a:off x="1483156" y="3120894"/>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FC342B41-DEB3-461A-AB7D-C2D3AD09EC69}"/>
              </a:ext>
            </a:extLst>
          </p:cNvPr>
          <p:cNvSpPr>
            <a:spLocks xmlns:a="http://schemas.openxmlformats.org/drawingml/2006/main" noGrp="1"/>
          </p:cNvSpPr>
          <p:nvPr/>
        </p:nvSpPr>
        <p:spPr>
          <a:xfrm xmlns:a="http://schemas.openxmlformats.org/drawingml/2006/main">
            <a:off x="1529791" y="3135294"/>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9C94ADA-7070-4AEB-8F2B-2BE6DC527C80}"/>
              </a:ext>
            </a:extLst>
          </p:cNvPr>
          <p:cNvSpPr>
            <a:spLocks xmlns:a="http://schemas.openxmlformats.org/drawingml/2006/main" noGrp="1"/>
          </p:cNvSpPr>
          <p:nvPr/>
        </p:nvSpPr>
        <p:spPr>
          <a:xfrm xmlns:a="http://schemas.openxmlformats.org/drawingml/2006/main">
            <a:off x="1576425" y="3160094"/>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D849AEE8-BE68-4C5F-B2F9-BF33C881D3A2}"/>
              </a:ext>
            </a:extLst>
          </p:cNvPr>
          <p:cNvSpPr>
            <a:spLocks xmlns:a="http://schemas.openxmlformats.org/drawingml/2006/main" noGrp="1"/>
          </p:cNvSpPr>
          <p:nvPr/>
        </p:nvSpPr>
        <p:spPr>
          <a:xfrm xmlns:a="http://schemas.openxmlformats.org/drawingml/2006/main">
            <a:off x="1623060" y="3194903"/>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E1BAFEAE-E47F-438C-B51E-401C6F85A3C9}"/>
              </a:ext>
            </a:extLst>
          </p:cNvPr>
          <p:cNvSpPr>
            <a:spLocks xmlns:a="http://schemas.openxmlformats.org/drawingml/2006/main" noGrp="1"/>
          </p:cNvSpPr>
          <p:nvPr/>
        </p:nvSpPr>
        <p:spPr>
          <a:xfrm xmlns:a="http://schemas.openxmlformats.org/drawingml/2006/main">
            <a:off x="1669694" y="3239172"/>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8B8415F9-0DE7-4D53-AAD8-7E8A737DF1F9}"/>
              </a:ext>
            </a:extLst>
          </p:cNvPr>
          <p:cNvSpPr>
            <a:spLocks xmlns:a="http://schemas.openxmlformats.org/drawingml/2006/main" noGrp="1"/>
          </p:cNvSpPr>
          <p:nvPr/>
        </p:nvSpPr>
        <p:spPr>
          <a:xfrm xmlns:a="http://schemas.openxmlformats.org/drawingml/2006/main">
            <a:off x="1716328" y="3292203"/>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1CAEE8CF-C061-4CED-8E58-4C2AA6A0C9AD}"/>
              </a:ext>
            </a:extLst>
          </p:cNvPr>
          <p:cNvSpPr>
            <a:spLocks xmlns:a="http://schemas.openxmlformats.org/drawingml/2006/main" noGrp="1"/>
          </p:cNvSpPr>
          <p:nvPr/>
        </p:nvSpPr>
        <p:spPr>
          <a:xfrm xmlns:a="http://schemas.openxmlformats.org/drawingml/2006/main">
            <a:off x="1762963" y="335315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794269B7-4284-434A-AE00-EECF9B82E44F}"/>
              </a:ext>
            </a:extLst>
          </p:cNvPr>
          <p:cNvSpPr>
            <a:spLocks xmlns:a="http://schemas.openxmlformats.org/drawingml/2006/main" noGrp="1"/>
          </p:cNvSpPr>
          <p:nvPr/>
        </p:nvSpPr>
        <p:spPr>
          <a:xfrm xmlns:a="http://schemas.openxmlformats.org/drawingml/2006/main">
            <a:off x="1809597" y="3421080"/>
            <a:ext cx="46635"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C4AC3CD1-C77F-442B-8252-4E6299289E93}"/>
              </a:ext>
            </a:extLst>
          </p:cNvPr>
          <p:cNvSpPr>
            <a:spLocks xmlns:a="http://schemas.openxmlformats.org/drawingml/2006/main" noGrp="1"/>
          </p:cNvSpPr>
          <p:nvPr/>
        </p:nvSpPr>
        <p:spPr>
          <a:xfrm xmlns:a="http://schemas.openxmlformats.org/drawingml/2006/main">
            <a:off x="1856232" y="3494894"/>
            <a:ext cx="46634"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DA16D5D8-D16A-42F3-B6E8-916B4B237538}"/>
              </a:ext>
            </a:extLst>
          </p:cNvPr>
          <p:cNvSpPr>
            <a:spLocks xmlns:a="http://schemas.openxmlformats.org/drawingml/2006/main" noGrp="1"/>
          </p:cNvSpPr>
          <p:nvPr/>
        </p:nvSpPr>
        <p:spPr>
          <a:xfrm xmlns:a="http://schemas.openxmlformats.org/drawingml/2006/main">
            <a:off x="1902866" y="3573437"/>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B629F633-3726-4689-B15D-16F25F089C19}"/>
              </a:ext>
            </a:extLst>
          </p:cNvPr>
          <p:cNvSpPr>
            <a:spLocks xmlns:a="http://schemas.openxmlformats.org/drawingml/2006/main" noGrp="1"/>
          </p:cNvSpPr>
          <p:nvPr/>
        </p:nvSpPr>
        <p:spPr>
          <a:xfrm xmlns:a="http://schemas.openxmlformats.org/drawingml/2006/main">
            <a:off x="1949500" y="3655470"/>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63907CA9-AA0D-4B87-8D30-BBA7B419611E}"/>
              </a:ext>
            </a:extLst>
          </p:cNvPr>
          <p:cNvSpPr>
            <a:spLocks xmlns:a="http://schemas.openxmlformats.org/drawingml/2006/main" noGrp="1"/>
          </p:cNvSpPr>
          <p:nvPr/>
        </p:nvSpPr>
        <p:spPr>
          <a:xfrm xmlns:a="http://schemas.openxmlformats.org/drawingml/2006/main">
            <a:off x="1996135" y="373970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F8D314F-CB5E-47FA-9D22-593B5E6D2AA8}"/>
              </a:ext>
            </a:extLst>
          </p:cNvPr>
          <p:cNvSpPr>
            <a:spLocks xmlns:a="http://schemas.openxmlformats.org/drawingml/2006/main" noGrp="1"/>
          </p:cNvSpPr>
          <p:nvPr/>
        </p:nvSpPr>
        <p:spPr>
          <a:xfrm xmlns:a="http://schemas.openxmlformats.org/drawingml/2006/main">
            <a:off x="2042769" y="3824799"/>
            <a:ext cx="46635"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C0F282CF-163D-4ED1-A604-9B908CEEAD83}"/>
              </a:ext>
            </a:extLst>
          </p:cNvPr>
          <p:cNvSpPr>
            <a:spLocks xmlns:a="http://schemas.openxmlformats.org/drawingml/2006/main" noGrp="1"/>
          </p:cNvSpPr>
          <p:nvPr/>
        </p:nvSpPr>
        <p:spPr>
          <a:xfrm xmlns:a="http://schemas.openxmlformats.org/drawingml/2006/main">
            <a:off x="2089404" y="3909423"/>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152CEBF-6755-460F-9859-0BC2FFA5B811}"/>
              </a:ext>
            </a:extLst>
          </p:cNvPr>
          <p:cNvSpPr>
            <a:spLocks xmlns:a="http://schemas.openxmlformats.org/drawingml/2006/main" noGrp="1"/>
          </p:cNvSpPr>
          <p:nvPr/>
        </p:nvSpPr>
        <p:spPr>
          <a:xfrm xmlns:a="http://schemas.openxmlformats.org/drawingml/2006/main">
            <a:off x="2136038" y="3992240"/>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5BA94150-2EDA-465D-A004-605976F8A214}"/>
              </a:ext>
            </a:extLst>
          </p:cNvPr>
          <p:cNvSpPr>
            <a:spLocks xmlns:a="http://schemas.openxmlformats.org/drawingml/2006/main" noGrp="1"/>
          </p:cNvSpPr>
          <p:nvPr/>
        </p:nvSpPr>
        <p:spPr>
          <a:xfrm xmlns:a="http://schemas.openxmlformats.org/drawingml/2006/main">
            <a:off x="2182672" y="4071942"/>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487C7FE9-E73C-447D-9B12-E140A9DF0E63}"/>
              </a:ext>
            </a:extLst>
          </p:cNvPr>
          <p:cNvSpPr>
            <a:spLocks xmlns:a="http://schemas.openxmlformats.org/drawingml/2006/main" noGrp="1"/>
          </p:cNvSpPr>
          <p:nvPr/>
        </p:nvSpPr>
        <p:spPr>
          <a:xfrm xmlns:a="http://schemas.openxmlformats.org/drawingml/2006/main">
            <a:off x="2229307" y="4147272"/>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E3096BB-7777-45DE-8E6D-36E3820B60FA}"/>
              </a:ext>
            </a:extLst>
          </p:cNvPr>
          <p:cNvSpPr>
            <a:spLocks xmlns:a="http://schemas.openxmlformats.org/drawingml/2006/main" noGrp="1"/>
          </p:cNvSpPr>
          <p:nvPr/>
        </p:nvSpPr>
        <p:spPr>
          <a:xfrm xmlns:a="http://schemas.openxmlformats.org/drawingml/2006/main">
            <a:off x="2275941" y="421704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FF953E4-7913-447E-8E88-A8A60A20728C}"/>
              </a:ext>
            </a:extLst>
          </p:cNvPr>
          <p:cNvSpPr>
            <a:spLocks xmlns:a="http://schemas.openxmlformats.org/drawingml/2006/main" noGrp="1"/>
          </p:cNvSpPr>
          <p:nvPr/>
        </p:nvSpPr>
        <p:spPr>
          <a:xfrm xmlns:a="http://schemas.openxmlformats.org/drawingml/2006/main">
            <a:off x="2322576" y="4280155"/>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C1EB02C4-8945-4BE1-82DD-8B4DF3CAA8C7}"/>
              </a:ext>
            </a:extLst>
          </p:cNvPr>
          <p:cNvSpPr>
            <a:spLocks xmlns:a="http://schemas.openxmlformats.org/drawingml/2006/main" noGrp="1"/>
          </p:cNvSpPr>
          <p:nvPr/>
        </p:nvSpPr>
        <p:spPr>
          <a:xfrm xmlns:a="http://schemas.openxmlformats.org/drawingml/2006/main">
            <a:off x="2369210" y="4335612"/>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0CB4663-2A44-4F58-B140-2D0AA2F5F51D}"/>
              </a:ext>
            </a:extLst>
          </p:cNvPr>
          <p:cNvSpPr>
            <a:spLocks xmlns:a="http://schemas.openxmlformats.org/drawingml/2006/main" noGrp="1"/>
          </p:cNvSpPr>
          <p:nvPr/>
        </p:nvSpPr>
        <p:spPr>
          <a:xfrm xmlns:a="http://schemas.openxmlformats.org/drawingml/2006/main">
            <a:off x="2415844" y="4382539"/>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CA2C07D9-4302-4FE6-92D6-2C7968DF3546}"/>
              </a:ext>
            </a:extLst>
          </p:cNvPr>
          <p:cNvSpPr>
            <a:spLocks xmlns:a="http://schemas.openxmlformats.org/drawingml/2006/main" noGrp="1"/>
          </p:cNvSpPr>
          <p:nvPr/>
        </p:nvSpPr>
        <p:spPr>
          <a:xfrm xmlns:a="http://schemas.openxmlformats.org/drawingml/2006/main">
            <a:off x="2462479" y="4420196"/>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F542925C-93D1-4837-9756-0EC0AADFE660}"/>
              </a:ext>
            </a:extLst>
          </p:cNvPr>
          <p:cNvSpPr>
            <a:spLocks xmlns:a="http://schemas.openxmlformats.org/drawingml/2006/main" noGrp="1"/>
          </p:cNvSpPr>
          <p:nvPr/>
        </p:nvSpPr>
        <p:spPr>
          <a:xfrm xmlns:a="http://schemas.openxmlformats.org/drawingml/2006/main">
            <a:off x="2509113" y="4447990"/>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FF21C8D0-1BB2-4DFF-9D15-BA654CA2EB61}"/>
              </a:ext>
            </a:extLst>
          </p:cNvPr>
          <p:cNvSpPr>
            <a:spLocks xmlns:a="http://schemas.openxmlformats.org/drawingml/2006/main" noGrp="1"/>
          </p:cNvSpPr>
          <p:nvPr/>
        </p:nvSpPr>
        <p:spPr>
          <a:xfrm xmlns:a="http://schemas.openxmlformats.org/drawingml/2006/main">
            <a:off x="2555748" y="446548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C7531AC-8AC2-40BC-9011-3129F7AE09FD}"/>
              </a:ext>
            </a:extLst>
          </p:cNvPr>
          <p:cNvSpPr>
            <a:spLocks xmlns:a="http://schemas.openxmlformats.org/drawingml/2006/main" noGrp="1"/>
          </p:cNvSpPr>
          <p:nvPr/>
        </p:nvSpPr>
        <p:spPr>
          <a:xfrm xmlns:a="http://schemas.openxmlformats.org/drawingml/2006/main" flipV="1">
            <a:off x="2602382" y="4468625"/>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F62B4447-9FDB-4DA8-B059-3182E8A898F4}"/>
              </a:ext>
            </a:extLst>
          </p:cNvPr>
          <p:cNvSpPr>
            <a:spLocks xmlns:a="http://schemas.openxmlformats.org/drawingml/2006/main" noGrp="1"/>
          </p:cNvSpPr>
          <p:nvPr/>
        </p:nvSpPr>
        <p:spPr>
          <a:xfrm xmlns:a="http://schemas.openxmlformats.org/drawingml/2006/main" flipV="1">
            <a:off x="2649016" y="4454225"/>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3D92A1FC-B67D-4A5B-A9C9-720DA477D36E}"/>
              </a:ext>
            </a:extLst>
          </p:cNvPr>
          <p:cNvSpPr>
            <a:spLocks xmlns:a="http://schemas.openxmlformats.org/drawingml/2006/main" noGrp="1"/>
          </p:cNvSpPr>
          <p:nvPr/>
        </p:nvSpPr>
        <p:spPr>
          <a:xfrm xmlns:a="http://schemas.openxmlformats.org/drawingml/2006/main" flipV="1">
            <a:off x="2695651" y="4429425"/>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88959F7-39D0-4ED8-A35B-19B6AEC53052}"/>
              </a:ext>
            </a:extLst>
          </p:cNvPr>
          <p:cNvSpPr>
            <a:spLocks xmlns:a="http://schemas.openxmlformats.org/drawingml/2006/main" noGrp="1"/>
          </p:cNvSpPr>
          <p:nvPr/>
        </p:nvSpPr>
        <p:spPr>
          <a:xfrm xmlns:a="http://schemas.openxmlformats.org/drawingml/2006/main" flipV="1">
            <a:off x="2742285" y="4394616"/>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48B14BE2-8E81-4DD7-B295-44314DE87C5B}"/>
              </a:ext>
            </a:extLst>
          </p:cNvPr>
          <p:cNvSpPr>
            <a:spLocks xmlns:a="http://schemas.openxmlformats.org/drawingml/2006/main" noGrp="1"/>
          </p:cNvSpPr>
          <p:nvPr/>
        </p:nvSpPr>
        <p:spPr>
          <a:xfrm xmlns:a="http://schemas.openxmlformats.org/drawingml/2006/main" flipV="1">
            <a:off x="2788920" y="4350347"/>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FA06E789-66C7-4DD6-8F48-B6E7A9A64688}"/>
              </a:ext>
            </a:extLst>
          </p:cNvPr>
          <p:cNvSpPr>
            <a:spLocks xmlns:a="http://schemas.openxmlformats.org/drawingml/2006/main" noGrp="1"/>
          </p:cNvSpPr>
          <p:nvPr/>
        </p:nvSpPr>
        <p:spPr>
          <a:xfrm xmlns:a="http://schemas.openxmlformats.org/drawingml/2006/main" flipV="1">
            <a:off x="2835554" y="4297316"/>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73A8A53-F05D-4D1F-B82F-39FEE2B8CE95}"/>
              </a:ext>
            </a:extLst>
          </p:cNvPr>
          <p:cNvSpPr>
            <a:spLocks xmlns:a="http://schemas.openxmlformats.org/drawingml/2006/main" noGrp="1"/>
          </p:cNvSpPr>
          <p:nvPr/>
        </p:nvSpPr>
        <p:spPr>
          <a:xfrm xmlns:a="http://schemas.openxmlformats.org/drawingml/2006/main" flipV="1">
            <a:off x="2882188" y="4236360"/>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45AFF46-F0D0-4F6B-9DED-420E7702457C}"/>
              </a:ext>
            </a:extLst>
          </p:cNvPr>
          <p:cNvSpPr>
            <a:spLocks xmlns:a="http://schemas.openxmlformats.org/drawingml/2006/main" noGrp="1"/>
          </p:cNvSpPr>
          <p:nvPr/>
        </p:nvSpPr>
        <p:spPr>
          <a:xfrm xmlns:a="http://schemas.openxmlformats.org/drawingml/2006/main" flipV="1">
            <a:off x="2928823" y="416843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BC1DA55-2040-4B71-9558-F030BA271951}"/>
              </a:ext>
            </a:extLst>
          </p:cNvPr>
          <p:cNvSpPr>
            <a:spLocks xmlns:a="http://schemas.openxmlformats.org/drawingml/2006/main" noGrp="1"/>
          </p:cNvSpPr>
          <p:nvPr/>
        </p:nvSpPr>
        <p:spPr>
          <a:xfrm xmlns:a="http://schemas.openxmlformats.org/drawingml/2006/main" flipV="1">
            <a:off x="2975457" y="4094625"/>
            <a:ext cx="46634"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11A5FD36-7CF5-4C95-A066-DD042E66C4C0}"/>
              </a:ext>
            </a:extLst>
          </p:cNvPr>
          <p:cNvSpPr>
            <a:spLocks xmlns:a="http://schemas.openxmlformats.org/drawingml/2006/main" noGrp="1"/>
          </p:cNvSpPr>
          <p:nvPr/>
        </p:nvSpPr>
        <p:spPr>
          <a:xfrm xmlns:a="http://schemas.openxmlformats.org/drawingml/2006/main" flipV="1">
            <a:off x="3022091" y="4016082"/>
            <a:ext cx="46635"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4323A357-8C28-45BD-9416-7DF02386E9C5}"/>
              </a:ext>
            </a:extLst>
          </p:cNvPr>
          <p:cNvSpPr>
            <a:spLocks xmlns:a="http://schemas.openxmlformats.org/drawingml/2006/main" noGrp="1"/>
          </p:cNvSpPr>
          <p:nvPr/>
        </p:nvSpPr>
        <p:spPr>
          <a:xfrm xmlns:a="http://schemas.openxmlformats.org/drawingml/2006/main" flipV="1">
            <a:off x="3068726" y="3934049"/>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702B6599-17BA-47BF-A11E-846FCA7F3CB0}"/>
              </a:ext>
            </a:extLst>
          </p:cNvPr>
          <p:cNvSpPr>
            <a:spLocks xmlns:a="http://schemas.openxmlformats.org/drawingml/2006/main" noGrp="1"/>
          </p:cNvSpPr>
          <p:nvPr/>
        </p:nvSpPr>
        <p:spPr>
          <a:xfrm xmlns:a="http://schemas.openxmlformats.org/drawingml/2006/main" flipV="1">
            <a:off x="3115360" y="3849819"/>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0E1CBD8D-BAD2-4BD1-8304-7EFDF2629841}"/>
              </a:ext>
            </a:extLst>
          </p:cNvPr>
          <p:cNvSpPr>
            <a:spLocks xmlns:a="http://schemas.openxmlformats.org/drawingml/2006/main" noGrp="1"/>
          </p:cNvSpPr>
          <p:nvPr/>
        </p:nvSpPr>
        <p:spPr>
          <a:xfrm xmlns:a="http://schemas.openxmlformats.org/drawingml/2006/main" flipV="1">
            <a:off x="3161995" y="376472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4A990466-601E-40DF-A689-FE263BB31104}"/>
              </a:ext>
            </a:extLst>
          </p:cNvPr>
          <p:cNvSpPr>
            <a:spLocks xmlns:a="http://schemas.openxmlformats.org/drawingml/2006/main" noGrp="1"/>
          </p:cNvSpPr>
          <p:nvPr/>
        </p:nvSpPr>
        <p:spPr>
          <a:xfrm xmlns:a="http://schemas.openxmlformats.org/drawingml/2006/main" flipV="1">
            <a:off x="3208629" y="3680096"/>
            <a:ext cx="46634"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15EE446-6F2A-409C-A5F6-456C0FB97E61}"/>
              </a:ext>
            </a:extLst>
          </p:cNvPr>
          <p:cNvSpPr>
            <a:spLocks xmlns:a="http://schemas.openxmlformats.org/drawingml/2006/main" noGrp="1"/>
          </p:cNvSpPr>
          <p:nvPr/>
        </p:nvSpPr>
        <p:spPr>
          <a:xfrm xmlns:a="http://schemas.openxmlformats.org/drawingml/2006/main" flipV="1">
            <a:off x="3255263" y="3597279"/>
            <a:ext cx="46635"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2448B1B8-829E-460B-9644-2DD2A1150EC7}"/>
              </a:ext>
            </a:extLst>
          </p:cNvPr>
          <p:cNvSpPr>
            <a:spLocks xmlns:a="http://schemas.openxmlformats.org/drawingml/2006/main" noGrp="1"/>
          </p:cNvSpPr>
          <p:nvPr/>
        </p:nvSpPr>
        <p:spPr>
          <a:xfrm xmlns:a="http://schemas.openxmlformats.org/drawingml/2006/main" flipV="1">
            <a:off x="3301898" y="3517577"/>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303FFB5-732D-4E20-9B6E-34C836CEAF1D}"/>
              </a:ext>
            </a:extLst>
          </p:cNvPr>
          <p:cNvSpPr>
            <a:spLocks xmlns:a="http://schemas.openxmlformats.org/drawingml/2006/main" noGrp="1"/>
          </p:cNvSpPr>
          <p:nvPr/>
        </p:nvSpPr>
        <p:spPr>
          <a:xfrm xmlns:a="http://schemas.openxmlformats.org/drawingml/2006/main" flipV="1">
            <a:off x="3348532" y="3442247"/>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F8A813C-7537-4C6D-AF6A-0BBC10807B0F}"/>
              </a:ext>
            </a:extLst>
          </p:cNvPr>
          <p:cNvSpPr>
            <a:spLocks xmlns:a="http://schemas.openxmlformats.org/drawingml/2006/main" noGrp="1"/>
          </p:cNvSpPr>
          <p:nvPr/>
        </p:nvSpPr>
        <p:spPr>
          <a:xfrm xmlns:a="http://schemas.openxmlformats.org/drawingml/2006/main" flipV="1">
            <a:off x="3395167" y="3372475"/>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8A21F48E-11E6-4FB9-8EFC-40F2C702DEF3}"/>
              </a:ext>
            </a:extLst>
          </p:cNvPr>
          <p:cNvSpPr>
            <a:spLocks xmlns:a="http://schemas.openxmlformats.org/drawingml/2006/main" noGrp="1"/>
          </p:cNvSpPr>
          <p:nvPr/>
        </p:nvSpPr>
        <p:spPr>
          <a:xfrm xmlns:a="http://schemas.openxmlformats.org/drawingml/2006/main" flipV="1">
            <a:off x="3441801" y="330936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CC0595C0-05B2-4241-BA6F-3A84844E7DD3}"/>
              </a:ext>
            </a:extLst>
          </p:cNvPr>
          <p:cNvSpPr>
            <a:spLocks xmlns:a="http://schemas.openxmlformats.org/drawingml/2006/main" noGrp="1"/>
          </p:cNvSpPr>
          <p:nvPr/>
        </p:nvSpPr>
        <p:spPr>
          <a:xfrm xmlns:a="http://schemas.openxmlformats.org/drawingml/2006/main" flipV="1">
            <a:off x="3488436" y="3253907"/>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6D666CA6-2940-434D-9426-98E6EC7AEDEC}"/>
              </a:ext>
            </a:extLst>
          </p:cNvPr>
          <p:cNvSpPr>
            <a:spLocks xmlns:a="http://schemas.openxmlformats.org/drawingml/2006/main" noGrp="1"/>
          </p:cNvSpPr>
          <p:nvPr/>
        </p:nvSpPr>
        <p:spPr>
          <a:xfrm xmlns:a="http://schemas.openxmlformats.org/drawingml/2006/main" flipV="1">
            <a:off x="3535070" y="3206980"/>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D78AB4D-F258-4BB9-8E60-AEBA09BFB915}"/>
              </a:ext>
            </a:extLst>
          </p:cNvPr>
          <p:cNvSpPr>
            <a:spLocks xmlns:a="http://schemas.openxmlformats.org/drawingml/2006/main" noGrp="1"/>
          </p:cNvSpPr>
          <p:nvPr/>
        </p:nvSpPr>
        <p:spPr>
          <a:xfrm xmlns:a="http://schemas.openxmlformats.org/drawingml/2006/main" flipV="1">
            <a:off x="3581704" y="3169323"/>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270E3E0-BDDD-4E54-8272-2B7BFF8D5F4B}"/>
              </a:ext>
            </a:extLst>
          </p:cNvPr>
          <p:cNvSpPr>
            <a:spLocks xmlns:a="http://schemas.openxmlformats.org/drawingml/2006/main" noGrp="1"/>
          </p:cNvSpPr>
          <p:nvPr/>
        </p:nvSpPr>
        <p:spPr>
          <a:xfrm xmlns:a="http://schemas.openxmlformats.org/drawingml/2006/main" flipV="1">
            <a:off x="3628339" y="3141529"/>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1FD99A0-4DA4-4FC6-9170-98A318F7F2A7}"/>
              </a:ext>
            </a:extLst>
          </p:cNvPr>
          <p:cNvSpPr>
            <a:spLocks xmlns:a="http://schemas.openxmlformats.org/drawingml/2006/main" noGrp="1"/>
          </p:cNvSpPr>
          <p:nvPr/>
        </p:nvSpPr>
        <p:spPr>
          <a:xfrm xmlns:a="http://schemas.openxmlformats.org/drawingml/2006/main" flipV="1">
            <a:off x="3674973" y="3124037"/>
            <a:ext cx="46634"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F83CB90B-7CEC-4C3C-BC83-144C71BD9955}"/>
              </a:ext>
            </a:extLst>
          </p:cNvPr>
          <p:cNvSpPr>
            <a:spLocks xmlns:a="http://schemas.openxmlformats.org/drawingml/2006/main" noGrp="1"/>
          </p:cNvSpPr>
          <p:nvPr/>
        </p:nvSpPr>
        <p:spPr>
          <a:xfrm xmlns:a="http://schemas.openxmlformats.org/drawingml/2006/main" flipV="1">
            <a:off x="3721607" y="3117122"/>
            <a:ext cx="46635"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C008529-D613-44FA-A508-1EA42D8555FB}"/>
              </a:ext>
            </a:extLst>
          </p:cNvPr>
          <p:cNvSpPr>
            <a:spLocks xmlns:a="http://schemas.openxmlformats.org/drawingml/2006/main" noGrp="1"/>
          </p:cNvSpPr>
          <p:nvPr/>
        </p:nvSpPr>
        <p:spPr>
          <a:xfrm xmlns:a="http://schemas.openxmlformats.org/drawingml/2006/main">
            <a:off x="3768242" y="3117122"/>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50B20F7-F148-4F2D-B9D6-E5E94F9500EE}"/>
              </a:ext>
            </a:extLst>
          </p:cNvPr>
          <p:cNvSpPr>
            <a:spLocks xmlns:a="http://schemas.openxmlformats.org/drawingml/2006/main" noGrp="1"/>
          </p:cNvSpPr>
          <p:nvPr/>
        </p:nvSpPr>
        <p:spPr>
          <a:xfrm xmlns:a="http://schemas.openxmlformats.org/drawingml/2006/main">
            <a:off x="3814876" y="3120894"/>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AABA3ACF-4E57-4A54-9C74-50CD4BCC1ADF}"/>
              </a:ext>
            </a:extLst>
          </p:cNvPr>
          <p:cNvSpPr>
            <a:spLocks xmlns:a="http://schemas.openxmlformats.org/drawingml/2006/main" noGrp="1"/>
          </p:cNvSpPr>
          <p:nvPr/>
        </p:nvSpPr>
        <p:spPr>
          <a:xfrm xmlns:a="http://schemas.openxmlformats.org/drawingml/2006/main">
            <a:off x="3861511" y="3135294"/>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60433845-212A-4D87-8621-902D30A6B5C9}"/>
              </a:ext>
            </a:extLst>
          </p:cNvPr>
          <p:cNvSpPr>
            <a:spLocks xmlns:a="http://schemas.openxmlformats.org/drawingml/2006/main" noGrp="1"/>
          </p:cNvSpPr>
          <p:nvPr/>
        </p:nvSpPr>
        <p:spPr>
          <a:xfrm xmlns:a="http://schemas.openxmlformats.org/drawingml/2006/main">
            <a:off x="3908145" y="3160094"/>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A4CB04EB-12AF-4214-8E32-FCB3F8CC27B2}"/>
              </a:ext>
            </a:extLst>
          </p:cNvPr>
          <p:cNvSpPr>
            <a:spLocks xmlns:a="http://schemas.openxmlformats.org/drawingml/2006/main" noGrp="1"/>
          </p:cNvSpPr>
          <p:nvPr/>
        </p:nvSpPr>
        <p:spPr>
          <a:xfrm xmlns:a="http://schemas.openxmlformats.org/drawingml/2006/main">
            <a:off x="3954780" y="3194903"/>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DB8F5557-E62E-44CF-8EBA-E44B9255EEC3}"/>
              </a:ext>
            </a:extLst>
          </p:cNvPr>
          <p:cNvSpPr>
            <a:spLocks xmlns:a="http://schemas.openxmlformats.org/drawingml/2006/main" noGrp="1"/>
          </p:cNvSpPr>
          <p:nvPr/>
        </p:nvSpPr>
        <p:spPr>
          <a:xfrm xmlns:a="http://schemas.openxmlformats.org/drawingml/2006/main">
            <a:off x="4001414" y="3239172"/>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B767E1D-1886-4A27-B708-F7D247272B84}"/>
              </a:ext>
            </a:extLst>
          </p:cNvPr>
          <p:cNvSpPr>
            <a:spLocks xmlns:a="http://schemas.openxmlformats.org/drawingml/2006/main" noGrp="1"/>
          </p:cNvSpPr>
          <p:nvPr/>
        </p:nvSpPr>
        <p:spPr>
          <a:xfrm xmlns:a="http://schemas.openxmlformats.org/drawingml/2006/main">
            <a:off x="4048048" y="3292203"/>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74D5008-13E1-4E51-9EC3-A13DE9B5F6A3}"/>
              </a:ext>
            </a:extLst>
          </p:cNvPr>
          <p:cNvSpPr>
            <a:spLocks xmlns:a="http://schemas.openxmlformats.org/drawingml/2006/main" noGrp="1"/>
          </p:cNvSpPr>
          <p:nvPr/>
        </p:nvSpPr>
        <p:spPr>
          <a:xfrm xmlns:a="http://schemas.openxmlformats.org/drawingml/2006/main">
            <a:off x="4094683" y="335315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48BAEAD5-68E5-45EF-8BF1-357F59CE8477}"/>
              </a:ext>
            </a:extLst>
          </p:cNvPr>
          <p:cNvSpPr>
            <a:spLocks xmlns:a="http://schemas.openxmlformats.org/drawingml/2006/main" noGrp="1"/>
          </p:cNvSpPr>
          <p:nvPr/>
        </p:nvSpPr>
        <p:spPr>
          <a:xfrm xmlns:a="http://schemas.openxmlformats.org/drawingml/2006/main">
            <a:off x="4141317" y="3421080"/>
            <a:ext cx="46634"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40ED9C1B-EF5E-41A7-9792-77571E9F42FB}"/>
              </a:ext>
            </a:extLst>
          </p:cNvPr>
          <p:cNvSpPr>
            <a:spLocks xmlns:a="http://schemas.openxmlformats.org/drawingml/2006/main" noGrp="1"/>
          </p:cNvSpPr>
          <p:nvPr/>
        </p:nvSpPr>
        <p:spPr>
          <a:xfrm xmlns:a="http://schemas.openxmlformats.org/drawingml/2006/main">
            <a:off x="4187951" y="3494894"/>
            <a:ext cx="46635"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D4E6BBE2-E231-4512-BF0D-E8FBED4C49EE}"/>
              </a:ext>
            </a:extLst>
          </p:cNvPr>
          <p:cNvSpPr>
            <a:spLocks xmlns:a="http://schemas.openxmlformats.org/drawingml/2006/main" noGrp="1"/>
          </p:cNvSpPr>
          <p:nvPr/>
        </p:nvSpPr>
        <p:spPr>
          <a:xfrm xmlns:a="http://schemas.openxmlformats.org/drawingml/2006/main">
            <a:off x="4234586" y="3573437"/>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CE978608-DF7B-45F4-86CF-A4E96034D4C6}"/>
              </a:ext>
            </a:extLst>
          </p:cNvPr>
          <p:cNvSpPr>
            <a:spLocks xmlns:a="http://schemas.openxmlformats.org/drawingml/2006/main" noGrp="1"/>
          </p:cNvSpPr>
          <p:nvPr/>
        </p:nvSpPr>
        <p:spPr>
          <a:xfrm xmlns:a="http://schemas.openxmlformats.org/drawingml/2006/main">
            <a:off x="4281220" y="3655470"/>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59AE975B-73ED-4420-B505-8968C4D961A5}"/>
              </a:ext>
            </a:extLst>
          </p:cNvPr>
          <p:cNvSpPr>
            <a:spLocks xmlns:a="http://schemas.openxmlformats.org/drawingml/2006/main" noGrp="1"/>
          </p:cNvSpPr>
          <p:nvPr/>
        </p:nvSpPr>
        <p:spPr>
          <a:xfrm xmlns:a="http://schemas.openxmlformats.org/drawingml/2006/main">
            <a:off x="4327855" y="373970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192FA127-F2E9-45EA-AEE1-3DF86AEB4747}"/>
              </a:ext>
            </a:extLst>
          </p:cNvPr>
          <p:cNvSpPr>
            <a:spLocks xmlns:a="http://schemas.openxmlformats.org/drawingml/2006/main" noGrp="1"/>
          </p:cNvSpPr>
          <p:nvPr/>
        </p:nvSpPr>
        <p:spPr>
          <a:xfrm xmlns:a="http://schemas.openxmlformats.org/drawingml/2006/main">
            <a:off x="4374489" y="3824799"/>
            <a:ext cx="46635"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AA0FAF-7AE3-4D7B-8279-07D0A94B12D0}"/>
              </a:ext>
            </a:extLst>
          </p:cNvPr>
          <p:cNvSpPr>
            <a:spLocks xmlns:a="http://schemas.openxmlformats.org/drawingml/2006/main" noGrp="1"/>
          </p:cNvSpPr>
          <p:nvPr/>
        </p:nvSpPr>
        <p:spPr>
          <a:xfrm xmlns:a="http://schemas.openxmlformats.org/drawingml/2006/main">
            <a:off x="4421124" y="3909423"/>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7FD16BAF-B880-4FD8-8555-FE2F50E98568}"/>
              </a:ext>
            </a:extLst>
          </p:cNvPr>
          <p:cNvSpPr>
            <a:spLocks xmlns:a="http://schemas.openxmlformats.org/drawingml/2006/main" noGrp="1"/>
          </p:cNvSpPr>
          <p:nvPr/>
        </p:nvSpPr>
        <p:spPr>
          <a:xfrm xmlns:a="http://schemas.openxmlformats.org/drawingml/2006/main">
            <a:off x="4467758" y="3992240"/>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E696D058-26EB-422E-9AF9-545C445D9E8C}"/>
              </a:ext>
            </a:extLst>
          </p:cNvPr>
          <p:cNvSpPr>
            <a:spLocks xmlns:a="http://schemas.openxmlformats.org/drawingml/2006/main" noGrp="1"/>
          </p:cNvSpPr>
          <p:nvPr/>
        </p:nvSpPr>
        <p:spPr>
          <a:xfrm xmlns:a="http://schemas.openxmlformats.org/drawingml/2006/main">
            <a:off x="4514392" y="4071942"/>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B8985B43-9CA8-4A43-9A3F-73435E811C1E}"/>
              </a:ext>
            </a:extLst>
          </p:cNvPr>
          <p:cNvSpPr>
            <a:spLocks xmlns:a="http://schemas.openxmlformats.org/drawingml/2006/main" noGrp="1"/>
          </p:cNvSpPr>
          <p:nvPr/>
        </p:nvSpPr>
        <p:spPr>
          <a:xfrm xmlns:a="http://schemas.openxmlformats.org/drawingml/2006/main">
            <a:off x="4561027" y="4147272"/>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A5C618C-8D1E-4143-A0D3-0A2288E144B4}"/>
              </a:ext>
            </a:extLst>
          </p:cNvPr>
          <p:cNvSpPr>
            <a:spLocks xmlns:a="http://schemas.openxmlformats.org/drawingml/2006/main" noGrp="1"/>
          </p:cNvSpPr>
          <p:nvPr/>
        </p:nvSpPr>
        <p:spPr>
          <a:xfrm xmlns:a="http://schemas.openxmlformats.org/drawingml/2006/main">
            <a:off x="4607661" y="421704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A96E2BB-A3CC-4EE7-AC01-66098B7316B9}"/>
              </a:ext>
            </a:extLst>
          </p:cNvPr>
          <p:cNvSpPr>
            <a:spLocks xmlns:a="http://schemas.openxmlformats.org/drawingml/2006/main" noGrp="1"/>
          </p:cNvSpPr>
          <p:nvPr/>
        </p:nvSpPr>
        <p:spPr>
          <a:xfrm xmlns:a="http://schemas.openxmlformats.org/drawingml/2006/main">
            <a:off x="4654296" y="4280155"/>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51CFB502-053F-4EDC-A6D6-2F98031E3EE4}"/>
              </a:ext>
            </a:extLst>
          </p:cNvPr>
          <p:cNvSpPr>
            <a:spLocks xmlns:a="http://schemas.openxmlformats.org/drawingml/2006/main" noGrp="1"/>
          </p:cNvSpPr>
          <p:nvPr/>
        </p:nvSpPr>
        <p:spPr>
          <a:xfrm xmlns:a="http://schemas.openxmlformats.org/drawingml/2006/main">
            <a:off x="4700930" y="4335612"/>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49F2BF0-FAE3-4D71-BA21-90F35A6DD63F}"/>
              </a:ext>
            </a:extLst>
          </p:cNvPr>
          <p:cNvSpPr>
            <a:spLocks xmlns:a="http://schemas.openxmlformats.org/drawingml/2006/main" noGrp="1"/>
          </p:cNvSpPr>
          <p:nvPr/>
        </p:nvSpPr>
        <p:spPr>
          <a:xfrm xmlns:a="http://schemas.openxmlformats.org/drawingml/2006/main">
            <a:off x="4747564" y="4382539"/>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D54A9187-2FC8-47EA-B10C-654C989D71F8}"/>
              </a:ext>
            </a:extLst>
          </p:cNvPr>
          <p:cNvSpPr>
            <a:spLocks xmlns:a="http://schemas.openxmlformats.org/drawingml/2006/main" noGrp="1"/>
          </p:cNvSpPr>
          <p:nvPr/>
        </p:nvSpPr>
        <p:spPr>
          <a:xfrm xmlns:a="http://schemas.openxmlformats.org/drawingml/2006/main">
            <a:off x="4794199" y="4420196"/>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BE628574-BCD9-4E2E-8CFC-0727FE465AA2}"/>
              </a:ext>
            </a:extLst>
          </p:cNvPr>
          <p:cNvSpPr>
            <a:spLocks xmlns:a="http://schemas.openxmlformats.org/drawingml/2006/main" noGrp="1"/>
          </p:cNvSpPr>
          <p:nvPr/>
        </p:nvSpPr>
        <p:spPr>
          <a:xfrm xmlns:a="http://schemas.openxmlformats.org/drawingml/2006/main">
            <a:off x="4840833" y="4447990"/>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EBD57A38-7815-4F3B-877D-050E09E36013}"/>
              </a:ext>
            </a:extLst>
          </p:cNvPr>
          <p:cNvSpPr>
            <a:spLocks xmlns:a="http://schemas.openxmlformats.org/drawingml/2006/main" noGrp="1"/>
          </p:cNvSpPr>
          <p:nvPr/>
        </p:nvSpPr>
        <p:spPr>
          <a:xfrm xmlns:a="http://schemas.openxmlformats.org/drawingml/2006/main">
            <a:off x="4887468" y="446548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05C10021-717C-4545-A72F-4FF8812AB375}"/>
              </a:ext>
            </a:extLst>
          </p:cNvPr>
          <p:cNvSpPr>
            <a:spLocks xmlns:a="http://schemas.openxmlformats.org/drawingml/2006/main" noGrp="1"/>
          </p:cNvSpPr>
          <p:nvPr/>
        </p:nvSpPr>
        <p:spPr>
          <a:xfrm xmlns:a="http://schemas.openxmlformats.org/drawingml/2006/main" flipV="1">
            <a:off x="4934102" y="4468625"/>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1FCEB968-45DF-4F33-A311-5C43244BB2DD}"/>
              </a:ext>
            </a:extLst>
          </p:cNvPr>
          <p:cNvSpPr>
            <a:spLocks xmlns:a="http://schemas.openxmlformats.org/drawingml/2006/main" noGrp="1"/>
          </p:cNvSpPr>
          <p:nvPr/>
        </p:nvSpPr>
        <p:spPr>
          <a:xfrm xmlns:a="http://schemas.openxmlformats.org/drawingml/2006/main" flipV="1">
            <a:off x="4980736" y="4454225"/>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A463E01B-E984-4B01-8F2D-EAB39A43AD46}"/>
              </a:ext>
            </a:extLst>
          </p:cNvPr>
          <p:cNvSpPr>
            <a:spLocks xmlns:a="http://schemas.openxmlformats.org/drawingml/2006/main" noGrp="1"/>
          </p:cNvSpPr>
          <p:nvPr/>
        </p:nvSpPr>
        <p:spPr>
          <a:xfrm xmlns:a="http://schemas.openxmlformats.org/drawingml/2006/main" flipV="1">
            <a:off x="5027371" y="4429425"/>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8289B99-1AD6-4487-9E54-A2322417FB59}"/>
              </a:ext>
            </a:extLst>
          </p:cNvPr>
          <p:cNvSpPr>
            <a:spLocks xmlns:a="http://schemas.openxmlformats.org/drawingml/2006/main" noGrp="1"/>
          </p:cNvSpPr>
          <p:nvPr/>
        </p:nvSpPr>
        <p:spPr>
          <a:xfrm xmlns:a="http://schemas.openxmlformats.org/drawingml/2006/main" flipV="1">
            <a:off x="5074005" y="4394616"/>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3BC740BE-5029-4607-AF32-B69133521F1F}"/>
              </a:ext>
            </a:extLst>
          </p:cNvPr>
          <p:cNvSpPr>
            <a:spLocks xmlns:a="http://schemas.openxmlformats.org/drawingml/2006/main" noGrp="1"/>
          </p:cNvSpPr>
          <p:nvPr/>
        </p:nvSpPr>
        <p:spPr>
          <a:xfrm xmlns:a="http://schemas.openxmlformats.org/drawingml/2006/main" flipV="1">
            <a:off x="5120640" y="4350347"/>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C73A5878-D29A-4F9B-8094-284E3E529DEC}"/>
              </a:ext>
            </a:extLst>
          </p:cNvPr>
          <p:cNvSpPr>
            <a:spLocks xmlns:a="http://schemas.openxmlformats.org/drawingml/2006/main" noGrp="1"/>
          </p:cNvSpPr>
          <p:nvPr/>
        </p:nvSpPr>
        <p:spPr>
          <a:xfrm xmlns:a="http://schemas.openxmlformats.org/drawingml/2006/main" flipV="1">
            <a:off x="5167274" y="4297316"/>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CC35F2DF-F20B-4EBF-AFF7-5938DBB0CAC6}"/>
              </a:ext>
            </a:extLst>
          </p:cNvPr>
          <p:cNvSpPr>
            <a:spLocks xmlns:a="http://schemas.openxmlformats.org/drawingml/2006/main" noGrp="1"/>
          </p:cNvSpPr>
          <p:nvPr/>
        </p:nvSpPr>
        <p:spPr>
          <a:xfrm xmlns:a="http://schemas.openxmlformats.org/drawingml/2006/main" flipV="1">
            <a:off x="5213908" y="4236360"/>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54625A1-DF1D-49B4-A093-6CBA77A82C06}"/>
              </a:ext>
            </a:extLst>
          </p:cNvPr>
          <p:cNvSpPr>
            <a:spLocks xmlns:a="http://schemas.openxmlformats.org/drawingml/2006/main" noGrp="1"/>
          </p:cNvSpPr>
          <p:nvPr/>
        </p:nvSpPr>
        <p:spPr>
          <a:xfrm xmlns:a="http://schemas.openxmlformats.org/drawingml/2006/main" flipV="1">
            <a:off x="5260543" y="416843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AB77B56-6FE8-492D-A3B6-82E029BDAD5D}"/>
              </a:ext>
            </a:extLst>
          </p:cNvPr>
          <p:cNvSpPr>
            <a:spLocks xmlns:a="http://schemas.openxmlformats.org/drawingml/2006/main" noGrp="1"/>
          </p:cNvSpPr>
          <p:nvPr/>
        </p:nvSpPr>
        <p:spPr>
          <a:xfrm xmlns:a="http://schemas.openxmlformats.org/drawingml/2006/main" flipV="1">
            <a:off x="5307177" y="4094625"/>
            <a:ext cx="46635"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3DEEE476-C7ED-4D8E-AEEE-FF0AB2F5BC7C}"/>
              </a:ext>
            </a:extLst>
          </p:cNvPr>
          <p:cNvSpPr>
            <a:spLocks xmlns:a="http://schemas.openxmlformats.org/drawingml/2006/main" noGrp="1"/>
          </p:cNvSpPr>
          <p:nvPr/>
        </p:nvSpPr>
        <p:spPr>
          <a:xfrm xmlns:a="http://schemas.openxmlformats.org/drawingml/2006/main" flipV="1">
            <a:off x="5353812" y="4016082"/>
            <a:ext cx="46634"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8ABBD39B-890D-49EC-BDA2-0E7020BB17D0}"/>
              </a:ext>
            </a:extLst>
          </p:cNvPr>
          <p:cNvSpPr>
            <a:spLocks xmlns:a="http://schemas.openxmlformats.org/drawingml/2006/main" noGrp="1"/>
          </p:cNvSpPr>
          <p:nvPr/>
        </p:nvSpPr>
        <p:spPr>
          <a:xfrm xmlns:a="http://schemas.openxmlformats.org/drawingml/2006/main" flipV="1">
            <a:off x="5400446" y="3934049"/>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EF308FDD-CF6E-4DEC-BE74-F8AAD613A62A}"/>
              </a:ext>
            </a:extLst>
          </p:cNvPr>
          <p:cNvSpPr>
            <a:spLocks xmlns:a="http://schemas.openxmlformats.org/drawingml/2006/main" noGrp="1"/>
          </p:cNvSpPr>
          <p:nvPr/>
        </p:nvSpPr>
        <p:spPr>
          <a:xfrm xmlns:a="http://schemas.openxmlformats.org/drawingml/2006/main" flipV="1">
            <a:off x="5447080" y="3849819"/>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F5CDA139-C478-4467-89EC-35000EACDCA8}"/>
              </a:ext>
            </a:extLst>
          </p:cNvPr>
          <p:cNvSpPr>
            <a:spLocks xmlns:a="http://schemas.openxmlformats.org/drawingml/2006/main" noGrp="1"/>
          </p:cNvSpPr>
          <p:nvPr/>
        </p:nvSpPr>
        <p:spPr>
          <a:xfrm xmlns:a="http://schemas.openxmlformats.org/drawingml/2006/main" flipV="1">
            <a:off x="5493715" y="376472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Connector 110">
            <a:extLst xmlns:a="http://schemas.openxmlformats.org/drawingml/2006/main">
              <a:ext uri="{FF2B5EF4-FFF2-40B4-BE49-F238E27FC236}">
                <a16:creationId xmlns:a16="http://schemas.microsoft.com/office/drawing/2014/main" id="{61660B30-42AE-4833-803B-531A817AECEB}"/>
              </a:ext>
            </a:extLst>
          </p:cNvPr>
          <p:cNvSpPr>
            <a:spLocks xmlns:a="http://schemas.openxmlformats.org/drawingml/2006/main" noGrp="1"/>
          </p:cNvSpPr>
          <p:nvPr/>
        </p:nvSpPr>
        <p:spPr>
          <a:xfrm xmlns:a="http://schemas.openxmlformats.org/drawingml/2006/main" flipV="1">
            <a:off x="5540349" y="3680096"/>
            <a:ext cx="46634"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Connector 111">
            <a:extLst xmlns:a="http://schemas.openxmlformats.org/drawingml/2006/main">
              <a:ext uri="{FF2B5EF4-FFF2-40B4-BE49-F238E27FC236}">
                <a16:creationId xmlns:a16="http://schemas.microsoft.com/office/drawing/2014/main" id="{14D69227-E206-400A-A3D8-1A7752803A09}"/>
              </a:ext>
            </a:extLst>
          </p:cNvPr>
          <p:cNvSpPr>
            <a:spLocks xmlns:a="http://schemas.openxmlformats.org/drawingml/2006/main" noGrp="1"/>
          </p:cNvSpPr>
          <p:nvPr/>
        </p:nvSpPr>
        <p:spPr>
          <a:xfrm xmlns:a="http://schemas.openxmlformats.org/drawingml/2006/main">
            <a:off x="6446520" y="3794760"/>
            <a:ext cx="4892039"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3" name="Connector 112">
            <a:extLst xmlns:a="http://schemas.openxmlformats.org/drawingml/2006/main">
              <a:ext uri="{FF2B5EF4-FFF2-40B4-BE49-F238E27FC236}">
                <a16:creationId xmlns:a16="http://schemas.microsoft.com/office/drawing/2014/main" id="{BC80EEAD-5B51-4977-8AE1-FF97EC128D7D}"/>
              </a:ext>
            </a:extLst>
          </p:cNvPr>
          <p:cNvSpPr>
            <a:spLocks xmlns:a="http://schemas.openxmlformats.org/drawingml/2006/main" noGrp="1"/>
          </p:cNvSpPr>
          <p:nvPr/>
        </p:nvSpPr>
        <p:spPr>
          <a:xfrm xmlns:a="http://schemas.openxmlformats.org/drawingml/2006/main">
            <a:off x="6492240" y="2889504"/>
            <a:ext cx="0" cy="1856232"/>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Connector 115">
            <a:extLst xmlns:a="http://schemas.openxmlformats.org/drawingml/2006/main">
              <a:ext uri="{FF2B5EF4-FFF2-40B4-BE49-F238E27FC236}">
                <a16:creationId xmlns:a16="http://schemas.microsoft.com/office/drawing/2014/main" id="{65ECB0F6-2BEE-422F-9BEF-799ED5488743}"/>
              </a:ext>
            </a:extLst>
          </p:cNvPr>
          <p:cNvSpPr>
            <a:spLocks xmlns:a="http://schemas.openxmlformats.org/drawingml/2006/main" noGrp="1"/>
          </p:cNvSpPr>
          <p:nvPr/>
        </p:nvSpPr>
        <p:spPr>
          <a:xfrm xmlns:a="http://schemas.openxmlformats.org/drawingml/2006/main" flipV="1">
            <a:off x="6565392" y="3621856"/>
            <a:ext cx="45262" cy="5824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7" name="Connector 116">
            <a:extLst xmlns:a="http://schemas.openxmlformats.org/drawingml/2006/main">
              <a:ext uri="{FF2B5EF4-FFF2-40B4-BE49-F238E27FC236}">
                <a16:creationId xmlns:a16="http://schemas.microsoft.com/office/drawing/2014/main" id="{E88664EE-0527-43D8-A0D5-4F88B83A5916}"/>
              </a:ext>
            </a:extLst>
          </p:cNvPr>
          <p:cNvSpPr>
            <a:spLocks xmlns:a="http://schemas.openxmlformats.org/drawingml/2006/main" noGrp="1"/>
          </p:cNvSpPr>
          <p:nvPr/>
        </p:nvSpPr>
        <p:spPr>
          <a:xfrm xmlns:a="http://schemas.openxmlformats.org/drawingml/2006/main" flipV="1">
            <a:off x="6610654" y="3564953"/>
            <a:ext cx="45263" cy="569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Connector 117">
            <a:extLst xmlns:a="http://schemas.openxmlformats.org/drawingml/2006/main">
              <a:ext uri="{FF2B5EF4-FFF2-40B4-BE49-F238E27FC236}">
                <a16:creationId xmlns:a16="http://schemas.microsoft.com/office/drawing/2014/main" id="{FCE9C519-9C11-4D19-8DD1-CE8B5BA524C7}"/>
              </a:ext>
            </a:extLst>
          </p:cNvPr>
          <p:cNvSpPr>
            <a:spLocks xmlns:a="http://schemas.openxmlformats.org/drawingml/2006/main" noGrp="1"/>
          </p:cNvSpPr>
          <p:nvPr/>
        </p:nvSpPr>
        <p:spPr>
          <a:xfrm xmlns:a="http://schemas.openxmlformats.org/drawingml/2006/main" flipV="1">
            <a:off x="6655917" y="3509827"/>
            <a:ext cx="45263" cy="5512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F4258EEA-C3D9-4979-97B8-A37B303BAEF9}"/>
              </a:ext>
            </a:extLst>
          </p:cNvPr>
          <p:cNvSpPr>
            <a:spLocks xmlns:a="http://schemas.openxmlformats.org/drawingml/2006/main" noGrp="1"/>
          </p:cNvSpPr>
          <p:nvPr/>
        </p:nvSpPr>
        <p:spPr>
          <a:xfrm xmlns:a="http://schemas.openxmlformats.org/drawingml/2006/main" flipV="1">
            <a:off x="6701180" y="3456905"/>
            <a:ext cx="45263" cy="529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Connector 119">
            <a:extLst xmlns:a="http://schemas.openxmlformats.org/drawingml/2006/main">
              <a:ext uri="{FF2B5EF4-FFF2-40B4-BE49-F238E27FC236}">
                <a16:creationId xmlns:a16="http://schemas.microsoft.com/office/drawing/2014/main" id="{92888528-9F40-4388-9057-85EFC99BF240}"/>
              </a:ext>
            </a:extLst>
          </p:cNvPr>
          <p:cNvSpPr>
            <a:spLocks xmlns:a="http://schemas.openxmlformats.org/drawingml/2006/main" noGrp="1"/>
          </p:cNvSpPr>
          <p:nvPr/>
        </p:nvSpPr>
        <p:spPr>
          <a:xfrm xmlns:a="http://schemas.openxmlformats.org/drawingml/2006/main" flipV="1">
            <a:off x="6746443" y="3406595"/>
            <a:ext cx="45262" cy="5031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1" name="Connector 120">
            <a:extLst xmlns:a="http://schemas.openxmlformats.org/drawingml/2006/main">
              <a:ext uri="{FF2B5EF4-FFF2-40B4-BE49-F238E27FC236}">
                <a16:creationId xmlns:a16="http://schemas.microsoft.com/office/drawing/2014/main" id="{098238D9-E8A1-4947-918A-1A22CCD5F3C5}"/>
              </a:ext>
            </a:extLst>
          </p:cNvPr>
          <p:cNvSpPr>
            <a:spLocks xmlns:a="http://schemas.openxmlformats.org/drawingml/2006/main" noGrp="1"/>
          </p:cNvSpPr>
          <p:nvPr/>
        </p:nvSpPr>
        <p:spPr>
          <a:xfrm xmlns:a="http://schemas.openxmlformats.org/drawingml/2006/main" flipV="1">
            <a:off x="6791705" y="3359287"/>
            <a:ext cx="45263" cy="473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Connector 121">
            <a:extLst xmlns:a="http://schemas.openxmlformats.org/drawingml/2006/main">
              <a:ext uri="{FF2B5EF4-FFF2-40B4-BE49-F238E27FC236}">
                <a16:creationId xmlns:a16="http://schemas.microsoft.com/office/drawing/2014/main" id="{EAF824B9-CA74-494A-BA94-0D28AB71B044}"/>
              </a:ext>
            </a:extLst>
          </p:cNvPr>
          <p:cNvSpPr>
            <a:spLocks xmlns:a="http://schemas.openxmlformats.org/drawingml/2006/main" noGrp="1"/>
          </p:cNvSpPr>
          <p:nvPr/>
        </p:nvSpPr>
        <p:spPr>
          <a:xfrm xmlns:a="http://schemas.openxmlformats.org/drawingml/2006/main" flipV="1">
            <a:off x="6836968" y="3315346"/>
            <a:ext cx="45263" cy="439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Connector 122">
            <a:extLst xmlns:a="http://schemas.openxmlformats.org/drawingml/2006/main">
              <a:ext uri="{FF2B5EF4-FFF2-40B4-BE49-F238E27FC236}">
                <a16:creationId xmlns:a16="http://schemas.microsoft.com/office/drawing/2014/main" id="{5B8ACDF1-11BE-445D-BDF2-36009A86B267}"/>
              </a:ext>
            </a:extLst>
          </p:cNvPr>
          <p:cNvSpPr>
            <a:spLocks xmlns:a="http://schemas.openxmlformats.org/drawingml/2006/main" noGrp="1"/>
          </p:cNvSpPr>
          <p:nvPr/>
        </p:nvSpPr>
        <p:spPr>
          <a:xfrm xmlns:a="http://schemas.openxmlformats.org/drawingml/2006/main" flipV="1">
            <a:off x="6882231" y="3275112"/>
            <a:ext cx="45263" cy="4023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4C292FEE-A49D-4F0E-B648-448D57FD0B0B}"/>
              </a:ext>
            </a:extLst>
          </p:cNvPr>
          <p:cNvSpPr>
            <a:spLocks xmlns:a="http://schemas.openxmlformats.org/drawingml/2006/main" noGrp="1"/>
          </p:cNvSpPr>
          <p:nvPr/>
        </p:nvSpPr>
        <p:spPr>
          <a:xfrm xmlns:a="http://schemas.openxmlformats.org/drawingml/2006/main" flipV="1">
            <a:off x="6927494" y="3238897"/>
            <a:ext cx="45263" cy="362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FF404B16-D46F-47F9-847F-235750268DD2}"/>
              </a:ext>
            </a:extLst>
          </p:cNvPr>
          <p:cNvSpPr>
            <a:spLocks xmlns:a="http://schemas.openxmlformats.org/drawingml/2006/main" noGrp="1"/>
          </p:cNvSpPr>
          <p:nvPr/>
        </p:nvSpPr>
        <p:spPr>
          <a:xfrm xmlns:a="http://schemas.openxmlformats.org/drawingml/2006/main" flipV="1">
            <a:off x="6972757" y="3206980"/>
            <a:ext cx="45263" cy="319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B9C7E7C1-5ADD-44C9-BCFA-9F1440B4E638}"/>
              </a:ext>
            </a:extLst>
          </p:cNvPr>
          <p:cNvSpPr>
            <a:spLocks xmlns:a="http://schemas.openxmlformats.org/drawingml/2006/main" noGrp="1"/>
          </p:cNvSpPr>
          <p:nvPr/>
        </p:nvSpPr>
        <p:spPr>
          <a:xfrm xmlns:a="http://schemas.openxmlformats.org/drawingml/2006/main" flipV="1">
            <a:off x="7018020" y="3179608"/>
            <a:ext cx="45262" cy="273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A051EBD5-1688-45B0-BF42-D71DAEB49001}"/>
              </a:ext>
            </a:extLst>
          </p:cNvPr>
          <p:cNvSpPr>
            <a:spLocks xmlns:a="http://schemas.openxmlformats.org/drawingml/2006/main" noGrp="1"/>
          </p:cNvSpPr>
          <p:nvPr/>
        </p:nvSpPr>
        <p:spPr>
          <a:xfrm xmlns:a="http://schemas.openxmlformats.org/drawingml/2006/main" flipV="1">
            <a:off x="7063282" y="3156993"/>
            <a:ext cx="45263" cy="22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EE8B054D-2968-4C61-8CB6-A417AD61C58A}"/>
              </a:ext>
            </a:extLst>
          </p:cNvPr>
          <p:cNvSpPr>
            <a:spLocks xmlns:a="http://schemas.openxmlformats.org/drawingml/2006/main" noGrp="1"/>
          </p:cNvSpPr>
          <p:nvPr/>
        </p:nvSpPr>
        <p:spPr>
          <a:xfrm xmlns:a="http://schemas.openxmlformats.org/drawingml/2006/main" flipV="1">
            <a:off x="7108545" y="3139310"/>
            <a:ext cx="45263" cy="176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50271C3B-9A82-4BE3-8602-BD93A105ED4A}"/>
              </a:ext>
            </a:extLst>
          </p:cNvPr>
          <p:cNvSpPr>
            <a:spLocks xmlns:a="http://schemas.openxmlformats.org/drawingml/2006/main" noGrp="1"/>
          </p:cNvSpPr>
          <p:nvPr/>
        </p:nvSpPr>
        <p:spPr>
          <a:xfrm xmlns:a="http://schemas.openxmlformats.org/drawingml/2006/main" flipV="1">
            <a:off x="7153808" y="3126695"/>
            <a:ext cx="45263" cy="12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087CCCED-8F10-42F1-8D36-B680E8EE7AC0}"/>
              </a:ext>
            </a:extLst>
          </p:cNvPr>
          <p:cNvSpPr>
            <a:spLocks xmlns:a="http://schemas.openxmlformats.org/drawingml/2006/main" noGrp="1"/>
          </p:cNvSpPr>
          <p:nvPr/>
        </p:nvSpPr>
        <p:spPr>
          <a:xfrm xmlns:a="http://schemas.openxmlformats.org/drawingml/2006/main" flipV="1">
            <a:off x="7199071" y="3119246"/>
            <a:ext cx="45262" cy="744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B8130F93-54FF-4AA8-9D59-A2BA5CA85DB9}"/>
              </a:ext>
            </a:extLst>
          </p:cNvPr>
          <p:cNvSpPr>
            <a:spLocks xmlns:a="http://schemas.openxmlformats.org/drawingml/2006/main" noGrp="1"/>
          </p:cNvSpPr>
          <p:nvPr/>
        </p:nvSpPr>
        <p:spPr>
          <a:xfrm xmlns:a="http://schemas.openxmlformats.org/drawingml/2006/main" flipV="1">
            <a:off x="7244333" y="3117021"/>
            <a:ext cx="45263" cy="222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D4C23F65-1D44-43A8-A9EB-13C68945F92E}"/>
              </a:ext>
            </a:extLst>
          </p:cNvPr>
          <p:cNvSpPr>
            <a:spLocks xmlns:a="http://schemas.openxmlformats.org/drawingml/2006/main" noGrp="1"/>
          </p:cNvSpPr>
          <p:nvPr/>
        </p:nvSpPr>
        <p:spPr>
          <a:xfrm xmlns:a="http://schemas.openxmlformats.org/drawingml/2006/main">
            <a:off x="7289596" y="3117021"/>
            <a:ext cx="45263" cy="30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669F1B38-86C8-411D-BEAB-F33C23A34888}"/>
              </a:ext>
            </a:extLst>
          </p:cNvPr>
          <p:cNvSpPr>
            <a:spLocks xmlns:a="http://schemas.openxmlformats.org/drawingml/2006/main" noGrp="1"/>
          </p:cNvSpPr>
          <p:nvPr/>
        </p:nvSpPr>
        <p:spPr>
          <a:xfrm xmlns:a="http://schemas.openxmlformats.org/drawingml/2006/main">
            <a:off x="7334859" y="3120037"/>
            <a:ext cx="45263" cy="82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A0CE826E-9A1F-40DA-A7C0-9F6D2F65D21B}"/>
              </a:ext>
            </a:extLst>
          </p:cNvPr>
          <p:cNvSpPr>
            <a:spLocks xmlns:a="http://schemas.openxmlformats.org/drawingml/2006/main" noGrp="1"/>
          </p:cNvSpPr>
          <p:nvPr/>
        </p:nvSpPr>
        <p:spPr>
          <a:xfrm xmlns:a="http://schemas.openxmlformats.org/drawingml/2006/main">
            <a:off x="7380122" y="3128270"/>
            <a:ext cx="45263" cy="1338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285477D-1BAE-4A88-9782-C1B4BA857C6C}"/>
              </a:ext>
            </a:extLst>
          </p:cNvPr>
          <p:cNvSpPr>
            <a:spLocks xmlns:a="http://schemas.openxmlformats.org/drawingml/2006/main" noGrp="1"/>
          </p:cNvSpPr>
          <p:nvPr/>
        </p:nvSpPr>
        <p:spPr>
          <a:xfrm xmlns:a="http://schemas.openxmlformats.org/drawingml/2006/main">
            <a:off x="7425385" y="3141657"/>
            <a:ext cx="45263" cy="1843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8EC108CC-A4CB-484B-996A-8BA6B4007E25}"/>
              </a:ext>
            </a:extLst>
          </p:cNvPr>
          <p:cNvSpPr>
            <a:spLocks xmlns:a="http://schemas.openxmlformats.org/drawingml/2006/main" noGrp="1"/>
          </p:cNvSpPr>
          <p:nvPr/>
        </p:nvSpPr>
        <p:spPr>
          <a:xfrm xmlns:a="http://schemas.openxmlformats.org/drawingml/2006/main">
            <a:off x="7470648" y="3160094"/>
            <a:ext cx="45262" cy="233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8362E108-F998-4B67-8565-DC3A1E621D06}"/>
              </a:ext>
            </a:extLst>
          </p:cNvPr>
          <p:cNvSpPr>
            <a:spLocks xmlns:a="http://schemas.openxmlformats.org/drawingml/2006/main" noGrp="1"/>
          </p:cNvSpPr>
          <p:nvPr/>
        </p:nvSpPr>
        <p:spPr>
          <a:xfrm xmlns:a="http://schemas.openxmlformats.org/drawingml/2006/main">
            <a:off x="7515910" y="3183439"/>
            <a:ext cx="45263" cy="280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F0073614-8019-421A-8DC5-7773D746CF2B}"/>
              </a:ext>
            </a:extLst>
          </p:cNvPr>
          <p:cNvSpPr>
            <a:spLocks xmlns:a="http://schemas.openxmlformats.org/drawingml/2006/main" noGrp="1"/>
          </p:cNvSpPr>
          <p:nvPr/>
        </p:nvSpPr>
        <p:spPr>
          <a:xfrm xmlns:a="http://schemas.openxmlformats.org/drawingml/2006/main">
            <a:off x="7561173" y="3211511"/>
            <a:ext cx="45263" cy="3258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609928DE-96CE-487A-AD93-FF0BB6D4FAD2}"/>
              </a:ext>
            </a:extLst>
          </p:cNvPr>
          <p:cNvSpPr>
            <a:spLocks xmlns:a="http://schemas.openxmlformats.org/drawingml/2006/main" noGrp="1"/>
          </p:cNvSpPr>
          <p:nvPr/>
        </p:nvSpPr>
        <p:spPr>
          <a:xfrm xmlns:a="http://schemas.openxmlformats.org/drawingml/2006/main">
            <a:off x="7606436" y="3244093"/>
            <a:ext cx="45263" cy="368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389FBFB7-C5A1-484F-AE6E-DC5848A1F4B0}"/>
              </a:ext>
            </a:extLst>
          </p:cNvPr>
          <p:cNvSpPr>
            <a:spLocks xmlns:a="http://schemas.openxmlformats.org/drawingml/2006/main" noGrp="1"/>
          </p:cNvSpPr>
          <p:nvPr/>
        </p:nvSpPr>
        <p:spPr>
          <a:xfrm xmlns:a="http://schemas.openxmlformats.org/drawingml/2006/main">
            <a:off x="7651699" y="3280934"/>
            <a:ext cx="45263" cy="408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56002F90-8485-467D-ACDE-DAAA05A4CAF6}"/>
              </a:ext>
            </a:extLst>
          </p:cNvPr>
          <p:cNvSpPr>
            <a:spLocks xmlns:a="http://schemas.openxmlformats.org/drawingml/2006/main" noGrp="1"/>
          </p:cNvSpPr>
          <p:nvPr/>
        </p:nvSpPr>
        <p:spPr>
          <a:xfrm xmlns:a="http://schemas.openxmlformats.org/drawingml/2006/main">
            <a:off x="7696962" y="3321747"/>
            <a:ext cx="45262" cy="444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AD5931AB-9480-4434-9285-B7A416961CFB}"/>
              </a:ext>
            </a:extLst>
          </p:cNvPr>
          <p:cNvSpPr>
            <a:spLocks xmlns:a="http://schemas.openxmlformats.org/drawingml/2006/main" noGrp="1"/>
          </p:cNvSpPr>
          <p:nvPr/>
        </p:nvSpPr>
        <p:spPr>
          <a:xfrm xmlns:a="http://schemas.openxmlformats.org/drawingml/2006/main">
            <a:off x="7742224" y="3366219"/>
            <a:ext cx="45263" cy="477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5963FF52-27FC-4805-9E75-7F844EC820F5}"/>
              </a:ext>
            </a:extLst>
          </p:cNvPr>
          <p:cNvSpPr>
            <a:spLocks xmlns:a="http://schemas.openxmlformats.org/drawingml/2006/main" noGrp="1"/>
          </p:cNvSpPr>
          <p:nvPr/>
        </p:nvSpPr>
        <p:spPr>
          <a:xfrm xmlns:a="http://schemas.openxmlformats.org/drawingml/2006/main">
            <a:off x="7787487" y="3414004"/>
            <a:ext cx="45263" cy="507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171F5910-0EBA-406D-AAEB-D984EEC8D304}"/>
              </a:ext>
            </a:extLst>
          </p:cNvPr>
          <p:cNvSpPr>
            <a:spLocks xmlns:a="http://schemas.openxmlformats.org/drawingml/2006/main" noGrp="1"/>
          </p:cNvSpPr>
          <p:nvPr/>
        </p:nvSpPr>
        <p:spPr>
          <a:xfrm xmlns:a="http://schemas.openxmlformats.org/drawingml/2006/main">
            <a:off x="7832750" y="3464734"/>
            <a:ext cx="45263" cy="532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AA16AB96-0032-43F6-B013-8F34B1DC3249}"/>
              </a:ext>
            </a:extLst>
          </p:cNvPr>
          <p:cNvSpPr>
            <a:spLocks xmlns:a="http://schemas.openxmlformats.org/drawingml/2006/main" noGrp="1"/>
          </p:cNvSpPr>
          <p:nvPr/>
        </p:nvSpPr>
        <p:spPr>
          <a:xfrm xmlns:a="http://schemas.openxmlformats.org/drawingml/2006/main">
            <a:off x="7878013" y="3518015"/>
            <a:ext cx="45262" cy="554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1686A49C-2401-45C1-9E55-0C1E7FD0CFB0}"/>
              </a:ext>
            </a:extLst>
          </p:cNvPr>
          <p:cNvSpPr>
            <a:spLocks xmlns:a="http://schemas.openxmlformats.org/drawingml/2006/main" noGrp="1"/>
          </p:cNvSpPr>
          <p:nvPr/>
        </p:nvSpPr>
        <p:spPr>
          <a:xfrm xmlns:a="http://schemas.openxmlformats.org/drawingml/2006/main">
            <a:off x="7923275" y="3573437"/>
            <a:ext cx="45263" cy="571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598F5E2A-81B7-4700-B4B9-AF3BCBE3F40F}"/>
              </a:ext>
            </a:extLst>
          </p:cNvPr>
          <p:cNvSpPr>
            <a:spLocks xmlns:a="http://schemas.openxmlformats.org/drawingml/2006/main" noGrp="1"/>
          </p:cNvSpPr>
          <p:nvPr/>
        </p:nvSpPr>
        <p:spPr>
          <a:xfrm xmlns:a="http://schemas.openxmlformats.org/drawingml/2006/main">
            <a:off x="7968538" y="3630570"/>
            <a:ext cx="45263" cy="584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A4762550-867F-487D-99CD-8D90CEBA1546}"/>
              </a:ext>
            </a:extLst>
          </p:cNvPr>
          <p:cNvSpPr>
            <a:spLocks xmlns:a="http://schemas.openxmlformats.org/drawingml/2006/main" noGrp="1"/>
          </p:cNvSpPr>
          <p:nvPr/>
        </p:nvSpPr>
        <p:spPr>
          <a:xfrm xmlns:a="http://schemas.openxmlformats.org/drawingml/2006/main">
            <a:off x="8013801" y="3688973"/>
            <a:ext cx="45263" cy="5922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A2618DA4-890E-47E5-ABBC-D4DFBB9969BE}"/>
              </a:ext>
            </a:extLst>
          </p:cNvPr>
          <p:cNvSpPr>
            <a:spLocks xmlns:a="http://schemas.openxmlformats.org/drawingml/2006/main" noGrp="1"/>
          </p:cNvSpPr>
          <p:nvPr/>
        </p:nvSpPr>
        <p:spPr>
          <a:xfrm xmlns:a="http://schemas.openxmlformats.org/drawingml/2006/main">
            <a:off x="8059064" y="3748193"/>
            <a:ext cx="45263" cy="595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9F4EB909-AB3C-43FA-8E34-EE2DEE1631B7}"/>
              </a:ext>
            </a:extLst>
          </p:cNvPr>
          <p:cNvSpPr>
            <a:spLocks xmlns:a="http://schemas.openxmlformats.org/drawingml/2006/main" noGrp="1"/>
          </p:cNvSpPr>
          <p:nvPr/>
        </p:nvSpPr>
        <p:spPr>
          <a:xfrm xmlns:a="http://schemas.openxmlformats.org/drawingml/2006/main">
            <a:off x="8104327" y="3807774"/>
            <a:ext cx="45263" cy="594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620C4459-FB21-41ED-8CF7-0FDAE1BC72B1}"/>
              </a:ext>
            </a:extLst>
          </p:cNvPr>
          <p:cNvSpPr>
            <a:spLocks xmlns:a="http://schemas.openxmlformats.org/drawingml/2006/main" noGrp="1"/>
          </p:cNvSpPr>
          <p:nvPr/>
        </p:nvSpPr>
        <p:spPr>
          <a:xfrm xmlns:a="http://schemas.openxmlformats.org/drawingml/2006/main">
            <a:off x="8149590" y="3867254"/>
            <a:ext cx="45262" cy="5892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604EA99-607D-4069-A4EE-CCE956738B76}"/>
              </a:ext>
            </a:extLst>
          </p:cNvPr>
          <p:cNvSpPr>
            <a:spLocks xmlns:a="http://schemas.openxmlformats.org/drawingml/2006/main" noGrp="1"/>
          </p:cNvSpPr>
          <p:nvPr/>
        </p:nvSpPr>
        <p:spPr>
          <a:xfrm xmlns:a="http://schemas.openxmlformats.org/drawingml/2006/main">
            <a:off x="8194852" y="3926174"/>
            <a:ext cx="45263" cy="579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370B22CD-B90E-417C-8C71-33A795953C3F}"/>
              </a:ext>
            </a:extLst>
          </p:cNvPr>
          <p:cNvSpPr>
            <a:spLocks xmlns:a="http://schemas.openxmlformats.org/drawingml/2006/main" noGrp="1"/>
          </p:cNvSpPr>
          <p:nvPr/>
        </p:nvSpPr>
        <p:spPr>
          <a:xfrm xmlns:a="http://schemas.openxmlformats.org/drawingml/2006/main">
            <a:off x="8240115" y="3984077"/>
            <a:ext cx="45263" cy="5643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6FE6E5EA-0E76-43D7-8705-06E4355925A0}"/>
              </a:ext>
            </a:extLst>
          </p:cNvPr>
          <p:cNvSpPr>
            <a:spLocks xmlns:a="http://schemas.openxmlformats.org/drawingml/2006/main" noGrp="1"/>
          </p:cNvSpPr>
          <p:nvPr/>
        </p:nvSpPr>
        <p:spPr>
          <a:xfrm xmlns:a="http://schemas.openxmlformats.org/drawingml/2006/main">
            <a:off x="8285378" y="4040516"/>
            <a:ext cx="45263" cy="5453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FFCFAFD1-2A0E-41E8-ACAB-73137FEEB5A5}"/>
              </a:ext>
            </a:extLst>
          </p:cNvPr>
          <p:cNvSpPr>
            <a:spLocks xmlns:a="http://schemas.openxmlformats.org/drawingml/2006/main" noGrp="1"/>
          </p:cNvSpPr>
          <p:nvPr/>
        </p:nvSpPr>
        <p:spPr>
          <a:xfrm xmlns:a="http://schemas.openxmlformats.org/drawingml/2006/main">
            <a:off x="8330641" y="4095055"/>
            <a:ext cx="45263" cy="522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637B5339-BCDC-4589-B600-7436E7185D64}"/>
              </a:ext>
            </a:extLst>
          </p:cNvPr>
          <p:cNvSpPr>
            <a:spLocks xmlns:a="http://schemas.openxmlformats.org/drawingml/2006/main" noGrp="1"/>
          </p:cNvSpPr>
          <p:nvPr/>
        </p:nvSpPr>
        <p:spPr>
          <a:xfrm xmlns:a="http://schemas.openxmlformats.org/drawingml/2006/main">
            <a:off x="8375904" y="4147272"/>
            <a:ext cx="45262" cy="4949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D19E7C7B-CAB6-46BB-A427-9E2CD4082D1F}"/>
              </a:ext>
            </a:extLst>
          </p:cNvPr>
          <p:cNvSpPr>
            <a:spLocks xmlns:a="http://schemas.openxmlformats.org/drawingml/2006/main" noGrp="1"/>
          </p:cNvSpPr>
          <p:nvPr/>
        </p:nvSpPr>
        <p:spPr>
          <a:xfrm xmlns:a="http://schemas.openxmlformats.org/drawingml/2006/main">
            <a:off x="8421166" y="4196763"/>
            <a:ext cx="45263" cy="463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A4939C6A-319D-4534-8BDD-E5193DB24C50}"/>
              </a:ext>
            </a:extLst>
          </p:cNvPr>
          <p:cNvSpPr>
            <a:spLocks xmlns:a="http://schemas.openxmlformats.org/drawingml/2006/main" noGrp="1"/>
          </p:cNvSpPr>
          <p:nvPr/>
        </p:nvSpPr>
        <p:spPr>
          <a:xfrm xmlns:a="http://schemas.openxmlformats.org/drawingml/2006/main">
            <a:off x="8466429" y="4243146"/>
            <a:ext cx="45263" cy="42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07D408B5-6190-44C5-A036-0C4A603F3497}"/>
              </a:ext>
            </a:extLst>
          </p:cNvPr>
          <p:cNvSpPr>
            <a:spLocks xmlns:a="http://schemas.openxmlformats.org/drawingml/2006/main" noGrp="1"/>
          </p:cNvSpPr>
          <p:nvPr/>
        </p:nvSpPr>
        <p:spPr>
          <a:xfrm xmlns:a="http://schemas.openxmlformats.org/drawingml/2006/main">
            <a:off x="8511692" y="4286061"/>
            <a:ext cx="45263" cy="391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E25E2A62-F151-411C-8978-3F7A149E3429}"/>
              </a:ext>
            </a:extLst>
          </p:cNvPr>
          <p:cNvSpPr>
            <a:spLocks xmlns:a="http://schemas.openxmlformats.org/drawingml/2006/main" noGrp="1"/>
          </p:cNvSpPr>
          <p:nvPr/>
        </p:nvSpPr>
        <p:spPr>
          <a:xfrm xmlns:a="http://schemas.openxmlformats.org/drawingml/2006/main">
            <a:off x="8556955" y="4325177"/>
            <a:ext cx="45262" cy="350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D57837CE-9F41-4930-BDDF-8F46DC9E3BEE}"/>
              </a:ext>
            </a:extLst>
          </p:cNvPr>
          <p:cNvSpPr>
            <a:spLocks xmlns:a="http://schemas.openxmlformats.org/drawingml/2006/main" noGrp="1"/>
          </p:cNvSpPr>
          <p:nvPr/>
        </p:nvSpPr>
        <p:spPr>
          <a:xfrm xmlns:a="http://schemas.openxmlformats.org/drawingml/2006/main">
            <a:off x="8602217" y="4360191"/>
            <a:ext cx="45263" cy="3064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656F323C-BD36-4F6A-ADA0-3F345EE8D821}"/>
              </a:ext>
            </a:extLst>
          </p:cNvPr>
          <p:cNvSpPr>
            <a:spLocks xmlns:a="http://schemas.openxmlformats.org/drawingml/2006/main" noGrp="1"/>
          </p:cNvSpPr>
          <p:nvPr/>
        </p:nvSpPr>
        <p:spPr>
          <a:xfrm xmlns:a="http://schemas.openxmlformats.org/drawingml/2006/main">
            <a:off x="8647480" y="4390833"/>
            <a:ext cx="45263" cy="26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FA033539-A030-42BA-9D31-3E8D72C7DBED}"/>
              </a:ext>
            </a:extLst>
          </p:cNvPr>
          <p:cNvSpPr>
            <a:spLocks xmlns:a="http://schemas.openxmlformats.org/drawingml/2006/main" noGrp="1"/>
          </p:cNvSpPr>
          <p:nvPr/>
        </p:nvSpPr>
        <p:spPr>
          <a:xfrm xmlns:a="http://schemas.openxmlformats.org/drawingml/2006/main">
            <a:off x="8692743" y="4416866"/>
            <a:ext cx="45263" cy="212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1FB2C844-320A-452C-A263-F1C1B7013AC9}"/>
              </a:ext>
            </a:extLst>
          </p:cNvPr>
          <p:cNvSpPr>
            <a:spLocks xmlns:a="http://schemas.openxmlformats.org/drawingml/2006/main" noGrp="1"/>
          </p:cNvSpPr>
          <p:nvPr/>
        </p:nvSpPr>
        <p:spPr>
          <a:xfrm xmlns:a="http://schemas.openxmlformats.org/drawingml/2006/main">
            <a:off x="8738006" y="4438088"/>
            <a:ext cx="45263" cy="1624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428881A2-C0CF-4353-91EE-527FC59C81CC}"/>
              </a:ext>
            </a:extLst>
          </p:cNvPr>
          <p:cNvSpPr>
            <a:spLocks xmlns:a="http://schemas.openxmlformats.org/drawingml/2006/main" noGrp="1"/>
          </p:cNvSpPr>
          <p:nvPr/>
        </p:nvSpPr>
        <p:spPr>
          <a:xfrm xmlns:a="http://schemas.openxmlformats.org/drawingml/2006/main">
            <a:off x="8783269" y="4454335"/>
            <a:ext cx="45263" cy="1114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D7037814-6D9F-4054-A6CB-C7F85909490C}"/>
              </a:ext>
            </a:extLst>
          </p:cNvPr>
          <p:cNvSpPr>
            <a:spLocks xmlns:a="http://schemas.openxmlformats.org/drawingml/2006/main" noGrp="1"/>
          </p:cNvSpPr>
          <p:nvPr/>
        </p:nvSpPr>
        <p:spPr>
          <a:xfrm xmlns:a="http://schemas.openxmlformats.org/drawingml/2006/main">
            <a:off x="8828532" y="4465482"/>
            <a:ext cx="45262" cy="59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4B1B9043-8AFF-47B5-8FEE-0B341D5157E3}"/>
              </a:ext>
            </a:extLst>
          </p:cNvPr>
          <p:cNvSpPr>
            <a:spLocks xmlns:a="http://schemas.openxmlformats.org/drawingml/2006/main" noGrp="1"/>
          </p:cNvSpPr>
          <p:nvPr/>
        </p:nvSpPr>
        <p:spPr>
          <a:xfrm xmlns:a="http://schemas.openxmlformats.org/drawingml/2006/main">
            <a:off x="8873794" y="4471443"/>
            <a:ext cx="45263" cy="7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2E6D5FDE-42F1-4AA7-98DD-BD2DE91CAA55}"/>
              </a:ext>
            </a:extLst>
          </p:cNvPr>
          <p:cNvSpPr>
            <a:spLocks xmlns:a="http://schemas.openxmlformats.org/drawingml/2006/main" noGrp="1"/>
          </p:cNvSpPr>
          <p:nvPr/>
        </p:nvSpPr>
        <p:spPr>
          <a:xfrm xmlns:a="http://schemas.openxmlformats.org/drawingml/2006/main" flipV="1">
            <a:off x="8919057" y="4467660"/>
            <a:ext cx="45263" cy="45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8876C76A-4C99-4BCD-8A84-7920A7AED9CE}"/>
              </a:ext>
            </a:extLst>
          </p:cNvPr>
          <p:cNvSpPr>
            <a:spLocks xmlns:a="http://schemas.openxmlformats.org/drawingml/2006/main" noGrp="1"/>
          </p:cNvSpPr>
          <p:nvPr/>
        </p:nvSpPr>
        <p:spPr>
          <a:xfrm xmlns:a="http://schemas.openxmlformats.org/drawingml/2006/main" flipV="1">
            <a:off x="8964320" y="4457946"/>
            <a:ext cx="45263" cy="97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08FD7590-871D-426C-9D84-F70E11D890A3}"/>
              </a:ext>
            </a:extLst>
          </p:cNvPr>
          <p:cNvSpPr>
            <a:spLocks xmlns:a="http://schemas.openxmlformats.org/drawingml/2006/main" noGrp="1"/>
          </p:cNvSpPr>
          <p:nvPr/>
        </p:nvSpPr>
        <p:spPr>
          <a:xfrm xmlns:a="http://schemas.openxmlformats.org/drawingml/2006/main" flipV="1">
            <a:off x="9009583" y="4443104"/>
            <a:ext cx="45263" cy="1484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62815470-64AB-44A1-9AA6-E22589ECD6E6}"/>
              </a:ext>
            </a:extLst>
          </p:cNvPr>
          <p:cNvSpPr>
            <a:spLocks xmlns:a="http://schemas.openxmlformats.org/drawingml/2006/main" noGrp="1"/>
          </p:cNvSpPr>
          <p:nvPr/>
        </p:nvSpPr>
        <p:spPr>
          <a:xfrm xmlns:a="http://schemas.openxmlformats.org/drawingml/2006/main" flipV="1">
            <a:off x="9054846" y="4423249"/>
            <a:ext cx="45262" cy="198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39DC9C9F-48F3-4AB4-8304-2BAEC1D5FFFE}"/>
              </a:ext>
            </a:extLst>
          </p:cNvPr>
          <p:cNvSpPr>
            <a:spLocks xmlns:a="http://schemas.openxmlformats.org/drawingml/2006/main" noGrp="1"/>
          </p:cNvSpPr>
          <p:nvPr/>
        </p:nvSpPr>
        <p:spPr>
          <a:xfrm xmlns:a="http://schemas.openxmlformats.org/drawingml/2006/main" flipV="1">
            <a:off x="9100108" y="4398533"/>
            <a:ext cx="45263" cy="247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A27E3146-5985-4201-958F-42FB93A89B3C}"/>
              </a:ext>
            </a:extLst>
          </p:cNvPr>
          <p:cNvSpPr>
            <a:spLocks xmlns:a="http://schemas.openxmlformats.org/drawingml/2006/main" noGrp="1"/>
          </p:cNvSpPr>
          <p:nvPr/>
        </p:nvSpPr>
        <p:spPr>
          <a:xfrm xmlns:a="http://schemas.openxmlformats.org/drawingml/2006/main" flipV="1">
            <a:off x="9145371" y="4369149"/>
            <a:ext cx="45263" cy="2938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3E48CC86-4957-4DFA-93E7-8F5D4F5039D0}"/>
              </a:ext>
            </a:extLst>
          </p:cNvPr>
          <p:cNvSpPr>
            <a:spLocks xmlns:a="http://schemas.openxmlformats.org/drawingml/2006/main" noGrp="1"/>
          </p:cNvSpPr>
          <p:nvPr/>
        </p:nvSpPr>
        <p:spPr>
          <a:xfrm xmlns:a="http://schemas.openxmlformats.org/drawingml/2006/main" flipV="1">
            <a:off x="9190634" y="4335323"/>
            <a:ext cx="45263" cy="3382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CEA4DEDB-9072-4330-AF8C-5635AE586E6C}"/>
              </a:ext>
            </a:extLst>
          </p:cNvPr>
          <p:cNvSpPr>
            <a:spLocks xmlns:a="http://schemas.openxmlformats.org/drawingml/2006/main" noGrp="1"/>
          </p:cNvSpPr>
          <p:nvPr/>
        </p:nvSpPr>
        <p:spPr>
          <a:xfrm xmlns:a="http://schemas.openxmlformats.org/drawingml/2006/main" flipV="1">
            <a:off x="9235897" y="4297316"/>
            <a:ext cx="45262" cy="380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9E39A186-891D-489A-B706-10EEED3D2B97}"/>
              </a:ext>
            </a:extLst>
          </p:cNvPr>
          <p:cNvSpPr>
            <a:spLocks xmlns:a="http://schemas.openxmlformats.org/drawingml/2006/main" noGrp="1"/>
          </p:cNvSpPr>
          <p:nvPr/>
        </p:nvSpPr>
        <p:spPr>
          <a:xfrm xmlns:a="http://schemas.openxmlformats.org/drawingml/2006/main" flipV="1">
            <a:off x="9281159" y="4255424"/>
            <a:ext cx="45263" cy="418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60E58932-4AE4-4BFE-B4E6-E54D8E0B6CD7}"/>
              </a:ext>
            </a:extLst>
          </p:cNvPr>
          <p:cNvSpPr>
            <a:spLocks xmlns:a="http://schemas.openxmlformats.org/drawingml/2006/main" noGrp="1"/>
          </p:cNvSpPr>
          <p:nvPr/>
        </p:nvSpPr>
        <p:spPr>
          <a:xfrm xmlns:a="http://schemas.openxmlformats.org/drawingml/2006/main" flipV="1">
            <a:off x="9326422" y="4209970"/>
            <a:ext cx="45263" cy="4545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CAB3DF8B-9159-4FBB-AC55-5909275F0B6B}"/>
              </a:ext>
            </a:extLst>
          </p:cNvPr>
          <p:cNvSpPr>
            <a:spLocks xmlns:a="http://schemas.openxmlformats.org/drawingml/2006/main" noGrp="1"/>
          </p:cNvSpPr>
          <p:nvPr/>
        </p:nvSpPr>
        <p:spPr>
          <a:xfrm xmlns:a="http://schemas.openxmlformats.org/drawingml/2006/main" flipV="1">
            <a:off x="9371685" y="4161304"/>
            <a:ext cx="45263" cy="4866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6D1A9600-38E7-4106-9DFD-5586D7C4B88A}"/>
              </a:ext>
            </a:extLst>
          </p:cNvPr>
          <p:cNvSpPr>
            <a:spLocks xmlns:a="http://schemas.openxmlformats.org/drawingml/2006/main" noGrp="1"/>
          </p:cNvSpPr>
          <p:nvPr/>
        </p:nvSpPr>
        <p:spPr>
          <a:xfrm xmlns:a="http://schemas.openxmlformats.org/drawingml/2006/main" flipV="1">
            <a:off x="9416948" y="4109805"/>
            <a:ext cx="45263" cy="514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6AD29E7E-C420-470B-9468-2820C1F1C9EC}"/>
              </a:ext>
            </a:extLst>
          </p:cNvPr>
          <p:cNvSpPr>
            <a:spLocks xmlns:a="http://schemas.openxmlformats.org/drawingml/2006/main" noGrp="1"/>
          </p:cNvSpPr>
          <p:nvPr/>
        </p:nvSpPr>
        <p:spPr>
          <a:xfrm xmlns:a="http://schemas.openxmlformats.org/drawingml/2006/main" flipV="1">
            <a:off x="9462211" y="4055869"/>
            <a:ext cx="45263" cy="5393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44776A5B-A2C9-4EE5-910D-0F6D8ADFF832}"/>
              </a:ext>
            </a:extLst>
          </p:cNvPr>
          <p:cNvSpPr>
            <a:spLocks xmlns:a="http://schemas.openxmlformats.org/drawingml/2006/main" noGrp="1"/>
          </p:cNvSpPr>
          <p:nvPr/>
        </p:nvSpPr>
        <p:spPr>
          <a:xfrm xmlns:a="http://schemas.openxmlformats.org/drawingml/2006/main" flipV="1">
            <a:off x="9507474" y="3999914"/>
            <a:ext cx="45262" cy="559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FD7BC6F0-2513-46B2-BEC5-42F2006A3DC3}"/>
              </a:ext>
            </a:extLst>
          </p:cNvPr>
          <p:cNvSpPr>
            <a:spLocks xmlns:a="http://schemas.openxmlformats.org/drawingml/2006/main" noGrp="1"/>
          </p:cNvSpPr>
          <p:nvPr/>
        </p:nvSpPr>
        <p:spPr>
          <a:xfrm xmlns:a="http://schemas.openxmlformats.org/drawingml/2006/main" flipV="1">
            <a:off x="9552736" y="3942373"/>
            <a:ext cx="45263" cy="575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45CA036C-0005-46CE-8A55-D59D7326B3F5}"/>
              </a:ext>
            </a:extLst>
          </p:cNvPr>
          <p:cNvSpPr>
            <a:spLocks xmlns:a="http://schemas.openxmlformats.org/drawingml/2006/main" noGrp="1"/>
          </p:cNvSpPr>
          <p:nvPr/>
        </p:nvSpPr>
        <p:spPr>
          <a:xfrm xmlns:a="http://schemas.openxmlformats.org/drawingml/2006/main" flipV="1">
            <a:off x="9597999" y="3883690"/>
            <a:ext cx="45263" cy="586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99056751-047F-4C4D-9372-6D6D22D3C117}"/>
              </a:ext>
            </a:extLst>
          </p:cNvPr>
          <p:cNvSpPr>
            <a:spLocks xmlns:a="http://schemas.openxmlformats.org/drawingml/2006/main" noGrp="1"/>
          </p:cNvSpPr>
          <p:nvPr/>
        </p:nvSpPr>
        <p:spPr>
          <a:xfrm xmlns:a="http://schemas.openxmlformats.org/drawingml/2006/main" flipV="1">
            <a:off x="9643262" y="3824319"/>
            <a:ext cx="45263" cy="5937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CDD852A-7533-47B9-8D1F-C7B35EF71270}"/>
              </a:ext>
            </a:extLst>
          </p:cNvPr>
          <p:cNvSpPr>
            <a:spLocks xmlns:a="http://schemas.openxmlformats.org/drawingml/2006/main" noGrp="1"/>
          </p:cNvSpPr>
          <p:nvPr/>
        </p:nvSpPr>
        <p:spPr>
          <a:xfrm xmlns:a="http://schemas.openxmlformats.org/drawingml/2006/main" flipV="1">
            <a:off x="9688525" y="3764720"/>
            <a:ext cx="45263" cy="595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50441417-E79C-4348-AA9B-755071FE0C34}"/>
              </a:ext>
            </a:extLst>
          </p:cNvPr>
          <p:cNvSpPr>
            <a:spLocks xmlns:a="http://schemas.openxmlformats.org/drawingml/2006/main" noGrp="1"/>
          </p:cNvSpPr>
          <p:nvPr/>
        </p:nvSpPr>
        <p:spPr>
          <a:xfrm xmlns:a="http://schemas.openxmlformats.org/drawingml/2006/main" flipV="1">
            <a:off x="9733788" y="3705353"/>
            <a:ext cx="45262" cy="59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C2DCCBFF-F8C0-4693-A421-4823B9E85ECA}"/>
              </a:ext>
            </a:extLst>
          </p:cNvPr>
          <p:cNvSpPr>
            <a:spLocks xmlns:a="http://schemas.openxmlformats.org/drawingml/2006/main" noGrp="1"/>
          </p:cNvSpPr>
          <p:nvPr/>
        </p:nvSpPr>
        <p:spPr>
          <a:xfrm xmlns:a="http://schemas.openxmlformats.org/drawingml/2006/main" flipV="1">
            <a:off x="9779050" y="3646678"/>
            <a:ext cx="45263" cy="5867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1728B860-8778-453D-8B4A-17C8CB8B2C2C}"/>
              </a:ext>
            </a:extLst>
          </p:cNvPr>
          <p:cNvSpPr>
            <a:spLocks xmlns:a="http://schemas.openxmlformats.org/drawingml/2006/main" noGrp="1"/>
          </p:cNvSpPr>
          <p:nvPr/>
        </p:nvSpPr>
        <p:spPr>
          <a:xfrm xmlns:a="http://schemas.openxmlformats.org/drawingml/2006/main" flipV="1">
            <a:off x="9824313" y="3589148"/>
            <a:ext cx="45263" cy="575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B991150-AE45-402F-B5CE-92B7F6A47338}"/>
              </a:ext>
            </a:extLst>
          </p:cNvPr>
          <p:cNvSpPr>
            <a:spLocks xmlns:a="http://schemas.openxmlformats.org/drawingml/2006/main" noGrp="1"/>
          </p:cNvSpPr>
          <p:nvPr/>
        </p:nvSpPr>
        <p:spPr>
          <a:xfrm xmlns:a="http://schemas.openxmlformats.org/drawingml/2006/main" flipV="1">
            <a:off x="9869576" y="3533207"/>
            <a:ext cx="45263" cy="559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D2596731-8AD3-4B83-9E31-1B865A508E83}"/>
              </a:ext>
            </a:extLst>
          </p:cNvPr>
          <p:cNvSpPr>
            <a:spLocks xmlns:a="http://schemas.openxmlformats.org/drawingml/2006/main" noGrp="1"/>
          </p:cNvSpPr>
          <p:nvPr/>
        </p:nvSpPr>
        <p:spPr>
          <a:xfrm xmlns:a="http://schemas.openxmlformats.org/drawingml/2006/main" flipV="1">
            <a:off x="9914839" y="3479289"/>
            <a:ext cx="45262" cy="5391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1EDCE218-B8DC-4EB6-8200-8ABA34BEE196}"/>
              </a:ext>
            </a:extLst>
          </p:cNvPr>
          <p:cNvSpPr>
            <a:spLocks xmlns:a="http://schemas.openxmlformats.org/drawingml/2006/main" noGrp="1"/>
          </p:cNvSpPr>
          <p:nvPr/>
        </p:nvSpPr>
        <p:spPr>
          <a:xfrm xmlns:a="http://schemas.openxmlformats.org/drawingml/2006/main" flipV="1">
            <a:off x="9960101" y="3427811"/>
            <a:ext cx="45263" cy="5147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E6204568-FAAD-4F32-BAE0-7F82A261134E}"/>
              </a:ext>
            </a:extLst>
          </p:cNvPr>
          <p:cNvSpPr>
            <a:spLocks xmlns:a="http://schemas.openxmlformats.org/drawingml/2006/main" noGrp="1"/>
          </p:cNvSpPr>
          <p:nvPr/>
        </p:nvSpPr>
        <p:spPr>
          <a:xfrm xmlns:a="http://schemas.openxmlformats.org/drawingml/2006/main" flipV="1">
            <a:off x="10005364" y="3379170"/>
            <a:ext cx="45263" cy="486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591E0088-C0F3-44BC-988B-197EA54E98C1}"/>
              </a:ext>
            </a:extLst>
          </p:cNvPr>
          <p:cNvSpPr>
            <a:spLocks xmlns:a="http://schemas.openxmlformats.org/drawingml/2006/main" noGrp="1"/>
          </p:cNvSpPr>
          <p:nvPr/>
        </p:nvSpPr>
        <p:spPr>
          <a:xfrm xmlns:a="http://schemas.openxmlformats.org/drawingml/2006/main" flipV="1">
            <a:off x="10050627" y="3333743"/>
            <a:ext cx="45263" cy="454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5DCB98C8-3B2F-4806-A90D-6FD7DCE1BC34}"/>
              </a:ext>
            </a:extLst>
          </p:cNvPr>
          <p:cNvSpPr>
            <a:spLocks xmlns:a="http://schemas.openxmlformats.org/drawingml/2006/main" noGrp="1"/>
          </p:cNvSpPr>
          <p:nvPr/>
        </p:nvSpPr>
        <p:spPr>
          <a:xfrm xmlns:a="http://schemas.openxmlformats.org/drawingml/2006/main" flipV="1">
            <a:off x="10095890" y="3291881"/>
            <a:ext cx="45263" cy="4186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53AED91-CD94-41C3-9D8C-5D76E1E56107}"/>
              </a:ext>
            </a:extLst>
          </p:cNvPr>
          <p:cNvSpPr>
            <a:spLocks xmlns:a="http://schemas.openxmlformats.org/drawingml/2006/main" noGrp="1"/>
          </p:cNvSpPr>
          <p:nvPr/>
        </p:nvSpPr>
        <p:spPr>
          <a:xfrm xmlns:a="http://schemas.openxmlformats.org/drawingml/2006/main" flipV="1">
            <a:off x="10141153" y="3253907"/>
            <a:ext cx="45262" cy="379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A26DB0F3-6498-46E9-BB04-33E05A14A736}"/>
              </a:ext>
            </a:extLst>
          </p:cNvPr>
          <p:cNvSpPr>
            <a:spLocks xmlns:a="http://schemas.openxmlformats.org/drawingml/2006/main" noGrp="1"/>
          </p:cNvSpPr>
          <p:nvPr/>
        </p:nvSpPr>
        <p:spPr>
          <a:xfrm xmlns:a="http://schemas.openxmlformats.org/drawingml/2006/main" flipV="1">
            <a:off x="10186415" y="3220116"/>
            <a:ext cx="45263" cy="3379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D537FE5C-64C4-4E58-8955-AB5F2478A477}"/>
              </a:ext>
            </a:extLst>
          </p:cNvPr>
          <p:cNvSpPr>
            <a:spLocks xmlns:a="http://schemas.openxmlformats.org/drawingml/2006/main" noGrp="1"/>
          </p:cNvSpPr>
          <p:nvPr/>
        </p:nvSpPr>
        <p:spPr>
          <a:xfrm xmlns:a="http://schemas.openxmlformats.org/drawingml/2006/main" flipV="1">
            <a:off x="10231678" y="3190768"/>
            <a:ext cx="45263" cy="2934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EC486E94-DC99-4DE6-9CB2-2AE10ABBFEF4}"/>
              </a:ext>
            </a:extLst>
          </p:cNvPr>
          <p:cNvSpPr>
            <a:spLocks xmlns:a="http://schemas.openxmlformats.org/drawingml/2006/main" noGrp="1"/>
          </p:cNvSpPr>
          <p:nvPr/>
        </p:nvSpPr>
        <p:spPr>
          <a:xfrm xmlns:a="http://schemas.openxmlformats.org/drawingml/2006/main" flipV="1">
            <a:off x="10276941" y="3166091"/>
            <a:ext cx="45263" cy="2467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989879F8-E318-4A37-A15C-669F2EA0699F}"/>
              </a:ext>
            </a:extLst>
          </p:cNvPr>
          <p:cNvSpPr>
            <a:spLocks xmlns:a="http://schemas.openxmlformats.org/drawingml/2006/main" noGrp="1"/>
          </p:cNvSpPr>
          <p:nvPr/>
        </p:nvSpPr>
        <p:spPr>
          <a:xfrm xmlns:a="http://schemas.openxmlformats.org/drawingml/2006/main" flipV="1">
            <a:off x="10322204" y="3146275"/>
            <a:ext cx="45263" cy="198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1427E56C-7029-4217-81B5-8902F95FF719}"/>
              </a:ext>
            </a:extLst>
          </p:cNvPr>
          <p:cNvSpPr>
            <a:spLocks xmlns:a="http://schemas.openxmlformats.org/drawingml/2006/main" noGrp="1"/>
          </p:cNvSpPr>
          <p:nvPr/>
        </p:nvSpPr>
        <p:spPr>
          <a:xfrm xmlns:a="http://schemas.openxmlformats.org/drawingml/2006/main" flipV="1">
            <a:off x="10367467" y="3131474"/>
            <a:ext cx="45263" cy="148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7E705734-04DC-4404-BB5A-138EAEDF5302}"/>
              </a:ext>
            </a:extLst>
          </p:cNvPr>
          <p:cNvSpPr>
            <a:spLocks xmlns:a="http://schemas.openxmlformats.org/drawingml/2006/main" noGrp="1"/>
          </p:cNvSpPr>
          <p:nvPr/>
        </p:nvSpPr>
        <p:spPr>
          <a:xfrm xmlns:a="http://schemas.openxmlformats.org/drawingml/2006/main" flipV="1">
            <a:off x="10412730" y="3121802"/>
            <a:ext cx="45262" cy="96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AF4FF33E-0CD6-4FFE-AF64-8CE92A773439}"/>
              </a:ext>
            </a:extLst>
          </p:cNvPr>
          <p:cNvSpPr>
            <a:spLocks xmlns:a="http://schemas.openxmlformats.org/drawingml/2006/main" noGrp="1"/>
          </p:cNvSpPr>
          <p:nvPr/>
        </p:nvSpPr>
        <p:spPr>
          <a:xfrm xmlns:a="http://schemas.openxmlformats.org/drawingml/2006/main" flipV="1">
            <a:off x="10457992" y="3117333"/>
            <a:ext cx="45263" cy="44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CBC58B54-BA98-4599-A9A4-899C437FAC11}"/>
              </a:ext>
            </a:extLst>
          </p:cNvPr>
          <p:cNvSpPr>
            <a:spLocks xmlns:a="http://schemas.openxmlformats.org/drawingml/2006/main" noGrp="1"/>
          </p:cNvSpPr>
          <p:nvPr/>
        </p:nvSpPr>
        <p:spPr>
          <a:xfrm xmlns:a="http://schemas.openxmlformats.org/drawingml/2006/main">
            <a:off x="10503255" y="3117333"/>
            <a:ext cx="45263" cy="7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968F4203-5529-4091-834C-7DA81F4EA793}"/>
              </a:ext>
            </a:extLst>
          </p:cNvPr>
          <p:cNvSpPr>
            <a:spLocks xmlns:a="http://schemas.openxmlformats.org/drawingml/2006/main" noGrp="1"/>
          </p:cNvSpPr>
          <p:nvPr/>
        </p:nvSpPr>
        <p:spPr>
          <a:xfrm xmlns:a="http://schemas.openxmlformats.org/drawingml/2006/main">
            <a:off x="10548518" y="3118103"/>
            <a:ext cx="45263" cy="60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C2C16865-C4C6-47EE-BFFA-B8453C8B6FC8}"/>
              </a:ext>
            </a:extLst>
          </p:cNvPr>
          <p:cNvSpPr>
            <a:spLocks xmlns:a="http://schemas.openxmlformats.org/drawingml/2006/main" noGrp="1"/>
          </p:cNvSpPr>
          <p:nvPr/>
        </p:nvSpPr>
        <p:spPr>
          <a:xfrm xmlns:a="http://schemas.openxmlformats.org/drawingml/2006/main">
            <a:off x="10593781" y="3124106"/>
            <a:ext cx="45262" cy="1118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7BE6C9DD-BD32-426B-8ED9-ECE247D1F798}"/>
              </a:ext>
            </a:extLst>
          </p:cNvPr>
          <p:cNvSpPr>
            <a:spLocks xmlns:a="http://schemas.openxmlformats.org/drawingml/2006/main" noGrp="1"/>
          </p:cNvSpPr>
          <p:nvPr/>
        </p:nvSpPr>
        <p:spPr>
          <a:xfrm xmlns:a="http://schemas.openxmlformats.org/drawingml/2006/main">
            <a:off x="10639043" y="3135294"/>
            <a:ext cx="45263" cy="1628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DAEFCA79-6FC4-43BC-BA97-B9C951BE7D97}"/>
              </a:ext>
            </a:extLst>
          </p:cNvPr>
          <p:cNvSpPr>
            <a:spLocks xmlns:a="http://schemas.openxmlformats.org/drawingml/2006/main" noGrp="1"/>
          </p:cNvSpPr>
          <p:nvPr/>
        </p:nvSpPr>
        <p:spPr>
          <a:xfrm xmlns:a="http://schemas.openxmlformats.org/drawingml/2006/main">
            <a:off x="10684306" y="3151582"/>
            <a:ext cx="45263" cy="2126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3ACB3FA1-D434-493B-8006-8988C68522FA}"/>
              </a:ext>
            </a:extLst>
          </p:cNvPr>
          <p:cNvSpPr>
            <a:spLocks xmlns:a="http://schemas.openxmlformats.org/drawingml/2006/main" noGrp="1"/>
          </p:cNvSpPr>
          <p:nvPr/>
        </p:nvSpPr>
        <p:spPr>
          <a:xfrm xmlns:a="http://schemas.openxmlformats.org/drawingml/2006/main">
            <a:off x="10729569" y="3172844"/>
            <a:ext cx="45263" cy="260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AD63BD0B-41BE-4A59-B803-64BD2938A2BD}"/>
              </a:ext>
            </a:extLst>
          </p:cNvPr>
          <p:cNvSpPr>
            <a:spLocks xmlns:a="http://schemas.openxmlformats.org/drawingml/2006/main" noGrp="1"/>
          </p:cNvSpPr>
          <p:nvPr/>
        </p:nvSpPr>
        <p:spPr>
          <a:xfrm xmlns:a="http://schemas.openxmlformats.org/drawingml/2006/main">
            <a:off x="10774832" y="3198914"/>
            <a:ext cx="45263" cy="3067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FB1E3548-99C8-449C-9BBB-36CF35567755}"/>
              </a:ext>
            </a:extLst>
          </p:cNvPr>
          <p:cNvSpPr>
            <a:spLocks xmlns:a="http://schemas.openxmlformats.org/drawingml/2006/main" noGrp="1"/>
          </p:cNvSpPr>
          <p:nvPr/>
        </p:nvSpPr>
        <p:spPr>
          <a:xfrm xmlns:a="http://schemas.openxmlformats.org/drawingml/2006/main">
            <a:off x="10820095" y="3229592"/>
            <a:ext cx="45262" cy="3504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BA74FF26-9761-4D66-8984-D4EEF39013F6}"/>
              </a:ext>
            </a:extLst>
          </p:cNvPr>
          <p:cNvSpPr>
            <a:spLocks xmlns:a="http://schemas.openxmlformats.org/drawingml/2006/main" noGrp="1"/>
          </p:cNvSpPr>
          <p:nvPr/>
        </p:nvSpPr>
        <p:spPr>
          <a:xfrm xmlns:a="http://schemas.openxmlformats.org/drawingml/2006/main">
            <a:off x="10865357" y="3264641"/>
            <a:ext cx="45263" cy="3914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070E0D3-D911-4C9F-A150-5BBA6CAF0379}"/>
              </a:ext>
            </a:extLst>
          </p:cNvPr>
          <p:cNvSpPr>
            <a:spLocks xmlns:a="http://schemas.openxmlformats.org/drawingml/2006/main" noGrp="1"/>
          </p:cNvSpPr>
          <p:nvPr/>
        </p:nvSpPr>
        <p:spPr>
          <a:xfrm xmlns:a="http://schemas.openxmlformats.org/drawingml/2006/main">
            <a:off x="10910620" y="3303789"/>
            <a:ext cx="45263" cy="4294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3930D919-0991-4EE6-BEEF-A7F60E1BD4B5}"/>
              </a:ext>
            </a:extLst>
          </p:cNvPr>
          <p:cNvSpPr>
            <a:spLocks xmlns:a="http://schemas.openxmlformats.org/drawingml/2006/main" noGrp="1"/>
          </p:cNvSpPr>
          <p:nvPr/>
        </p:nvSpPr>
        <p:spPr>
          <a:xfrm xmlns:a="http://schemas.openxmlformats.org/drawingml/2006/main">
            <a:off x="10955883" y="3346733"/>
            <a:ext cx="45263" cy="464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A9789D4C-09DF-4E4E-B6AE-08A967DDF1ED}"/>
              </a:ext>
            </a:extLst>
          </p:cNvPr>
          <p:cNvSpPr>
            <a:spLocks xmlns:a="http://schemas.openxmlformats.org/drawingml/2006/main" noGrp="1"/>
          </p:cNvSpPr>
          <p:nvPr/>
        </p:nvSpPr>
        <p:spPr>
          <a:xfrm xmlns:a="http://schemas.openxmlformats.org/drawingml/2006/main">
            <a:off x="11001146" y="3393142"/>
            <a:ext cx="45263" cy="495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7071DB22-BC8D-4B8D-A17D-66A4F68C8733}"/>
              </a:ext>
            </a:extLst>
          </p:cNvPr>
          <p:cNvSpPr>
            <a:spLocks xmlns:a="http://schemas.openxmlformats.org/drawingml/2006/main" noGrp="1"/>
          </p:cNvSpPr>
          <p:nvPr/>
        </p:nvSpPr>
        <p:spPr>
          <a:xfrm xmlns:a="http://schemas.openxmlformats.org/drawingml/2006/main">
            <a:off x="11046409" y="3442657"/>
            <a:ext cx="45263" cy="5223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Oval 215">
            <a:extLst xmlns:a="http://schemas.openxmlformats.org/drawingml/2006/main">
              <a:ext uri="{FF2B5EF4-FFF2-40B4-BE49-F238E27FC236}">
                <a16:creationId xmlns:a16="http://schemas.microsoft.com/office/drawing/2014/main" id="{C0ED6CDE-3A29-4BCE-B1D7-FF750D7BA8FA}"/>
              </a:ext>
            </a:extLst>
          </p:cNvPr>
          <p:cNvSpPr>
            <a:spLocks xmlns:a="http://schemas.openxmlformats.org/drawingml/2006/main" noGrp="1"/>
          </p:cNvSpPr>
          <p:nvPr/>
        </p:nvSpPr>
        <p:spPr>
          <a:xfrm xmlns:a="http://schemas.openxmlformats.org/drawingml/2006/main">
            <a:off x="6507784" y="3622488"/>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7" name="Oval 216">
            <a:extLst xmlns:a="http://schemas.openxmlformats.org/drawingml/2006/main">
              <a:ext uri="{FF2B5EF4-FFF2-40B4-BE49-F238E27FC236}">
                <a16:creationId xmlns:a16="http://schemas.microsoft.com/office/drawing/2014/main" id="{712F4FCF-4890-4AA0-AB38-19EFF0784A08}"/>
              </a:ext>
            </a:extLst>
          </p:cNvPr>
          <p:cNvSpPr>
            <a:spLocks xmlns:a="http://schemas.openxmlformats.org/drawingml/2006/main" noGrp="1"/>
          </p:cNvSpPr>
          <p:nvPr/>
        </p:nvSpPr>
        <p:spPr>
          <a:xfrm xmlns:a="http://schemas.openxmlformats.org/drawingml/2006/main">
            <a:off x="6809536" y="327199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8" name="Oval 217">
            <a:extLst xmlns:a="http://schemas.openxmlformats.org/drawingml/2006/main">
              <a:ext uri="{FF2B5EF4-FFF2-40B4-BE49-F238E27FC236}">
                <a16:creationId xmlns:a16="http://schemas.microsoft.com/office/drawing/2014/main" id="{6F0A464A-4342-4BB3-A378-AD66842F1296}"/>
              </a:ext>
            </a:extLst>
          </p:cNvPr>
          <p:cNvSpPr>
            <a:spLocks xmlns:a="http://schemas.openxmlformats.org/drawingml/2006/main" noGrp="1"/>
          </p:cNvSpPr>
          <p:nvPr/>
        </p:nvSpPr>
        <p:spPr>
          <a:xfrm xmlns:a="http://schemas.openxmlformats.org/drawingml/2006/main">
            <a:off x="7111288" y="307692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9" name="Oval 218">
            <a:extLst xmlns:a="http://schemas.openxmlformats.org/drawingml/2006/main">
              <a:ext uri="{FF2B5EF4-FFF2-40B4-BE49-F238E27FC236}">
                <a16:creationId xmlns:a16="http://schemas.microsoft.com/office/drawing/2014/main" id="{456438F0-C2E1-4944-AC53-C9780B6C57F0}"/>
              </a:ext>
            </a:extLst>
          </p:cNvPr>
          <p:cNvSpPr>
            <a:spLocks xmlns:a="http://schemas.openxmlformats.org/drawingml/2006/main" noGrp="1"/>
          </p:cNvSpPr>
          <p:nvPr/>
        </p:nvSpPr>
        <p:spPr>
          <a:xfrm xmlns:a="http://schemas.openxmlformats.org/drawingml/2006/main">
            <a:off x="7413040" y="3102487"/>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0" name="Oval 219">
            <a:extLst xmlns:a="http://schemas.openxmlformats.org/drawingml/2006/main">
              <a:ext uri="{FF2B5EF4-FFF2-40B4-BE49-F238E27FC236}">
                <a16:creationId xmlns:a16="http://schemas.microsoft.com/office/drawing/2014/main" id="{7DB7A9AF-BCA6-45FC-8DE5-10D2684B3C9A}"/>
              </a:ext>
            </a:extLst>
          </p:cNvPr>
          <p:cNvSpPr>
            <a:spLocks xmlns:a="http://schemas.openxmlformats.org/drawingml/2006/main" noGrp="1"/>
          </p:cNvSpPr>
          <p:nvPr/>
        </p:nvSpPr>
        <p:spPr>
          <a:xfrm xmlns:a="http://schemas.openxmlformats.org/drawingml/2006/main">
            <a:off x="7714792" y="3340123"/>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1" name="Oval 220">
            <a:extLst xmlns:a="http://schemas.openxmlformats.org/drawingml/2006/main">
              <a:ext uri="{FF2B5EF4-FFF2-40B4-BE49-F238E27FC236}">
                <a16:creationId xmlns:a16="http://schemas.microsoft.com/office/drawing/2014/main" id="{B422F66B-770B-439B-8A60-4F82EBEE91EF}"/>
              </a:ext>
            </a:extLst>
          </p:cNvPr>
          <p:cNvSpPr>
            <a:spLocks xmlns:a="http://schemas.openxmlformats.org/drawingml/2006/main" noGrp="1"/>
          </p:cNvSpPr>
          <p:nvPr/>
        </p:nvSpPr>
        <p:spPr>
          <a:xfrm xmlns:a="http://schemas.openxmlformats.org/drawingml/2006/main">
            <a:off x="8016544" y="371042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2" name="Oval 221">
            <a:extLst xmlns:a="http://schemas.openxmlformats.org/drawingml/2006/main">
              <a:ext uri="{FF2B5EF4-FFF2-40B4-BE49-F238E27FC236}">
                <a16:creationId xmlns:a16="http://schemas.microsoft.com/office/drawing/2014/main" id="{7410D913-4BAE-4CD0-AE99-4FD8CA6F8252}"/>
              </a:ext>
            </a:extLst>
          </p:cNvPr>
          <p:cNvSpPr>
            <a:spLocks xmlns:a="http://schemas.openxmlformats.org/drawingml/2006/main" noGrp="1"/>
          </p:cNvSpPr>
          <p:nvPr/>
        </p:nvSpPr>
        <p:spPr>
          <a:xfrm xmlns:a="http://schemas.openxmlformats.org/drawingml/2006/main">
            <a:off x="8318296" y="408966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3" name="Oval 222">
            <a:extLst xmlns:a="http://schemas.openxmlformats.org/drawingml/2006/main">
              <a:ext uri="{FF2B5EF4-FFF2-40B4-BE49-F238E27FC236}">
                <a16:creationId xmlns:a16="http://schemas.microsoft.com/office/drawing/2014/main" id="{32B72B53-8BA8-40B9-95FE-A8D13ECF6CBA}"/>
              </a:ext>
            </a:extLst>
          </p:cNvPr>
          <p:cNvSpPr>
            <a:spLocks xmlns:a="http://schemas.openxmlformats.org/drawingml/2006/main" noGrp="1"/>
          </p:cNvSpPr>
          <p:nvPr/>
        </p:nvSpPr>
        <p:spPr>
          <a:xfrm xmlns:a="http://schemas.openxmlformats.org/drawingml/2006/main">
            <a:off x="8620048" y="4351107"/>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EBCCBD9F-F180-44A7-9A41-87AC26011563}"/>
              </a:ext>
            </a:extLst>
          </p:cNvPr>
          <p:cNvSpPr>
            <a:spLocks xmlns:a="http://schemas.openxmlformats.org/drawingml/2006/main" noGrp="1"/>
          </p:cNvSpPr>
          <p:nvPr/>
        </p:nvSpPr>
        <p:spPr>
          <a:xfrm xmlns:a="http://schemas.openxmlformats.org/drawingml/2006/main">
            <a:off x="8921800" y="440739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00CDCC79-1B94-4FE8-A503-222B135C5DDA}"/>
              </a:ext>
            </a:extLst>
          </p:cNvPr>
          <p:cNvSpPr>
            <a:spLocks xmlns:a="http://schemas.openxmlformats.org/drawingml/2006/main" noGrp="1"/>
          </p:cNvSpPr>
          <p:nvPr/>
        </p:nvSpPr>
        <p:spPr>
          <a:xfrm xmlns:a="http://schemas.openxmlformats.org/drawingml/2006/main">
            <a:off x="9223552" y="423970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29BF9EE3-4B20-4144-A4D1-81ACBC0DA974}"/>
              </a:ext>
            </a:extLst>
          </p:cNvPr>
          <p:cNvSpPr>
            <a:spLocks xmlns:a="http://schemas.openxmlformats.org/drawingml/2006/main" noGrp="1"/>
          </p:cNvSpPr>
          <p:nvPr/>
        </p:nvSpPr>
        <p:spPr>
          <a:xfrm xmlns:a="http://schemas.openxmlformats.org/drawingml/2006/main">
            <a:off x="9525304" y="390409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DA377E64-F00E-4C40-AED3-61055F8A84D9}"/>
              </a:ext>
            </a:extLst>
          </p:cNvPr>
          <p:cNvSpPr>
            <a:spLocks xmlns:a="http://schemas.openxmlformats.org/drawingml/2006/main" noGrp="1"/>
          </p:cNvSpPr>
          <p:nvPr/>
        </p:nvSpPr>
        <p:spPr>
          <a:xfrm xmlns:a="http://schemas.openxmlformats.org/drawingml/2006/main">
            <a:off x="9827056" y="351269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1CAFD8C7-F336-4B60-A130-DCB4AFDB419F}"/>
              </a:ext>
            </a:extLst>
          </p:cNvPr>
          <p:cNvSpPr>
            <a:spLocks xmlns:a="http://schemas.openxmlformats.org/drawingml/2006/main" noGrp="1"/>
          </p:cNvSpPr>
          <p:nvPr/>
        </p:nvSpPr>
        <p:spPr>
          <a:xfrm xmlns:a="http://schemas.openxmlformats.org/drawingml/2006/main">
            <a:off x="10128808" y="319630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FEEB901E-1FA8-457D-ABFC-52ADE016D4A1}"/>
              </a:ext>
            </a:extLst>
          </p:cNvPr>
          <p:cNvSpPr>
            <a:spLocks xmlns:a="http://schemas.openxmlformats.org/drawingml/2006/main" noGrp="1"/>
          </p:cNvSpPr>
          <p:nvPr/>
        </p:nvSpPr>
        <p:spPr>
          <a:xfrm xmlns:a="http://schemas.openxmlformats.org/drawingml/2006/main">
            <a:off x="10430560" y="3060634"/>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5848FCFB-5F31-464B-B5B2-17F76AFEA46F}"/>
              </a:ext>
            </a:extLst>
          </p:cNvPr>
          <p:cNvSpPr>
            <a:spLocks xmlns:a="http://schemas.openxmlformats.org/drawingml/2006/main" noGrp="1"/>
          </p:cNvSpPr>
          <p:nvPr/>
        </p:nvSpPr>
        <p:spPr>
          <a:xfrm xmlns:a="http://schemas.openxmlformats.org/drawingml/2006/main">
            <a:off x="10732312" y="3151032"/>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TextBox 230">
            <a:extLst xmlns:a="http://schemas.openxmlformats.org/drawingml/2006/main">
              <a:ext uri="{FF2B5EF4-FFF2-40B4-BE49-F238E27FC236}">
                <a16:creationId xmlns:a16="http://schemas.microsoft.com/office/drawing/2014/main" id="{352F6421-F558-451A-89BB-FF468D3A9BE1}"/>
              </a:ext>
            </a:extLst>
          </p:cNvPr>
          <p:cNvSpPr>
            <a:spLocks xmlns:a="http://schemas.openxmlformats.org/drawingml/2006/main" noGrp="1"/>
          </p:cNvSpPr>
          <p:nvPr/>
        </p:nvSpPr>
        <p:spPr>
          <a:xfrm xmlns:a="http://schemas.openxmlformats.org/drawingml/2006/main">
            <a:off x="877824" y="5458968"/>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先预测：放大到足够短的时间，会出现什么？</a:t>
            </a:r>
          </a:p>
        </p:txBody>
      </p:sp>
      <p:sp>
        <p:nvSpPr>
          <p:cNvPr id="10" name="TextBox 9">
            <a:extLst xmlns:a="http://schemas.openxmlformats.org/drawingml/2006/main">
              <a:ext uri="{FF2B5EF4-FFF2-40B4-BE49-F238E27FC236}">
                <a16:creationId xmlns:a16="http://schemas.microsoft.com/office/drawing/2014/main" id="{597BE9DA-8112-4997-917E-CD27991FFEAB}"/>
              </a:ext>
            </a:extLst>
          </p:cNvPr>
          <p:cNvSpPr>
            <a:spLocks xmlns:a="http://schemas.openxmlformats.org/drawingml/2006/main" noGrp="1"/>
          </p:cNvSpPr>
          <p:nvPr/>
        </p:nvSpPr>
        <p:spPr>
          <a:xfrm xmlns:a="http://schemas.openxmlformats.org/drawingml/2006/main">
            <a:off x="1000125" y="2724150"/>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4" name="TextBox 113">
            <a:extLst xmlns:a="http://schemas.openxmlformats.org/drawingml/2006/main">
              <a:ext uri="{FF2B5EF4-FFF2-40B4-BE49-F238E27FC236}">
                <a16:creationId xmlns:a16="http://schemas.microsoft.com/office/drawing/2014/main" id="{00CA164B-5B22-4BA7-BBD4-3BC22B7E0F8C}"/>
              </a:ext>
            </a:extLst>
          </p:cNvPr>
          <p:cNvSpPr>
            <a:spLocks xmlns:a="http://schemas.openxmlformats.org/drawingml/2006/main" noGrp="1"/>
          </p:cNvSpPr>
          <p:nvPr/>
        </p:nvSpPr>
        <p:spPr>
          <a:xfrm xmlns:a="http://schemas.openxmlformats.org/drawingml/2006/main">
            <a:off x="6667500" y="2724150"/>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 name="TextBox 10">
            <a:extLst xmlns:a="http://schemas.openxmlformats.org/drawingml/2006/main">
              <a:ext uri="{FF2B5EF4-FFF2-40B4-BE49-F238E27FC236}">
                <a16:creationId xmlns:a16="http://schemas.microsoft.com/office/drawing/2014/main" id="{CAA9A1EA-1E57-4EA0-8296-C47679D481CA}"/>
              </a:ext>
            </a:extLst>
          </p:cNvPr>
          <p:cNvSpPr>
            <a:spLocks xmlns:a="http://schemas.openxmlformats.org/drawingml/2006/main" noGrp="1"/>
          </p:cNvSpPr>
          <p:nvPr/>
        </p:nvSpPr>
        <p:spPr>
          <a:xfrm xmlns:a="http://schemas.openxmlformats.org/drawingml/2006/main">
            <a:off x="4905375" y="46577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15" name="TextBox 114">
            <a:extLst xmlns:a="http://schemas.openxmlformats.org/drawingml/2006/main">
              <a:ext uri="{FF2B5EF4-FFF2-40B4-BE49-F238E27FC236}">
                <a16:creationId xmlns:a16="http://schemas.microsoft.com/office/drawing/2014/main" id="{EC805999-1700-4EE9-BD69-4CF45C996E3E}"/>
              </a:ext>
            </a:extLst>
          </p:cNvPr>
          <p:cNvSpPr>
            <a:spLocks xmlns:a="http://schemas.openxmlformats.org/drawingml/2006/main" noGrp="1"/>
          </p:cNvSpPr>
          <p:nvPr/>
        </p:nvSpPr>
        <p:spPr>
          <a:xfrm xmlns:a="http://schemas.openxmlformats.org/drawingml/2006/main">
            <a:off x="10429875" y="46577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7545034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225F0BC-F0EE-476F-88E5-DBD5AE7358D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AE72ECA5-9D70-4781-9164-F4756FA82D4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7BBC6B2-8660-4C27-9457-D58C25CC1AA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 Hz和2 Hz，一秒内取几个样本？</a:t>
            </a:r>
          </a:p>
        </p:txBody>
      </p:sp>
      <p:sp>
        <p:nvSpPr>
          <p:cNvPr id="5" name="text">
            <a:extLst xmlns:a="http://schemas.openxmlformats.org/drawingml/2006/main">
              <a:ext uri="{FF2B5EF4-FFF2-40B4-BE49-F238E27FC236}">
                <a16:creationId xmlns:a16="http://schemas.microsoft.com/office/drawing/2014/main" id="{536D2628-FD15-4207-86AC-12DBB86EF2ED}"/>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同一段信号；统计区间 [0,1)，不计右端点。</a:t>
            </a:r>
          </a:p>
        </p:txBody>
      </p:sp>
      <p:sp>
        <p:nvSpPr>
          <p:cNvPr id="6" name="rate-1">
            <a:extLst xmlns:a="http://schemas.openxmlformats.org/drawingml/2006/main">
              <a:ext uri="{FF2B5EF4-FFF2-40B4-BE49-F238E27FC236}">
                <a16:creationId xmlns:a16="http://schemas.microsoft.com/office/drawing/2014/main" id="{4C6CF6EF-58B5-4CBD-B856-CE3FAAB2FCB8}"/>
              </a:ext>
            </a:extLst>
          </p:cNvPr>
          <p:cNvSpPr>
            <a:spLocks xmlns:a="http://schemas.openxmlformats.org/drawingml/2006/main" noGrp="1"/>
          </p:cNvSpPr>
          <p:nvPr/>
        </p:nvSpPr>
        <p:spPr>
          <a:xfrm xmlns:a="http://schemas.openxmlformats.org/drawingml/2006/main">
            <a:off x="609600" y="24574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1 Hz</a:t>
            </a:r>
          </a:p>
        </p:txBody>
      </p:sp>
      <p:sp>
        <p:nvSpPr>
          <p:cNvPr id="7" name="time-axis-1">
            <a:extLst xmlns:a="http://schemas.openxmlformats.org/drawingml/2006/main">
              <a:ext uri="{FF2B5EF4-FFF2-40B4-BE49-F238E27FC236}">
                <a16:creationId xmlns:a16="http://schemas.microsoft.com/office/drawing/2014/main" id="{AB75DA9B-F951-436E-99E4-77033A5E495A}"/>
              </a:ext>
            </a:extLst>
          </p:cNvPr>
          <p:cNvSpPr>
            <a:spLocks xmlns:a="http://schemas.openxmlformats.org/drawingml/2006/main" noGrp="1"/>
          </p:cNvSpPr>
          <p:nvPr/>
        </p:nvSpPr>
        <p:spPr>
          <a:xfrm xmlns:a="http://schemas.openxmlformats.org/drawingml/2006/main">
            <a:off x="2238375" y="26431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8" name="same-signal-1">
            <a:extLst xmlns:a="http://schemas.openxmlformats.org/drawingml/2006/main">
              <a:ext uri="{FF2B5EF4-FFF2-40B4-BE49-F238E27FC236}">
                <a16:creationId xmlns:a16="http://schemas.microsoft.com/office/drawing/2014/main" id="{0D8C7F99-B7A9-419B-921F-497B23A28D67}"/>
              </a:ext>
            </a:extLst>
          </p:cNvPr>
          <p:cNvSpPr>
            <a:spLocks xmlns:a="http://schemas.openxmlformats.org/drawingml/2006/main" noGrp="1"/>
          </p:cNvSpPr>
          <p:nvPr/>
        </p:nvSpPr>
        <p:spPr>
          <a:xfrm xmlns:a="http://schemas.openxmlformats.org/drawingml/2006/main">
            <a:off x="2238375" y="23679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9" name="tick-1-0">
            <a:extLst xmlns:a="http://schemas.openxmlformats.org/drawingml/2006/main">
              <a:ext uri="{FF2B5EF4-FFF2-40B4-BE49-F238E27FC236}">
                <a16:creationId xmlns:a16="http://schemas.microsoft.com/office/drawing/2014/main" id="{1C51774D-3CF1-43E6-9E53-6B429CCDEE4F}"/>
              </a:ext>
            </a:extLst>
          </p:cNvPr>
          <p:cNvSpPr>
            <a:spLocks xmlns:a="http://schemas.openxmlformats.org/drawingml/2006/main" noGrp="1"/>
          </p:cNvSpPr>
          <p:nvPr/>
        </p:nvSpPr>
        <p:spPr>
          <a:xfrm xmlns:a="http://schemas.openxmlformats.org/drawingml/2006/main">
            <a:off x="2238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0" name="time-1-0">
            <a:extLst xmlns:a="http://schemas.openxmlformats.org/drawingml/2006/main">
              <a:ext uri="{FF2B5EF4-FFF2-40B4-BE49-F238E27FC236}">
                <a16:creationId xmlns:a16="http://schemas.microsoft.com/office/drawing/2014/main" id="{6ED19411-6ED2-430F-876C-EC210615BBEB}"/>
              </a:ext>
            </a:extLst>
          </p:cNvPr>
          <p:cNvSpPr>
            <a:spLocks xmlns:a="http://schemas.openxmlformats.org/drawingml/2006/main" noGrp="1"/>
          </p:cNvSpPr>
          <p:nvPr/>
        </p:nvSpPr>
        <p:spPr>
          <a:xfrm xmlns:a="http://schemas.openxmlformats.org/drawingml/2006/main">
            <a:off x="1952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tick-1-0.5">
            <a:extLst xmlns:a="http://schemas.openxmlformats.org/drawingml/2006/main">
              <a:ext uri="{FF2B5EF4-FFF2-40B4-BE49-F238E27FC236}">
                <a16:creationId xmlns:a16="http://schemas.microsoft.com/office/drawing/2014/main" id="{B85D8995-EFD2-4C45-BC0B-0675C6C2B949}"/>
              </a:ext>
            </a:extLst>
          </p:cNvPr>
          <p:cNvSpPr>
            <a:spLocks xmlns:a="http://schemas.openxmlformats.org/drawingml/2006/main" noGrp="1"/>
          </p:cNvSpPr>
          <p:nvPr/>
        </p:nvSpPr>
        <p:spPr>
          <a:xfrm xmlns:a="http://schemas.openxmlformats.org/drawingml/2006/main">
            <a:off x="62388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2" name="time-1-0.5">
            <a:extLst xmlns:a="http://schemas.openxmlformats.org/drawingml/2006/main">
              <a:ext uri="{FF2B5EF4-FFF2-40B4-BE49-F238E27FC236}">
                <a16:creationId xmlns:a16="http://schemas.microsoft.com/office/drawing/2014/main" id="{23E8F5FA-4C1F-4689-B456-44E7CA962FF1}"/>
              </a:ext>
            </a:extLst>
          </p:cNvPr>
          <p:cNvSpPr>
            <a:spLocks xmlns:a="http://schemas.openxmlformats.org/drawingml/2006/main" noGrp="1"/>
          </p:cNvSpPr>
          <p:nvPr/>
        </p:nvSpPr>
        <p:spPr>
          <a:xfrm xmlns:a="http://schemas.openxmlformats.org/drawingml/2006/main">
            <a:off x="59531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tick-1-1">
            <a:extLst xmlns:a="http://schemas.openxmlformats.org/drawingml/2006/main">
              <a:ext uri="{FF2B5EF4-FFF2-40B4-BE49-F238E27FC236}">
                <a16:creationId xmlns:a16="http://schemas.microsoft.com/office/drawing/2014/main" id="{A0E752F8-9CC1-4F89-897B-D9A3E404DC7A}"/>
              </a:ext>
            </a:extLst>
          </p:cNvPr>
          <p:cNvSpPr>
            <a:spLocks xmlns:a="http://schemas.openxmlformats.org/drawingml/2006/main" noGrp="1"/>
          </p:cNvSpPr>
          <p:nvPr/>
        </p:nvSpPr>
        <p:spPr>
          <a:xfrm xmlns:a="http://schemas.openxmlformats.org/drawingml/2006/main">
            <a:off x="10239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4" name="time-1-1">
            <a:extLst xmlns:a="http://schemas.openxmlformats.org/drawingml/2006/main">
              <a:ext uri="{FF2B5EF4-FFF2-40B4-BE49-F238E27FC236}">
                <a16:creationId xmlns:a16="http://schemas.microsoft.com/office/drawing/2014/main" id="{8797D475-E45A-4AB0-A853-6C3ED8838746}"/>
              </a:ext>
            </a:extLst>
          </p:cNvPr>
          <p:cNvSpPr>
            <a:spLocks xmlns:a="http://schemas.openxmlformats.org/drawingml/2006/main" noGrp="1"/>
          </p:cNvSpPr>
          <p:nvPr/>
        </p:nvSpPr>
        <p:spPr>
          <a:xfrm xmlns:a="http://schemas.openxmlformats.org/drawingml/2006/main">
            <a:off x="9953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5" name="sample-stem-1-0">
            <a:extLst xmlns:a="http://schemas.openxmlformats.org/drawingml/2006/main">
              <a:ext uri="{FF2B5EF4-FFF2-40B4-BE49-F238E27FC236}">
                <a16:creationId xmlns:a16="http://schemas.microsoft.com/office/drawing/2014/main" id="{4E6C5515-910E-4B7A-8F09-9A91ACCEA36E}"/>
              </a:ext>
            </a:extLst>
          </p:cNvPr>
          <p:cNvSpPr>
            <a:spLocks xmlns:a="http://schemas.openxmlformats.org/drawingml/2006/main" noGrp="1"/>
          </p:cNvSpPr>
          <p:nvPr/>
        </p:nvSpPr>
        <p:spPr>
          <a:xfrm xmlns:a="http://schemas.openxmlformats.org/drawingml/2006/main">
            <a:off x="2238375" y="25359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16" name="sample-1-0">
            <a:extLst xmlns:a="http://schemas.openxmlformats.org/drawingml/2006/main">
              <a:ext uri="{FF2B5EF4-FFF2-40B4-BE49-F238E27FC236}">
                <a16:creationId xmlns:a16="http://schemas.microsoft.com/office/drawing/2014/main" id="{E4EBB32D-59BA-4833-9641-B38F21738497}"/>
              </a:ext>
            </a:extLst>
          </p:cNvPr>
          <p:cNvSpPr>
            <a:spLocks xmlns:a="http://schemas.openxmlformats.org/drawingml/2006/main" noGrp="1"/>
          </p:cNvSpPr>
          <p:nvPr/>
        </p:nvSpPr>
        <p:spPr>
          <a:xfrm xmlns:a="http://schemas.openxmlformats.org/drawingml/2006/main">
            <a:off x="2171700" y="2469316"/>
            <a:ext cx="133350" cy="13335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7" name="time-unit-1">
            <a:extLst xmlns:a="http://schemas.openxmlformats.org/drawingml/2006/main">
              <a:ext uri="{FF2B5EF4-FFF2-40B4-BE49-F238E27FC236}">
                <a16:creationId xmlns:a16="http://schemas.microsoft.com/office/drawing/2014/main" id="{34E93936-A4B8-403C-825E-066344FD70ED}"/>
              </a:ext>
            </a:extLst>
          </p:cNvPr>
          <p:cNvSpPr>
            <a:spLocks xmlns:a="http://schemas.openxmlformats.org/drawingml/2006/main" noGrp="1"/>
          </p:cNvSpPr>
          <p:nvPr/>
        </p:nvSpPr>
        <p:spPr>
          <a:xfrm xmlns:a="http://schemas.openxmlformats.org/drawingml/2006/main">
            <a:off x="10363200" y="29432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8" name="rate-2">
            <a:extLst xmlns:a="http://schemas.openxmlformats.org/drawingml/2006/main">
              <a:ext uri="{FF2B5EF4-FFF2-40B4-BE49-F238E27FC236}">
                <a16:creationId xmlns:a16="http://schemas.microsoft.com/office/drawing/2014/main" id="{C1A0DADE-F426-4D1A-9E6F-37158377BF2C}"/>
              </a:ext>
            </a:extLst>
          </p:cNvPr>
          <p:cNvSpPr>
            <a:spLocks xmlns:a="http://schemas.openxmlformats.org/drawingml/2006/main" noGrp="1"/>
          </p:cNvSpPr>
          <p:nvPr/>
        </p:nvSpPr>
        <p:spPr>
          <a:xfrm xmlns:a="http://schemas.openxmlformats.org/drawingml/2006/main">
            <a:off x="609600" y="41719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2 Hz</a:t>
            </a:r>
          </a:p>
        </p:txBody>
      </p:sp>
      <p:sp>
        <p:nvSpPr>
          <p:cNvPr id="19" name="time-axis-2">
            <a:extLst xmlns:a="http://schemas.openxmlformats.org/drawingml/2006/main">
              <a:ext uri="{FF2B5EF4-FFF2-40B4-BE49-F238E27FC236}">
                <a16:creationId xmlns:a16="http://schemas.microsoft.com/office/drawing/2014/main" id="{CE6F2F3A-5C06-48B6-819E-1EC5177DAD61}"/>
              </a:ext>
            </a:extLst>
          </p:cNvPr>
          <p:cNvSpPr>
            <a:spLocks xmlns:a="http://schemas.openxmlformats.org/drawingml/2006/main" noGrp="1"/>
          </p:cNvSpPr>
          <p:nvPr/>
        </p:nvSpPr>
        <p:spPr>
          <a:xfrm xmlns:a="http://schemas.openxmlformats.org/drawingml/2006/main">
            <a:off x="2238375" y="43576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20" name="same-signal-2">
            <a:extLst xmlns:a="http://schemas.openxmlformats.org/drawingml/2006/main">
              <a:ext uri="{FF2B5EF4-FFF2-40B4-BE49-F238E27FC236}">
                <a16:creationId xmlns:a16="http://schemas.microsoft.com/office/drawing/2014/main" id="{67B2C67A-FCE9-4F69-A199-2F3041A2FEC4}"/>
              </a:ext>
            </a:extLst>
          </p:cNvPr>
          <p:cNvSpPr>
            <a:spLocks xmlns:a="http://schemas.openxmlformats.org/drawingml/2006/main" noGrp="1"/>
          </p:cNvSpPr>
          <p:nvPr/>
        </p:nvSpPr>
        <p:spPr>
          <a:xfrm xmlns:a="http://schemas.openxmlformats.org/drawingml/2006/main">
            <a:off x="2238375" y="40824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21" name="tick-2-0">
            <a:extLst xmlns:a="http://schemas.openxmlformats.org/drawingml/2006/main">
              <a:ext uri="{FF2B5EF4-FFF2-40B4-BE49-F238E27FC236}">
                <a16:creationId xmlns:a16="http://schemas.microsoft.com/office/drawing/2014/main" id="{FE59064E-1CAF-4EDA-9051-5C0FE01B8CFE}"/>
              </a:ext>
            </a:extLst>
          </p:cNvPr>
          <p:cNvSpPr>
            <a:spLocks xmlns:a="http://schemas.openxmlformats.org/drawingml/2006/main" noGrp="1"/>
          </p:cNvSpPr>
          <p:nvPr/>
        </p:nvSpPr>
        <p:spPr>
          <a:xfrm xmlns:a="http://schemas.openxmlformats.org/drawingml/2006/main">
            <a:off x="2238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2" name="time-2-0">
            <a:extLst xmlns:a="http://schemas.openxmlformats.org/drawingml/2006/main">
              <a:ext uri="{FF2B5EF4-FFF2-40B4-BE49-F238E27FC236}">
                <a16:creationId xmlns:a16="http://schemas.microsoft.com/office/drawing/2014/main" id="{ECB94107-7CD2-4582-BC1D-09693C4B0138}"/>
              </a:ext>
            </a:extLst>
          </p:cNvPr>
          <p:cNvSpPr>
            <a:spLocks xmlns:a="http://schemas.openxmlformats.org/drawingml/2006/main" noGrp="1"/>
          </p:cNvSpPr>
          <p:nvPr/>
        </p:nvSpPr>
        <p:spPr>
          <a:xfrm xmlns:a="http://schemas.openxmlformats.org/drawingml/2006/main">
            <a:off x="1952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tick-2-0.5">
            <a:extLst xmlns:a="http://schemas.openxmlformats.org/drawingml/2006/main">
              <a:ext uri="{FF2B5EF4-FFF2-40B4-BE49-F238E27FC236}">
                <a16:creationId xmlns:a16="http://schemas.microsoft.com/office/drawing/2014/main" id="{159938E2-19D9-489F-94BD-67425B9EB25B}"/>
              </a:ext>
            </a:extLst>
          </p:cNvPr>
          <p:cNvSpPr>
            <a:spLocks xmlns:a="http://schemas.openxmlformats.org/drawingml/2006/main" noGrp="1"/>
          </p:cNvSpPr>
          <p:nvPr/>
        </p:nvSpPr>
        <p:spPr>
          <a:xfrm xmlns:a="http://schemas.openxmlformats.org/drawingml/2006/main">
            <a:off x="62388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4" name="time-2-0.5">
            <a:extLst xmlns:a="http://schemas.openxmlformats.org/drawingml/2006/main">
              <a:ext uri="{FF2B5EF4-FFF2-40B4-BE49-F238E27FC236}">
                <a16:creationId xmlns:a16="http://schemas.microsoft.com/office/drawing/2014/main" id="{DCC03D0A-A896-40D8-A585-F46CF2F40F5D}"/>
              </a:ext>
            </a:extLst>
          </p:cNvPr>
          <p:cNvSpPr>
            <a:spLocks xmlns:a="http://schemas.openxmlformats.org/drawingml/2006/main" noGrp="1"/>
          </p:cNvSpPr>
          <p:nvPr/>
        </p:nvSpPr>
        <p:spPr>
          <a:xfrm xmlns:a="http://schemas.openxmlformats.org/drawingml/2006/main">
            <a:off x="59531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5" name="tick-2-1">
            <a:extLst xmlns:a="http://schemas.openxmlformats.org/drawingml/2006/main">
              <a:ext uri="{FF2B5EF4-FFF2-40B4-BE49-F238E27FC236}">
                <a16:creationId xmlns:a16="http://schemas.microsoft.com/office/drawing/2014/main" id="{39676BC0-8406-49EE-B2D0-91BBFE18D43C}"/>
              </a:ext>
            </a:extLst>
          </p:cNvPr>
          <p:cNvSpPr>
            <a:spLocks xmlns:a="http://schemas.openxmlformats.org/drawingml/2006/main" noGrp="1"/>
          </p:cNvSpPr>
          <p:nvPr/>
        </p:nvSpPr>
        <p:spPr>
          <a:xfrm xmlns:a="http://schemas.openxmlformats.org/drawingml/2006/main">
            <a:off x="10239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6" name="time-2-1">
            <a:extLst xmlns:a="http://schemas.openxmlformats.org/drawingml/2006/main">
              <a:ext uri="{FF2B5EF4-FFF2-40B4-BE49-F238E27FC236}">
                <a16:creationId xmlns:a16="http://schemas.microsoft.com/office/drawing/2014/main" id="{EEE68F54-B075-4A5D-A2D0-46BF6C2D8F45}"/>
              </a:ext>
            </a:extLst>
          </p:cNvPr>
          <p:cNvSpPr>
            <a:spLocks xmlns:a="http://schemas.openxmlformats.org/drawingml/2006/main" noGrp="1"/>
          </p:cNvSpPr>
          <p:nvPr/>
        </p:nvSpPr>
        <p:spPr>
          <a:xfrm xmlns:a="http://schemas.openxmlformats.org/drawingml/2006/main">
            <a:off x="9953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7" name="sample-stem-2-0">
            <a:extLst xmlns:a="http://schemas.openxmlformats.org/drawingml/2006/main">
              <a:ext uri="{FF2B5EF4-FFF2-40B4-BE49-F238E27FC236}">
                <a16:creationId xmlns:a16="http://schemas.microsoft.com/office/drawing/2014/main" id="{7E7AD7CA-DF1A-43E9-95C5-3E9F47F574F5}"/>
              </a:ext>
            </a:extLst>
          </p:cNvPr>
          <p:cNvSpPr>
            <a:spLocks xmlns:a="http://schemas.openxmlformats.org/drawingml/2006/main" noGrp="1"/>
          </p:cNvSpPr>
          <p:nvPr/>
        </p:nvSpPr>
        <p:spPr>
          <a:xfrm xmlns:a="http://schemas.openxmlformats.org/drawingml/2006/main">
            <a:off x="2238375" y="42504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28" name="sample-2-0">
            <a:extLst xmlns:a="http://schemas.openxmlformats.org/drawingml/2006/main">
              <a:ext uri="{FF2B5EF4-FFF2-40B4-BE49-F238E27FC236}">
                <a16:creationId xmlns:a16="http://schemas.microsoft.com/office/drawing/2014/main" id="{7D4BB745-BD8B-4511-A0AC-6A74CAD670C2}"/>
              </a:ext>
            </a:extLst>
          </p:cNvPr>
          <p:cNvSpPr>
            <a:spLocks xmlns:a="http://schemas.openxmlformats.org/drawingml/2006/main" noGrp="1"/>
          </p:cNvSpPr>
          <p:nvPr/>
        </p:nvSpPr>
        <p:spPr>
          <a:xfrm xmlns:a="http://schemas.openxmlformats.org/drawingml/2006/main">
            <a:off x="2171700" y="4183816"/>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9" name="sample-stem-2-1">
            <a:extLst xmlns:a="http://schemas.openxmlformats.org/drawingml/2006/main">
              <a:ext uri="{FF2B5EF4-FFF2-40B4-BE49-F238E27FC236}">
                <a16:creationId xmlns:a16="http://schemas.microsoft.com/office/drawing/2014/main" id="{BD8DEAC5-A398-427D-8CF9-9210897824C9}"/>
              </a:ext>
            </a:extLst>
          </p:cNvPr>
          <p:cNvSpPr>
            <a:spLocks xmlns:a="http://schemas.openxmlformats.org/drawingml/2006/main" noGrp="1"/>
          </p:cNvSpPr>
          <p:nvPr/>
        </p:nvSpPr>
        <p:spPr>
          <a:xfrm xmlns:a="http://schemas.openxmlformats.org/drawingml/2006/main">
            <a:off x="6238875" y="4357688"/>
            <a:ext cx="9525" cy="107196"/>
          </a:xfrm>
          <a:custGeom xmlns:a="http://schemas.openxmlformats.org/drawingml/2006/main">
            <a:pathLst>
              <a:path w="9525" h="107196">
                <a:moveTo>
                  <a:pt x="0" y="0"/>
                </a:moveTo>
                <a:lnTo>
                  <a:pt x="0" y="107196"/>
                </a:lnTo>
              </a:path>
            </a:pathLst>
          </a:custGeom>
          <a:noFill xmlns:a="http://schemas.openxmlformats.org/drawingml/2006/main"/>
          <a:ln xmlns:a="http://schemas.openxmlformats.org/drawingml/2006/main" w="10478">
            <a:solidFill>
              <a:srgbClr val="D7D7DE"/>
            </a:solidFill>
          </a:ln>
        </p:spPr>
      </p:sp>
      <p:sp>
        <p:nvSpPr>
          <p:cNvPr id="30" name="sample-2-1">
            <a:extLst xmlns:a="http://schemas.openxmlformats.org/drawingml/2006/main">
              <a:ext uri="{FF2B5EF4-FFF2-40B4-BE49-F238E27FC236}">
                <a16:creationId xmlns:a16="http://schemas.microsoft.com/office/drawing/2014/main" id="{FD027F53-9D1B-4583-A144-9DCB6A6B547D}"/>
              </a:ext>
            </a:extLst>
          </p:cNvPr>
          <p:cNvSpPr>
            <a:spLocks xmlns:a="http://schemas.openxmlformats.org/drawingml/2006/main" noGrp="1"/>
          </p:cNvSpPr>
          <p:nvPr/>
        </p:nvSpPr>
        <p:spPr>
          <a:xfrm xmlns:a="http://schemas.openxmlformats.org/drawingml/2006/main">
            <a:off x="6172200" y="4398209"/>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1" name="time-unit-2">
            <a:extLst xmlns:a="http://schemas.openxmlformats.org/drawingml/2006/main">
              <a:ext uri="{FF2B5EF4-FFF2-40B4-BE49-F238E27FC236}">
                <a16:creationId xmlns:a16="http://schemas.microsoft.com/office/drawing/2014/main" id="{D7A01BA1-6B17-4F52-BA51-02529B091C09}"/>
              </a:ext>
            </a:extLst>
          </p:cNvPr>
          <p:cNvSpPr>
            <a:spLocks xmlns:a="http://schemas.openxmlformats.org/drawingml/2006/main" noGrp="1"/>
          </p:cNvSpPr>
          <p:nvPr/>
        </p:nvSpPr>
        <p:spPr>
          <a:xfrm xmlns:a="http://schemas.openxmlformats.org/drawingml/2006/main">
            <a:off x="10363200" y="46577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32" name="text">
            <a:extLst xmlns:a="http://schemas.openxmlformats.org/drawingml/2006/main">
              <a:ext uri="{FF2B5EF4-FFF2-40B4-BE49-F238E27FC236}">
                <a16:creationId xmlns:a16="http://schemas.microsoft.com/office/drawing/2014/main" id="{C770F37B-B2D5-4CF9-97B4-19C33B6B1898}"/>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采样率：每秒、每声道采集的样本数。</a:t>
            </a:r>
          </a:p>
        </p:txBody>
      </p:sp>
      <p:sp xmlns:a="http://schemas.openxmlformats.org/drawingml/2006/main">
        <p:nvSpPr>
          <p:cNvPr id="33" name="TextBox 32"/>
          <p:cNvSpPr txBox="1"/>
          <p:nvPr/>
        </p:nvSpPr>
        <p:spPr>
          <a:xfrm>
            <a:off x="8577072" y="2221992"/>
            <a:ext cx="2962656" cy="438912"/>
          </a:xfrm>
          <a:prstGeom prst="rect">
            <a:avLst/>
          </a:prstGeom>
          <a:noFill/>
        </p:spPr>
        <p:txBody>
          <a:bodyPr wrap="square" lIns="0" rIns="0" tIns="0" bIns="0" anchor="ctr">
            <a:spAutoFit/>
          </a:bodyPr>
          <a:lstStyle/>
          <a:p>
            <a:pPr>
              <a:spcAft>
                <a:spcPts val="200"/>
              </a:spcAft>
              <a:defRPr sz="1800" b="1">
                <a:solidFill>
                  <a:srgbClr val="8C64E1"/>
                </a:solidFill>
                <a:latin typeface="Alibaba PuHuiTi 3.0 115 Black"/>
              </a:defRPr>
            </a:pPr>
            <a:r>
              <a:t>在1秒内：1个采样点</a:t>
            </a:r>
          </a:p>
        </p:txBody>
      </p:sp>
      <p:sp xmlns:a="http://schemas.openxmlformats.org/drawingml/2006/main">
        <p:nvSpPr>
          <p:cNvPr id="34" name="TextBox 33"/>
          <p:cNvSpPr txBox="1"/>
          <p:nvPr/>
        </p:nvSpPr>
        <p:spPr>
          <a:xfrm>
            <a:off x="8577072" y="3813048"/>
            <a:ext cx="2962656" cy="438912"/>
          </a:xfrm>
          <a:prstGeom prst="rect">
            <a:avLst/>
          </a:prstGeom>
          <a:noFill/>
        </p:spPr>
        <p:txBody>
          <a:bodyPr wrap="square" lIns="0" rIns="0" tIns="0" bIns="0" anchor="ctr">
            <a:spAutoFit/>
          </a:bodyPr>
          <a:lstStyle/>
          <a:p>
            <a:pPr>
              <a:spcAft>
                <a:spcPts val="200"/>
              </a:spcAft>
              <a:defRPr sz="1800" b="1">
                <a:solidFill>
                  <a:srgbClr val="007C9B"/>
                </a:solidFill>
                <a:latin typeface="Alibaba PuHuiTi 3.0 115 Black"/>
              </a:defRPr>
            </a:pPr>
            <a:r>
              <a:t>在1秒内：2个采样点</a:t>
            </a:r>
          </a:p>
        </p:txBody>
      </p:sp>
    </p:spTree>
    <p:extLst>
      <p:ext uri="{BB962C8B-B14F-4D97-AF65-F5344CB8AC3E}">
        <p14:creationId xmlns:p14="http://schemas.microsoft.com/office/powerpoint/2010/main" val="160191488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58250CB-1004-4122-BC2C-0ECD2E446DC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CE6D193-3F9B-491E-9D8E-81955023D09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DE413A3-F364-4A33-9DDF-26057D1CCE8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提高采样率，时间轴上的什么变了？</a:t>
            </a:r>
          </a:p>
        </p:txBody>
      </p:sp>
      <p:sp>
        <p:nvSpPr>
          <p:cNvPr id="5" name="Connector 4">
            <a:extLst xmlns:a="http://schemas.openxmlformats.org/drawingml/2006/main">
              <a:ext uri="{FF2B5EF4-FFF2-40B4-BE49-F238E27FC236}">
                <a16:creationId xmlns:a16="http://schemas.microsoft.com/office/drawing/2014/main" id="{EF2326E8-2BEB-41DE-A6E1-6E5CF1A54652}"/>
              </a:ext>
            </a:extLst>
          </p:cNvPr>
          <p:cNvSpPr>
            <a:spLocks xmlns:a="http://schemas.openxmlformats.org/drawingml/2006/main" noGrp="1"/>
          </p:cNvSpPr>
          <p:nvPr/>
        </p:nvSpPr>
        <p:spPr>
          <a:xfrm xmlns:a="http://schemas.openxmlformats.org/drawingml/2006/main">
            <a:off x="1005840" y="243230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03BFAE81-862B-4625-98B6-7189CE73B280}"/>
              </a:ext>
            </a:extLst>
          </p:cNvPr>
          <p:cNvSpPr>
            <a:spLocks xmlns:a="http://schemas.openxmlformats.org/drawingml/2006/main" noGrp="1"/>
          </p:cNvSpPr>
          <p:nvPr/>
        </p:nvSpPr>
        <p:spPr>
          <a:xfrm xmlns:a="http://schemas.openxmlformats.org/drawingml/2006/main">
            <a:off x="1097280" y="173736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77C9AC72-931A-4657-BBB3-257690B3BD05}"/>
              </a:ext>
            </a:extLst>
          </p:cNvPr>
          <p:cNvSpPr>
            <a:spLocks xmlns:a="http://schemas.openxmlformats.org/drawingml/2006/main" noGrp="1"/>
          </p:cNvSpPr>
          <p:nvPr/>
        </p:nvSpPr>
        <p:spPr>
          <a:xfrm xmlns:a="http://schemas.openxmlformats.org/drawingml/2006/main">
            <a:off x="1005840" y="119786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采样点较少</a:t>
            </a:r>
          </a:p>
        </p:txBody>
      </p:sp>
      <p:sp>
        <p:nvSpPr>
          <p:cNvPr id="10" name="Connector 9">
            <a:extLst xmlns:a="http://schemas.openxmlformats.org/drawingml/2006/main">
              <a:ext uri="{FF2B5EF4-FFF2-40B4-BE49-F238E27FC236}">
                <a16:creationId xmlns:a16="http://schemas.microsoft.com/office/drawing/2014/main" id="{02E739F7-A272-485B-8878-C3D00FDFCF6A}"/>
              </a:ext>
            </a:extLst>
          </p:cNvPr>
          <p:cNvSpPr>
            <a:spLocks xmlns:a="http://schemas.openxmlformats.org/drawingml/2006/main" noGrp="1"/>
          </p:cNvSpPr>
          <p:nvPr/>
        </p:nvSpPr>
        <p:spPr>
          <a:xfrm xmlns:a="http://schemas.openxmlformats.org/drawingml/2006/main" flipV="1">
            <a:off x="1124712" y="235864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99BEED9-A7C7-4770-9823-3F66C07734A8}"/>
              </a:ext>
            </a:extLst>
          </p:cNvPr>
          <p:cNvSpPr>
            <a:spLocks xmlns:a="http://schemas.openxmlformats.org/drawingml/2006/main" noGrp="1"/>
          </p:cNvSpPr>
          <p:nvPr/>
        </p:nvSpPr>
        <p:spPr>
          <a:xfrm xmlns:a="http://schemas.openxmlformats.org/drawingml/2006/main" flipV="1">
            <a:off x="1215786" y="229946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66FA9914-ECBF-421F-872D-52D9538B83D3}"/>
              </a:ext>
            </a:extLst>
          </p:cNvPr>
          <p:cNvSpPr>
            <a:spLocks xmlns:a="http://schemas.openxmlformats.org/drawingml/2006/main" noGrp="1"/>
          </p:cNvSpPr>
          <p:nvPr/>
        </p:nvSpPr>
        <p:spPr>
          <a:xfrm xmlns:a="http://schemas.openxmlformats.org/drawingml/2006/main" flipV="1">
            <a:off x="1306860" y="224180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FF0B4DB-DD5A-4230-8EAD-A42EA0D788AA}"/>
              </a:ext>
            </a:extLst>
          </p:cNvPr>
          <p:cNvSpPr>
            <a:spLocks xmlns:a="http://schemas.openxmlformats.org/drawingml/2006/main" noGrp="1"/>
          </p:cNvSpPr>
          <p:nvPr/>
        </p:nvSpPr>
        <p:spPr>
          <a:xfrm xmlns:a="http://schemas.openxmlformats.org/drawingml/2006/main" flipV="1">
            <a:off x="1397934" y="218640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BA00C5F-2E70-4C32-906A-44C18BEB71D0}"/>
              </a:ext>
            </a:extLst>
          </p:cNvPr>
          <p:cNvSpPr>
            <a:spLocks xmlns:a="http://schemas.openxmlformats.org/drawingml/2006/main" noGrp="1"/>
          </p:cNvSpPr>
          <p:nvPr/>
        </p:nvSpPr>
        <p:spPr>
          <a:xfrm xmlns:a="http://schemas.openxmlformats.org/drawingml/2006/main" flipV="1">
            <a:off x="1489008" y="213397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A2D80A-9144-430E-BABF-73785DD1F941}"/>
              </a:ext>
            </a:extLst>
          </p:cNvPr>
          <p:cNvSpPr>
            <a:spLocks xmlns:a="http://schemas.openxmlformats.org/drawingml/2006/main" noGrp="1"/>
          </p:cNvSpPr>
          <p:nvPr/>
        </p:nvSpPr>
        <p:spPr>
          <a:xfrm xmlns:a="http://schemas.openxmlformats.org/drawingml/2006/main" flipV="1">
            <a:off x="1580083" y="208517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B6C6BA23-6ED5-470D-8AC8-D90D4297E9FB}"/>
              </a:ext>
            </a:extLst>
          </p:cNvPr>
          <p:cNvSpPr>
            <a:spLocks xmlns:a="http://schemas.openxmlformats.org/drawingml/2006/main" noGrp="1"/>
          </p:cNvSpPr>
          <p:nvPr/>
        </p:nvSpPr>
        <p:spPr>
          <a:xfrm xmlns:a="http://schemas.openxmlformats.org/drawingml/2006/main" flipV="1">
            <a:off x="1671157" y="204063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47A2244-0263-4B1F-B69F-6A968BAA7EED}"/>
              </a:ext>
            </a:extLst>
          </p:cNvPr>
          <p:cNvSpPr>
            <a:spLocks xmlns:a="http://schemas.openxmlformats.org/drawingml/2006/main" noGrp="1"/>
          </p:cNvSpPr>
          <p:nvPr/>
        </p:nvSpPr>
        <p:spPr>
          <a:xfrm xmlns:a="http://schemas.openxmlformats.org/drawingml/2006/main" flipV="1">
            <a:off x="1762231" y="200093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957D594-BC2A-4462-8F1C-F605D3689FF9}"/>
              </a:ext>
            </a:extLst>
          </p:cNvPr>
          <p:cNvSpPr>
            <a:spLocks xmlns:a="http://schemas.openxmlformats.org/drawingml/2006/main" noGrp="1"/>
          </p:cNvSpPr>
          <p:nvPr/>
        </p:nvSpPr>
        <p:spPr>
          <a:xfrm xmlns:a="http://schemas.openxmlformats.org/drawingml/2006/main" flipV="1">
            <a:off x="1853305" y="196656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35FAA943-CCAC-4CB7-9A6A-ABE426D3D438}"/>
              </a:ext>
            </a:extLst>
          </p:cNvPr>
          <p:cNvSpPr>
            <a:spLocks xmlns:a="http://schemas.openxmlformats.org/drawingml/2006/main" noGrp="1"/>
          </p:cNvSpPr>
          <p:nvPr/>
        </p:nvSpPr>
        <p:spPr>
          <a:xfrm xmlns:a="http://schemas.openxmlformats.org/drawingml/2006/main" flipV="1">
            <a:off x="1944380" y="193796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61C2E4A-9F2E-4A23-BC8F-766082F860A1}"/>
              </a:ext>
            </a:extLst>
          </p:cNvPr>
          <p:cNvSpPr>
            <a:spLocks xmlns:a="http://schemas.openxmlformats.org/drawingml/2006/main" noGrp="1"/>
          </p:cNvSpPr>
          <p:nvPr/>
        </p:nvSpPr>
        <p:spPr>
          <a:xfrm xmlns:a="http://schemas.openxmlformats.org/drawingml/2006/main" flipV="1">
            <a:off x="2035454" y="191551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71410FF-BDBB-443D-8E9A-47FD80FF59EE}"/>
              </a:ext>
            </a:extLst>
          </p:cNvPr>
          <p:cNvSpPr>
            <a:spLocks xmlns:a="http://schemas.openxmlformats.org/drawingml/2006/main" noGrp="1"/>
          </p:cNvSpPr>
          <p:nvPr/>
        </p:nvSpPr>
        <p:spPr>
          <a:xfrm xmlns:a="http://schemas.openxmlformats.org/drawingml/2006/main" flipV="1">
            <a:off x="2126528" y="189948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7BF9EFA-E85A-49FC-95C9-51293B39D4AE}"/>
              </a:ext>
            </a:extLst>
          </p:cNvPr>
          <p:cNvSpPr>
            <a:spLocks xmlns:a="http://schemas.openxmlformats.org/drawingml/2006/main" noGrp="1"/>
          </p:cNvSpPr>
          <p:nvPr/>
        </p:nvSpPr>
        <p:spPr>
          <a:xfrm xmlns:a="http://schemas.openxmlformats.org/drawingml/2006/main" flipV="1">
            <a:off x="2217602" y="189009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669555B-4EC5-4AAA-B702-903E97E9CAAA}"/>
              </a:ext>
            </a:extLst>
          </p:cNvPr>
          <p:cNvSpPr>
            <a:spLocks xmlns:a="http://schemas.openxmlformats.org/drawingml/2006/main" noGrp="1"/>
          </p:cNvSpPr>
          <p:nvPr/>
        </p:nvSpPr>
        <p:spPr>
          <a:xfrm xmlns:a="http://schemas.openxmlformats.org/drawingml/2006/main" flipV="1">
            <a:off x="2308677" y="188745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8101D742-56F7-4D60-9D61-2B0F82FFE35B}"/>
              </a:ext>
            </a:extLst>
          </p:cNvPr>
          <p:cNvSpPr>
            <a:spLocks xmlns:a="http://schemas.openxmlformats.org/drawingml/2006/main" noGrp="1"/>
          </p:cNvSpPr>
          <p:nvPr/>
        </p:nvSpPr>
        <p:spPr>
          <a:xfrm xmlns:a="http://schemas.openxmlformats.org/drawingml/2006/main">
            <a:off x="2399751" y="188745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CCEBA3D-2C42-4476-9454-AFB7FBFBBD37}"/>
              </a:ext>
            </a:extLst>
          </p:cNvPr>
          <p:cNvSpPr>
            <a:spLocks xmlns:a="http://schemas.openxmlformats.org/drawingml/2006/main" noGrp="1"/>
          </p:cNvSpPr>
          <p:nvPr/>
        </p:nvSpPr>
        <p:spPr>
          <a:xfrm xmlns:a="http://schemas.openxmlformats.org/drawingml/2006/main">
            <a:off x="2490825" y="189160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AC9C40D-666A-495D-BC81-8DF7C1B52353}"/>
              </a:ext>
            </a:extLst>
          </p:cNvPr>
          <p:cNvSpPr>
            <a:spLocks xmlns:a="http://schemas.openxmlformats.org/drawingml/2006/main" noGrp="1"/>
          </p:cNvSpPr>
          <p:nvPr/>
        </p:nvSpPr>
        <p:spPr>
          <a:xfrm xmlns:a="http://schemas.openxmlformats.org/drawingml/2006/main">
            <a:off x="2581899" y="190248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E3849F7-D153-4C9A-A0F1-9F8507158138}"/>
              </a:ext>
            </a:extLst>
          </p:cNvPr>
          <p:cNvSpPr>
            <a:spLocks xmlns:a="http://schemas.openxmlformats.org/drawingml/2006/main" noGrp="1"/>
          </p:cNvSpPr>
          <p:nvPr/>
        </p:nvSpPr>
        <p:spPr>
          <a:xfrm xmlns:a="http://schemas.openxmlformats.org/drawingml/2006/main">
            <a:off x="2672974" y="191995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65E0C095-90CA-43CA-BC79-6971A82DD9BF}"/>
              </a:ext>
            </a:extLst>
          </p:cNvPr>
          <p:cNvSpPr>
            <a:spLocks xmlns:a="http://schemas.openxmlformats.org/drawingml/2006/main" noGrp="1"/>
          </p:cNvSpPr>
          <p:nvPr/>
        </p:nvSpPr>
        <p:spPr>
          <a:xfrm xmlns:a="http://schemas.openxmlformats.org/drawingml/2006/main">
            <a:off x="2764048" y="194380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09687552-112D-456A-959E-BE5735DCD838}"/>
              </a:ext>
            </a:extLst>
          </p:cNvPr>
          <p:cNvSpPr>
            <a:spLocks xmlns:a="http://schemas.openxmlformats.org/drawingml/2006/main" noGrp="1"/>
          </p:cNvSpPr>
          <p:nvPr/>
        </p:nvSpPr>
        <p:spPr>
          <a:xfrm xmlns:a="http://schemas.openxmlformats.org/drawingml/2006/main">
            <a:off x="2855122" y="197371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7B9D745F-41C3-4E35-9907-8033DE0BB3D4}"/>
              </a:ext>
            </a:extLst>
          </p:cNvPr>
          <p:cNvSpPr>
            <a:spLocks xmlns:a="http://schemas.openxmlformats.org/drawingml/2006/main" noGrp="1"/>
          </p:cNvSpPr>
          <p:nvPr/>
        </p:nvSpPr>
        <p:spPr>
          <a:xfrm xmlns:a="http://schemas.openxmlformats.org/drawingml/2006/main">
            <a:off x="2946196" y="200931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99839F3-BB95-400D-A5B3-E34FEE55AD95}"/>
              </a:ext>
            </a:extLst>
          </p:cNvPr>
          <p:cNvSpPr>
            <a:spLocks xmlns:a="http://schemas.openxmlformats.org/drawingml/2006/main" noGrp="1"/>
          </p:cNvSpPr>
          <p:nvPr/>
        </p:nvSpPr>
        <p:spPr>
          <a:xfrm xmlns:a="http://schemas.openxmlformats.org/drawingml/2006/main">
            <a:off x="3037271" y="205013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236486BB-9568-4C84-B8DD-E9B3C1472615}"/>
              </a:ext>
            </a:extLst>
          </p:cNvPr>
          <p:cNvSpPr>
            <a:spLocks xmlns:a="http://schemas.openxmlformats.org/drawingml/2006/main" noGrp="1"/>
          </p:cNvSpPr>
          <p:nvPr/>
        </p:nvSpPr>
        <p:spPr>
          <a:xfrm xmlns:a="http://schemas.openxmlformats.org/drawingml/2006/main">
            <a:off x="3128345" y="209567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F4A777F8-E85E-4374-99BD-3D58822C55AE}"/>
              </a:ext>
            </a:extLst>
          </p:cNvPr>
          <p:cNvSpPr>
            <a:spLocks xmlns:a="http://schemas.openxmlformats.org/drawingml/2006/main" noGrp="1"/>
          </p:cNvSpPr>
          <p:nvPr/>
        </p:nvSpPr>
        <p:spPr>
          <a:xfrm xmlns:a="http://schemas.openxmlformats.org/drawingml/2006/main">
            <a:off x="3219419" y="214533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43C82847-3020-4417-B571-6B1C5EB6E031}"/>
              </a:ext>
            </a:extLst>
          </p:cNvPr>
          <p:cNvSpPr>
            <a:spLocks xmlns:a="http://schemas.openxmlformats.org/drawingml/2006/main" noGrp="1"/>
          </p:cNvSpPr>
          <p:nvPr/>
        </p:nvSpPr>
        <p:spPr>
          <a:xfrm xmlns:a="http://schemas.openxmlformats.org/drawingml/2006/main">
            <a:off x="3310493" y="219848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3E81DC30-7513-4B58-B633-2A5BC3DDA920}"/>
              </a:ext>
            </a:extLst>
          </p:cNvPr>
          <p:cNvSpPr>
            <a:spLocks xmlns:a="http://schemas.openxmlformats.org/drawingml/2006/main" noGrp="1"/>
          </p:cNvSpPr>
          <p:nvPr/>
        </p:nvSpPr>
        <p:spPr>
          <a:xfrm xmlns:a="http://schemas.openxmlformats.org/drawingml/2006/main">
            <a:off x="3401568" y="225444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196623C-BB90-4492-A9B3-E8659DC89767}"/>
              </a:ext>
            </a:extLst>
          </p:cNvPr>
          <p:cNvSpPr>
            <a:spLocks xmlns:a="http://schemas.openxmlformats.org/drawingml/2006/main" noGrp="1"/>
          </p:cNvSpPr>
          <p:nvPr/>
        </p:nvSpPr>
        <p:spPr>
          <a:xfrm xmlns:a="http://schemas.openxmlformats.org/drawingml/2006/main">
            <a:off x="3492642" y="231250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1141BEFD-415C-4D0E-B365-7BAE5E360066}"/>
              </a:ext>
            </a:extLst>
          </p:cNvPr>
          <p:cNvSpPr>
            <a:spLocks xmlns:a="http://schemas.openxmlformats.org/drawingml/2006/main" noGrp="1"/>
          </p:cNvSpPr>
          <p:nvPr/>
        </p:nvSpPr>
        <p:spPr>
          <a:xfrm xmlns:a="http://schemas.openxmlformats.org/drawingml/2006/main">
            <a:off x="3583716" y="237192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2DE280-54A2-4D22-A93D-60E7A2A92D1C}"/>
              </a:ext>
            </a:extLst>
          </p:cNvPr>
          <p:cNvSpPr>
            <a:spLocks xmlns:a="http://schemas.openxmlformats.org/drawingml/2006/main" noGrp="1"/>
          </p:cNvSpPr>
          <p:nvPr/>
        </p:nvSpPr>
        <p:spPr>
          <a:xfrm xmlns:a="http://schemas.openxmlformats.org/drawingml/2006/main">
            <a:off x="3674790" y="243193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452033F-4514-4BC1-945A-4D5AEC4F5DC1}"/>
              </a:ext>
            </a:extLst>
          </p:cNvPr>
          <p:cNvSpPr>
            <a:spLocks xmlns:a="http://schemas.openxmlformats.org/drawingml/2006/main" noGrp="1"/>
          </p:cNvSpPr>
          <p:nvPr/>
        </p:nvSpPr>
        <p:spPr>
          <a:xfrm xmlns:a="http://schemas.openxmlformats.org/drawingml/2006/main">
            <a:off x="3765864" y="249177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A143E9-7ECC-4845-94CE-C24A41DFE1A8}"/>
              </a:ext>
            </a:extLst>
          </p:cNvPr>
          <p:cNvSpPr>
            <a:spLocks xmlns:a="http://schemas.openxmlformats.org/drawingml/2006/main" noGrp="1"/>
          </p:cNvSpPr>
          <p:nvPr/>
        </p:nvSpPr>
        <p:spPr>
          <a:xfrm xmlns:a="http://schemas.openxmlformats.org/drawingml/2006/main">
            <a:off x="3856939" y="255068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8471B56-946B-4F67-AFBC-DF1F9B765CA8}"/>
              </a:ext>
            </a:extLst>
          </p:cNvPr>
          <p:cNvSpPr>
            <a:spLocks xmlns:a="http://schemas.openxmlformats.org/drawingml/2006/main" noGrp="1"/>
          </p:cNvSpPr>
          <p:nvPr/>
        </p:nvSpPr>
        <p:spPr>
          <a:xfrm xmlns:a="http://schemas.openxmlformats.org/drawingml/2006/main">
            <a:off x="3948013" y="260790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27EA1B38-3DDE-4DA1-AA71-2A79F63DF5EF}"/>
              </a:ext>
            </a:extLst>
          </p:cNvPr>
          <p:cNvSpPr>
            <a:spLocks xmlns:a="http://schemas.openxmlformats.org/drawingml/2006/main" noGrp="1"/>
          </p:cNvSpPr>
          <p:nvPr/>
        </p:nvSpPr>
        <p:spPr>
          <a:xfrm xmlns:a="http://schemas.openxmlformats.org/drawingml/2006/main">
            <a:off x="4039087" y="266270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054B1F51-7B0D-41E1-9781-08D3B4BF094F}"/>
              </a:ext>
            </a:extLst>
          </p:cNvPr>
          <p:cNvSpPr>
            <a:spLocks xmlns:a="http://schemas.openxmlformats.org/drawingml/2006/main" noGrp="1"/>
          </p:cNvSpPr>
          <p:nvPr/>
        </p:nvSpPr>
        <p:spPr>
          <a:xfrm xmlns:a="http://schemas.openxmlformats.org/drawingml/2006/main">
            <a:off x="4130161" y="271438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FED018FE-EFB6-4082-A5F9-3CBBA6F52F66}"/>
              </a:ext>
            </a:extLst>
          </p:cNvPr>
          <p:cNvSpPr>
            <a:spLocks xmlns:a="http://schemas.openxmlformats.org/drawingml/2006/main" noGrp="1"/>
          </p:cNvSpPr>
          <p:nvPr/>
        </p:nvSpPr>
        <p:spPr>
          <a:xfrm xmlns:a="http://schemas.openxmlformats.org/drawingml/2006/main">
            <a:off x="4221236" y="276228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881EBBD8-A7F8-4808-B815-3B3CD0E023B5}"/>
              </a:ext>
            </a:extLst>
          </p:cNvPr>
          <p:cNvSpPr>
            <a:spLocks xmlns:a="http://schemas.openxmlformats.org/drawingml/2006/main" noGrp="1"/>
          </p:cNvSpPr>
          <p:nvPr/>
        </p:nvSpPr>
        <p:spPr>
          <a:xfrm xmlns:a="http://schemas.openxmlformats.org/drawingml/2006/main">
            <a:off x="4312310" y="280579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08BC0582-CB56-4464-B639-7EA7C14DB9D2}"/>
              </a:ext>
            </a:extLst>
          </p:cNvPr>
          <p:cNvSpPr>
            <a:spLocks xmlns:a="http://schemas.openxmlformats.org/drawingml/2006/main" noGrp="1"/>
          </p:cNvSpPr>
          <p:nvPr/>
        </p:nvSpPr>
        <p:spPr>
          <a:xfrm xmlns:a="http://schemas.openxmlformats.org/drawingml/2006/main">
            <a:off x="4403384" y="284436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7AC2495-A20F-4A56-8B88-52A70C3FB25D}"/>
              </a:ext>
            </a:extLst>
          </p:cNvPr>
          <p:cNvSpPr>
            <a:spLocks xmlns:a="http://schemas.openxmlformats.org/drawingml/2006/main" noGrp="1"/>
          </p:cNvSpPr>
          <p:nvPr/>
        </p:nvSpPr>
        <p:spPr>
          <a:xfrm xmlns:a="http://schemas.openxmlformats.org/drawingml/2006/main">
            <a:off x="4494458" y="287748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336CF7D4-E2B2-411A-9220-45855953A406}"/>
              </a:ext>
            </a:extLst>
          </p:cNvPr>
          <p:cNvSpPr>
            <a:spLocks xmlns:a="http://schemas.openxmlformats.org/drawingml/2006/main" noGrp="1"/>
          </p:cNvSpPr>
          <p:nvPr/>
        </p:nvSpPr>
        <p:spPr>
          <a:xfrm xmlns:a="http://schemas.openxmlformats.org/drawingml/2006/main">
            <a:off x="4585533" y="290474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785FE859-EB83-481D-AA55-5B50495D64BD}"/>
              </a:ext>
            </a:extLst>
          </p:cNvPr>
          <p:cNvSpPr>
            <a:spLocks xmlns:a="http://schemas.openxmlformats.org/drawingml/2006/main" noGrp="1"/>
          </p:cNvSpPr>
          <p:nvPr/>
        </p:nvSpPr>
        <p:spPr>
          <a:xfrm xmlns:a="http://schemas.openxmlformats.org/drawingml/2006/main">
            <a:off x="4676607" y="292578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B6FB0C9-B43A-411F-8073-D56887610E8B}"/>
              </a:ext>
            </a:extLst>
          </p:cNvPr>
          <p:cNvSpPr>
            <a:spLocks xmlns:a="http://schemas.openxmlformats.org/drawingml/2006/main" noGrp="1"/>
          </p:cNvSpPr>
          <p:nvPr/>
        </p:nvSpPr>
        <p:spPr>
          <a:xfrm xmlns:a="http://schemas.openxmlformats.org/drawingml/2006/main">
            <a:off x="4767681" y="294035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71AA9378-6367-4B15-9B33-6108B37A1BD9}"/>
              </a:ext>
            </a:extLst>
          </p:cNvPr>
          <p:cNvSpPr>
            <a:spLocks xmlns:a="http://schemas.openxmlformats.org/drawingml/2006/main" noGrp="1"/>
          </p:cNvSpPr>
          <p:nvPr/>
        </p:nvSpPr>
        <p:spPr>
          <a:xfrm xmlns:a="http://schemas.openxmlformats.org/drawingml/2006/main">
            <a:off x="4858755" y="294825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82E76992-FA7C-4E65-9043-7FA9F7309A99}"/>
              </a:ext>
            </a:extLst>
          </p:cNvPr>
          <p:cNvSpPr>
            <a:spLocks xmlns:a="http://schemas.openxmlformats.org/drawingml/2006/main" noGrp="1"/>
          </p:cNvSpPr>
          <p:nvPr/>
        </p:nvSpPr>
        <p:spPr>
          <a:xfrm xmlns:a="http://schemas.openxmlformats.org/drawingml/2006/main" flipV="1">
            <a:off x="4949830" y="294373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00177CBC-4943-47D8-92F2-09BBEB6A15B1}"/>
              </a:ext>
            </a:extLst>
          </p:cNvPr>
          <p:cNvSpPr>
            <a:spLocks xmlns:a="http://schemas.openxmlformats.org/drawingml/2006/main" noGrp="1"/>
          </p:cNvSpPr>
          <p:nvPr/>
        </p:nvSpPr>
        <p:spPr>
          <a:xfrm xmlns:a="http://schemas.openxmlformats.org/drawingml/2006/main" flipV="1">
            <a:off x="5040904" y="293137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253FA73A-A31D-441F-AC91-0CDBA70E909F}"/>
              </a:ext>
            </a:extLst>
          </p:cNvPr>
          <p:cNvSpPr>
            <a:spLocks xmlns:a="http://schemas.openxmlformats.org/drawingml/2006/main" noGrp="1"/>
          </p:cNvSpPr>
          <p:nvPr/>
        </p:nvSpPr>
        <p:spPr>
          <a:xfrm xmlns:a="http://schemas.openxmlformats.org/drawingml/2006/main" flipV="1">
            <a:off x="5131978" y="291246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81658D9-0B53-4E4A-931B-F32C5D3600C5}"/>
              </a:ext>
            </a:extLst>
          </p:cNvPr>
          <p:cNvSpPr>
            <a:spLocks xmlns:a="http://schemas.openxmlformats.org/drawingml/2006/main" noGrp="1"/>
          </p:cNvSpPr>
          <p:nvPr/>
        </p:nvSpPr>
        <p:spPr>
          <a:xfrm xmlns:a="http://schemas.openxmlformats.org/drawingml/2006/main" flipV="1">
            <a:off x="5223052" y="288723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3E53E91-BEE0-49D6-89C5-58287829CCE5}"/>
              </a:ext>
            </a:extLst>
          </p:cNvPr>
          <p:cNvSpPr>
            <a:spLocks xmlns:a="http://schemas.openxmlformats.org/drawingml/2006/main" noGrp="1"/>
          </p:cNvSpPr>
          <p:nvPr/>
        </p:nvSpPr>
        <p:spPr>
          <a:xfrm xmlns:a="http://schemas.openxmlformats.org/drawingml/2006/main" flipV="1">
            <a:off x="5314127" y="285602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E7FEF5BB-DDAF-46D2-9DF8-D07AAD755744}"/>
              </a:ext>
            </a:extLst>
          </p:cNvPr>
          <p:cNvSpPr>
            <a:spLocks xmlns:a="http://schemas.openxmlformats.org/drawingml/2006/main" noGrp="1"/>
          </p:cNvSpPr>
          <p:nvPr/>
        </p:nvSpPr>
        <p:spPr>
          <a:xfrm xmlns:a="http://schemas.openxmlformats.org/drawingml/2006/main" flipV="1">
            <a:off x="5405201" y="281922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F69D7E0-551A-4CE6-B5C6-7F793B350741}"/>
              </a:ext>
            </a:extLst>
          </p:cNvPr>
          <p:cNvSpPr>
            <a:spLocks xmlns:a="http://schemas.openxmlformats.org/drawingml/2006/main" noGrp="1"/>
          </p:cNvSpPr>
          <p:nvPr/>
        </p:nvSpPr>
        <p:spPr>
          <a:xfrm xmlns:a="http://schemas.openxmlformats.org/drawingml/2006/main" flipV="1">
            <a:off x="5496275" y="277730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E0273D75-95DD-4758-B3A9-3E29596172D6}"/>
              </a:ext>
            </a:extLst>
          </p:cNvPr>
          <p:cNvSpPr>
            <a:spLocks xmlns:a="http://schemas.openxmlformats.org/drawingml/2006/main" noGrp="1"/>
          </p:cNvSpPr>
          <p:nvPr/>
        </p:nvSpPr>
        <p:spPr>
          <a:xfrm xmlns:a="http://schemas.openxmlformats.org/drawingml/2006/main" flipV="1">
            <a:off x="5587349" y="273080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BB51AFE1-3471-461C-881E-065068881E92}"/>
              </a:ext>
            </a:extLst>
          </p:cNvPr>
          <p:cNvSpPr>
            <a:spLocks xmlns:a="http://schemas.openxmlformats.org/drawingml/2006/main" noGrp="1"/>
          </p:cNvSpPr>
          <p:nvPr/>
        </p:nvSpPr>
        <p:spPr>
          <a:xfrm xmlns:a="http://schemas.openxmlformats.org/drawingml/2006/main" flipV="1">
            <a:off x="5678424" y="268031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D94A1D8D-B82E-42A0-A42A-2C713EA158F9}"/>
              </a:ext>
            </a:extLst>
          </p:cNvPr>
          <p:cNvSpPr>
            <a:spLocks xmlns:a="http://schemas.openxmlformats.org/drawingml/2006/main" noGrp="1"/>
          </p:cNvSpPr>
          <p:nvPr/>
        </p:nvSpPr>
        <p:spPr>
          <a:xfrm xmlns:a="http://schemas.openxmlformats.org/drawingml/2006/main" flipV="1">
            <a:off x="5769498" y="262647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7124A9E1-7B1C-444B-AD09-385C3A794E87}"/>
              </a:ext>
            </a:extLst>
          </p:cNvPr>
          <p:cNvSpPr>
            <a:spLocks xmlns:a="http://schemas.openxmlformats.org/drawingml/2006/main" noGrp="1"/>
          </p:cNvSpPr>
          <p:nvPr/>
        </p:nvSpPr>
        <p:spPr>
          <a:xfrm xmlns:a="http://schemas.openxmlformats.org/drawingml/2006/main" flipV="1">
            <a:off x="5860572" y="256998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E00A3AE5-92DB-475B-A239-5E642A5EC945}"/>
              </a:ext>
            </a:extLst>
          </p:cNvPr>
          <p:cNvSpPr>
            <a:spLocks xmlns:a="http://schemas.openxmlformats.org/drawingml/2006/main" noGrp="1"/>
          </p:cNvSpPr>
          <p:nvPr/>
        </p:nvSpPr>
        <p:spPr>
          <a:xfrm xmlns:a="http://schemas.openxmlformats.org/drawingml/2006/main" flipV="1">
            <a:off x="5951646" y="251155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7560D178-9525-4C9A-A452-FDF6D396321E}"/>
              </a:ext>
            </a:extLst>
          </p:cNvPr>
          <p:cNvSpPr>
            <a:spLocks xmlns:a="http://schemas.openxmlformats.org/drawingml/2006/main" noGrp="1"/>
          </p:cNvSpPr>
          <p:nvPr/>
        </p:nvSpPr>
        <p:spPr>
          <a:xfrm xmlns:a="http://schemas.openxmlformats.org/drawingml/2006/main" flipV="1">
            <a:off x="6042720" y="245194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9B73AD60-1F8E-4872-8E48-17AC93195491}"/>
              </a:ext>
            </a:extLst>
          </p:cNvPr>
          <p:cNvSpPr>
            <a:spLocks xmlns:a="http://schemas.openxmlformats.org/drawingml/2006/main" noGrp="1"/>
          </p:cNvSpPr>
          <p:nvPr/>
        </p:nvSpPr>
        <p:spPr>
          <a:xfrm xmlns:a="http://schemas.openxmlformats.org/drawingml/2006/main" flipV="1">
            <a:off x="6133795" y="239189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B2EC409C-189C-49C2-8237-04606F7B81E7}"/>
              </a:ext>
            </a:extLst>
          </p:cNvPr>
          <p:cNvSpPr>
            <a:spLocks xmlns:a="http://schemas.openxmlformats.org/drawingml/2006/main" noGrp="1"/>
          </p:cNvSpPr>
          <p:nvPr/>
        </p:nvSpPr>
        <p:spPr>
          <a:xfrm xmlns:a="http://schemas.openxmlformats.org/drawingml/2006/main" flipV="1">
            <a:off x="6224869" y="233219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74593734-9E70-4142-A736-10DAA8FB388A}"/>
              </a:ext>
            </a:extLst>
          </p:cNvPr>
          <p:cNvSpPr>
            <a:spLocks xmlns:a="http://schemas.openxmlformats.org/drawingml/2006/main" noGrp="1"/>
          </p:cNvSpPr>
          <p:nvPr/>
        </p:nvSpPr>
        <p:spPr>
          <a:xfrm xmlns:a="http://schemas.openxmlformats.org/drawingml/2006/main" flipV="1">
            <a:off x="6315943" y="227360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AE3D9E15-4066-4D79-9C33-28066DB9B140}"/>
              </a:ext>
            </a:extLst>
          </p:cNvPr>
          <p:cNvSpPr>
            <a:spLocks xmlns:a="http://schemas.openxmlformats.org/drawingml/2006/main" noGrp="1"/>
          </p:cNvSpPr>
          <p:nvPr/>
        </p:nvSpPr>
        <p:spPr>
          <a:xfrm xmlns:a="http://schemas.openxmlformats.org/drawingml/2006/main" flipV="1">
            <a:off x="6407017" y="221685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73BAEEA3-589A-48E4-9643-D8B7FE4E05B0}"/>
              </a:ext>
            </a:extLst>
          </p:cNvPr>
          <p:cNvSpPr>
            <a:spLocks xmlns:a="http://schemas.openxmlformats.org/drawingml/2006/main" noGrp="1"/>
          </p:cNvSpPr>
          <p:nvPr/>
        </p:nvSpPr>
        <p:spPr>
          <a:xfrm xmlns:a="http://schemas.openxmlformats.org/drawingml/2006/main" flipV="1">
            <a:off x="6498092" y="216269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5020BCCC-137B-4776-B2AF-F42035D602D5}"/>
              </a:ext>
            </a:extLst>
          </p:cNvPr>
          <p:cNvSpPr>
            <a:spLocks xmlns:a="http://schemas.openxmlformats.org/drawingml/2006/main" noGrp="1"/>
          </p:cNvSpPr>
          <p:nvPr/>
        </p:nvSpPr>
        <p:spPr>
          <a:xfrm xmlns:a="http://schemas.openxmlformats.org/drawingml/2006/main" flipV="1">
            <a:off x="6589166" y="211179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D2BDA57D-4054-4B64-AE81-B90982E8C459}"/>
              </a:ext>
            </a:extLst>
          </p:cNvPr>
          <p:cNvSpPr>
            <a:spLocks xmlns:a="http://schemas.openxmlformats.org/drawingml/2006/main" noGrp="1"/>
          </p:cNvSpPr>
          <p:nvPr/>
        </p:nvSpPr>
        <p:spPr>
          <a:xfrm xmlns:a="http://schemas.openxmlformats.org/drawingml/2006/main" flipV="1">
            <a:off x="6680240" y="206481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4364E74B-FED0-447A-8652-53BD4AB34FC6}"/>
              </a:ext>
            </a:extLst>
          </p:cNvPr>
          <p:cNvSpPr>
            <a:spLocks xmlns:a="http://schemas.openxmlformats.org/drawingml/2006/main" noGrp="1"/>
          </p:cNvSpPr>
          <p:nvPr/>
        </p:nvSpPr>
        <p:spPr>
          <a:xfrm xmlns:a="http://schemas.openxmlformats.org/drawingml/2006/main" flipV="1">
            <a:off x="6771314" y="202236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76E5E6CF-9D75-44BD-83AA-E462E7003B6B}"/>
              </a:ext>
            </a:extLst>
          </p:cNvPr>
          <p:cNvSpPr>
            <a:spLocks xmlns:a="http://schemas.openxmlformats.org/drawingml/2006/main" noGrp="1"/>
          </p:cNvSpPr>
          <p:nvPr/>
        </p:nvSpPr>
        <p:spPr>
          <a:xfrm xmlns:a="http://schemas.openxmlformats.org/drawingml/2006/main" flipV="1">
            <a:off x="6862389" y="198496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F0956485-12C6-4FD2-B30B-1F8E17AACC80}"/>
              </a:ext>
            </a:extLst>
          </p:cNvPr>
          <p:cNvSpPr>
            <a:spLocks xmlns:a="http://schemas.openxmlformats.org/drawingml/2006/main" noGrp="1"/>
          </p:cNvSpPr>
          <p:nvPr/>
        </p:nvSpPr>
        <p:spPr>
          <a:xfrm xmlns:a="http://schemas.openxmlformats.org/drawingml/2006/main" flipV="1">
            <a:off x="6953463" y="195311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001D2DF-8000-4252-8C45-1C1AFBDD2594}"/>
              </a:ext>
            </a:extLst>
          </p:cNvPr>
          <p:cNvSpPr>
            <a:spLocks xmlns:a="http://schemas.openxmlformats.org/drawingml/2006/main" noGrp="1"/>
          </p:cNvSpPr>
          <p:nvPr/>
        </p:nvSpPr>
        <p:spPr>
          <a:xfrm xmlns:a="http://schemas.openxmlformats.org/drawingml/2006/main" flipV="1">
            <a:off x="7044537" y="192721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4BB40497-F084-4A44-971B-64B55ED5846C}"/>
              </a:ext>
            </a:extLst>
          </p:cNvPr>
          <p:cNvSpPr>
            <a:spLocks xmlns:a="http://schemas.openxmlformats.org/drawingml/2006/main" noGrp="1"/>
          </p:cNvSpPr>
          <p:nvPr/>
        </p:nvSpPr>
        <p:spPr>
          <a:xfrm xmlns:a="http://schemas.openxmlformats.org/drawingml/2006/main" flipV="1">
            <a:off x="7135611" y="190758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B38C147D-BCA3-4081-B4D6-CB93FF3AB32D}"/>
              </a:ext>
            </a:extLst>
          </p:cNvPr>
          <p:cNvSpPr>
            <a:spLocks xmlns:a="http://schemas.openxmlformats.org/drawingml/2006/main" noGrp="1"/>
          </p:cNvSpPr>
          <p:nvPr/>
        </p:nvSpPr>
        <p:spPr>
          <a:xfrm xmlns:a="http://schemas.openxmlformats.org/drawingml/2006/main" flipV="1">
            <a:off x="7226686" y="189448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6D54D4C9-1DC0-47AC-AF37-67318955E193}"/>
              </a:ext>
            </a:extLst>
          </p:cNvPr>
          <p:cNvSpPr>
            <a:spLocks xmlns:a="http://schemas.openxmlformats.org/drawingml/2006/main" noGrp="1"/>
          </p:cNvSpPr>
          <p:nvPr/>
        </p:nvSpPr>
        <p:spPr>
          <a:xfrm xmlns:a="http://schemas.openxmlformats.org/drawingml/2006/main" flipV="1">
            <a:off x="7317760" y="188808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D7A3174C-E325-4263-A30A-BAA9053D76FE}"/>
              </a:ext>
            </a:extLst>
          </p:cNvPr>
          <p:cNvSpPr>
            <a:spLocks xmlns:a="http://schemas.openxmlformats.org/drawingml/2006/main" noGrp="1"/>
          </p:cNvSpPr>
          <p:nvPr/>
        </p:nvSpPr>
        <p:spPr>
          <a:xfrm xmlns:a="http://schemas.openxmlformats.org/drawingml/2006/main">
            <a:off x="7408834" y="188808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835FF7F-A2CA-4B22-9775-F5FD5A5A3DDB}"/>
              </a:ext>
            </a:extLst>
          </p:cNvPr>
          <p:cNvSpPr>
            <a:spLocks xmlns:a="http://schemas.openxmlformats.org/drawingml/2006/main" noGrp="1"/>
          </p:cNvSpPr>
          <p:nvPr/>
        </p:nvSpPr>
        <p:spPr>
          <a:xfrm xmlns:a="http://schemas.openxmlformats.org/drawingml/2006/main">
            <a:off x="7499908" y="188846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60BCBAB0-D928-4D49-A723-A43508DFB8BC}"/>
              </a:ext>
            </a:extLst>
          </p:cNvPr>
          <p:cNvSpPr>
            <a:spLocks xmlns:a="http://schemas.openxmlformats.org/drawingml/2006/main" noGrp="1"/>
          </p:cNvSpPr>
          <p:nvPr/>
        </p:nvSpPr>
        <p:spPr>
          <a:xfrm xmlns:a="http://schemas.openxmlformats.org/drawingml/2006/main">
            <a:off x="7590983" y="189561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F2B9AEDB-1C22-4D8C-A0AC-F55084732A9B}"/>
              </a:ext>
            </a:extLst>
          </p:cNvPr>
          <p:cNvSpPr>
            <a:spLocks xmlns:a="http://schemas.openxmlformats.org/drawingml/2006/main" noGrp="1"/>
          </p:cNvSpPr>
          <p:nvPr/>
        </p:nvSpPr>
        <p:spPr>
          <a:xfrm xmlns:a="http://schemas.openxmlformats.org/drawingml/2006/main">
            <a:off x="7682057" y="190944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2EEEEF00-E7F1-4CF5-98C3-BF47CDD4C54D}"/>
              </a:ext>
            </a:extLst>
          </p:cNvPr>
          <p:cNvSpPr>
            <a:spLocks xmlns:a="http://schemas.openxmlformats.org/drawingml/2006/main" noGrp="1"/>
          </p:cNvSpPr>
          <p:nvPr/>
        </p:nvSpPr>
        <p:spPr>
          <a:xfrm xmlns:a="http://schemas.openxmlformats.org/drawingml/2006/main">
            <a:off x="7773131" y="192978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F04AE13E-75B5-437C-AB7C-616AC278A3B9}"/>
              </a:ext>
            </a:extLst>
          </p:cNvPr>
          <p:cNvSpPr>
            <a:spLocks xmlns:a="http://schemas.openxmlformats.org/drawingml/2006/main" noGrp="1"/>
          </p:cNvSpPr>
          <p:nvPr/>
        </p:nvSpPr>
        <p:spPr>
          <a:xfrm xmlns:a="http://schemas.openxmlformats.org/drawingml/2006/main">
            <a:off x="7864205" y="195636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BECE14F1-0459-4899-B477-2D131A356D87}"/>
              </a:ext>
            </a:extLst>
          </p:cNvPr>
          <p:cNvSpPr>
            <a:spLocks xmlns:a="http://schemas.openxmlformats.org/drawingml/2006/main" noGrp="1"/>
          </p:cNvSpPr>
          <p:nvPr/>
        </p:nvSpPr>
        <p:spPr>
          <a:xfrm xmlns:a="http://schemas.openxmlformats.org/drawingml/2006/main">
            <a:off x="7955280" y="198885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0647D5AD-772A-48B5-AFF4-A9AFC0AE8B8A}"/>
              </a:ext>
            </a:extLst>
          </p:cNvPr>
          <p:cNvSpPr>
            <a:spLocks xmlns:a="http://schemas.openxmlformats.org/drawingml/2006/main" noGrp="1"/>
          </p:cNvSpPr>
          <p:nvPr/>
        </p:nvSpPr>
        <p:spPr>
          <a:xfrm xmlns:a="http://schemas.openxmlformats.org/drawingml/2006/main">
            <a:off x="8046354" y="202683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81B79F8-765B-4E08-9406-F9CF5BF4C2B0}"/>
              </a:ext>
            </a:extLst>
          </p:cNvPr>
          <p:cNvSpPr>
            <a:spLocks xmlns:a="http://schemas.openxmlformats.org/drawingml/2006/main" noGrp="1"/>
          </p:cNvSpPr>
          <p:nvPr/>
        </p:nvSpPr>
        <p:spPr>
          <a:xfrm xmlns:a="http://schemas.openxmlformats.org/drawingml/2006/main">
            <a:off x="8137428" y="206982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9AE0221C-2E4B-425A-99B8-0F2312A7F8D6}"/>
              </a:ext>
            </a:extLst>
          </p:cNvPr>
          <p:cNvSpPr>
            <a:spLocks xmlns:a="http://schemas.openxmlformats.org/drawingml/2006/main" noGrp="1"/>
          </p:cNvSpPr>
          <p:nvPr/>
        </p:nvSpPr>
        <p:spPr>
          <a:xfrm xmlns:a="http://schemas.openxmlformats.org/drawingml/2006/main">
            <a:off x="8228502" y="211726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3ABB8F7A-F1AE-4C55-9551-810384706CB5}"/>
              </a:ext>
            </a:extLst>
          </p:cNvPr>
          <p:cNvSpPr>
            <a:spLocks xmlns:a="http://schemas.openxmlformats.org/drawingml/2006/main" noGrp="1"/>
          </p:cNvSpPr>
          <p:nvPr/>
        </p:nvSpPr>
        <p:spPr>
          <a:xfrm xmlns:a="http://schemas.openxmlformats.org/drawingml/2006/main">
            <a:off x="8319576" y="216856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EAD05DAF-6F2C-41F3-A5B7-16D8D5C35D61}"/>
              </a:ext>
            </a:extLst>
          </p:cNvPr>
          <p:cNvSpPr>
            <a:spLocks xmlns:a="http://schemas.openxmlformats.org/drawingml/2006/main" noGrp="1"/>
          </p:cNvSpPr>
          <p:nvPr/>
        </p:nvSpPr>
        <p:spPr>
          <a:xfrm xmlns:a="http://schemas.openxmlformats.org/drawingml/2006/main">
            <a:off x="8410651" y="222304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DC54539-2299-42C1-8CFB-EC6B523B00D8}"/>
              </a:ext>
            </a:extLst>
          </p:cNvPr>
          <p:cNvSpPr>
            <a:spLocks xmlns:a="http://schemas.openxmlformats.org/drawingml/2006/main" noGrp="1"/>
          </p:cNvSpPr>
          <p:nvPr/>
        </p:nvSpPr>
        <p:spPr>
          <a:xfrm xmlns:a="http://schemas.openxmlformats.org/drawingml/2006/main">
            <a:off x="8501725" y="228003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4261171B-27A2-48E1-9D7D-23CCACB4680B}"/>
              </a:ext>
            </a:extLst>
          </p:cNvPr>
          <p:cNvSpPr>
            <a:spLocks xmlns:a="http://schemas.openxmlformats.org/drawingml/2006/main" noGrp="1"/>
          </p:cNvSpPr>
          <p:nvPr/>
        </p:nvSpPr>
        <p:spPr>
          <a:xfrm xmlns:a="http://schemas.openxmlformats.org/drawingml/2006/main">
            <a:off x="8592799" y="233879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DFAC4DFF-B07C-47A3-8B8F-AE4B3B15CD43}"/>
              </a:ext>
            </a:extLst>
          </p:cNvPr>
          <p:cNvSpPr>
            <a:spLocks xmlns:a="http://schemas.openxmlformats.org/drawingml/2006/main" noGrp="1"/>
          </p:cNvSpPr>
          <p:nvPr/>
        </p:nvSpPr>
        <p:spPr>
          <a:xfrm xmlns:a="http://schemas.openxmlformats.org/drawingml/2006/main">
            <a:off x="8683873" y="239856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9A62979-82F2-4942-8938-9416666E6651}"/>
              </a:ext>
            </a:extLst>
          </p:cNvPr>
          <p:cNvSpPr>
            <a:spLocks xmlns:a="http://schemas.openxmlformats.org/drawingml/2006/main" noGrp="1"/>
          </p:cNvSpPr>
          <p:nvPr/>
        </p:nvSpPr>
        <p:spPr>
          <a:xfrm xmlns:a="http://schemas.openxmlformats.org/drawingml/2006/main">
            <a:off x="8774948" y="245859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04E7102E-455C-47C7-9A97-0A244DA67F71}"/>
              </a:ext>
            </a:extLst>
          </p:cNvPr>
          <p:cNvSpPr>
            <a:spLocks xmlns:a="http://schemas.openxmlformats.org/drawingml/2006/main" noGrp="1"/>
          </p:cNvSpPr>
          <p:nvPr/>
        </p:nvSpPr>
        <p:spPr>
          <a:xfrm xmlns:a="http://schemas.openxmlformats.org/drawingml/2006/main">
            <a:off x="8866022" y="251812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FFAF5897-25E6-4BE2-BB16-A5D22C38BD1F}"/>
              </a:ext>
            </a:extLst>
          </p:cNvPr>
          <p:cNvSpPr>
            <a:spLocks xmlns:a="http://schemas.openxmlformats.org/drawingml/2006/main" noGrp="1"/>
          </p:cNvSpPr>
          <p:nvPr/>
        </p:nvSpPr>
        <p:spPr>
          <a:xfrm xmlns:a="http://schemas.openxmlformats.org/drawingml/2006/main">
            <a:off x="8957096" y="257636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FDBA3176-49AC-4215-8F43-0F55F3F56AB7}"/>
              </a:ext>
            </a:extLst>
          </p:cNvPr>
          <p:cNvSpPr>
            <a:spLocks xmlns:a="http://schemas.openxmlformats.org/drawingml/2006/main" noGrp="1"/>
          </p:cNvSpPr>
          <p:nvPr/>
        </p:nvSpPr>
        <p:spPr>
          <a:xfrm xmlns:a="http://schemas.openxmlformats.org/drawingml/2006/main">
            <a:off x="9048170" y="263260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9759EDAA-17C6-47A2-9421-EA9C848BFC1D}"/>
              </a:ext>
            </a:extLst>
          </p:cNvPr>
          <p:cNvSpPr>
            <a:spLocks xmlns:a="http://schemas.openxmlformats.org/drawingml/2006/main" noGrp="1"/>
          </p:cNvSpPr>
          <p:nvPr/>
        </p:nvSpPr>
        <p:spPr>
          <a:xfrm xmlns:a="http://schemas.openxmlformats.org/drawingml/2006/main">
            <a:off x="9139245" y="268610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922D8C3-6789-4C7A-902A-3F8329B271BA}"/>
              </a:ext>
            </a:extLst>
          </p:cNvPr>
          <p:cNvSpPr>
            <a:spLocks xmlns:a="http://schemas.openxmlformats.org/drawingml/2006/main" noGrp="1"/>
          </p:cNvSpPr>
          <p:nvPr/>
        </p:nvSpPr>
        <p:spPr>
          <a:xfrm xmlns:a="http://schemas.openxmlformats.org/drawingml/2006/main">
            <a:off x="9230319" y="273618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72FF0AF-88D7-4990-8CF6-2E31D1891A3A}"/>
              </a:ext>
            </a:extLst>
          </p:cNvPr>
          <p:cNvSpPr>
            <a:spLocks xmlns:a="http://schemas.openxmlformats.org/drawingml/2006/main" noGrp="1"/>
          </p:cNvSpPr>
          <p:nvPr/>
        </p:nvSpPr>
        <p:spPr>
          <a:xfrm xmlns:a="http://schemas.openxmlformats.org/drawingml/2006/main">
            <a:off x="9321393" y="278220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85CE3B43-88FC-448A-9F22-1213149EEFAE}"/>
              </a:ext>
            </a:extLst>
          </p:cNvPr>
          <p:cNvSpPr>
            <a:spLocks xmlns:a="http://schemas.openxmlformats.org/drawingml/2006/main" noGrp="1"/>
          </p:cNvSpPr>
          <p:nvPr/>
        </p:nvSpPr>
        <p:spPr>
          <a:xfrm xmlns:a="http://schemas.openxmlformats.org/drawingml/2006/main">
            <a:off x="9412467" y="282357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FA14AAA-4ED4-4F3E-8E17-D3D25D64B3C0}"/>
              </a:ext>
            </a:extLst>
          </p:cNvPr>
          <p:cNvSpPr>
            <a:spLocks xmlns:a="http://schemas.openxmlformats.org/drawingml/2006/main" noGrp="1"/>
          </p:cNvSpPr>
          <p:nvPr/>
        </p:nvSpPr>
        <p:spPr>
          <a:xfrm xmlns:a="http://schemas.openxmlformats.org/drawingml/2006/main">
            <a:off x="9503542" y="285977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B0937D90-627F-4355-96D9-6DBD54803520}"/>
              </a:ext>
            </a:extLst>
          </p:cNvPr>
          <p:cNvSpPr>
            <a:spLocks xmlns:a="http://schemas.openxmlformats.org/drawingml/2006/main" noGrp="1"/>
          </p:cNvSpPr>
          <p:nvPr/>
        </p:nvSpPr>
        <p:spPr>
          <a:xfrm xmlns:a="http://schemas.openxmlformats.org/drawingml/2006/main">
            <a:off x="9594616" y="289034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9D3606CD-9904-4932-A650-7D5C8AFC2FB7}"/>
              </a:ext>
            </a:extLst>
          </p:cNvPr>
          <p:cNvSpPr>
            <a:spLocks xmlns:a="http://schemas.openxmlformats.org/drawingml/2006/main" noGrp="1"/>
          </p:cNvSpPr>
          <p:nvPr/>
        </p:nvSpPr>
        <p:spPr>
          <a:xfrm xmlns:a="http://schemas.openxmlformats.org/drawingml/2006/main">
            <a:off x="9685690" y="291488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0230A5D-BE0D-4D80-9649-6612E55C9578}"/>
              </a:ext>
            </a:extLst>
          </p:cNvPr>
          <p:cNvSpPr>
            <a:spLocks xmlns:a="http://schemas.openxmlformats.org/drawingml/2006/main" noGrp="1"/>
          </p:cNvSpPr>
          <p:nvPr/>
        </p:nvSpPr>
        <p:spPr>
          <a:xfrm xmlns:a="http://schemas.openxmlformats.org/drawingml/2006/main">
            <a:off x="9776764" y="293307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D47A0186-7B5A-444B-8FA2-69C9197A3939}"/>
              </a:ext>
            </a:extLst>
          </p:cNvPr>
          <p:cNvSpPr>
            <a:spLocks xmlns:a="http://schemas.openxmlformats.org/drawingml/2006/main" noGrp="1"/>
          </p:cNvSpPr>
          <p:nvPr/>
        </p:nvSpPr>
        <p:spPr>
          <a:xfrm xmlns:a="http://schemas.openxmlformats.org/drawingml/2006/main">
            <a:off x="9867839" y="294469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4B62C114-A233-45F7-A844-A4C0201AE293}"/>
              </a:ext>
            </a:extLst>
          </p:cNvPr>
          <p:cNvSpPr>
            <a:spLocks xmlns:a="http://schemas.openxmlformats.org/drawingml/2006/main" noGrp="1"/>
          </p:cNvSpPr>
          <p:nvPr/>
        </p:nvSpPr>
        <p:spPr>
          <a:xfrm xmlns:a="http://schemas.openxmlformats.org/drawingml/2006/main" flipV="1">
            <a:off x="9958913" y="294770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212B1BBD-BD89-48C8-A42E-9C6AD25E2C97}"/>
              </a:ext>
            </a:extLst>
          </p:cNvPr>
          <p:cNvSpPr>
            <a:spLocks xmlns:a="http://schemas.openxmlformats.org/drawingml/2006/main" noGrp="1"/>
          </p:cNvSpPr>
          <p:nvPr/>
        </p:nvSpPr>
        <p:spPr>
          <a:xfrm xmlns:a="http://schemas.openxmlformats.org/drawingml/2006/main" flipV="1">
            <a:off x="10049987" y="293906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256AC3EB-3969-41DF-8B7E-D2FD20E1B404}"/>
              </a:ext>
            </a:extLst>
          </p:cNvPr>
          <p:cNvSpPr>
            <a:spLocks xmlns:a="http://schemas.openxmlformats.org/drawingml/2006/main" noGrp="1"/>
          </p:cNvSpPr>
          <p:nvPr/>
        </p:nvSpPr>
        <p:spPr>
          <a:xfrm xmlns:a="http://schemas.openxmlformats.org/drawingml/2006/main" flipV="1">
            <a:off x="10141061" y="292376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3A94C319-E690-4FAA-AD72-55370AC8F9F0}"/>
              </a:ext>
            </a:extLst>
          </p:cNvPr>
          <p:cNvSpPr>
            <a:spLocks xmlns:a="http://schemas.openxmlformats.org/drawingml/2006/main" noGrp="1"/>
          </p:cNvSpPr>
          <p:nvPr/>
        </p:nvSpPr>
        <p:spPr>
          <a:xfrm xmlns:a="http://schemas.openxmlformats.org/drawingml/2006/main">
            <a:off x="1063447" y="235732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3D509EA6-9233-4816-8B96-AE79D8000F2E}"/>
              </a:ext>
            </a:extLst>
          </p:cNvPr>
          <p:cNvSpPr>
            <a:spLocks xmlns:a="http://schemas.openxmlformats.org/drawingml/2006/main" noGrp="1"/>
          </p:cNvSpPr>
          <p:nvPr/>
        </p:nvSpPr>
        <p:spPr>
          <a:xfrm xmlns:a="http://schemas.openxmlformats.org/drawingml/2006/main">
            <a:off x="2201875" y="1832687"/>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D42FFB1E-4293-4A47-98E4-956A3A3E2ECC}"/>
              </a:ext>
            </a:extLst>
          </p:cNvPr>
          <p:cNvSpPr>
            <a:spLocks xmlns:a="http://schemas.openxmlformats.org/drawingml/2006/main" noGrp="1"/>
          </p:cNvSpPr>
          <p:nvPr/>
        </p:nvSpPr>
        <p:spPr>
          <a:xfrm xmlns:a="http://schemas.openxmlformats.org/drawingml/2006/main">
            <a:off x="3340303" y="219318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8D0AB11C-0D35-42A9-A973-051664574E09}"/>
              </a:ext>
            </a:extLst>
          </p:cNvPr>
          <p:cNvSpPr>
            <a:spLocks xmlns:a="http://schemas.openxmlformats.org/drawingml/2006/main" noGrp="1"/>
          </p:cNvSpPr>
          <p:nvPr/>
        </p:nvSpPr>
        <p:spPr>
          <a:xfrm xmlns:a="http://schemas.openxmlformats.org/drawingml/2006/main">
            <a:off x="4478731" y="283060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99153E9E-B220-490A-AB7F-2A6623982955}"/>
              </a:ext>
            </a:extLst>
          </p:cNvPr>
          <p:cNvSpPr>
            <a:spLocks xmlns:a="http://schemas.openxmlformats.org/drawingml/2006/main" noGrp="1"/>
          </p:cNvSpPr>
          <p:nvPr/>
        </p:nvSpPr>
        <p:spPr>
          <a:xfrm xmlns:a="http://schemas.openxmlformats.org/drawingml/2006/main">
            <a:off x="5617159" y="2669540"/>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D9CEFFB3-01F7-4EB8-B039-A17C7BD5479D}"/>
              </a:ext>
            </a:extLst>
          </p:cNvPr>
          <p:cNvSpPr>
            <a:spLocks xmlns:a="http://schemas.openxmlformats.org/drawingml/2006/main" noGrp="1"/>
          </p:cNvSpPr>
          <p:nvPr/>
        </p:nvSpPr>
        <p:spPr>
          <a:xfrm xmlns:a="http://schemas.openxmlformats.org/drawingml/2006/main">
            <a:off x="6755587" y="1981725"/>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B611500-F63A-416F-87BB-CDBC97F22413}"/>
              </a:ext>
            </a:extLst>
          </p:cNvPr>
          <p:cNvSpPr>
            <a:spLocks xmlns:a="http://schemas.openxmlformats.org/drawingml/2006/main" noGrp="1"/>
          </p:cNvSpPr>
          <p:nvPr/>
        </p:nvSpPr>
        <p:spPr>
          <a:xfrm xmlns:a="http://schemas.openxmlformats.org/drawingml/2006/main">
            <a:off x="7894015" y="192759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EB567980-6705-4C18-BD6B-02D94E4F63CD}"/>
              </a:ext>
            </a:extLst>
          </p:cNvPr>
          <p:cNvSpPr>
            <a:spLocks xmlns:a="http://schemas.openxmlformats.org/drawingml/2006/main" noGrp="1"/>
          </p:cNvSpPr>
          <p:nvPr/>
        </p:nvSpPr>
        <p:spPr>
          <a:xfrm xmlns:a="http://schemas.openxmlformats.org/drawingml/2006/main">
            <a:off x="9032443" y="259847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Connector 117">
            <a:extLst xmlns:a="http://schemas.openxmlformats.org/drawingml/2006/main">
              <a:ext uri="{FF2B5EF4-FFF2-40B4-BE49-F238E27FC236}">
                <a16:creationId xmlns:a16="http://schemas.microsoft.com/office/drawing/2014/main" id="{97258DF3-5B43-4E8D-886B-3EA2BFC0752E}"/>
              </a:ext>
            </a:extLst>
          </p:cNvPr>
          <p:cNvSpPr>
            <a:spLocks xmlns:a="http://schemas.openxmlformats.org/drawingml/2006/main" noGrp="1"/>
          </p:cNvSpPr>
          <p:nvPr/>
        </p:nvSpPr>
        <p:spPr>
          <a:xfrm xmlns:a="http://schemas.openxmlformats.org/drawingml/2006/main">
            <a:off x="1005840" y="453542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BC16BDE8-DA45-4EAF-B01E-3363C333C456}"/>
              </a:ext>
            </a:extLst>
          </p:cNvPr>
          <p:cNvSpPr>
            <a:spLocks xmlns:a="http://schemas.openxmlformats.org/drawingml/2006/main" noGrp="1"/>
          </p:cNvSpPr>
          <p:nvPr/>
        </p:nvSpPr>
        <p:spPr>
          <a:xfrm xmlns:a="http://schemas.openxmlformats.org/drawingml/2006/main">
            <a:off x="1097280" y="384048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TextBox 121">
            <a:extLst xmlns:a="http://schemas.openxmlformats.org/drawingml/2006/main">
              <a:ext uri="{FF2B5EF4-FFF2-40B4-BE49-F238E27FC236}">
                <a16:creationId xmlns:a16="http://schemas.microsoft.com/office/drawing/2014/main" id="{2DA9EB04-6FF5-48C6-B39E-C202151BBB30}"/>
              </a:ext>
            </a:extLst>
          </p:cNvPr>
          <p:cNvSpPr>
            <a:spLocks xmlns:a="http://schemas.openxmlformats.org/drawingml/2006/main" noGrp="1"/>
          </p:cNvSpPr>
          <p:nvPr/>
        </p:nvSpPr>
        <p:spPr>
          <a:xfrm xmlns:a="http://schemas.openxmlformats.org/drawingml/2006/main">
            <a:off x="1005840" y="330098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采样点较多</a:t>
            </a:r>
          </a:p>
        </p:txBody>
      </p:sp>
      <p:sp>
        <p:nvSpPr>
          <p:cNvPr id="123" name="Connector 122">
            <a:extLst xmlns:a="http://schemas.openxmlformats.org/drawingml/2006/main">
              <a:ext uri="{FF2B5EF4-FFF2-40B4-BE49-F238E27FC236}">
                <a16:creationId xmlns:a16="http://schemas.microsoft.com/office/drawing/2014/main" id="{DF590BD4-AEE7-47ED-A4BF-34A14BA8F237}"/>
              </a:ext>
            </a:extLst>
          </p:cNvPr>
          <p:cNvSpPr>
            <a:spLocks xmlns:a="http://schemas.openxmlformats.org/drawingml/2006/main" noGrp="1"/>
          </p:cNvSpPr>
          <p:nvPr/>
        </p:nvSpPr>
        <p:spPr>
          <a:xfrm xmlns:a="http://schemas.openxmlformats.org/drawingml/2006/main" flipV="1">
            <a:off x="1124712" y="446176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BD5E8178-0843-4905-89D6-D21C92836164}"/>
              </a:ext>
            </a:extLst>
          </p:cNvPr>
          <p:cNvSpPr>
            <a:spLocks xmlns:a="http://schemas.openxmlformats.org/drawingml/2006/main" noGrp="1"/>
          </p:cNvSpPr>
          <p:nvPr/>
        </p:nvSpPr>
        <p:spPr>
          <a:xfrm xmlns:a="http://schemas.openxmlformats.org/drawingml/2006/main" flipV="1">
            <a:off x="1215786" y="440258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A2A04DC8-3E9F-4B97-BB44-F77CD664336A}"/>
              </a:ext>
            </a:extLst>
          </p:cNvPr>
          <p:cNvSpPr>
            <a:spLocks xmlns:a="http://schemas.openxmlformats.org/drawingml/2006/main" noGrp="1"/>
          </p:cNvSpPr>
          <p:nvPr/>
        </p:nvSpPr>
        <p:spPr>
          <a:xfrm xmlns:a="http://schemas.openxmlformats.org/drawingml/2006/main" flipV="1">
            <a:off x="1306860" y="434492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43D811B3-2E05-4BF1-A166-C3C5B084E2A3}"/>
              </a:ext>
            </a:extLst>
          </p:cNvPr>
          <p:cNvSpPr>
            <a:spLocks xmlns:a="http://schemas.openxmlformats.org/drawingml/2006/main" noGrp="1"/>
          </p:cNvSpPr>
          <p:nvPr/>
        </p:nvSpPr>
        <p:spPr>
          <a:xfrm xmlns:a="http://schemas.openxmlformats.org/drawingml/2006/main" flipV="1">
            <a:off x="1397934" y="428952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C2FA1D60-F003-4C9C-A93C-3129A663B460}"/>
              </a:ext>
            </a:extLst>
          </p:cNvPr>
          <p:cNvSpPr>
            <a:spLocks xmlns:a="http://schemas.openxmlformats.org/drawingml/2006/main" noGrp="1"/>
          </p:cNvSpPr>
          <p:nvPr/>
        </p:nvSpPr>
        <p:spPr>
          <a:xfrm xmlns:a="http://schemas.openxmlformats.org/drawingml/2006/main" flipV="1">
            <a:off x="1489008" y="423709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09CD2EEE-5661-4A0D-BE8C-0CF10BAFF6ED}"/>
              </a:ext>
            </a:extLst>
          </p:cNvPr>
          <p:cNvSpPr>
            <a:spLocks xmlns:a="http://schemas.openxmlformats.org/drawingml/2006/main" noGrp="1"/>
          </p:cNvSpPr>
          <p:nvPr/>
        </p:nvSpPr>
        <p:spPr>
          <a:xfrm xmlns:a="http://schemas.openxmlformats.org/drawingml/2006/main" flipV="1">
            <a:off x="1580083" y="418829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3FC1ED89-B790-474B-9656-3C82BF8E56FC}"/>
              </a:ext>
            </a:extLst>
          </p:cNvPr>
          <p:cNvSpPr>
            <a:spLocks xmlns:a="http://schemas.openxmlformats.org/drawingml/2006/main" noGrp="1"/>
          </p:cNvSpPr>
          <p:nvPr/>
        </p:nvSpPr>
        <p:spPr>
          <a:xfrm xmlns:a="http://schemas.openxmlformats.org/drawingml/2006/main" flipV="1">
            <a:off x="1671157" y="414375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5B8D8BAC-7391-47F0-AD9F-2140B16B88EA}"/>
              </a:ext>
            </a:extLst>
          </p:cNvPr>
          <p:cNvSpPr>
            <a:spLocks xmlns:a="http://schemas.openxmlformats.org/drawingml/2006/main" noGrp="1"/>
          </p:cNvSpPr>
          <p:nvPr/>
        </p:nvSpPr>
        <p:spPr>
          <a:xfrm xmlns:a="http://schemas.openxmlformats.org/drawingml/2006/main" flipV="1">
            <a:off x="1762231" y="410405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3099DA80-C5ED-4420-866D-34B5233DBDBE}"/>
              </a:ext>
            </a:extLst>
          </p:cNvPr>
          <p:cNvSpPr>
            <a:spLocks xmlns:a="http://schemas.openxmlformats.org/drawingml/2006/main" noGrp="1"/>
          </p:cNvSpPr>
          <p:nvPr/>
        </p:nvSpPr>
        <p:spPr>
          <a:xfrm xmlns:a="http://schemas.openxmlformats.org/drawingml/2006/main" flipV="1">
            <a:off x="1853305" y="406968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FF6A0F58-53D3-47A5-89CA-07CB048C792E}"/>
              </a:ext>
            </a:extLst>
          </p:cNvPr>
          <p:cNvSpPr>
            <a:spLocks xmlns:a="http://schemas.openxmlformats.org/drawingml/2006/main" noGrp="1"/>
          </p:cNvSpPr>
          <p:nvPr/>
        </p:nvSpPr>
        <p:spPr>
          <a:xfrm xmlns:a="http://schemas.openxmlformats.org/drawingml/2006/main" flipV="1">
            <a:off x="1944380" y="404108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D2E697BE-2FFD-4392-839D-339BD0C63CC4}"/>
              </a:ext>
            </a:extLst>
          </p:cNvPr>
          <p:cNvSpPr>
            <a:spLocks xmlns:a="http://schemas.openxmlformats.org/drawingml/2006/main" noGrp="1"/>
          </p:cNvSpPr>
          <p:nvPr/>
        </p:nvSpPr>
        <p:spPr>
          <a:xfrm xmlns:a="http://schemas.openxmlformats.org/drawingml/2006/main" flipV="1">
            <a:off x="2035454" y="401863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9D6C6BFE-E1AE-4D80-BFDC-6D719E1BAF63}"/>
              </a:ext>
            </a:extLst>
          </p:cNvPr>
          <p:cNvSpPr>
            <a:spLocks xmlns:a="http://schemas.openxmlformats.org/drawingml/2006/main" noGrp="1"/>
          </p:cNvSpPr>
          <p:nvPr/>
        </p:nvSpPr>
        <p:spPr>
          <a:xfrm xmlns:a="http://schemas.openxmlformats.org/drawingml/2006/main" flipV="1">
            <a:off x="2126528" y="400260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D835DDA-BC0F-4831-B900-DA92D0C1A1BC}"/>
              </a:ext>
            </a:extLst>
          </p:cNvPr>
          <p:cNvSpPr>
            <a:spLocks xmlns:a="http://schemas.openxmlformats.org/drawingml/2006/main" noGrp="1"/>
          </p:cNvSpPr>
          <p:nvPr/>
        </p:nvSpPr>
        <p:spPr>
          <a:xfrm xmlns:a="http://schemas.openxmlformats.org/drawingml/2006/main" flipV="1">
            <a:off x="2217602" y="399321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DA04B3BC-B0AA-4E03-9082-325621DEB7CA}"/>
              </a:ext>
            </a:extLst>
          </p:cNvPr>
          <p:cNvSpPr>
            <a:spLocks xmlns:a="http://schemas.openxmlformats.org/drawingml/2006/main" noGrp="1"/>
          </p:cNvSpPr>
          <p:nvPr/>
        </p:nvSpPr>
        <p:spPr>
          <a:xfrm xmlns:a="http://schemas.openxmlformats.org/drawingml/2006/main" flipV="1">
            <a:off x="2308677" y="399057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33F1AD69-470D-496D-A6D4-9EADF994CC64}"/>
              </a:ext>
            </a:extLst>
          </p:cNvPr>
          <p:cNvSpPr>
            <a:spLocks xmlns:a="http://schemas.openxmlformats.org/drawingml/2006/main" noGrp="1"/>
          </p:cNvSpPr>
          <p:nvPr/>
        </p:nvSpPr>
        <p:spPr>
          <a:xfrm xmlns:a="http://schemas.openxmlformats.org/drawingml/2006/main">
            <a:off x="2399751" y="399057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185B7C6C-24D5-4E14-BCE1-F8B1BF734BC6}"/>
              </a:ext>
            </a:extLst>
          </p:cNvPr>
          <p:cNvSpPr>
            <a:spLocks xmlns:a="http://schemas.openxmlformats.org/drawingml/2006/main" noGrp="1"/>
          </p:cNvSpPr>
          <p:nvPr/>
        </p:nvSpPr>
        <p:spPr>
          <a:xfrm xmlns:a="http://schemas.openxmlformats.org/drawingml/2006/main">
            <a:off x="2490825" y="399472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313397F8-B885-4BA3-934D-04FFDC42C891}"/>
              </a:ext>
            </a:extLst>
          </p:cNvPr>
          <p:cNvSpPr>
            <a:spLocks xmlns:a="http://schemas.openxmlformats.org/drawingml/2006/main" noGrp="1"/>
          </p:cNvSpPr>
          <p:nvPr/>
        </p:nvSpPr>
        <p:spPr>
          <a:xfrm xmlns:a="http://schemas.openxmlformats.org/drawingml/2006/main">
            <a:off x="2581899" y="400560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A7446E32-38A8-4478-84FF-373A31445727}"/>
              </a:ext>
            </a:extLst>
          </p:cNvPr>
          <p:cNvSpPr>
            <a:spLocks xmlns:a="http://schemas.openxmlformats.org/drawingml/2006/main" noGrp="1"/>
          </p:cNvSpPr>
          <p:nvPr/>
        </p:nvSpPr>
        <p:spPr>
          <a:xfrm xmlns:a="http://schemas.openxmlformats.org/drawingml/2006/main">
            <a:off x="2672974" y="402307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07A08062-C26F-43C7-AB13-D3C67CA46054}"/>
              </a:ext>
            </a:extLst>
          </p:cNvPr>
          <p:cNvSpPr>
            <a:spLocks xmlns:a="http://schemas.openxmlformats.org/drawingml/2006/main" noGrp="1"/>
          </p:cNvSpPr>
          <p:nvPr/>
        </p:nvSpPr>
        <p:spPr>
          <a:xfrm xmlns:a="http://schemas.openxmlformats.org/drawingml/2006/main">
            <a:off x="2764048" y="404692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09D2CFA8-413D-41EC-96D5-4B15B7DBF300}"/>
              </a:ext>
            </a:extLst>
          </p:cNvPr>
          <p:cNvSpPr>
            <a:spLocks xmlns:a="http://schemas.openxmlformats.org/drawingml/2006/main" noGrp="1"/>
          </p:cNvSpPr>
          <p:nvPr/>
        </p:nvSpPr>
        <p:spPr>
          <a:xfrm xmlns:a="http://schemas.openxmlformats.org/drawingml/2006/main">
            <a:off x="2855122" y="407683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B87C4835-6990-4FDA-8F56-41672E0977F5}"/>
              </a:ext>
            </a:extLst>
          </p:cNvPr>
          <p:cNvSpPr>
            <a:spLocks xmlns:a="http://schemas.openxmlformats.org/drawingml/2006/main" noGrp="1"/>
          </p:cNvSpPr>
          <p:nvPr/>
        </p:nvSpPr>
        <p:spPr>
          <a:xfrm xmlns:a="http://schemas.openxmlformats.org/drawingml/2006/main">
            <a:off x="2946196" y="411243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44D0D874-D42F-4EA6-9782-76C98DC9519F}"/>
              </a:ext>
            </a:extLst>
          </p:cNvPr>
          <p:cNvSpPr>
            <a:spLocks xmlns:a="http://schemas.openxmlformats.org/drawingml/2006/main" noGrp="1"/>
          </p:cNvSpPr>
          <p:nvPr/>
        </p:nvSpPr>
        <p:spPr>
          <a:xfrm xmlns:a="http://schemas.openxmlformats.org/drawingml/2006/main">
            <a:off x="3037271" y="415325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EE064B41-E15D-4214-AAA8-8BD6D0053CA0}"/>
              </a:ext>
            </a:extLst>
          </p:cNvPr>
          <p:cNvSpPr>
            <a:spLocks xmlns:a="http://schemas.openxmlformats.org/drawingml/2006/main" noGrp="1"/>
          </p:cNvSpPr>
          <p:nvPr/>
        </p:nvSpPr>
        <p:spPr>
          <a:xfrm xmlns:a="http://schemas.openxmlformats.org/drawingml/2006/main">
            <a:off x="3128345" y="419879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BC5F9EBE-F0DF-4092-A27B-0588638A52A1}"/>
              </a:ext>
            </a:extLst>
          </p:cNvPr>
          <p:cNvSpPr>
            <a:spLocks xmlns:a="http://schemas.openxmlformats.org/drawingml/2006/main" noGrp="1"/>
          </p:cNvSpPr>
          <p:nvPr/>
        </p:nvSpPr>
        <p:spPr>
          <a:xfrm xmlns:a="http://schemas.openxmlformats.org/drawingml/2006/main">
            <a:off x="3219419" y="424845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6C38AECA-197F-45A9-A1EA-D589CFAB4369}"/>
              </a:ext>
            </a:extLst>
          </p:cNvPr>
          <p:cNvSpPr>
            <a:spLocks xmlns:a="http://schemas.openxmlformats.org/drawingml/2006/main" noGrp="1"/>
          </p:cNvSpPr>
          <p:nvPr/>
        </p:nvSpPr>
        <p:spPr>
          <a:xfrm xmlns:a="http://schemas.openxmlformats.org/drawingml/2006/main">
            <a:off x="3310493" y="430160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8906722A-DCD2-4E85-9A17-DC04D935151D}"/>
              </a:ext>
            </a:extLst>
          </p:cNvPr>
          <p:cNvSpPr>
            <a:spLocks xmlns:a="http://schemas.openxmlformats.org/drawingml/2006/main" noGrp="1"/>
          </p:cNvSpPr>
          <p:nvPr/>
        </p:nvSpPr>
        <p:spPr>
          <a:xfrm xmlns:a="http://schemas.openxmlformats.org/drawingml/2006/main">
            <a:off x="3401568" y="435756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0352CF8B-76E9-4064-BC39-0A1EE2EBC9FF}"/>
              </a:ext>
            </a:extLst>
          </p:cNvPr>
          <p:cNvSpPr>
            <a:spLocks xmlns:a="http://schemas.openxmlformats.org/drawingml/2006/main" noGrp="1"/>
          </p:cNvSpPr>
          <p:nvPr/>
        </p:nvSpPr>
        <p:spPr>
          <a:xfrm xmlns:a="http://schemas.openxmlformats.org/drawingml/2006/main">
            <a:off x="3492642" y="441562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AEF3304B-2EA2-4D70-971E-BEC650FF95F1}"/>
              </a:ext>
            </a:extLst>
          </p:cNvPr>
          <p:cNvSpPr>
            <a:spLocks xmlns:a="http://schemas.openxmlformats.org/drawingml/2006/main" noGrp="1"/>
          </p:cNvSpPr>
          <p:nvPr/>
        </p:nvSpPr>
        <p:spPr>
          <a:xfrm xmlns:a="http://schemas.openxmlformats.org/drawingml/2006/main">
            <a:off x="3583716" y="447504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A7EE6329-483E-4311-9707-E7EA0DA8CC45}"/>
              </a:ext>
            </a:extLst>
          </p:cNvPr>
          <p:cNvSpPr>
            <a:spLocks xmlns:a="http://schemas.openxmlformats.org/drawingml/2006/main" noGrp="1"/>
          </p:cNvSpPr>
          <p:nvPr/>
        </p:nvSpPr>
        <p:spPr>
          <a:xfrm xmlns:a="http://schemas.openxmlformats.org/drawingml/2006/main">
            <a:off x="3674790" y="453505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D4B8E5A-75DC-403D-9214-C044FFBB4B39}"/>
              </a:ext>
            </a:extLst>
          </p:cNvPr>
          <p:cNvSpPr>
            <a:spLocks xmlns:a="http://schemas.openxmlformats.org/drawingml/2006/main" noGrp="1"/>
          </p:cNvSpPr>
          <p:nvPr/>
        </p:nvSpPr>
        <p:spPr>
          <a:xfrm xmlns:a="http://schemas.openxmlformats.org/drawingml/2006/main">
            <a:off x="3765864" y="459489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2B3A8D53-5A45-40B6-971A-C71750590154}"/>
              </a:ext>
            </a:extLst>
          </p:cNvPr>
          <p:cNvSpPr>
            <a:spLocks xmlns:a="http://schemas.openxmlformats.org/drawingml/2006/main" noGrp="1"/>
          </p:cNvSpPr>
          <p:nvPr/>
        </p:nvSpPr>
        <p:spPr>
          <a:xfrm xmlns:a="http://schemas.openxmlformats.org/drawingml/2006/main">
            <a:off x="3856939" y="465380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92FCDDBE-CF15-4C59-A4F9-2468EE00D8A6}"/>
              </a:ext>
            </a:extLst>
          </p:cNvPr>
          <p:cNvSpPr>
            <a:spLocks xmlns:a="http://schemas.openxmlformats.org/drawingml/2006/main" noGrp="1"/>
          </p:cNvSpPr>
          <p:nvPr/>
        </p:nvSpPr>
        <p:spPr>
          <a:xfrm xmlns:a="http://schemas.openxmlformats.org/drawingml/2006/main">
            <a:off x="3948013" y="471102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D2CC078F-575D-4E25-AB6C-35DEC5626925}"/>
              </a:ext>
            </a:extLst>
          </p:cNvPr>
          <p:cNvSpPr>
            <a:spLocks xmlns:a="http://schemas.openxmlformats.org/drawingml/2006/main" noGrp="1"/>
          </p:cNvSpPr>
          <p:nvPr/>
        </p:nvSpPr>
        <p:spPr>
          <a:xfrm xmlns:a="http://schemas.openxmlformats.org/drawingml/2006/main">
            <a:off x="4039087" y="476582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B0AF2068-14D5-45D8-B0C7-7EA425E9D9C7}"/>
              </a:ext>
            </a:extLst>
          </p:cNvPr>
          <p:cNvSpPr>
            <a:spLocks xmlns:a="http://schemas.openxmlformats.org/drawingml/2006/main" noGrp="1"/>
          </p:cNvSpPr>
          <p:nvPr/>
        </p:nvSpPr>
        <p:spPr>
          <a:xfrm xmlns:a="http://schemas.openxmlformats.org/drawingml/2006/main">
            <a:off x="4130161" y="481750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FE70EE12-1F4B-475B-B53A-9509D5BA01B6}"/>
              </a:ext>
            </a:extLst>
          </p:cNvPr>
          <p:cNvSpPr>
            <a:spLocks xmlns:a="http://schemas.openxmlformats.org/drawingml/2006/main" noGrp="1"/>
          </p:cNvSpPr>
          <p:nvPr/>
        </p:nvSpPr>
        <p:spPr>
          <a:xfrm xmlns:a="http://schemas.openxmlformats.org/drawingml/2006/main">
            <a:off x="4221236" y="486540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F27A939B-8923-42EE-A608-311B9848D3AE}"/>
              </a:ext>
            </a:extLst>
          </p:cNvPr>
          <p:cNvSpPr>
            <a:spLocks xmlns:a="http://schemas.openxmlformats.org/drawingml/2006/main" noGrp="1"/>
          </p:cNvSpPr>
          <p:nvPr/>
        </p:nvSpPr>
        <p:spPr>
          <a:xfrm xmlns:a="http://schemas.openxmlformats.org/drawingml/2006/main">
            <a:off x="4312310" y="490891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A423A746-2A1F-4ABA-BD4B-6DEE3DF722E0}"/>
              </a:ext>
            </a:extLst>
          </p:cNvPr>
          <p:cNvSpPr>
            <a:spLocks xmlns:a="http://schemas.openxmlformats.org/drawingml/2006/main" noGrp="1"/>
          </p:cNvSpPr>
          <p:nvPr/>
        </p:nvSpPr>
        <p:spPr>
          <a:xfrm xmlns:a="http://schemas.openxmlformats.org/drawingml/2006/main">
            <a:off x="4403384" y="494748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56B26291-EB8A-48D1-804C-137652F9EBB1}"/>
              </a:ext>
            </a:extLst>
          </p:cNvPr>
          <p:cNvSpPr>
            <a:spLocks xmlns:a="http://schemas.openxmlformats.org/drawingml/2006/main" noGrp="1"/>
          </p:cNvSpPr>
          <p:nvPr/>
        </p:nvSpPr>
        <p:spPr>
          <a:xfrm xmlns:a="http://schemas.openxmlformats.org/drawingml/2006/main">
            <a:off x="4494458" y="498060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35817D32-16A2-48F0-A277-445B9B7F7DD3}"/>
              </a:ext>
            </a:extLst>
          </p:cNvPr>
          <p:cNvSpPr>
            <a:spLocks xmlns:a="http://schemas.openxmlformats.org/drawingml/2006/main" noGrp="1"/>
          </p:cNvSpPr>
          <p:nvPr/>
        </p:nvSpPr>
        <p:spPr>
          <a:xfrm xmlns:a="http://schemas.openxmlformats.org/drawingml/2006/main">
            <a:off x="4585533" y="500786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A8B296D8-897E-40D5-8C46-D5DD604DF3B4}"/>
              </a:ext>
            </a:extLst>
          </p:cNvPr>
          <p:cNvSpPr>
            <a:spLocks xmlns:a="http://schemas.openxmlformats.org/drawingml/2006/main" noGrp="1"/>
          </p:cNvSpPr>
          <p:nvPr/>
        </p:nvSpPr>
        <p:spPr>
          <a:xfrm xmlns:a="http://schemas.openxmlformats.org/drawingml/2006/main">
            <a:off x="4676607" y="502890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55F482DA-5BD8-484D-BC1B-30D5A00AB8F5}"/>
              </a:ext>
            </a:extLst>
          </p:cNvPr>
          <p:cNvSpPr>
            <a:spLocks xmlns:a="http://schemas.openxmlformats.org/drawingml/2006/main" noGrp="1"/>
          </p:cNvSpPr>
          <p:nvPr/>
        </p:nvSpPr>
        <p:spPr>
          <a:xfrm xmlns:a="http://schemas.openxmlformats.org/drawingml/2006/main">
            <a:off x="4767681" y="504347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92F8828F-849C-43CC-858A-1F586D23B96C}"/>
              </a:ext>
            </a:extLst>
          </p:cNvPr>
          <p:cNvSpPr>
            <a:spLocks xmlns:a="http://schemas.openxmlformats.org/drawingml/2006/main" noGrp="1"/>
          </p:cNvSpPr>
          <p:nvPr/>
        </p:nvSpPr>
        <p:spPr>
          <a:xfrm xmlns:a="http://schemas.openxmlformats.org/drawingml/2006/main">
            <a:off x="4858755" y="505137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E4C57C35-F455-4FDC-A5EB-64570628D77E}"/>
              </a:ext>
            </a:extLst>
          </p:cNvPr>
          <p:cNvSpPr>
            <a:spLocks xmlns:a="http://schemas.openxmlformats.org/drawingml/2006/main" noGrp="1"/>
          </p:cNvSpPr>
          <p:nvPr/>
        </p:nvSpPr>
        <p:spPr>
          <a:xfrm xmlns:a="http://schemas.openxmlformats.org/drawingml/2006/main" flipV="1">
            <a:off x="4949830" y="504685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609FC5C1-CCD5-4D6A-A0B4-531619AA3ADB}"/>
              </a:ext>
            </a:extLst>
          </p:cNvPr>
          <p:cNvSpPr>
            <a:spLocks xmlns:a="http://schemas.openxmlformats.org/drawingml/2006/main" noGrp="1"/>
          </p:cNvSpPr>
          <p:nvPr/>
        </p:nvSpPr>
        <p:spPr>
          <a:xfrm xmlns:a="http://schemas.openxmlformats.org/drawingml/2006/main" flipV="1">
            <a:off x="5040904" y="503449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9581B53D-8663-458A-B2DA-3CCEAFB6A56E}"/>
              </a:ext>
            </a:extLst>
          </p:cNvPr>
          <p:cNvSpPr>
            <a:spLocks xmlns:a="http://schemas.openxmlformats.org/drawingml/2006/main" noGrp="1"/>
          </p:cNvSpPr>
          <p:nvPr/>
        </p:nvSpPr>
        <p:spPr>
          <a:xfrm xmlns:a="http://schemas.openxmlformats.org/drawingml/2006/main" flipV="1">
            <a:off x="5131978" y="501558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68361496-65AE-486F-9700-5C2525A10DDF}"/>
              </a:ext>
            </a:extLst>
          </p:cNvPr>
          <p:cNvSpPr>
            <a:spLocks xmlns:a="http://schemas.openxmlformats.org/drawingml/2006/main" noGrp="1"/>
          </p:cNvSpPr>
          <p:nvPr/>
        </p:nvSpPr>
        <p:spPr>
          <a:xfrm xmlns:a="http://schemas.openxmlformats.org/drawingml/2006/main" flipV="1">
            <a:off x="5223052" y="499035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E4396CD6-FF5F-4527-BBFE-09A08EED20AA}"/>
              </a:ext>
            </a:extLst>
          </p:cNvPr>
          <p:cNvSpPr>
            <a:spLocks xmlns:a="http://schemas.openxmlformats.org/drawingml/2006/main" noGrp="1"/>
          </p:cNvSpPr>
          <p:nvPr/>
        </p:nvSpPr>
        <p:spPr>
          <a:xfrm xmlns:a="http://schemas.openxmlformats.org/drawingml/2006/main" flipV="1">
            <a:off x="5314127" y="495914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AB052A2C-F5B3-45EF-87AE-F23AC0C54810}"/>
              </a:ext>
            </a:extLst>
          </p:cNvPr>
          <p:cNvSpPr>
            <a:spLocks xmlns:a="http://schemas.openxmlformats.org/drawingml/2006/main" noGrp="1"/>
          </p:cNvSpPr>
          <p:nvPr/>
        </p:nvSpPr>
        <p:spPr>
          <a:xfrm xmlns:a="http://schemas.openxmlformats.org/drawingml/2006/main" flipV="1">
            <a:off x="5405201" y="492234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20125C34-D373-4873-B5B8-11FD228D6BBF}"/>
              </a:ext>
            </a:extLst>
          </p:cNvPr>
          <p:cNvSpPr>
            <a:spLocks xmlns:a="http://schemas.openxmlformats.org/drawingml/2006/main" noGrp="1"/>
          </p:cNvSpPr>
          <p:nvPr/>
        </p:nvSpPr>
        <p:spPr>
          <a:xfrm xmlns:a="http://schemas.openxmlformats.org/drawingml/2006/main" flipV="1">
            <a:off x="5496275" y="488042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8A3347DA-8957-48BF-BE43-3594C4188406}"/>
              </a:ext>
            </a:extLst>
          </p:cNvPr>
          <p:cNvSpPr>
            <a:spLocks xmlns:a="http://schemas.openxmlformats.org/drawingml/2006/main" noGrp="1"/>
          </p:cNvSpPr>
          <p:nvPr/>
        </p:nvSpPr>
        <p:spPr>
          <a:xfrm xmlns:a="http://schemas.openxmlformats.org/drawingml/2006/main" flipV="1">
            <a:off x="5587349" y="483392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C0585909-A797-44AA-8A22-C6FB2979802E}"/>
              </a:ext>
            </a:extLst>
          </p:cNvPr>
          <p:cNvSpPr>
            <a:spLocks xmlns:a="http://schemas.openxmlformats.org/drawingml/2006/main" noGrp="1"/>
          </p:cNvSpPr>
          <p:nvPr/>
        </p:nvSpPr>
        <p:spPr>
          <a:xfrm xmlns:a="http://schemas.openxmlformats.org/drawingml/2006/main" flipV="1">
            <a:off x="5678424" y="478343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6A1ACDF8-BC9D-4218-972E-D050CB4BB805}"/>
              </a:ext>
            </a:extLst>
          </p:cNvPr>
          <p:cNvSpPr>
            <a:spLocks xmlns:a="http://schemas.openxmlformats.org/drawingml/2006/main" noGrp="1"/>
          </p:cNvSpPr>
          <p:nvPr/>
        </p:nvSpPr>
        <p:spPr>
          <a:xfrm xmlns:a="http://schemas.openxmlformats.org/drawingml/2006/main" flipV="1">
            <a:off x="5769498" y="472959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7E90886E-B496-4F86-9E69-2A683F6B5B13}"/>
              </a:ext>
            </a:extLst>
          </p:cNvPr>
          <p:cNvSpPr>
            <a:spLocks xmlns:a="http://schemas.openxmlformats.org/drawingml/2006/main" noGrp="1"/>
          </p:cNvSpPr>
          <p:nvPr/>
        </p:nvSpPr>
        <p:spPr>
          <a:xfrm xmlns:a="http://schemas.openxmlformats.org/drawingml/2006/main" flipV="1">
            <a:off x="5860572" y="467310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15FECFBA-4F30-4665-9932-1ED060EC1F81}"/>
              </a:ext>
            </a:extLst>
          </p:cNvPr>
          <p:cNvSpPr>
            <a:spLocks xmlns:a="http://schemas.openxmlformats.org/drawingml/2006/main" noGrp="1"/>
          </p:cNvSpPr>
          <p:nvPr/>
        </p:nvSpPr>
        <p:spPr>
          <a:xfrm xmlns:a="http://schemas.openxmlformats.org/drawingml/2006/main" flipV="1">
            <a:off x="5951646" y="461467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B18AD9A7-B1AD-4C16-98E1-0177BC3F00CF}"/>
              </a:ext>
            </a:extLst>
          </p:cNvPr>
          <p:cNvSpPr>
            <a:spLocks xmlns:a="http://schemas.openxmlformats.org/drawingml/2006/main" noGrp="1"/>
          </p:cNvSpPr>
          <p:nvPr/>
        </p:nvSpPr>
        <p:spPr>
          <a:xfrm xmlns:a="http://schemas.openxmlformats.org/drawingml/2006/main" flipV="1">
            <a:off x="6042720" y="455506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BF0FF2F4-E564-4D66-8F10-5EAA03652DD3}"/>
              </a:ext>
            </a:extLst>
          </p:cNvPr>
          <p:cNvSpPr>
            <a:spLocks xmlns:a="http://schemas.openxmlformats.org/drawingml/2006/main" noGrp="1"/>
          </p:cNvSpPr>
          <p:nvPr/>
        </p:nvSpPr>
        <p:spPr>
          <a:xfrm xmlns:a="http://schemas.openxmlformats.org/drawingml/2006/main" flipV="1">
            <a:off x="6133795" y="449501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27B1F1F6-980C-4315-821B-45AF9B4E100D}"/>
              </a:ext>
            </a:extLst>
          </p:cNvPr>
          <p:cNvSpPr>
            <a:spLocks xmlns:a="http://schemas.openxmlformats.org/drawingml/2006/main" noGrp="1"/>
          </p:cNvSpPr>
          <p:nvPr/>
        </p:nvSpPr>
        <p:spPr>
          <a:xfrm xmlns:a="http://schemas.openxmlformats.org/drawingml/2006/main" flipV="1">
            <a:off x="6224869" y="443531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A6D62849-9008-463F-AE4A-0BC16FB57587}"/>
              </a:ext>
            </a:extLst>
          </p:cNvPr>
          <p:cNvSpPr>
            <a:spLocks xmlns:a="http://schemas.openxmlformats.org/drawingml/2006/main" noGrp="1"/>
          </p:cNvSpPr>
          <p:nvPr/>
        </p:nvSpPr>
        <p:spPr>
          <a:xfrm xmlns:a="http://schemas.openxmlformats.org/drawingml/2006/main" flipV="1">
            <a:off x="6315943" y="437672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CBA0643C-6C17-4337-BBD5-C608294C4E24}"/>
              </a:ext>
            </a:extLst>
          </p:cNvPr>
          <p:cNvSpPr>
            <a:spLocks xmlns:a="http://schemas.openxmlformats.org/drawingml/2006/main" noGrp="1"/>
          </p:cNvSpPr>
          <p:nvPr/>
        </p:nvSpPr>
        <p:spPr>
          <a:xfrm xmlns:a="http://schemas.openxmlformats.org/drawingml/2006/main" flipV="1">
            <a:off x="6407017" y="431997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62E1B54D-B79D-4AB4-91A0-F9C6FD89165E}"/>
              </a:ext>
            </a:extLst>
          </p:cNvPr>
          <p:cNvSpPr>
            <a:spLocks xmlns:a="http://schemas.openxmlformats.org/drawingml/2006/main" noGrp="1"/>
          </p:cNvSpPr>
          <p:nvPr/>
        </p:nvSpPr>
        <p:spPr>
          <a:xfrm xmlns:a="http://schemas.openxmlformats.org/drawingml/2006/main" flipV="1">
            <a:off x="6498092" y="426581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E55D0B99-13A9-46E1-825F-897726067788}"/>
              </a:ext>
            </a:extLst>
          </p:cNvPr>
          <p:cNvSpPr>
            <a:spLocks xmlns:a="http://schemas.openxmlformats.org/drawingml/2006/main" noGrp="1"/>
          </p:cNvSpPr>
          <p:nvPr/>
        </p:nvSpPr>
        <p:spPr>
          <a:xfrm xmlns:a="http://schemas.openxmlformats.org/drawingml/2006/main" flipV="1">
            <a:off x="6589166" y="421491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24E02D9B-46C4-4960-BB5A-F1C6D41709AD}"/>
              </a:ext>
            </a:extLst>
          </p:cNvPr>
          <p:cNvSpPr>
            <a:spLocks xmlns:a="http://schemas.openxmlformats.org/drawingml/2006/main" noGrp="1"/>
          </p:cNvSpPr>
          <p:nvPr/>
        </p:nvSpPr>
        <p:spPr>
          <a:xfrm xmlns:a="http://schemas.openxmlformats.org/drawingml/2006/main" flipV="1">
            <a:off x="6680240" y="416793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1F2013A-5D06-4630-9804-54EE16125C06}"/>
              </a:ext>
            </a:extLst>
          </p:cNvPr>
          <p:cNvSpPr>
            <a:spLocks xmlns:a="http://schemas.openxmlformats.org/drawingml/2006/main" noGrp="1"/>
          </p:cNvSpPr>
          <p:nvPr/>
        </p:nvSpPr>
        <p:spPr>
          <a:xfrm xmlns:a="http://schemas.openxmlformats.org/drawingml/2006/main" flipV="1">
            <a:off x="6771314" y="412548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CEF60C9D-05D9-4E21-947A-0BCD3D3C4790}"/>
              </a:ext>
            </a:extLst>
          </p:cNvPr>
          <p:cNvSpPr>
            <a:spLocks xmlns:a="http://schemas.openxmlformats.org/drawingml/2006/main" noGrp="1"/>
          </p:cNvSpPr>
          <p:nvPr/>
        </p:nvSpPr>
        <p:spPr>
          <a:xfrm xmlns:a="http://schemas.openxmlformats.org/drawingml/2006/main" flipV="1">
            <a:off x="6862389" y="408808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0AE38D2D-1DA3-45F8-B127-AE21670BD0EE}"/>
              </a:ext>
            </a:extLst>
          </p:cNvPr>
          <p:cNvSpPr>
            <a:spLocks xmlns:a="http://schemas.openxmlformats.org/drawingml/2006/main" noGrp="1"/>
          </p:cNvSpPr>
          <p:nvPr/>
        </p:nvSpPr>
        <p:spPr>
          <a:xfrm xmlns:a="http://schemas.openxmlformats.org/drawingml/2006/main" flipV="1">
            <a:off x="6953463" y="405623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68A79DD3-D6EB-4C87-A110-6AF035842BCC}"/>
              </a:ext>
            </a:extLst>
          </p:cNvPr>
          <p:cNvSpPr>
            <a:spLocks xmlns:a="http://schemas.openxmlformats.org/drawingml/2006/main" noGrp="1"/>
          </p:cNvSpPr>
          <p:nvPr/>
        </p:nvSpPr>
        <p:spPr>
          <a:xfrm xmlns:a="http://schemas.openxmlformats.org/drawingml/2006/main" flipV="1">
            <a:off x="7044537" y="403033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9900B9D-7108-4B65-8535-E74BDC7654F3}"/>
              </a:ext>
            </a:extLst>
          </p:cNvPr>
          <p:cNvSpPr>
            <a:spLocks xmlns:a="http://schemas.openxmlformats.org/drawingml/2006/main" noGrp="1"/>
          </p:cNvSpPr>
          <p:nvPr/>
        </p:nvSpPr>
        <p:spPr>
          <a:xfrm xmlns:a="http://schemas.openxmlformats.org/drawingml/2006/main" flipV="1">
            <a:off x="7135611" y="401070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1BE06644-F13E-414D-A850-68ADBAE38D86}"/>
              </a:ext>
            </a:extLst>
          </p:cNvPr>
          <p:cNvSpPr>
            <a:spLocks xmlns:a="http://schemas.openxmlformats.org/drawingml/2006/main" noGrp="1"/>
          </p:cNvSpPr>
          <p:nvPr/>
        </p:nvSpPr>
        <p:spPr>
          <a:xfrm xmlns:a="http://schemas.openxmlformats.org/drawingml/2006/main" flipV="1">
            <a:off x="7226686" y="399760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F0481D9D-7CFF-45F8-B9DD-E49122309E3E}"/>
              </a:ext>
            </a:extLst>
          </p:cNvPr>
          <p:cNvSpPr>
            <a:spLocks xmlns:a="http://schemas.openxmlformats.org/drawingml/2006/main" noGrp="1"/>
          </p:cNvSpPr>
          <p:nvPr/>
        </p:nvSpPr>
        <p:spPr>
          <a:xfrm xmlns:a="http://schemas.openxmlformats.org/drawingml/2006/main" flipV="1">
            <a:off x="7317760" y="399120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8FA1021D-418A-4F46-890E-9B4FD29994CA}"/>
              </a:ext>
            </a:extLst>
          </p:cNvPr>
          <p:cNvSpPr>
            <a:spLocks xmlns:a="http://schemas.openxmlformats.org/drawingml/2006/main" noGrp="1"/>
          </p:cNvSpPr>
          <p:nvPr/>
        </p:nvSpPr>
        <p:spPr>
          <a:xfrm xmlns:a="http://schemas.openxmlformats.org/drawingml/2006/main">
            <a:off x="7408834" y="399120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9478F2FB-281E-4AB1-87C1-99C584B8D71E}"/>
              </a:ext>
            </a:extLst>
          </p:cNvPr>
          <p:cNvSpPr>
            <a:spLocks xmlns:a="http://schemas.openxmlformats.org/drawingml/2006/main" noGrp="1"/>
          </p:cNvSpPr>
          <p:nvPr/>
        </p:nvSpPr>
        <p:spPr>
          <a:xfrm xmlns:a="http://schemas.openxmlformats.org/drawingml/2006/main">
            <a:off x="7499908" y="399158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60CEE7E4-1185-4E0E-B40B-3ADC7BFAE04C}"/>
              </a:ext>
            </a:extLst>
          </p:cNvPr>
          <p:cNvSpPr>
            <a:spLocks xmlns:a="http://schemas.openxmlformats.org/drawingml/2006/main" noGrp="1"/>
          </p:cNvSpPr>
          <p:nvPr/>
        </p:nvSpPr>
        <p:spPr>
          <a:xfrm xmlns:a="http://schemas.openxmlformats.org/drawingml/2006/main">
            <a:off x="7590983" y="399873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D8CE621-DD03-4939-A2E6-8A5B2A70250F}"/>
              </a:ext>
            </a:extLst>
          </p:cNvPr>
          <p:cNvSpPr>
            <a:spLocks xmlns:a="http://schemas.openxmlformats.org/drawingml/2006/main" noGrp="1"/>
          </p:cNvSpPr>
          <p:nvPr/>
        </p:nvSpPr>
        <p:spPr>
          <a:xfrm xmlns:a="http://schemas.openxmlformats.org/drawingml/2006/main">
            <a:off x="7682057" y="401256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41E4DE84-6B4A-48A2-990E-DCEAFE180EAD}"/>
              </a:ext>
            </a:extLst>
          </p:cNvPr>
          <p:cNvSpPr>
            <a:spLocks xmlns:a="http://schemas.openxmlformats.org/drawingml/2006/main" noGrp="1"/>
          </p:cNvSpPr>
          <p:nvPr/>
        </p:nvSpPr>
        <p:spPr>
          <a:xfrm xmlns:a="http://schemas.openxmlformats.org/drawingml/2006/main">
            <a:off x="7773131" y="403290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41A7F6C5-6518-48F2-98A4-177FC7598607}"/>
              </a:ext>
            </a:extLst>
          </p:cNvPr>
          <p:cNvSpPr>
            <a:spLocks xmlns:a="http://schemas.openxmlformats.org/drawingml/2006/main" noGrp="1"/>
          </p:cNvSpPr>
          <p:nvPr/>
        </p:nvSpPr>
        <p:spPr>
          <a:xfrm xmlns:a="http://schemas.openxmlformats.org/drawingml/2006/main">
            <a:off x="7864205" y="405948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7A27B602-7ACC-4998-81B4-BA7C902A4469}"/>
              </a:ext>
            </a:extLst>
          </p:cNvPr>
          <p:cNvSpPr>
            <a:spLocks xmlns:a="http://schemas.openxmlformats.org/drawingml/2006/main" noGrp="1"/>
          </p:cNvSpPr>
          <p:nvPr/>
        </p:nvSpPr>
        <p:spPr>
          <a:xfrm xmlns:a="http://schemas.openxmlformats.org/drawingml/2006/main">
            <a:off x="7955280" y="409197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884C6DD4-7976-4E6A-9511-9513980D8814}"/>
              </a:ext>
            </a:extLst>
          </p:cNvPr>
          <p:cNvSpPr>
            <a:spLocks xmlns:a="http://schemas.openxmlformats.org/drawingml/2006/main" noGrp="1"/>
          </p:cNvSpPr>
          <p:nvPr/>
        </p:nvSpPr>
        <p:spPr>
          <a:xfrm xmlns:a="http://schemas.openxmlformats.org/drawingml/2006/main">
            <a:off x="8046354" y="412995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D5F4A544-D97B-47BF-BE71-C28683D2DC3C}"/>
              </a:ext>
            </a:extLst>
          </p:cNvPr>
          <p:cNvSpPr>
            <a:spLocks xmlns:a="http://schemas.openxmlformats.org/drawingml/2006/main" noGrp="1"/>
          </p:cNvSpPr>
          <p:nvPr/>
        </p:nvSpPr>
        <p:spPr>
          <a:xfrm xmlns:a="http://schemas.openxmlformats.org/drawingml/2006/main">
            <a:off x="8137428" y="417294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9E29B9AB-6155-4546-859D-86A841BE8B21}"/>
              </a:ext>
            </a:extLst>
          </p:cNvPr>
          <p:cNvSpPr>
            <a:spLocks xmlns:a="http://schemas.openxmlformats.org/drawingml/2006/main" noGrp="1"/>
          </p:cNvSpPr>
          <p:nvPr/>
        </p:nvSpPr>
        <p:spPr>
          <a:xfrm xmlns:a="http://schemas.openxmlformats.org/drawingml/2006/main">
            <a:off x="8228502" y="422038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6DBB1F1C-4C46-4F10-93ED-C286195D8173}"/>
              </a:ext>
            </a:extLst>
          </p:cNvPr>
          <p:cNvSpPr>
            <a:spLocks xmlns:a="http://schemas.openxmlformats.org/drawingml/2006/main" noGrp="1"/>
          </p:cNvSpPr>
          <p:nvPr/>
        </p:nvSpPr>
        <p:spPr>
          <a:xfrm xmlns:a="http://schemas.openxmlformats.org/drawingml/2006/main">
            <a:off x="8319576" y="427168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EB78DA64-D826-4B4D-93CC-943188591F77}"/>
              </a:ext>
            </a:extLst>
          </p:cNvPr>
          <p:cNvSpPr>
            <a:spLocks xmlns:a="http://schemas.openxmlformats.org/drawingml/2006/main" noGrp="1"/>
          </p:cNvSpPr>
          <p:nvPr/>
        </p:nvSpPr>
        <p:spPr>
          <a:xfrm xmlns:a="http://schemas.openxmlformats.org/drawingml/2006/main">
            <a:off x="8410651" y="432616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3EBB6F78-5A4A-4E16-BCBA-9AFEE33B5434}"/>
              </a:ext>
            </a:extLst>
          </p:cNvPr>
          <p:cNvSpPr>
            <a:spLocks xmlns:a="http://schemas.openxmlformats.org/drawingml/2006/main" noGrp="1"/>
          </p:cNvSpPr>
          <p:nvPr/>
        </p:nvSpPr>
        <p:spPr>
          <a:xfrm xmlns:a="http://schemas.openxmlformats.org/drawingml/2006/main">
            <a:off x="8501725" y="438315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ECDD7F5D-B900-4126-932C-D56EF9FFD64C}"/>
              </a:ext>
            </a:extLst>
          </p:cNvPr>
          <p:cNvSpPr>
            <a:spLocks xmlns:a="http://schemas.openxmlformats.org/drawingml/2006/main" noGrp="1"/>
          </p:cNvSpPr>
          <p:nvPr/>
        </p:nvSpPr>
        <p:spPr>
          <a:xfrm xmlns:a="http://schemas.openxmlformats.org/drawingml/2006/main">
            <a:off x="8592799" y="444191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6FF80B8A-F29A-44A4-B056-228E7951429D}"/>
              </a:ext>
            </a:extLst>
          </p:cNvPr>
          <p:cNvSpPr>
            <a:spLocks xmlns:a="http://schemas.openxmlformats.org/drawingml/2006/main" noGrp="1"/>
          </p:cNvSpPr>
          <p:nvPr/>
        </p:nvSpPr>
        <p:spPr>
          <a:xfrm xmlns:a="http://schemas.openxmlformats.org/drawingml/2006/main">
            <a:off x="8683873" y="450168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3CF0EE21-2573-4487-B0E9-B5898B4EDDC3}"/>
              </a:ext>
            </a:extLst>
          </p:cNvPr>
          <p:cNvSpPr>
            <a:spLocks xmlns:a="http://schemas.openxmlformats.org/drawingml/2006/main" noGrp="1"/>
          </p:cNvSpPr>
          <p:nvPr/>
        </p:nvSpPr>
        <p:spPr>
          <a:xfrm xmlns:a="http://schemas.openxmlformats.org/drawingml/2006/main">
            <a:off x="8774948" y="456171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7567858D-41A4-43CB-B56F-697080AD63D4}"/>
              </a:ext>
            </a:extLst>
          </p:cNvPr>
          <p:cNvSpPr>
            <a:spLocks xmlns:a="http://schemas.openxmlformats.org/drawingml/2006/main" noGrp="1"/>
          </p:cNvSpPr>
          <p:nvPr/>
        </p:nvSpPr>
        <p:spPr>
          <a:xfrm xmlns:a="http://schemas.openxmlformats.org/drawingml/2006/main">
            <a:off x="8866022" y="462124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46BF4DBD-AC16-4747-8C88-C875B03F65D4}"/>
              </a:ext>
            </a:extLst>
          </p:cNvPr>
          <p:cNvSpPr>
            <a:spLocks xmlns:a="http://schemas.openxmlformats.org/drawingml/2006/main" noGrp="1"/>
          </p:cNvSpPr>
          <p:nvPr/>
        </p:nvSpPr>
        <p:spPr>
          <a:xfrm xmlns:a="http://schemas.openxmlformats.org/drawingml/2006/main">
            <a:off x="8957096" y="467948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EFE33DDD-0F08-43B4-964C-9132DA3E643A}"/>
              </a:ext>
            </a:extLst>
          </p:cNvPr>
          <p:cNvSpPr>
            <a:spLocks xmlns:a="http://schemas.openxmlformats.org/drawingml/2006/main" noGrp="1"/>
          </p:cNvSpPr>
          <p:nvPr/>
        </p:nvSpPr>
        <p:spPr>
          <a:xfrm xmlns:a="http://schemas.openxmlformats.org/drawingml/2006/main">
            <a:off x="9048170" y="473572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1618F059-FBE2-433F-BC34-B24286C7D2D3}"/>
              </a:ext>
            </a:extLst>
          </p:cNvPr>
          <p:cNvSpPr>
            <a:spLocks xmlns:a="http://schemas.openxmlformats.org/drawingml/2006/main" noGrp="1"/>
          </p:cNvSpPr>
          <p:nvPr/>
        </p:nvSpPr>
        <p:spPr>
          <a:xfrm xmlns:a="http://schemas.openxmlformats.org/drawingml/2006/main">
            <a:off x="9139245" y="478922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4E30B93-0B2B-485E-A772-5AF78716CB6C}"/>
              </a:ext>
            </a:extLst>
          </p:cNvPr>
          <p:cNvSpPr>
            <a:spLocks xmlns:a="http://schemas.openxmlformats.org/drawingml/2006/main" noGrp="1"/>
          </p:cNvSpPr>
          <p:nvPr/>
        </p:nvSpPr>
        <p:spPr>
          <a:xfrm xmlns:a="http://schemas.openxmlformats.org/drawingml/2006/main">
            <a:off x="9230319" y="483930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E1B4A3F4-9CD3-4771-920C-D67B731DB22B}"/>
              </a:ext>
            </a:extLst>
          </p:cNvPr>
          <p:cNvSpPr>
            <a:spLocks xmlns:a="http://schemas.openxmlformats.org/drawingml/2006/main" noGrp="1"/>
          </p:cNvSpPr>
          <p:nvPr/>
        </p:nvSpPr>
        <p:spPr>
          <a:xfrm xmlns:a="http://schemas.openxmlformats.org/drawingml/2006/main">
            <a:off x="9321393" y="488532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8D9F2FB8-747C-44CD-AFB6-513433CAE367}"/>
              </a:ext>
            </a:extLst>
          </p:cNvPr>
          <p:cNvSpPr>
            <a:spLocks xmlns:a="http://schemas.openxmlformats.org/drawingml/2006/main" noGrp="1"/>
          </p:cNvSpPr>
          <p:nvPr/>
        </p:nvSpPr>
        <p:spPr>
          <a:xfrm xmlns:a="http://schemas.openxmlformats.org/drawingml/2006/main">
            <a:off x="9412467" y="492669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58BC1589-80DC-438B-BCA6-57A013653ECD}"/>
              </a:ext>
            </a:extLst>
          </p:cNvPr>
          <p:cNvSpPr>
            <a:spLocks xmlns:a="http://schemas.openxmlformats.org/drawingml/2006/main" noGrp="1"/>
          </p:cNvSpPr>
          <p:nvPr/>
        </p:nvSpPr>
        <p:spPr>
          <a:xfrm xmlns:a="http://schemas.openxmlformats.org/drawingml/2006/main">
            <a:off x="9503542" y="496289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Connector 215">
            <a:extLst xmlns:a="http://schemas.openxmlformats.org/drawingml/2006/main">
              <a:ext uri="{FF2B5EF4-FFF2-40B4-BE49-F238E27FC236}">
                <a16:creationId xmlns:a16="http://schemas.microsoft.com/office/drawing/2014/main" id="{4EA21280-A28A-4E09-9697-2B698AD95CAE}"/>
              </a:ext>
            </a:extLst>
          </p:cNvPr>
          <p:cNvSpPr>
            <a:spLocks xmlns:a="http://schemas.openxmlformats.org/drawingml/2006/main" noGrp="1"/>
          </p:cNvSpPr>
          <p:nvPr/>
        </p:nvSpPr>
        <p:spPr>
          <a:xfrm xmlns:a="http://schemas.openxmlformats.org/drawingml/2006/main">
            <a:off x="9594616" y="499346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7" name="Connector 216">
            <a:extLst xmlns:a="http://schemas.openxmlformats.org/drawingml/2006/main">
              <a:ext uri="{FF2B5EF4-FFF2-40B4-BE49-F238E27FC236}">
                <a16:creationId xmlns:a16="http://schemas.microsoft.com/office/drawing/2014/main" id="{7B557CB3-9AC7-439F-A5EA-30BD947D0F67}"/>
              </a:ext>
            </a:extLst>
          </p:cNvPr>
          <p:cNvSpPr>
            <a:spLocks xmlns:a="http://schemas.openxmlformats.org/drawingml/2006/main" noGrp="1"/>
          </p:cNvSpPr>
          <p:nvPr/>
        </p:nvSpPr>
        <p:spPr>
          <a:xfrm xmlns:a="http://schemas.openxmlformats.org/drawingml/2006/main">
            <a:off x="9685690" y="501800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8" name="Connector 217">
            <a:extLst xmlns:a="http://schemas.openxmlformats.org/drawingml/2006/main">
              <a:ext uri="{FF2B5EF4-FFF2-40B4-BE49-F238E27FC236}">
                <a16:creationId xmlns:a16="http://schemas.microsoft.com/office/drawing/2014/main" id="{2CF3C36B-3DCE-4931-9E9F-460E5AAAAC48}"/>
              </a:ext>
            </a:extLst>
          </p:cNvPr>
          <p:cNvSpPr>
            <a:spLocks xmlns:a="http://schemas.openxmlformats.org/drawingml/2006/main" noGrp="1"/>
          </p:cNvSpPr>
          <p:nvPr/>
        </p:nvSpPr>
        <p:spPr>
          <a:xfrm xmlns:a="http://schemas.openxmlformats.org/drawingml/2006/main">
            <a:off x="9776764" y="503619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9" name="Connector 218">
            <a:extLst xmlns:a="http://schemas.openxmlformats.org/drawingml/2006/main">
              <a:ext uri="{FF2B5EF4-FFF2-40B4-BE49-F238E27FC236}">
                <a16:creationId xmlns:a16="http://schemas.microsoft.com/office/drawing/2014/main" id="{9534A12E-542B-4C99-AFCB-44F5FCF3F040}"/>
              </a:ext>
            </a:extLst>
          </p:cNvPr>
          <p:cNvSpPr>
            <a:spLocks xmlns:a="http://schemas.openxmlformats.org/drawingml/2006/main" noGrp="1"/>
          </p:cNvSpPr>
          <p:nvPr/>
        </p:nvSpPr>
        <p:spPr>
          <a:xfrm xmlns:a="http://schemas.openxmlformats.org/drawingml/2006/main">
            <a:off x="9867839" y="504781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0" name="Connector 219">
            <a:extLst xmlns:a="http://schemas.openxmlformats.org/drawingml/2006/main">
              <a:ext uri="{FF2B5EF4-FFF2-40B4-BE49-F238E27FC236}">
                <a16:creationId xmlns:a16="http://schemas.microsoft.com/office/drawing/2014/main" id="{471CD4C3-BEAA-43D4-9BA2-A389613C8C20}"/>
              </a:ext>
            </a:extLst>
          </p:cNvPr>
          <p:cNvSpPr>
            <a:spLocks xmlns:a="http://schemas.openxmlformats.org/drawingml/2006/main" noGrp="1"/>
          </p:cNvSpPr>
          <p:nvPr/>
        </p:nvSpPr>
        <p:spPr>
          <a:xfrm xmlns:a="http://schemas.openxmlformats.org/drawingml/2006/main" flipV="1">
            <a:off x="9958913" y="505082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1" name="Connector 220">
            <a:extLst xmlns:a="http://schemas.openxmlformats.org/drawingml/2006/main">
              <a:ext uri="{FF2B5EF4-FFF2-40B4-BE49-F238E27FC236}">
                <a16:creationId xmlns:a16="http://schemas.microsoft.com/office/drawing/2014/main" id="{E38005BD-3EE5-4BC2-8975-21C1A0E8C2E2}"/>
              </a:ext>
            </a:extLst>
          </p:cNvPr>
          <p:cNvSpPr>
            <a:spLocks xmlns:a="http://schemas.openxmlformats.org/drawingml/2006/main" noGrp="1"/>
          </p:cNvSpPr>
          <p:nvPr/>
        </p:nvSpPr>
        <p:spPr>
          <a:xfrm xmlns:a="http://schemas.openxmlformats.org/drawingml/2006/main" flipV="1">
            <a:off x="10049987" y="504218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2" name="Connector 221">
            <a:extLst xmlns:a="http://schemas.openxmlformats.org/drawingml/2006/main">
              <a:ext uri="{FF2B5EF4-FFF2-40B4-BE49-F238E27FC236}">
                <a16:creationId xmlns:a16="http://schemas.microsoft.com/office/drawing/2014/main" id="{6A17CC2E-428C-40A5-8958-61C4ADAE53A9}"/>
              </a:ext>
            </a:extLst>
          </p:cNvPr>
          <p:cNvSpPr>
            <a:spLocks xmlns:a="http://schemas.openxmlformats.org/drawingml/2006/main" noGrp="1"/>
          </p:cNvSpPr>
          <p:nvPr/>
        </p:nvSpPr>
        <p:spPr>
          <a:xfrm xmlns:a="http://schemas.openxmlformats.org/drawingml/2006/main" flipV="1">
            <a:off x="10141061" y="502688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3" name="Oval 222">
            <a:extLst xmlns:a="http://schemas.openxmlformats.org/drawingml/2006/main">
              <a:ext uri="{FF2B5EF4-FFF2-40B4-BE49-F238E27FC236}">
                <a16:creationId xmlns:a16="http://schemas.microsoft.com/office/drawing/2014/main" id="{4DCE115D-D0C6-4110-8D97-FCAC52A70453}"/>
              </a:ext>
            </a:extLst>
          </p:cNvPr>
          <p:cNvSpPr>
            <a:spLocks xmlns:a="http://schemas.openxmlformats.org/drawingml/2006/main" noGrp="1"/>
          </p:cNvSpPr>
          <p:nvPr/>
        </p:nvSpPr>
        <p:spPr>
          <a:xfrm xmlns:a="http://schemas.openxmlformats.org/drawingml/2006/main">
            <a:off x="1063447" y="44604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FA1AA6C6-AA47-4FFB-9DD5-FF6288266631}"/>
              </a:ext>
            </a:extLst>
          </p:cNvPr>
          <p:cNvSpPr>
            <a:spLocks xmlns:a="http://schemas.openxmlformats.org/drawingml/2006/main" noGrp="1"/>
          </p:cNvSpPr>
          <p:nvPr/>
        </p:nvSpPr>
        <p:spPr>
          <a:xfrm xmlns:a="http://schemas.openxmlformats.org/drawingml/2006/main">
            <a:off x="1518818" y="41758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F7851286-E9C7-4E94-9E0A-BE6BB3F61D81}"/>
              </a:ext>
            </a:extLst>
          </p:cNvPr>
          <p:cNvSpPr>
            <a:spLocks xmlns:a="http://schemas.openxmlformats.org/drawingml/2006/main" noGrp="1"/>
          </p:cNvSpPr>
          <p:nvPr/>
        </p:nvSpPr>
        <p:spPr>
          <a:xfrm xmlns:a="http://schemas.openxmlformats.org/drawingml/2006/main">
            <a:off x="1974189" y="397982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0553F322-429F-439D-A4C8-59833231F7A4}"/>
              </a:ext>
            </a:extLst>
          </p:cNvPr>
          <p:cNvSpPr>
            <a:spLocks xmlns:a="http://schemas.openxmlformats.org/drawingml/2006/main" noGrp="1"/>
          </p:cNvSpPr>
          <p:nvPr/>
        </p:nvSpPr>
        <p:spPr>
          <a:xfrm xmlns:a="http://schemas.openxmlformats.org/drawingml/2006/main">
            <a:off x="2429560" y="393345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CD6C4140-F89E-459C-96AD-FF2E2E1BC5C1}"/>
              </a:ext>
            </a:extLst>
          </p:cNvPr>
          <p:cNvSpPr>
            <a:spLocks xmlns:a="http://schemas.openxmlformats.org/drawingml/2006/main" noGrp="1"/>
          </p:cNvSpPr>
          <p:nvPr/>
        </p:nvSpPr>
        <p:spPr>
          <a:xfrm xmlns:a="http://schemas.openxmlformats.org/drawingml/2006/main">
            <a:off x="2884932" y="405116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E43CBAF9-4FFE-4EBB-BFB8-12F1F1A25DA9}"/>
              </a:ext>
            </a:extLst>
          </p:cNvPr>
          <p:cNvSpPr>
            <a:spLocks xmlns:a="http://schemas.openxmlformats.org/drawingml/2006/main" noGrp="1"/>
          </p:cNvSpPr>
          <p:nvPr/>
        </p:nvSpPr>
        <p:spPr>
          <a:xfrm xmlns:a="http://schemas.openxmlformats.org/drawingml/2006/main">
            <a:off x="3340303" y="429630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C9B2EF51-DE78-4E5D-A4AA-3B67E5FB0D2B}"/>
              </a:ext>
            </a:extLst>
          </p:cNvPr>
          <p:cNvSpPr>
            <a:spLocks xmlns:a="http://schemas.openxmlformats.org/drawingml/2006/main" noGrp="1"/>
          </p:cNvSpPr>
          <p:nvPr/>
        </p:nvSpPr>
        <p:spPr>
          <a:xfrm xmlns:a="http://schemas.openxmlformats.org/drawingml/2006/main">
            <a:off x="3795674" y="459254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45301C2A-01A7-428D-A8E7-D88A765D0BDA}"/>
              </a:ext>
            </a:extLst>
          </p:cNvPr>
          <p:cNvSpPr>
            <a:spLocks xmlns:a="http://schemas.openxmlformats.org/drawingml/2006/main" noGrp="1"/>
          </p:cNvSpPr>
          <p:nvPr/>
        </p:nvSpPr>
        <p:spPr>
          <a:xfrm xmlns:a="http://schemas.openxmlformats.org/drawingml/2006/main">
            <a:off x="4251045" y="484765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Oval 230">
            <a:extLst xmlns:a="http://schemas.openxmlformats.org/drawingml/2006/main">
              <a:ext uri="{FF2B5EF4-FFF2-40B4-BE49-F238E27FC236}">
                <a16:creationId xmlns:a16="http://schemas.microsoft.com/office/drawing/2014/main" id="{8D6F9C4E-7077-4046-877A-C0E70E4C8944}"/>
              </a:ext>
            </a:extLst>
          </p:cNvPr>
          <p:cNvSpPr>
            <a:spLocks xmlns:a="http://schemas.openxmlformats.org/drawingml/2006/main" noGrp="1"/>
          </p:cNvSpPr>
          <p:nvPr/>
        </p:nvSpPr>
        <p:spPr>
          <a:xfrm xmlns:a="http://schemas.openxmlformats.org/drawingml/2006/main">
            <a:off x="4706416" y="498220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2" name="Oval 231">
            <a:extLst xmlns:a="http://schemas.openxmlformats.org/drawingml/2006/main">
              <a:ext uri="{FF2B5EF4-FFF2-40B4-BE49-F238E27FC236}">
                <a16:creationId xmlns:a16="http://schemas.microsoft.com/office/drawing/2014/main" id="{A3A2C0FE-24D0-4921-9536-75E2F58D8E70}"/>
              </a:ext>
            </a:extLst>
          </p:cNvPr>
          <p:cNvSpPr>
            <a:spLocks xmlns:a="http://schemas.openxmlformats.org/drawingml/2006/main" noGrp="1"/>
          </p:cNvSpPr>
          <p:nvPr/>
        </p:nvSpPr>
        <p:spPr>
          <a:xfrm xmlns:a="http://schemas.openxmlformats.org/drawingml/2006/main">
            <a:off x="5161788" y="495431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3" name="Oval 232">
            <a:extLst xmlns:a="http://schemas.openxmlformats.org/drawingml/2006/main">
              <a:ext uri="{FF2B5EF4-FFF2-40B4-BE49-F238E27FC236}">
                <a16:creationId xmlns:a16="http://schemas.microsoft.com/office/drawing/2014/main" id="{E0AF1BA4-61A9-4E70-B2E4-2880634F1BBB}"/>
              </a:ext>
            </a:extLst>
          </p:cNvPr>
          <p:cNvSpPr>
            <a:spLocks xmlns:a="http://schemas.openxmlformats.org/drawingml/2006/main" noGrp="1"/>
          </p:cNvSpPr>
          <p:nvPr/>
        </p:nvSpPr>
        <p:spPr>
          <a:xfrm xmlns:a="http://schemas.openxmlformats.org/drawingml/2006/main">
            <a:off x="5617159" y="47726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4" name="Oval 233">
            <a:extLst xmlns:a="http://schemas.openxmlformats.org/drawingml/2006/main">
              <a:ext uri="{FF2B5EF4-FFF2-40B4-BE49-F238E27FC236}">
                <a16:creationId xmlns:a16="http://schemas.microsoft.com/office/drawing/2014/main" id="{025BCBCF-79C6-401B-A316-1FBD66B40FF0}"/>
              </a:ext>
            </a:extLst>
          </p:cNvPr>
          <p:cNvSpPr>
            <a:spLocks xmlns:a="http://schemas.openxmlformats.org/drawingml/2006/main" noGrp="1"/>
          </p:cNvSpPr>
          <p:nvPr/>
        </p:nvSpPr>
        <p:spPr>
          <a:xfrm xmlns:a="http://schemas.openxmlformats.org/drawingml/2006/main">
            <a:off x="6072530" y="44937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5" name="Oval 234">
            <a:extLst xmlns:a="http://schemas.openxmlformats.org/drawingml/2006/main">
              <a:ext uri="{FF2B5EF4-FFF2-40B4-BE49-F238E27FC236}">
                <a16:creationId xmlns:a16="http://schemas.microsoft.com/office/drawing/2014/main" id="{3E5D6A30-6FEB-43FC-99C6-23E0D87E62E6}"/>
              </a:ext>
            </a:extLst>
          </p:cNvPr>
          <p:cNvSpPr>
            <a:spLocks xmlns:a="http://schemas.openxmlformats.org/drawingml/2006/main" noGrp="1"/>
          </p:cNvSpPr>
          <p:nvPr/>
        </p:nvSpPr>
        <p:spPr>
          <a:xfrm xmlns:a="http://schemas.openxmlformats.org/drawingml/2006/main">
            <a:off x="6527901" y="420454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6" name="Oval 235">
            <a:extLst xmlns:a="http://schemas.openxmlformats.org/drawingml/2006/main">
              <a:ext uri="{FF2B5EF4-FFF2-40B4-BE49-F238E27FC236}">
                <a16:creationId xmlns:a16="http://schemas.microsoft.com/office/drawing/2014/main" id="{45B054C9-457D-41B1-81B6-941865EFED1A}"/>
              </a:ext>
            </a:extLst>
          </p:cNvPr>
          <p:cNvSpPr>
            <a:spLocks xmlns:a="http://schemas.openxmlformats.org/drawingml/2006/main" noGrp="1"/>
          </p:cNvSpPr>
          <p:nvPr/>
        </p:nvSpPr>
        <p:spPr>
          <a:xfrm xmlns:a="http://schemas.openxmlformats.org/drawingml/2006/main">
            <a:off x="6983272" y="399497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7" name="Oval 236">
            <a:extLst xmlns:a="http://schemas.openxmlformats.org/drawingml/2006/main">
              <a:ext uri="{FF2B5EF4-FFF2-40B4-BE49-F238E27FC236}">
                <a16:creationId xmlns:a16="http://schemas.microsoft.com/office/drawing/2014/main" id="{F23DD85E-AB76-40CB-95B9-78D69C42F933}"/>
              </a:ext>
            </a:extLst>
          </p:cNvPr>
          <p:cNvSpPr>
            <a:spLocks xmlns:a="http://schemas.openxmlformats.org/drawingml/2006/main" noGrp="1"/>
          </p:cNvSpPr>
          <p:nvPr/>
        </p:nvSpPr>
        <p:spPr>
          <a:xfrm xmlns:a="http://schemas.openxmlformats.org/drawingml/2006/main">
            <a:off x="7438644" y="393031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8" name="Oval 237">
            <a:extLst xmlns:a="http://schemas.openxmlformats.org/drawingml/2006/main">
              <a:ext uri="{FF2B5EF4-FFF2-40B4-BE49-F238E27FC236}">
                <a16:creationId xmlns:a16="http://schemas.microsoft.com/office/drawing/2014/main" id="{FFD257DB-14B7-4D17-BBF3-A3D5C7F88AD8}"/>
              </a:ext>
            </a:extLst>
          </p:cNvPr>
          <p:cNvSpPr>
            <a:spLocks xmlns:a="http://schemas.openxmlformats.org/drawingml/2006/main" noGrp="1"/>
          </p:cNvSpPr>
          <p:nvPr/>
        </p:nvSpPr>
        <p:spPr>
          <a:xfrm xmlns:a="http://schemas.openxmlformats.org/drawingml/2006/main">
            <a:off x="7894015" y="403071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9" name="Oval 238">
            <a:extLst xmlns:a="http://schemas.openxmlformats.org/drawingml/2006/main">
              <a:ext uri="{FF2B5EF4-FFF2-40B4-BE49-F238E27FC236}">
                <a16:creationId xmlns:a16="http://schemas.microsoft.com/office/drawing/2014/main" id="{2CB47585-8EEC-49D3-B2EA-ECC3DEFF31FB}"/>
              </a:ext>
            </a:extLst>
          </p:cNvPr>
          <p:cNvSpPr>
            <a:spLocks xmlns:a="http://schemas.openxmlformats.org/drawingml/2006/main" noGrp="1"/>
          </p:cNvSpPr>
          <p:nvPr/>
        </p:nvSpPr>
        <p:spPr>
          <a:xfrm xmlns:a="http://schemas.openxmlformats.org/drawingml/2006/main">
            <a:off x="8349386" y="426490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0" name="Oval 239">
            <a:extLst xmlns:a="http://schemas.openxmlformats.org/drawingml/2006/main">
              <a:ext uri="{FF2B5EF4-FFF2-40B4-BE49-F238E27FC236}">
                <a16:creationId xmlns:a16="http://schemas.microsoft.com/office/drawing/2014/main" id="{20810265-C965-4389-A209-0CB8EF81A17C}"/>
              </a:ext>
            </a:extLst>
          </p:cNvPr>
          <p:cNvSpPr>
            <a:spLocks xmlns:a="http://schemas.openxmlformats.org/drawingml/2006/main" noGrp="1"/>
          </p:cNvSpPr>
          <p:nvPr/>
        </p:nvSpPr>
        <p:spPr>
          <a:xfrm xmlns:a="http://schemas.openxmlformats.org/drawingml/2006/main">
            <a:off x="8804757" y="45599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1" name="Oval 240">
            <a:extLst xmlns:a="http://schemas.openxmlformats.org/drawingml/2006/main">
              <a:ext uri="{FF2B5EF4-FFF2-40B4-BE49-F238E27FC236}">
                <a16:creationId xmlns:a16="http://schemas.microsoft.com/office/drawing/2014/main" id="{430DB11A-0B8D-4CF6-9B7D-95A460195548}"/>
              </a:ext>
            </a:extLst>
          </p:cNvPr>
          <p:cNvSpPr>
            <a:spLocks xmlns:a="http://schemas.openxmlformats.org/drawingml/2006/main" noGrp="1"/>
          </p:cNvSpPr>
          <p:nvPr/>
        </p:nvSpPr>
        <p:spPr>
          <a:xfrm xmlns:a="http://schemas.openxmlformats.org/drawingml/2006/main">
            <a:off x="9260128" y="482405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2" name="Oval 241">
            <a:extLst xmlns:a="http://schemas.openxmlformats.org/drawingml/2006/main">
              <a:ext uri="{FF2B5EF4-FFF2-40B4-BE49-F238E27FC236}">
                <a16:creationId xmlns:a16="http://schemas.microsoft.com/office/drawing/2014/main" id="{12D65835-5927-4360-996D-7DF82B3BE78F}"/>
              </a:ext>
            </a:extLst>
          </p:cNvPr>
          <p:cNvSpPr>
            <a:spLocks xmlns:a="http://schemas.openxmlformats.org/drawingml/2006/main" noGrp="1"/>
          </p:cNvSpPr>
          <p:nvPr/>
        </p:nvSpPr>
        <p:spPr>
          <a:xfrm xmlns:a="http://schemas.openxmlformats.org/drawingml/2006/main">
            <a:off x="9715500" y="497493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3" name="TextBox 242">
            <a:extLst xmlns:a="http://schemas.openxmlformats.org/drawingml/2006/main">
              <a:ext uri="{FF2B5EF4-FFF2-40B4-BE49-F238E27FC236}">
                <a16:creationId xmlns:a16="http://schemas.microsoft.com/office/drawing/2014/main" id="{7B8300C9-95BF-41FC-BFBB-428B586DB391}"/>
              </a:ext>
            </a:extLst>
          </p:cNvPr>
          <p:cNvSpPr>
            <a:spLocks xmlns:a="http://schemas.openxmlformats.org/drawingml/2006/main" noGrp="1"/>
          </p:cNvSpPr>
          <p:nvPr/>
        </p:nvSpPr>
        <p:spPr>
          <a:xfrm xmlns:a="http://schemas.openxmlformats.org/drawingml/2006/main">
            <a:off x="777240" y="5961888"/>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每秒记录的次数变多；数据量也会随之增加。</a:t>
            </a:r>
          </a:p>
        </p:txBody>
      </p:sp>
      <p:sp>
        <p:nvSpPr>
          <p:cNvPr id="7" name="TextBox 6">
            <a:extLst xmlns:a="http://schemas.openxmlformats.org/drawingml/2006/main">
              <a:ext uri="{FF2B5EF4-FFF2-40B4-BE49-F238E27FC236}">
                <a16:creationId xmlns:a16="http://schemas.microsoft.com/office/drawing/2014/main" id="{E771F6E9-7B71-4E2B-8AAA-8002B72C2F7D}"/>
              </a:ext>
            </a:extLst>
          </p:cNvPr>
          <p:cNvSpPr>
            <a:spLocks xmlns:a="http://schemas.openxmlformats.org/drawingml/2006/main" noGrp="1"/>
          </p:cNvSpPr>
          <p:nvPr/>
        </p:nvSpPr>
        <p:spPr>
          <a:xfrm xmlns:a="http://schemas.openxmlformats.org/drawingml/2006/main">
            <a:off x="609600" y="1857375"/>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20" name="TextBox 119">
            <a:extLst xmlns:a="http://schemas.openxmlformats.org/drawingml/2006/main">
              <a:ext uri="{FF2B5EF4-FFF2-40B4-BE49-F238E27FC236}">
                <a16:creationId xmlns:a16="http://schemas.microsoft.com/office/drawing/2014/main" id="{6D8C05CB-C70F-40A6-9732-CD82DC1CAD11}"/>
              </a:ext>
            </a:extLst>
          </p:cNvPr>
          <p:cNvSpPr>
            <a:spLocks xmlns:a="http://schemas.openxmlformats.org/drawingml/2006/main" noGrp="1"/>
          </p:cNvSpPr>
          <p:nvPr/>
        </p:nvSpPr>
        <p:spPr>
          <a:xfrm xmlns:a="http://schemas.openxmlformats.org/drawingml/2006/main">
            <a:off x="609600" y="3943350"/>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DA5E3B5-1AD6-45C0-9362-CF61C8CEEC29}"/>
              </a:ext>
            </a:extLst>
          </p:cNvPr>
          <p:cNvSpPr>
            <a:spLocks xmlns:a="http://schemas.openxmlformats.org/drawingml/2006/main" noGrp="1"/>
          </p:cNvSpPr>
          <p:nvPr/>
        </p:nvSpPr>
        <p:spPr>
          <a:xfrm xmlns:a="http://schemas.openxmlformats.org/drawingml/2006/main">
            <a:off x="9838944" y="255117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21" name="TextBox 120">
            <a:extLst xmlns:a="http://schemas.openxmlformats.org/drawingml/2006/main">
              <a:ext uri="{FF2B5EF4-FFF2-40B4-BE49-F238E27FC236}">
                <a16:creationId xmlns:a16="http://schemas.microsoft.com/office/drawing/2014/main" id="{532EEF87-F505-4AEF-A595-9916F31CA740}"/>
              </a:ext>
            </a:extLst>
          </p:cNvPr>
          <p:cNvSpPr>
            <a:spLocks xmlns:a="http://schemas.openxmlformats.org/drawingml/2006/main" noGrp="1"/>
          </p:cNvSpPr>
          <p:nvPr/>
        </p:nvSpPr>
        <p:spPr>
          <a:xfrm xmlns:a="http://schemas.openxmlformats.org/drawingml/2006/main">
            <a:off x="9838944" y="465429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43879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63B3CB-DFFF-4DDF-8228-33888C939C7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250B9D5-9D43-4695-9B56-E9409B720D7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7CB0D36-B455-4655-8169-EB1F0B388D0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采样值可能是3.71，怎样记录？</a:t>
            </a:r>
          </a:p>
        </p:txBody>
      </p:sp>
      <p:sp>
        <p:nvSpPr>
          <p:cNvPr id="5" name="Connector 4">
            <a:extLst xmlns:a="http://schemas.openxmlformats.org/drawingml/2006/main">
              <a:ext uri="{FF2B5EF4-FFF2-40B4-BE49-F238E27FC236}">
                <a16:creationId xmlns:a16="http://schemas.microsoft.com/office/drawing/2014/main" id="{916D2BBF-DFAD-48DE-BB13-363727F95368}"/>
              </a:ext>
            </a:extLst>
          </p:cNvPr>
          <p:cNvSpPr>
            <a:spLocks xmlns:a="http://schemas.openxmlformats.org/drawingml/2006/main" noGrp="1"/>
          </p:cNvSpPr>
          <p:nvPr/>
        </p:nvSpPr>
        <p:spPr>
          <a:xfrm xmlns:a="http://schemas.openxmlformats.org/drawingml/2006/main">
            <a:off x="868680" y="3346704"/>
            <a:ext cx="10149839"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311957CE-D536-4BC8-A530-0BD3F83435D7}"/>
              </a:ext>
            </a:extLst>
          </p:cNvPr>
          <p:cNvSpPr>
            <a:spLocks xmlns:a="http://schemas.openxmlformats.org/drawingml/2006/main" noGrp="1"/>
          </p:cNvSpPr>
          <p:nvPr/>
        </p:nvSpPr>
        <p:spPr>
          <a:xfrm xmlns:a="http://schemas.openxmlformats.org/drawingml/2006/main">
            <a:off x="960120" y="1956816"/>
            <a:ext cx="0" cy="2788920"/>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1D337330-9B47-4DAD-977A-48EF2C82DA9D}"/>
              </a:ext>
            </a:extLst>
          </p:cNvPr>
          <p:cNvSpPr>
            <a:spLocks xmlns:a="http://schemas.openxmlformats.org/drawingml/2006/main" noGrp="1"/>
          </p:cNvSpPr>
          <p:nvPr/>
        </p:nvSpPr>
        <p:spPr>
          <a:xfrm xmlns:a="http://schemas.openxmlformats.org/drawingml/2006/main">
            <a:off x="987552"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55D2DE6A-CA98-4B8A-9A73-BF10E16C2FB8}"/>
              </a:ext>
            </a:extLst>
          </p:cNvPr>
          <p:cNvSpPr>
            <a:spLocks xmlns:a="http://schemas.openxmlformats.org/drawingml/2006/main" noGrp="1"/>
          </p:cNvSpPr>
          <p:nvPr/>
        </p:nvSpPr>
        <p:spPr>
          <a:xfrm xmlns:a="http://schemas.openxmlformats.org/drawingml/2006/main">
            <a:off x="10104119" y="346557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2D19FB13-5991-4647-AFD4-7D597EFDB3B8}"/>
              </a:ext>
            </a:extLst>
          </p:cNvPr>
          <p:cNvSpPr>
            <a:spLocks xmlns:a="http://schemas.openxmlformats.org/drawingml/2006/main" noGrp="1"/>
          </p:cNvSpPr>
          <p:nvPr/>
        </p:nvSpPr>
        <p:spPr>
          <a:xfrm xmlns:a="http://schemas.openxmlformats.org/drawingml/2006/main" flipV="1">
            <a:off x="1005840" y="3235877"/>
            <a:ext cx="93451" cy="9711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8B1BC75A-D579-4FC2-9304-9B9C89EFDF3F}"/>
              </a:ext>
            </a:extLst>
          </p:cNvPr>
          <p:cNvSpPr>
            <a:spLocks xmlns:a="http://schemas.openxmlformats.org/drawingml/2006/main" noGrp="1"/>
          </p:cNvSpPr>
          <p:nvPr/>
        </p:nvSpPr>
        <p:spPr>
          <a:xfrm xmlns:a="http://schemas.openxmlformats.org/drawingml/2006/main" flipV="1">
            <a:off x="1099291"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711A6D78-2BEA-45F0-B804-DF7BDE2FF2FB}"/>
              </a:ext>
            </a:extLst>
          </p:cNvPr>
          <p:cNvSpPr>
            <a:spLocks xmlns:a="http://schemas.openxmlformats.org/drawingml/2006/main" noGrp="1"/>
          </p:cNvSpPr>
          <p:nvPr/>
        </p:nvSpPr>
        <p:spPr>
          <a:xfrm xmlns:a="http://schemas.openxmlformats.org/drawingml/2006/main" flipV="1">
            <a:off x="1192743"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E5E96BD-36EB-48E4-BD59-BFCB517C9DC0}"/>
              </a:ext>
            </a:extLst>
          </p:cNvPr>
          <p:cNvSpPr>
            <a:spLocks xmlns:a="http://schemas.openxmlformats.org/drawingml/2006/main" noGrp="1"/>
          </p:cNvSpPr>
          <p:nvPr/>
        </p:nvSpPr>
        <p:spPr>
          <a:xfrm xmlns:a="http://schemas.openxmlformats.org/drawingml/2006/main" flipV="1">
            <a:off x="1286195"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0F38B87-C214-47CE-A3C6-80012D956F59}"/>
              </a:ext>
            </a:extLst>
          </p:cNvPr>
          <p:cNvSpPr>
            <a:spLocks xmlns:a="http://schemas.openxmlformats.org/drawingml/2006/main" noGrp="1"/>
          </p:cNvSpPr>
          <p:nvPr/>
        </p:nvSpPr>
        <p:spPr>
          <a:xfrm xmlns:a="http://schemas.openxmlformats.org/drawingml/2006/main" flipV="1">
            <a:off x="1379646"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76EC08F9-1686-4ECC-A440-4E2502BBD593}"/>
              </a:ext>
            </a:extLst>
          </p:cNvPr>
          <p:cNvSpPr>
            <a:spLocks xmlns:a="http://schemas.openxmlformats.org/drawingml/2006/main" noGrp="1"/>
          </p:cNvSpPr>
          <p:nvPr/>
        </p:nvSpPr>
        <p:spPr>
          <a:xfrm xmlns:a="http://schemas.openxmlformats.org/drawingml/2006/main" flipV="1">
            <a:off x="1473098"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454E6EE6-1447-4BFC-B212-D880E059B8E4}"/>
              </a:ext>
            </a:extLst>
          </p:cNvPr>
          <p:cNvSpPr>
            <a:spLocks xmlns:a="http://schemas.openxmlformats.org/drawingml/2006/main" noGrp="1"/>
          </p:cNvSpPr>
          <p:nvPr/>
        </p:nvSpPr>
        <p:spPr>
          <a:xfrm xmlns:a="http://schemas.openxmlformats.org/drawingml/2006/main" flipV="1">
            <a:off x="1566550"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9C135980-464D-44C4-9B92-B1B942F65488}"/>
              </a:ext>
            </a:extLst>
          </p:cNvPr>
          <p:cNvSpPr>
            <a:spLocks xmlns:a="http://schemas.openxmlformats.org/drawingml/2006/main" noGrp="1"/>
          </p:cNvSpPr>
          <p:nvPr/>
        </p:nvSpPr>
        <p:spPr>
          <a:xfrm xmlns:a="http://schemas.openxmlformats.org/drawingml/2006/main" flipV="1">
            <a:off x="1660001"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3752876A-E36D-4851-AB67-66EFD520DBCB}"/>
              </a:ext>
            </a:extLst>
          </p:cNvPr>
          <p:cNvSpPr>
            <a:spLocks xmlns:a="http://schemas.openxmlformats.org/drawingml/2006/main" noGrp="1"/>
          </p:cNvSpPr>
          <p:nvPr/>
        </p:nvSpPr>
        <p:spPr>
          <a:xfrm xmlns:a="http://schemas.openxmlformats.org/drawingml/2006/main" flipV="1">
            <a:off x="1753453"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4C0104AC-7888-4E47-877F-628EE86AD9FB}"/>
              </a:ext>
            </a:extLst>
          </p:cNvPr>
          <p:cNvSpPr>
            <a:spLocks xmlns:a="http://schemas.openxmlformats.org/drawingml/2006/main" noGrp="1"/>
          </p:cNvSpPr>
          <p:nvPr/>
        </p:nvSpPr>
        <p:spPr>
          <a:xfrm xmlns:a="http://schemas.openxmlformats.org/drawingml/2006/main" flipV="1">
            <a:off x="1846905"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35A74A7-7521-4297-A874-1B5A61F90453}"/>
              </a:ext>
            </a:extLst>
          </p:cNvPr>
          <p:cNvSpPr>
            <a:spLocks xmlns:a="http://schemas.openxmlformats.org/drawingml/2006/main" noGrp="1"/>
          </p:cNvSpPr>
          <p:nvPr/>
        </p:nvSpPr>
        <p:spPr>
          <a:xfrm xmlns:a="http://schemas.openxmlformats.org/drawingml/2006/main" flipV="1">
            <a:off x="1940356"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13883AD0-F3C0-4081-B74C-F9230D756825}"/>
              </a:ext>
            </a:extLst>
          </p:cNvPr>
          <p:cNvSpPr>
            <a:spLocks xmlns:a="http://schemas.openxmlformats.org/drawingml/2006/main" noGrp="1"/>
          </p:cNvSpPr>
          <p:nvPr/>
        </p:nvSpPr>
        <p:spPr>
          <a:xfrm xmlns:a="http://schemas.openxmlformats.org/drawingml/2006/main" flipV="1">
            <a:off x="2033808"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DCF46EC5-A979-459B-A477-6B56626846BF}"/>
              </a:ext>
            </a:extLst>
          </p:cNvPr>
          <p:cNvSpPr>
            <a:spLocks xmlns:a="http://schemas.openxmlformats.org/drawingml/2006/main" noGrp="1"/>
          </p:cNvSpPr>
          <p:nvPr/>
        </p:nvSpPr>
        <p:spPr>
          <a:xfrm xmlns:a="http://schemas.openxmlformats.org/drawingml/2006/main" flipV="1">
            <a:off x="2127260"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23F8C8D-64AA-47E2-A3B1-6FDA3CA68B69}"/>
              </a:ext>
            </a:extLst>
          </p:cNvPr>
          <p:cNvSpPr>
            <a:spLocks xmlns:a="http://schemas.openxmlformats.org/drawingml/2006/main" noGrp="1"/>
          </p:cNvSpPr>
          <p:nvPr/>
        </p:nvSpPr>
        <p:spPr>
          <a:xfrm xmlns:a="http://schemas.openxmlformats.org/drawingml/2006/main" flipV="1">
            <a:off x="2220711"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9834F3A5-5373-47DC-9DB9-7597A84CB30B}"/>
              </a:ext>
            </a:extLst>
          </p:cNvPr>
          <p:cNvSpPr>
            <a:spLocks xmlns:a="http://schemas.openxmlformats.org/drawingml/2006/main" noGrp="1"/>
          </p:cNvSpPr>
          <p:nvPr/>
        </p:nvSpPr>
        <p:spPr>
          <a:xfrm xmlns:a="http://schemas.openxmlformats.org/drawingml/2006/main" flipV="1">
            <a:off x="2314163"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085A0C69-0AE8-4A48-AA08-B09B8850D6AC}"/>
              </a:ext>
            </a:extLst>
          </p:cNvPr>
          <p:cNvSpPr>
            <a:spLocks xmlns:a="http://schemas.openxmlformats.org/drawingml/2006/main" noGrp="1"/>
          </p:cNvSpPr>
          <p:nvPr/>
        </p:nvSpPr>
        <p:spPr>
          <a:xfrm xmlns:a="http://schemas.openxmlformats.org/drawingml/2006/main" flipV="1">
            <a:off x="2407615"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73D8AA9-7E8D-4EE8-9A92-7338F0203277}"/>
              </a:ext>
            </a:extLst>
          </p:cNvPr>
          <p:cNvSpPr>
            <a:spLocks xmlns:a="http://schemas.openxmlformats.org/drawingml/2006/main" noGrp="1"/>
          </p:cNvSpPr>
          <p:nvPr/>
        </p:nvSpPr>
        <p:spPr>
          <a:xfrm xmlns:a="http://schemas.openxmlformats.org/drawingml/2006/main" flipV="1">
            <a:off x="2501066"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01E7B7F6-78AC-4CF9-A854-A93AB7706172}"/>
              </a:ext>
            </a:extLst>
          </p:cNvPr>
          <p:cNvSpPr>
            <a:spLocks xmlns:a="http://schemas.openxmlformats.org/drawingml/2006/main" noGrp="1"/>
          </p:cNvSpPr>
          <p:nvPr/>
        </p:nvSpPr>
        <p:spPr>
          <a:xfrm xmlns:a="http://schemas.openxmlformats.org/drawingml/2006/main">
            <a:off x="2594518"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8806E368-289F-4EB6-B5B2-825AB357369A}"/>
              </a:ext>
            </a:extLst>
          </p:cNvPr>
          <p:cNvSpPr>
            <a:spLocks xmlns:a="http://schemas.openxmlformats.org/drawingml/2006/main" noGrp="1"/>
          </p:cNvSpPr>
          <p:nvPr/>
        </p:nvSpPr>
        <p:spPr>
          <a:xfrm xmlns:a="http://schemas.openxmlformats.org/drawingml/2006/main">
            <a:off x="2687970"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18C88E08-0B45-4515-81BE-996D64004B68}"/>
              </a:ext>
            </a:extLst>
          </p:cNvPr>
          <p:cNvSpPr>
            <a:spLocks xmlns:a="http://schemas.openxmlformats.org/drawingml/2006/main" noGrp="1"/>
          </p:cNvSpPr>
          <p:nvPr/>
        </p:nvSpPr>
        <p:spPr>
          <a:xfrm xmlns:a="http://schemas.openxmlformats.org/drawingml/2006/main">
            <a:off x="2781421"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634DFA69-8A6E-4DF7-B2BE-841DA53CF095}"/>
              </a:ext>
            </a:extLst>
          </p:cNvPr>
          <p:cNvSpPr>
            <a:spLocks xmlns:a="http://schemas.openxmlformats.org/drawingml/2006/main" noGrp="1"/>
          </p:cNvSpPr>
          <p:nvPr/>
        </p:nvSpPr>
        <p:spPr>
          <a:xfrm xmlns:a="http://schemas.openxmlformats.org/drawingml/2006/main">
            <a:off x="2874873"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AF093DC-1EC3-4617-82EE-9C24462C6D27}"/>
              </a:ext>
            </a:extLst>
          </p:cNvPr>
          <p:cNvSpPr>
            <a:spLocks xmlns:a="http://schemas.openxmlformats.org/drawingml/2006/main" noGrp="1"/>
          </p:cNvSpPr>
          <p:nvPr/>
        </p:nvSpPr>
        <p:spPr>
          <a:xfrm xmlns:a="http://schemas.openxmlformats.org/drawingml/2006/main">
            <a:off x="2968325"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9EF7571-047D-4262-AE99-6766056682F6}"/>
              </a:ext>
            </a:extLst>
          </p:cNvPr>
          <p:cNvSpPr>
            <a:spLocks xmlns:a="http://schemas.openxmlformats.org/drawingml/2006/main" noGrp="1"/>
          </p:cNvSpPr>
          <p:nvPr/>
        </p:nvSpPr>
        <p:spPr>
          <a:xfrm xmlns:a="http://schemas.openxmlformats.org/drawingml/2006/main">
            <a:off x="3061776"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73158CB4-02A6-498E-A1BA-7B15EB241C80}"/>
              </a:ext>
            </a:extLst>
          </p:cNvPr>
          <p:cNvSpPr>
            <a:spLocks xmlns:a="http://schemas.openxmlformats.org/drawingml/2006/main" noGrp="1"/>
          </p:cNvSpPr>
          <p:nvPr/>
        </p:nvSpPr>
        <p:spPr>
          <a:xfrm xmlns:a="http://schemas.openxmlformats.org/drawingml/2006/main">
            <a:off x="3155228"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60FFA68-D05F-4DA4-9122-988EEB348AA7}"/>
              </a:ext>
            </a:extLst>
          </p:cNvPr>
          <p:cNvSpPr>
            <a:spLocks xmlns:a="http://schemas.openxmlformats.org/drawingml/2006/main" noGrp="1"/>
          </p:cNvSpPr>
          <p:nvPr/>
        </p:nvSpPr>
        <p:spPr>
          <a:xfrm xmlns:a="http://schemas.openxmlformats.org/drawingml/2006/main">
            <a:off x="3248680" y="2537895"/>
            <a:ext cx="93452"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8C6D75D3-433F-429F-90FB-0E577CB5CFAD}"/>
              </a:ext>
            </a:extLst>
          </p:cNvPr>
          <p:cNvSpPr>
            <a:spLocks xmlns:a="http://schemas.openxmlformats.org/drawingml/2006/main" noGrp="1"/>
          </p:cNvSpPr>
          <p:nvPr/>
        </p:nvSpPr>
        <p:spPr>
          <a:xfrm xmlns:a="http://schemas.openxmlformats.org/drawingml/2006/main">
            <a:off x="3342132" y="2603324"/>
            <a:ext cx="93451"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89E30619-FD20-42F1-B804-467382A2B13D}"/>
              </a:ext>
            </a:extLst>
          </p:cNvPr>
          <p:cNvSpPr>
            <a:spLocks xmlns:a="http://schemas.openxmlformats.org/drawingml/2006/main" noGrp="1"/>
          </p:cNvSpPr>
          <p:nvPr/>
        </p:nvSpPr>
        <p:spPr>
          <a:xfrm xmlns:a="http://schemas.openxmlformats.org/drawingml/2006/main">
            <a:off x="3435583"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CB3F36F-8B70-4E10-B1C1-2054F7EEB919}"/>
              </a:ext>
            </a:extLst>
          </p:cNvPr>
          <p:cNvSpPr>
            <a:spLocks xmlns:a="http://schemas.openxmlformats.org/drawingml/2006/main" noGrp="1"/>
          </p:cNvSpPr>
          <p:nvPr/>
        </p:nvSpPr>
        <p:spPr>
          <a:xfrm xmlns:a="http://schemas.openxmlformats.org/drawingml/2006/main">
            <a:off x="3529035"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DDFDC78-B1F0-42CA-9F11-EFBCE43A109A}"/>
              </a:ext>
            </a:extLst>
          </p:cNvPr>
          <p:cNvSpPr>
            <a:spLocks xmlns:a="http://schemas.openxmlformats.org/drawingml/2006/main" noGrp="1"/>
          </p:cNvSpPr>
          <p:nvPr/>
        </p:nvSpPr>
        <p:spPr>
          <a:xfrm xmlns:a="http://schemas.openxmlformats.org/drawingml/2006/main">
            <a:off x="3622487"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FD34E45-F7AC-409D-8319-329DC984DCAF}"/>
              </a:ext>
            </a:extLst>
          </p:cNvPr>
          <p:cNvSpPr>
            <a:spLocks xmlns:a="http://schemas.openxmlformats.org/drawingml/2006/main" noGrp="1"/>
          </p:cNvSpPr>
          <p:nvPr/>
        </p:nvSpPr>
        <p:spPr>
          <a:xfrm xmlns:a="http://schemas.openxmlformats.org/drawingml/2006/main">
            <a:off x="3715938"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90156CF-E1AE-494E-B14D-6872EF36C60E}"/>
              </a:ext>
            </a:extLst>
          </p:cNvPr>
          <p:cNvSpPr>
            <a:spLocks xmlns:a="http://schemas.openxmlformats.org/drawingml/2006/main" noGrp="1"/>
          </p:cNvSpPr>
          <p:nvPr/>
        </p:nvSpPr>
        <p:spPr>
          <a:xfrm xmlns:a="http://schemas.openxmlformats.org/drawingml/2006/main">
            <a:off x="3809390"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25E06554-CCC8-47C2-A37B-EE76FA9A423A}"/>
              </a:ext>
            </a:extLst>
          </p:cNvPr>
          <p:cNvSpPr>
            <a:spLocks xmlns:a="http://schemas.openxmlformats.org/drawingml/2006/main" noGrp="1"/>
          </p:cNvSpPr>
          <p:nvPr/>
        </p:nvSpPr>
        <p:spPr>
          <a:xfrm xmlns:a="http://schemas.openxmlformats.org/drawingml/2006/main">
            <a:off x="3902842"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7A15D774-F5AD-4EDB-8F90-DC865CE8DB81}"/>
              </a:ext>
            </a:extLst>
          </p:cNvPr>
          <p:cNvSpPr>
            <a:spLocks xmlns:a="http://schemas.openxmlformats.org/drawingml/2006/main" noGrp="1"/>
          </p:cNvSpPr>
          <p:nvPr/>
        </p:nvSpPr>
        <p:spPr>
          <a:xfrm xmlns:a="http://schemas.openxmlformats.org/drawingml/2006/main">
            <a:off x="3996293"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0BF939D-67C6-44CE-A5C5-12BCB4728D89}"/>
              </a:ext>
            </a:extLst>
          </p:cNvPr>
          <p:cNvSpPr>
            <a:spLocks xmlns:a="http://schemas.openxmlformats.org/drawingml/2006/main" noGrp="1"/>
          </p:cNvSpPr>
          <p:nvPr/>
        </p:nvSpPr>
        <p:spPr>
          <a:xfrm xmlns:a="http://schemas.openxmlformats.org/drawingml/2006/main">
            <a:off x="4089745"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88D2224-C98F-46FF-BD7F-0DBEA8B1C07F}"/>
              </a:ext>
            </a:extLst>
          </p:cNvPr>
          <p:cNvSpPr>
            <a:spLocks xmlns:a="http://schemas.openxmlformats.org/drawingml/2006/main" noGrp="1"/>
          </p:cNvSpPr>
          <p:nvPr/>
        </p:nvSpPr>
        <p:spPr>
          <a:xfrm xmlns:a="http://schemas.openxmlformats.org/drawingml/2006/main">
            <a:off x="4183197"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898BBC94-4801-4CE7-85AE-CB864D3A00D6}"/>
              </a:ext>
            </a:extLst>
          </p:cNvPr>
          <p:cNvSpPr>
            <a:spLocks xmlns:a="http://schemas.openxmlformats.org/drawingml/2006/main" noGrp="1"/>
          </p:cNvSpPr>
          <p:nvPr/>
        </p:nvSpPr>
        <p:spPr>
          <a:xfrm xmlns:a="http://schemas.openxmlformats.org/drawingml/2006/main">
            <a:off x="4276648"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549484E4-27E8-4A82-AE19-60BBB8BB074D}"/>
              </a:ext>
            </a:extLst>
          </p:cNvPr>
          <p:cNvSpPr>
            <a:spLocks xmlns:a="http://schemas.openxmlformats.org/drawingml/2006/main" noGrp="1"/>
          </p:cNvSpPr>
          <p:nvPr/>
        </p:nvSpPr>
        <p:spPr>
          <a:xfrm xmlns:a="http://schemas.openxmlformats.org/drawingml/2006/main">
            <a:off x="4370100"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2C55ACA4-5B96-4B08-BFEF-24DA7ACB6E76}"/>
              </a:ext>
            </a:extLst>
          </p:cNvPr>
          <p:cNvSpPr>
            <a:spLocks xmlns:a="http://schemas.openxmlformats.org/drawingml/2006/main" noGrp="1"/>
          </p:cNvSpPr>
          <p:nvPr/>
        </p:nvSpPr>
        <p:spPr>
          <a:xfrm xmlns:a="http://schemas.openxmlformats.org/drawingml/2006/main">
            <a:off x="4463552"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2AFEAAF8-0AB8-4032-AFF6-C8EA57939E36}"/>
              </a:ext>
            </a:extLst>
          </p:cNvPr>
          <p:cNvSpPr>
            <a:spLocks xmlns:a="http://schemas.openxmlformats.org/drawingml/2006/main" noGrp="1"/>
          </p:cNvSpPr>
          <p:nvPr/>
        </p:nvSpPr>
        <p:spPr>
          <a:xfrm xmlns:a="http://schemas.openxmlformats.org/drawingml/2006/main">
            <a:off x="4557003"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6CC1A466-76BF-4D93-8F78-14B9BF477EF4}"/>
              </a:ext>
            </a:extLst>
          </p:cNvPr>
          <p:cNvSpPr>
            <a:spLocks xmlns:a="http://schemas.openxmlformats.org/drawingml/2006/main" noGrp="1"/>
          </p:cNvSpPr>
          <p:nvPr/>
        </p:nvSpPr>
        <p:spPr>
          <a:xfrm xmlns:a="http://schemas.openxmlformats.org/drawingml/2006/main">
            <a:off x="4650455"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84EEDC7D-56E3-48E7-8C02-1DF4B9FC1540}"/>
              </a:ext>
            </a:extLst>
          </p:cNvPr>
          <p:cNvSpPr>
            <a:spLocks xmlns:a="http://schemas.openxmlformats.org/drawingml/2006/main" noGrp="1"/>
          </p:cNvSpPr>
          <p:nvPr/>
        </p:nvSpPr>
        <p:spPr>
          <a:xfrm xmlns:a="http://schemas.openxmlformats.org/drawingml/2006/main">
            <a:off x="4743907"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90BB1D4B-3E22-45EA-8277-79A3095CC16E}"/>
              </a:ext>
            </a:extLst>
          </p:cNvPr>
          <p:cNvSpPr>
            <a:spLocks xmlns:a="http://schemas.openxmlformats.org/drawingml/2006/main" noGrp="1"/>
          </p:cNvSpPr>
          <p:nvPr/>
        </p:nvSpPr>
        <p:spPr>
          <a:xfrm xmlns:a="http://schemas.openxmlformats.org/drawingml/2006/main">
            <a:off x="4837358"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EAC78239-787A-44FB-8B73-438995BC0D3D}"/>
              </a:ext>
            </a:extLst>
          </p:cNvPr>
          <p:cNvSpPr>
            <a:spLocks xmlns:a="http://schemas.openxmlformats.org/drawingml/2006/main" noGrp="1"/>
          </p:cNvSpPr>
          <p:nvPr/>
        </p:nvSpPr>
        <p:spPr>
          <a:xfrm xmlns:a="http://schemas.openxmlformats.org/drawingml/2006/main">
            <a:off x="4930810"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DB8BC81D-44AD-4E81-BA2A-6643BAE8DC4D}"/>
              </a:ext>
            </a:extLst>
          </p:cNvPr>
          <p:cNvSpPr>
            <a:spLocks xmlns:a="http://schemas.openxmlformats.org/drawingml/2006/main" noGrp="1"/>
          </p:cNvSpPr>
          <p:nvPr/>
        </p:nvSpPr>
        <p:spPr>
          <a:xfrm xmlns:a="http://schemas.openxmlformats.org/drawingml/2006/main">
            <a:off x="5024262"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EECFE533-3731-4538-9BB1-A2FFA0B987FE}"/>
              </a:ext>
            </a:extLst>
          </p:cNvPr>
          <p:cNvSpPr>
            <a:spLocks xmlns:a="http://schemas.openxmlformats.org/drawingml/2006/main" noGrp="1"/>
          </p:cNvSpPr>
          <p:nvPr/>
        </p:nvSpPr>
        <p:spPr>
          <a:xfrm xmlns:a="http://schemas.openxmlformats.org/drawingml/2006/main">
            <a:off x="5117713"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FFB7EEE-4A0A-43E5-9BE6-85775E8599D5}"/>
              </a:ext>
            </a:extLst>
          </p:cNvPr>
          <p:cNvSpPr>
            <a:spLocks xmlns:a="http://schemas.openxmlformats.org/drawingml/2006/main" noGrp="1"/>
          </p:cNvSpPr>
          <p:nvPr/>
        </p:nvSpPr>
        <p:spPr>
          <a:xfrm xmlns:a="http://schemas.openxmlformats.org/drawingml/2006/main">
            <a:off x="5211165"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FFFE7BB8-755E-4A9B-88C8-E4F422B1665E}"/>
              </a:ext>
            </a:extLst>
          </p:cNvPr>
          <p:cNvSpPr>
            <a:spLocks xmlns:a="http://schemas.openxmlformats.org/drawingml/2006/main" noGrp="1"/>
          </p:cNvSpPr>
          <p:nvPr/>
        </p:nvSpPr>
        <p:spPr>
          <a:xfrm xmlns:a="http://schemas.openxmlformats.org/drawingml/2006/main">
            <a:off x="5304617"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C8CF62C5-833F-44C4-89CC-5238445C91CB}"/>
              </a:ext>
            </a:extLst>
          </p:cNvPr>
          <p:cNvSpPr>
            <a:spLocks xmlns:a="http://schemas.openxmlformats.org/drawingml/2006/main" noGrp="1"/>
          </p:cNvSpPr>
          <p:nvPr/>
        </p:nvSpPr>
        <p:spPr>
          <a:xfrm xmlns:a="http://schemas.openxmlformats.org/drawingml/2006/main">
            <a:off x="5398068"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4E19778F-C4D2-4B14-819F-03A362E0C4C0}"/>
              </a:ext>
            </a:extLst>
          </p:cNvPr>
          <p:cNvSpPr>
            <a:spLocks xmlns:a="http://schemas.openxmlformats.org/drawingml/2006/main" noGrp="1"/>
          </p:cNvSpPr>
          <p:nvPr/>
        </p:nvSpPr>
        <p:spPr>
          <a:xfrm xmlns:a="http://schemas.openxmlformats.org/drawingml/2006/main">
            <a:off x="5491520"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2698175D-F66E-4923-AE37-D8C1B2CD444F}"/>
              </a:ext>
            </a:extLst>
          </p:cNvPr>
          <p:cNvSpPr>
            <a:spLocks xmlns:a="http://schemas.openxmlformats.org/drawingml/2006/main" noGrp="1"/>
          </p:cNvSpPr>
          <p:nvPr/>
        </p:nvSpPr>
        <p:spPr>
          <a:xfrm xmlns:a="http://schemas.openxmlformats.org/drawingml/2006/main">
            <a:off x="5584972" y="4360308"/>
            <a:ext cx="93452"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518A2122-05E1-459C-B8D9-BCD9ECE380BF}"/>
              </a:ext>
            </a:extLst>
          </p:cNvPr>
          <p:cNvSpPr>
            <a:spLocks xmlns:a="http://schemas.openxmlformats.org/drawingml/2006/main" noGrp="1"/>
          </p:cNvSpPr>
          <p:nvPr/>
        </p:nvSpPr>
        <p:spPr>
          <a:xfrm xmlns:a="http://schemas.openxmlformats.org/drawingml/2006/main" flipV="1">
            <a:off x="5678424" y="4360308"/>
            <a:ext cx="93451"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DF0C072C-893A-4D12-9397-E68013FD9FDD}"/>
              </a:ext>
            </a:extLst>
          </p:cNvPr>
          <p:cNvSpPr>
            <a:spLocks xmlns:a="http://schemas.openxmlformats.org/drawingml/2006/main" noGrp="1"/>
          </p:cNvSpPr>
          <p:nvPr/>
        </p:nvSpPr>
        <p:spPr>
          <a:xfrm xmlns:a="http://schemas.openxmlformats.org/drawingml/2006/main" flipV="1">
            <a:off x="5771875"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EC103A2-111D-466F-8372-2E104A8BCC99}"/>
              </a:ext>
            </a:extLst>
          </p:cNvPr>
          <p:cNvSpPr>
            <a:spLocks xmlns:a="http://schemas.openxmlformats.org/drawingml/2006/main" noGrp="1"/>
          </p:cNvSpPr>
          <p:nvPr/>
        </p:nvSpPr>
        <p:spPr>
          <a:xfrm xmlns:a="http://schemas.openxmlformats.org/drawingml/2006/main" flipV="1">
            <a:off x="5865327"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866F1047-FEE0-40C3-92F0-9DC958E2C1FD}"/>
              </a:ext>
            </a:extLst>
          </p:cNvPr>
          <p:cNvSpPr>
            <a:spLocks xmlns:a="http://schemas.openxmlformats.org/drawingml/2006/main" noGrp="1"/>
          </p:cNvSpPr>
          <p:nvPr/>
        </p:nvSpPr>
        <p:spPr>
          <a:xfrm xmlns:a="http://schemas.openxmlformats.org/drawingml/2006/main" flipV="1">
            <a:off x="5958779"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596438DB-54C3-4CFD-A1E1-C097DE721BDD}"/>
              </a:ext>
            </a:extLst>
          </p:cNvPr>
          <p:cNvSpPr>
            <a:spLocks xmlns:a="http://schemas.openxmlformats.org/drawingml/2006/main" noGrp="1"/>
          </p:cNvSpPr>
          <p:nvPr/>
        </p:nvSpPr>
        <p:spPr>
          <a:xfrm xmlns:a="http://schemas.openxmlformats.org/drawingml/2006/main" flipV="1">
            <a:off x="6052230"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D21E20F-C70B-4783-80C2-2BFB49C0FB1B}"/>
              </a:ext>
            </a:extLst>
          </p:cNvPr>
          <p:cNvSpPr>
            <a:spLocks xmlns:a="http://schemas.openxmlformats.org/drawingml/2006/main" noGrp="1"/>
          </p:cNvSpPr>
          <p:nvPr/>
        </p:nvSpPr>
        <p:spPr>
          <a:xfrm xmlns:a="http://schemas.openxmlformats.org/drawingml/2006/main" flipV="1">
            <a:off x="6145682"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ED83F01F-C7A1-4501-8B8A-D0523484C9BC}"/>
              </a:ext>
            </a:extLst>
          </p:cNvPr>
          <p:cNvSpPr>
            <a:spLocks xmlns:a="http://schemas.openxmlformats.org/drawingml/2006/main" noGrp="1"/>
          </p:cNvSpPr>
          <p:nvPr/>
        </p:nvSpPr>
        <p:spPr>
          <a:xfrm xmlns:a="http://schemas.openxmlformats.org/drawingml/2006/main" flipV="1">
            <a:off x="6239134"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9E7143FF-919E-48BD-9D9E-C9A57BE9B11D}"/>
              </a:ext>
            </a:extLst>
          </p:cNvPr>
          <p:cNvSpPr>
            <a:spLocks xmlns:a="http://schemas.openxmlformats.org/drawingml/2006/main" noGrp="1"/>
          </p:cNvSpPr>
          <p:nvPr/>
        </p:nvSpPr>
        <p:spPr>
          <a:xfrm xmlns:a="http://schemas.openxmlformats.org/drawingml/2006/main" flipV="1">
            <a:off x="6332585"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52569EB2-AA90-4F40-ABF7-8F27527EAB2F}"/>
              </a:ext>
            </a:extLst>
          </p:cNvPr>
          <p:cNvSpPr>
            <a:spLocks xmlns:a="http://schemas.openxmlformats.org/drawingml/2006/main" noGrp="1"/>
          </p:cNvSpPr>
          <p:nvPr/>
        </p:nvSpPr>
        <p:spPr>
          <a:xfrm xmlns:a="http://schemas.openxmlformats.org/drawingml/2006/main" flipV="1">
            <a:off x="6426037"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FC5BA45F-7DE8-47BF-AF54-B9BBA874085F}"/>
              </a:ext>
            </a:extLst>
          </p:cNvPr>
          <p:cNvSpPr>
            <a:spLocks xmlns:a="http://schemas.openxmlformats.org/drawingml/2006/main" noGrp="1"/>
          </p:cNvSpPr>
          <p:nvPr/>
        </p:nvSpPr>
        <p:spPr>
          <a:xfrm xmlns:a="http://schemas.openxmlformats.org/drawingml/2006/main" flipV="1">
            <a:off x="6519489"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5D16AF8-0613-431E-B86F-C8C2286E2878}"/>
              </a:ext>
            </a:extLst>
          </p:cNvPr>
          <p:cNvSpPr>
            <a:spLocks xmlns:a="http://schemas.openxmlformats.org/drawingml/2006/main" noGrp="1"/>
          </p:cNvSpPr>
          <p:nvPr/>
        </p:nvSpPr>
        <p:spPr>
          <a:xfrm xmlns:a="http://schemas.openxmlformats.org/drawingml/2006/main" flipV="1">
            <a:off x="6612940"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B50AC59B-F48E-480D-A64C-2B546844D950}"/>
              </a:ext>
            </a:extLst>
          </p:cNvPr>
          <p:cNvSpPr>
            <a:spLocks xmlns:a="http://schemas.openxmlformats.org/drawingml/2006/main" noGrp="1"/>
          </p:cNvSpPr>
          <p:nvPr/>
        </p:nvSpPr>
        <p:spPr>
          <a:xfrm xmlns:a="http://schemas.openxmlformats.org/drawingml/2006/main" flipV="1">
            <a:off x="6706392"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5CD5E11-9F25-4BCA-91AC-141CB2B5FE11}"/>
              </a:ext>
            </a:extLst>
          </p:cNvPr>
          <p:cNvSpPr>
            <a:spLocks xmlns:a="http://schemas.openxmlformats.org/drawingml/2006/main" noGrp="1"/>
          </p:cNvSpPr>
          <p:nvPr/>
        </p:nvSpPr>
        <p:spPr>
          <a:xfrm xmlns:a="http://schemas.openxmlformats.org/drawingml/2006/main" flipV="1">
            <a:off x="6799844"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664550E4-1A09-46CB-922F-B12D66A4B7C8}"/>
              </a:ext>
            </a:extLst>
          </p:cNvPr>
          <p:cNvSpPr>
            <a:spLocks xmlns:a="http://schemas.openxmlformats.org/drawingml/2006/main" noGrp="1"/>
          </p:cNvSpPr>
          <p:nvPr/>
        </p:nvSpPr>
        <p:spPr>
          <a:xfrm xmlns:a="http://schemas.openxmlformats.org/drawingml/2006/main" flipV="1">
            <a:off x="6893295"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24AB281F-0E9B-43A5-9592-1AD78C9A62CF}"/>
              </a:ext>
            </a:extLst>
          </p:cNvPr>
          <p:cNvSpPr>
            <a:spLocks xmlns:a="http://schemas.openxmlformats.org/drawingml/2006/main" noGrp="1"/>
          </p:cNvSpPr>
          <p:nvPr/>
        </p:nvSpPr>
        <p:spPr>
          <a:xfrm xmlns:a="http://schemas.openxmlformats.org/drawingml/2006/main" flipV="1">
            <a:off x="6986747"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F4F9A19-4220-44BE-B290-9CC63390D4FC}"/>
              </a:ext>
            </a:extLst>
          </p:cNvPr>
          <p:cNvSpPr>
            <a:spLocks xmlns:a="http://schemas.openxmlformats.org/drawingml/2006/main" noGrp="1"/>
          </p:cNvSpPr>
          <p:nvPr/>
        </p:nvSpPr>
        <p:spPr>
          <a:xfrm xmlns:a="http://schemas.openxmlformats.org/drawingml/2006/main" flipV="1">
            <a:off x="7080199"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2DFB97D3-E2F3-4419-9FA1-7C1CC7714297}"/>
              </a:ext>
            </a:extLst>
          </p:cNvPr>
          <p:cNvSpPr>
            <a:spLocks xmlns:a="http://schemas.openxmlformats.org/drawingml/2006/main" noGrp="1"/>
          </p:cNvSpPr>
          <p:nvPr/>
        </p:nvSpPr>
        <p:spPr>
          <a:xfrm xmlns:a="http://schemas.openxmlformats.org/drawingml/2006/main" flipV="1">
            <a:off x="7173650"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0051D925-59F7-47E8-994B-BF4EA382BA19}"/>
              </a:ext>
            </a:extLst>
          </p:cNvPr>
          <p:cNvSpPr>
            <a:spLocks xmlns:a="http://schemas.openxmlformats.org/drawingml/2006/main" noGrp="1"/>
          </p:cNvSpPr>
          <p:nvPr/>
        </p:nvSpPr>
        <p:spPr>
          <a:xfrm xmlns:a="http://schemas.openxmlformats.org/drawingml/2006/main" flipV="1">
            <a:off x="7267102"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3F8C9E73-FA1F-4A7C-BCAF-52D526E40B62}"/>
              </a:ext>
            </a:extLst>
          </p:cNvPr>
          <p:cNvSpPr>
            <a:spLocks xmlns:a="http://schemas.openxmlformats.org/drawingml/2006/main" noGrp="1"/>
          </p:cNvSpPr>
          <p:nvPr/>
        </p:nvSpPr>
        <p:spPr>
          <a:xfrm xmlns:a="http://schemas.openxmlformats.org/drawingml/2006/main" flipV="1">
            <a:off x="7360554"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1C7E8E6C-60C4-44DB-9743-2CD4032FBF12}"/>
              </a:ext>
            </a:extLst>
          </p:cNvPr>
          <p:cNvSpPr>
            <a:spLocks xmlns:a="http://schemas.openxmlformats.org/drawingml/2006/main" noGrp="1"/>
          </p:cNvSpPr>
          <p:nvPr/>
        </p:nvSpPr>
        <p:spPr>
          <a:xfrm xmlns:a="http://schemas.openxmlformats.org/drawingml/2006/main" flipV="1">
            <a:off x="7454005"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6902830-BBCC-441B-B293-69C6A26439DC}"/>
              </a:ext>
            </a:extLst>
          </p:cNvPr>
          <p:cNvSpPr>
            <a:spLocks xmlns:a="http://schemas.openxmlformats.org/drawingml/2006/main" noGrp="1"/>
          </p:cNvSpPr>
          <p:nvPr/>
        </p:nvSpPr>
        <p:spPr>
          <a:xfrm xmlns:a="http://schemas.openxmlformats.org/drawingml/2006/main" flipV="1">
            <a:off x="7547457"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FFE37DC8-A7A3-4B3C-A921-198CEF57CB93}"/>
              </a:ext>
            </a:extLst>
          </p:cNvPr>
          <p:cNvSpPr>
            <a:spLocks xmlns:a="http://schemas.openxmlformats.org/drawingml/2006/main" noGrp="1"/>
          </p:cNvSpPr>
          <p:nvPr/>
        </p:nvSpPr>
        <p:spPr>
          <a:xfrm xmlns:a="http://schemas.openxmlformats.org/drawingml/2006/main" flipV="1">
            <a:off x="7640909"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DC499A5-B037-4E5D-B335-0A77FD14BD01}"/>
              </a:ext>
            </a:extLst>
          </p:cNvPr>
          <p:cNvSpPr>
            <a:spLocks xmlns:a="http://schemas.openxmlformats.org/drawingml/2006/main" noGrp="1"/>
          </p:cNvSpPr>
          <p:nvPr/>
        </p:nvSpPr>
        <p:spPr>
          <a:xfrm xmlns:a="http://schemas.openxmlformats.org/drawingml/2006/main" flipV="1">
            <a:off x="7734360"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925948AA-F0DD-475E-AB7A-EFE409A8B06B}"/>
              </a:ext>
            </a:extLst>
          </p:cNvPr>
          <p:cNvSpPr>
            <a:spLocks xmlns:a="http://schemas.openxmlformats.org/drawingml/2006/main" noGrp="1"/>
          </p:cNvSpPr>
          <p:nvPr/>
        </p:nvSpPr>
        <p:spPr>
          <a:xfrm xmlns:a="http://schemas.openxmlformats.org/drawingml/2006/main" flipV="1">
            <a:off x="7827812"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A93BE39-3BA0-4E74-8FC0-DF9B455DAFB6}"/>
              </a:ext>
            </a:extLst>
          </p:cNvPr>
          <p:cNvSpPr>
            <a:spLocks xmlns:a="http://schemas.openxmlformats.org/drawingml/2006/main" noGrp="1"/>
          </p:cNvSpPr>
          <p:nvPr/>
        </p:nvSpPr>
        <p:spPr>
          <a:xfrm xmlns:a="http://schemas.openxmlformats.org/drawingml/2006/main" flipV="1">
            <a:off x="7921264" y="2603324"/>
            <a:ext cx="93452"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7927B851-086E-41B4-81AA-15214A789173}"/>
              </a:ext>
            </a:extLst>
          </p:cNvPr>
          <p:cNvSpPr>
            <a:spLocks xmlns:a="http://schemas.openxmlformats.org/drawingml/2006/main" noGrp="1"/>
          </p:cNvSpPr>
          <p:nvPr/>
        </p:nvSpPr>
        <p:spPr>
          <a:xfrm xmlns:a="http://schemas.openxmlformats.org/drawingml/2006/main" flipV="1">
            <a:off x="8014716" y="2537895"/>
            <a:ext cx="93451"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412961-44EE-4B1E-BBB0-78AA3241C37A}"/>
              </a:ext>
            </a:extLst>
          </p:cNvPr>
          <p:cNvSpPr>
            <a:spLocks xmlns:a="http://schemas.openxmlformats.org/drawingml/2006/main" noGrp="1"/>
          </p:cNvSpPr>
          <p:nvPr/>
        </p:nvSpPr>
        <p:spPr>
          <a:xfrm xmlns:a="http://schemas.openxmlformats.org/drawingml/2006/main" flipV="1">
            <a:off x="8108167"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7D835CB-9711-4EC7-AD2F-ABA107CF6775}"/>
              </a:ext>
            </a:extLst>
          </p:cNvPr>
          <p:cNvSpPr>
            <a:spLocks xmlns:a="http://schemas.openxmlformats.org/drawingml/2006/main" noGrp="1"/>
          </p:cNvSpPr>
          <p:nvPr/>
        </p:nvSpPr>
        <p:spPr>
          <a:xfrm xmlns:a="http://schemas.openxmlformats.org/drawingml/2006/main" flipV="1">
            <a:off x="8201619"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AFE276A-17CD-4BAE-81E7-326F5671AC8E}"/>
              </a:ext>
            </a:extLst>
          </p:cNvPr>
          <p:cNvSpPr>
            <a:spLocks xmlns:a="http://schemas.openxmlformats.org/drawingml/2006/main" noGrp="1"/>
          </p:cNvSpPr>
          <p:nvPr/>
        </p:nvSpPr>
        <p:spPr>
          <a:xfrm xmlns:a="http://schemas.openxmlformats.org/drawingml/2006/main" flipV="1">
            <a:off x="8295071"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128486F0-B8CA-40D8-B83C-70B5A5D90BE5}"/>
              </a:ext>
            </a:extLst>
          </p:cNvPr>
          <p:cNvSpPr>
            <a:spLocks xmlns:a="http://schemas.openxmlformats.org/drawingml/2006/main" noGrp="1"/>
          </p:cNvSpPr>
          <p:nvPr/>
        </p:nvSpPr>
        <p:spPr>
          <a:xfrm xmlns:a="http://schemas.openxmlformats.org/drawingml/2006/main" flipV="1">
            <a:off x="8388522"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95983E88-234D-4453-83CC-CB65DC12EC2D}"/>
              </a:ext>
            </a:extLst>
          </p:cNvPr>
          <p:cNvSpPr>
            <a:spLocks xmlns:a="http://schemas.openxmlformats.org/drawingml/2006/main" noGrp="1"/>
          </p:cNvSpPr>
          <p:nvPr/>
        </p:nvSpPr>
        <p:spPr>
          <a:xfrm xmlns:a="http://schemas.openxmlformats.org/drawingml/2006/main" flipV="1">
            <a:off x="8481974"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A05D897D-6267-41DC-AE8A-941ACEE7234A}"/>
              </a:ext>
            </a:extLst>
          </p:cNvPr>
          <p:cNvSpPr>
            <a:spLocks xmlns:a="http://schemas.openxmlformats.org/drawingml/2006/main" noGrp="1"/>
          </p:cNvSpPr>
          <p:nvPr/>
        </p:nvSpPr>
        <p:spPr>
          <a:xfrm xmlns:a="http://schemas.openxmlformats.org/drawingml/2006/main" flipV="1">
            <a:off x="8575426"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9C4487E-E17B-4B9C-B998-EBB8DB949B7F}"/>
              </a:ext>
            </a:extLst>
          </p:cNvPr>
          <p:cNvSpPr>
            <a:spLocks xmlns:a="http://schemas.openxmlformats.org/drawingml/2006/main" noGrp="1"/>
          </p:cNvSpPr>
          <p:nvPr/>
        </p:nvSpPr>
        <p:spPr>
          <a:xfrm xmlns:a="http://schemas.openxmlformats.org/drawingml/2006/main" flipV="1">
            <a:off x="8668877"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3F90578-C400-470E-89B7-A23968BB76D0}"/>
              </a:ext>
            </a:extLst>
          </p:cNvPr>
          <p:cNvSpPr>
            <a:spLocks xmlns:a="http://schemas.openxmlformats.org/drawingml/2006/main" noGrp="1"/>
          </p:cNvSpPr>
          <p:nvPr/>
        </p:nvSpPr>
        <p:spPr>
          <a:xfrm xmlns:a="http://schemas.openxmlformats.org/drawingml/2006/main">
            <a:off x="8762329"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6E66116C-9E7B-490A-AEE5-072300F268B5}"/>
              </a:ext>
            </a:extLst>
          </p:cNvPr>
          <p:cNvSpPr>
            <a:spLocks xmlns:a="http://schemas.openxmlformats.org/drawingml/2006/main" noGrp="1"/>
          </p:cNvSpPr>
          <p:nvPr/>
        </p:nvSpPr>
        <p:spPr>
          <a:xfrm xmlns:a="http://schemas.openxmlformats.org/drawingml/2006/main">
            <a:off x="8855781"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845F5FE-FD3D-40C7-B9FD-6EB1DD71E2DA}"/>
              </a:ext>
            </a:extLst>
          </p:cNvPr>
          <p:cNvSpPr>
            <a:spLocks xmlns:a="http://schemas.openxmlformats.org/drawingml/2006/main" noGrp="1"/>
          </p:cNvSpPr>
          <p:nvPr/>
        </p:nvSpPr>
        <p:spPr>
          <a:xfrm xmlns:a="http://schemas.openxmlformats.org/drawingml/2006/main">
            <a:off x="8949232"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5A59398D-E90A-405B-A3A5-EFE0C22B61F4}"/>
              </a:ext>
            </a:extLst>
          </p:cNvPr>
          <p:cNvSpPr>
            <a:spLocks xmlns:a="http://schemas.openxmlformats.org/drawingml/2006/main" noGrp="1"/>
          </p:cNvSpPr>
          <p:nvPr/>
        </p:nvSpPr>
        <p:spPr>
          <a:xfrm xmlns:a="http://schemas.openxmlformats.org/drawingml/2006/main">
            <a:off x="9042684"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4B53C68E-466E-4670-A28D-D4806669674C}"/>
              </a:ext>
            </a:extLst>
          </p:cNvPr>
          <p:cNvSpPr>
            <a:spLocks xmlns:a="http://schemas.openxmlformats.org/drawingml/2006/main" noGrp="1"/>
          </p:cNvSpPr>
          <p:nvPr/>
        </p:nvSpPr>
        <p:spPr>
          <a:xfrm xmlns:a="http://schemas.openxmlformats.org/drawingml/2006/main">
            <a:off x="9136136"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BF1E08F-90F7-47C5-AFF9-8C55BC696EDF}"/>
              </a:ext>
            </a:extLst>
          </p:cNvPr>
          <p:cNvSpPr>
            <a:spLocks xmlns:a="http://schemas.openxmlformats.org/drawingml/2006/main" noGrp="1"/>
          </p:cNvSpPr>
          <p:nvPr/>
        </p:nvSpPr>
        <p:spPr>
          <a:xfrm xmlns:a="http://schemas.openxmlformats.org/drawingml/2006/main">
            <a:off x="9229587"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403E72CE-C590-48A1-BA7F-4ED61EEACB1D}"/>
              </a:ext>
            </a:extLst>
          </p:cNvPr>
          <p:cNvSpPr>
            <a:spLocks xmlns:a="http://schemas.openxmlformats.org/drawingml/2006/main" noGrp="1"/>
          </p:cNvSpPr>
          <p:nvPr/>
        </p:nvSpPr>
        <p:spPr>
          <a:xfrm xmlns:a="http://schemas.openxmlformats.org/drawingml/2006/main">
            <a:off x="9323039"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481F8CB2-D268-424E-9573-26C09EE8C92F}"/>
              </a:ext>
            </a:extLst>
          </p:cNvPr>
          <p:cNvSpPr>
            <a:spLocks xmlns:a="http://schemas.openxmlformats.org/drawingml/2006/main" noGrp="1"/>
          </p:cNvSpPr>
          <p:nvPr/>
        </p:nvSpPr>
        <p:spPr>
          <a:xfrm xmlns:a="http://schemas.openxmlformats.org/drawingml/2006/main">
            <a:off x="9416491"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1563754-2764-46A0-B63B-53240492ED43}"/>
              </a:ext>
            </a:extLst>
          </p:cNvPr>
          <p:cNvSpPr>
            <a:spLocks xmlns:a="http://schemas.openxmlformats.org/drawingml/2006/main" noGrp="1"/>
          </p:cNvSpPr>
          <p:nvPr/>
        </p:nvSpPr>
        <p:spPr>
          <a:xfrm xmlns:a="http://schemas.openxmlformats.org/drawingml/2006/main">
            <a:off x="9509942"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F3FE5542-DE8C-4531-8BED-BBB72193CC18}"/>
              </a:ext>
            </a:extLst>
          </p:cNvPr>
          <p:cNvSpPr>
            <a:spLocks xmlns:a="http://schemas.openxmlformats.org/drawingml/2006/main" noGrp="1"/>
          </p:cNvSpPr>
          <p:nvPr/>
        </p:nvSpPr>
        <p:spPr>
          <a:xfrm xmlns:a="http://schemas.openxmlformats.org/drawingml/2006/main">
            <a:off x="9603394"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47A69E-1AD2-4722-BD0B-F07FAD91FB79}"/>
              </a:ext>
            </a:extLst>
          </p:cNvPr>
          <p:cNvSpPr>
            <a:spLocks xmlns:a="http://schemas.openxmlformats.org/drawingml/2006/main" noGrp="1"/>
          </p:cNvSpPr>
          <p:nvPr/>
        </p:nvSpPr>
        <p:spPr>
          <a:xfrm xmlns:a="http://schemas.openxmlformats.org/drawingml/2006/main">
            <a:off x="9696846"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FE2C3AAD-C64D-49B8-B3C7-07497B94B82E}"/>
              </a:ext>
            </a:extLst>
          </p:cNvPr>
          <p:cNvSpPr>
            <a:spLocks xmlns:a="http://schemas.openxmlformats.org/drawingml/2006/main" noGrp="1"/>
          </p:cNvSpPr>
          <p:nvPr/>
        </p:nvSpPr>
        <p:spPr>
          <a:xfrm xmlns:a="http://schemas.openxmlformats.org/drawingml/2006/main">
            <a:off x="9790297"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2598D05E-CFAD-4793-B48E-C8AB00585067}"/>
              </a:ext>
            </a:extLst>
          </p:cNvPr>
          <p:cNvSpPr>
            <a:spLocks xmlns:a="http://schemas.openxmlformats.org/drawingml/2006/main" noGrp="1"/>
          </p:cNvSpPr>
          <p:nvPr/>
        </p:nvSpPr>
        <p:spPr>
          <a:xfrm xmlns:a="http://schemas.openxmlformats.org/drawingml/2006/main">
            <a:off x="9883749"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06744FBA-5522-47C9-B77C-E5EDD6C26C7F}"/>
              </a:ext>
            </a:extLst>
          </p:cNvPr>
          <p:cNvSpPr>
            <a:spLocks xmlns:a="http://schemas.openxmlformats.org/drawingml/2006/main" noGrp="1"/>
          </p:cNvSpPr>
          <p:nvPr/>
        </p:nvSpPr>
        <p:spPr>
          <a:xfrm xmlns:a="http://schemas.openxmlformats.org/drawingml/2006/main">
            <a:off x="9977201"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5339104-E7F6-4AE3-8915-F99F9BCE8D9D}"/>
              </a:ext>
            </a:extLst>
          </p:cNvPr>
          <p:cNvSpPr>
            <a:spLocks xmlns:a="http://schemas.openxmlformats.org/drawingml/2006/main" noGrp="1"/>
          </p:cNvSpPr>
          <p:nvPr/>
        </p:nvSpPr>
        <p:spPr>
          <a:xfrm xmlns:a="http://schemas.openxmlformats.org/drawingml/2006/main">
            <a:off x="10070652"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B0E329A-DF0A-462A-B03C-F922D7B3CD8C}"/>
              </a:ext>
            </a:extLst>
          </p:cNvPr>
          <p:cNvSpPr>
            <a:spLocks xmlns:a="http://schemas.openxmlformats.org/drawingml/2006/main" noGrp="1"/>
          </p:cNvSpPr>
          <p:nvPr/>
        </p:nvSpPr>
        <p:spPr>
          <a:xfrm xmlns:a="http://schemas.openxmlformats.org/drawingml/2006/main">
            <a:off x="10164104"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CB3533F9-4ECC-4C45-A7C5-DBBCC375B1A9}"/>
              </a:ext>
            </a:extLst>
          </p:cNvPr>
          <p:cNvSpPr>
            <a:spLocks xmlns:a="http://schemas.openxmlformats.org/drawingml/2006/main" noGrp="1"/>
          </p:cNvSpPr>
          <p:nvPr/>
        </p:nvSpPr>
        <p:spPr>
          <a:xfrm xmlns:a="http://schemas.openxmlformats.org/drawingml/2006/main">
            <a:off x="10257556" y="3235877"/>
            <a:ext cx="93452" cy="971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285953E1-C0DC-4359-9161-A9EA6DB8A3A0}"/>
              </a:ext>
            </a:extLst>
          </p:cNvPr>
          <p:cNvSpPr>
            <a:spLocks xmlns:a="http://schemas.openxmlformats.org/drawingml/2006/main" noGrp="1"/>
          </p:cNvSpPr>
          <p:nvPr/>
        </p:nvSpPr>
        <p:spPr>
          <a:xfrm xmlns:a="http://schemas.openxmlformats.org/drawingml/2006/main">
            <a:off x="944575" y="32717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66939170-15D9-4A0D-A73D-03AFF266A90D}"/>
              </a:ext>
            </a:extLst>
          </p:cNvPr>
          <p:cNvSpPr>
            <a:spLocks xmlns:a="http://schemas.openxmlformats.org/drawingml/2006/main" noGrp="1"/>
          </p:cNvSpPr>
          <p:nvPr/>
        </p:nvSpPr>
        <p:spPr>
          <a:xfrm xmlns:a="http://schemas.openxmlformats.org/drawingml/2006/main">
            <a:off x="1879091"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C0AD0A84-9EF9-4C84-AA74-29550FCEF3AB}"/>
              </a:ext>
            </a:extLst>
          </p:cNvPr>
          <p:cNvSpPr>
            <a:spLocks xmlns:a="http://schemas.openxmlformats.org/drawingml/2006/main" noGrp="1"/>
          </p:cNvSpPr>
          <p:nvPr/>
        </p:nvSpPr>
        <p:spPr>
          <a:xfrm xmlns:a="http://schemas.openxmlformats.org/drawingml/2006/main">
            <a:off x="2813608"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A71DAED3-B2CA-4961-A41C-53B4906106D0}"/>
              </a:ext>
            </a:extLst>
          </p:cNvPr>
          <p:cNvSpPr>
            <a:spLocks xmlns:a="http://schemas.openxmlformats.org/drawingml/2006/main" noGrp="1"/>
          </p:cNvSpPr>
          <p:nvPr/>
        </p:nvSpPr>
        <p:spPr>
          <a:xfrm xmlns:a="http://schemas.openxmlformats.org/drawingml/2006/main">
            <a:off x="3748125"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FD1E485-25D3-4761-8419-46E896906AFB}"/>
              </a:ext>
            </a:extLst>
          </p:cNvPr>
          <p:cNvSpPr>
            <a:spLocks xmlns:a="http://schemas.openxmlformats.org/drawingml/2006/main" noGrp="1"/>
          </p:cNvSpPr>
          <p:nvPr/>
        </p:nvSpPr>
        <p:spPr>
          <a:xfrm xmlns:a="http://schemas.openxmlformats.org/drawingml/2006/main">
            <a:off x="4682642"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DCA4BD4B-9895-4650-81B6-76D8104B8A0C}"/>
              </a:ext>
            </a:extLst>
          </p:cNvPr>
          <p:cNvSpPr>
            <a:spLocks xmlns:a="http://schemas.openxmlformats.org/drawingml/2006/main" noGrp="1"/>
          </p:cNvSpPr>
          <p:nvPr/>
        </p:nvSpPr>
        <p:spPr>
          <a:xfrm xmlns:a="http://schemas.openxmlformats.org/drawingml/2006/main">
            <a:off x="5617159" y="43036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199CB5F3-5FA8-469A-B773-B10A540853AA}"/>
              </a:ext>
            </a:extLst>
          </p:cNvPr>
          <p:cNvSpPr>
            <a:spLocks xmlns:a="http://schemas.openxmlformats.org/drawingml/2006/main" noGrp="1"/>
          </p:cNvSpPr>
          <p:nvPr/>
        </p:nvSpPr>
        <p:spPr>
          <a:xfrm xmlns:a="http://schemas.openxmlformats.org/drawingml/2006/main">
            <a:off x="6551676"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6CEFB21-5B97-43BE-B97D-DEA92AF2E45B}"/>
              </a:ext>
            </a:extLst>
          </p:cNvPr>
          <p:cNvSpPr>
            <a:spLocks xmlns:a="http://schemas.openxmlformats.org/drawingml/2006/main" noGrp="1"/>
          </p:cNvSpPr>
          <p:nvPr/>
        </p:nvSpPr>
        <p:spPr>
          <a:xfrm xmlns:a="http://schemas.openxmlformats.org/drawingml/2006/main">
            <a:off x="7486192"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843590FA-FC56-4D94-B7F2-2D1AFD7AB967}"/>
              </a:ext>
            </a:extLst>
          </p:cNvPr>
          <p:cNvSpPr>
            <a:spLocks xmlns:a="http://schemas.openxmlformats.org/drawingml/2006/main" noGrp="1"/>
          </p:cNvSpPr>
          <p:nvPr/>
        </p:nvSpPr>
        <p:spPr>
          <a:xfrm xmlns:a="http://schemas.openxmlformats.org/drawingml/2006/main">
            <a:off x="8420709"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45156F10-B920-414A-93F2-18A9A80EAC0C}"/>
              </a:ext>
            </a:extLst>
          </p:cNvPr>
          <p:cNvSpPr>
            <a:spLocks xmlns:a="http://schemas.openxmlformats.org/drawingml/2006/main" noGrp="1"/>
          </p:cNvSpPr>
          <p:nvPr/>
        </p:nvSpPr>
        <p:spPr>
          <a:xfrm xmlns:a="http://schemas.openxmlformats.org/drawingml/2006/main">
            <a:off x="9355226"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1BC1F96-D87F-411B-92CC-56AEB812316E}"/>
              </a:ext>
            </a:extLst>
          </p:cNvPr>
          <p:cNvSpPr>
            <a:spLocks xmlns:a="http://schemas.openxmlformats.org/drawingml/2006/main" noGrp="1"/>
          </p:cNvSpPr>
          <p:nvPr/>
        </p:nvSpPr>
        <p:spPr>
          <a:xfrm xmlns:a="http://schemas.openxmlformats.org/drawingml/2006/main">
            <a:off x="3690518" y="2895241"/>
            <a:ext cx="237744" cy="237744"/>
          </a:xfrm>
          <a:prstGeom xmlns:a="http://schemas.openxmlformats.org/drawingml/2006/main" prst="ellipse">
            <a:avLst/>
          </a:prstGeom>
          <a:solidFill xmlns:a="http://schemas.openxmlformats.org/drawingml/2006/main">
            <a:srgbClr val="FFFFFF"/>
          </a:solidFill>
          <a:ln xmlns:a="http://schemas.openxmlformats.org/drawingml/2006/main" w="38100">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TextBox 119">
            <a:extLst xmlns:a="http://schemas.openxmlformats.org/drawingml/2006/main">
              <a:ext uri="{FF2B5EF4-FFF2-40B4-BE49-F238E27FC236}">
                <a16:creationId xmlns:a16="http://schemas.microsoft.com/office/drawing/2014/main" id="{E865C035-2452-45CE-B435-F9A198D3D415}"/>
              </a:ext>
            </a:extLst>
          </p:cNvPr>
          <p:cNvSpPr>
            <a:spLocks xmlns:a="http://schemas.openxmlformats.org/drawingml/2006/main" noGrp="1"/>
          </p:cNvSpPr>
          <p:nvPr/>
        </p:nvSpPr>
        <p:spPr>
          <a:xfrm xmlns:a="http://schemas.openxmlformats.org/drawingml/2006/main">
            <a:off x="3973982" y="2611777"/>
            <a:ext cx="28803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某个样本：3.71</a:t>
            </a:r>
          </a:p>
        </p:txBody>
      </p:sp>
      <p:sp>
        <p:nvSpPr>
          <p:cNvPr id="121" name="TextBox 120">
            <a:extLst xmlns:a="http://schemas.openxmlformats.org/drawingml/2006/main">
              <a:ext uri="{FF2B5EF4-FFF2-40B4-BE49-F238E27FC236}">
                <a16:creationId xmlns:a16="http://schemas.microsoft.com/office/drawing/2014/main" id="{D4F43D32-B596-42DC-9C61-E853AD7C3F4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新问题：如果只允许8个振幅等级，怎么记录这些值？</a:t>
            </a:r>
          </a:p>
        </p:txBody>
      </p:sp>
    </p:spTree>
    <p:extLst>
      <p:ext uri="{BB962C8B-B14F-4D97-AF65-F5344CB8AC3E}">
        <p14:creationId xmlns:p14="http://schemas.microsoft.com/office/powerpoint/2010/main" val="18726439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05ED6C-4771-4517-B860-BBABC22E1A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50C718D-9001-4717-9264-8B49D518E03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372F20C-5A41-4EFB-ABBB-21586E4E16E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把振幅划分成0～7，共几个等级？</a:t>
            </a:r>
          </a:p>
        </p:txBody>
      </p:sp>
      <p:sp>
        <p:nvSpPr>
          <p:cNvPr id="5" name="Connector 4">
            <a:extLst xmlns:a="http://schemas.openxmlformats.org/drawingml/2006/main">
              <a:ext uri="{FF2B5EF4-FFF2-40B4-BE49-F238E27FC236}">
                <a16:creationId xmlns:a16="http://schemas.microsoft.com/office/drawing/2014/main" id="{7308A4C6-5C9F-4048-B7EC-2FA2D8ABABB9}"/>
              </a:ext>
            </a:extLst>
          </p:cNvPr>
          <p:cNvSpPr>
            <a:spLocks xmlns:a="http://schemas.openxmlformats.org/drawingml/2006/main" noGrp="1"/>
          </p:cNvSpPr>
          <p:nvPr/>
        </p:nvSpPr>
        <p:spPr>
          <a:xfrm xmlns:a="http://schemas.openxmlformats.org/drawingml/2006/main">
            <a:off x="1600200" y="5394960"/>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F773CD3-E2E5-42F6-B33D-9C7B3D44646B}"/>
              </a:ext>
            </a:extLst>
          </p:cNvPr>
          <p:cNvSpPr>
            <a:spLocks xmlns:a="http://schemas.openxmlformats.org/drawingml/2006/main" noGrp="1"/>
          </p:cNvSpPr>
          <p:nvPr/>
        </p:nvSpPr>
        <p:spPr>
          <a:xfrm xmlns:a="http://schemas.openxmlformats.org/drawingml/2006/main">
            <a:off x="813816" y="5230368"/>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0</a:t>
            </a:r>
          </a:p>
        </p:txBody>
      </p:sp>
      <p:sp>
        <p:nvSpPr>
          <p:cNvPr id="7" name="Connector 6">
            <a:extLst xmlns:a="http://schemas.openxmlformats.org/drawingml/2006/main">
              <a:ext uri="{FF2B5EF4-FFF2-40B4-BE49-F238E27FC236}">
                <a16:creationId xmlns:a16="http://schemas.microsoft.com/office/drawing/2014/main" id="{C06F269D-488C-4719-987E-D11891957228}"/>
              </a:ext>
            </a:extLst>
          </p:cNvPr>
          <p:cNvSpPr>
            <a:spLocks xmlns:a="http://schemas.openxmlformats.org/drawingml/2006/main" noGrp="1"/>
          </p:cNvSpPr>
          <p:nvPr/>
        </p:nvSpPr>
        <p:spPr>
          <a:xfrm xmlns:a="http://schemas.openxmlformats.org/drawingml/2006/main">
            <a:off x="1600200" y="4910328"/>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TextBox 7">
            <a:extLst xmlns:a="http://schemas.openxmlformats.org/drawingml/2006/main">
              <a:ext uri="{FF2B5EF4-FFF2-40B4-BE49-F238E27FC236}">
                <a16:creationId xmlns:a16="http://schemas.microsoft.com/office/drawing/2014/main" id="{2403BB82-8302-4F79-A009-EE10F89CBAFA}"/>
              </a:ext>
            </a:extLst>
          </p:cNvPr>
          <p:cNvSpPr>
            <a:spLocks xmlns:a="http://schemas.openxmlformats.org/drawingml/2006/main" noGrp="1"/>
          </p:cNvSpPr>
          <p:nvPr/>
        </p:nvSpPr>
        <p:spPr>
          <a:xfrm xmlns:a="http://schemas.openxmlformats.org/drawingml/2006/main">
            <a:off x="813816" y="4745736"/>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1</a:t>
            </a:r>
          </a:p>
        </p:txBody>
      </p:sp>
      <p:sp>
        <p:nvSpPr>
          <p:cNvPr id="9" name="Connector 8">
            <a:extLst xmlns:a="http://schemas.openxmlformats.org/drawingml/2006/main">
              <a:ext uri="{FF2B5EF4-FFF2-40B4-BE49-F238E27FC236}">
                <a16:creationId xmlns:a16="http://schemas.microsoft.com/office/drawing/2014/main" id="{F5B8323C-05B0-4281-80A6-7DFB9EF0F718}"/>
              </a:ext>
            </a:extLst>
          </p:cNvPr>
          <p:cNvSpPr>
            <a:spLocks xmlns:a="http://schemas.openxmlformats.org/drawingml/2006/main" noGrp="1"/>
          </p:cNvSpPr>
          <p:nvPr/>
        </p:nvSpPr>
        <p:spPr>
          <a:xfrm xmlns:a="http://schemas.openxmlformats.org/drawingml/2006/main">
            <a:off x="1600200" y="4425696"/>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TextBox 9">
            <a:extLst xmlns:a="http://schemas.openxmlformats.org/drawingml/2006/main">
              <a:ext uri="{FF2B5EF4-FFF2-40B4-BE49-F238E27FC236}">
                <a16:creationId xmlns:a16="http://schemas.microsoft.com/office/drawing/2014/main" id="{187350A6-0579-4497-9460-DD64059DB641}"/>
              </a:ext>
            </a:extLst>
          </p:cNvPr>
          <p:cNvSpPr>
            <a:spLocks xmlns:a="http://schemas.openxmlformats.org/drawingml/2006/main" noGrp="1"/>
          </p:cNvSpPr>
          <p:nvPr/>
        </p:nvSpPr>
        <p:spPr>
          <a:xfrm xmlns:a="http://schemas.openxmlformats.org/drawingml/2006/main">
            <a:off x="813816" y="4261104"/>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2</a:t>
            </a:r>
          </a:p>
        </p:txBody>
      </p:sp>
      <p:sp>
        <p:nvSpPr>
          <p:cNvPr id="11" name="Connector 10">
            <a:extLst xmlns:a="http://schemas.openxmlformats.org/drawingml/2006/main">
              <a:ext uri="{FF2B5EF4-FFF2-40B4-BE49-F238E27FC236}">
                <a16:creationId xmlns:a16="http://schemas.microsoft.com/office/drawing/2014/main" id="{1FB19D07-FF1B-4E9D-B008-79B7E93195F6}"/>
              </a:ext>
            </a:extLst>
          </p:cNvPr>
          <p:cNvSpPr>
            <a:spLocks xmlns:a="http://schemas.openxmlformats.org/drawingml/2006/main" noGrp="1"/>
          </p:cNvSpPr>
          <p:nvPr/>
        </p:nvSpPr>
        <p:spPr>
          <a:xfrm xmlns:a="http://schemas.openxmlformats.org/drawingml/2006/main">
            <a:off x="1600200" y="3941064"/>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TextBox 11">
            <a:extLst xmlns:a="http://schemas.openxmlformats.org/drawingml/2006/main">
              <a:ext uri="{FF2B5EF4-FFF2-40B4-BE49-F238E27FC236}">
                <a16:creationId xmlns:a16="http://schemas.microsoft.com/office/drawing/2014/main" id="{06FAEA57-E3CF-475F-9552-D6733C47E161}"/>
              </a:ext>
            </a:extLst>
          </p:cNvPr>
          <p:cNvSpPr>
            <a:spLocks xmlns:a="http://schemas.openxmlformats.org/drawingml/2006/main" noGrp="1"/>
          </p:cNvSpPr>
          <p:nvPr/>
        </p:nvSpPr>
        <p:spPr>
          <a:xfrm xmlns:a="http://schemas.openxmlformats.org/drawingml/2006/main">
            <a:off x="813816" y="3776472"/>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3</a:t>
            </a:r>
          </a:p>
        </p:txBody>
      </p:sp>
      <p:sp>
        <p:nvSpPr>
          <p:cNvPr id="13" name="Connector 12">
            <a:extLst xmlns:a="http://schemas.openxmlformats.org/drawingml/2006/main">
              <a:ext uri="{FF2B5EF4-FFF2-40B4-BE49-F238E27FC236}">
                <a16:creationId xmlns:a16="http://schemas.microsoft.com/office/drawing/2014/main" id="{3AF95A32-32B3-4694-935E-52A54C9C6BCE}"/>
              </a:ext>
            </a:extLst>
          </p:cNvPr>
          <p:cNvSpPr>
            <a:spLocks xmlns:a="http://schemas.openxmlformats.org/drawingml/2006/main" noGrp="1"/>
          </p:cNvSpPr>
          <p:nvPr/>
        </p:nvSpPr>
        <p:spPr>
          <a:xfrm xmlns:a="http://schemas.openxmlformats.org/drawingml/2006/main">
            <a:off x="1600200" y="3456432"/>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336B8B17-F7C9-4255-B3A1-5CF1F7E8F07C}"/>
              </a:ext>
            </a:extLst>
          </p:cNvPr>
          <p:cNvSpPr>
            <a:spLocks xmlns:a="http://schemas.openxmlformats.org/drawingml/2006/main" noGrp="1"/>
          </p:cNvSpPr>
          <p:nvPr/>
        </p:nvSpPr>
        <p:spPr>
          <a:xfrm xmlns:a="http://schemas.openxmlformats.org/drawingml/2006/main">
            <a:off x="813816" y="3291840"/>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4</a:t>
            </a:r>
          </a:p>
        </p:txBody>
      </p:sp>
      <p:sp>
        <p:nvSpPr>
          <p:cNvPr id="15" name="Connector 14">
            <a:extLst xmlns:a="http://schemas.openxmlformats.org/drawingml/2006/main">
              <a:ext uri="{FF2B5EF4-FFF2-40B4-BE49-F238E27FC236}">
                <a16:creationId xmlns:a16="http://schemas.microsoft.com/office/drawing/2014/main" id="{4573FF73-7DFC-4867-85D7-A832F34C9877}"/>
              </a:ext>
            </a:extLst>
          </p:cNvPr>
          <p:cNvSpPr>
            <a:spLocks xmlns:a="http://schemas.openxmlformats.org/drawingml/2006/main" noGrp="1"/>
          </p:cNvSpPr>
          <p:nvPr/>
        </p:nvSpPr>
        <p:spPr>
          <a:xfrm xmlns:a="http://schemas.openxmlformats.org/drawingml/2006/main">
            <a:off x="1600200" y="2971800"/>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TextBox 15">
            <a:extLst xmlns:a="http://schemas.openxmlformats.org/drawingml/2006/main">
              <a:ext uri="{FF2B5EF4-FFF2-40B4-BE49-F238E27FC236}">
                <a16:creationId xmlns:a16="http://schemas.microsoft.com/office/drawing/2014/main" id="{C43CF1DF-4358-4B2D-939D-376EC30AE464}"/>
              </a:ext>
            </a:extLst>
          </p:cNvPr>
          <p:cNvSpPr>
            <a:spLocks xmlns:a="http://schemas.openxmlformats.org/drawingml/2006/main" noGrp="1"/>
          </p:cNvSpPr>
          <p:nvPr/>
        </p:nvSpPr>
        <p:spPr>
          <a:xfrm xmlns:a="http://schemas.openxmlformats.org/drawingml/2006/main">
            <a:off x="813816" y="2807208"/>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5</a:t>
            </a:r>
          </a:p>
        </p:txBody>
      </p:sp>
      <p:sp>
        <p:nvSpPr>
          <p:cNvPr id="17" name="Connector 16">
            <a:extLst xmlns:a="http://schemas.openxmlformats.org/drawingml/2006/main">
              <a:ext uri="{FF2B5EF4-FFF2-40B4-BE49-F238E27FC236}">
                <a16:creationId xmlns:a16="http://schemas.microsoft.com/office/drawing/2014/main" id="{13FDDF8D-81CC-4365-B90F-969B17A96C01}"/>
              </a:ext>
            </a:extLst>
          </p:cNvPr>
          <p:cNvSpPr>
            <a:spLocks xmlns:a="http://schemas.openxmlformats.org/drawingml/2006/main" noGrp="1"/>
          </p:cNvSpPr>
          <p:nvPr/>
        </p:nvSpPr>
        <p:spPr>
          <a:xfrm xmlns:a="http://schemas.openxmlformats.org/drawingml/2006/main">
            <a:off x="1600200" y="2487168"/>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8EBEB4EB-895F-4B2F-AE82-5C4F9008536F}"/>
              </a:ext>
            </a:extLst>
          </p:cNvPr>
          <p:cNvSpPr>
            <a:spLocks xmlns:a="http://schemas.openxmlformats.org/drawingml/2006/main" noGrp="1"/>
          </p:cNvSpPr>
          <p:nvPr/>
        </p:nvSpPr>
        <p:spPr>
          <a:xfrm xmlns:a="http://schemas.openxmlformats.org/drawingml/2006/main">
            <a:off x="813816" y="2322576"/>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6</a:t>
            </a:r>
          </a:p>
        </p:txBody>
      </p:sp>
      <p:sp>
        <p:nvSpPr>
          <p:cNvPr id="19" name="Connector 18">
            <a:extLst xmlns:a="http://schemas.openxmlformats.org/drawingml/2006/main">
              <a:ext uri="{FF2B5EF4-FFF2-40B4-BE49-F238E27FC236}">
                <a16:creationId xmlns:a16="http://schemas.microsoft.com/office/drawing/2014/main" id="{9EDE924A-27FC-4AE0-9243-2B28E5FD83AB}"/>
              </a:ext>
            </a:extLst>
          </p:cNvPr>
          <p:cNvSpPr>
            <a:spLocks xmlns:a="http://schemas.openxmlformats.org/drawingml/2006/main" noGrp="1"/>
          </p:cNvSpPr>
          <p:nvPr/>
        </p:nvSpPr>
        <p:spPr>
          <a:xfrm xmlns:a="http://schemas.openxmlformats.org/drawingml/2006/main">
            <a:off x="1600200" y="2002536"/>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TextBox 19">
            <a:extLst xmlns:a="http://schemas.openxmlformats.org/drawingml/2006/main">
              <a:ext uri="{FF2B5EF4-FFF2-40B4-BE49-F238E27FC236}">
                <a16:creationId xmlns:a16="http://schemas.microsoft.com/office/drawing/2014/main" id="{8C95705D-90F2-4144-B8C4-D2D805238CA3}"/>
              </a:ext>
            </a:extLst>
          </p:cNvPr>
          <p:cNvSpPr>
            <a:spLocks xmlns:a="http://schemas.openxmlformats.org/drawingml/2006/main" noGrp="1"/>
          </p:cNvSpPr>
          <p:nvPr/>
        </p:nvSpPr>
        <p:spPr>
          <a:xfrm xmlns:a="http://schemas.openxmlformats.org/drawingml/2006/main">
            <a:off x="813816" y="1837944"/>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7</a:t>
            </a:r>
          </a:p>
        </p:txBody>
      </p:sp>
      <p:sp>
        <p:nvSpPr>
          <p:cNvPr id="21" name="TextBox 20">
            <a:extLst xmlns:a="http://schemas.openxmlformats.org/drawingml/2006/main">
              <a:ext uri="{FF2B5EF4-FFF2-40B4-BE49-F238E27FC236}">
                <a16:creationId xmlns:a16="http://schemas.microsoft.com/office/drawing/2014/main" id="{ACD38D55-40ED-431C-A0DF-6FD326EF8BF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0也是一个等级，所以一共有8个等级。</a:t>
            </a:r>
          </a:p>
        </p:txBody>
      </p:sp>
      <p:sp xmlns:a="http://schemas.openxmlformats.org/drawingml/2006/main">
        <p:nvSpPr>
          <p:cNvPr id="22" name="Rectangle 21"/>
          <p:cNvSpPr/>
          <p:nvPr/>
        </p:nvSpPr>
        <p:spPr>
          <a:xfrm>
            <a:off x="9784080" y="2523744"/>
            <a:ext cx="1591056" cy="2103120"/>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9939528" y="2807208"/>
            <a:ext cx="1261872" cy="475488"/>
          </a:xfrm>
          <a:prstGeom prst="rect">
            <a:avLst/>
          </a:prstGeom>
          <a:noFill/>
        </p:spPr>
        <p:txBody>
          <a:bodyPr wrap="square" lIns="0" rIns="0" tIns="0" bIns="0" anchor="ctr">
            <a:spAutoFit/>
          </a:bodyPr>
          <a:lstStyle/>
          <a:p>
            <a:pPr algn="ctr">
              <a:spcAft>
                <a:spcPts val="200"/>
              </a:spcAft>
              <a:defRPr sz="2200" b="1">
                <a:solidFill>
                  <a:srgbClr val="8C64E1"/>
                </a:solidFill>
                <a:latin typeface="Alibaba PuHuiTi 3.0 115 Black"/>
              </a:defRPr>
            </a:pPr>
            <a:r>
              <a:t>L0–L7</a:t>
            </a:r>
          </a:p>
        </p:txBody>
      </p:sp>
      <p:sp xmlns:a="http://schemas.openxmlformats.org/drawingml/2006/main">
        <p:nvSpPr>
          <p:cNvPr id="24" name="TextBox 23"/>
          <p:cNvSpPr txBox="1"/>
          <p:nvPr/>
        </p:nvSpPr>
        <p:spPr>
          <a:xfrm>
            <a:off x="9939528" y="3611880"/>
            <a:ext cx="1261872" cy="502920"/>
          </a:xfrm>
          <a:prstGeom prst="rect">
            <a:avLst/>
          </a:prstGeom>
          <a:noFill/>
        </p:spPr>
        <p:txBody>
          <a:bodyPr wrap="square" lIns="0" rIns="0" tIns="0" bIns="0" anchor="ctr">
            <a:spAutoFit/>
          </a:bodyPr>
          <a:lstStyle/>
          <a:p>
            <a:pPr algn="ctr">
              <a:spcAft>
                <a:spcPts val="200"/>
              </a:spcAft>
              <a:defRPr sz="1900" b="1">
                <a:solidFill>
                  <a:srgbClr val="262626"/>
                </a:solidFill>
                <a:latin typeface="Alibaba PuHuiTi 3.0 115 Black"/>
              </a:defRPr>
            </a:pPr>
            <a:r>
              <a:t>共 8 级</a:t>
            </a:r>
          </a:p>
        </p:txBody>
      </p:sp>
    </p:spTree>
    <p:extLst>
      <p:ext uri="{BB962C8B-B14F-4D97-AF65-F5344CB8AC3E}">
        <p14:creationId xmlns:p14="http://schemas.microsoft.com/office/powerpoint/2010/main" val="83609963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B0F54F5-B77A-40F7-A237-923EB39E171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BA8FBF-4015-4630-9C2A-914651AF4A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94990D2-496D-4EC4-8B4E-20732949883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 应记为等级3，还是等级4？</a:t>
            </a:r>
          </a:p>
        </p:txBody>
      </p:sp>
      <p:sp>
        <p:nvSpPr>
          <p:cNvPr id="5" name="TextBox 4">
            <a:extLst xmlns:a="http://schemas.openxmlformats.org/drawingml/2006/main">
              <a:ext uri="{FF2B5EF4-FFF2-40B4-BE49-F238E27FC236}">
                <a16:creationId xmlns:a16="http://schemas.microsoft.com/office/drawing/2014/main" id="{5B528359-246E-4286-B635-9661CEFA722D}"/>
              </a:ext>
            </a:extLst>
          </p:cNvPr>
          <p:cNvSpPr>
            <a:spLocks xmlns:a="http://schemas.openxmlformats.org/drawingml/2006/main" noGrp="1"/>
          </p:cNvSpPr>
          <p:nvPr/>
        </p:nvSpPr>
        <p:spPr>
          <a:xfrm xmlns:a="http://schemas.openxmlformats.org/drawingml/2006/main">
            <a:off x="822960" y="1700784"/>
            <a:ext cx="1078992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500" b="0">
                <a:solidFill>
                  <a:srgbClr val="262626"/>
                </a:solidFill>
                <a:latin typeface="Alibaba PuHuiTi 3.0 55 Regular"/>
                <a:ea typeface="Alibaba PuHuiTi 3.0 55 Regular"/>
                <a:cs typeface="Alibaba PuHuiTi 3.0 55 Regular"/>
              </a:defRPr>
            </a:pPr>
            <a:r>
              <a:rPr sz="2500" b="0">
                <a:solidFill>
                  <a:srgbClr val="262626"/>
                </a:solidFill>
                <a:latin typeface="Alibaba PuHuiTi 3.0 55 Regular"/>
                <a:ea typeface="Alibaba PuHuiTi 3.0 55 Regular"/>
                <a:cs typeface="Alibaba PuHuiTi 3.0 55 Regular"/>
              </a:rPr>
              <a:t>幅度范围 [0,8) 划成8段，等级编号为 0～7。</a:t>
            </a:r>
          </a:p>
        </p:txBody>
      </p:sp>
      <p:sp>
        <p:nvSpPr>
          <p:cNvPr id="6" name="Rectangle 5">
            <a:extLst xmlns:a="http://schemas.openxmlformats.org/drawingml/2006/main">
              <a:ext uri="{FF2B5EF4-FFF2-40B4-BE49-F238E27FC236}">
                <a16:creationId xmlns:a16="http://schemas.microsoft.com/office/drawing/2014/main" id="{9A74D0B9-F6FA-4D6B-83E1-F745968DB01B}"/>
              </a:ext>
            </a:extLst>
          </p:cNvPr>
          <p:cNvSpPr>
            <a:spLocks xmlns:a="http://schemas.openxmlformats.org/drawingml/2006/main" noGrp="1"/>
          </p:cNvSpPr>
          <p:nvPr/>
        </p:nvSpPr>
        <p:spPr>
          <a:xfrm xmlns:a="http://schemas.openxmlformats.org/drawingml/2006/main">
            <a:off x="8686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409CDBB-8647-478C-9D82-8920435728E9}"/>
              </a:ext>
            </a:extLst>
          </p:cNvPr>
          <p:cNvSpPr>
            <a:spLocks xmlns:a="http://schemas.openxmlformats.org/drawingml/2006/main" noGrp="1"/>
          </p:cNvSpPr>
          <p:nvPr/>
        </p:nvSpPr>
        <p:spPr>
          <a:xfrm xmlns:a="http://schemas.openxmlformats.org/drawingml/2006/main">
            <a:off x="8686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0</a:t>
            </a:r>
          </a:p>
        </p:txBody>
      </p:sp>
      <p:sp>
        <p:nvSpPr>
          <p:cNvPr id="8" name="Rectangle 7">
            <a:extLst xmlns:a="http://schemas.openxmlformats.org/drawingml/2006/main">
              <a:ext uri="{FF2B5EF4-FFF2-40B4-BE49-F238E27FC236}">
                <a16:creationId xmlns:a16="http://schemas.microsoft.com/office/drawing/2014/main" id="{44C0115D-8822-4D36-A62B-BBBDA6C7A20B}"/>
              </a:ext>
            </a:extLst>
          </p:cNvPr>
          <p:cNvSpPr>
            <a:spLocks xmlns:a="http://schemas.openxmlformats.org/drawingml/2006/main" noGrp="1"/>
          </p:cNvSpPr>
          <p:nvPr/>
        </p:nvSpPr>
        <p:spPr>
          <a:xfrm xmlns:a="http://schemas.openxmlformats.org/drawingml/2006/main">
            <a:off x="22402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B6CAE22-8E57-417E-BB77-4717F9655B95}"/>
              </a:ext>
            </a:extLst>
          </p:cNvPr>
          <p:cNvSpPr>
            <a:spLocks xmlns:a="http://schemas.openxmlformats.org/drawingml/2006/main" noGrp="1"/>
          </p:cNvSpPr>
          <p:nvPr/>
        </p:nvSpPr>
        <p:spPr>
          <a:xfrm xmlns:a="http://schemas.openxmlformats.org/drawingml/2006/main">
            <a:off x="22402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1</a:t>
            </a:r>
          </a:p>
        </p:txBody>
      </p:sp>
      <p:sp>
        <p:nvSpPr>
          <p:cNvPr id="10" name="Rectangle 9">
            <a:extLst xmlns:a="http://schemas.openxmlformats.org/drawingml/2006/main">
              <a:ext uri="{FF2B5EF4-FFF2-40B4-BE49-F238E27FC236}">
                <a16:creationId xmlns:a16="http://schemas.microsoft.com/office/drawing/2014/main" id="{4174739A-152F-4F94-85A1-79571792A5DA}"/>
              </a:ext>
            </a:extLst>
          </p:cNvPr>
          <p:cNvSpPr>
            <a:spLocks xmlns:a="http://schemas.openxmlformats.org/drawingml/2006/main" noGrp="1"/>
          </p:cNvSpPr>
          <p:nvPr/>
        </p:nvSpPr>
        <p:spPr>
          <a:xfrm xmlns:a="http://schemas.openxmlformats.org/drawingml/2006/main">
            <a:off x="36118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587D66B1-316D-4C41-8C71-589C585360DB}"/>
              </a:ext>
            </a:extLst>
          </p:cNvPr>
          <p:cNvSpPr>
            <a:spLocks xmlns:a="http://schemas.openxmlformats.org/drawingml/2006/main" noGrp="1"/>
          </p:cNvSpPr>
          <p:nvPr/>
        </p:nvSpPr>
        <p:spPr>
          <a:xfrm xmlns:a="http://schemas.openxmlformats.org/drawingml/2006/main">
            <a:off x="36118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2</a:t>
            </a:r>
          </a:p>
        </p:txBody>
      </p:sp>
      <p:sp>
        <p:nvSpPr>
          <p:cNvPr id="12" name="Rectangle 11">
            <a:extLst xmlns:a="http://schemas.openxmlformats.org/drawingml/2006/main">
              <a:ext uri="{FF2B5EF4-FFF2-40B4-BE49-F238E27FC236}">
                <a16:creationId xmlns:a16="http://schemas.microsoft.com/office/drawing/2014/main" id="{DB68A1BD-8348-4923-A563-AC57EE4919EF}"/>
              </a:ext>
            </a:extLst>
          </p:cNvPr>
          <p:cNvSpPr>
            <a:spLocks xmlns:a="http://schemas.openxmlformats.org/drawingml/2006/main" noGrp="1"/>
          </p:cNvSpPr>
          <p:nvPr/>
        </p:nvSpPr>
        <p:spPr>
          <a:xfrm xmlns:a="http://schemas.openxmlformats.org/drawingml/2006/main">
            <a:off x="4983480" y="2880360"/>
            <a:ext cx="1097280" cy="914400"/>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5D6F52AE-2F8F-493A-AC72-1A545409E3DC}"/>
              </a:ext>
            </a:extLst>
          </p:cNvPr>
          <p:cNvSpPr>
            <a:spLocks xmlns:a="http://schemas.openxmlformats.org/drawingml/2006/main" noGrp="1"/>
          </p:cNvSpPr>
          <p:nvPr/>
        </p:nvSpPr>
        <p:spPr>
          <a:xfrm xmlns:a="http://schemas.openxmlformats.org/drawingml/2006/main">
            <a:off x="49834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3</a:t>
            </a:r>
          </a:p>
        </p:txBody>
      </p:sp>
      <p:sp>
        <p:nvSpPr>
          <p:cNvPr id="14" name="Rectangle 13">
            <a:extLst xmlns:a="http://schemas.openxmlformats.org/drawingml/2006/main">
              <a:ext uri="{FF2B5EF4-FFF2-40B4-BE49-F238E27FC236}">
                <a16:creationId xmlns:a16="http://schemas.microsoft.com/office/drawing/2014/main" id="{115ECCA4-0BDB-4CB1-A031-8F770A8AB561}"/>
              </a:ext>
            </a:extLst>
          </p:cNvPr>
          <p:cNvSpPr>
            <a:spLocks xmlns:a="http://schemas.openxmlformats.org/drawingml/2006/main" noGrp="1"/>
          </p:cNvSpPr>
          <p:nvPr/>
        </p:nvSpPr>
        <p:spPr>
          <a:xfrm xmlns:a="http://schemas.openxmlformats.org/drawingml/2006/main">
            <a:off x="6355080" y="2880360"/>
            <a:ext cx="1097280" cy="914400"/>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0181EBE2-8CE5-4069-ABD7-D82B615D927B}"/>
              </a:ext>
            </a:extLst>
          </p:cNvPr>
          <p:cNvSpPr>
            <a:spLocks xmlns:a="http://schemas.openxmlformats.org/drawingml/2006/main" noGrp="1"/>
          </p:cNvSpPr>
          <p:nvPr/>
        </p:nvSpPr>
        <p:spPr>
          <a:xfrm xmlns:a="http://schemas.openxmlformats.org/drawingml/2006/main">
            <a:off x="63550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a:t>
            </a:r>
          </a:p>
        </p:txBody>
      </p:sp>
      <p:sp>
        <p:nvSpPr>
          <p:cNvPr id="16" name="Rectangle 15">
            <a:extLst xmlns:a="http://schemas.openxmlformats.org/drawingml/2006/main">
              <a:ext uri="{FF2B5EF4-FFF2-40B4-BE49-F238E27FC236}">
                <a16:creationId xmlns:a16="http://schemas.microsoft.com/office/drawing/2014/main" id="{E97C7F43-5FB8-410D-9D22-305D8FA94056}"/>
              </a:ext>
            </a:extLst>
          </p:cNvPr>
          <p:cNvSpPr>
            <a:spLocks xmlns:a="http://schemas.openxmlformats.org/drawingml/2006/main" noGrp="1"/>
          </p:cNvSpPr>
          <p:nvPr/>
        </p:nvSpPr>
        <p:spPr>
          <a:xfrm xmlns:a="http://schemas.openxmlformats.org/drawingml/2006/main">
            <a:off x="7726679"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48E5808-FED0-4CD9-A43C-6E0751A3F803}"/>
              </a:ext>
            </a:extLst>
          </p:cNvPr>
          <p:cNvSpPr>
            <a:spLocks xmlns:a="http://schemas.openxmlformats.org/drawingml/2006/main" noGrp="1"/>
          </p:cNvSpPr>
          <p:nvPr/>
        </p:nvSpPr>
        <p:spPr>
          <a:xfrm xmlns:a="http://schemas.openxmlformats.org/drawingml/2006/main">
            <a:off x="7726679"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5</a:t>
            </a:r>
          </a:p>
        </p:txBody>
      </p:sp>
      <p:sp>
        <p:nvSpPr>
          <p:cNvPr id="18" name="Rectangle 17">
            <a:extLst xmlns:a="http://schemas.openxmlformats.org/drawingml/2006/main">
              <a:ext uri="{FF2B5EF4-FFF2-40B4-BE49-F238E27FC236}">
                <a16:creationId xmlns:a16="http://schemas.microsoft.com/office/drawing/2014/main" id="{6D428098-6743-4CEE-BDA0-E84447FCA119}"/>
              </a:ext>
            </a:extLst>
          </p:cNvPr>
          <p:cNvSpPr>
            <a:spLocks xmlns:a="http://schemas.openxmlformats.org/drawingml/2006/main" noGrp="1"/>
          </p:cNvSpPr>
          <p:nvPr/>
        </p:nvSpPr>
        <p:spPr>
          <a:xfrm xmlns:a="http://schemas.openxmlformats.org/drawingml/2006/main">
            <a:off x="90982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DD9AF4E-3C0D-43DC-B335-7D8AD6700D56}"/>
              </a:ext>
            </a:extLst>
          </p:cNvPr>
          <p:cNvSpPr>
            <a:spLocks xmlns:a="http://schemas.openxmlformats.org/drawingml/2006/main" noGrp="1"/>
          </p:cNvSpPr>
          <p:nvPr/>
        </p:nvSpPr>
        <p:spPr>
          <a:xfrm xmlns:a="http://schemas.openxmlformats.org/drawingml/2006/main">
            <a:off x="90982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6</a:t>
            </a:r>
          </a:p>
        </p:txBody>
      </p:sp>
      <p:sp>
        <p:nvSpPr>
          <p:cNvPr id="20" name="Rectangle 19">
            <a:extLst xmlns:a="http://schemas.openxmlformats.org/drawingml/2006/main">
              <a:ext uri="{FF2B5EF4-FFF2-40B4-BE49-F238E27FC236}">
                <a16:creationId xmlns:a16="http://schemas.microsoft.com/office/drawing/2014/main" id="{8F5B3073-FC68-4F2E-BACE-A6BDB00353E3}"/>
              </a:ext>
            </a:extLst>
          </p:cNvPr>
          <p:cNvSpPr>
            <a:spLocks xmlns:a="http://schemas.openxmlformats.org/drawingml/2006/main" noGrp="1"/>
          </p:cNvSpPr>
          <p:nvPr/>
        </p:nvSpPr>
        <p:spPr>
          <a:xfrm xmlns:a="http://schemas.openxmlformats.org/drawingml/2006/main">
            <a:off x="104698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23E14CA9-39F4-414C-ADF9-44289EA609A5}"/>
              </a:ext>
            </a:extLst>
          </p:cNvPr>
          <p:cNvSpPr>
            <a:spLocks xmlns:a="http://schemas.openxmlformats.org/drawingml/2006/main" noGrp="1"/>
          </p:cNvSpPr>
          <p:nvPr/>
        </p:nvSpPr>
        <p:spPr>
          <a:xfrm xmlns:a="http://schemas.openxmlformats.org/drawingml/2006/main">
            <a:off x="104698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7</a:t>
            </a:r>
          </a:p>
        </p:txBody>
      </p:sp>
      <p:sp>
        <p:nvSpPr>
          <p:cNvPr id="22" name="TextBox 21">
            <a:extLst xmlns:a="http://schemas.openxmlformats.org/drawingml/2006/main">
              <a:ext uri="{FF2B5EF4-FFF2-40B4-BE49-F238E27FC236}">
                <a16:creationId xmlns:a16="http://schemas.microsoft.com/office/drawing/2014/main" id="{D41501F2-04A3-4029-913F-5AE1E91A5604}"/>
              </a:ext>
            </a:extLst>
          </p:cNvPr>
          <p:cNvSpPr>
            <a:spLocks xmlns:a="http://schemas.openxmlformats.org/drawingml/2006/main" noGrp="1"/>
          </p:cNvSpPr>
          <p:nvPr/>
        </p:nvSpPr>
        <p:spPr>
          <a:xfrm xmlns:a="http://schemas.openxmlformats.org/drawingml/2006/main">
            <a:off x="868680" y="4242816"/>
            <a:ext cx="484632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采样值：3.71</a:t>
            </a:r>
          </a:p>
        </p:txBody>
      </p:sp>
      <p:sp>
        <p:nvSpPr>
          <p:cNvPr id="23" name="TextBox 22">
            <a:extLst xmlns:a="http://schemas.openxmlformats.org/drawingml/2006/main">
              <a:ext uri="{FF2B5EF4-FFF2-40B4-BE49-F238E27FC236}">
                <a16:creationId xmlns:a16="http://schemas.microsoft.com/office/drawing/2014/main" id="{956BE813-7F56-4811-BD4C-1F2248DB039D}"/>
              </a:ext>
            </a:extLst>
          </p:cNvPr>
          <p:cNvSpPr>
            <a:spLocks xmlns:a="http://schemas.openxmlformats.org/drawingml/2006/main" noGrp="1"/>
          </p:cNvSpPr>
          <p:nvPr/>
        </p:nvSpPr>
        <p:spPr>
          <a:xfrm xmlns:a="http://schemas.openxmlformats.org/drawingml/2006/main">
            <a:off x="868680" y="5129784"/>
            <a:ext cx="10515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你预测：进入3号等级，还是4号等级？</a:t>
            </a:r>
          </a:p>
        </p:txBody>
      </p:sp>
    </p:spTree>
    <p:extLst>
      <p:ext uri="{BB962C8B-B14F-4D97-AF65-F5344CB8AC3E}">
        <p14:creationId xmlns:p14="http://schemas.microsoft.com/office/powerpoint/2010/main" val="18826109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FED0F8C-9CCE-4876-B4F9-A4BBF27848C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4D8768-DA2E-4099-903E-44870C2CF46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753E4B4-651E-4AED-8644-3D458D36E4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量化：用有限代表值近似样本</a:t>
            </a:r>
          </a:p>
        </p:txBody>
      </p:sp>
      <p:sp>
        <p:nvSpPr>
          <p:cNvPr id="5" name="text">
            <a:extLst xmlns:a="http://schemas.openxmlformats.org/drawingml/2006/main">
              <a:ext uri="{FF2B5EF4-FFF2-40B4-BE49-F238E27FC236}">
                <a16:creationId xmlns:a16="http://schemas.microsoft.com/office/drawing/2014/main" id="{0BED98FD-FCEB-4681-BF63-2F0D6EE0A922}"/>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 [0,8)；按 [n,n+1) 分档。</a:t>
            </a:r>
          </a:p>
        </p:txBody>
      </p:sp>
      <p:sp>
        <p:nvSpPr>
          <p:cNvPr id="6" name="quant-bin-0">
            <a:extLst xmlns:a="http://schemas.openxmlformats.org/drawingml/2006/main">
              <a:ext uri="{FF2B5EF4-FFF2-40B4-BE49-F238E27FC236}">
                <a16:creationId xmlns:a16="http://schemas.microsoft.com/office/drawing/2014/main" id="{11BF3656-051C-427F-A4EB-9F78685242EB}"/>
              </a:ext>
            </a:extLst>
          </p:cNvPr>
          <p:cNvSpPr>
            <a:spLocks xmlns:a="http://schemas.openxmlformats.org/drawingml/2006/main" noGrp="1"/>
          </p:cNvSpPr>
          <p:nvPr/>
        </p:nvSpPr>
        <p:spPr>
          <a:xfrm xmlns:a="http://schemas.openxmlformats.org/drawingml/2006/main">
            <a:off x="1524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quant-grade-0">
            <a:extLst xmlns:a="http://schemas.openxmlformats.org/drawingml/2006/main">
              <a:ext uri="{FF2B5EF4-FFF2-40B4-BE49-F238E27FC236}">
                <a16:creationId xmlns:a16="http://schemas.microsoft.com/office/drawing/2014/main" id="{239E6CA8-47C0-4F20-B745-8EA4A51D8419}"/>
              </a:ext>
            </a:extLst>
          </p:cNvPr>
          <p:cNvSpPr>
            <a:spLocks xmlns:a="http://schemas.openxmlformats.org/drawingml/2006/main" noGrp="1"/>
          </p:cNvSpPr>
          <p:nvPr/>
        </p:nvSpPr>
        <p:spPr>
          <a:xfrm xmlns:a="http://schemas.openxmlformats.org/drawingml/2006/main">
            <a:off x="1524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L0</a:t>
            </a:r>
          </a:p>
        </p:txBody>
      </p:sp>
      <p:sp>
        <p:nvSpPr>
          <p:cNvPr id="8" name="quant-bin-1">
            <a:extLst xmlns:a="http://schemas.openxmlformats.org/drawingml/2006/main">
              <a:ext uri="{FF2B5EF4-FFF2-40B4-BE49-F238E27FC236}">
                <a16:creationId xmlns:a16="http://schemas.microsoft.com/office/drawing/2014/main" id="{0CF99069-03C2-4EE8-91B4-A9D872ABDDB6}"/>
              </a:ext>
            </a:extLst>
          </p:cNvPr>
          <p:cNvSpPr>
            <a:spLocks xmlns:a="http://schemas.openxmlformats.org/drawingml/2006/main" noGrp="1"/>
          </p:cNvSpPr>
          <p:nvPr/>
        </p:nvSpPr>
        <p:spPr>
          <a:xfrm xmlns:a="http://schemas.openxmlformats.org/drawingml/2006/main">
            <a:off x="2667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quant-grade-1">
            <a:extLst xmlns:a="http://schemas.openxmlformats.org/drawingml/2006/main">
              <a:ext uri="{FF2B5EF4-FFF2-40B4-BE49-F238E27FC236}">
                <a16:creationId xmlns:a16="http://schemas.microsoft.com/office/drawing/2014/main" id="{FA111489-C863-4CEF-BC14-1B054D947986}"/>
              </a:ext>
            </a:extLst>
          </p:cNvPr>
          <p:cNvSpPr>
            <a:spLocks xmlns:a="http://schemas.openxmlformats.org/drawingml/2006/main" noGrp="1"/>
          </p:cNvSpPr>
          <p:nvPr/>
        </p:nvSpPr>
        <p:spPr>
          <a:xfrm xmlns:a="http://schemas.openxmlformats.org/drawingml/2006/main">
            <a:off x="2667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L1</a:t>
            </a:r>
          </a:p>
        </p:txBody>
      </p:sp>
      <p:sp>
        <p:nvSpPr>
          <p:cNvPr id="10" name="quant-bin-2">
            <a:extLst xmlns:a="http://schemas.openxmlformats.org/drawingml/2006/main">
              <a:ext uri="{FF2B5EF4-FFF2-40B4-BE49-F238E27FC236}">
                <a16:creationId xmlns:a16="http://schemas.microsoft.com/office/drawing/2014/main" id="{4369CAD9-51A9-459A-9320-ADD3294846F9}"/>
              </a:ext>
            </a:extLst>
          </p:cNvPr>
          <p:cNvSpPr>
            <a:spLocks xmlns:a="http://schemas.openxmlformats.org/drawingml/2006/main" noGrp="1"/>
          </p:cNvSpPr>
          <p:nvPr/>
        </p:nvSpPr>
        <p:spPr>
          <a:xfrm xmlns:a="http://schemas.openxmlformats.org/drawingml/2006/main">
            <a:off x="3810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quant-grade-2">
            <a:extLst xmlns:a="http://schemas.openxmlformats.org/drawingml/2006/main">
              <a:ext uri="{FF2B5EF4-FFF2-40B4-BE49-F238E27FC236}">
                <a16:creationId xmlns:a16="http://schemas.microsoft.com/office/drawing/2014/main" id="{60082282-7ADC-4A8B-80CE-548F1B3FAB71}"/>
              </a:ext>
            </a:extLst>
          </p:cNvPr>
          <p:cNvSpPr>
            <a:spLocks xmlns:a="http://schemas.openxmlformats.org/drawingml/2006/main" noGrp="1"/>
          </p:cNvSpPr>
          <p:nvPr/>
        </p:nvSpPr>
        <p:spPr>
          <a:xfrm xmlns:a="http://schemas.openxmlformats.org/drawingml/2006/main">
            <a:off x="3810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L2</a:t>
            </a:r>
          </a:p>
        </p:txBody>
      </p:sp>
      <p:sp>
        <p:nvSpPr>
          <p:cNvPr id="12" name="quant-bin-3">
            <a:extLst xmlns:a="http://schemas.openxmlformats.org/drawingml/2006/main">
              <a:ext uri="{FF2B5EF4-FFF2-40B4-BE49-F238E27FC236}">
                <a16:creationId xmlns:a16="http://schemas.microsoft.com/office/drawing/2014/main" id="{FC09C72F-D017-4A06-9405-FD6782C175E1}"/>
              </a:ext>
            </a:extLst>
          </p:cNvPr>
          <p:cNvSpPr>
            <a:spLocks xmlns:a="http://schemas.openxmlformats.org/drawingml/2006/main" noGrp="1"/>
          </p:cNvSpPr>
          <p:nvPr/>
        </p:nvSpPr>
        <p:spPr>
          <a:xfrm xmlns:a="http://schemas.openxmlformats.org/drawingml/2006/main">
            <a:off x="4953000" y="2714625"/>
            <a:ext cx="1143000" cy="97155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13" name="quant-grade-3">
            <a:extLst xmlns:a="http://schemas.openxmlformats.org/drawingml/2006/main">
              <a:ext uri="{FF2B5EF4-FFF2-40B4-BE49-F238E27FC236}">
                <a16:creationId xmlns:a16="http://schemas.microsoft.com/office/drawing/2014/main" id="{5BDDCC92-7472-4CD9-9735-4D2C17332905}"/>
              </a:ext>
            </a:extLst>
          </p:cNvPr>
          <p:cNvSpPr>
            <a:spLocks xmlns:a="http://schemas.openxmlformats.org/drawingml/2006/main" noGrp="1"/>
          </p:cNvSpPr>
          <p:nvPr/>
        </p:nvSpPr>
        <p:spPr>
          <a:xfrm xmlns:a="http://schemas.openxmlformats.org/drawingml/2006/main">
            <a:off x="4953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100" b="1">
                <a:solidFill>
                  <a:srgbClr val="8C64E1"/>
                </a:solidFill>
                <a:latin typeface="Alibaba PuHuiTi 3.0 115 Black"/>
                <a:ea typeface="Alibaba PuHuiTi 3.0 115 Black"/>
                <a:cs typeface="Alibaba PuHuiTi 3.0 115 Black"/>
              </a:defRPr>
            </a:pPr>
            <a:r>
              <a:rPr sz="2100" b="1">
                <a:solidFill>
                  <a:srgbClr val="8C64E1"/>
                </a:solidFill>
                <a:latin typeface="Alibaba PuHuiTi 3.0 115 Black"/>
                <a:ea typeface="Alibaba PuHuiTi 3.0 115 Black"/>
                <a:cs typeface="Alibaba PuHuiTi 3.0 115 Black"/>
              </a:rPr>
              <a:t>L3</a:t>
            </a:r>
          </a:p>
        </p:txBody>
      </p:sp>
      <p:sp>
        <p:nvSpPr>
          <p:cNvPr id="14" name="quant-bin-4">
            <a:extLst xmlns:a="http://schemas.openxmlformats.org/drawingml/2006/main">
              <a:ext uri="{FF2B5EF4-FFF2-40B4-BE49-F238E27FC236}">
                <a16:creationId xmlns:a16="http://schemas.microsoft.com/office/drawing/2014/main" id="{38F0D89A-3BF4-40DC-876F-2380E8E9241C}"/>
              </a:ext>
            </a:extLst>
          </p:cNvPr>
          <p:cNvSpPr>
            <a:spLocks xmlns:a="http://schemas.openxmlformats.org/drawingml/2006/main" noGrp="1"/>
          </p:cNvSpPr>
          <p:nvPr/>
        </p:nvSpPr>
        <p:spPr>
          <a:xfrm xmlns:a="http://schemas.openxmlformats.org/drawingml/2006/main">
            <a:off x="6096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quant-grade-4">
            <a:extLst xmlns:a="http://schemas.openxmlformats.org/drawingml/2006/main">
              <a:ext uri="{FF2B5EF4-FFF2-40B4-BE49-F238E27FC236}">
                <a16:creationId xmlns:a16="http://schemas.microsoft.com/office/drawing/2014/main" id="{A59870AF-AA8E-43BB-8884-8A4938019046}"/>
              </a:ext>
            </a:extLst>
          </p:cNvPr>
          <p:cNvSpPr>
            <a:spLocks xmlns:a="http://schemas.openxmlformats.org/drawingml/2006/main" noGrp="1"/>
          </p:cNvSpPr>
          <p:nvPr/>
        </p:nvSpPr>
        <p:spPr>
          <a:xfrm xmlns:a="http://schemas.openxmlformats.org/drawingml/2006/main">
            <a:off x="6096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L4</a:t>
            </a:r>
          </a:p>
        </p:txBody>
      </p:sp>
      <p:sp>
        <p:nvSpPr>
          <p:cNvPr id="16" name="quant-bin-5">
            <a:extLst xmlns:a="http://schemas.openxmlformats.org/drawingml/2006/main">
              <a:ext uri="{FF2B5EF4-FFF2-40B4-BE49-F238E27FC236}">
                <a16:creationId xmlns:a16="http://schemas.microsoft.com/office/drawing/2014/main" id="{31CDFFBC-5D07-42B3-B0B8-01209C3FD7C1}"/>
              </a:ext>
            </a:extLst>
          </p:cNvPr>
          <p:cNvSpPr>
            <a:spLocks xmlns:a="http://schemas.openxmlformats.org/drawingml/2006/main" noGrp="1"/>
          </p:cNvSpPr>
          <p:nvPr/>
        </p:nvSpPr>
        <p:spPr>
          <a:xfrm xmlns:a="http://schemas.openxmlformats.org/drawingml/2006/main">
            <a:off x="7239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quant-grade-5">
            <a:extLst xmlns:a="http://schemas.openxmlformats.org/drawingml/2006/main">
              <a:ext uri="{FF2B5EF4-FFF2-40B4-BE49-F238E27FC236}">
                <a16:creationId xmlns:a16="http://schemas.microsoft.com/office/drawing/2014/main" id="{D59B42AC-7FA9-452B-89E1-36C6C33280D8}"/>
              </a:ext>
            </a:extLst>
          </p:cNvPr>
          <p:cNvSpPr>
            <a:spLocks xmlns:a="http://schemas.openxmlformats.org/drawingml/2006/main" noGrp="1"/>
          </p:cNvSpPr>
          <p:nvPr/>
        </p:nvSpPr>
        <p:spPr>
          <a:xfrm xmlns:a="http://schemas.openxmlformats.org/drawingml/2006/main">
            <a:off x="7239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L5</a:t>
            </a:r>
          </a:p>
        </p:txBody>
      </p:sp>
      <p:sp>
        <p:nvSpPr>
          <p:cNvPr id="18" name="quant-bin-6">
            <a:extLst xmlns:a="http://schemas.openxmlformats.org/drawingml/2006/main">
              <a:ext uri="{FF2B5EF4-FFF2-40B4-BE49-F238E27FC236}">
                <a16:creationId xmlns:a16="http://schemas.microsoft.com/office/drawing/2014/main" id="{7AA1483F-11AB-490E-BB64-9B26E9394704}"/>
              </a:ext>
            </a:extLst>
          </p:cNvPr>
          <p:cNvSpPr>
            <a:spLocks xmlns:a="http://schemas.openxmlformats.org/drawingml/2006/main" noGrp="1"/>
          </p:cNvSpPr>
          <p:nvPr/>
        </p:nvSpPr>
        <p:spPr>
          <a:xfrm xmlns:a="http://schemas.openxmlformats.org/drawingml/2006/main">
            <a:off x="8382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quant-grade-6">
            <a:extLst xmlns:a="http://schemas.openxmlformats.org/drawingml/2006/main">
              <a:ext uri="{FF2B5EF4-FFF2-40B4-BE49-F238E27FC236}">
                <a16:creationId xmlns:a16="http://schemas.microsoft.com/office/drawing/2014/main" id="{C92E4780-E14A-4396-B472-3383F493817B}"/>
              </a:ext>
            </a:extLst>
          </p:cNvPr>
          <p:cNvSpPr>
            <a:spLocks xmlns:a="http://schemas.openxmlformats.org/drawingml/2006/main" noGrp="1"/>
          </p:cNvSpPr>
          <p:nvPr/>
        </p:nvSpPr>
        <p:spPr>
          <a:xfrm xmlns:a="http://schemas.openxmlformats.org/drawingml/2006/main">
            <a:off x="8382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L6</a:t>
            </a:r>
          </a:p>
        </p:txBody>
      </p:sp>
      <p:sp>
        <p:nvSpPr>
          <p:cNvPr id="20" name="quant-bin-7">
            <a:extLst xmlns:a="http://schemas.openxmlformats.org/drawingml/2006/main">
              <a:ext uri="{FF2B5EF4-FFF2-40B4-BE49-F238E27FC236}">
                <a16:creationId xmlns:a16="http://schemas.microsoft.com/office/drawing/2014/main" id="{682ADB64-280D-4C7E-BC80-6EC423D208D7}"/>
              </a:ext>
            </a:extLst>
          </p:cNvPr>
          <p:cNvSpPr>
            <a:spLocks xmlns:a="http://schemas.openxmlformats.org/drawingml/2006/main" noGrp="1"/>
          </p:cNvSpPr>
          <p:nvPr/>
        </p:nvSpPr>
        <p:spPr>
          <a:xfrm xmlns:a="http://schemas.openxmlformats.org/drawingml/2006/main">
            <a:off x="9525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quant-grade-7">
            <a:extLst xmlns:a="http://schemas.openxmlformats.org/drawingml/2006/main">
              <a:ext uri="{FF2B5EF4-FFF2-40B4-BE49-F238E27FC236}">
                <a16:creationId xmlns:a16="http://schemas.microsoft.com/office/drawing/2014/main" id="{D4EF72BB-CBE7-452F-8E1D-0A2253868765}"/>
              </a:ext>
            </a:extLst>
          </p:cNvPr>
          <p:cNvSpPr>
            <a:spLocks xmlns:a="http://schemas.openxmlformats.org/drawingml/2006/main" noGrp="1"/>
          </p:cNvSpPr>
          <p:nvPr/>
        </p:nvSpPr>
        <p:spPr>
          <a:xfrm xmlns:a="http://schemas.openxmlformats.org/drawingml/2006/main">
            <a:off x="9525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L7</a:t>
            </a:r>
          </a:p>
        </p:txBody>
      </p:sp>
      <p:sp>
        <p:nvSpPr>
          <p:cNvPr id="22" name="quant-boundary-0">
            <a:extLst xmlns:a="http://schemas.openxmlformats.org/drawingml/2006/main">
              <a:ext uri="{FF2B5EF4-FFF2-40B4-BE49-F238E27FC236}">
                <a16:creationId xmlns:a16="http://schemas.microsoft.com/office/drawing/2014/main" id="{08565BB8-F41D-4A7F-B202-0180BDF022E7}"/>
              </a:ext>
            </a:extLst>
          </p:cNvPr>
          <p:cNvSpPr>
            <a:spLocks xmlns:a="http://schemas.openxmlformats.org/drawingml/2006/main" noGrp="1"/>
          </p:cNvSpPr>
          <p:nvPr/>
        </p:nvSpPr>
        <p:spPr>
          <a:xfrm xmlns:a="http://schemas.openxmlformats.org/drawingml/2006/main">
            <a:off x="1238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quant-boundary-1">
            <a:extLst xmlns:a="http://schemas.openxmlformats.org/drawingml/2006/main">
              <a:ext uri="{FF2B5EF4-FFF2-40B4-BE49-F238E27FC236}">
                <a16:creationId xmlns:a16="http://schemas.microsoft.com/office/drawing/2014/main" id="{58755750-3ED4-4017-95AF-273959173DBD}"/>
              </a:ext>
            </a:extLst>
          </p:cNvPr>
          <p:cNvSpPr>
            <a:spLocks xmlns:a="http://schemas.openxmlformats.org/drawingml/2006/main" noGrp="1"/>
          </p:cNvSpPr>
          <p:nvPr/>
        </p:nvSpPr>
        <p:spPr>
          <a:xfrm xmlns:a="http://schemas.openxmlformats.org/drawingml/2006/main">
            <a:off x="2381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quant-boundary-2">
            <a:extLst xmlns:a="http://schemas.openxmlformats.org/drawingml/2006/main">
              <a:ext uri="{FF2B5EF4-FFF2-40B4-BE49-F238E27FC236}">
                <a16:creationId xmlns:a16="http://schemas.microsoft.com/office/drawing/2014/main" id="{06321FD8-7841-4064-B022-3C977390059A}"/>
              </a:ext>
            </a:extLst>
          </p:cNvPr>
          <p:cNvSpPr>
            <a:spLocks xmlns:a="http://schemas.openxmlformats.org/drawingml/2006/main" noGrp="1"/>
          </p:cNvSpPr>
          <p:nvPr/>
        </p:nvSpPr>
        <p:spPr>
          <a:xfrm xmlns:a="http://schemas.openxmlformats.org/drawingml/2006/main">
            <a:off x="3524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quant-boundary-3">
            <a:extLst xmlns:a="http://schemas.openxmlformats.org/drawingml/2006/main">
              <a:ext uri="{FF2B5EF4-FFF2-40B4-BE49-F238E27FC236}">
                <a16:creationId xmlns:a16="http://schemas.microsoft.com/office/drawing/2014/main" id="{F2E95FFC-3EF5-447B-8083-4751198E32E4}"/>
              </a:ext>
            </a:extLst>
          </p:cNvPr>
          <p:cNvSpPr>
            <a:spLocks xmlns:a="http://schemas.openxmlformats.org/drawingml/2006/main" noGrp="1"/>
          </p:cNvSpPr>
          <p:nvPr/>
        </p:nvSpPr>
        <p:spPr>
          <a:xfrm xmlns:a="http://schemas.openxmlformats.org/drawingml/2006/main">
            <a:off x="4667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quant-boundary-4">
            <a:extLst xmlns:a="http://schemas.openxmlformats.org/drawingml/2006/main">
              <a:ext uri="{FF2B5EF4-FFF2-40B4-BE49-F238E27FC236}">
                <a16:creationId xmlns:a16="http://schemas.microsoft.com/office/drawing/2014/main" id="{11168005-4675-4A85-8F5E-083F1E955407}"/>
              </a:ext>
            </a:extLst>
          </p:cNvPr>
          <p:cNvSpPr>
            <a:spLocks xmlns:a="http://schemas.openxmlformats.org/drawingml/2006/main" noGrp="1"/>
          </p:cNvSpPr>
          <p:nvPr/>
        </p:nvSpPr>
        <p:spPr>
          <a:xfrm xmlns:a="http://schemas.openxmlformats.org/drawingml/2006/main">
            <a:off x="5810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quant-boundary-5">
            <a:extLst xmlns:a="http://schemas.openxmlformats.org/drawingml/2006/main">
              <a:ext uri="{FF2B5EF4-FFF2-40B4-BE49-F238E27FC236}">
                <a16:creationId xmlns:a16="http://schemas.microsoft.com/office/drawing/2014/main" id="{7AE21D50-D29D-42B4-8286-F143D3197A67}"/>
              </a:ext>
            </a:extLst>
          </p:cNvPr>
          <p:cNvSpPr>
            <a:spLocks xmlns:a="http://schemas.openxmlformats.org/drawingml/2006/main" noGrp="1"/>
          </p:cNvSpPr>
          <p:nvPr/>
        </p:nvSpPr>
        <p:spPr>
          <a:xfrm xmlns:a="http://schemas.openxmlformats.org/drawingml/2006/main">
            <a:off x="6953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quant-boundary-6">
            <a:extLst xmlns:a="http://schemas.openxmlformats.org/drawingml/2006/main">
              <a:ext uri="{FF2B5EF4-FFF2-40B4-BE49-F238E27FC236}">
                <a16:creationId xmlns:a16="http://schemas.microsoft.com/office/drawing/2014/main" id="{2A9513CA-B7E1-4AB2-8A2A-136279817927}"/>
              </a:ext>
            </a:extLst>
          </p:cNvPr>
          <p:cNvSpPr>
            <a:spLocks xmlns:a="http://schemas.openxmlformats.org/drawingml/2006/main" noGrp="1"/>
          </p:cNvSpPr>
          <p:nvPr/>
        </p:nvSpPr>
        <p:spPr>
          <a:xfrm xmlns:a="http://schemas.openxmlformats.org/drawingml/2006/main">
            <a:off x="8096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quant-boundary-7">
            <a:extLst xmlns:a="http://schemas.openxmlformats.org/drawingml/2006/main">
              <a:ext uri="{FF2B5EF4-FFF2-40B4-BE49-F238E27FC236}">
                <a16:creationId xmlns:a16="http://schemas.microsoft.com/office/drawing/2014/main" id="{79071AA7-9571-4312-8BAE-5B049DB587D0}"/>
              </a:ext>
            </a:extLst>
          </p:cNvPr>
          <p:cNvSpPr>
            <a:spLocks xmlns:a="http://schemas.openxmlformats.org/drawingml/2006/main" noGrp="1"/>
          </p:cNvSpPr>
          <p:nvPr/>
        </p:nvSpPr>
        <p:spPr>
          <a:xfrm xmlns:a="http://schemas.openxmlformats.org/drawingml/2006/main">
            <a:off x="9239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quant-boundary-8">
            <a:extLst xmlns:a="http://schemas.openxmlformats.org/drawingml/2006/main">
              <a:ext uri="{FF2B5EF4-FFF2-40B4-BE49-F238E27FC236}">
                <a16:creationId xmlns:a16="http://schemas.microsoft.com/office/drawing/2014/main" id="{CF78D9F1-EB16-40DE-BCE9-65DD4C12EF83}"/>
              </a:ext>
            </a:extLst>
          </p:cNvPr>
          <p:cNvSpPr>
            <a:spLocks xmlns:a="http://schemas.openxmlformats.org/drawingml/2006/main" noGrp="1"/>
          </p:cNvSpPr>
          <p:nvPr/>
        </p:nvSpPr>
        <p:spPr>
          <a:xfrm xmlns:a="http://schemas.openxmlformats.org/drawingml/2006/main">
            <a:off x="10382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raw-3.71">
            <a:extLst xmlns:a="http://schemas.openxmlformats.org/drawingml/2006/main">
              <a:ext uri="{FF2B5EF4-FFF2-40B4-BE49-F238E27FC236}">
                <a16:creationId xmlns:a16="http://schemas.microsoft.com/office/drawing/2014/main" id="{0F2BA2EE-2A0D-4B51-9CDD-4E1188FF23BE}"/>
              </a:ext>
            </a:extLst>
          </p:cNvPr>
          <p:cNvSpPr>
            <a:spLocks xmlns:a="http://schemas.openxmlformats.org/drawingml/2006/main" noGrp="1"/>
          </p:cNvSpPr>
          <p:nvPr/>
        </p:nvSpPr>
        <p:spPr>
          <a:xfrm xmlns:a="http://schemas.openxmlformats.org/drawingml/2006/main">
            <a:off x="5693093" y="2986088"/>
            <a:ext cx="142875" cy="142875"/>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32" name="raw-label-guide">
            <a:extLst xmlns:a="http://schemas.openxmlformats.org/drawingml/2006/main">
              <a:ext uri="{FF2B5EF4-FFF2-40B4-BE49-F238E27FC236}">
                <a16:creationId xmlns:a16="http://schemas.microsoft.com/office/drawing/2014/main" id="{D7465545-4D79-4570-AD47-964FA250D266}"/>
              </a:ext>
            </a:extLst>
          </p:cNvPr>
          <p:cNvSpPr>
            <a:spLocks xmlns:a="http://schemas.openxmlformats.org/drawingml/2006/main" noGrp="1"/>
          </p:cNvSpPr>
          <p:nvPr/>
        </p:nvSpPr>
        <p:spPr>
          <a:xfrm xmlns:a="http://schemas.openxmlformats.org/drawingml/2006/main">
            <a:off x="5764530" y="2190750"/>
            <a:ext cx="9525" cy="838200"/>
          </a:xfrm>
          <a:custGeom xmlns:a="http://schemas.openxmlformats.org/drawingml/2006/main">
            <a:pathLst>
              <a:path w="9525" h="838200">
                <a:moveTo>
                  <a:pt x="0" y="838200"/>
                </a:moveTo>
                <a:lnTo>
                  <a:pt x="0" y="0"/>
                </a:lnTo>
              </a:path>
            </a:pathLst>
          </a:custGeom>
          <a:noFill xmlns:a="http://schemas.openxmlformats.org/drawingml/2006/main"/>
          <a:ln xmlns:a="http://schemas.openxmlformats.org/drawingml/2006/main" w="12383">
            <a:solidFill>
              <a:srgbClr val="FF0000"/>
            </a:solidFill>
          </a:ln>
        </p:spPr>
      </p:sp>
      <p:sp>
        <p:nvSpPr>
          <p:cNvPr id="33" name="raw-value-label">
            <a:extLst xmlns:a="http://schemas.openxmlformats.org/drawingml/2006/main">
              <a:ext uri="{FF2B5EF4-FFF2-40B4-BE49-F238E27FC236}">
                <a16:creationId xmlns:a16="http://schemas.microsoft.com/office/drawing/2014/main" id="{BB6E6C7B-5E77-4D89-8F54-80D7890E6CBF}"/>
              </a:ext>
            </a:extLst>
          </p:cNvPr>
          <p:cNvSpPr>
            <a:spLocks xmlns:a="http://schemas.openxmlformats.org/drawingml/2006/main" noGrp="1"/>
          </p:cNvSpPr>
          <p:nvPr/>
        </p:nvSpPr>
        <p:spPr>
          <a:xfrm xmlns:a="http://schemas.openxmlformats.org/drawingml/2006/main">
            <a:off x="5907405" y="19907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原值 3.71</a:t>
            </a:r>
          </a:p>
        </p:txBody>
      </p:sp>
      <p:sp>
        <p:nvSpPr>
          <p:cNvPr id="34" name="representative-3.5">
            <a:extLst xmlns:a="http://schemas.openxmlformats.org/drawingml/2006/main">
              <a:ext uri="{FF2B5EF4-FFF2-40B4-BE49-F238E27FC236}">
                <a16:creationId xmlns:a16="http://schemas.microsoft.com/office/drawing/2014/main" id="{56D82E47-0316-4B0F-A60F-85974947D8A4}"/>
              </a:ext>
            </a:extLst>
          </p:cNvPr>
          <p:cNvSpPr>
            <a:spLocks xmlns:a="http://schemas.openxmlformats.org/drawingml/2006/main" noGrp="1"/>
          </p:cNvSpPr>
          <p:nvPr/>
        </p:nvSpPr>
        <p:spPr>
          <a:xfrm xmlns:a="http://schemas.openxmlformats.org/drawingml/2006/main">
            <a:off x="5453063" y="3405188"/>
            <a:ext cx="142875" cy="142875"/>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5" name="representative-guide">
            <a:extLst xmlns:a="http://schemas.openxmlformats.org/drawingml/2006/main">
              <a:ext uri="{FF2B5EF4-FFF2-40B4-BE49-F238E27FC236}">
                <a16:creationId xmlns:a16="http://schemas.microsoft.com/office/drawing/2014/main" id="{5A41A2E6-6103-40E2-BECA-48FE9BB9B378}"/>
              </a:ext>
            </a:extLst>
          </p:cNvPr>
          <p:cNvSpPr>
            <a:spLocks xmlns:a="http://schemas.openxmlformats.org/drawingml/2006/main" noGrp="1"/>
          </p:cNvSpPr>
          <p:nvPr/>
        </p:nvSpPr>
        <p:spPr>
          <a:xfrm xmlns:a="http://schemas.openxmlformats.org/drawingml/2006/main">
            <a:off x="5524500" y="3524250"/>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2383">
            <a:solidFill>
              <a:srgbClr val="007C9B"/>
            </a:solidFill>
          </a:ln>
        </p:spPr>
      </p:sp>
      <p:sp>
        <p:nvSpPr>
          <p:cNvPr id="36" name="quant-mapping">
            <a:extLst xmlns:a="http://schemas.openxmlformats.org/drawingml/2006/main">
              <a:ext uri="{FF2B5EF4-FFF2-40B4-BE49-F238E27FC236}">
                <a16:creationId xmlns:a16="http://schemas.microsoft.com/office/drawing/2014/main" id="{ACCEB812-F2E6-4F09-A208-E43F292C70F0}"/>
              </a:ext>
            </a:extLst>
          </p:cNvPr>
          <p:cNvSpPr>
            <a:spLocks xmlns:a="http://schemas.openxmlformats.org/drawingml/2006/main" noGrp="1"/>
          </p:cNvSpPr>
          <p:nvPr/>
        </p:nvSpPr>
        <p:spPr>
          <a:xfrm xmlns:a="http://schemas.openxmlformats.org/drawingml/2006/main">
            <a:off x="3048000" y="472440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等级编号 L3；对应代表值 3.5</a:t>
            </a:r>
          </a:p>
        </p:txBody>
      </p:sp>
      <p:sp>
        <p:nvSpPr>
          <p:cNvPr id="37" name="text">
            <a:extLst xmlns:a="http://schemas.openxmlformats.org/drawingml/2006/main">
              <a:ext uri="{FF2B5EF4-FFF2-40B4-BE49-F238E27FC236}">
                <a16:creationId xmlns:a16="http://schemas.microsoft.com/office/drawing/2014/main" id="{D90E01A9-F279-48CE-8673-1206599F70F0}"/>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编号表示哪一档；代表值用于近似原幅度。</a:t>
            </a:r>
          </a:p>
        </p:txBody>
      </p:sp>
      <p:sp>
        <p:nvSpPr>
          <p:cNvPr id="38" name="representative-label">
            <a:extLst xmlns:a="http://schemas.openxmlformats.org/drawingml/2006/main">
              <a:ext uri="{FF2B5EF4-FFF2-40B4-BE49-F238E27FC236}">
                <a16:creationId xmlns:a16="http://schemas.microsoft.com/office/drawing/2014/main" id="{1598CE80-D9EB-4820-8CE8-D188C0E08942}"/>
              </a:ext>
            </a:extLst>
          </p:cNvPr>
          <p:cNvSpPr>
            <a:spLocks xmlns:a="http://schemas.openxmlformats.org/drawingml/2006/main" noGrp="1"/>
          </p:cNvSpPr>
          <p:nvPr/>
        </p:nvSpPr>
        <p:spPr>
          <a:xfrm xmlns:a="http://schemas.openxmlformats.org/drawingml/2006/main">
            <a:off x="6219825" y="329565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007C9B"/>
                </a:solidFill>
                <a:latin typeface="Alibaba PuHuiTi 3.0 55 Regular"/>
                <a:ea typeface="Alibaba PuHuiTi 3.0 55 Regular"/>
                <a:cs typeface="Alibaba PuHuiTi 3.0 55 Regular"/>
              </a:defRPr>
            </a:defPPr>
          </a:lstStyle>
          <a:p xmlns:a="http://schemas.openxmlformats.org/drawingml/2006/main">
            <a:pPr algn="l">
              <a:defRPr sz="2200" b="0">
                <a:solidFill>
                  <a:srgbClr val="007C9B"/>
                </a:solidFill>
                <a:latin typeface="Alibaba PuHuiTi 3.0 55 Regular"/>
                <a:ea typeface="Alibaba PuHuiTi 3.0 55 Regular"/>
                <a:cs typeface="Alibaba PuHuiTi 3.0 55 Regular"/>
              </a:defRPr>
            </a:pPr>
            <a:r>
              <a:rPr sz="2200" b="0">
                <a:solidFill>
                  <a:srgbClr val="007C9B"/>
                </a:solidFill>
                <a:latin typeface="Alibaba PuHuiTi 3.0 55 Regular"/>
                <a:ea typeface="Alibaba PuHuiTi 3.0 55 Regular"/>
                <a:cs typeface="Alibaba PuHuiTi 3.0 55 Regular"/>
              </a:rPr>
              <a:t>代表值 3.5</a:t>
            </a:r>
          </a:p>
        </p:txBody>
      </p:sp>
      <p:sp>
        <p:nvSpPr>
          <p:cNvPr id="39" name="representative-label-leader">
            <a:extLst xmlns:a="http://schemas.openxmlformats.org/drawingml/2006/main">
              <a:ext uri="{FF2B5EF4-FFF2-40B4-BE49-F238E27FC236}">
                <a16:creationId xmlns:a16="http://schemas.microsoft.com/office/drawing/2014/main" id="{0C218374-7830-4579-8A69-D6BC0836D2EB}"/>
              </a:ext>
            </a:extLst>
          </p:cNvPr>
          <p:cNvSpPr>
            <a:spLocks xmlns:a="http://schemas.openxmlformats.org/drawingml/2006/main" noGrp="1"/>
          </p:cNvSpPr>
          <p:nvPr/>
        </p:nvSpPr>
        <p:spPr>
          <a:xfrm xmlns:a="http://schemas.openxmlformats.org/drawingml/2006/main">
            <a:off x="5610225" y="347662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11430">
            <a:solidFill>
              <a:srgbClr val="007C9B"/>
            </a:solidFill>
          </a:ln>
        </p:spPr>
      </p:sp>
      <p:sp xmlns:a="http://schemas.openxmlformats.org/drawingml/2006/main">
        <p:nvSpPr>
          <p:cNvPr id="40" name="TextBox 39"/>
          <p:cNvSpPr txBox="1"/>
          <p:nvPr/>
        </p:nvSpPr>
        <p:spPr>
          <a:xfrm>
            <a:off x="7589520" y="5468112"/>
            <a:ext cx="3877056" cy="393192"/>
          </a:xfrm>
          <a:prstGeom prst="rect">
            <a:avLst/>
          </a:prstGeom>
          <a:noFill/>
        </p:spPr>
        <p:txBody>
          <a:bodyPr wrap="square" lIns="0" rIns="0" tIns="0" bIns="0" anchor="ctr">
            <a:spAutoFit/>
          </a:bodyPr>
          <a:lstStyle/>
          <a:p>
            <a:pPr>
              <a:spcAft>
                <a:spcPts val="200"/>
              </a:spcAft>
              <a:defRPr sz="1900" b="1">
                <a:solidFill>
                  <a:srgbClr val="8C64E1"/>
                </a:solidFill>
                <a:latin typeface="Alibaba PuHuiTi 3.0 115 Black"/>
              </a:defRPr>
            </a:pPr>
            <a:r>
              <a:t>原值3.71 → 代表值3.50</a:t>
            </a:r>
          </a:p>
        </p:txBody>
      </p:sp>
    </p:spTree>
    <p:extLst>
      <p:ext uri="{BB962C8B-B14F-4D97-AF65-F5344CB8AC3E}">
        <p14:creationId xmlns:p14="http://schemas.microsoft.com/office/powerpoint/2010/main" val="76211255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7A01A3-57AB-4816-BA2B-32FE40C4387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2E266EA-2CA2-48D1-9610-F186BC0BD26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75A5FED-D748-47FA-A181-3FD65115534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10个样本，怎样依次编码？</a:t>
            </a:r>
          </a:p>
        </p:txBody>
      </p:sp>
      <p:sp>
        <p:nvSpPr>
          <p:cNvPr id="5" name="TextBox 4">
            <a:extLst xmlns:a="http://schemas.openxmlformats.org/drawingml/2006/main">
              <a:ext uri="{FF2B5EF4-FFF2-40B4-BE49-F238E27FC236}">
                <a16:creationId xmlns:a16="http://schemas.microsoft.com/office/drawing/2014/main" id="{7A2ECE19-69DE-41D5-9FD4-B2A3E70BAAE2}"/>
              </a:ext>
            </a:extLst>
          </p:cNvPr>
          <p:cNvSpPr>
            <a:spLocks xmlns:a="http://schemas.openxmlformats.org/drawingml/2006/main" noGrp="1"/>
          </p:cNvSpPr>
          <p:nvPr/>
        </p:nvSpPr>
        <p:spPr>
          <a:xfrm xmlns:a="http://schemas.openxmlformats.org/drawingml/2006/main">
            <a:off x="713232" y="1847088"/>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采样顺序</a:t>
            </a:r>
          </a:p>
        </p:txBody>
      </p:sp>
      <p:sp>
        <p:nvSpPr>
          <p:cNvPr id="6" name="TextBox 5">
            <a:extLst xmlns:a="http://schemas.openxmlformats.org/drawingml/2006/main">
              <a:ext uri="{FF2B5EF4-FFF2-40B4-BE49-F238E27FC236}">
                <a16:creationId xmlns:a16="http://schemas.microsoft.com/office/drawing/2014/main" id="{966EB03F-1582-4F47-9FC0-F22B5A05AD53}"/>
              </a:ext>
            </a:extLst>
          </p:cNvPr>
          <p:cNvSpPr>
            <a:spLocks xmlns:a="http://schemas.openxmlformats.org/drawingml/2006/main" noGrp="1"/>
          </p:cNvSpPr>
          <p:nvPr/>
        </p:nvSpPr>
        <p:spPr>
          <a:xfrm xmlns:a="http://schemas.openxmlformats.org/drawingml/2006/main">
            <a:off x="713232" y="281635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量化等级</a:t>
            </a:r>
          </a:p>
        </p:txBody>
      </p:sp>
      <p:sp>
        <p:nvSpPr>
          <p:cNvPr id="7" name="TextBox 6">
            <a:extLst xmlns:a="http://schemas.openxmlformats.org/drawingml/2006/main">
              <a:ext uri="{FF2B5EF4-FFF2-40B4-BE49-F238E27FC236}">
                <a16:creationId xmlns:a16="http://schemas.microsoft.com/office/drawing/2014/main" id="{0441492D-BA89-4AC0-B631-61C9F0354A57}"/>
              </a:ext>
            </a:extLst>
          </p:cNvPr>
          <p:cNvSpPr>
            <a:spLocks xmlns:a="http://schemas.openxmlformats.org/drawingml/2006/main" noGrp="1"/>
          </p:cNvSpPr>
          <p:nvPr/>
        </p:nvSpPr>
        <p:spPr>
          <a:xfrm xmlns:a="http://schemas.openxmlformats.org/drawingml/2006/main">
            <a:off x="713232" y="377647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bit码字</a:t>
            </a:r>
          </a:p>
        </p:txBody>
      </p:sp>
      <p:sp>
        <p:nvSpPr>
          <p:cNvPr id="8" name="TextBox 7">
            <a:extLst xmlns:a="http://schemas.openxmlformats.org/drawingml/2006/main">
              <a:ext uri="{FF2B5EF4-FFF2-40B4-BE49-F238E27FC236}">
                <a16:creationId xmlns:a16="http://schemas.microsoft.com/office/drawing/2014/main" id="{8AD01868-7CD8-41E2-A49F-E22BFE5306AD}"/>
              </a:ext>
            </a:extLst>
          </p:cNvPr>
          <p:cNvSpPr>
            <a:spLocks xmlns:a="http://schemas.openxmlformats.org/drawingml/2006/main" noGrp="1"/>
          </p:cNvSpPr>
          <p:nvPr/>
        </p:nvSpPr>
        <p:spPr>
          <a:xfrm xmlns:a="http://schemas.openxmlformats.org/drawingml/2006/main">
            <a:off x="2688336"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9" name="TextBox 8">
            <a:extLst xmlns:a="http://schemas.openxmlformats.org/drawingml/2006/main">
              <a:ext uri="{FF2B5EF4-FFF2-40B4-BE49-F238E27FC236}">
                <a16:creationId xmlns:a16="http://schemas.microsoft.com/office/drawing/2014/main" id="{39F9D479-BD82-4403-87C9-96564BF706F7}"/>
              </a:ext>
            </a:extLst>
          </p:cNvPr>
          <p:cNvSpPr>
            <a:spLocks xmlns:a="http://schemas.openxmlformats.org/drawingml/2006/main" noGrp="1"/>
          </p:cNvSpPr>
          <p:nvPr/>
        </p:nvSpPr>
        <p:spPr>
          <a:xfrm xmlns:a="http://schemas.openxmlformats.org/drawingml/2006/main">
            <a:off x="2688336"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10" name="TextBox 9">
            <a:extLst xmlns:a="http://schemas.openxmlformats.org/drawingml/2006/main">
              <a:ext uri="{FF2B5EF4-FFF2-40B4-BE49-F238E27FC236}">
                <a16:creationId xmlns:a16="http://schemas.microsoft.com/office/drawing/2014/main" id="{7177F453-711E-4E55-8515-2AEB0DC80051}"/>
              </a:ext>
            </a:extLst>
          </p:cNvPr>
          <p:cNvSpPr>
            <a:spLocks xmlns:a="http://schemas.openxmlformats.org/drawingml/2006/main" noGrp="1"/>
          </p:cNvSpPr>
          <p:nvPr/>
        </p:nvSpPr>
        <p:spPr>
          <a:xfrm xmlns:a="http://schemas.openxmlformats.org/drawingml/2006/main">
            <a:off x="2688336"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11" name="Connector 10">
            <a:extLst xmlns:a="http://schemas.openxmlformats.org/drawingml/2006/main">
              <a:ext uri="{FF2B5EF4-FFF2-40B4-BE49-F238E27FC236}">
                <a16:creationId xmlns:a16="http://schemas.microsoft.com/office/drawing/2014/main" id="{F06CF8EC-559F-44CE-A742-E902BD8639A9}"/>
              </a:ext>
            </a:extLst>
          </p:cNvPr>
          <p:cNvSpPr>
            <a:spLocks xmlns:a="http://schemas.openxmlformats.org/drawingml/2006/main" noGrp="1"/>
          </p:cNvSpPr>
          <p:nvPr/>
        </p:nvSpPr>
        <p:spPr>
          <a:xfrm xmlns:a="http://schemas.openxmlformats.org/drawingml/2006/main">
            <a:off x="3044952"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2C5DFDE1-85E6-4206-A41A-1DA64EAD7015}"/>
              </a:ext>
            </a:extLst>
          </p:cNvPr>
          <p:cNvSpPr>
            <a:spLocks xmlns:a="http://schemas.openxmlformats.org/drawingml/2006/main" noGrp="1"/>
          </p:cNvSpPr>
          <p:nvPr/>
        </p:nvSpPr>
        <p:spPr>
          <a:xfrm xmlns:a="http://schemas.openxmlformats.org/drawingml/2006/main">
            <a:off x="3044952"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7A050BF2-FD55-4683-8F07-1DC9A4B51A73}"/>
              </a:ext>
            </a:extLst>
          </p:cNvPr>
          <p:cNvSpPr>
            <a:spLocks xmlns:a="http://schemas.openxmlformats.org/drawingml/2006/main" noGrp="1"/>
          </p:cNvSpPr>
          <p:nvPr/>
        </p:nvSpPr>
        <p:spPr>
          <a:xfrm xmlns:a="http://schemas.openxmlformats.org/drawingml/2006/main">
            <a:off x="354787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14" name="TextBox 13">
            <a:extLst xmlns:a="http://schemas.openxmlformats.org/drawingml/2006/main">
              <a:ext uri="{FF2B5EF4-FFF2-40B4-BE49-F238E27FC236}">
                <a16:creationId xmlns:a16="http://schemas.microsoft.com/office/drawing/2014/main" id="{17C3EA80-3BAF-43D4-A383-612B00F6AFAE}"/>
              </a:ext>
            </a:extLst>
          </p:cNvPr>
          <p:cNvSpPr>
            <a:spLocks xmlns:a="http://schemas.openxmlformats.org/drawingml/2006/main" noGrp="1"/>
          </p:cNvSpPr>
          <p:nvPr/>
        </p:nvSpPr>
        <p:spPr>
          <a:xfrm xmlns:a="http://schemas.openxmlformats.org/drawingml/2006/main">
            <a:off x="354787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5</a:t>
            </a:r>
          </a:p>
        </p:txBody>
      </p:sp>
      <p:sp>
        <p:nvSpPr>
          <p:cNvPr id="15" name="TextBox 14">
            <a:extLst xmlns:a="http://schemas.openxmlformats.org/drawingml/2006/main">
              <a:ext uri="{FF2B5EF4-FFF2-40B4-BE49-F238E27FC236}">
                <a16:creationId xmlns:a16="http://schemas.microsoft.com/office/drawing/2014/main" id="{4FC0545E-FD5A-498C-AB87-3DF4015BAA6F}"/>
              </a:ext>
            </a:extLst>
          </p:cNvPr>
          <p:cNvSpPr>
            <a:spLocks xmlns:a="http://schemas.openxmlformats.org/drawingml/2006/main" noGrp="1"/>
          </p:cNvSpPr>
          <p:nvPr/>
        </p:nvSpPr>
        <p:spPr>
          <a:xfrm xmlns:a="http://schemas.openxmlformats.org/drawingml/2006/main">
            <a:off x="354787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101</a:t>
            </a:r>
          </a:p>
        </p:txBody>
      </p:sp>
      <p:sp>
        <p:nvSpPr>
          <p:cNvPr id="16" name="Connector 15">
            <a:extLst xmlns:a="http://schemas.openxmlformats.org/drawingml/2006/main">
              <a:ext uri="{FF2B5EF4-FFF2-40B4-BE49-F238E27FC236}">
                <a16:creationId xmlns:a16="http://schemas.microsoft.com/office/drawing/2014/main" id="{3F845908-817D-4FEF-939D-FEAC204421D6}"/>
              </a:ext>
            </a:extLst>
          </p:cNvPr>
          <p:cNvSpPr>
            <a:spLocks xmlns:a="http://schemas.openxmlformats.org/drawingml/2006/main" noGrp="1"/>
          </p:cNvSpPr>
          <p:nvPr/>
        </p:nvSpPr>
        <p:spPr>
          <a:xfrm xmlns:a="http://schemas.openxmlformats.org/drawingml/2006/main">
            <a:off x="3904487"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56AC343-FF70-4CA0-96DA-71622ED41742}"/>
              </a:ext>
            </a:extLst>
          </p:cNvPr>
          <p:cNvSpPr>
            <a:spLocks xmlns:a="http://schemas.openxmlformats.org/drawingml/2006/main" noGrp="1"/>
          </p:cNvSpPr>
          <p:nvPr/>
        </p:nvSpPr>
        <p:spPr>
          <a:xfrm xmlns:a="http://schemas.openxmlformats.org/drawingml/2006/main">
            <a:off x="3904487"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792CCD3F-98D9-439C-A7E8-CFCE29FA23C8}"/>
              </a:ext>
            </a:extLst>
          </p:cNvPr>
          <p:cNvSpPr>
            <a:spLocks xmlns:a="http://schemas.openxmlformats.org/drawingml/2006/main" noGrp="1"/>
          </p:cNvSpPr>
          <p:nvPr/>
        </p:nvSpPr>
        <p:spPr>
          <a:xfrm xmlns:a="http://schemas.openxmlformats.org/drawingml/2006/main">
            <a:off x="440740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19" name="TextBox 18">
            <a:extLst xmlns:a="http://schemas.openxmlformats.org/drawingml/2006/main">
              <a:ext uri="{FF2B5EF4-FFF2-40B4-BE49-F238E27FC236}">
                <a16:creationId xmlns:a16="http://schemas.microsoft.com/office/drawing/2014/main" id="{A9D3C3F7-30A8-4F96-8ACF-98582007FEC7}"/>
              </a:ext>
            </a:extLst>
          </p:cNvPr>
          <p:cNvSpPr>
            <a:spLocks xmlns:a="http://schemas.openxmlformats.org/drawingml/2006/main" noGrp="1"/>
          </p:cNvSpPr>
          <p:nvPr/>
        </p:nvSpPr>
        <p:spPr>
          <a:xfrm xmlns:a="http://schemas.openxmlformats.org/drawingml/2006/main">
            <a:off x="440740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7</a:t>
            </a:r>
          </a:p>
        </p:txBody>
      </p:sp>
      <p:sp>
        <p:nvSpPr>
          <p:cNvPr id="20" name="TextBox 19">
            <a:extLst xmlns:a="http://schemas.openxmlformats.org/drawingml/2006/main">
              <a:ext uri="{FF2B5EF4-FFF2-40B4-BE49-F238E27FC236}">
                <a16:creationId xmlns:a16="http://schemas.microsoft.com/office/drawing/2014/main" id="{CA309B0D-6045-46B1-81F0-D5A87ABA5F18}"/>
              </a:ext>
            </a:extLst>
          </p:cNvPr>
          <p:cNvSpPr>
            <a:spLocks xmlns:a="http://schemas.openxmlformats.org/drawingml/2006/main" noGrp="1"/>
          </p:cNvSpPr>
          <p:nvPr/>
        </p:nvSpPr>
        <p:spPr>
          <a:xfrm xmlns:a="http://schemas.openxmlformats.org/drawingml/2006/main">
            <a:off x="440740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111</a:t>
            </a:r>
          </a:p>
        </p:txBody>
      </p:sp>
      <p:sp>
        <p:nvSpPr>
          <p:cNvPr id="21" name="Connector 20">
            <a:extLst xmlns:a="http://schemas.openxmlformats.org/drawingml/2006/main">
              <a:ext uri="{FF2B5EF4-FFF2-40B4-BE49-F238E27FC236}">
                <a16:creationId xmlns:a16="http://schemas.microsoft.com/office/drawing/2014/main" id="{1F86F0B0-4E98-438D-8B70-43875728D7AA}"/>
              </a:ext>
            </a:extLst>
          </p:cNvPr>
          <p:cNvSpPr>
            <a:spLocks xmlns:a="http://schemas.openxmlformats.org/drawingml/2006/main" noGrp="1"/>
          </p:cNvSpPr>
          <p:nvPr/>
        </p:nvSpPr>
        <p:spPr>
          <a:xfrm xmlns:a="http://schemas.openxmlformats.org/drawingml/2006/main">
            <a:off x="476402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4B8A0-0E40-4EE4-ADC1-C8B6B8EBA3B0}"/>
              </a:ext>
            </a:extLst>
          </p:cNvPr>
          <p:cNvSpPr>
            <a:spLocks xmlns:a="http://schemas.openxmlformats.org/drawingml/2006/main" noGrp="1"/>
          </p:cNvSpPr>
          <p:nvPr/>
        </p:nvSpPr>
        <p:spPr>
          <a:xfrm xmlns:a="http://schemas.openxmlformats.org/drawingml/2006/main">
            <a:off x="476402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TextBox 22">
            <a:extLst xmlns:a="http://schemas.openxmlformats.org/drawingml/2006/main">
              <a:ext uri="{FF2B5EF4-FFF2-40B4-BE49-F238E27FC236}">
                <a16:creationId xmlns:a16="http://schemas.microsoft.com/office/drawing/2014/main" id="{4A742956-08C3-4EE1-98B8-D925E8AB8B3B}"/>
              </a:ext>
            </a:extLst>
          </p:cNvPr>
          <p:cNvSpPr>
            <a:spLocks xmlns:a="http://schemas.openxmlformats.org/drawingml/2006/main" noGrp="1"/>
          </p:cNvSpPr>
          <p:nvPr/>
        </p:nvSpPr>
        <p:spPr>
          <a:xfrm xmlns:a="http://schemas.openxmlformats.org/drawingml/2006/main">
            <a:off x="526694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4" name="TextBox 23">
            <a:extLst xmlns:a="http://schemas.openxmlformats.org/drawingml/2006/main">
              <a:ext uri="{FF2B5EF4-FFF2-40B4-BE49-F238E27FC236}">
                <a16:creationId xmlns:a16="http://schemas.microsoft.com/office/drawing/2014/main" id="{3486A997-184F-46A3-950F-4AF911F85CA7}"/>
              </a:ext>
            </a:extLst>
          </p:cNvPr>
          <p:cNvSpPr>
            <a:spLocks xmlns:a="http://schemas.openxmlformats.org/drawingml/2006/main" noGrp="1"/>
          </p:cNvSpPr>
          <p:nvPr/>
        </p:nvSpPr>
        <p:spPr>
          <a:xfrm xmlns:a="http://schemas.openxmlformats.org/drawingml/2006/main">
            <a:off x="526694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6</a:t>
            </a:r>
          </a:p>
        </p:txBody>
      </p:sp>
      <p:sp>
        <p:nvSpPr>
          <p:cNvPr id="25" name="TextBox 24">
            <a:extLst xmlns:a="http://schemas.openxmlformats.org/drawingml/2006/main">
              <a:ext uri="{FF2B5EF4-FFF2-40B4-BE49-F238E27FC236}">
                <a16:creationId xmlns:a16="http://schemas.microsoft.com/office/drawing/2014/main" id="{8F5EDC05-A739-4509-8CD9-A1710D3CC965}"/>
              </a:ext>
            </a:extLst>
          </p:cNvPr>
          <p:cNvSpPr>
            <a:spLocks xmlns:a="http://schemas.openxmlformats.org/drawingml/2006/main" noGrp="1"/>
          </p:cNvSpPr>
          <p:nvPr/>
        </p:nvSpPr>
        <p:spPr>
          <a:xfrm xmlns:a="http://schemas.openxmlformats.org/drawingml/2006/main">
            <a:off x="526694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110</a:t>
            </a:r>
          </a:p>
        </p:txBody>
      </p:sp>
      <p:sp>
        <p:nvSpPr>
          <p:cNvPr id="26" name="Connector 25">
            <a:extLst xmlns:a="http://schemas.openxmlformats.org/drawingml/2006/main">
              <a:ext uri="{FF2B5EF4-FFF2-40B4-BE49-F238E27FC236}">
                <a16:creationId xmlns:a16="http://schemas.microsoft.com/office/drawing/2014/main" id="{45DBD30E-730D-402B-9674-75E1B8679AB5}"/>
              </a:ext>
            </a:extLst>
          </p:cNvPr>
          <p:cNvSpPr>
            <a:spLocks xmlns:a="http://schemas.openxmlformats.org/drawingml/2006/main" noGrp="1"/>
          </p:cNvSpPr>
          <p:nvPr/>
        </p:nvSpPr>
        <p:spPr>
          <a:xfrm xmlns:a="http://schemas.openxmlformats.org/drawingml/2006/main">
            <a:off x="5623559"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87B655B-B01C-4AC4-B592-B19A255420CB}"/>
              </a:ext>
            </a:extLst>
          </p:cNvPr>
          <p:cNvSpPr>
            <a:spLocks xmlns:a="http://schemas.openxmlformats.org/drawingml/2006/main" noGrp="1"/>
          </p:cNvSpPr>
          <p:nvPr/>
        </p:nvSpPr>
        <p:spPr>
          <a:xfrm xmlns:a="http://schemas.openxmlformats.org/drawingml/2006/main">
            <a:off x="5623559"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TextBox 27">
            <a:extLst xmlns:a="http://schemas.openxmlformats.org/drawingml/2006/main">
              <a:ext uri="{FF2B5EF4-FFF2-40B4-BE49-F238E27FC236}">
                <a16:creationId xmlns:a16="http://schemas.microsoft.com/office/drawing/2014/main" id="{8CD72118-B58A-4F89-87D0-16F2B071081E}"/>
              </a:ext>
            </a:extLst>
          </p:cNvPr>
          <p:cNvSpPr>
            <a:spLocks xmlns:a="http://schemas.openxmlformats.org/drawingml/2006/main" noGrp="1"/>
          </p:cNvSpPr>
          <p:nvPr/>
        </p:nvSpPr>
        <p:spPr>
          <a:xfrm xmlns:a="http://schemas.openxmlformats.org/drawingml/2006/main">
            <a:off x="612647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9" name="TextBox 28">
            <a:extLst xmlns:a="http://schemas.openxmlformats.org/drawingml/2006/main">
              <a:ext uri="{FF2B5EF4-FFF2-40B4-BE49-F238E27FC236}">
                <a16:creationId xmlns:a16="http://schemas.microsoft.com/office/drawing/2014/main" id="{214C56D7-0767-49BE-B400-80B20EEBC753}"/>
              </a:ext>
            </a:extLst>
          </p:cNvPr>
          <p:cNvSpPr>
            <a:spLocks xmlns:a="http://schemas.openxmlformats.org/drawingml/2006/main" noGrp="1"/>
          </p:cNvSpPr>
          <p:nvPr/>
        </p:nvSpPr>
        <p:spPr>
          <a:xfrm xmlns:a="http://schemas.openxmlformats.org/drawingml/2006/main">
            <a:off x="612647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30" name="TextBox 29">
            <a:extLst xmlns:a="http://schemas.openxmlformats.org/drawingml/2006/main">
              <a:ext uri="{FF2B5EF4-FFF2-40B4-BE49-F238E27FC236}">
                <a16:creationId xmlns:a16="http://schemas.microsoft.com/office/drawing/2014/main" id="{69F4FC64-CAA3-4755-8671-CBE748E84876}"/>
              </a:ext>
            </a:extLst>
          </p:cNvPr>
          <p:cNvSpPr>
            <a:spLocks xmlns:a="http://schemas.openxmlformats.org/drawingml/2006/main" noGrp="1"/>
          </p:cNvSpPr>
          <p:nvPr/>
        </p:nvSpPr>
        <p:spPr>
          <a:xfrm xmlns:a="http://schemas.openxmlformats.org/drawingml/2006/main">
            <a:off x="612647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31" name="Connector 30">
            <a:extLst xmlns:a="http://schemas.openxmlformats.org/drawingml/2006/main">
              <a:ext uri="{FF2B5EF4-FFF2-40B4-BE49-F238E27FC236}">
                <a16:creationId xmlns:a16="http://schemas.microsoft.com/office/drawing/2014/main" id="{0AD72C24-197F-4B6A-86F1-76F6356D3CC2}"/>
              </a:ext>
            </a:extLst>
          </p:cNvPr>
          <p:cNvSpPr>
            <a:spLocks xmlns:a="http://schemas.openxmlformats.org/drawingml/2006/main" noGrp="1"/>
          </p:cNvSpPr>
          <p:nvPr/>
        </p:nvSpPr>
        <p:spPr>
          <a:xfrm xmlns:a="http://schemas.openxmlformats.org/drawingml/2006/main">
            <a:off x="6483095"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7ACF2C4-ED96-4D10-A0CB-9A83F89607C2}"/>
              </a:ext>
            </a:extLst>
          </p:cNvPr>
          <p:cNvSpPr>
            <a:spLocks xmlns:a="http://schemas.openxmlformats.org/drawingml/2006/main" noGrp="1"/>
          </p:cNvSpPr>
          <p:nvPr/>
        </p:nvSpPr>
        <p:spPr>
          <a:xfrm xmlns:a="http://schemas.openxmlformats.org/drawingml/2006/main">
            <a:off x="6483095"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4D2A3BAD-E4FC-4C66-B4A6-11F48F414C68}"/>
              </a:ext>
            </a:extLst>
          </p:cNvPr>
          <p:cNvSpPr>
            <a:spLocks xmlns:a="http://schemas.openxmlformats.org/drawingml/2006/main" noGrp="1"/>
          </p:cNvSpPr>
          <p:nvPr/>
        </p:nvSpPr>
        <p:spPr>
          <a:xfrm xmlns:a="http://schemas.openxmlformats.org/drawingml/2006/main">
            <a:off x="6986015"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4" name="TextBox 33">
            <a:extLst xmlns:a="http://schemas.openxmlformats.org/drawingml/2006/main">
              <a:ext uri="{FF2B5EF4-FFF2-40B4-BE49-F238E27FC236}">
                <a16:creationId xmlns:a16="http://schemas.microsoft.com/office/drawing/2014/main" id="{D5DE91B9-4228-4624-BC77-80B5B1741036}"/>
              </a:ext>
            </a:extLst>
          </p:cNvPr>
          <p:cNvSpPr>
            <a:spLocks xmlns:a="http://schemas.openxmlformats.org/drawingml/2006/main" noGrp="1"/>
          </p:cNvSpPr>
          <p:nvPr/>
        </p:nvSpPr>
        <p:spPr>
          <a:xfrm xmlns:a="http://schemas.openxmlformats.org/drawingml/2006/main">
            <a:off x="6986015"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a:t>
            </a:r>
          </a:p>
        </p:txBody>
      </p:sp>
      <p:sp>
        <p:nvSpPr>
          <p:cNvPr id="35" name="TextBox 34">
            <a:extLst xmlns:a="http://schemas.openxmlformats.org/drawingml/2006/main">
              <a:ext uri="{FF2B5EF4-FFF2-40B4-BE49-F238E27FC236}">
                <a16:creationId xmlns:a16="http://schemas.microsoft.com/office/drawing/2014/main" id="{29F8D345-ECA6-40F4-8A00-DF0CF6826476}"/>
              </a:ext>
            </a:extLst>
          </p:cNvPr>
          <p:cNvSpPr>
            <a:spLocks xmlns:a="http://schemas.openxmlformats.org/drawingml/2006/main" noGrp="1"/>
          </p:cNvSpPr>
          <p:nvPr/>
        </p:nvSpPr>
        <p:spPr>
          <a:xfrm xmlns:a="http://schemas.openxmlformats.org/drawingml/2006/main">
            <a:off x="6986015"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010</a:t>
            </a:r>
          </a:p>
        </p:txBody>
      </p:sp>
      <p:sp>
        <p:nvSpPr>
          <p:cNvPr id="36" name="Connector 35">
            <a:extLst xmlns:a="http://schemas.openxmlformats.org/drawingml/2006/main">
              <a:ext uri="{FF2B5EF4-FFF2-40B4-BE49-F238E27FC236}">
                <a16:creationId xmlns:a16="http://schemas.microsoft.com/office/drawing/2014/main" id="{36B147D0-AEB5-4FCF-8136-AB5A33F805E4}"/>
              </a:ext>
            </a:extLst>
          </p:cNvPr>
          <p:cNvSpPr>
            <a:spLocks xmlns:a="http://schemas.openxmlformats.org/drawingml/2006/main" noGrp="1"/>
          </p:cNvSpPr>
          <p:nvPr/>
        </p:nvSpPr>
        <p:spPr>
          <a:xfrm xmlns:a="http://schemas.openxmlformats.org/drawingml/2006/main">
            <a:off x="7342631"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042E456-B295-41FD-B430-A68E149B438A}"/>
              </a:ext>
            </a:extLst>
          </p:cNvPr>
          <p:cNvSpPr>
            <a:spLocks xmlns:a="http://schemas.openxmlformats.org/drawingml/2006/main" noGrp="1"/>
          </p:cNvSpPr>
          <p:nvPr/>
        </p:nvSpPr>
        <p:spPr>
          <a:xfrm xmlns:a="http://schemas.openxmlformats.org/drawingml/2006/main">
            <a:off x="7342631"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TextBox 37">
            <a:extLst xmlns:a="http://schemas.openxmlformats.org/drawingml/2006/main">
              <a:ext uri="{FF2B5EF4-FFF2-40B4-BE49-F238E27FC236}">
                <a16:creationId xmlns:a16="http://schemas.microsoft.com/office/drawing/2014/main" id="{0367D094-5EDA-42EB-9586-6D89730ED745}"/>
              </a:ext>
            </a:extLst>
          </p:cNvPr>
          <p:cNvSpPr>
            <a:spLocks xmlns:a="http://schemas.openxmlformats.org/drawingml/2006/main" noGrp="1"/>
          </p:cNvSpPr>
          <p:nvPr/>
        </p:nvSpPr>
        <p:spPr>
          <a:xfrm xmlns:a="http://schemas.openxmlformats.org/drawingml/2006/main">
            <a:off x="784555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9" name="TextBox 38">
            <a:extLst xmlns:a="http://schemas.openxmlformats.org/drawingml/2006/main">
              <a:ext uri="{FF2B5EF4-FFF2-40B4-BE49-F238E27FC236}">
                <a16:creationId xmlns:a16="http://schemas.microsoft.com/office/drawing/2014/main" id="{06B0E22A-7508-4F9F-9FBF-5BAF33765637}"/>
              </a:ext>
            </a:extLst>
          </p:cNvPr>
          <p:cNvSpPr>
            <a:spLocks xmlns:a="http://schemas.openxmlformats.org/drawingml/2006/main" noGrp="1"/>
          </p:cNvSpPr>
          <p:nvPr/>
        </p:nvSpPr>
        <p:spPr>
          <a:xfrm xmlns:a="http://schemas.openxmlformats.org/drawingml/2006/main">
            <a:off x="784555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a:t>
            </a:r>
          </a:p>
        </p:txBody>
      </p:sp>
      <p:sp>
        <p:nvSpPr>
          <p:cNvPr id="40" name="TextBox 39">
            <a:extLst xmlns:a="http://schemas.openxmlformats.org/drawingml/2006/main">
              <a:ext uri="{FF2B5EF4-FFF2-40B4-BE49-F238E27FC236}">
                <a16:creationId xmlns:a16="http://schemas.microsoft.com/office/drawing/2014/main" id="{A2B7266F-2924-4B5C-9BCC-D13778AB73A1}"/>
              </a:ext>
            </a:extLst>
          </p:cNvPr>
          <p:cNvSpPr>
            <a:spLocks xmlns:a="http://schemas.openxmlformats.org/drawingml/2006/main" noGrp="1"/>
          </p:cNvSpPr>
          <p:nvPr/>
        </p:nvSpPr>
        <p:spPr>
          <a:xfrm xmlns:a="http://schemas.openxmlformats.org/drawingml/2006/main">
            <a:off x="784555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000</a:t>
            </a:r>
          </a:p>
        </p:txBody>
      </p:sp>
      <p:sp>
        <p:nvSpPr>
          <p:cNvPr id="41" name="Connector 40">
            <a:extLst xmlns:a="http://schemas.openxmlformats.org/drawingml/2006/main">
              <a:ext uri="{FF2B5EF4-FFF2-40B4-BE49-F238E27FC236}">
                <a16:creationId xmlns:a16="http://schemas.microsoft.com/office/drawing/2014/main" id="{0DF08073-27B8-4205-9DB7-706BC78E998B}"/>
              </a:ext>
            </a:extLst>
          </p:cNvPr>
          <p:cNvSpPr>
            <a:spLocks xmlns:a="http://schemas.openxmlformats.org/drawingml/2006/main" noGrp="1"/>
          </p:cNvSpPr>
          <p:nvPr/>
        </p:nvSpPr>
        <p:spPr>
          <a:xfrm xmlns:a="http://schemas.openxmlformats.org/drawingml/2006/main">
            <a:off x="8202168"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A3A3905-E9D2-4C9D-A573-A404D38B72FF}"/>
              </a:ext>
            </a:extLst>
          </p:cNvPr>
          <p:cNvSpPr>
            <a:spLocks xmlns:a="http://schemas.openxmlformats.org/drawingml/2006/main" noGrp="1"/>
          </p:cNvSpPr>
          <p:nvPr/>
        </p:nvSpPr>
        <p:spPr>
          <a:xfrm xmlns:a="http://schemas.openxmlformats.org/drawingml/2006/main">
            <a:off x="8202168"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TextBox 42">
            <a:extLst xmlns:a="http://schemas.openxmlformats.org/drawingml/2006/main">
              <a:ext uri="{FF2B5EF4-FFF2-40B4-BE49-F238E27FC236}">
                <a16:creationId xmlns:a16="http://schemas.microsoft.com/office/drawing/2014/main" id="{E4CD5710-596C-45FE-B39F-5E22F5EDADAF}"/>
              </a:ext>
            </a:extLst>
          </p:cNvPr>
          <p:cNvSpPr>
            <a:spLocks xmlns:a="http://schemas.openxmlformats.org/drawingml/2006/main" noGrp="1"/>
          </p:cNvSpPr>
          <p:nvPr/>
        </p:nvSpPr>
        <p:spPr>
          <a:xfrm xmlns:a="http://schemas.openxmlformats.org/drawingml/2006/main">
            <a:off x="870508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44" name="TextBox 43">
            <a:extLst xmlns:a="http://schemas.openxmlformats.org/drawingml/2006/main">
              <a:ext uri="{FF2B5EF4-FFF2-40B4-BE49-F238E27FC236}">
                <a16:creationId xmlns:a16="http://schemas.microsoft.com/office/drawing/2014/main" id="{FE9823A9-693D-4EA8-90ED-B84A8B3A1D73}"/>
              </a:ext>
            </a:extLst>
          </p:cNvPr>
          <p:cNvSpPr>
            <a:spLocks xmlns:a="http://schemas.openxmlformats.org/drawingml/2006/main" noGrp="1"/>
          </p:cNvSpPr>
          <p:nvPr/>
        </p:nvSpPr>
        <p:spPr>
          <a:xfrm xmlns:a="http://schemas.openxmlformats.org/drawingml/2006/main">
            <a:off x="870508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a:t>
            </a:r>
          </a:p>
        </p:txBody>
      </p:sp>
      <p:sp>
        <p:nvSpPr>
          <p:cNvPr id="45" name="TextBox 44">
            <a:extLst xmlns:a="http://schemas.openxmlformats.org/drawingml/2006/main">
              <a:ext uri="{FF2B5EF4-FFF2-40B4-BE49-F238E27FC236}">
                <a16:creationId xmlns:a16="http://schemas.microsoft.com/office/drawing/2014/main" id="{B06699E4-0254-4D9F-8FC8-F2A4EC3EA618}"/>
              </a:ext>
            </a:extLst>
          </p:cNvPr>
          <p:cNvSpPr>
            <a:spLocks xmlns:a="http://schemas.openxmlformats.org/drawingml/2006/main" noGrp="1"/>
          </p:cNvSpPr>
          <p:nvPr/>
        </p:nvSpPr>
        <p:spPr>
          <a:xfrm xmlns:a="http://schemas.openxmlformats.org/drawingml/2006/main">
            <a:off x="870508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001</a:t>
            </a:r>
          </a:p>
        </p:txBody>
      </p:sp>
      <p:sp>
        <p:nvSpPr>
          <p:cNvPr id="46" name="Connector 45">
            <a:extLst xmlns:a="http://schemas.openxmlformats.org/drawingml/2006/main">
              <a:ext uri="{FF2B5EF4-FFF2-40B4-BE49-F238E27FC236}">
                <a16:creationId xmlns:a16="http://schemas.microsoft.com/office/drawing/2014/main" id="{76586CE8-0527-4C87-9C1F-9129FDDC48A8}"/>
              </a:ext>
            </a:extLst>
          </p:cNvPr>
          <p:cNvSpPr>
            <a:spLocks xmlns:a="http://schemas.openxmlformats.org/drawingml/2006/main" noGrp="1"/>
          </p:cNvSpPr>
          <p:nvPr/>
        </p:nvSpPr>
        <p:spPr>
          <a:xfrm xmlns:a="http://schemas.openxmlformats.org/drawingml/2006/main">
            <a:off x="906170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8953ECD3-D7CB-469E-A74F-9DB67284976F}"/>
              </a:ext>
            </a:extLst>
          </p:cNvPr>
          <p:cNvSpPr>
            <a:spLocks xmlns:a="http://schemas.openxmlformats.org/drawingml/2006/main" noGrp="1"/>
          </p:cNvSpPr>
          <p:nvPr/>
        </p:nvSpPr>
        <p:spPr>
          <a:xfrm xmlns:a="http://schemas.openxmlformats.org/drawingml/2006/main">
            <a:off x="906170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TextBox 47">
            <a:extLst xmlns:a="http://schemas.openxmlformats.org/drawingml/2006/main">
              <a:ext uri="{FF2B5EF4-FFF2-40B4-BE49-F238E27FC236}">
                <a16:creationId xmlns:a16="http://schemas.microsoft.com/office/drawing/2014/main" id="{9FF66FCE-4F38-407A-B23E-499B5CE6DA81}"/>
              </a:ext>
            </a:extLst>
          </p:cNvPr>
          <p:cNvSpPr>
            <a:spLocks xmlns:a="http://schemas.openxmlformats.org/drawingml/2006/main" noGrp="1"/>
          </p:cNvSpPr>
          <p:nvPr/>
        </p:nvSpPr>
        <p:spPr>
          <a:xfrm xmlns:a="http://schemas.openxmlformats.org/drawingml/2006/main">
            <a:off x="956462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9</a:t>
            </a:r>
          </a:p>
        </p:txBody>
      </p:sp>
      <p:sp>
        <p:nvSpPr>
          <p:cNvPr id="49" name="TextBox 48">
            <a:extLst xmlns:a="http://schemas.openxmlformats.org/drawingml/2006/main">
              <a:ext uri="{FF2B5EF4-FFF2-40B4-BE49-F238E27FC236}">
                <a16:creationId xmlns:a16="http://schemas.microsoft.com/office/drawing/2014/main" id="{E59B8CE9-D129-4643-B482-64FE08894880}"/>
              </a:ext>
            </a:extLst>
          </p:cNvPr>
          <p:cNvSpPr>
            <a:spLocks xmlns:a="http://schemas.openxmlformats.org/drawingml/2006/main" noGrp="1"/>
          </p:cNvSpPr>
          <p:nvPr/>
        </p:nvSpPr>
        <p:spPr>
          <a:xfrm xmlns:a="http://schemas.openxmlformats.org/drawingml/2006/main">
            <a:off x="956462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50" name="TextBox 49">
            <a:extLst xmlns:a="http://schemas.openxmlformats.org/drawingml/2006/main">
              <a:ext uri="{FF2B5EF4-FFF2-40B4-BE49-F238E27FC236}">
                <a16:creationId xmlns:a16="http://schemas.microsoft.com/office/drawing/2014/main" id="{37BC56E6-7085-4DE7-A01A-50AD1A552F9F}"/>
              </a:ext>
            </a:extLst>
          </p:cNvPr>
          <p:cNvSpPr>
            <a:spLocks xmlns:a="http://schemas.openxmlformats.org/drawingml/2006/main" noGrp="1"/>
          </p:cNvSpPr>
          <p:nvPr/>
        </p:nvSpPr>
        <p:spPr>
          <a:xfrm xmlns:a="http://schemas.openxmlformats.org/drawingml/2006/main">
            <a:off x="956462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51" name="Connector 50">
            <a:extLst xmlns:a="http://schemas.openxmlformats.org/drawingml/2006/main">
              <a:ext uri="{FF2B5EF4-FFF2-40B4-BE49-F238E27FC236}">
                <a16:creationId xmlns:a16="http://schemas.microsoft.com/office/drawing/2014/main" id="{B625FF5F-DF8C-4912-92CF-4F7687AF1311}"/>
              </a:ext>
            </a:extLst>
          </p:cNvPr>
          <p:cNvSpPr>
            <a:spLocks xmlns:a="http://schemas.openxmlformats.org/drawingml/2006/main" noGrp="1"/>
          </p:cNvSpPr>
          <p:nvPr/>
        </p:nvSpPr>
        <p:spPr>
          <a:xfrm xmlns:a="http://schemas.openxmlformats.org/drawingml/2006/main">
            <a:off x="9921240"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11BA316-78BC-469F-959D-A0958BDFFB72}"/>
              </a:ext>
            </a:extLst>
          </p:cNvPr>
          <p:cNvSpPr>
            <a:spLocks xmlns:a="http://schemas.openxmlformats.org/drawingml/2006/main" noGrp="1"/>
          </p:cNvSpPr>
          <p:nvPr/>
        </p:nvSpPr>
        <p:spPr>
          <a:xfrm xmlns:a="http://schemas.openxmlformats.org/drawingml/2006/main">
            <a:off x="9921240"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TextBox 52">
            <a:extLst xmlns:a="http://schemas.openxmlformats.org/drawingml/2006/main">
              <a:ext uri="{FF2B5EF4-FFF2-40B4-BE49-F238E27FC236}">
                <a16:creationId xmlns:a16="http://schemas.microsoft.com/office/drawing/2014/main" id="{A1C45407-0B92-4238-BA02-788036F0AA5D}"/>
              </a:ext>
            </a:extLst>
          </p:cNvPr>
          <p:cNvSpPr>
            <a:spLocks xmlns:a="http://schemas.openxmlformats.org/drawingml/2006/main" noGrp="1"/>
          </p:cNvSpPr>
          <p:nvPr/>
        </p:nvSpPr>
        <p:spPr>
          <a:xfrm xmlns:a="http://schemas.openxmlformats.org/drawingml/2006/main">
            <a:off x="1042415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10</a:t>
            </a:r>
          </a:p>
        </p:txBody>
      </p:sp>
      <p:sp>
        <p:nvSpPr>
          <p:cNvPr id="54" name="TextBox 53">
            <a:extLst xmlns:a="http://schemas.openxmlformats.org/drawingml/2006/main">
              <a:ext uri="{FF2B5EF4-FFF2-40B4-BE49-F238E27FC236}">
                <a16:creationId xmlns:a16="http://schemas.microsoft.com/office/drawing/2014/main" id="{1B51B2EB-FC86-43F0-99A3-2CBC5C7561D4}"/>
              </a:ext>
            </a:extLst>
          </p:cNvPr>
          <p:cNvSpPr>
            <a:spLocks xmlns:a="http://schemas.openxmlformats.org/drawingml/2006/main" noGrp="1"/>
          </p:cNvSpPr>
          <p:nvPr/>
        </p:nvSpPr>
        <p:spPr>
          <a:xfrm xmlns:a="http://schemas.openxmlformats.org/drawingml/2006/main">
            <a:off x="1042415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55" name="TextBox 54">
            <a:extLst xmlns:a="http://schemas.openxmlformats.org/drawingml/2006/main">
              <a:ext uri="{FF2B5EF4-FFF2-40B4-BE49-F238E27FC236}">
                <a16:creationId xmlns:a16="http://schemas.microsoft.com/office/drawing/2014/main" id="{6819845B-BF00-4BD5-A4DF-773CACC530C4}"/>
              </a:ext>
            </a:extLst>
          </p:cNvPr>
          <p:cNvSpPr>
            <a:spLocks xmlns:a="http://schemas.openxmlformats.org/drawingml/2006/main" noGrp="1"/>
          </p:cNvSpPr>
          <p:nvPr/>
        </p:nvSpPr>
        <p:spPr>
          <a:xfrm xmlns:a="http://schemas.openxmlformats.org/drawingml/2006/main">
            <a:off x="1042415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56" name="Connector 55">
            <a:extLst xmlns:a="http://schemas.openxmlformats.org/drawingml/2006/main">
              <a:ext uri="{FF2B5EF4-FFF2-40B4-BE49-F238E27FC236}">
                <a16:creationId xmlns:a16="http://schemas.microsoft.com/office/drawing/2014/main" id="{25616811-D924-41A6-AD2A-8B07272D9816}"/>
              </a:ext>
            </a:extLst>
          </p:cNvPr>
          <p:cNvSpPr>
            <a:spLocks xmlns:a="http://schemas.openxmlformats.org/drawingml/2006/main" noGrp="1"/>
          </p:cNvSpPr>
          <p:nvPr/>
        </p:nvSpPr>
        <p:spPr>
          <a:xfrm xmlns:a="http://schemas.openxmlformats.org/drawingml/2006/main">
            <a:off x="10780776"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3A19C82D-4FF0-4C13-A976-D643544485BD}"/>
              </a:ext>
            </a:extLst>
          </p:cNvPr>
          <p:cNvSpPr>
            <a:spLocks xmlns:a="http://schemas.openxmlformats.org/drawingml/2006/main" noGrp="1"/>
          </p:cNvSpPr>
          <p:nvPr/>
        </p:nvSpPr>
        <p:spPr>
          <a:xfrm xmlns:a="http://schemas.openxmlformats.org/drawingml/2006/main">
            <a:off x="10780776"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TextBox 57">
            <a:extLst xmlns:a="http://schemas.openxmlformats.org/drawingml/2006/main">
              <a:ext uri="{FF2B5EF4-FFF2-40B4-BE49-F238E27FC236}">
                <a16:creationId xmlns:a16="http://schemas.microsoft.com/office/drawing/2014/main" id="{57ED53B8-6B7C-4075-AC55-4CBC84F6858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采样决定“什么时候记录”，量化决定“记录哪个等级”，编码决定“用哪些bit表示”。</a:t>
            </a:r>
          </a:p>
        </p:txBody>
      </p:sp>
      <p:sp>
        <p:nvSpPr>
          <p:cNvPr id="59" name="first-sample-focus">
            <a:extLst xmlns:a="http://schemas.openxmlformats.org/drawingml/2006/main">
              <a:ext uri="{FF2B5EF4-FFF2-40B4-BE49-F238E27FC236}">
                <a16:creationId xmlns:a16="http://schemas.microsoft.com/office/drawing/2014/main" id="{2F266E06-E5F4-49C0-84D0-99AEFF3C5E5E}"/>
              </a:ext>
            </a:extLst>
          </p:cNvPr>
          <p:cNvSpPr>
            <a:spLocks xmlns:a="http://schemas.openxmlformats.org/drawingml/2006/main" noGrp="1"/>
          </p:cNvSpPr>
          <p:nvPr/>
        </p:nvSpPr>
        <p:spPr>
          <a:xfrm xmlns:a="http://schemas.openxmlformats.org/drawingml/2006/main">
            <a:off x="2771775" y="1704975"/>
            <a:ext cx="638175" cy="2466975"/>
          </a:xfrm>
          <a:prstGeom xmlns:a="http://schemas.openxmlformats.org/drawingml/2006/main" prst="rect">
            <a:avLst/>
          </a:prstGeom>
          <a:noFill xmlns:a="http://schemas.openxmlformats.org/drawingml/2006/main"/>
          <a:ln xmlns:a="http://schemas.openxmlformats.org/drawingml/2006/main" w="28575">
            <a:solidFill>
              <a:srgbClr val="FF0000"/>
            </a:solidFill>
          </a:ln>
        </p:spPr>
      </p:sp>
      <p:sp xmlns:a="http://schemas.openxmlformats.org/drawingml/2006/main">
        <p:nvSpPr>
          <p:cNvPr id="60" name="Rectangle 59"/>
          <p:cNvSpPr/>
          <p:nvPr/>
        </p:nvSpPr>
        <p:spPr>
          <a:xfrm>
            <a:off x="2779776" y="4745736"/>
            <a:ext cx="6638544" cy="905256"/>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1" name="TextBox 60"/>
          <p:cNvSpPr txBox="1"/>
          <p:nvPr/>
        </p:nvSpPr>
        <p:spPr>
          <a:xfrm>
            <a:off x="2907792" y="4937760"/>
            <a:ext cx="6400800" cy="475488"/>
          </a:xfrm>
          <a:prstGeom prst="rect">
            <a:avLst/>
          </a:prstGeom>
          <a:noFill/>
        </p:spPr>
        <p:txBody>
          <a:bodyPr wrap="square" lIns="0" rIns="0" tIns="0" bIns="0" anchor="ctr">
            <a:spAutoFit/>
          </a:bodyPr>
          <a:lstStyle/>
          <a:p>
            <a:pPr algn="ctr">
              <a:spcAft>
                <a:spcPts val="200"/>
              </a:spcAft>
              <a:defRPr sz="2300" b="1">
                <a:solidFill>
                  <a:srgbClr val="8C64E1"/>
                </a:solidFill>
                <a:latin typeface="Alibaba PuHuiTi 3.0 115 Black"/>
              </a:defRPr>
            </a:pPr>
            <a:r>
              <a:t>样本1：等级 L3 → 3 bit码字 011</a:t>
            </a:r>
          </a:p>
        </p:txBody>
      </p:sp>
    </p:spTree>
    <p:extLst>
      <p:ext uri="{BB962C8B-B14F-4D97-AF65-F5344CB8AC3E}">
        <p14:creationId xmlns:p14="http://schemas.microsoft.com/office/powerpoint/2010/main" val="19248009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76AC8C6-B56A-411D-9B8C-EC74722C34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20E940-3310-472D-9571-C1BE42AC19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467F605-D83E-4B4D-9C2F-57EDB8A253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3.71为什么写成011，而不是100？</a:t>
            </a:r>
          </a:p>
        </p:txBody>
      </p:sp>
      <p:sp>
        <p:nvSpPr>
          <p:cNvPr id="5" name="Rectangle 4">
            <a:extLst xmlns:a="http://schemas.openxmlformats.org/drawingml/2006/main">
              <a:ext uri="{FF2B5EF4-FFF2-40B4-BE49-F238E27FC236}">
                <a16:creationId xmlns:a16="http://schemas.microsoft.com/office/drawing/2014/main" id="{AAC37992-27C5-45DE-820C-FE96C30F480E}"/>
              </a:ext>
            </a:extLst>
          </p:cNvPr>
          <p:cNvSpPr>
            <a:spLocks xmlns:a="http://schemas.openxmlformats.org/drawingml/2006/main" noGrp="1"/>
          </p:cNvSpPr>
          <p:nvPr/>
        </p:nvSpPr>
        <p:spPr>
          <a:xfrm xmlns:a="http://schemas.openxmlformats.org/drawingml/2006/main">
            <a:off x="74980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75D73B1-BD74-4B1D-81E7-06300866F86A}"/>
              </a:ext>
            </a:extLst>
          </p:cNvPr>
          <p:cNvSpPr>
            <a:spLocks xmlns:a="http://schemas.openxmlformats.org/drawingml/2006/main" noGrp="1"/>
          </p:cNvSpPr>
          <p:nvPr/>
        </p:nvSpPr>
        <p:spPr>
          <a:xfrm xmlns:a="http://schemas.openxmlformats.org/drawingml/2006/main">
            <a:off x="84124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采样原值</a:t>
            </a:r>
          </a:p>
        </p:txBody>
      </p:sp>
      <p:sp>
        <p:nvSpPr>
          <p:cNvPr id="7" name="TextBox 6">
            <a:extLst xmlns:a="http://schemas.openxmlformats.org/drawingml/2006/main">
              <a:ext uri="{FF2B5EF4-FFF2-40B4-BE49-F238E27FC236}">
                <a16:creationId xmlns:a16="http://schemas.microsoft.com/office/drawing/2014/main" id="{BB368C24-2D23-4F5B-BA58-7541C001CD2A}"/>
              </a:ext>
            </a:extLst>
          </p:cNvPr>
          <p:cNvSpPr>
            <a:spLocks xmlns:a="http://schemas.openxmlformats.org/drawingml/2006/main" noGrp="1"/>
          </p:cNvSpPr>
          <p:nvPr/>
        </p:nvSpPr>
        <p:spPr>
          <a:xfrm xmlns:a="http://schemas.openxmlformats.org/drawingml/2006/main">
            <a:off x="84124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3.71</a:t>
            </a:r>
          </a:p>
        </p:txBody>
      </p:sp>
      <p:sp>
        <p:nvSpPr>
          <p:cNvPr id="8" name="Connector 7">
            <a:extLst xmlns:a="http://schemas.openxmlformats.org/drawingml/2006/main">
              <a:ext uri="{FF2B5EF4-FFF2-40B4-BE49-F238E27FC236}">
                <a16:creationId xmlns:a16="http://schemas.microsoft.com/office/drawing/2014/main" id="{2FBDFA76-F47A-41CA-BB6C-E4DD862F6848}"/>
              </a:ext>
            </a:extLst>
          </p:cNvPr>
          <p:cNvSpPr>
            <a:spLocks xmlns:a="http://schemas.openxmlformats.org/drawingml/2006/main" noGrp="1"/>
          </p:cNvSpPr>
          <p:nvPr/>
        </p:nvSpPr>
        <p:spPr>
          <a:xfrm xmlns:a="http://schemas.openxmlformats.org/drawingml/2006/main">
            <a:off x="323697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BE6293D4-6330-42F7-9CC9-352D81E52BDC}"/>
              </a:ext>
            </a:extLst>
          </p:cNvPr>
          <p:cNvSpPr>
            <a:spLocks xmlns:a="http://schemas.openxmlformats.org/drawingml/2006/main" noGrp="1"/>
          </p:cNvSpPr>
          <p:nvPr/>
        </p:nvSpPr>
        <p:spPr>
          <a:xfrm xmlns:a="http://schemas.openxmlformats.org/drawingml/2006/main">
            <a:off x="363016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F7A3DA80-5B97-414C-AC6C-5FDD8EF68A0B}"/>
              </a:ext>
            </a:extLst>
          </p:cNvPr>
          <p:cNvSpPr>
            <a:spLocks xmlns:a="http://schemas.openxmlformats.org/drawingml/2006/main" noGrp="1"/>
          </p:cNvSpPr>
          <p:nvPr/>
        </p:nvSpPr>
        <p:spPr>
          <a:xfrm xmlns:a="http://schemas.openxmlformats.org/drawingml/2006/main">
            <a:off x="372160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输入范围</a:t>
            </a:r>
          </a:p>
        </p:txBody>
      </p:sp>
      <p:sp>
        <p:nvSpPr>
          <p:cNvPr id="11" name="TextBox 10">
            <a:extLst xmlns:a="http://schemas.openxmlformats.org/drawingml/2006/main">
              <a:ext uri="{FF2B5EF4-FFF2-40B4-BE49-F238E27FC236}">
                <a16:creationId xmlns:a16="http://schemas.microsoft.com/office/drawing/2014/main" id="{1BAA9A86-1693-471B-B541-5E8724A0F816}"/>
              </a:ext>
            </a:extLst>
          </p:cNvPr>
          <p:cNvSpPr>
            <a:spLocks xmlns:a="http://schemas.openxmlformats.org/drawingml/2006/main" noGrp="1"/>
          </p:cNvSpPr>
          <p:nvPr/>
        </p:nvSpPr>
        <p:spPr>
          <a:xfrm xmlns:a="http://schemas.openxmlformats.org/drawingml/2006/main">
            <a:off x="372160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[3,4)</a:t>
            </a:r>
          </a:p>
        </p:txBody>
      </p:sp>
      <p:sp>
        <p:nvSpPr>
          <p:cNvPr id="12" name="Connector 11">
            <a:extLst xmlns:a="http://schemas.openxmlformats.org/drawingml/2006/main">
              <a:ext uri="{FF2B5EF4-FFF2-40B4-BE49-F238E27FC236}">
                <a16:creationId xmlns:a16="http://schemas.microsoft.com/office/drawing/2014/main" id="{152364CA-0353-4ED6-A71F-1B89222D86C5}"/>
              </a:ext>
            </a:extLst>
          </p:cNvPr>
          <p:cNvSpPr>
            <a:spLocks xmlns:a="http://schemas.openxmlformats.org/drawingml/2006/main" noGrp="1"/>
          </p:cNvSpPr>
          <p:nvPr/>
        </p:nvSpPr>
        <p:spPr>
          <a:xfrm xmlns:a="http://schemas.openxmlformats.org/drawingml/2006/main">
            <a:off x="611733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39CF90E8-B8C6-4185-917F-5A1FB331FE3D}"/>
              </a:ext>
            </a:extLst>
          </p:cNvPr>
          <p:cNvSpPr>
            <a:spLocks xmlns:a="http://schemas.openxmlformats.org/drawingml/2006/main" noGrp="1"/>
          </p:cNvSpPr>
          <p:nvPr/>
        </p:nvSpPr>
        <p:spPr>
          <a:xfrm xmlns:a="http://schemas.openxmlformats.org/drawingml/2006/main">
            <a:off x="651052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A2CF55E-ACC0-4C8A-BEF0-49EDF760E073}"/>
              </a:ext>
            </a:extLst>
          </p:cNvPr>
          <p:cNvSpPr>
            <a:spLocks xmlns:a="http://schemas.openxmlformats.org/drawingml/2006/main" noGrp="1"/>
          </p:cNvSpPr>
          <p:nvPr/>
        </p:nvSpPr>
        <p:spPr>
          <a:xfrm xmlns:a="http://schemas.openxmlformats.org/drawingml/2006/main">
            <a:off x="660196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量化等级</a:t>
            </a:r>
          </a:p>
        </p:txBody>
      </p:sp>
      <p:sp>
        <p:nvSpPr>
          <p:cNvPr id="15" name="TextBox 14">
            <a:extLst xmlns:a="http://schemas.openxmlformats.org/drawingml/2006/main">
              <a:ext uri="{FF2B5EF4-FFF2-40B4-BE49-F238E27FC236}">
                <a16:creationId xmlns:a16="http://schemas.microsoft.com/office/drawing/2014/main" id="{6228F3CA-EBA4-44E3-821A-D95F9520751E}"/>
              </a:ext>
            </a:extLst>
          </p:cNvPr>
          <p:cNvSpPr>
            <a:spLocks xmlns:a="http://schemas.openxmlformats.org/drawingml/2006/main" noGrp="1"/>
          </p:cNvSpPr>
          <p:nvPr/>
        </p:nvSpPr>
        <p:spPr>
          <a:xfrm xmlns:a="http://schemas.openxmlformats.org/drawingml/2006/main">
            <a:off x="660196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L3</a:t>
            </a:r>
          </a:p>
        </p:txBody>
      </p:sp>
      <p:sp>
        <p:nvSpPr>
          <p:cNvPr id="16" name="Connector 15">
            <a:extLst xmlns:a="http://schemas.openxmlformats.org/drawingml/2006/main">
              <a:ext uri="{FF2B5EF4-FFF2-40B4-BE49-F238E27FC236}">
                <a16:creationId xmlns:a16="http://schemas.microsoft.com/office/drawing/2014/main" id="{A8E1AF68-25DB-4076-8DC7-AC2015817778}"/>
              </a:ext>
            </a:extLst>
          </p:cNvPr>
          <p:cNvSpPr>
            <a:spLocks xmlns:a="http://schemas.openxmlformats.org/drawingml/2006/main" noGrp="1"/>
          </p:cNvSpPr>
          <p:nvPr/>
        </p:nvSpPr>
        <p:spPr>
          <a:xfrm xmlns:a="http://schemas.openxmlformats.org/drawingml/2006/main">
            <a:off x="899769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Rectangle 16">
            <a:extLst xmlns:a="http://schemas.openxmlformats.org/drawingml/2006/main">
              <a:ext uri="{FF2B5EF4-FFF2-40B4-BE49-F238E27FC236}">
                <a16:creationId xmlns:a16="http://schemas.microsoft.com/office/drawing/2014/main" id="{ADDE7A65-0D92-4107-A808-765A1F9BD514}"/>
              </a:ext>
            </a:extLst>
          </p:cNvPr>
          <p:cNvSpPr>
            <a:spLocks xmlns:a="http://schemas.openxmlformats.org/drawingml/2006/main" noGrp="1"/>
          </p:cNvSpPr>
          <p:nvPr/>
        </p:nvSpPr>
        <p:spPr>
          <a:xfrm xmlns:a="http://schemas.openxmlformats.org/drawingml/2006/main">
            <a:off x="9390888" y="2249424"/>
            <a:ext cx="2432304" cy="1636776"/>
          </a:xfrm>
          <a:prstGeom xmlns:a="http://schemas.openxmlformats.org/drawingml/2006/main" prst="rect">
            <a:avLst/>
          </a:prstGeom>
          <a:solidFill xmlns:a="http://schemas.openxmlformats.org/drawingml/2006/main">
            <a:srgbClr val="F3E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8A87FCE-E5EB-49C5-ABE7-10A5712FDC79}"/>
              </a:ext>
            </a:extLst>
          </p:cNvPr>
          <p:cNvSpPr>
            <a:spLocks xmlns:a="http://schemas.openxmlformats.org/drawingml/2006/main" noGrp="1"/>
          </p:cNvSpPr>
          <p:nvPr/>
        </p:nvSpPr>
        <p:spPr>
          <a:xfrm xmlns:a="http://schemas.openxmlformats.org/drawingml/2006/main">
            <a:off x="948232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3 bit码字</a:t>
            </a:r>
          </a:p>
        </p:txBody>
      </p:sp>
      <p:sp>
        <p:nvSpPr>
          <p:cNvPr id="19" name="TextBox 18">
            <a:extLst xmlns:a="http://schemas.openxmlformats.org/drawingml/2006/main">
              <a:ext uri="{FF2B5EF4-FFF2-40B4-BE49-F238E27FC236}">
                <a16:creationId xmlns:a16="http://schemas.microsoft.com/office/drawing/2014/main" id="{246C493F-3696-4E0F-AE5D-14AF942D4C7E}"/>
              </a:ext>
            </a:extLst>
          </p:cNvPr>
          <p:cNvSpPr>
            <a:spLocks xmlns:a="http://schemas.openxmlformats.org/drawingml/2006/main" noGrp="1"/>
          </p:cNvSpPr>
          <p:nvPr/>
        </p:nvSpPr>
        <p:spPr>
          <a:xfrm xmlns:a="http://schemas.openxmlformats.org/drawingml/2006/main">
            <a:off x="948232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011</a:t>
            </a:r>
          </a:p>
        </p:txBody>
      </p:sp>
      <p:sp>
        <p:nvSpPr>
          <p:cNvPr id="20" name="TextBox 19">
            <a:extLst xmlns:a="http://schemas.openxmlformats.org/drawingml/2006/main">
              <a:ext uri="{FF2B5EF4-FFF2-40B4-BE49-F238E27FC236}">
                <a16:creationId xmlns:a16="http://schemas.microsoft.com/office/drawing/2014/main" id="{0B096DE4-28B1-42A7-9B5B-3D88CE1065CA}"/>
              </a:ext>
            </a:extLst>
          </p:cNvPr>
          <p:cNvSpPr>
            <a:spLocks xmlns:a="http://schemas.openxmlformats.org/drawingml/2006/main" noGrp="1"/>
          </p:cNvSpPr>
          <p:nvPr/>
        </p:nvSpPr>
        <p:spPr>
          <a:xfrm xmlns:a="http://schemas.openxmlformats.org/drawingml/2006/main">
            <a:off x="786384" y="4663440"/>
            <a:ext cx="10652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规则：按输入范围确定等级，再用固定长度的0和1记录等级编号。</a:t>
            </a:r>
          </a:p>
        </p:txBody>
      </p:sp>
      <p:sp>
        <p:nvSpPr>
          <p:cNvPr id="21" name="TextBox 20">
            <a:extLst xmlns:a="http://schemas.openxmlformats.org/drawingml/2006/main">
              <a:ext uri="{FF2B5EF4-FFF2-40B4-BE49-F238E27FC236}">
                <a16:creationId xmlns:a16="http://schemas.microsoft.com/office/drawing/2014/main" id="{C47AD78E-A6A7-4F08-8C9A-7FF5E48559E2}"/>
              </a:ext>
            </a:extLst>
          </p:cNvPr>
          <p:cNvSpPr>
            <a:spLocks xmlns:a="http://schemas.openxmlformats.org/drawingml/2006/main" noGrp="1"/>
          </p:cNvSpPr>
          <p:nvPr/>
        </p:nvSpPr>
        <p:spPr>
          <a:xfrm xmlns:a="http://schemas.openxmlformats.org/drawingml/2006/main">
            <a:off x="795528" y="5824728"/>
            <a:ext cx="103327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验证：输入值4.15对应的码字是什么？</a:t>
            </a:r>
          </a:p>
        </p:txBody>
      </p:sp>
    </p:spTree>
    <p:extLst>
      <p:ext uri="{BB962C8B-B14F-4D97-AF65-F5344CB8AC3E}">
        <p14:creationId xmlns:p14="http://schemas.microsoft.com/office/powerpoint/2010/main" val="97763681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03668E-86F4-4E4D-82DA-44CB5466363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5E9EDC2-64D0-436A-B69E-595600EFA76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A075A64-B3D6-484E-AE65-47FFBE727CC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一个样本需要几个二进制位？</a:t>
            </a:r>
          </a:p>
        </p:txBody>
      </p:sp>
      <p:sp>
        <p:nvSpPr>
          <p:cNvPr id="5" name="TextBox 4">
            <a:extLst xmlns:a="http://schemas.openxmlformats.org/drawingml/2006/main">
              <a:ext uri="{FF2B5EF4-FFF2-40B4-BE49-F238E27FC236}">
                <a16:creationId xmlns:a16="http://schemas.microsoft.com/office/drawing/2014/main" id="{088FADF3-25EB-431B-84EA-154558DA7225}"/>
              </a:ext>
            </a:extLst>
          </p:cNvPr>
          <p:cNvSpPr>
            <a:spLocks xmlns:a="http://schemas.openxmlformats.org/drawingml/2006/main" noGrp="1"/>
          </p:cNvSpPr>
          <p:nvPr/>
        </p:nvSpPr>
        <p:spPr>
          <a:xfrm xmlns:a="http://schemas.openxmlformats.org/drawingml/2006/main">
            <a:off x="832104" y="1682496"/>
            <a:ext cx="6583680"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1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8个等级 = 2³</a:t>
            </a:r>
          </a:p>
        </p:txBody>
      </p:sp>
      <p:sp>
        <p:nvSpPr>
          <p:cNvPr id="6" name="Rectangle 5">
            <a:extLst xmlns:a="http://schemas.openxmlformats.org/drawingml/2006/main">
              <a:ext uri="{FF2B5EF4-FFF2-40B4-BE49-F238E27FC236}">
                <a16:creationId xmlns:a16="http://schemas.microsoft.com/office/drawing/2014/main" id="{FD8ABF68-0173-4037-A346-DD6C985D919F}"/>
              </a:ext>
            </a:extLst>
          </p:cNvPr>
          <p:cNvSpPr>
            <a:spLocks xmlns:a="http://schemas.openxmlformats.org/drawingml/2006/main" noGrp="1"/>
          </p:cNvSpPr>
          <p:nvPr/>
        </p:nvSpPr>
        <p:spPr>
          <a:xfrm xmlns:a="http://schemas.openxmlformats.org/drawingml/2006/main">
            <a:off x="91440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9E6486A-C0F9-40E6-BE5A-917443550F49}"/>
              </a:ext>
            </a:extLst>
          </p:cNvPr>
          <p:cNvSpPr>
            <a:spLocks xmlns:a="http://schemas.openxmlformats.org/drawingml/2006/main" noGrp="1"/>
          </p:cNvSpPr>
          <p:nvPr/>
        </p:nvSpPr>
        <p:spPr>
          <a:xfrm xmlns:a="http://schemas.openxmlformats.org/drawingml/2006/main">
            <a:off x="98755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 → 000</a:t>
            </a:r>
          </a:p>
        </p:txBody>
      </p:sp>
      <p:sp>
        <p:nvSpPr>
          <p:cNvPr id="8" name="Rectangle 7">
            <a:extLst xmlns:a="http://schemas.openxmlformats.org/drawingml/2006/main">
              <a:ext uri="{FF2B5EF4-FFF2-40B4-BE49-F238E27FC236}">
                <a16:creationId xmlns:a16="http://schemas.microsoft.com/office/drawing/2014/main" id="{39CA3101-39FF-4823-946E-1B84940B6341}"/>
              </a:ext>
            </a:extLst>
          </p:cNvPr>
          <p:cNvSpPr>
            <a:spLocks xmlns:a="http://schemas.openxmlformats.org/drawingml/2006/main" noGrp="1"/>
          </p:cNvSpPr>
          <p:nvPr/>
        </p:nvSpPr>
        <p:spPr>
          <a:xfrm xmlns:a="http://schemas.openxmlformats.org/drawingml/2006/main">
            <a:off x="370332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90CB6CD-A1D7-4CA3-AB8D-8C2B1D738E00}"/>
              </a:ext>
            </a:extLst>
          </p:cNvPr>
          <p:cNvSpPr>
            <a:spLocks xmlns:a="http://schemas.openxmlformats.org/drawingml/2006/main" noGrp="1"/>
          </p:cNvSpPr>
          <p:nvPr/>
        </p:nvSpPr>
        <p:spPr>
          <a:xfrm xmlns:a="http://schemas.openxmlformats.org/drawingml/2006/main">
            <a:off x="377647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 → 001</a:t>
            </a:r>
          </a:p>
        </p:txBody>
      </p:sp>
      <p:sp>
        <p:nvSpPr>
          <p:cNvPr id="10" name="Rectangle 9">
            <a:extLst xmlns:a="http://schemas.openxmlformats.org/drawingml/2006/main">
              <a:ext uri="{FF2B5EF4-FFF2-40B4-BE49-F238E27FC236}">
                <a16:creationId xmlns:a16="http://schemas.microsoft.com/office/drawing/2014/main" id="{E649D66F-C561-4FA0-94E0-32B30688C397}"/>
              </a:ext>
            </a:extLst>
          </p:cNvPr>
          <p:cNvSpPr>
            <a:spLocks xmlns:a="http://schemas.openxmlformats.org/drawingml/2006/main" noGrp="1"/>
          </p:cNvSpPr>
          <p:nvPr/>
        </p:nvSpPr>
        <p:spPr>
          <a:xfrm xmlns:a="http://schemas.openxmlformats.org/drawingml/2006/main">
            <a:off x="649224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C7E7ACC-EBED-452E-94B1-D2A8793FB9A0}"/>
              </a:ext>
            </a:extLst>
          </p:cNvPr>
          <p:cNvSpPr>
            <a:spLocks xmlns:a="http://schemas.openxmlformats.org/drawingml/2006/main" noGrp="1"/>
          </p:cNvSpPr>
          <p:nvPr/>
        </p:nvSpPr>
        <p:spPr>
          <a:xfrm xmlns:a="http://schemas.openxmlformats.org/drawingml/2006/main">
            <a:off x="656539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 → 010</a:t>
            </a:r>
          </a:p>
        </p:txBody>
      </p:sp>
      <p:sp>
        <p:nvSpPr>
          <p:cNvPr id="12" name="Rectangle 11">
            <a:extLst xmlns:a="http://schemas.openxmlformats.org/drawingml/2006/main">
              <a:ext uri="{FF2B5EF4-FFF2-40B4-BE49-F238E27FC236}">
                <a16:creationId xmlns:a16="http://schemas.microsoft.com/office/drawing/2014/main" id="{2214256D-57F4-49AF-811D-7E264FDD928E}"/>
              </a:ext>
            </a:extLst>
          </p:cNvPr>
          <p:cNvSpPr>
            <a:spLocks xmlns:a="http://schemas.openxmlformats.org/drawingml/2006/main" noGrp="1"/>
          </p:cNvSpPr>
          <p:nvPr/>
        </p:nvSpPr>
        <p:spPr>
          <a:xfrm xmlns:a="http://schemas.openxmlformats.org/drawingml/2006/main">
            <a:off x="9281159"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D303CCC-5EB6-424A-A79D-0C3214F02948}"/>
              </a:ext>
            </a:extLst>
          </p:cNvPr>
          <p:cNvSpPr>
            <a:spLocks xmlns:a="http://schemas.openxmlformats.org/drawingml/2006/main" noGrp="1"/>
          </p:cNvSpPr>
          <p:nvPr/>
        </p:nvSpPr>
        <p:spPr>
          <a:xfrm xmlns:a="http://schemas.openxmlformats.org/drawingml/2006/main">
            <a:off x="9354311"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 → 011</a:t>
            </a:r>
          </a:p>
        </p:txBody>
      </p:sp>
      <p:sp>
        <p:nvSpPr>
          <p:cNvPr id="14" name="Rectangle 13">
            <a:extLst xmlns:a="http://schemas.openxmlformats.org/drawingml/2006/main">
              <a:ext uri="{FF2B5EF4-FFF2-40B4-BE49-F238E27FC236}">
                <a16:creationId xmlns:a16="http://schemas.microsoft.com/office/drawing/2014/main" id="{48F1B847-12BE-4FC0-9695-D4A5CF57D8B7}"/>
              </a:ext>
            </a:extLst>
          </p:cNvPr>
          <p:cNvSpPr>
            <a:spLocks xmlns:a="http://schemas.openxmlformats.org/drawingml/2006/main" noGrp="1"/>
          </p:cNvSpPr>
          <p:nvPr/>
        </p:nvSpPr>
        <p:spPr>
          <a:xfrm xmlns:a="http://schemas.openxmlformats.org/drawingml/2006/main">
            <a:off x="91440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084A61C-1548-48E7-8711-D966C1E87DB4}"/>
              </a:ext>
            </a:extLst>
          </p:cNvPr>
          <p:cNvSpPr>
            <a:spLocks xmlns:a="http://schemas.openxmlformats.org/drawingml/2006/main" noGrp="1"/>
          </p:cNvSpPr>
          <p:nvPr/>
        </p:nvSpPr>
        <p:spPr>
          <a:xfrm xmlns:a="http://schemas.openxmlformats.org/drawingml/2006/main">
            <a:off x="98755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4 → 100</a:t>
            </a:r>
          </a:p>
        </p:txBody>
      </p:sp>
      <p:sp>
        <p:nvSpPr>
          <p:cNvPr id="16" name="Rectangle 15">
            <a:extLst xmlns:a="http://schemas.openxmlformats.org/drawingml/2006/main">
              <a:ext uri="{FF2B5EF4-FFF2-40B4-BE49-F238E27FC236}">
                <a16:creationId xmlns:a16="http://schemas.microsoft.com/office/drawing/2014/main" id="{1ED943F2-653C-415F-A395-06F338309A66}"/>
              </a:ext>
            </a:extLst>
          </p:cNvPr>
          <p:cNvSpPr>
            <a:spLocks xmlns:a="http://schemas.openxmlformats.org/drawingml/2006/main" noGrp="1"/>
          </p:cNvSpPr>
          <p:nvPr/>
        </p:nvSpPr>
        <p:spPr>
          <a:xfrm xmlns:a="http://schemas.openxmlformats.org/drawingml/2006/main">
            <a:off x="370332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48B420D4-B363-4972-9DF8-DB83B919CA26}"/>
              </a:ext>
            </a:extLst>
          </p:cNvPr>
          <p:cNvSpPr>
            <a:spLocks xmlns:a="http://schemas.openxmlformats.org/drawingml/2006/main" noGrp="1"/>
          </p:cNvSpPr>
          <p:nvPr/>
        </p:nvSpPr>
        <p:spPr>
          <a:xfrm xmlns:a="http://schemas.openxmlformats.org/drawingml/2006/main">
            <a:off x="377647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5 → 101</a:t>
            </a:r>
          </a:p>
        </p:txBody>
      </p:sp>
      <p:sp>
        <p:nvSpPr>
          <p:cNvPr id="18" name="Rectangle 17">
            <a:extLst xmlns:a="http://schemas.openxmlformats.org/drawingml/2006/main">
              <a:ext uri="{FF2B5EF4-FFF2-40B4-BE49-F238E27FC236}">
                <a16:creationId xmlns:a16="http://schemas.microsoft.com/office/drawing/2014/main" id="{0513207F-2687-4482-829D-4A3E58828032}"/>
              </a:ext>
            </a:extLst>
          </p:cNvPr>
          <p:cNvSpPr>
            <a:spLocks xmlns:a="http://schemas.openxmlformats.org/drawingml/2006/main" noGrp="1"/>
          </p:cNvSpPr>
          <p:nvPr/>
        </p:nvSpPr>
        <p:spPr>
          <a:xfrm xmlns:a="http://schemas.openxmlformats.org/drawingml/2006/main">
            <a:off x="649224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309550D-2EF6-43B7-8A27-9C06396313E4}"/>
              </a:ext>
            </a:extLst>
          </p:cNvPr>
          <p:cNvSpPr>
            <a:spLocks xmlns:a="http://schemas.openxmlformats.org/drawingml/2006/main" noGrp="1"/>
          </p:cNvSpPr>
          <p:nvPr/>
        </p:nvSpPr>
        <p:spPr>
          <a:xfrm xmlns:a="http://schemas.openxmlformats.org/drawingml/2006/main">
            <a:off x="656539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6 → 110</a:t>
            </a:r>
          </a:p>
        </p:txBody>
      </p:sp>
      <p:sp>
        <p:nvSpPr>
          <p:cNvPr id="20" name="Rectangle 19">
            <a:extLst xmlns:a="http://schemas.openxmlformats.org/drawingml/2006/main">
              <a:ext uri="{FF2B5EF4-FFF2-40B4-BE49-F238E27FC236}">
                <a16:creationId xmlns:a16="http://schemas.microsoft.com/office/drawing/2014/main" id="{DF6F0226-35C8-4779-BE79-46446B00FC22}"/>
              </a:ext>
            </a:extLst>
          </p:cNvPr>
          <p:cNvSpPr>
            <a:spLocks xmlns:a="http://schemas.openxmlformats.org/drawingml/2006/main" noGrp="1"/>
          </p:cNvSpPr>
          <p:nvPr/>
        </p:nvSpPr>
        <p:spPr>
          <a:xfrm xmlns:a="http://schemas.openxmlformats.org/drawingml/2006/main">
            <a:off x="9281159"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EE7D6977-CC25-49AB-A97C-53D5B927E7C8}"/>
              </a:ext>
            </a:extLst>
          </p:cNvPr>
          <p:cNvSpPr>
            <a:spLocks xmlns:a="http://schemas.openxmlformats.org/drawingml/2006/main" noGrp="1"/>
          </p:cNvSpPr>
          <p:nvPr/>
        </p:nvSpPr>
        <p:spPr>
          <a:xfrm xmlns:a="http://schemas.openxmlformats.org/drawingml/2006/main">
            <a:off x="9354311"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7 → 111</a:t>
            </a:r>
          </a:p>
        </p:txBody>
      </p:sp>
      <p:sp>
        <p:nvSpPr>
          <p:cNvPr id="22" name="TextBox 21">
            <a:extLst xmlns:a="http://schemas.openxmlformats.org/drawingml/2006/main">
              <a:ext uri="{FF2B5EF4-FFF2-40B4-BE49-F238E27FC236}">
                <a16:creationId xmlns:a16="http://schemas.microsoft.com/office/drawing/2014/main" id="{0BF4ACA3-3599-4AE2-8109-5C1E8A049D06}"/>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 bit可以写出8种不同的编码：000～111。</a:t>
            </a:r>
          </a:p>
        </p:txBody>
      </p:sp>
    </p:spTree>
    <p:extLst>
      <p:ext uri="{BB962C8B-B14F-4D97-AF65-F5344CB8AC3E}">
        <p14:creationId xmlns:p14="http://schemas.microsoft.com/office/powerpoint/2010/main" val="3973976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C4BE1-67B4-4125-ADE7-59E0B50C772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08546B-2341-46DC-90A3-1B804ACDB43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DAB7765-CDF1-4DA8-9D35-0BDF2CE6FB5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把量化等级分得更细，会发生什么？</a:t>
            </a:r>
          </a:p>
        </p:txBody>
      </p:sp>
      <p:sp>
        <p:nvSpPr>
          <p:cNvPr id="5" name="TextBox 4">
            <a:extLst xmlns:a="http://schemas.openxmlformats.org/drawingml/2006/main">
              <a:ext uri="{FF2B5EF4-FFF2-40B4-BE49-F238E27FC236}">
                <a16:creationId xmlns:a16="http://schemas.microsoft.com/office/drawing/2014/main" id="{52D2C732-628C-4F81-8315-7FA333ADE7E3}"/>
              </a:ext>
            </a:extLst>
          </p:cNvPr>
          <p:cNvSpPr>
            <a:spLocks xmlns:a="http://schemas.openxmlformats.org/drawingml/2006/main" noGrp="1"/>
          </p:cNvSpPr>
          <p:nvPr/>
        </p:nvSpPr>
        <p:spPr>
          <a:xfrm xmlns:a="http://schemas.openxmlformats.org/drawingml/2006/main">
            <a:off x="1371600" y="1755648"/>
            <a:ext cx="434340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3 bit → 8级</a:t>
            </a:r>
          </a:p>
        </p:txBody>
      </p:sp>
      <p:sp>
        <p:nvSpPr>
          <p:cNvPr id="6" name="Connector 5">
            <a:extLst xmlns:a="http://schemas.openxmlformats.org/drawingml/2006/main">
              <a:ext uri="{FF2B5EF4-FFF2-40B4-BE49-F238E27FC236}">
                <a16:creationId xmlns:a16="http://schemas.microsoft.com/office/drawing/2014/main" id="{312088E4-1AAF-426A-8209-6995DEC4D743}"/>
              </a:ext>
            </a:extLst>
          </p:cNvPr>
          <p:cNvSpPr>
            <a:spLocks xmlns:a="http://schemas.openxmlformats.org/drawingml/2006/main" noGrp="1"/>
          </p:cNvSpPr>
          <p:nvPr/>
        </p:nvSpPr>
        <p:spPr>
          <a:xfrm xmlns:a="http://schemas.openxmlformats.org/drawingml/2006/main">
            <a:off x="1371600" y="5230368"/>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BD283056-FB2D-414B-B6F3-68774B1E829B}"/>
              </a:ext>
            </a:extLst>
          </p:cNvPr>
          <p:cNvSpPr>
            <a:spLocks xmlns:a="http://schemas.openxmlformats.org/drawingml/2006/main" noGrp="1"/>
          </p:cNvSpPr>
          <p:nvPr/>
        </p:nvSpPr>
        <p:spPr>
          <a:xfrm xmlns:a="http://schemas.openxmlformats.org/drawingml/2006/main">
            <a:off x="1371600" y="4828031"/>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94471116-9957-40A1-AB63-C78C8D114F84}"/>
              </a:ext>
            </a:extLst>
          </p:cNvPr>
          <p:cNvSpPr>
            <a:spLocks xmlns:a="http://schemas.openxmlformats.org/drawingml/2006/main" noGrp="1"/>
          </p:cNvSpPr>
          <p:nvPr/>
        </p:nvSpPr>
        <p:spPr>
          <a:xfrm xmlns:a="http://schemas.openxmlformats.org/drawingml/2006/main">
            <a:off x="1371600" y="4425696"/>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BF50F5DC-B51A-4B67-921C-173664FEA232}"/>
              </a:ext>
            </a:extLst>
          </p:cNvPr>
          <p:cNvSpPr>
            <a:spLocks xmlns:a="http://schemas.openxmlformats.org/drawingml/2006/main" noGrp="1"/>
          </p:cNvSpPr>
          <p:nvPr/>
        </p:nvSpPr>
        <p:spPr>
          <a:xfrm xmlns:a="http://schemas.openxmlformats.org/drawingml/2006/main">
            <a:off x="1371600" y="4023359"/>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1D262263-8FAA-4778-A511-06FBB5CABC8B}"/>
              </a:ext>
            </a:extLst>
          </p:cNvPr>
          <p:cNvSpPr>
            <a:spLocks xmlns:a="http://schemas.openxmlformats.org/drawingml/2006/main" noGrp="1"/>
          </p:cNvSpPr>
          <p:nvPr/>
        </p:nvSpPr>
        <p:spPr>
          <a:xfrm xmlns:a="http://schemas.openxmlformats.org/drawingml/2006/main">
            <a:off x="1371600" y="3621024"/>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E8785199-AF91-4CC6-9690-E0FC83D8520E}"/>
              </a:ext>
            </a:extLst>
          </p:cNvPr>
          <p:cNvSpPr>
            <a:spLocks xmlns:a="http://schemas.openxmlformats.org/drawingml/2006/main" noGrp="1"/>
          </p:cNvSpPr>
          <p:nvPr/>
        </p:nvSpPr>
        <p:spPr>
          <a:xfrm xmlns:a="http://schemas.openxmlformats.org/drawingml/2006/main">
            <a:off x="1371600" y="3218687"/>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6EA9CA1-B63A-461D-92F7-577EF3B042A6}"/>
              </a:ext>
            </a:extLst>
          </p:cNvPr>
          <p:cNvSpPr>
            <a:spLocks xmlns:a="http://schemas.openxmlformats.org/drawingml/2006/main" noGrp="1"/>
          </p:cNvSpPr>
          <p:nvPr/>
        </p:nvSpPr>
        <p:spPr>
          <a:xfrm xmlns:a="http://schemas.openxmlformats.org/drawingml/2006/main">
            <a:off x="1371600" y="2816351"/>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C7724CD4-CAD5-4AEC-8AF4-959DD2092EC3}"/>
              </a:ext>
            </a:extLst>
          </p:cNvPr>
          <p:cNvSpPr>
            <a:spLocks xmlns:a="http://schemas.openxmlformats.org/drawingml/2006/main" noGrp="1"/>
          </p:cNvSpPr>
          <p:nvPr/>
        </p:nvSpPr>
        <p:spPr>
          <a:xfrm xmlns:a="http://schemas.openxmlformats.org/drawingml/2006/main">
            <a:off x="1371600" y="2414015"/>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93D08B11-ABB3-410A-8F91-EAB313DE4039}"/>
              </a:ext>
            </a:extLst>
          </p:cNvPr>
          <p:cNvSpPr>
            <a:spLocks xmlns:a="http://schemas.openxmlformats.org/drawingml/2006/main" noGrp="1"/>
          </p:cNvSpPr>
          <p:nvPr/>
        </p:nvSpPr>
        <p:spPr>
          <a:xfrm xmlns:a="http://schemas.openxmlformats.org/drawingml/2006/main">
            <a:off x="1371600" y="5486400"/>
            <a:ext cx="4114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可选代表值更密集</a:t>
            </a:r>
          </a:p>
        </p:txBody>
      </p:sp>
      <p:sp>
        <p:nvSpPr>
          <p:cNvPr id="15" name="TextBox 14">
            <a:extLst xmlns:a="http://schemas.openxmlformats.org/drawingml/2006/main">
              <a:ext uri="{FF2B5EF4-FFF2-40B4-BE49-F238E27FC236}">
                <a16:creationId xmlns:a16="http://schemas.microsoft.com/office/drawing/2014/main" id="{FCB694C3-759E-43A7-80B6-B40F9ABE5FE9}"/>
              </a:ext>
            </a:extLst>
          </p:cNvPr>
          <p:cNvSpPr>
            <a:spLocks xmlns:a="http://schemas.openxmlformats.org/drawingml/2006/main" noGrp="1"/>
          </p:cNvSpPr>
          <p:nvPr/>
        </p:nvSpPr>
        <p:spPr>
          <a:xfrm xmlns:a="http://schemas.openxmlformats.org/drawingml/2006/main">
            <a:off x="6858000" y="1755648"/>
            <a:ext cx="434340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4 bit → 16级</a:t>
            </a:r>
          </a:p>
        </p:txBody>
      </p:sp>
      <p:sp>
        <p:nvSpPr>
          <p:cNvPr id="16" name="Connector 15">
            <a:extLst xmlns:a="http://schemas.openxmlformats.org/drawingml/2006/main">
              <a:ext uri="{FF2B5EF4-FFF2-40B4-BE49-F238E27FC236}">
                <a16:creationId xmlns:a16="http://schemas.microsoft.com/office/drawing/2014/main" id="{E0210601-1692-46ED-9C79-07393B57FBF7}"/>
              </a:ext>
            </a:extLst>
          </p:cNvPr>
          <p:cNvSpPr>
            <a:spLocks xmlns:a="http://schemas.openxmlformats.org/drawingml/2006/main" noGrp="1"/>
          </p:cNvSpPr>
          <p:nvPr/>
        </p:nvSpPr>
        <p:spPr>
          <a:xfrm xmlns:a="http://schemas.openxmlformats.org/drawingml/2006/main">
            <a:off x="6858000" y="5230368"/>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6B9AC6F5-9497-41F6-91DF-74E836822EAE}"/>
              </a:ext>
            </a:extLst>
          </p:cNvPr>
          <p:cNvSpPr>
            <a:spLocks xmlns:a="http://schemas.openxmlformats.org/drawingml/2006/main" noGrp="1"/>
          </p:cNvSpPr>
          <p:nvPr/>
        </p:nvSpPr>
        <p:spPr>
          <a:xfrm xmlns:a="http://schemas.openxmlformats.org/drawingml/2006/main">
            <a:off x="6858000" y="5042611"/>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8062AE7-BC18-453B-B2BD-6C53EA690A39}"/>
              </a:ext>
            </a:extLst>
          </p:cNvPr>
          <p:cNvSpPr>
            <a:spLocks xmlns:a="http://schemas.openxmlformats.org/drawingml/2006/main" noGrp="1"/>
          </p:cNvSpPr>
          <p:nvPr/>
        </p:nvSpPr>
        <p:spPr>
          <a:xfrm xmlns:a="http://schemas.openxmlformats.org/drawingml/2006/main">
            <a:off x="6858000" y="4854854"/>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9231755-730D-420F-8EC8-79FA407378E0}"/>
              </a:ext>
            </a:extLst>
          </p:cNvPr>
          <p:cNvSpPr>
            <a:spLocks xmlns:a="http://schemas.openxmlformats.org/drawingml/2006/main" noGrp="1"/>
          </p:cNvSpPr>
          <p:nvPr/>
        </p:nvSpPr>
        <p:spPr>
          <a:xfrm xmlns:a="http://schemas.openxmlformats.org/drawingml/2006/main">
            <a:off x="6858000" y="4667097"/>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F087512-2A06-4FC5-B5AD-910050EDBF68}"/>
              </a:ext>
            </a:extLst>
          </p:cNvPr>
          <p:cNvSpPr>
            <a:spLocks xmlns:a="http://schemas.openxmlformats.org/drawingml/2006/main" noGrp="1"/>
          </p:cNvSpPr>
          <p:nvPr/>
        </p:nvSpPr>
        <p:spPr>
          <a:xfrm xmlns:a="http://schemas.openxmlformats.org/drawingml/2006/main">
            <a:off x="6858000" y="4479340"/>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6068DE10-58B9-48AC-9417-FAB9DA61B8A1}"/>
              </a:ext>
            </a:extLst>
          </p:cNvPr>
          <p:cNvSpPr>
            <a:spLocks xmlns:a="http://schemas.openxmlformats.org/drawingml/2006/main" noGrp="1"/>
          </p:cNvSpPr>
          <p:nvPr/>
        </p:nvSpPr>
        <p:spPr>
          <a:xfrm xmlns:a="http://schemas.openxmlformats.org/drawingml/2006/main">
            <a:off x="6858000" y="4291584"/>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97F5B569-EC90-4654-AB6A-C8EC43EA8D61}"/>
              </a:ext>
            </a:extLst>
          </p:cNvPr>
          <p:cNvSpPr>
            <a:spLocks xmlns:a="http://schemas.openxmlformats.org/drawingml/2006/main" noGrp="1"/>
          </p:cNvSpPr>
          <p:nvPr/>
        </p:nvSpPr>
        <p:spPr>
          <a:xfrm xmlns:a="http://schemas.openxmlformats.org/drawingml/2006/main">
            <a:off x="6858000" y="4103827"/>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E3DBBF9D-FA48-418A-A185-EE831E238C81}"/>
              </a:ext>
            </a:extLst>
          </p:cNvPr>
          <p:cNvSpPr>
            <a:spLocks xmlns:a="http://schemas.openxmlformats.org/drawingml/2006/main" noGrp="1"/>
          </p:cNvSpPr>
          <p:nvPr/>
        </p:nvSpPr>
        <p:spPr>
          <a:xfrm xmlns:a="http://schemas.openxmlformats.org/drawingml/2006/main">
            <a:off x="6858000" y="3916070"/>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3207B38-2D56-481A-9EFB-B8C6EC7C401A}"/>
              </a:ext>
            </a:extLst>
          </p:cNvPr>
          <p:cNvSpPr>
            <a:spLocks xmlns:a="http://schemas.openxmlformats.org/drawingml/2006/main" noGrp="1"/>
          </p:cNvSpPr>
          <p:nvPr/>
        </p:nvSpPr>
        <p:spPr>
          <a:xfrm xmlns:a="http://schemas.openxmlformats.org/drawingml/2006/main">
            <a:off x="6858000" y="3728313"/>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0ED1DE2-CAEC-427C-B24F-261B0C886CAB}"/>
              </a:ext>
            </a:extLst>
          </p:cNvPr>
          <p:cNvSpPr>
            <a:spLocks xmlns:a="http://schemas.openxmlformats.org/drawingml/2006/main" noGrp="1"/>
          </p:cNvSpPr>
          <p:nvPr/>
        </p:nvSpPr>
        <p:spPr>
          <a:xfrm xmlns:a="http://schemas.openxmlformats.org/drawingml/2006/main">
            <a:off x="6858000" y="3540556"/>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D386BB5B-2D6D-45D1-9CD0-D82098B93DC1}"/>
              </a:ext>
            </a:extLst>
          </p:cNvPr>
          <p:cNvSpPr>
            <a:spLocks xmlns:a="http://schemas.openxmlformats.org/drawingml/2006/main" noGrp="1"/>
          </p:cNvSpPr>
          <p:nvPr/>
        </p:nvSpPr>
        <p:spPr>
          <a:xfrm xmlns:a="http://schemas.openxmlformats.org/drawingml/2006/main">
            <a:off x="6858000" y="3352800"/>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F442263-04A3-4A1B-9437-76F4CC9F3770}"/>
              </a:ext>
            </a:extLst>
          </p:cNvPr>
          <p:cNvSpPr>
            <a:spLocks xmlns:a="http://schemas.openxmlformats.org/drawingml/2006/main" noGrp="1"/>
          </p:cNvSpPr>
          <p:nvPr/>
        </p:nvSpPr>
        <p:spPr>
          <a:xfrm xmlns:a="http://schemas.openxmlformats.org/drawingml/2006/main">
            <a:off x="6858000" y="3165043"/>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8CB001DF-F11F-4843-91BF-E44FC9E851D5}"/>
              </a:ext>
            </a:extLst>
          </p:cNvPr>
          <p:cNvSpPr>
            <a:spLocks xmlns:a="http://schemas.openxmlformats.org/drawingml/2006/main" noGrp="1"/>
          </p:cNvSpPr>
          <p:nvPr/>
        </p:nvSpPr>
        <p:spPr>
          <a:xfrm xmlns:a="http://schemas.openxmlformats.org/drawingml/2006/main">
            <a:off x="6858000" y="2977286"/>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29C03EB4-C563-48E8-BF06-48D1D72F9D21}"/>
              </a:ext>
            </a:extLst>
          </p:cNvPr>
          <p:cNvSpPr>
            <a:spLocks xmlns:a="http://schemas.openxmlformats.org/drawingml/2006/main" noGrp="1"/>
          </p:cNvSpPr>
          <p:nvPr/>
        </p:nvSpPr>
        <p:spPr>
          <a:xfrm xmlns:a="http://schemas.openxmlformats.org/drawingml/2006/main">
            <a:off x="6858000" y="2789529"/>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F6BB355-352A-4871-93CD-26D8FA489775}"/>
              </a:ext>
            </a:extLst>
          </p:cNvPr>
          <p:cNvSpPr>
            <a:spLocks xmlns:a="http://schemas.openxmlformats.org/drawingml/2006/main" noGrp="1"/>
          </p:cNvSpPr>
          <p:nvPr/>
        </p:nvSpPr>
        <p:spPr>
          <a:xfrm xmlns:a="http://schemas.openxmlformats.org/drawingml/2006/main">
            <a:off x="6858000" y="2601772"/>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4C176F12-77A4-4DB5-B021-2B65399ADEDB}"/>
              </a:ext>
            </a:extLst>
          </p:cNvPr>
          <p:cNvSpPr>
            <a:spLocks xmlns:a="http://schemas.openxmlformats.org/drawingml/2006/main" noGrp="1"/>
          </p:cNvSpPr>
          <p:nvPr/>
        </p:nvSpPr>
        <p:spPr>
          <a:xfrm xmlns:a="http://schemas.openxmlformats.org/drawingml/2006/main">
            <a:off x="6858000" y="2414015"/>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TextBox 31">
            <a:extLst xmlns:a="http://schemas.openxmlformats.org/drawingml/2006/main">
              <a:ext uri="{FF2B5EF4-FFF2-40B4-BE49-F238E27FC236}">
                <a16:creationId xmlns:a16="http://schemas.microsoft.com/office/drawing/2014/main" id="{F2F37217-BF9B-4D5B-BA6F-59F5484B4AEC}"/>
              </a:ext>
            </a:extLst>
          </p:cNvPr>
          <p:cNvSpPr>
            <a:spLocks xmlns:a="http://schemas.openxmlformats.org/drawingml/2006/main" noGrp="1"/>
          </p:cNvSpPr>
          <p:nvPr/>
        </p:nvSpPr>
        <p:spPr>
          <a:xfrm xmlns:a="http://schemas.openxmlformats.org/drawingml/2006/main">
            <a:off x="6858000" y="5486400"/>
            <a:ext cx="4114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可选代表值更密集</a:t>
            </a:r>
          </a:p>
        </p:txBody>
      </p:sp>
    </p:spTree>
    <p:extLst>
      <p:ext uri="{BB962C8B-B14F-4D97-AF65-F5344CB8AC3E}">
        <p14:creationId xmlns:p14="http://schemas.microsoft.com/office/powerpoint/2010/main" val="66867253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FD492E0-1614-4C88-A479-CD0F1ABAF27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888EC00-0445-4E3A-AA06-1167CDDECD5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548184F-EF6C-49F6-8564-F5EDA12E90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采样率与量化位数，分别控制什么？</a:t>
            </a:r>
          </a:p>
        </p:txBody>
      </p:sp>
      <p:sp>
        <p:nvSpPr>
          <p:cNvPr id="5" name="Connector 4">
            <a:extLst xmlns:a="http://schemas.openxmlformats.org/drawingml/2006/main">
              <a:ext uri="{FF2B5EF4-FFF2-40B4-BE49-F238E27FC236}">
                <a16:creationId xmlns:a16="http://schemas.microsoft.com/office/drawing/2014/main" id="{6CBC8CD5-0F58-48F7-B5CF-6761C12D6309}"/>
              </a:ext>
            </a:extLst>
          </p:cNvPr>
          <p:cNvSpPr>
            <a:spLocks xmlns:a="http://schemas.openxmlformats.org/drawingml/2006/main" noGrp="1"/>
          </p:cNvSpPr>
          <p:nvPr/>
        </p:nvSpPr>
        <p:spPr>
          <a:xfrm xmlns:a="http://schemas.openxmlformats.org/drawingml/2006/main">
            <a:off x="969264" y="3291840"/>
            <a:ext cx="978408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6D94508E-B1F0-44CA-AEB6-39331850C165}"/>
              </a:ext>
            </a:extLst>
          </p:cNvPr>
          <p:cNvSpPr>
            <a:spLocks xmlns:a="http://schemas.openxmlformats.org/drawingml/2006/main" noGrp="1"/>
          </p:cNvSpPr>
          <p:nvPr/>
        </p:nvSpPr>
        <p:spPr>
          <a:xfrm xmlns:a="http://schemas.openxmlformats.org/drawingml/2006/main">
            <a:off x="1060704" y="1956816"/>
            <a:ext cx="0" cy="2679191"/>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D1D9D89B-05B7-4877-9F55-77FF82FDDE8F}"/>
              </a:ext>
            </a:extLst>
          </p:cNvPr>
          <p:cNvSpPr>
            <a:spLocks xmlns:a="http://schemas.openxmlformats.org/drawingml/2006/main" noGrp="1"/>
          </p:cNvSpPr>
          <p:nvPr/>
        </p:nvSpPr>
        <p:spPr>
          <a:xfrm xmlns:a="http://schemas.openxmlformats.org/drawingml/2006/main" flipV="1">
            <a:off x="1106424" y="3153678"/>
            <a:ext cx="91440" cy="1107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CF32E1E-9D58-48DA-BB3B-2A4DA3A569D6}"/>
              </a:ext>
            </a:extLst>
          </p:cNvPr>
          <p:cNvSpPr>
            <a:spLocks xmlns:a="http://schemas.openxmlformats.org/drawingml/2006/main" noGrp="1"/>
          </p:cNvSpPr>
          <p:nvPr/>
        </p:nvSpPr>
        <p:spPr>
          <a:xfrm xmlns:a="http://schemas.openxmlformats.org/drawingml/2006/main" flipV="1">
            <a:off x="1197864" y="3044364"/>
            <a:ext cx="91440" cy="1093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12881943-FF7C-4314-A884-789F9267C2C3}"/>
              </a:ext>
            </a:extLst>
          </p:cNvPr>
          <p:cNvSpPr>
            <a:spLocks xmlns:a="http://schemas.openxmlformats.org/drawingml/2006/main" noGrp="1"/>
          </p:cNvSpPr>
          <p:nvPr/>
        </p:nvSpPr>
        <p:spPr>
          <a:xfrm xmlns:a="http://schemas.openxmlformats.org/drawingml/2006/main" flipV="1">
            <a:off x="1289304" y="2937861"/>
            <a:ext cx="91440" cy="10650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710B3E5-A11D-4103-ACBF-E8B01960DBE9}"/>
              </a:ext>
            </a:extLst>
          </p:cNvPr>
          <p:cNvSpPr>
            <a:spLocks xmlns:a="http://schemas.openxmlformats.org/drawingml/2006/main" noGrp="1"/>
          </p:cNvSpPr>
          <p:nvPr/>
        </p:nvSpPr>
        <p:spPr>
          <a:xfrm xmlns:a="http://schemas.openxmlformats.org/drawingml/2006/main" flipV="1">
            <a:off x="1380744" y="2835531"/>
            <a:ext cx="91440" cy="1023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4EB7DA19-1B3C-474A-933B-E46E9FF2F656}"/>
              </a:ext>
            </a:extLst>
          </p:cNvPr>
          <p:cNvSpPr>
            <a:spLocks xmlns:a="http://schemas.openxmlformats.org/drawingml/2006/main" noGrp="1"/>
          </p:cNvSpPr>
          <p:nvPr/>
        </p:nvSpPr>
        <p:spPr>
          <a:xfrm xmlns:a="http://schemas.openxmlformats.org/drawingml/2006/main" flipV="1">
            <a:off x="1472184" y="2738680"/>
            <a:ext cx="91440" cy="96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671A508-EB2D-44C4-B1BA-9CE31DDB0621}"/>
              </a:ext>
            </a:extLst>
          </p:cNvPr>
          <p:cNvSpPr>
            <a:spLocks xmlns:a="http://schemas.openxmlformats.org/drawingml/2006/main" noGrp="1"/>
          </p:cNvSpPr>
          <p:nvPr/>
        </p:nvSpPr>
        <p:spPr>
          <a:xfrm xmlns:a="http://schemas.openxmlformats.org/drawingml/2006/main" flipV="1">
            <a:off x="1563624" y="2648547"/>
            <a:ext cx="91440" cy="901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B426F7D2-2154-4938-98D7-E7AD8B0B5750}"/>
              </a:ext>
            </a:extLst>
          </p:cNvPr>
          <p:cNvSpPr>
            <a:spLocks xmlns:a="http://schemas.openxmlformats.org/drawingml/2006/main" noGrp="1"/>
          </p:cNvSpPr>
          <p:nvPr/>
        </p:nvSpPr>
        <p:spPr>
          <a:xfrm xmlns:a="http://schemas.openxmlformats.org/drawingml/2006/main" flipV="1">
            <a:off x="1655064" y="2566283"/>
            <a:ext cx="91440" cy="8226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C076E0EA-A2B1-49B9-885A-E5F40C89A304}"/>
              </a:ext>
            </a:extLst>
          </p:cNvPr>
          <p:cNvSpPr>
            <a:spLocks xmlns:a="http://schemas.openxmlformats.org/drawingml/2006/main" noGrp="1"/>
          </p:cNvSpPr>
          <p:nvPr/>
        </p:nvSpPr>
        <p:spPr>
          <a:xfrm xmlns:a="http://schemas.openxmlformats.org/drawingml/2006/main" flipV="1">
            <a:off x="1746504" y="2492940"/>
            <a:ext cx="91439" cy="733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0269687-2784-4876-A4C9-D6B4B458199E}"/>
              </a:ext>
            </a:extLst>
          </p:cNvPr>
          <p:cNvSpPr>
            <a:spLocks xmlns:a="http://schemas.openxmlformats.org/drawingml/2006/main" noGrp="1"/>
          </p:cNvSpPr>
          <p:nvPr/>
        </p:nvSpPr>
        <p:spPr>
          <a:xfrm xmlns:a="http://schemas.openxmlformats.org/drawingml/2006/main" flipV="1">
            <a:off x="1837943" y="2429453"/>
            <a:ext cx="91441" cy="6348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02730AB0-4091-4107-A7A6-5C9E2F722361}"/>
              </a:ext>
            </a:extLst>
          </p:cNvPr>
          <p:cNvSpPr>
            <a:spLocks xmlns:a="http://schemas.openxmlformats.org/drawingml/2006/main" noGrp="1"/>
          </p:cNvSpPr>
          <p:nvPr/>
        </p:nvSpPr>
        <p:spPr>
          <a:xfrm xmlns:a="http://schemas.openxmlformats.org/drawingml/2006/main" flipV="1">
            <a:off x="1929384" y="2376635"/>
            <a:ext cx="91440" cy="52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E9E2065-252C-45CF-8DBB-D1C10C72E990}"/>
              </a:ext>
            </a:extLst>
          </p:cNvPr>
          <p:cNvSpPr>
            <a:spLocks xmlns:a="http://schemas.openxmlformats.org/drawingml/2006/main" noGrp="1"/>
          </p:cNvSpPr>
          <p:nvPr/>
        </p:nvSpPr>
        <p:spPr>
          <a:xfrm xmlns:a="http://schemas.openxmlformats.org/drawingml/2006/main" flipV="1">
            <a:off x="2020824" y="2335161"/>
            <a:ext cx="91440" cy="414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2AA36A3-28AE-453C-8790-39DD92809844}"/>
              </a:ext>
            </a:extLst>
          </p:cNvPr>
          <p:cNvSpPr>
            <a:spLocks xmlns:a="http://schemas.openxmlformats.org/drawingml/2006/main" noGrp="1"/>
          </p:cNvSpPr>
          <p:nvPr/>
        </p:nvSpPr>
        <p:spPr>
          <a:xfrm xmlns:a="http://schemas.openxmlformats.org/drawingml/2006/main" flipV="1">
            <a:off x="2112264" y="2305560"/>
            <a:ext cx="91440" cy="296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41476DC9-524A-4B9D-BF8C-4FD50537DFBE}"/>
              </a:ext>
            </a:extLst>
          </p:cNvPr>
          <p:cNvSpPr>
            <a:spLocks xmlns:a="http://schemas.openxmlformats.org/drawingml/2006/main" noGrp="1"/>
          </p:cNvSpPr>
          <p:nvPr/>
        </p:nvSpPr>
        <p:spPr>
          <a:xfrm xmlns:a="http://schemas.openxmlformats.org/drawingml/2006/main" flipV="1">
            <a:off x="2203704" y="2288210"/>
            <a:ext cx="91440" cy="17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E582C9E-5DDF-41E2-9016-858AD4141FBD}"/>
              </a:ext>
            </a:extLst>
          </p:cNvPr>
          <p:cNvSpPr>
            <a:spLocks xmlns:a="http://schemas.openxmlformats.org/drawingml/2006/main" noGrp="1"/>
          </p:cNvSpPr>
          <p:nvPr/>
        </p:nvSpPr>
        <p:spPr>
          <a:xfrm xmlns:a="http://schemas.openxmlformats.org/drawingml/2006/main" flipV="1">
            <a:off x="2295144" y="2283334"/>
            <a:ext cx="91440" cy="48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6073F06-5BB5-4232-98AA-AF442F543D7D}"/>
              </a:ext>
            </a:extLst>
          </p:cNvPr>
          <p:cNvSpPr>
            <a:spLocks xmlns:a="http://schemas.openxmlformats.org/drawingml/2006/main" noGrp="1"/>
          </p:cNvSpPr>
          <p:nvPr/>
        </p:nvSpPr>
        <p:spPr>
          <a:xfrm xmlns:a="http://schemas.openxmlformats.org/drawingml/2006/main">
            <a:off x="2386584" y="2283334"/>
            <a:ext cx="91440" cy="76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4320AC9-9E98-415F-B51C-E5964E8B8B78}"/>
              </a:ext>
            </a:extLst>
          </p:cNvPr>
          <p:cNvSpPr>
            <a:spLocks xmlns:a="http://schemas.openxmlformats.org/drawingml/2006/main" noGrp="1"/>
          </p:cNvSpPr>
          <p:nvPr/>
        </p:nvSpPr>
        <p:spPr>
          <a:xfrm xmlns:a="http://schemas.openxmlformats.org/drawingml/2006/main">
            <a:off x="2478024" y="2290993"/>
            <a:ext cx="91440" cy="200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2EEBC0E-02BB-4236-BDCF-3E73FD0D5423}"/>
              </a:ext>
            </a:extLst>
          </p:cNvPr>
          <p:cNvSpPr>
            <a:spLocks xmlns:a="http://schemas.openxmlformats.org/drawingml/2006/main" noGrp="1"/>
          </p:cNvSpPr>
          <p:nvPr/>
        </p:nvSpPr>
        <p:spPr>
          <a:xfrm xmlns:a="http://schemas.openxmlformats.org/drawingml/2006/main">
            <a:off x="2569464" y="2311090"/>
            <a:ext cx="91440" cy="32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44E670CA-55CF-4A85-9D47-87D06C9E87CE}"/>
              </a:ext>
            </a:extLst>
          </p:cNvPr>
          <p:cNvSpPr>
            <a:spLocks xmlns:a="http://schemas.openxmlformats.org/drawingml/2006/main" noGrp="1"/>
          </p:cNvSpPr>
          <p:nvPr/>
        </p:nvSpPr>
        <p:spPr>
          <a:xfrm xmlns:a="http://schemas.openxmlformats.org/drawingml/2006/main">
            <a:off x="2660904" y="2343368"/>
            <a:ext cx="91440" cy="440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16F73232-10E1-4398-BE17-A53274080168}"/>
              </a:ext>
            </a:extLst>
          </p:cNvPr>
          <p:cNvSpPr>
            <a:spLocks xmlns:a="http://schemas.openxmlformats.org/drawingml/2006/main" noGrp="1"/>
          </p:cNvSpPr>
          <p:nvPr/>
        </p:nvSpPr>
        <p:spPr>
          <a:xfrm xmlns:a="http://schemas.openxmlformats.org/drawingml/2006/main">
            <a:off x="2752344" y="2387414"/>
            <a:ext cx="91440" cy="552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0C6F4AED-2389-431E-8CA0-33F03BF09272}"/>
              </a:ext>
            </a:extLst>
          </p:cNvPr>
          <p:cNvSpPr>
            <a:spLocks xmlns:a="http://schemas.openxmlformats.org/drawingml/2006/main" noGrp="1"/>
          </p:cNvSpPr>
          <p:nvPr/>
        </p:nvSpPr>
        <p:spPr>
          <a:xfrm xmlns:a="http://schemas.openxmlformats.org/drawingml/2006/main">
            <a:off x="2843784" y="2442666"/>
            <a:ext cx="91440" cy="657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DA2BBCFF-700B-4D53-948A-CCD56A72D3CA}"/>
              </a:ext>
            </a:extLst>
          </p:cNvPr>
          <p:cNvSpPr>
            <a:spLocks xmlns:a="http://schemas.openxmlformats.org/drawingml/2006/main" noGrp="1"/>
          </p:cNvSpPr>
          <p:nvPr/>
        </p:nvSpPr>
        <p:spPr>
          <a:xfrm xmlns:a="http://schemas.openxmlformats.org/drawingml/2006/main">
            <a:off x="2935224" y="2508418"/>
            <a:ext cx="91440" cy="7541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05D58F2-E923-4C07-9251-CCDA0E06D3F8}"/>
              </a:ext>
            </a:extLst>
          </p:cNvPr>
          <p:cNvSpPr>
            <a:spLocks xmlns:a="http://schemas.openxmlformats.org/drawingml/2006/main" noGrp="1"/>
          </p:cNvSpPr>
          <p:nvPr/>
        </p:nvSpPr>
        <p:spPr>
          <a:xfrm xmlns:a="http://schemas.openxmlformats.org/drawingml/2006/main">
            <a:off x="3026664" y="2583829"/>
            <a:ext cx="91440" cy="8410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AA1952D8-9305-465F-8094-0CAF66E6531C}"/>
              </a:ext>
            </a:extLst>
          </p:cNvPr>
          <p:cNvSpPr>
            <a:spLocks xmlns:a="http://schemas.openxmlformats.org/drawingml/2006/main" noGrp="1"/>
          </p:cNvSpPr>
          <p:nvPr/>
        </p:nvSpPr>
        <p:spPr>
          <a:xfrm xmlns:a="http://schemas.openxmlformats.org/drawingml/2006/main">
            <a:off x="3118104" y="2667936"/>
            <a:ext cx="91440" cy="9172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DED3B25D-559B-48B6-9765-F2A103B4428F}"/>
              </a:ext>
            </a:extLst>
          </p:cNvPr>
          <p:cNvSpPr>
            <a:spLocks xmlns:a="http://schemas.openxmlformats.org/drawingml/2006/main" noGrp="1"/>
          </p:cNvSpPr>
          <p:nvPr/>
        </p:nvSpPr>
        <p:spPr>
          <a:xfrm xmlns:a="http://schemas.openxmlformats.org/drawingml/2006/main">
            <a:off x="3209544" y="2759665"/>
            <a:ext cx="91440" cy="981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A43B3112-782B-4720-97AE-8F7DD72D73B8}"/>
              </a:ext>
            </a:extLst>
          </p:cNvPr>
          <p:cNvSpPr>
            <a:spLocks xmlns:a="http://schemas.openxmlformats.org/drawingml/2006/main" noGrp="1"/>
          </p:cNvSpPr>
          <p:nvPr/>
        </p:nvSpPr>
        <p:spPr>
          <a:xfrm xmlns:a="http://schemas.openxmlformats.org/drawingml/2006/main">
            <a:off x="3300984" y="2857842"/>
            <a:ext cx="91440" cy="1033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B278BBE-F1CC-4DDD-8881-BC8B9BFE5A95}"/>
              </a:ext>
            </a:extLst>
          </p:cNvPr>
          <p:cNvSpPr>
            <a:spLocks xmlns:a="http://schemas.openxmlformats.org/drawingml/2006/main" noGrp="1"/>
          </p:cNvSpPr>
          <p:nvPr/>
        </p:nvSpPr>
        <p:spPr>
          <a:xfrm xmlns:a="http://schemas.openxmlformats.org/drawingml/2006/main">
            <a:off x="3392424" y="2961215"/>
            <a:ext cx="91440" cy="10724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21A29A8E-6482-4708-9A9F-374B36F1729A}"/>
              </a:ext>
            </a:extLst>
          </p:cNvPr>
          <p:cNvSpPr>
            <a:spLocks xmlns:a="http://schemas.openxmlformats.org/drawingml/2006/main" noGrp="1"/>
          </p:cNvSpPr>
          <p:nvPr/>
        </p:nvSpPr>
        <p:spPr>
          <a:xfrm xmlns:a="http://schemas.openxmlformats.org/drawingml/2006/main">
            <a:off x="3483864" y="3068462"/>
            <a:ext cx="91440" cy="1097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453F613-E6CB-4F77-A964-E4391AE778B6}"/>
              </a:ext>
            </a:extLst>
          </p:cNvPr>
          <p:cNvSpPr>
            <a:spLocks xmlns:a="http://schemas.openxmlformats.org/drawingml/2006/main" noGrp="1"/>
          </p:cNvSpPr>
          <p:nvPr/>
        </p:nvSpPr>
        <p:spPr>
          <a:xfrm xmlns:a="http://schemas.openxmlformats.org/drawingml/2006/main">
            <a:off x="3575304" y="3178212"/>
            <a:ext cx="91440" cy="1108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2BD2320-BF50-4F93-B6DB-DF55C599A9F4}"/>
              </a:ext>
            </a:extLst>
          </p:cNvPr>
          <p:cNvSpPr>
            <a:spLocks xmlns:a="http://schemas.openxmlformats.org/drawingml/2006/main" noGrp="1"/>
          </p:cNvSpPr>
          <p:nvPr/>
        </p:nvSpPr>
        <p:spPr>
          <a:xfrm xmlns:a="http://schemas.openxmlformats.org/drawingml/2006/main">
            <a:off x="3666744" y="3289064"/>
            <a:ext cx="91439" cy="1105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C38154-4ECB-405C-B0F6-2EBF5D50D2A6}"/>
              </a:ext>
            </a:extLst>
          </p:cNvPr>
          <p:cNvSpPr>
            <a:spLocks xmlns:a="http://schemas.openxmlformats.org/drawingml/2006/main" noGrp="1"/>
          </p:cNvSpPr>
          <p:nvPr/>
        </p:nvSpPr>
        <p:spPr>
          <a:xfrm xmlns:a="http://schemas.openxmlformats.org/drawingml/2006/main">
            <a:off x="3758183" y="3399601"/>
            <a:ext cx="91441" cy="1088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6E9F01E2-CB81-4B98-84FB-8602EAF3A792}"/>
              </a:ext>
            </a:extLst>
          </p:cNvPr>
          <p:cNvSpPr>
            <a:spLocks xmlns:a="http://schemas.openxmlformats.org/drawingml/2006/main" noGrp="1"/>
          </p:cNvSpPr>
          <p:nvPr/>
        </p:nvSpPr>
        <p:spPr>
          <a:xfrm xmlns:a="http://schemas.openxmlformats.org/drawingml/2006/main">
            <a:off x="3849624" y="3508410"/>
            <a:ext cx="91440" cy="105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0182E8BD-F3B3-40FE-844D-67839BEFD4B3}"/>
              </a:ext>
            </a:extLst>
          </p:cNvPr>
          <p:cNvSpPr>
            <a:spLocks xmlns:a="http://schemas.openxmlformats.org/drawingml/2006/main" noGrp="1"/>
          </p:cNvSpPr>
          <p:nvPr/>
        </p:nvSpPr>
        <p:spPr>
          <a:xfrm xmlns:a="http://schemas.openxmlformats.org/drawingml/2006/main">
            <a:off x="3941064" y="3614101"/>
            <a:ext cx="91440" cy="10122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ED1BCBF5-B8D4-4CDF-9FA1-ABC2CA5AE1DB}"/>
              </a:ext>
            </a:extLst>
          </p:cNvPr>
          <p:cNvSpPr>
            <a:spLocks xmlns:a="http://schemas.openxmlformats.org/drawingml/2006/main" noGrp="1"/>
          </p:cNvSpPr>
          <p:nvPr/>
        </p:nvSpPr>
        <p:spPr>
          <a:xfrm xmlns:a="http://schemas.openxmlformats.org/drawingml/2006/main">
            <a:off x="4032504" y="3715325"/>
            <a:ext cx="91440" cy="9546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87B50FB-AA5E-4E1A-BD78-37A000F1C58C}"/>
              </a:ext>
            </a:extLst>
          </p:cNvPr>
          <p:cNvSpPr>
            <a:spLocks xmlns:a="http://schemas.openxmlformats.org/drawingml/2006/main" noGrp="1"/>
          </p:cNvSpPr>
          <p:nvPr/>
        </p:nvSpPr>
        <p:spPr>
          <a:xfrm xmlns:a="http://schemas.openxmlformats.org/drawingml/2006/main">
            <a:off x="4123944" y="3810787"/>
            <a:ext cx="91440" cy="8848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EEBCD018-D166-41CA-BC70-3B5F67AF09BE}"/>
              </a:ext>
            </a:extLst>
          </p:cNvPr>
          <p:cNvSpPr>
            <a:spLocks xmlns:a="http://schemas.openxmlformats.org/drawingml/2006/main" noGrp="1"/>
          </p:cNvSpPr>
          <p:nvPr/>
        </p:nvSpPr>
        <p:spPr>
          <a:xfrm xmlns:a="http://schemas.openxmlformats.org/drawingml/2006/main">
            <a:off x="4215384" y="3899267"/>
            <a:ext cx="91440" cy="803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3757F5B-35BE-496E-844E-4F640E5D6300}"/>
              </a:ext>
            </a:extLst>
          </p:cNvPr>
          <p:cNvSpPr>
            <a:spLocks xmlns:a="http://schemas.openxmlformats.org/drawingml/2006/main" noGrp="1"/>
          </p:cNvSpPr>
          <p:nvPr/>
        </p:nvSpPr>
        <p:spPr>
          <a:xfrm xmlns:a="http://schemas.openxmlformats.org/drawingml/2006/main">
            <a:off x="4306824" y="3979636"/>
            <a:ext cx="91440" cy="712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492134D0-61BA-4FA3-A6D5-385D9AF20010}"/>
              </a:ext>
            </a:extLst>
          </p:cNvPr>
          <p:cNvSpPr>
            <a:spLocks xmlns:a="http://schemas.openxmlformats.org/drawingml/2006/main" noGrp="1"/>
          </p:cNvSpPr>
          <p:nvPr/>
        </p:nvSpPr>
        <p:spPr>
          <a:xfrm xmlns:a="http://schemas.openxmlformats.org/drawingml/2006/main">
            <a:off x="4398264" y="4050866"/>
            <a:ext cx="91440" cy="6118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C4E89ADB-3E8A-4372-848B-38C53944F358}"/>
              </a:ext>
            </a:extLst>
          </p:cNvPr>
          <p:cNvSpPr>
            <a:spLocks xmlns:a="http://schemas.openxmlformats.org/drawingml/2006/main" noGrp="1"/>
          </p:cNvSpPr>
          <p:nvPr/>
        </p:nvSpPr>
        <p:spPr>
          <a:xfrm xmlns:a="http://schemas.openxmlformats.org/drawingml/2006/main">
            <a:off x="4489704" y="4112047"/>
            <a:ext cx="91440" cy="50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19880D37-36A3-4497-821A-B0D2DDE741C3}"/>
              </a:ext>
            </a:extLst>
          </p:cNvPr>
          <p:cNvSpPr>
            <a:spLocks xmlns:a="http://schemas.openxmlformats.org/drawingml/2006/main" noGrp="1"/>
          </p:cNvSpPr>
          <p:nvPr/>
        </p:nvSpPr>
        <p:spPr>
          <a:xfrm xmlns:a="http://schemas.openxmlformats.org/drawingml/2006/main">
            <a:off x="4581144" y="4162397"/>
            <a:ext cx="91440" cy="388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5FECE86F-7AED-4CCC-817F-5F1369D40398}"/>
              </a:ext>
            </a:extLst>
          </p:cNvPr>
          <p:cNvSpPr>
            <a:spLocks xmlns:a="http://schemas.openxmlformats.org/drawingml/2006/main" noGrp="1"/>
          </p:cNvSpPr>
          <p:nvPr/>
        </p:nvSpPr>
        <p:spPr>
          <a:xfrm xmlns:a="http://schemas.openxmlformats.org/drawingml/2006/main">
            <a:off x="4672584" y="4201274"/>
            <a:ext cx="91440" cy="2690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CC25ED13-0234-4C81-BF86-B7EDD2B96A1F}"/>
              </a:ext>
            </a:extLst>
          </p:cNvPr>
          <p:cNvSpPr>
            <a:spLocks xmlns:a="http://schemas.openxmlformats.org/drawingml/2006/main" noGrp="1"/>
          </p:cNvSpPr>
          <p:nvPr/>
        </p:nvSpPr>
        <p:spPr>
          <a:xfrm xmlns:a="http://schemas.openxmlformats.org/drawingml/2006/main">
            <a:off x="4764024" y="4228180"/>
            <a:ext cx="91440" cy="145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4193997-0B22-4F53-B134-772A1C9ECEAB}"/>
              </a:ext>
            </a:extLst>
          </p:cNvPr>
          <p:cNvSpPr>
            <a:spLocks xmlns:a="http://schemas.openxmlformats.org/drawingml/2006/main" noGrp="1"/>
          </p:cNvSpPr>
          <p:nvPr/>
        </p:nvSpPr>
        <p:spPr>
          <a:xfrm xmlns:a="http://schemas.openxmlformats.org/drawingml/2006/main">
            <a:off x="4855464" y="4242771"/>
            <a:ext cx="91440" cy="20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2514074A-AC50-4B7D-9506-18F8D497EB4D}"/>
              </a:ext>
            </a:extLst>
          </p:cNvPr>
          <p:cNvSpPr>
            <a:spLocks xmlns:a="http://schemas.openxmlformats.org/drawingml/2006/main" noGrp="1"/>
          </p:cNvSpPr>
          <p:nvPr/>
        </p:nvSpPr>
        <p:spPr>
          <a:xfrm xmlns:a="http://schemas.openxmlformats.org/drawingml/2006/main" flipV="1">
            <a:off x="4946904" y="4234424"/>
            <a:ext cx="91440" cy="1043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96601F15-E7BE-4F14-88BA-474D85412847}"/>
              </a:ext>
            </a:extLst>
          </p:cNvPr>
          <p:cNvSpPr>
            <a:spLocks xmlns:a="http://schemas.openxmlformats.org/drawingml/2006/main" noGrp="1"/>
          </p:cNvSpPr>
          <p:nvPr/>
        </p:nvSpPr>
        <p:spPr>
          <a:xfrm xmlns:a="http://schemas.openxmlformats.org/drawingml/2006/main" flipV="1">
            <a:off x="5038344" y="4211593"/>
            <a:ext cx="91440" cy="22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1B55D072-845B-4999-A3AA-51F4C2C9814C}"/>
              </a:ext>
            </a:extLst>
          </p:cNvPr>
          <p:cNvSpPr>
            <a:spLocks xmlns:a="http://schemas.openxmlformats.org/drawingml/2006/main" noGrp="1"/>
          </p:cNvSpPr>
          <p:nvPr/>
        </p:nvSpPr>
        <p:spPr>
          <a:xfrm xmlns:a="http://schemas.openxmlformats.org/drawingml/2006/main" flipV="1">
            <a:off x="5129784" y="4176659"/>
            <a:ext cx="91440" cy="349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3F56C43A-4917-41F4-A85B-B745876B2923}"/>
              </a:ext>
            </a:extLst>
          </p:cNvPr>
          <p:cNvSpPr>
            <a:spLocks xmlns:a="http://schemas.openxmlformats.org/drawingml/2006/main" noGrp="1"/>
          </p:cNvSpPr>
          <p:nvPr/>
        </p:nvSpPr>
        <p:spPr>
          <a:xfrm xmlns:a="http://schemas.openxmlformats.org/drawingml/2006/main" flipV="1">
            <a:off x="5221224" y="4130069"/>
            <a:ext cx="91440" cy="46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CA8657A-C13A-4E34-924D-93A28BB9521E}"/>
              </a:ext>
            </a:extLst>
          </p:cNvPr>
          <p:cNvSpPr>
            <a:spLocks xmlns:a="http://schemas.openxmlformats.org/drawingml/2006/main" noGrp="1"/>
          </p:cNvSpPr>
          <p:nvPr/>
        </p:nvSpPr>
        <p:spPr>
          <a:xfrm xmlns:a="http://schemas.openxmlformats.org/drawingml/2006/main" flipV="1">
            <a:off x="5312664" y="4072417"/>
            <a:ext cx="91439" cy="576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9D054910-1F14-4329-8CB1-F47DA0BD1687}"/>
              </a:ext>
            </a:extLst>
          </p:cNvPr>
          <p:cNvSpPr>
            <a:spLocks xmlns:a="http://schemas.openxmlformats.org/drawingml/2006/main" noGrp="1"/>
          </p:cNvSpPr>
          <p:nvPr/>
        </p:nvSpPr>
        <p:spPr>
          <a:xfrm xmlns:a="http://schemas.openxmlformats.org/drawingml/2006/main" flipV="1">
            <a:off x="5404103" y="4004442"/>
            <a:ext cx="91441" cy="6797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056BE2DB-5A24-48F3-A4D0-06FD3AF61D95}"/>
              </a:ext>
            </a:extLst>
          </p:cNvPr>
          <p:cNvSpPr>
            <a:spLocks xmlns:a="http://schemas.openxmlformats.org/drawingml/2006/main" noGrp="1"/>
          </p:cNvSpPr>
          <p:nvPr/>
        </p:nvSpPr>
        <p:spPr>
          <a:xfrm xmlns:a="http://schemas.openxmlformats.org/drawingml/2006/main" flipV="1">
            <a:off x="5495544" y="3927011"/>
            <a:ext cx="91440" cy="774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74738767-A53A-4729-8D41-05F2406DE247}"/>
              </a:ext>
            </a:extLst>
          </p:cNvPr>
          <p:cNvSpPr>
            <a:spLocks xmlns:a="http://schemas.openxmlformats.org/drawingml/2006/main" noGrp="1"/>
          </p:cNvSpPr>
          <p:nvPr/>
        </p:nvSpPr>
        <p:spPr>
          <a:xfrm xmlns:a="http://schemas.openxmlformats.org/drawingml/2006/main" flipV="1">
            <a:off x="5586984" y="3841114"/>
            <a:ext cx="91440" cy="858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BBACACEC-21CE-41A9-805B-B73EF9D16C3E}"/>
              </a:ext>
            </a:extLst>
          </p:cNvPr>
          <p:cNvSpPr>
            <a:spLocks xmlns:a="http://schemas.openxmlformats.org/drawingml/2006/main" noGrp="1"/>
          </p:cNvSpPr>
          <p:nvPr/>
        </p:nvSpPr>
        <p:spPr>
          <a:xfrm xmlns:a="http://schemas.openxmlformats.org/drawingml/2006/main" flipV="1">
            <a:off x="5678424" y="3747848"/>
            <a:ext cx="91440" cy="932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F46AA1AD-B7C8-43C2-AC83-A9EC0DA98F6C}"/>
              </a:ext>
            </a:extLst>
          </p:cNvPr>
          <p:cNvSpPr>
            <a:spLocks xmlns:a="http://schemas.openxmlformats.org/drawingml/2006/main" noGrp="1"/>
          </p:cNvSpPr>
          <p:nvPr/>
        </p:nvSpPr>
        <p:spPr>
          <a:xfrm xmlns:a="http://schemas.openxmlformats.org/drawingml/2006/main" flipV="1">
            <a:off x="5769864" y="3648404"/>
            <a:ext cx="91440" cy="9944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863B3F0-A3DB-44F1-A6D0-7F3FD68A4888}"/>
              </a:ext>
            </a:extLst>
          </p:cNvPr>
          <p:cNvSpPr>
            <a:spLocks xmlns:a="http://schemas.openxmlformats.org/drawingml/2006/main" noGrp="1"/>
          </p:cNvSpPr>
          <p:nvPr/>
        </p:nvSpPr>
        <p:spPr>
          <a:xfrm xmlns:a="http://schemas.openxmlformats.org/drawingml/2006/main" flipV="1">
            <a:off x="5861304" y="3544054"/>
            <a:ext cx="91440" cy="104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B6D9D22F-E629-419D-92B3-F22AC8DD1707}"/>
              </a:ext>
            </a:extLst>
          </p:cNvPr>
          <p:cNvSpPr>
            <a:spLocks xmlns:a="http://schemas.openxmlformats.org/drawingml/2006/main" noGrp="1"/>
          </p:cNvSpPr>
          <p:nvPr/>
        </p:nvSpPr>
        <p:spPr>
          <a:xfrm xmlns:a="http://schemas.openxmlformats.org/drawingml/2006/main" flipV="1">
            <a:off x="5952744" y="3436132"/>
            <a:ext cx="91440" cy="107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8813B5D-333D-423C-81E1-4B99763F4F54}"/>
              </a:ext>
            </a:extLst>
          </p:cNvPr>
          <p:cNvSpPr>
            <a:spLocks xmlns:a="http://schemas.openxmlformats.org/drawingml/2006/main" noGrp="1"/>
          </p:cNvSpPr>
          <p:nvPr/>
        </p:nvSpPr>
        <p:spPr>
          <a:xfrm xmlns:a="http://schemas.openxmlformats.org/drawingml/2006/main" flipV="1">
            <a:off x="6044184" y="3326014"/>
            <a:ext cx="91440" cy="1101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118E7580-6F77-4935-A2C7-A86835991425}"/>
              </a:ext>
            </a:extLst>
          </p:cNvPr>
          <p:cNvSpPr>
            <a:spLocks xmlns:a="http://schemas.openxmlformats.org/drawingml/2006/main" noGrp="1"/>
          </p:cNvSpPr>
          <p:nvPr/>
        </p:nvSpPr>
        <p:spPr>
          <a:xfrm xmlns:a="http://schemas.openxmlformats.org/drawingml/2006/main" flipV="1">
            <a:off x="6135624" y="3215110"/>
            <a:ext cx="91440" cy="1109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585FA919-90B2-426D-9969-3D13B478D2AF}"/>
              </a:ext>
            </a:extLst>
          </p:cNvPr>
          <p:cNvSpPr>
            <a:spLocks xmlns:a="http://schemas.openxmlformats.org/drawingml/2006/main" noGrp="1"/>
          </p:cNvSpPr>
          <p:nvPr/>
        </p:nvSpPr>
        <p:spPr>
          <a:xfrm xmlns:a="http://schemas.openxmlformats.org/drawingml/2006/main" flipV="1">
            <a:off x="6227064" y="3104836"/>
            <a:ext cx="91439" cy="110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D1AF7895-5828-4C4F-B664-4EE707845013}"/>
              </a:ext>
            </a:extLst>
          </p:cNvPr>
          <p:cNvSpPr>
            <a:spLocks xmlns:a="http://schemas.openxmlformats.org/drawingml/2006/main" noGrp="1"/>
          </p:cNvSpPr>
          <p:nvPr/>
        </p:nvSpPr>
        <p:spPr>
          <a:xfrm xmlns:a="http://schemas.openxmlformats.org/drawingml/2006/main" flipV="1">
            <a:off x="6318503" y="2996600"/>
            <a:ext cx="91441" cy="10823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7996BC0-0CB4-454E-B862-73F0878F08E0}"/>
              </a:ext>
            </a:extLst>
          </p:cNvPr>
          <p:cNvSpPr>
            <a:spLocks xmlns:a="http://schemas.openxmlformats.org/drawingml/2006/main" noGrp="1"/>
          </p:cNvSpPr>
          <p:nvPr/>
        </p:nvSpPr>
        <p:spPr>
          <a:xfrm xmlns:a="http://schemas.openxmlformats.org/drawingml/2006/main" flipV="1">
            <a:off x="6409944" y="2891787"/>
            <a:ext cx="91439" cy="1048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222FB6A8-78A3-4700-ACB3-F4C9D2B80F4A}"/>
              </a:ext>
            </a:extLst>
          </p:cNvPr>
          <p:cNvSpPr>
            <a:spLocks xmlns:a="http://schemas.openxmlformats.org/drawingml/2006/main" noGrp="1"/>
          </p:cNvSpPr>
          <p:nvPr/>
        </p:nvSpPr>
        <p:spPr>
          <a:xfrm xmlns:a="http://schemas.openxmlformats.org/drawingml/2006/main" flipV="1">
            <a:off x="6501383" y="2791734"/>
            <a:ext cx="91441" cy="10005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A14AB74E-BB93-4D57-A9D2-244B3D0F91F8}"/>
              </a:ext>
            </a:extLst>
          </p:cNvPr>
          <p:cNvSpPr>
            <a:spLocks xmlns:a="http://schemas.openxmlformats.org/drawingml/2006/main" noGrp="1"/>
          </p:cNvSpPr>
          <p:nvPr/>
        </p:nvSpPr>
        <p:spPr>
          <a:xfrm xmlns:a="http://schemas.openxmlformats.org/drawingml/2006/main" flipV="1">
            <a:off x="6592824" y="2697721"/>
            <a:ext cx="91440" cy="940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C26D157-54B6-4BAB-9423-EAB712F8B96C}"/>
              </a:ext>
            </a:extLst>
          </p:cNvPr>
          <p:cNvSpPr>
            <a:spLocks xmlns:a="http://schemas.openxmlformats.org/drawingml/2006/main" noGrp="1"/>
          </p:cNvSpPr>
          <p:nvPr/>
        </p:nvSpPr>
        <p:spPr>
          <a:xfrm xmlns:a="http://schemas.openxmlformats.org/drawingml/2006/main" flipV="1">
            <a:off x="6684264" y="2610949"/>
            <a:ext cx="91440" cy="867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5AF30B7-F36F-4F0D-8799-8230206F5086}"/>
              </a:ext>
            </a:extLst>
          </p:cNvPr>
          <p:cNvSpPr>
            <a:spLocks xmlns:a="http://schemas.openxmlformats.org/drawingml/2006/main" noGrp="1"/>
          </p:cNvSpPr>
          <p:nvPr/>
        </p:nvSpPr>
        <p:spPr>
          <a:xfrm xmlns:a="http://schemas.openxmlformats.org/drawingml/2006/main" flipV="1">
            <a:off x="6775704" y="2532526"/>
            <a:ext cx="91440" cy="784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B79F8A0C-B8CA-48E8-A778-4463527BF2A7}"/>
              </a:ext>
            </a:extLst>
          </p:cNvPr>
          <p:cNvSpPr>
            <a:spLocks xmlns:a="http://schemas.openxmlformats.org/drawingml/2006/main" noGrp="1"/>
          </p:cNvSpPr>
          <p:nvPr/>
        </p:nvSpPr>
        <p:spPr>
          <a:xfrm xmlns:a="http://schemas.openxmlformats.org/drawingml/2006/main" flipV="1">
            <a:off x="6867144" y="2463455"/>
            <a:ext cx="91440" cy="6907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E306F80C-2DEF-41D6-AC82-8892B99BDEF7}"/>
              </a:ext>
            </a:extLst>
          </p:cNvPr>
          <p:cNvSpPr>
            <a:spLocks xmlns:a="http://schemas.openxmlformats.org/drawingml/2006/main" noGrp="1"/>
          </p:cNvSpPr>
          <p:nvPr/>
        </p:nvSpPr>
        <p:spPr>
          <a:xfrm xmlns:a="http://schemas.openxmlformats.org/drawingml/2006/main" flipV="1">
            <a:off x="6958584" y="2404618"/>
            <a:ext cx="91440" cy="588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9DBA26BA-AD7B-4533-820D-8F23AD4A7FB9}"/>
              </a:ext>
            </a:extLst>
          </p:cNvPr>
          <p:cNvSpPr>
            <a:spLocks xmlns:a="http://schemas.openxmlformats.org/drawingml/2006/main" noGrp="1"/>
          </p:cNvSpPr>
          <p:nvPr/>
        </p:nvSpPr>
        <p:spPr>
          <a:xfrm xmlns:a="http://schemas.openxmlformats.org/drawingml/2006/main" flipV="1">
            <a:off x="7050024" y="2356767"/>
            <a:ext cx="91440" cy="47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459C5010-DB98-4E58-95F7-E0FEDF9E3434}"/>
              </a:ext>
            </a:extLst>
          </p:cNvPr>
          <p:cNvSpPr>
            <a:spLocks xmlns:a="http://schemas.openxmlformats.org/drawingml/2006/main" noGrp="1"/>
          </p:cNvSpPr>
          <p:nvPr/>
        </p:nvSpPr>
        <p:spPr>
          <a:xfrm xmlns:a="http://schemas.openxmlformats.org/drawingml/2006/main" flipV="1">
            <a:off x="7141464" y="2320513"/>
            <a:ext cx="91440" cy="362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BE55759C-3235-45E6-8B9A-7901748CAD60}"/>
              </a:ext>
            </a:extLst>
          </p:cNvPr>
          <p:cNvSpPr>
            <a:spLocks xmlns:a="http://schemas.openxmlformats.org/drawingml/2006/main" noGrp="1"/>
          </p:cNvSpPr>
          <p:nvPr/>
        </p:nvSpPr>
        <p:spPr>
          <a:xfrm xmlns:a="http://schemas.openxmlformats.org/drawingml/2006/main" flipV="1">
            <a:off x="7232904" y="2296319"/>
            <a:ext cx="91440" cy="241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D2949AF3-5D0E-440C-8E7C-67535D8CCD80}"/>
              </a:ext>
            </a:extLst>
          </p:cNvPr>
          <p:cNvSpPr>
            <a:spLocks xmlns:a="http://schemas.openxmlformats.org/drawingml/2006/main" noGrp="1"/>
          </p:cNvSpPr>
          <p:nvPr/>
        </p:nvSpPr>
        <p:spPr>
          <a:xfrm xmlns:a="http://schemas.openxmlformats.org/drawingml/2006/main" flipV="1">
            <a:off x="7324344" y="2284496"/>
            <a:ext cx="91439" cy="118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BA3F592F-C1AB-47C3-9906-9C812FA3CDC9}"/>
              </a:ext>
            </a:extLst>
          </p:cNvPr>
          <p:cNvSpPr>
            <a:spLocks xmlns:a="http://schemas.openxmlformats.org/drawingml/2006/main" noGrp="1"/>
          </p:cNvSpPr>
          <p:nvPr/>
        </p:nvSpPr>
        <p:spPr>
          <a:xfrm xmlns:a="http://schemas.openxmlformats.org/drawingml/2006/main">
            <a:off x="7415783" y="2284496"/>
            <a:ext cx="91441" cy="6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C78ADE18-FB28-4C89-BB33-1E644C53B0EC}"/>
              </a:ext>
            </a:extLst>
          </p:cNvPr>
          <p:cNvSpPr>
            <a:spLocks xmlns:a="http://schemas.openxmlformats.org/drawingml/2006/main" noGrp="1"/>
          </p:cNvSpPr>
          <p:nvPr/>
        </p:nvSpPr>
        <p:spPr>
          <a:xfrm xmlns:a="http://schemas.openxmlformats.org/drawingml/2006/main">
            <a:off x="7507224" y="2285192"/>
            <a:ext cx="91439" cy="132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9461093C-6F94-4116-A9AB-76B7FD4F7174}"/>
              </a:ext>
            </a:extLst>
          </p:cNvPr>
          <p:cNvSpPr>
            <a:spLocks xmlns:a="http://schemas.openxmlformats.org/drawingml/2006/main" noGrp="1"/>
          </p:cNvSpPr>
          <p:nvPr/>
        </p:nvSpPr>
        <p:spPr>
          <a:xfrm xmlns:a="http://schemas.openxmlformats.org/drawingml/2006/main">
            <a:off x="7598663" y="2298401"/>
            <a:ext cx="91441" cy="255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2285B1C-8BDE-4C94-AE55-F3E1D7BC54C5}"/>
              </a:ext>
            </a:extLst>
          </p:cNvPr>
          <p:cNvSpPr>
            <a:spLocks xmlns:a="http://schemas.openxmlformats.org/drawingml/2006/main" noGrp="1"/>
          </p:cNvSpPr>
          <p:nvPr/>
        </p:nvSpPr>
        <p:spPr>
          <a:xfrm xmlns:a="http://schemas.openxmlformats.org/drawingml/2006/main">
            <a:off x="7690104" y="2323953"/>
            <a:ext cx="91440" cy="375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394AB514-A27B-4C87-A956-DCE1D3BF6250}"/>
              </a:ext>
            </a:extLst>
          </p:cNvPr>
          <p:cNvSpPr>
            <a:spLocks xmlns:a="http://schemas.openxmlformats.org/drawingml/2006/main" noGrp="1"/>
          </p:cNvSpPr>
          <p:nvPr/>
        </p:nvSpPr>
        <p:spPr>
          <a:xfrm xmlns:a="http://schemas.openxmlformats.org/drawingml/2006/main">
            <a:off x="7781544" y="2361521"/>
            <a:ext cx="91439" cy="491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C01C1D3-9238-4A43-A9B3-B4558FDCF62B}"/>
              </a:ext>
            </a:extLst>
          </p:cNvPr>
          <p:cNvSpPr>
            <a:spLocks xmlns:a="http://schemas.openxmlformats.org/drawingml/2006/main" noGrp="1"/>
          </p:cNvSpPr>
          <p:nvPr/>
        </p:nvSpPr>
        <p:spPr>
          <a:xfrm xmlns:a="http://schemas.openxmlformats.org/drawingml/2006/main">
            <a:off x="7872983" y="2410626"/>
            <a:ext cx="91441" cy="600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94B91D90-2E19-4211-AE6D-989E79F09539}"/>
              </a:ext>
            </a:extLst>
          </p:cNvPr>
          <p:cNvSpPr>
            <a:spLocks xmlns:a="http://schemas.openxmlformats.org/drawingml/2006/main" noGrp="1"/>
          </p:cNvSpPr>
          <p:nvPr/>
        </p:nvSpPr>
        <p:spPr>
          <a:xfrm xmlns:a="http://schemas.openxmlformats.org/drawingml/2006/main">
            <a:off x="7964424" y="2470640"/>
            <a:ext cx="91439" cy="701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690783DE-3B8E-4393-A629-6D7F8185CCD8}"/>
              </a:ext>
            </a:extLst>
          </p:cNvPr>
          <p:cNvSpPr>
            <a:spLocks xmlns:a="http://schemas.openxmlformats.org/drawingml/2006/main" noGrp="1"/>
          </p:cNvSpPr>
          <p:nvPr/>
        </p:nvSpPr>
        <p:spPr>
          <a:xfrm xmlns:a="http://schemas.openxmlformats.org/drawingml/2006/main">
            <a:off x="8055863" y="2540796"/>
            <a:ext cx="91441" cy="794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302A597-A1A5-43C6-BA39-3047E5D4F69E}"/>
              </a:ext>
            </a:extLst>
          </p:cNvPr>
          <p:cNvSpPr>
            <a:spLocks xmlns:a="http://schemas.openxmlformats.org/drawingml/2006/main" noGrp="1"/>
          </p:cNvSpPr>
          <p:nvPr/>
        </p:nvSpPr>
        <p:spPr>
          <a:xfrm xmlns:a="http://schemas.openxmlformats.org/drawingml/2006/main">
            <a:off x="8147304" y="2620198"/>
            <a:ext cx="91440" cy="876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230AE398-B3CC-4C94-A42E-407C4BDF9600}"/>
              </a:ext>
            </a:extLst>
          </p:cNvPr>
          <p:cNvSpPr>
            <a:spLocks xmlns:a="http://schemas.openxmlformats.org/drawingml/2006/main" noGrp="1"/>
          </p:cNvSpPr>
          <p:nvPr/>
        </p:nvSpPr>
        <p:spPr>
          <a:xfrm xmlns:a="http://schemas.openxmlformats.org/drawingml/2006/main">
            <a:off x="8238744" y="2707831"/>
            <a:ext cx="91439" cy="94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D683384E-945E-4F71-947D-3BC780301D74}"/>
              </a:ext>
            </a:extLst>
          </p:cNvPr>
          <p:cNvSpPr>
            <a:spLocks xmlns:a="http://schemas.openxmlformats.org/drawingml/2006/main" noGrp="1"/>
          </p:cNvSpPr>
          <p:nvPr/>
        </p:nvSpPr>
        <p:spPr>
          <a:xfrm xmlns:a="http://schemas.openxmlformats.org/drawingml/2006/main">
            <a:off x="8330183" y="2802576"/>
            <a:ext cx="91441" cy="1006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B8980667-05EA-4398-B56B-C03CAE8C309A}"/>
              </a:ext>
            </a:extLst>
          </p:cNvPr>
          <p:cNvSpPr>
            <a:spLocks xmlns:a="http://schemas.openxmlformats.org/drawingml/2006/main" noGrp="1"/>
          </p:cNvSpPr>
          <p:nvPr/>
        </p:nvSpPr>
        <p:spPr>
          <a:xfrm xmlns:a="http://schemas.openxmlformats.org/drawingml/2006/main">
            <a:off x="8421624" y="2903222"/>
            <a:ext cx="91440" cy="10526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7387C0ED-E39B-4023-AB84-7226FBB4FA24}"/>
              </a:ext>
            </a:extLst>
          </p:cNvPr>
          <p:cNvSpPr>
            <a:spLocks xmlns:a="http://schemas.openxmlformats.org/drawingml/2006/main" noGrp="1"/>
          </p:cNvSpPr>
          <p:nvPr/>
        </p:nvSpPr>
        <p:spPr>
          <a:xfrm xmlns:a="http://schemas.openxmlformats.org/drawingml/2006/main">
            <a:off x="8513064" y="3008483"/>
            <a:ext cx="91440" cy="10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30C55CF-1167-4547-A041-335FEBD30888}"/>
              </a:ext>
            </a:extLst>
          </p:cNvPr>
          <p:cNvSpPr>
            <a:spLocks xmlns:a="http://schemas.openxmlformats.org/drawingml/2006/main" noGrp="1"/>
          </p:cNvSpPr>
          <p:nvPr/>
        </p:nvSpPr>
        <p:spPr>
          <a:xfrm xmlns:a="http://schemas.openxmlformats.org/drawingml/2006/main">
            <a:off x="8604504" y="3117013"/>
            <a:ext cx="91439" cy="1104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3FBA4024-1860-41E0-BB01-600E139FFD55}"/>
              </a:ext>
            </a:extLst>
          </p:cNvPr>
          <p:cNvSpPr>
            <a:spLocks xmlns:a="http://schemas.openxmlformats.org/drawingml/2006/main" noGrp="1"/>
          </p:cNvSpPr>
          <p:nvPr/>
        </p:nvSpPr>
        <p:spPr>
          <a:xfrm xmlns:a="http://schemas.openxmlformats.org/drawingml/2006/main">
            <a:off x="8695943" y="3227428"/>
            <a:ext cx="91441" cy="11088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2E15F903-72B2-4BD0-B961-C842A3E97248}"/>
              </a:ext>
            </a:extLst>
          </p:cNvPr>
          <p:cNvSpPr>
            <a:spLocks xmlns:a="http://schemas.openxmlformats.org/drawingml/2006/main" noGrp="1"/>
          </p:cNvSpPr>
          <p:nvPr/>
        </p:nvSpPr>
        <p:spPr>
          <a:xfrm xmlns:a="http://schemas.openxmlformats.org/drawingml/2006/main">
            <a:off x="8787384" y="3338314"/>
            <a:ext cx="91440" cy="1099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616861DE-DCCA-4DDC-8482-0D52AC0C9E1F}"/>
              </a:ext>
            </a:extLst>
          </p:cNvPr>
          <p:cNvSpPr>
            <a:spLocks xmlns:a="http://schemas.openxmlformats.org/drawingml/2006/main" noGrp="1"/>
          </p:cNvSpPr>
          <p:nvPr/>
        </p:nvSpPr>
        <p:spPr>
          <a:xfrm xmlns:a="http://schemas.openxmlformats.org/drawingml/2006/main">
            <a:off x="8878824" y="3448257"/>
            <a:ext cx="91439" cy="10759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47AFA1D6-3F3E-460C-939C-E3F15A3D0DD7}"/>
              </a:ext>
            </a:extLst>
          </p:cNvPr>
          <p:cNvSpPr>
            <a:spLocks xmlns:a="http://schemas.openxmlformats.org/drawingml/2006/main" noGrp="1"/>
          </p:cNvSpPr>
          <p:nvPr/>
        </p:nvSpPr>
        <p:spPr>
          <a:xfrm xmlns:a="http://schemas.openxmlformats.org/drawingml/2006/main">
            <a:off x="8970263" y="3555850"/>
            <a:ext cx="91441" cy="1038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584CF007-AE90-4396-8752-70A29EC621D6}"/>
              </a:ext>
            </a:extLst>
          </p:cNvPr>
          <p:cNvSpPr>
            <a:spLocks xmlns:a="http://schemas.openxmlformats.org/drawingml/2006/main" noGrp="1"/>
          </p:cNvSpPr>
          <p:nvPr/>
        </p:nvSpPr>
        <p:spPr>
          <a:xfrm xmlns:a="http://schemas.openxmlformats.org/drawingml/2006/main">
            <a:off x="9061704" y="3659720"/>
            <a:ext cx="91440" cy="98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412289A7-A113-4957-BA94-49024041F591}"/>
              </a:ext>
            </a:extLst>
          </p:cNvPr>
          <p:cNvSpPr>
            <a:spLocks xmlns:a="http://schemas.openxmlformats.org/drawingml/2006/main" noGrp="1"/>
          </p:cNvSpPr>
          <p:nvPr/>
        </p:nvSpPr>
        <p:spPr>
          <a:xfrm xmlns:a="http://schemas.openxmlformats.org/drawingml/2006/main">
            <a:off x="9153144" y="3758538"/>
            <a:ext cx="91440" cy="925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91150EB-3E2F-4B6C-A710-33F628CAA856}"/>
              </a:ext>
            </a:extLst>
          </p:cNvPr>
          <p:cNvSpPr>
            <a:spLocks xmlns:a="http://schemas.openxmlformats.org/drawingml/2006/main" noGrp="1"/>
          </p:cNvSpPr>
          <p:nvPr/>
        </p:nvSpPr>
        <p:spPr>
          <a:xfrm xmlns:a="http://schemas.openxmlformats.org/drawingml/2006/main">
            <a:off x="9244584" y="3851043"/>
            <a:ext cx="91440" cy="850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A0F13D22-434C-4DE1-BF7B-1A15F113FACD}"/>
              </a:ext>
            </a:extLst>
          </p:cNvPr>
          <p:cNvSpPr>
            <a:spLocks xmlns:a="http://schemas.openxmlformats.org/drawingml/2006/main" noGrp="1"/>
          </p:cNvSpPr>
          <p:nvPr/>
        </p:nvSpPr>
        <p:spPr>
          <a:xfrm xmlns:a="http://schemas.openxmlformats.org/drawingml/2006/main">
            <a:off x="9336024" y="3936052"/>
            <a:ext cx="91439" cy="7642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CB470A27-0771-4034-96A3-A2ACFFC7CA5D}"/>
              </a:ext>
            </a:extLst>
          </p:cNvPr>
          <p:cNvSpPr>
            <a:spLocks xmlns:a="http://schemas.openxmlformats.org/drawingml/2006/main" noGrp="1"/>
          </p:cNvSpPr>
          <p:nvPr/>
        </p:nvSpPr>
        <p:spPr>
          <a:xfrm xmlns:a="http://schemas.openxmlformats.org/drawingml/2006/main">
            <a:off x="9427463" y="4012479"/>
            <a:ext cx="91441" cy="668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31B6A22C-A747-492D-96E3-028C9DD5F2C4}"/>
              </a:ext>
            </a:extLst>
          </p:cNvPr>
          <p:cNvSpPr>
            <a:spLocks xmlns:a="http://schemas.openxmlformats.org/drawingml/2006/main" noGrp="1"/>
          </p:cNvSpPr>
          <p:nvPr/>
        </p:nvSpPr>
        <p:spPr>
          <a:xfrm xmlns:a="http://schemas.openxmlformats.org/drawingml/2006/main">
            <a:off x="9518904" y="4079348"/>
            <a:ext cx="91440" cy="564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3AFED2C-1696-48EF-A8CA-AFF44BA7E640}"/>
              </a:ext>
            </a:extLst>
          </p:cNvPr>
          <p:cNvSpPr>
            <a:spLocks xmlns:a="http://schemas.openxmlformats.org/drawingml/2006/main" noGrp="1"/>
          </p:cNvSpPr>
          <p:nvPr/>
        </p:nvSpPr>
        <p:spPr>
          <a:xfrm xmlns:a="http://schemas.openxmlformats.org/drawingml/2006/main">
            <a:off x="9610344" y="4135804"/>
            <a:ext cx="91440" cy="4532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96D60F63-6F52-4F26-B2C3-326AFB369EF5}"/>
              </a:ext>
            </a:extLst>
          </p:cNvPr>
          <p:cNvSpPr>
            <a:spLocks xmlns:a="http://schemas.openxmlformats.org/drawingml/2006/main" noGrp="1"/>
          </p:cNvSpPr>
          <p:nvPr/>
        </p:nvSpPr>
        <p:spPr>
          <a:xfrm xmlns:a="http://schemas.openxmlformats.org/drawingml/2006/main">
            <a:off x="9701784" y="4181125"/>
            <a:ext cx="91440" cy="336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E1262B51-DA91-4C1F-93B6-3B7EFE9E2E1B}"/>
              </a:ext>
            </a:extLst>
          </p:cNvPr>
          <p:cNvSpPr>
            <a:spLocks xmlns:a="http://schemas.openxmlformats.org/drawingml/2006/main" noGrp="1"/>
          </p:cNvSpPr>
          <p:nvPr/>
        </p:nvSpPr>
        <p:spPr>
          <a:xfrm xmlns:a="http://schemas.openxmlformats.org/drawingml/2006/main">
            <a:off x="9793224" y="4214734"/>
            <a:ext cx="91439" cy="214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47C706F-F396-4BBF-A9E6-5B4B4089716C}"/>
              </a:ext>
            </a:extLst>
          </p:cNvPr>
          <p:cNvSpPr>
            <a:spLocks xmlns:a="http://schemas.openxmlformats.org/drawingml/2006/main" noGrp="1"/>
          </p:cNvSpPr>
          <p:nvPr/>
        </p:nvSpPr>
        <p:spPr>
          <a:xfrm xmlns:a="http://schemas.openxmlformats.org/drawingml/2006/main">
            <a:off x="9884663" y="4236200"/>
            <a:ext cx="91441" cy="90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F057A7C-EEB0-4BF9-AE36-3925039263DC}"/>
              </a:ext>
            </a:extLst>
          </p:cNvPr>
          <p:cNvSpPr>
            <a:spLocks xmlns:a="http://schemas.openxmlformats.org/drawingml/2006/main" noGrp="1"/>
          </p:cNvSpPr>
          <p:nvPr/>
        </p:nvSpPr>
        <p:spPr>
          <a:xfrm xmlns:a="http://schemas.openxmlformats.org/drawingml/2006/main" flipV="1">
            <a:off x="9976104" y="4241765"/>
            <a:ext cx="91440" cy="34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2EE55EB6-F628-45BE-BE3E-F46E7E7EEF4B}"/>
              </a:ext>
            </a:extLst>
          </p:cNvPr>
          <p:cNvSpPr>
            <a:spLocks xmlns:a="http://schemas.openxmlformats.org/drawingml/2006/main" noGrp="1"/>
          </p:cNvSpPr>
          <p:nvPr/>
        </p:nvSpPr>
        <p:spPr>
          <a:xfrm xmlns:a="http://schemas.openxmlformats.org/drawingml/2006/main" flipV="1">
            <a:off x="10067544" y="4225793"/>
            <a:ext cx="91440" cy="159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DDE1BFF9-3CFE-4C04-8705-EAEF9BC859F8}"/>
              </a:ext>
            </a:extLst>
          </p:cNvPr>
          <p:cNvSpPr>
            <a:spLocks xmlns:a="http://schemas.openxmlformats.org/drawingml/2006/main" noGrp="1"/>
          </p:cNvSpPr>
          <p:nvPr/>
        </p:nvSpPr>
        <p:spPr>
          <a:xfrm xmlns:a="http://schemas.openxmlformats.org/drawingml/2006/main" flipV="1">
            <a:off x="10158984" y="4197538"/>
            <a:ext cx="91440" cy="282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1E5F009F-536B-444E-AB24-1A0484849568}"/>
              </a:ext>
            </a:extLst>
          </p:cNvPr>
          <p:cNvSpPr>
            <a:spLocks xmlns:a="http://schemas.openxmlformats.org/drawingml/2006/main" noGrp="1"/>
          </p:cNvSpPr>
          <p:nvPr/>
        </p:nvSpPr>
        <p:spPr>
          <a:xfrm xmlns:a="http://schemas.openxmlformats.org/drawingml/2006/main">
            <a:off x="1045159" y="32031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B8E1C4A8-2B96-48DA-BF33-E33138C630F2}"/>
              </a:ext>
            </a:extLst>
          </p:cNvPr>
          <p:cNvSpPr>
            <a:spLocks xmlns:a="http://schemas.openxmlformats.org/drawingml/2006/main" noGrp="1"/>
          </p:cNvSpPr>
          <p:nvPr/>
        </p:nvSpPr>
        <p:spPr>
          <a:xfrm xmlns:a="http://schemas.openxmlformats.org/drawingml/2006/main">
            <a:off x="1748543" y="245323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5D9D231F-861B-4C71-B5EC-752C25BEE933}"/>
              </a:ext>
            </a:extLst>
          </p:cNvPr>
          <p:cNvSpPr>
            <a:spLocks xmlns:a="http://schemas.openxmlformats.org/drawingml/2006/main" noGrp="1"/>
          </p:cNvSpPr>
          <p:nvPr/>
        </p:nvSpPr>
        <p:spPr>
          <a:xfrm xmlns:a="http://schemas.openxmlformats.org/drawingml/2006/main">
            <a:off x="2451928" y="223599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607E7285-4DA9-477F-ACAE-80479BA7140E}"/>
              </a:ext>
            </a:extLst>
          </p:cNvPr>
          <p:cNvSpPr>
            <a:spLocks xmlns:a="http://schemas.openxmlformats.org/drawingml/2006/main" noGrp="1"/>
          </p:cNvSpPr>
          <p:nvPr/>
        </p:nvSpPr>
        <p:spPr>
          <a:xfrm xmlns:a="http://schemas.openxmlformats.org/drawingml/2006/main">
            <a:off x="3155313" y="270573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A19FA22-516B-4254-84E3-40CAE40A2F2B}"/>
              </a:ext>
            </a:extLst>
          </p:cNvPr>
          <p:cNvSpPr>
            <a:spLocks xmlns:a="http://schemas.openxmlformats.org/drawingml/2006/main" noGrp="1"/>
          </p:cNvSpPr>
          <p:nvPr/>
        </p:nvSpPr>
        <p:spPr>
          <a:xfrm xmlns:a="http://schemas.openxmlformats.org/drawingml/2006/main">
            <a:off x="3858697" y="352879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1F1304AE-E056-4B3E-9227-935988F0D5BC}"/>
              </a:ext>
            </a:extLst>
          </p:cNvPr>
          <p:cNvSpPr>
            <a:spLocks xmlns:a="http://schemas.openxmlformats.org/drawingml/2006/main" noGrp="1"/>
          </p:cNvSpPr>
          <p:nvPr/>
        </p:nvSpPr>
        <p:spPr>
          <a:xfrm xmlns:a="http://schemas.openxmlformats.org/drawingml/2006/main">
            <a:off x="4562082" y="412053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87C3E305-7A4D-4C03-9161-D3F15D8D30C0}"/>
              </a:ext>
            </a:extLst>
          </p:cNvPr>
          <p:cNvSpPr>
            <a:spLocks xmlns:a="http://schemas.openxmlformats.org/drawingml/2006/main" noGrp="1"/>
          </p:cNvSpPr>
          <p:nvPr/>
        </p:nvSpPr>
        <p:spPr>
          <a:xfrm xmlns:a="http://schemas.openxmlformats.org/drawingml/2006/main">
            <a:off x="5265466" y="406063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F4053CDC-FE95-4C65-9B40-07741C7BE4CE}"/>
              </a:ext>
            </a:extLst>
          </p:cNvPr>
          <p:cNvSpPr>
            <a:spLocks xmlns:a="http://schemas.openxmlformats.org/drawingml/2006/main" noGrp="1"/>
          </p:cNvSpPr>
          <p:nvPr/>
        </p:nvSpPr>
        <p:spPr>
          <a:xfrm xmlns:a="http://schemas.openxmlformats.org/drawingml/2006/main">
            <a:off x="5968851" y="33916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29EB20A2-0AC2-44F0-A285-776814BB4F58}"/>
              </a:ext>
            </a:extLst>
          </p:cNvPr>
          <p:cNvSpPr>
            <a:spLocks xmlns:a="http://schemas.openxmlformats.org/drawingml/2006/main" noGrp="1"/>
          </p:cNvSpPr>
          <p:nvPr/>
        </p:nvSpPr>
        <p:spPr>
          <a:xfrm xmlns:a="http://schemas.openxmlformats.org/drawingml/2006/main">
            <a:off x="6672236" y="25887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F378AE4F-1F81-4415-87F5-1A8D188FA8C4}"/>
              </a:ext>
            </a:extLst>
          </p:cNvPr>
          <p:cNvSpPr>
            <a:spLocks xmlns:a="http://schemas.openxmlformats.org/drawingml/2006/main" noGrp="1"/>
          </p:cNvSpPr>
          <p:nvPr/>
        </p:nvSpPr>
        <p:spPr>
          <a:xfrm xmlns:a="http://schemas.openxmlformats.org/drawingml/2006/main">
            <a:off x="7375620" y="222227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20C962B-D5C6-4EE8-A7E8-FA8558124BF4}"/>
              </a:ext>
            </a:extLst>
          </p:cNvPr>
          <p:cNvSpPr>
            <a:spLocks xmlns:a="http://schemas.openxmlformats.org/drawingml/2006/main" noGrp="1"/>
          </p:cNvSpPr>
          <p:nvPr/>
        </p:nvSpPr>
        <p:spPr>
          <a:xfrm xmlns:a="http://schemas.openxmlformats.org/drawingml/2006/main">
            <a:off x="8079005" y="255251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Oval 119">
            <a:extLst xmlns:a="http://schemas.openxmlformats.org/drawingml/2006/main">
              <a:ext uri="{FF2B5EF4-FFF2-40B4-BE49-F238E27FC236}">
                <a16:creationId xmlns:a16="http://schemas.microsoft.com/office/drawing/2014/main" id="{7C744F23-8178-4E43-AE2F-CFEEF340BD3C}"/>
              </a:ext>
            </a:extLst>
          </p:cNvPr>
          <p:cNvSpPr>
            <a:spLocks xmlns:a="http://schemas.openxmlformats.org/drawingml/2006/main" noGrp="1"/>
          </p:cNvSpPr>
          <p:nvPr/>
        </p:nvSpPr>
        <p:spPr>
          <a:xfrm xmlns:a="http://schemas.openxmlformats.org/drawingml/2006/main">
            <a:off x="8782389" y="334490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Oval 120">
            <a:extLst xmlns:a="http://schemas.openxmlformats.org/drawingml/2006/main">
              <a:ext uri="{FF2B5EF4-FFF2-40B4-BE49-F238E27FC236}">
                <a16:creationId xmlns:a16="http://schemas.microsoft.com/office/drawing/2014/main" id="{32DEEF72-48F8-4962-9470-1987ABAD973E}"/>
              </a:ext>
            </a:extLst>
          </p:cNvPr>
          <p:cNvSpPr>
            <a:spLocks xmlns:a="http://schemas.openxmlformats.org/drawingml/2006/main" noGrp="1"/>
          </p:cNvSpPr>
          <p:nvPr/>
        </p:nvSpPr>
        <p:spPr>
          <a:xfrm xmlns:a="http://schemas.openxmlformats.org/drawingml/2006/main">
            <a:off x="9485774" y="403659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Connector 121">
            <a:extLst xmlns:a="http://schemas.openxmlformats.org/drawingml/2006/main">
              <a:ext uri="{FF2B5EF4-FFF2-40B4-BE49-F238E27FC236}">
                <a16:creationId xmlns:a16="http://schemas.microsoft.com/office/drawing/2014/main" id="{96D407DE-E822-4C77-86A4-AC12EA773D89}"/>
              </a:ext>
            </a:extLst>
          </p:cNvPr>
          <p:cNvSpPr>
            <a:spLocks xmlns:a="http://schemas.openxmlformats.org/drawingml/2006/main" noGrp="1"/>
          </p:cNvSpPr>
          <p:nvPr/>
        </p:nvSpPr>
        <p:spPr>
          <a:xfrm xmlns:a="http://schemas.openxmlformats.org/drawingml/2006/main">
            <a:off x="4023360" y="4754880"/>
            <a:ext cx="3200400" cy="0"/>
          </a:xfrm>
          <a:prstGeom xmlns:a="http://schemas.openxmlformats.org/drawingml/2006/main" prst="line">
            <a:avLst/>
          </a:prstGeom>
          <a:ln xmlns:a="http://schemas.openxmlformats.org/drawingml/2006/main" w="508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TextBox 122">
            <a:extLst xmlns:a="http://schemas.openxmlformats.org/drawingml/2006/main">
              <a:ext uri="{FF2B5EF4-FFF2-40B4-BE49-F238E27FC236}">
                <a16:creationId xmlns:a16="http://schemas.microsoft.com/office/drawing/2014/main" id="{0D90EF4A-3FBE-4EBF-A44B-A174868688E2}"/>
              </a:ext>
            </a:extLst>
          </p:cNvPr>
          <p:cNvSpPr>
            <a:spLocks xmlns:a="http://schemas.openxmlformats.org/drawingml/2006/main" noGrp="1"/>
          </p:cNvSpPr>
          <p:nvPr/>
        </p:nvSpPr>
        <p:spPr>
          <a:xfrm xmlns:a="http://schemas.openxmlformats.org/drawingml/2006/main">
            <a:off x="3657600" y="5038344"/>
            <a:ext cx="420624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采样率：时间方向</a:t>
            </a:r>
          </a:p>
        </p:txBody>
      </p:sp>
      <p:sp>
        <p:nvSpPr>
          <p:cNvPr id="124" name="Connector 123">
            <a:extLst xmlns:a="http://schemas.openxmlformats.org/drawingml/2006/main">
              <a:ext uri="{FF2B5EF4-FFF2-40B4-BE49-F238E27FC236}">
                <a16:creationId xmlns:a16="http://schemas.microsoft.com/office/drawing/2014/main" id="{B2095CDB-8172-4434-8096-D60ACAEF5ECB}"/>
              </a:ext>
            </a:extLst>
          </p:cNvPr>
          <p:cNvSpPr>
            <a:spLocks xmlns:a="http://schemas.openxmlformats.org/drawingml/2006/main" noGrp="1"/>
          </p:cNvSpPr>
          <p:nvPr/>
        </p:nvSpPr>
        <p:spPr>
          <a:xfrm xmlns:a="http://schemas.openxmlformats.org/drawingml/2006/main">
            <a:off x="10625328" y="2103120"/>
            <a:ext cx="0" cy="2395728"/>
          </a:xfrm>
          <a:prstGeom xmlns:a="http://schemas.openxmlformats.org/drawingml/2006/main" prst="line">
            <a:avLst/>
          </a:prstGeom>
          <a:ln xmlns:a="http://schemas.openxmlformats.org/drawingml/2006/main" w="508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TextBox 124">
            <a:extLst xmlns:a="http://schemas.openxmlformats.org/drawingml/2006/main">
              <a:ext uri="{FF2B5EF4-FFF2-40B4-BE49-F238E27FC236}">
                <a16:creationId xmlns:a16="http://schemas.microsoft.com/office/drawing/2014/main" id="{3352C22E-77C8-417C-AA1B-9C3850FAA908}"/>
              </a:ext>
            </a:extLst>
          </p:cNvPr>
          <p:cNvSpPr>
            <a:spLocks xmlns:a="http://schemas.openxmlformats.org/drawingml/2006/main" noGrp="1"/>
          </p:cNvSpPr>
          <p:nvPr/>
        </p:nvSpPr>
        <p:spPr>
          <a:xfrm xmlns:a="http://schemas.openxmlformats.org/drawingml/2006/main">
            <a:off x="8905875" y="1952625"/>
            <a:ext cx="2047875"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量化位数</a:t>
            </a:r>
          </a:p>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幅度方向</a:t>
            </a:r>
          </a:p>
        </p:txBody>
      </p:sp>
      <p:sp>
        <p:nvSpPr>
          <p:cNvPr id="7" name="TextBox 6">
            <a:extLst xmlns:a="http://schemas.openxmlformats.org/drawingml/2006/main">
              <a:ext uri="{FF2B5EF4-FFF2-40B4-BE49-F238E27FC236}">
                <a16:creationId xmlns:a16="http://schemas.microsoft.com/office/drawing/2014/main" id="{97C036AB-A39E-4FF1-91E9-D9638F1C0489}"/>
              </a:ext>
            </a:extLst>
          </p:cNvPr>
          <p:cNvSpPr>
            <a:spLocks xmlns:a="http://schemas.openxmlformats.org/drawingml/2006/main" noGrp="1"/>
          </p:cNvSpPr>
          <p:nvPr/>
        </p:nvSpPr>
        <p:spPr>
          <a:xfrm xmlns:a="http://schemas.openxmlformats.org/drawingml/2006/main">
            <a:off x="1088136" y="1645920"/>
            <a:ext cx="12801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E7F5666-6D94-4535-99E3-5A9B3EFC0746}"/>
              </a:ext>
            </a:extLst>
          </p:cNvPr>
          <p:cNvSpPr>
            <a:spLocks xmlns:a="http://schemas.openxmlformats.org/drawingml/2006/main" noGrp="1"/>
          </p:cNvSpPr>
          <p:nvPr/>
        </p:nvSpPr>
        <p:spPr>
          <a:xfrm xmlns:a="http://schemas.openxmlformats.org/drawingml/2006/main">
            <a:off x="9429750" y="4524375"/>
            <a:ext cx="10477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78443256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05A3CFC-9B9C-4550-BA25-FBA32DA615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683CB9A-A8B0-4622-92D5-04AD713E93A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4A37115-587D-4414-8447-8151B9954F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演示C：3bit变4bit，样本点会变多吗？</a:t>
            </a:r>
          </a:p>
        </p:txBody>
      </p:sp>
      <p:sp>
        <p:nvSpPr>
          <p:cNvPr id="5" name="TextBox 4">
            <a:extLst xmlns:a="http://schemas.openxmlformats.org/drawingml/2006/main">
              <a:ext uri="{FF2B5EF4-FFF2-40B4-BE49-F238E27FC236}">
                <a16:creationId xmlns:a16="http://schemas.microsoft.com/office/drawing/2014/main" id="{4033E783-5F82-49EC-A416-65D994864FFA}"/>
              </a:ext>
            </a:extLst>
          </p:cNvPr>
          <p:cNvSpPr>
            <a:spLocks xmlns:a="http://schemas.openxmlformats.org/drawingml/2006/main" noGrp="1"/>
          </p:cNvSpPr>
          <p:nvPr/>
        </p:nvSpPr>
        <p:spPr>
          <a:xfrm xmlns:a="http://schemas.openxmlformats.org/drawingml/2006/main">
            <a:off x="832104" y="1536192"/>
            <a:ext cx="10424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保持采样时刻不变，只改变量化位数。</a:t>
            </a:r>
          </a:p>
        </p:txBody>
      </p:sp>
      <p:sp>
        <p:nvSpPr>
          <p:cNvPr id="6" name="TextBox 5">
            <a:extLst xmlns:a="http://schemas.openxmlformats.org/drawingml/2006/main">
              <a:ext uri="{FF2B5EF4-FFF2-40B4-BE49-F238E27FC236}">
                <a16:creationId xmlns:a16="http://schemas.microsoft.com/office/drawing/2014/main" id="{14431B9A-70FF-4CD5-8F78-8E0756BB399F}"/>
              </a:ext>
            </a:extLst>
          </p:cNvPr>
          <p:cNvSpPr>
            <a:spLocks xmlns:a="http://schemas.openxmlformats.org/drawingml/2006/main" noGrp="1"/>
          </p:cNvSpPr>
          <p:nvPr/>
        </p:nvSpPr>
        <p:spPr>
          <a:xfrm xmlns:a="http://schemas.openxmlformats.org/drawingml/2006/main">
            <a:off x="832104" y="2578608"/>
            <a:ext cx="27432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bit：8个等级</a:t>
            </a:r>
          </a:p>
        </p:txBody>
      </p:sp>
      <p:sp>
        <p:nvSpPr>
          <p:cNvPr id="7" name="Connector 6">
            <a:extLst xmlns:a="http://schemas.openxmlformats.org/drawingml/2006/main">
              <a:ext uri="{FF2B5EF4-FFF2-40B4-BE49-F238E27FC236}">
                <a16:creationId xmlns:a16="http://schemas.microsoft.com/office/drawing/2014/main" id="{B064B5EC-F9E4-4F6D-BD48-782550048933}"/>
              </a:ext>
            </a:extLst>
          </p:cNvPr>
          <p:cNvSpPr>
            <a:spLocks xmlns:a="http://schemas.openxmlformats.org/drawingml/2006/main" noGrp="1"/>
          </p:cNvSpPr>
          <p:nvPr/>
        </p:nvSpPr>
        <p:spPr>
          <a:xfrm xmlns:a="http://schemas.openxmlformats.org/drawingml/2006/main">
            <a:off x="3877056" y="2258568"/>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AD5AD4F6-032E-4923-882A-AA5B69BBB975}"/>
              </a:ext>
            </a:extLst>
          </p:cNvPr>
          <p:cNvSpPr>
            <a:spLocks xmlns:a="http://schemas.openxmlformats.org/drawingml/2006/main" noGrp="1"/>
          </p:cNvSpPr>
          <p:nvPr/>
        </p:nvSpPr>
        <p:spPr>
          <a:xfrm xmlns:a="http://schemas.openxmlformats.org/drawingml/2006/main">
            <a:off x="3877056" y="245320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E0A721D0-54EC-4E93-908B-48B201F52BB2}"/>
              </a:ext>
            </a:extLst>
          </p:cNvPr>
          <p:cNvSpPr>
            <a:spLocks xmlns:a="http://schemas.openxmlformats.org/drawingml/2006/main" noGrp="1"/>
          </p:cNvSpPr>
          <p:nvPr/>
        </p:nvSpPr>
        <p:spPr>
          <a:xfrm xmlns:a="http://schemas.openxmlformats.org/drawingml/2006/main">
            <a:off x="3877056" y="2647841"/>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B2450553-D209-4947-AD3D-569F0ACBBC6B}"/>
              </a:ext>
            </a:extLst>
          </p:cNvPr>
          <p:cNvSpPr>
            <a:spLocks xmlns:a="http://schemas.openxmlformats.org/drawingml/2006/main" noGrp="1"/>
          </p:cNvSpPr>
          <p:nvPr/>
        </p:nvSpPr>
        <p:spPr>
          <a:xfrm xmlns:a="http://schemas.openxmlformats.org/drawingml/2006/main">
            <a:off x="3877056" y="2842477"/>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F7790585-DB88-4458-B28B-1040B0909191}"/>
              </a:ext>
            </a:extLst>
          </p:cNvPr>
          <p:cNvSpPr>
            <a:spLocks xmlns:a="http://schemas.openxmlformats.org/drawingml/2006/main" noGrp="1"/>
          </p:cNvSpPr>
          <p:nvPr/>
        </p:nvSpPr>
        <p:spPr>
          <a:xfrm xmlns:a="http://schemas.openxmlformats.org/drawingml/2006/main">
            <a:off x="3877056" y="303711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B99F21E-5F98-4F15-991D-4DEB4046BCA8}"/>
              </a:ext>
            </a:extLst>
          </p:cNvPr>
          <p:cNvSpPr>
            <a:spLocks xmlns:a="http://schemas.openxmlformats.org/drawingml/2006/main" noGrp="1"/>
          </p:cNvSpPr>
          <p:nvPr/>
        </p:nvSpPr>
        <p:spPr>
          <a:xfrm xmlns:a="http://schemas.openxmlformats.org/drawingml/2006/main">
            <a:off x="3877056" y="3231750"/>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ED4D38A5-F7AC-4654-AEAA-5EC837D0ACAC}"/>
              </a:ext>
            </a:extLst>
          </p:cNvPr>
          <p:cNvSpPr>
            <a:spLocks xmlns:a="http://schemas.openxmlformats.org/drawingml/2006/main" noGrp="1"/>
          </p:cNvSpPr>
          <p:nvPr/>
        </p:nvSpPr>
        <p:spPr>
          <a:xfrm xmlns:a="http://schemas.openxmlformats.org/drawingml/2006/main">
            <a:off x="3877056" y="3426387"/>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584F1A0-DD5F-43D7-ABBD-F2A05AC3F746}"/>
              </a:ext>
            </a:extLst>
          </p:cNvPr>
          <p:cNvSpPr>
            <a:spLocks xmlns:a="http://schemas.openxmlformats.org/drawingml/2006/main" noGrp="1"/>
          </p:cNvSpPr>
          <p:nvPr/>
        </p:nvSpPr>
        <p:spPr>
          <a:xfrm xmlns:a="http://schemas.openxmlformats.org/drawingml/2006/main">
            <a:off x="3877056" y="362102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Oval 14">
            <a:extLst xmlns:a="http://schemas.openxmlformats.org/drawingml/2006/main">
              <a:ext uri="{FF2B5EF4-FFF2-40B4-BE49-F238E27FC236}">
                <a16:creationId xmlns:a16="http://schemas.microsoft.com/office/drawing/2014/main" id="{568F6206-7986-418F-A52C-D4BF5549DE45}"/>
              </a:ext>
            </a:extLst>
          </p:cNvPr>
          <p:cNvSpPr>
            <a:spLocks xmlns:a="http://schemas.openxmlformats.org/drawingml/2006/main" noGrp="1"/>
          </p:cNvSpPr>
          <p:nvPr/>
        </p:nvSpPr>
        <p:spPr>
          <a:xfrm xmlns:a="http://schemas.openxmlformats.org/drawingml/2006/main">
            <a:off x="3823106" y="275727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0BF4CC41-097E-4C01-B5E2-E1B667CAFEB6}"/>
              </a:ext>
            </a:extLst>
          </p:cNvPr>
          <p:cNvSpPr>
            <a:spLocks xmlns:a="http://schemas.openxmlformats.org/drawingml/2006/main" noGrp="1"/>
          </p:cNvSpPr>
          <p:nvPr/>
        </p:nvSpPr>
        <p:spPr>
          <a:xfrm xmlns:a="http://schemas.openxmlformats.org/drawingml/2006/main">
            <a:off x="4723790" y="252058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01A911DB-D150-4DE2-9385-39D3730E4D84}"/>
              </a:ext>
            </a:extLst>
          </p:cNvPr>
          <p:cNvSpPr>
            <a:spLocks xmlns:a="http://schemas.openxmlformats.org/drawingml/2006/main" noGrp="1"/>
          </p:cNvSpPr>
          <p:nvPr/>
        </p:nvSpPr>
        <p:spPr>
          <a:xfrm xmlns:a="http://schemas.openxmlformats.org/drawingml/2006/main">
            <a:off x="5624474" y="2497858"/>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6A9DD271-0568-4F80-9039-928CF2BE9B8F}"/>
              </a:ext>
            </a:extLst>
          </p:cNvPr>
          <p:cNvSpPr>
            <a:spLocks xmlns:a="http://schemas.openxmlformats.org/drawingml/2006/main" noGrp="1"/>
          </p:cNvSpPr>
          <p:nvPr/>
        </p:nvSpPr>
        <p:spPr>
          <a:xfrm xmlns:a="http://schemas.openxmlformats.org/drawingml/2006/main">
            <a:off x="6525158" y="2702414"/>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Oval 18">
            <a:extLst xmlns:a="http://schemas.openxmlformats.org/drawingml/2006/main">
              <a:ext uri="{FF2B5EF4-FFF2-40B4-BE49-F238E27FC236}">
                <a16:creationId xmlns:a16="http://schemas.microsoft.com/office/drawing/2014/main" id="{52A3F657-CEDC-4A75-9A98-0F10FF225339}"/>
              </a:ext>
            </a:extLst>
          </p:cNvPr>
          <p:cNvSpPr>
            <a:spLocks xmlns:a="http://schemas.openxmlformats.org/drawingml/2006/main" noGrp="1"/>
          </p:cNvSpPr>
          <p:nvPr/>
        </p:nvSpPr>
        <p:spPr>
          <a:xfrm xmlns:a="http://schemas.openxmlformats.org/drawingml/2006/main">
            <a:off x="7425842" y="301442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Oval 19">
            <a:extLst xmlns:a="http://schemas.openxmlformats.org/drawingml/2006/main">
              <a:ext uri="{FF2B5EF4-FFF2-40B4-BE49-F238E27FC236}">
                <a16:creationId xmlns:a16="http://schemas.microsoft.com/office/drawing/2014/main" id="{4235D49D-3820-4D80-A7BC-E07F9A6BFDAD}"/>
              </a:ext>
            </a:extLst>
          </p:cNvPr>
          <p:cNvSpPr>
            <a:spLocks xmlns:a="http://schemas.openxmlformats.org/drawingml/2006/main" noGrp="1"/>
          </p:cNvSpPr>
          <p:nvPr/>
        </p:nvSpPr>
        <p:spPr>
          <a:xfrm xmlns:a="http://schemas.openxmlformats.org/drawingml/2006/main">
            <a:off x="8326526" y="325111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F957CD79-D71E-4EC2-8FDD-D13487B53BBC}"/>
              </a:ext>
            </a:extLst>
          </p:cNvPr>
          <p:cNvSpPr>
            <a:spLocks xmlns:a="http://schemas.openxmlformats.org/drawingml/2006/main" noGrp="1"/>
          </p:cNvSpPr>
          <p:nvPr/>
        </p:nvSpPr>
        <p:spPr>
          <a:xfrm xmlns:a="http://schemas.openxmlformats.org/drawingml/2006/main">
            <a:off x="9227210" y="327383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Oval 21">
            <a:extLst xmlns:a="http://schemas.openxmlformats.org/drawingml/2006/main">
              <a:ext uri="{FF2B5EF4-FFF2-40B4-BE49-F238E27FC236}">
                <a16:creationId xmlns:a16="http://schemas.microsoft.com/office/drawing/2014/main" id="{D82709CA-E1D2-4B09-97E2-ECAC55FEAFA6}"/>
              </a:ext>
            </a:extLst>
          </p:cNvPr>
          <p:cNvSpPr>
            <a:spLocks xmlns:a="http://schemas.openxmlformats.org/drawingml/2006/main" noGrp="1"/>
          </p:cNvSpPr>
          <p:nvPr/>
        </p:nvSpPr>
        <p:spPr>
          <a:xfrm xmlns:a="http://schemas.openxmlformats.org/drawingml/2006/main">
            <a:off x="10127894" y="3069278"/>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DF751EC9-C8A3-4EAB-836A-A5A8E0CD3FBE}"/>
              </a:ext>
            </a:extLst>
          </p:cNvPr>
          <p:cNvSpPr>
            <a:spLocks xmlns:a="http://schemas.openxmlformats.org/drawingml/2006/main" noGrp="1"/>
          </p:cNvSpPr>
          <p:nvPr/>
        </p:nvSpPr>
        <p:spPr>
          <a:xfrm xmlns:a="http://schemas.openxmlformats.org/drawingml/2006/main">
            <a:off x="11028578" y="275727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B04B7ED5-67AC-494C-B206-F251E138FDDA}"/>
              </a:ext>
            </a:extLst>
          </p:cNvPr>
          <p:cNvSpPr>
            <a:spLocks xmlns:a="http://schemas.openxmlformats.org/drawingml/2006/main" noGrp="1"/>
          </p:cNvSpPr>
          <p:nvPr/>
        </p:nvSpPr>
        <p:spPr>
          <a:xfrm xmlns:a="http://schemas.openxmlformats.org/drawingml/2006/main">
            <a:off x="832104" y="4343400"/>
            <a:ext cx="27432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4 bit：16个等级</a:t>
            </a:r>
          </a:p>
        </p:txBody>
      </p:sp>
      <p:sp>
        <p:nvSpPr>
          <p:cNvPr id="25" name="Connector 24">
            <a:extLst xmlns:a="http://schemas.openxmlformats.org/drawingml/2006/main">
              <a:ext uri="{FF2B5EF4-FFF2-40B4-BE49-F238E27FC236}">
                <a16:creationId xmlns:a16="http://schemas.microsoft.com/office/drawing/2014/main" id="{ED72129B-3D20-49DA-9E4F-790B8E5CEB1C}"/>
              </a:ext>
            </a:extLst>
          </p:cNvPr>
          <p:cNvSpPr>
            <a:spLocks xmlns:a="http://schemas.openxmlformats.org/drawingml/2006/main" noGrp="1"/>
          </p:cNvSpPr>
          <p:nvPr/>
        </p:nvSpPr>
        <p:spPr>
          <a:xfrm xmlns:a="http://schemas.openxmlformats.org/drawingml/2006/main">
            <a:off x="3877056" y="402336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91422562-C7B2-43B1-AF0B-AE9CF11562AF}"/>
              </a:ext>
            </a:extLst>
          </p:cNvPr>
          <p:cNvSpPr>
            <a:spLocks xmlns:a="http://schemas.openxmlformats.org/drawingml/2006/main" noGrp="1"/>
          </p:cNvSpPr>
          <p:nvPr/>
        </p:nvSpPr>
        <p:spPr>
          <a:xfrm xmlns:a="http://schemas.openxmlformats.org/drawingml/2006/main">
            <a:off x="3877056" y="411419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42A130B-4B82-4BC3-92FA-76467628BBA7}"/>
              </a:ext>
            </a:extLst>
          </p:cNvPr>
          <p:cNvSpPr>
            <a:spLocks xmlns:a="http://schemas.openxmlformats.org/drawingml/2006/main" noGrp="1"/>
          </p:cNvSpPr>
          <p:nvPr/>
        </p:nvSpPr>
        <p:spPr>
          <a:xfrm xmlns:a="http://schemas.openxmlformats.org/drawingml/2006/main">
            <a:off x="3877056" y="420502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F030A853-457E-4C1F-A2D6-9350A8F6181A}"/>
              </a:ext>
            </a:extLst>
          </p:cNvPr>
          <p:cNvSpPr>
            <a:spLocks xmlns:a="http://schemas.openxmlformats.org/drawingml/2006/main" noGrp="1"/>
          </p:cNvSpPr>
          <p:nvPr/>
        </p:nvSpPr>
        <p:spPr>
          <a:xfrm xmlns:a="http://schemas.openxmlformats.org/drawingml/2006/main">
            <a:off x="3877056" y="4295851"/>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FDE83FFA-7249-4035-ADEA-214C3F5C9B60}"/>
              </a:ext>
            </a:extLst>
          </p:cNvPr>
          <p:cNvSpPr>
            <a:spLocks xmlns:a="http://schemas.openxmlformats.org/drawingml/2006/main" noGrp="1"/>
          </p:cNvSpPr>
          <p:nvPr/>
        </p:nvSpPr>
        <p:spPr>
          <a:xfrm xmlns:a="http://schemas.openxmlformats.org/drawingml/2006/main">
            <a:off x="3877056" y="4386681"/>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CEF1485A-AE8C-414D-83BE-64945A7EF7F0}"/>
              </a:ext>
            </a:extLst>
          </p:cNvPr>
          <p:cNvSpPr>
            <a:spLocks xmlns:a="http://schemas.openxmlformats.org/drawingml/2006/main" noGrp="1"/>
          </p:cNvSpPr>
          <p:nvPr/>
        </p:nvSpPr>
        <p:spPr>
          <a:xfrm xmlns:a="http://schemas.openxmlformats.org/drawingml/2006/main">
            <a:off x="3877056" y="447751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2ED8EAF0-DA5D-4032-A3EA-403DE0B58A17}"/>
              </a:ext>
            </a:extLst>
          </p:cNvPr>
          <p:cNvSpPr>
            <a:spLocks xmlns:a="http://schemas.openxmlformats.org/drawingml/2006/main" noGrp="1"/>
          </p:cNvSpPr>
          <p:nvPr/>
        </p:nvSpPr>
        <p:spPr>
          <a:xfrm xmlns:a="http://schemas.openxmlformats.org/drawingml/2006/main">
            <a:off x="3877056" y="456834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CCCF827C-B486-453D-9866-70EB1AE62B57}"/>
              </a:ext>
            </a:extLst>
          </p:cNvPr>
          <p:cNvSpPr>
            <a:spLocks xmlns:a="http://schemas.openxmlformats.org/drawingml/2006/main" noGrp="1"/>
          </p:cNvSpPr>
          <p:nvPr/>
        </p:nvSpPr>
        <p:spPr>
          <a:xfrm xmlns:a="http://schemas.openxmlformats.org/drawingml/2006/main">
            <a:off x="3877056" y="465917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1A16BAD7-C11C-48D8-A82E-C7006EE05C86}"/>
              </a:ext>
            </a:extLst>
          </p:cNvPr>
          <p:cNvSpPr>
            <a:spLocks xmlns:a="http://schemas.openxmlformats.org/drawingml/2006/main" noGrp="1"/>
          </p:cNvSpPr>
          <p:nvPr/>
        </p:nvSpPr>
        <p:spPr>
          <a:xfrm xmlns:a="http://schemas.openxmlformats.org/drawingml/2006/main">
            <a:off x="3877056" y="4750003"/>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105C701C-C2DA-45D3-9BA6-D4F21273D72A}"/>
              </a:ext>
            </a:extLst>
          </p:cNvPr>
          <p:cNvSpPr>
            <a:spLocks xmlns:a="http://schemas.openxmlformats.org/drawingml/2006/main" noGrp="1"/>
          </p:cNvSpPr>
          <p:nvPr/>
        </p:nvSpPr>
        <p:spPr>
          <a:xfrm xmlns:a="http://schemas.openxmlformats.org/drawingml/2006/main">
            <a:off x="3877056" y="4840833"/>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B904B4F5-75BA-424E-91FA-089B08F64EC5}"/>
              </a:ext>
            </a:extLst>
          </p:cNvPr>
          <p:cNvSpPr>
            <a:spLocks xmlns:a="http://schemas.openxmlformats.org/drawingml/2006/main" noGrp="1"/>
          </p:cNvSpPr>
          <p:nvPr/>
        </p:nvSpPr>
        <p:spPr>
          <a:xfrm xmlns:a="http://schemas.openxmlformats.org/drawingml/2006/main">
            <a:off x="3877056" y="493166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FE1E2546-3554-4ED1-B366-4B2BB764A163}"/>
              </a:ext>
            </a:extLst>
          </p:cNvPr>
          <p:cNvSpPr>
            <a:spLocks xmlns:a="http://schemas.openxmlformats.org/drawingml/2006/main" noGrp="1"/>
          </p:cNvSpPr>
          <p:nvPr/>
        </p:nvSpPr>
        <p:spPr>
          <a:xfrm xmlns:a="http://schemas.openxmlformats.org/drawingml/2006/main">
            <a:off x="3877056" y="502249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92A71D43-198D-43C4-A1E8-FED5574190A9}"/>
              </a:ext>
            </a:extLst>
          </p:cNvPr>
          <p:cNvSpPr>
            <a:spLocks xmlns:a="http://schemas.openxmlformats.org/drawingml/2006/main" noGrp="1"/>
          </p:cNvSpPr>
          <p:nvPr/>
        </p:nvSpPr>
        <p:spPr>
          <a:xfrm xmlns:a="http://schemas.openxmlformats.org/drawingml/2006/main">
            <a:off x="3877056" y="511332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9B34C3ED-9EAF-4B15-86BA-391EB87EDAC2}"/>
              </a:ext>
            </a:extLst>
          </p:cNvPr>
          <p:cNvSpPr>
            <a:spLocks xmlns:a="http://schemas.openxmlformats.org/drawingml/2006/main" noGrp="1"/>
          </p:cNvSpPr>
          <p:nvPr/>
        </p:nvSpPr>
        <p:spPr>
          <a:xfrm xmlns:a="http://schemas.openxmlformats.org/drawingml/2006/main">
            <a:off x="3877056" y="5204155"/>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E4A018F2-5CC3-465D-B2C0-26D92DF14DC3}"/>
              </a:ext>
            </a:extLst>
          </p:cNvPr>
          <p:cNvSpPr>
            <a:spLocks xmlns:a="http://schemas.openxmlformats.org/drawingml/2006/main" noGrp="1"/>
          </p:cNvSpPr>
          <p:nvPr/>
        </p:nvSpPr>
        <p:spPr>
          <a:xfrm xmlns:a="http://schemas.openxmlformats.org/drawingml/2006/main">
            <a:off x="3877056" y="5294985"/>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53B806C2-F2B2-449B-9C9C-6C69A55400FC}"/>
              </a:ext>
            </a:extLst>
          </p:cNvPr>
          <p:cNvSpPr>
            <a:spLocks xmlns:a="http://schemas.openxmlformats.org/drawingml/2006/main" noGrp="1"/>
          </p:cNvSpPr>
          <p:nvPr/>
        </p:nvSpPr>
        <p:spPr>
          <a:xfrm xmlns:a="http://schemas.openxmlformats.org/drawingml/2006/main">
            <a:off x="3877056" y="5385816"/>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Oval 40">
            <a:extLst xmlns:a="http://schemas.openxmlformats.org/drawingml/2006/main">
              <a:ext uri="{FF2B5EF4-FFF2-40B4-BE49-F238E27FC236}">
                <a16:creationId xmlns:a16="http://schemas.microsoft.com/office/drawing/2014/main" id="{49572943-7CAC-479E-95F8-8C95FE6458C8}"/>
              </a:ext>
            </a:extLst>
          </p:cNvPr>
          <p:cNvSpPr>
            <a:spLocks xmlns:a="http://schemas.openxmlformats.org/drawingml/2006/main" noGrp="1"/>
          </p:cNvSpPr>
          <p:nvPr/>
        </p:nvSpPr>
        <p:spPr>
          <a:xfrm xmlns:a="http://schemas.openxmlformats.org/drawingml/2006/main">
            <a:off x="3823106" y="452206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Oval 41">
            <a:extLst xmlns:a="http://schemas.openxmlformats.org/drawingml/2006/main">
              <a:ext uri="{FF2B5EF4-FFF2-40B4-BE49-F238E27FC236}">
                <a16:creationId xmlns:a16="http://schemas.microsoft.com/office/drawing/2014/main" id="{58C4BDFA-4AD7-4B27-A77D-097E81A8CB2A}"/>
              </a:ext>
            </a:extLst>
          </p:cNvPr>
          <p:cNvSpPr>
            <a:spLocks xmlns:a="http://schemas.openxmlformats.org/drawingml/2006/main" noGrp="1"/>
          </p:cNvSpPr>
          <p:nvPr/>
        </p:nvSpPr>
        <p:spPr>
          <a:xfrm xmlns:a="http://schemas.openxmlformats.org/drawingml/2006/main">
            <a:off x="4723790" y="428537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Oval 42">
            <a:extLst xmlns:a="http://schemas.openxmlformats.org/drawingml/2006/main">
              <a:ext uri="{FF2B5EF4-FFF2-40B4-BE49-F238E27FC236}">
                <a16:creationId xmlns:a16="http://schemas.microsoft.com/office/drawing/2014/main" id="{103B03B0-B398-4A40-B0A5-8DD57B86B491}"/>
              </a:ext>
            </a:extLst>
          </p:cNvPr>
          <p:cNvSpPr>
            <a:spLocks xmlns:a="http://schemas.openxmlformats.org/drawingml/2006/main" noGrp="1"/>
          </p:cNvSpPr>
          <p:nvPr/>
        </p:nvSpPr>
        <p:spPr>
          <a:xfrm xmlns:a="http://schemas.openxmlformats.org/drawingml/2006/main">
            <a:off x="5624474" y="4262650"/>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Oval 43">
            <a:extLst xmlns:a="http://schemas.openxmlformats.org/drawingml/2006/main">
              <a:ext uri="{FF2B5EF4-FFF2-40B4-BE49-F238E27FC236}">
                <a16:creationId xmlns:a16="http://schemas.microsoft.com/office/drawing/2014/main" id="{2BB4152F-E187-46A6-A3FC-545F9CFC7806}"/>
              </a:ext>
            </a:extLst>
          </p:cNvPr>
          <p:cNvSpPr>
            <a:spLocks xmlns:a="http://schemas.openxmlformats.org/drawingml/2006/main" noGrp="1"/>
          </p:cNvSpPr>
          <p:nvPr/>
        </p:nvSpPr>
        <p:spPr>
          <a:xfrm xmlns:a="http://schemas.openxmlformats.org/drawingml/2006/main">
            <a:off x="6525158" y="4467206"/>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Oval 44">
            <a:extLst xmlns:a="http://schemas.openxmlformats.org/drawingml/2006/main">
              <a:ext uri="{FF2B5EF4-FFF2-40B4-BE49-F238E27FC236}">
                <a16:creationId xmlns:a16="http://schemas.microsoft.com/office/drawing/2014/main" id="{86B68569-EDCD-4EC6-B176-B703966DD4D2}"/>
              </a:ext>
            </a:extLst>
          </p:cNvPr>
          <p:cNvSpPr>
            <a:spLocks xmlns:a="http://schemas.openxmlformats.org/drawingml/2006/main" noGrp="1"/>
          </p:cNvSpPr>
          <p:nvPr/>
        </p:nvSpPr>
        <p:spPr>
          <a:xfrm xmlns:a="http://schemas.openxmlformats.org/drawingml/2006/main">
            <a:off x="7425842" y="477921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Oval 45">
            <a:extLst xmlns:a="http://schemas.openxmlformats.org/drawingml/2006/main">
              <a:ext uri="{FF2B5EF4-FFF2-40B4-BE49-F238E27FC236}">
                <a16:creationId xmlns:a16="http://schemas.microsoft.com/office/drawing/2014/main" id="{D7EBD4AF-3A00-4DE4-9D03-9B3C5DA209CF}"/>
              </a:ext>
            </a:extLst>
          </p:cNvPr>
          <p:cNvSpPr>
            <a:spLocks xmlns:a="http://schemas.openxmlformats.org/drawingml/2006/main" noGrp="1"/>
          </p:cNvSpPr>
          <p:nvPr/>
        </p:nvSpPr>
        <p:spPr>
          <a:xfrm xmlns:a="http://schemas.openxmlformats.org/drawingml/2006/main">
            <a:off x="8326526" y="501590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Oval 46">
            <a:extLst xmlns:a="http://schemas.openxmlformats.org/drawingml/2006/main">
              <a:ext uri="{FF2B5EF4-FFF2-40B4-BE49-F238E27FC236}">
                <a16:creationId xmlns:a16="http://schemas.microsoft.com/office/drawing/2014/main" id="{48AC69C8-395A-4ACE-9EA6-A32A37CCE839}"/>
              </a:ext>
            </a:extLst>
          </p:cNvPr>
          <p:cNvSpPr>
            <a:spLocks xmlns:a="http://schemas.openxmlformats.org/drawingml/2006/main" noGrp="1"/>
          </p:cNvSpPr>
          <p:nvPr/>
        </p:nvSpPr>
        <p:spPr>
          <a:xfrm xmlns:a="http://schemas.openxmlformats.org/drawingml/2006/main">
            <a:off x="9227210" y="5038625"/>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Oval 47">
            <a:extLst xmlns:a="http://schemas.openxmlformats.org/drawingml/2006/main">
              <a:ext uri="{FF2B5EF4-FFF2-40B4-BE49-F238E27FC236}">
                <a16:creationId xmlns:a16="http://schemas.microsoft.com/office/drawing/2014/main" id="{A0DC3607-3187-459D-BBB8-14F4562954A4}"/>
              </a:ext>
            </a:extLst>
          </p:cNvPr>
          <p:cNvSpPr>
            <a:spLocks xmlns:a="http://schemas.openxmlformats.org/drawingml/2006/main" noGrp="1"/>
          </p:cNvSpPr>
          <p:nvPr/>
        </p:nvSpPr>
        <p:spPr>
          <a:xfrm xmlns:a="http://schemas.openxmlformats.org/drawingml/2006/main">
            <a:off x="10127894" y="4834070"/>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Oval 48">
            <a:extLst xmlns:a="http://schemas.openxmlformats.org/drawingml/2006/main">
              <a:ext uri="{FF2B5EF4-FFF2-40B4-BE49-F238E27FC236}">
                <a16:creationId xmlns:a16="http://schemas.microsoft.com/office/drawing/2014/main" id="{5CF1A401-2617-4D84-A593-F28244F0BF8C}"/>
              </a:ext>
            </a:extLst>
          </p:cNvPr>
          <p:cNvSpPr>
            <a:spLocks xmlns:a="http://schemas.openxmlformats.org/drawingml/2006/main" noGrp="1"/>
          </p:cNvSpPr>
          <p:nvPr/>
        </p:nvSpPr>
        <p:spPr>
          <a:xfrm xmlns:a="http://schemas.openxmlformats.org/drawingml/2006/main">
            <a:off x="11028578" y="452206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053AF8E2-9F6A-480C-A736-1DE4FD0D7591}"/>
              </a:ext>
            </a:extLst>
          </p:cNvPr>
          <p:cNvSpPr>
            <a:spLocks xmlns:a="http://schemas.openxmlformats.org/drawingml/2006/main" noGrp="1"/>
          </p:cNvSpPr>
          <p:nvPr/>
        </p:nvSpPr>
        <p:spPr>
          <a:xfrm xmlns:a="http://schemas.openxmlformats.org/drawingml/2006/main">
            <a:off x="950976" y="6007608"/>
            <a:ext cx="1042416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灰点的时间位置不变；变化的是纵向可选等级。</a:t>
            </a:r>
          </a:p>
        </p:txBody>
      </p:sp>
      <p:sp xmlns:a="http://schemas.openxmlformats.org/drawingml/2006/main">
        <p:nvSpPr>
          <p:cNvPr id="51" name="TextBox 50"/>
          <p:cNvSpPr txBox="1"/>
          <p:nvPr/>
        </p:nvSpPr>
        <p:spPr>
          <a:xfrm>
            <a:off x="1965960" y="5522976"/>
            <a:ext cx="8321040" cy="384048"/>
          </a:xfrm>
          <a:prstGeom prst="rect">
            <a:avLst/>
          </a:prstGeom>
          <a:noFill/>
        </p:spPr>
        <p:txBody>
          <a:bodyPr wrap="square" lIns="0" rIns="0" tIns="0" bIns="0" anchor="ctr">
            <a:spAutoFit/>
          </a:bodyPr>
          <a:lstStyle/>
          <a:p>
            <a:pPr algn="ctr">
              <a:spcAft>
                <a:spcPts val="200"/>
              </a:spcAft>
              <a:defRPr sz="1800" b="1">
                <a:solidFill>
                  <a:srgbClr val="8C64E1"/>
                </a:solidFill>
                <a:latin typeface="Alibaba PuHuiTi 3.0 115 Black"/>
              </a:defRPr>
            </a:pPr>
            <a:r>
              <a:t>横向：采样时刻不变；纵向：等级从8级增至16级</a:t>
            </a:r>
          </a:p>
        </p:txBody>
      </p:sp>
    </p:spTree>
    <p:extLst>
      <p:ext uri="{BB962C8B-B14F-4D97-AF65-F5344CB8AC3E}">
        <p14:creationId xmlns:p14="http://schemas.microsoft.com/office/powerpoint/2010/main" val="196249637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AA11B86-6BC2-453F-B2DE-FA7D4BD53BA1}"/>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BE8D6CA-5092-4FCA-8928-47C82956F2F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04B3F0-C048-46F0-AC1F-7B6E9D7BBDD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采样更多、等级更密，就一定听得更好吗？</a:t>
            </a:r>
          </a:p>
        </p:txBody>
      </p:sp>
      <p:sp>
        <p:nvSpPr>
          <p:cNvPr id="5" name="TextBox 4">
            <a:extLst xmlns:a="http://schemas.openxmlformats.org/drawingml/2006/main">
              <a:ext uri="{FF2B5EF4-FFF2-40B4-BE49-F238E27FC236}">
                <a16:creationId xmlns:a16="http://schemas.microsoft.com/office/drawing/2014/main" id="{DD2D5B23-635F-4129-94B4-45163CB658C8}"/>
              </a:ext>
            </a:extLst>
          </p:cNvPr>
          <p:cNvSpPr>
            <a:spLocks xmlns:a="http://schemas.openxmlformats.org/drawingml/2006/main" noGrp="1"/>
          </p:cNvSpPr>
          <p:nvPr/>
        </p:nvSpPr>
        <p:spPr>
          <a:xfrm xmlns:a="http://schemas.openxmlformats.org/drawingml/2006/main">
            <a:off x="914400" y="219456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采样率 ↑</a:t>
            </a:r>
          </a:p>
        </p:txBody>
      </p:sp>
      <p:sp>
        <p:nvSpPr>
          <p:cNvPr id="6" name="TextBox 5">
            <a:extLst xmlns:a="http://schemas.openxmlformats.org/drawingml/2006/main">
              <a:ext uri="{FF2B5EF4-FFF2-40B4-BE49-F238E27FC236}">
                <a16:creationId xmlns:a16="http://schemas.microsoft.com/office/drawing/2014/main" id="{4D1737B9-3725-4586-950B-B2530A503954}"/>
              </a:ext>
            </a:extLst>
          </p:cNvPr>
          <p:cNvSpPr>
            <a:spLocks xmlns:a="http://schemas.openxmlformats.org/drawingml/2006/main" noGrp="1"/>
          </p:cNvSpPr>
          <p:nvPr/>
        </p:nvSpPr>
        <p:spPr>
          <a:xfrm xmlns:a="http://schemas.openxmlformats.org/drawingml/2006/main">
            <a:off x="914400" y="2990088"/>
            <a:ext cx="43891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每秒样本更多</a:t>
            </a:r>
          </a:p>
        </p:txBody>
      </p:sp>
      <p:sp>
        <p:nvSpPr>
          <p:cNvPr id="7" name="TextBox 6">
            <a:extLst xmlns:a="http://schemas.openxmlformats.org/drawingml/2006/main">
              <a:ext uri="{FF2B5EF4-FFF2-40B4-BE49-F238E27FC236}">
                <a16:creationId xmlns:a16="http://schemas.microsoft.com/office/drawing/2014/main" id="{7F904231-90B3-423A-B9B7-9E97170C0636}"/>
              </a:ext>
            </a:extLst>
          </p:cNvPr>
          <p:cNvSpPr>
            <a:spLocks xmlns:a="http://schemas.openxmlformats.org/drawingml/2006/main" noGrp="1"/>
          </p:cNvSpPr>
          <p:nvPr/>
        </p:nvSpPr>
        <p:spPr>
          <a:xfrm xmlns:a="http://schemas.openxmlformats.org/drawingml/2006/main">
            <a:off x="6492240" y="2194560"/>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量化位数 ↑</a:t>
            </a:r>
          </a:p>
        </p:txBody>
      </p:sp>
      <p:sp>
        <p:nvSpPr>
          <p:cNvPr id="8" name="TextBox 7">
            <a:extLst xmlns:a="http://schemas.openxmlformats.org/drawingml/2006/main">
              <a:ext uri="{FF2B5EF4-FFF2-40B4-BE49-F238E27FC236}">
                <a16:creationId xmlns:a16="http://schemas.microsoft.com/office/drawing/2014/main" id="{75B0347C-FF2A-4BC2-BEB8-96D2A4507D77}"/>
              </a:ext>
            </a:extLst>
          </p:cNvPr>
          <p:cNvSpPr>
            <a:spLocks xmlns:a="http://schemas.openxmlformats.org/drawingml/2006/main" noGrp="1"/>
          </p:cNvSpPr>
          <p:nvPr/>
        </p:nvSpPr>
        <p:spPr>
          <a:xfrm xmlns:a="http://schemas.openxmlformats.org/drawingml/2006/main">
            <a:off x="6492240" y="2990088"/>
            <a:ext cx="45720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每样本可选等级更多</a:t>
            </a:r>
          </a:p>
        </p:txBody>
      </p:sp>
      <p:sp>
        <p:nvSpPr>
          <p:cNvPr id="9" name="TextBox 8">
            <a:extLst xmlns:a="http://schemas.openxmlformats.org/drawingml/2006/main">
              <a:ext uri="{FF2B5EF4-FFF2-40B4-BE49-F238E27FC236}">
                <a16:creationId xmlns:a16="http://schemas.microsoft.com/office/drawing/2014/main" id="{AA2884D4-B1A7-48A0-8BA4-CE91F205AC6B}"/>
              </a:ext>
            </a:extLst>
          </p:cNvPr>
          <p:cNvSpPr>
            <a:spLocks xmlns:a="http://schemas.openxmlformats.org/drawingml/2006/main" noGrp="1"/>
          </p:cNvSpPr>
          <p:nvPr/>
        </p:nvSpPr>
        <p:spPr>
          <a:xfrm xmlns:a="http://schemas.openxmlformats.org/drawingml/2006/main">
            <a:off x="813816" y="5230368"/>
            <a:ext cx="996696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通常能提高记录的精细程度，但音质不会无限提高。</a:t>
            </a:r>
          </a:p>
        </p:txBody>
      </p:sp>
    </p:spTree>
    <p:extLst>
      <p:ext uri="{BB962C8B-B14F-4D97-AF65-F5344CB8AC3E}">
        <p14:creationId xmlns:p14="http://schemas.microsoft.com/office/powerpoint/2010/main" val="210633952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E8D9EE7-3AE7-4FEE-889E-2B79B257ED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458CA1-D458-4EDF-A6C5-D167F7266A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E58A02-9D8C-4761-B1B4-CE955D4B57F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3bit模型与16bit实际存储</a:t>
            </a:r>
          </a:p>
        </p:txBody>
      </p:sp>
      <p:sp>
        <p:nvSpPr>
          <p:cNvPr id="5" name="Rectangle 4">
            <a:extLst xmlns:a="http://schemas.openxmlformats.org/drawingml/2006/main">
              <a:ext uri="{FF2B5EF4-FFF2-40B4-BE49-F238E27FC236}">
                <a16:creationId xmlns:a16="http://schemas.microsoft.com/office/drawing/2014/main" id="{9429AD8A-F897-45ED-A89B-EF94EF9889CB}"/>
              </a:ext>
            </a:extLst>
          </p:cNvPr>
          <p:cNvSpPr>
            <a:spLocks xmlns:a="http://schemas.openxmlformats.org/drawingml/2006/main" noGrp="1"/>
          </p:cNvSpPr>
          <p:nvPr/>
        </p:nvSpPr>
        <p:spPr>
          <a:xfrm xmlns:a="http://schemas.openxmlformats.org/drawingml/2006/main">
            <a:off x="905256" y="2066543"/>
            <a:ext cx="47091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E687470-EA2F-48C7-ABA3-C20CB62EB1DE}"/>
              </a:ext>
            </a:extLst>
          </p:cNvPr>
          <p:cNvSpPr>
            <a:spLocks xmlns:a="http://schemas.openxmlformats.org/drawingml/2006/main" noGrp="1"/>
          </p:cNvSpPr>
          <p:nvPr/>
        </p:nvSpPr>
        <p:spPr>
          <a:xfrm xmlns:a="http://schemas.openxmlformats.org/drawingml/2006/main">
            <a:off x="978408" y="2185415"/>
            <a:ext cx="4562856"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课堂模型：3 bit</a:t>
            </a:r>
          </a:p>
        </p:txBody>
      </p:sp>
      <p:sp>
        <p:nvSpPr>
          <p:cNvPr id="7" name="Rectangle 6">
            <a:extLst xmlns:a="http://schemas.openxmlformats.org/drawingml/2006/main">
              <a:ext uri="{FF2B5EF4-FFF2-40B4-BE49-F238E27FC236}">
                <a16:creationId xmlns:a16="http://schemas.microsoft.com/office/drawing/2014/main" id="{F03D994B-EE0C-4472-8C0E-587D82139CA1}"/>
              </a:ext>
            </a:extLst>
          </p:cNvPr>
          <p:cNvSpPr>
            <a:spLocks xmlns:a="http://schemas.openxmlformats.org/drawingml/2006/main" noGrp="1"/>
          </p:cNvSpPr>
          <p:nvPr/>
        </p:nvSpPr>
        <p:spPr>
          <a:xfrm xmlns:a="http://schemas.openxmlformats.org/drawingml/2006/main">
            <a:off x="6528816" y="2066543"/>
            <a:ext cx="4626864"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83E0492-B363-48B6-8944-18D78DF2AEFF}"/>
              </a:ext>
            </a:extLst>
          </p:cNvPr>
          <p:cNvSpPr>
            <a:spLocks xmlns:a="http://schemas.openxmlformats.org/drawingml/2006/main" noGrp="1"/>
          </p:cNvSpPr>
          <p:nvPr/>
        </p:nvSpPr>
        <p:spPr>
          <a:xfrm xmlns:a="http://schemas.openxmlformats.org/drawingml/2006/main">
            <a:off x="6601968" y="2185415"/>
            <a:ext cx="4480559"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PCM例子：16 bit</a:t>
            </a:r>
          </a:p>
        </p:txBody>
      </p:sp>
      <p:sp>
        <p:nvSpPr>
          <p:cNvPr id="9" name="Rectangle 8">
            <a:extLst xmlns:a="http://schemas.openxmlformats.org/drawingml/2006/main">
              <a:ext uri="{FF2B5EF4-FFF2-40B4-BE49-F238E27FC236}">
                <a16:creationId xmlns:a16="http://schemas.microsoft.com/office/drawing/2014/main" id="{D397BF6C-F654-4ACD-A00D-84155C5D0F43}"/>
              </a:ext>
            </a:extLst>
          </p:cNvPr>
          <p:cNvSpPr>
            <a:spLocks xmlns:a="http://schemas.openxmlformats.org/drawingml/2006/main" noGrp="1"/>
          </p:cNvSpPr>
          <p:nvPr/>
        </p:nvSpPr>
        <p:spPr>
          <a:xfrm xmlns:a="http://schemas.openxmlformats.org/drawingml/2006/main">
            <a:off x="10058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2780E30-43F6-4753-9F1D-A47CE55F8EE2}"/>
              </a:ext>
            </a:extLst>
          </p:cNvPr>
          <p:cNvSpPr>
            <a:spLocks xmlns:a="http://schemas.openxmlformats.org/drawingml/2006/main" noGrp="1"/>
          </p:cNvSpPr>
          <p:nvPr/>
        </p:nvSpPr>
        <p:spPr>
          <a:xfrm xmlns:a="http://schemas.openxmlformats.org/drawingml/2006/main">
            <a:off x="10972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1" name="Rectangle 10">
            <a:extLst xmlns:a="http://schemas.openxmlformats.org/drawingml/2006/main">
              <a:ext uri="{FF2B5EF4-FFF2-40B4-BE49-F238E27FC236}">
                <a16:creationId xmlns:a16="http://schemas.microsoft.com/office/drawing/2014/main" id="{46CA3EFA-90D9-4CF4-B11E-5D2040E3C322}"/>
              </a:ext>
            </a:extLst>
          </p:cNvPr>
          <p:cNvSpPr>
            <a:spLocks xmlns:a="http://schemas.openxmlformats.org/drawingml/2006/main" noGrp="1"/>
          </p:cNvSpPr>
          <p:nvPr/>
        </p:nvSpPr>
        <p:spPr>
          <a:xfrm xmlns:a="http://schemas.openxmlformats.org/drawingml/2006/main">
            <a:off x="14904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5AF3D155-2592-4F2E-AC7B-69F065BFE784}"/>
              </a:ext>
            </a:extLst>
          </p:cNvPr>
          <p:cNvSpPr>
            <a:spLocks xmlns:a="http://schemas.openxmlformats.org/drawingml/2006/main" noGrp="1"/>
          </p:cNvSpPr>
          <p:nvPr/>
        </p:nvSpPr>
        <p:spPr>
          <a:xfrm xmlns:a="http://schemas.openxmlformats.org/drawingml/2006/main">
            <a:off x="15819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3" name="Rectangle 12">
            <a:extLst xmlns:a="http://schemas.openxmlformats.org/drawingml/2006/main">
              <a:ext uri="{FF2B5EF4-FFF2-40B4-BE49-F238E27FC236}">
                <a16:creationId xmlns:a16="http://schemas.microsoft.com/office/drawing/2014/main" id="{086BF7BC-E758-4DBA-A47A-E2779EC6BDCF}"/>
              </a:ext>
            </a:extLst>
          </p:cNvPr>
          <p:cNvSpPr>
            <a:spLocks xmlns:a="http://schemas.openxmlformats.org/drawingml/2006/main" noGrp="1"/>
          </p:cNvSpPr>
          <p:nvPr/>
        </p:nvSpPr>
        <p:spPr>
          <a:xfrm xmlns:a="http://schemas.openxmlformats.org/drawingml/2006/main">
            <a:off x="19751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B007AEA-1E72-4EAA-8396-AFF8E244B1D6}"/>
              </a:ext>
            </a:extLst>
          </p:cNvPr>
          <p:cNvSpPr>
            <a:spLocks xmlns:a="http://schemas.openxmlformats.org/drawingml/2006/main" noGrp="1"/>
          </p:cNvSpPr>
          <p:nvPr/>
        </p:nvSpPr>
        <p:spPr>
          <a:xfrm xmlns:a="http://schemas.openxmlformats.org/drawingml/2006/main">
            <a:off x="20665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5" name="Rectangle 14">
            <a:extLst xmlns:a="http://schemas.openxmlformats.org/drawingml/2006/main">
              <a:ext uri="{FF2B5EF4-FFF2-40B4-BE49-F238E27FC236}">
                <a16:creationId xmlns:a16="http://schemas.microsoft.com/office/drawing/2014/main" id="{56042AB3-2BAD-4D22-910B-71138E29778C}"/>
              </a:ext>
            </a:extLst>
          </p:cNvPr>
          <p:cNvSpPr>
            <a:spLocks xmlns:a="http://schemas.openxmlformats.org/drawingml/2006/main" noGrp="1"/>
          </p:cNvSpPr>
          <p:nvPr/>
        </p:nvSpPr>
        <p:spPr>
          <a:xfrm xmlns:a="http://schemas.openxmlformats.org/drawingml/2006/main">
            <a:off x="661111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1C6489A-2C98-4E44-BCBF-6A30759F5319}"/>
              </a:ext>
            </a:extLst>
          </p:cNvPr>
          <p:cNvSpPr>
            <a:spLocks xmlns:a="http://schemas.openxmlformats.org/drawingml/2006/main" noGrp="1"/>
          </p:cNvSpPr>
          <p:nvPr/>
        </p:nvSpPr>
        <p:spPr>
          <a:xfrm xmlns:a="http://schemas.openxmlformats.org/drawingml/2006/main">
            <a:off x="670255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7" name="Rectangle 16">
            <a:extLst xmlns:a="http://schemas.openxmlformats.org/drawingml/2006/main">
              <a:ext uri="{FF2B5EF4-FFF2-40B4-BE49-F238E27FC236}">
                <a16:creationId xmlns:a16="http://schemas.microsoft.com/office/drawing/2014/main" id="{67CB049E-C04A-4320-9EF7-99D14DE3F0D1}"/>
              </a:ext>
            </a:extLst>
          </p:cNvPr>
          <p:cNvSpPr>
            <a:spLocks xmlns:a="http://schemas.openxmlformats.org/drawingml/2006/main" noGrp="1"/>
          </p:cNvSpPr>
          <p:nvPr/>
        </p:nvSpPr>
        <p:spPr>
          <a:xfrm xmlns:a="http://schemas.openxmlformats.org/drawingml/2006/main">
            <a:off x="709574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CDFC45B7-B810-4D32-8DE9-00BECA3EB100}"/>
              </a:ext>
            </a:extLst>
          </p:cNvPr>
          <p:cNvSpPr>
            <a:spLocks xmlns:a="http://schemas.openxmlformats.org/drawingml/2006/main" noGrp="1"/>
          </p:cNvSpPr>
          <p:nvPr/>
        </p:nvSpPr>
        <p:spPr>
          <a:xfrm xmlns:a="http://schemas.openxmlformats.org/drawingml/2006/main">
            <a:off x="718718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9" name="Rectangle 18">
            <a:extLst xmlns:a="http://schemas.openxmlformats.org/drawingml/2006/main">
              <a:ext uri="{FF2B5EF4-FFF2-40B4-BE49-F238E27FC236}">
                <a16:creationId xmlns:a16="http://schemas.microsoft.com/office/drawing/2014/main" id="{F13243D4-4BA2-4AFA-9353-5D526AE77C26}"/>
              </a:ext>
            </a:extLst>
          </p:cNvPr>
          <p:cNvSpPr>
            <a:spLocks xmlns:a="http://schemas.openxmlformats.org/drawingml/2006/main" noGrp="1"/>
          </p:cNvSpPr>
          <p:nvPr/>
        </p:nvSpPr>
        <p:spPr>
          <a:xfrm xmlns:a="http://schemas.openxmlformats.org/drawingml/2006/main">
            <a:off x="758037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82E299E6-2C9A-4666-A907-2C4EFCBE483D}"/>
              </a:ext>
            </a:extLst>
          </p:cNvPr>
          <p:cNvSpPr>
            <a:spLocks xmlns:a="http://schemas.openxmlformats.org/drawingml/2006/main" noGrp="1"/>
          </p:cNvSpPr>
          <p:nvPr/>
        </p:nvSpPr>
        <p:spPr>
          <a:xfrm xmlns:a="http://schemas.openxmlformats.org/drawingml/2006/main">
            <a:off x="767181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1" name="Rectangle 20">
            <a:extLst xmlns:a="http://schemas.openxmlformats.org/drawingml/2006/main">
              <a:ext uri="{FF2B5EF4-FFF2-40B4-BE49-F238E27FC236}">
                <a16:creationId xmlns:a16="http://schemas.microsoft.com/office/drawing/2014/main" id="{8B6FCF00-1118-46BA-A457-64997D46268D}"/>
              </a:ext>
            </a:extLst>
          </p:cNvPr>
          <p:cNvSpPr>
            <a:spLocks xmlns:a="http://schemas.openxmlformats.org/drawingml/2006/main" noGrp="1"/>
          </p:cNvSpPr>
          <p:nvPr/>
        </p:nvSpPr>
        <p:spPr>
          <a:xfrm xmlns:a="http://schemas.openxmlformats.org/drawingml/2006/main">
            <a:off x="8065008"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A16FA619-E81B-4FCB-9586-6E025FBC6EFD}"/>
              </a:ext>
            </a:extLst>
          </p:cNvPr>
          <p:cNvSpPr>
            <a:spLocks xmlns:a="http://schemas.openxmlformats.org/drawingml/2006/main" noGrp="1"/>
          </p:cNvSpPr>
          <p:nvPr/>
        </p:nvSpPr>
        <p:spPr>
          <a:xfrm xmlns:a="http://schemas.openxmlformats.org/drawingml/2006/main">
            <a:off x="8156448"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3" name="Rectangle 22">
            <a:extLst xmlns:a="http://schemas.openxmlformats.org/drawingml/2006/main">
              <a:ext uri="{FF2B5EF4-FFF2-40B4-BE49-F238E27FC236}">
                <a16:creationId xmlns:a16="http://schemas.microsoft.com/office/drawing/2014/main" id="{2E7A1985-3BF8-42AD-9E60-3F2B4598880E}"/>
              </a:ext>
            </a:extLst>
          </p:cNvPr>
          <p:cNvSpPr>
            <a:spLocks xmlns:a="http://schemas.openxmlformats.org/drawingml/2006/main" noGrp="1"/>
          </p:cNvSpPr>
          <p:nvPr/>
        </p:nvSpPr>
        <p:spPr>
          <a:xfrm xmlns:a="http://schemas.openxmlformats.org/drawingml/2006/main">
            <a:off x="85496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A7D1AA42-BD42-4F18-A267-3915BD6F4B3A}"/>
              </a:ext>
            </a:extLst>
          </p:cNvPr>
          <p:cNvSpPr>
            <a:spLocks xmlns:a="http://schemas.openxmlformats.org/drawingml/2006/main" noGrp="1"/>
          </p:cNvSpPr>
          <p:nvPr/>
        </p:nvSpPr>
        <p:spPr>
          <a:xfrm xmlns:a="http://schemas.openxmlformats.org/drawingml/2006/main">
            <a:off x="86410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5" name="Rectangle 24">
            <a:extLst xmlns:a="http://schemas.openxmlformats.org/drawingml/2006/main">
              <a:ext uri="{FF2B5EF4-FFF2-40B4-BE49-F238E27FC236}">
                <a16:creationId xmlns:a16="http://schemas.microsoft.com/office/drawing/2014/main" id="{C0278A25-0293-4EDA-85D9-78AE7F95D3FA}"/>
              </a:ext>
            </a:extLst>
          </p:cNvPr>
          <p:cNvSpPr>
            <a:spLocks xmlns:a="http://schemas.openxmlformats.org/drawingml/2006/main" noGrp="1"/>
          </p:cNvSpPr>
          <p:nvPr/>
        </p:nvSpPr>
        <p:spPr>
          <a:xfrm xmlns:a="http://schemas.openxmlformats.org/drawingml/2006/main">
            <a:off x="90342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EAAAC29-1A1E-40F8-9CAA-9C604A7B34C6}"/>
              </a:ext>
            </a:extLst>
          </p:cNvPr>
          <p:cNvSpPr>
            <a:spLocks xmlns:a="http://schemas.openxmlformats.org/drawingml/2006/main" noGrp="1"/>
          </p:cNvSpPr>
          <p:nvPr/>
        </p:nvSpPr>
        <p:spPr>
          <a:xfrm xmlns:a="http://schemas.openxmlformats.org/drawingml/2006/main">
            <a:off x="91257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7" name="Rectangle 26">
            <a:extLst xmlns:a="http://schemas.openxmlformats.org/drawingml/2006/main">
              <a:ext uri="{FF2B5EF4-FFF2-40B4-BE49-F238E27FC236}">
                <a16:creationId xmlns:a16="http://schemas.microsoft.com/office/drawing/2014/main" id="{E48DD1B6-AD6F-4906-BD41-C6F7DE62A8ED}"/>
              </a:ext>
            </a:extLst>
          </p:cNvPr>
          <p:cNvSpPr>
            <a:spLocks xmlns:a="http://schemas.openxmlformats.org/drawingml/2006/main" noGrp="1"/>
          </p:cNvSpPr>
          <p:nvPr/>
        </p:nvSpPr>
        <p:spPr>
          <a:xfrm xmlns:a="http://schemas.openxmlformats.org/drawingml/2006/main">
            <a:off x="95189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3DE6170A-446A-4D50-9E5C-FBBA9B2C291C}"/>
              </a:ext>
            </a:extLst>
          </p:cNvPr>
          <p:cNvSpPr>
            <a:spLocks xmlns:a="http://schemas.openxmlformats.org/drawingml/2006/main" noGrp="1"/>
          </p:cNvSpPr>
          <p:nvPr/>
        </p:nvSpPr>
        <p:spPr>
          <a:xfrm xmlns:a="http://schemas.openxmlformats.org/drawingml/2006/main">
            <a:off x="96103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9" name="Rectangle 28">
            <a:extLst xmlns:a="http://schemas.openxmlformats.org/drawingml/2006/main">
              <a:ext uri="{FF2B5EF4-FFF2-40B4-BE49-F238E27FC236}">
                <a16:creationId xmlns:a16="http://schemas.microsoft.com/office/drawing/2014/main" id="{9FE365E7-D313-4A11-A2B4-415C78117DD3}"/>
              </a:ext>
            </a:extLst>
          </p:cNvPr>
          <p:cNvSpPr>
            <a:spLocks xmlns:a="http://schemas.openxmlformats.org/drawingml/2006/main" noGrp="1"/>
          </p:cNvSpPr>
          <p:nvPr/>
        </p:nvSpPr>
        <p:spPr>
          <a:xfrm xmlns:a="http://schemas.openxmlformats.org/drawingml/2006/main">
            <a:off x="1000353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5BBC4668-98B1-4F0E-97C2-437DF8F6F4AE}"/>
              </a:ext>
            </a:extLst>
          </p:cNvPr>
          <p:cNvSpPr>
            <a:spLocks xmlns:a="http://schemas.openxmlformats.org/drawingml/2006/main" noGrp="1"/>
          </p:cNvSpPr>
          <p:nvPr/>
        </p:nvSpPr>
        <p:spPr>
          <a:xfrm xmlns:a="http://schemas.openxmlformats.org/drawingml/2006/main">
            <a:off x="1009497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1" name="Rectangle 30">
            <a:extLst xmlns:a="http://schemas.openxmlformats.org/drawingml/2006/main">
              <a:ext uri="{FF2B5EF4-FFF2-40B4-BE49-F238E27FC236}">
                <a16:creationId xmlns:a16="http://schemas.microsoft.com/office/drawing/2014/main" id="{63E3927B-4129-4B4B-A82A-E6457DAF77BB}"/>
              </a:ext>
            </a:extLst>
          </p:cNvPr>
          <p:cNvSpPr>
            <a:spLocks xmlns:a="http://schemas.openxmlformats.org/drawingml/2006/main" noGrp="1"/>
          </p:cNvSpPr>
          <p:nvPr/>
        </p:nvSpPr>
        <p:spPr>
          <a:xfrm xmlns:a="http://schemas.openxmlformats.org/drawingml/2006/main">
            <a:off x="661111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A0F4CCB0-1337-4A3B-9B8E-AFCBA00E3605}"/>
              </a:ext>
            </a:extLst>
          </p:cNvPr>
          <p:cNvSpPr>
            <a:spLocks xmlns:a="http://schemas.openxmlformats.org/drawingml/2006/main" noGrp="1"/>
          </p:cNvSpPr>
          <p:nvPr/>
        </p:nvSpPr>
        <p:spPr>
          <a:xfrm xmlns:a="http://schemas.openxmlformats.org/drawingml/2006/main">
            <a:off x="670255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3" name="Rectangle 32">
            <a:extLst xmlns:a="http://schemas.openxmlformats.org/drawingml/2006/main">
              <a:ext uri="{FF2B5EF4-FFF2-40B4-BE49-F238E27FC236}">
                <a16:creationId xmlns:a16="http://schemas.microsoft.com/office/drawing/2014/main" id="{76040660-A0C9-4282-8444-C1DA6E93CDFD}"/>
              </a:ext>
            </a:extLst>
          </p:cNvPr>
          <p:cNvSpPr>
            <a:spLocks xmlns:a="http://schemas.openxmlformats.org/drawingml/2006/main" noGrp="1"/>
          </p:cNvSpPr>
          <p:nvPr/>
        </p:nvSpPr>
        <p:spPr>
          <a:xfrm xmlns:a="http://schemas.openxmlformats.org/drawingml/2006/main">
            <a:off x="709574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5BE0B004-0CEB-40C1-A59B-D041D788843A}"/>
              </a:ext>
            </a:extLst>
          </p:cNvPr>
          <p:cNvSpPr>
            <a:spLocks xmlns:a="http://schemas.openxmlformats.org/drawingml/2006/main" noGrp="1"/>
          </p:cNvSpPr>
          <p:nvPr/>
        </p:nvSpPr>
        <p:spPr>
          <a:xfrm xmlns:a="http://schemas.openxmlformats.org/drawingml/2006/main">
            <a:off x="718718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35" name="Rectangle 34">
            <a:extLst xmlns:a="http://schemas.openxmlformats.org/drawingml/2006/main">
              <a:ext uri="{FF2B5EF4-FFF2-40B4-BE49-F238E27FC236}">
                <a16:creationId xmlns:a16="http://schemas.microsoft.com/office/drawing/2014/main" id="{5E5C4F6B-3DF2-4B2F-A3FA-2E2DECAB8E5A}"/>
              </a:ext>
            </a:extLst>
          </p:cNvPr>
          <p:cNvSpPr>
            <a:spLocks xmlns:a="http://schemas.openxmlformats.org/drawingml/2006/main" noGrp="1"/>
          </p:cNvSpPr>
          <p:nvPr/>
        </p:nvSpPr>
        <p:spPr>
          <a:xfrm xmlns:a="http://schemas.openxmlformats.org/drawingml/2006/main">
            <a:off x="758037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452A5CE1-EC6A-49E9-9469-4624DA87782B}"/>
              </a:ext>
            </a:extLst>
          </p:cNvPr>
          <p:cNvSpPr>
            <a:spLocks xmlns:a="http://schemas.openxmlformats.org/drawingml/2006/main" noGrp="1"/>
          </p:cNvSpPr>
          <p:nvPr/>
        </p:nvSpPr>
        <p:spPr>
          <a:xfrm xmlns:a="http://schemas.openxmlformats.org/drawingml/2006/main">
            <a:off x="767181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7" name="Rectangle 36">
            <a:extLst xmlns:a="http://schemas.openxmlformats.org/drawingml/2006/main">
              <a:ext uri="{FF2B5EF4-FFF2-40B4-BE49-F238E27FC236}">
                <a16:creationId xmlns:a16="http://schemas.microsoft.com/office/drawing/2014/main" id="{9842328A-17A3-44CF-A9A1-2904BA38A915}"/>
              </a:ext>
            </a:extLst>
          </p:cNvPr>
          <p:cNvSpPr>
            <a:spLocks xmlns:a="http://schemas.openxmlformats.org/drawingml/2006/main" noGrp="1"/>
          </p:cNvSpPr>
          <p:nvPr/>
        </p:nvSpPr>
        <p:spPr>
          <a:xfrm xmlns:a="http://schemas.openxmlformats.org/drawingml/2006/main">
            <a:off x="8065008"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DA95A6F8-2989-41BF-A6B6-B15A95D05C3A}"/>
              </a:ext>
            </a:extLst>
          </p:cNvPr>
          <p:cNvSpPr>
            <a:spLocks xmlns:a="http://schemas.openxmlformats.org/drawingml/2006/main" noGrp="1"/>
          </p:cNvSpPr>
          <p:nvPr/>
        </p:nvSpPr>
        <p:spPr>
          <a:xfrm xmlns:a="http://schemas.openxmlformats.org/drawingml/2006/main">
            <a:off x="8156448"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9" name="Rectangle 38">
            <a:extLst xmlns:a="http://schemas.openxmlformats.org/drawingml/2006/main">
              <a:ext uri="{FF2B5EF4-FFF2-40B4-BE49-F238E27FC236}">
                <a16:creationId xmlns:a16="http://schemas.microsoft.com/office/drawing/2014/main" id="{175E200A-E2C0-4854-8143-41AD044B2BFD}"/>
              </a:ext>
            </a:extLst>
          </p:cNvPr>
          <p:cNvSpPr>
            <a:spLocks xmlns:a="http://schemas.openxmlformats.org/drawingml/2006/main" noGrp="1"/>
          </p:cNvSpPr>
          <p:nvPr/>
        </p:nvSpPr>
        <p:spPr>
          <a:xfrm xmlns:a="http://schemas.openxmlformats.org/drawingml/2006/main">
            <a:off x="8549640"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86EDA7A1-D0C5-48AE-9F77-C22297DEBEA6}"/>
              </a:ext>
            </a:extLst>
          </p:cNvPr>
          <p:cNvSpPr>
            <a:spLocks xmlns:a="http://schemas.openxmlformats.org/drawingml/2006/main" noGrp="1"/>
          </p:cNvSpPr>
          <p:nvPr/>
        </p:nvSpPr>
        <p:spPr>
          <a:xfrm xmlns:a="http://schemas.openxmlformats.org/drawingml/2006/main">
            <a:off x="8641080"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1" name="Rectangle 40">
            <a:extLst xmlns:a="http://schemas.openxmlformats.org/drawingml/2006/main">
              <a:ext uri="{FF2B5EF4-FFF2-40B4-BE49-F238E27FC236}">
                <a16:creationId xmlns:a16="http://schemas.microsoft.com/office/drawing/2014/main" id="{9B1ECF8A-2609-4002-AEB8-AAC05E23B5E8}"/>
              </a:ext>
            </a:extLst>
          </p:cNvPr>
          <p:cNvSpPr>
            <a:spLocks xmlns:a="http://schemas.openxmlformats.org/drawingml/2006/main" noGrp="1"/>
          </p:cNvSpPr>
          <p:nvPr/>
        </p:nvSpPr>
        <p:spPr>
          <a:xfrm xmlns:a="http://schemas.openxmlformats.org/drawingml/2006/main">
            <a:off x="903427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03E3558A-AC41-4C91-A9D0-3C3C7FCFBBF2}"/>
              </a:ext>
            </a:extLst>
          </p:cNvPr>
          <p:cNvSpPr>
            <a:spLocks xmlns:a="http://schemas.openxmlformats.org/drawingml/2006/main" noGrp="1"/>
          </p:cNvSpPr>
          <p:nvPr/>
        </p:nvSpPr>
        <p:spPr>
          <a:xfrm xmlns:a="http://schemas.openxmlformats.org/drawingml/2006/main">
            <a:off x="912571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3" name="Rectangle 42">
            <a:extLst xmlns:a="http://schemas.openxmlformats.org/drawingml/2006/main">
              <a:ext uri="{FF2B5EF4-FFF2-40B4-BE49-F238E27FC236}">
                <a16:creationId xmlns:a16="http://schemas.microsoft.com/office/drawing/2014/main" id="{DBE6463C-5D61-4DFF-AD7D-FD335EFFA196}"/>
              </a:ext>
            </a:extLst>
          </p:cNvPr>
          <p:cNvSpPr>
            <a:spLocks xmlns:a="http://schemas.openxmlformats.org/drawingml/2006/main" noGrp="1"/>
          </p:cNvSpPr>
          <p:nvPr/>
        </p:nvSpPr>
        <p:spPr>
          <a:xfrm xmlns:a="http://schemas.openxmlformats.org/drawingml/2006/main">
            <a:off x="951890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AF3F32CD-8F53-482A-8C21-4DC31C7042E2}"/>
              </a:ext>
            </a:extLst>
          </p:cNvPr>
          <p:cNvSpPr>
            <a:spLocks xmlns:a="http://schemas.openxmlformats.org/drawingml/2006/main" noGrp="1"/>
          </p:cNvSpPr>
          <p:nvPr/>
        </p:nvSpPr>
        <p:spPr>
          <a:xfrm xmlns:a="http://schemas.openxmlformats.org/drawingml/2006/main">
            <a:off x="961034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5" name="Rectangle 44">
            <a:extLst xmlns:a="http://schemas.openxmlformats.org/drawingml/2006/main">
              <a:ext uri="{FF2B5EF4-FFF2-40B4-BE49-F238E27FC236}">
                <a16:creationId xmlns:a16="http://schemas.microsoft.com/office/drawing/2014/main" id="{7C294274-CCC6-4475-8269-4C9140634C83}"/>
              </a:ext>
            </a:extLst>
          </p:cNvPr>
          <p:cNvSpPr>
            <a:spLocks xmlns:a="http://schemas.openxmlformats.org/drawingml/2006/main" noGrp="1"/>
          </p:cNvSpPr>
          <p:nvPr/>
        </p:nvSpPr>
        <p:spPr>
          <a:xfrm xmlns:a="http://schemas.openxmlformats.org/drawingml/2006/main">
            <a:off x="1000353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3D5FABC6-B246-43B6-83F0-CD4A42BC7B67}"/>
              </a:ext>
            </a:extLst>
          </p:cNvPr>
          <p:cNvSpPr>
            <a:spLocks xmlns:a="http://schemas.openxmlformats.org/drawingml/2006/main" noGrp="1"/>
          </p:cNvSpPr>
          <p:nvPr/>
        </p:nvSpPr>
        <p:spPr>
          <a:xfrm xmlns:a="http://schemas.openxmlformats.org/drawingml/2006/main">
            <a:off x="1009497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7" name="TextBox 46">
            <a:extLst xmlns:a="http://schemas.openxmlformats.org/drawingml/2006/main">
              <a:ext uri="{FF2B5EF4-FFF2-40B4-BE49-F238E27FC236}">
                <a16:creationId xmlns:a16="http://schemas.microsoft.com/office/drawing/2014/main" id="{B3C28826-5AD3-4596-93CD-028FDC1E5E3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位数越多，一份未压缩样本数据所占的空间也越大。</a:t>
            </a:r>
          </a:p>
        </p:txBody>
      </p:sp>
      <p:sp>
        <p:nvSpPr>
          <p:cNvPr id="48" name="stored-byte-1">
            <a:extLst xmlns:a="http://schemas.openxmlformats.org/drawingml/2006/main">
              <a:ext uri="{FF2B5EF4-FFF2-40B4-BE49-F238E27FC236}">
                <a16:creationId xmlns:a16="http://schemas.microsoft.com/office/drawing/2014/main" id="{001A234D-5EE5-4873-B07C-63F3631BA36C}"/>
              </a:ext>
            </a:extLst>
          </p:cNvPr>
          <p:cNvSpPr>
            <a:spLocks xmlns:a="http://schemas.openxmlformats.org/drawingml/2006/main" noGrp="1"/>
          </p:cNvSpPr>
          <p:nvPr/>
        </p:nvSpPr>
        <p:spPr>
          <a:xfrm xmlns:a="http://schemas.openxmlformats.org/drawingml/2006/main">
            <a:off x="4762500" y="347662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49" name="stored-byte-2">
            <a:extLst xmlns:a="http://schemas.openxmlformats.org/drawingml/2006/main">
              <a:ext uri="{FF2B5EF4-FFF2-40B4-BE49-F238E27FC236}">
                <a16:creationId xmlns:a16="http://schemas.microsoft.com/office/drawing/2014/main" id="{56043AC1-060D-4471-9F12-C4F615967749}"/>
              </a:ext>
            </a:extLst>
          </p:cNvPr>
          <p:cNvSpPr>
            <a:spLocks xmlns:a="http://schemas.openxmlformats.org/drawingml/2006/main" noGrp="1"/>
          </p:cNvSpPr>
          <p:nvPr/>
        </p:nvSpPr>
        <p:spPr>
          <a:xfrm xmlns:a="http://schemas.openxmlformats.org/drawingml/2006/main">
            <a:off x="4762500" y="414337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50" name="stored-sample-bytes">
            <a:extLst xmlns:a="http://schemas.openxmlformats.org/drawingml/2006/main">
              <a:ext uri="{FF2B5EF4-FFF2-40B4-BE49-F238E27FC236}">
                <a16:creationId xmlns:a16="http://schemas.microsoft.com/office/drawing/2014/main" id="{B1C51193-68CB-4490-9290-E1427CDAE43D}"/>
              </a:ext>
            </a:extLst>
          </p:cNvPr>
          <p:cNvSpPr>
            <a:spLocks xmlns:a="http://schemas.openxmlformats.org/drawingml/2006/main" noGrp="1"/>
          </p:cNvSpPr>
          <p:nvPr/>
        </p:nvSpPr>
        <p:spPr>
          <a:xfrm xmlns:a="http://schemas.openxmlformats.org/drawingml/2006/main">
            <a:off x="6515100" y="5095875"/>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共16bit＝2B</a:t>
            </a:r>
          </a:p>
        </p:txBody>
      </p:sp>
    </p:spTree>
    <p:extLst>
      <p:ext uri="{BB962C8B-B14F-4D97-AF65-F5344CB8AC3E}">
        <p14:creationId xmlns:p14="http://schemas.microsoft.com/office/powerpoint/2010/main" val="76904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E1B6198-C83D-447C-8CED-26C71A3D30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1E5743D-2425-43B1-9D5C-2CCBA8C1573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C4D8DA9-7A0A-4E96-B833-128DFF4A5078}"/>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PCM样本和WAV文件，是一回事吗？</a:t>
            </a:r>
          </a:p>
        </p:txBody>
      </p:sp>
      <p:sp>
        <p:nvSpPr>
          <p:cNvPr id="5" name="Rectangle 4">
            <a:extLst xmlns:a="http://schemas.openxmlformats.org/drawingml/2006/main">
              <a:ext uri="{FF2B5EF4-FFF2-40B4-BE49-F238E27FC236}">
                <a16:creationId xmlns:a16="http://schemas.microsoft.com/office/drawing/2014/main" id="{07DF8F76-A1C5-445B-A346-E6B409AA3748}"/>
              </a:ext>
            </a:extLst>
          </p:cNvPr>
          <p:cNvSpPr>
            <a:spLocks xmlns:a="http://schemas.openxmlformats.org/drawingml/2006/main" noGrp="1"/>
          </p:cNvSpPr>
          <p:nvPr/>
        </p:nvSpPr>
        <p:spPr>
          <a:xfrm xmlns:a="http://schemas.openxmlformats.org/drawingml/2006/main">
            <a:off x="914400" y="2176272"/>
            <a:ext cx="2898648" cy="1371600"/>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1678117-CD88-4AC9-B54A-68A55854C3B9}"/>
              </a:ext>
            </a:extLst>
          </p:cNvPr>
          <p:cNvSpPr>
            <a:spLocks xmlns:a="http://schemas.openxmlformats.org/drawingml/2006/main" noGrp="1"/>
          </p:cNvSpPr>
          <p:nvPr/>
        </p:nvSpPr>
        <p:spPr>
          <a:xfrm xmlns:a="http://schemas.openxmlformats.org/drawingml/2006/main">
            <a:off x="1152144" y="2569464"/>
            <a:ext cx="24688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WAV文件头</a:t>
            </a:r>
          </a:p>
        </p:txBody>
      </p:sp>
      <p:sp>
        <p:nvSpPr>
          <p:cNvPr id="7" name="Rectangle 6">
            <a:extLst xmlns:a="http://schemas.openxmlformats.org/drawingml/2006/main">
              <a:ext uri="{FF2B5EF4-FFF2-40B4-BE49-F238E27FC236}">
                <a16:creationId xmlns:a16="http://schemas.microsoft.com/office/drawing/2014/main" id="{2E611BF8-1BF6-4609-9F94-156BCA5EB438}"/>
              </a:ext>
            </a:extLst>
          </p:cNvPr>
          <p:cNvSpPr>
            <a:spLocks xmlns:a="http://schemas.openxmlformats.org/drawingml/2006/main" noGrp="1"/>
          </p:cNvSpPr>
          <p:nvPr/>
        </p:nvSpPr>
        <p:spPr>
          <a:xfrm xmlns:a="http://schemas.openxmlformats.org/drawingml/2006/main">
            <a:off x="3986784" y="2176272"/>
            <a:ext cx="7059168" cy="1371600"/>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8DB590B-40EB-4D99-90C8-B5C987D0D4DE}"/>
              </a:ext>
            </a:extLst>
          </p:cNvPr>
          <p:cNvSpPr>
            <a:spLocks xmlns:a="http://schemas.openxmlformats.org/drawingml/2006/main" noGrp="1"/>
          </p:cNvSpPr>
          <p:nvPr/>
        </p:nvSpPr>
        <p:spPr>
          <a:xfrm xmlns:a="http://schemas.openxmlformats.org/drawingml/2006/main">
            <a:off x="4434840" y="2569464"/>
            <a:ext cx="6272784"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007C9B"/>
                </a:solidFill>
                <a:latin typeface="Alibaba PuHuiTi 3.0 115 Black"/>
                <a:ea typeface="Alibaba PuHuiTi 3.0 115 Black"/>
                <a:cs typeface="Alibaba PuHuiTi 3.0 115 Black"/>
              </a:defRPr>
            </a:pPr>
            <a:r>
              <a:rPr sz="2500" b="1">
                <a:solidFill>
                  <a:srgbClr val="007C9B"/>
                </a:solidFill>
                <a:latin typeface="Alibaba PuHuiTi 3.0 115 Black"/>
                <a:ea typeface="Alibaba PuHuiTi 3.0 115 Black"/>
                <a:cs typeface="Alibaba PuHuiTi 3.0 115 Black"/>
              </a:rPr>
              <a:t>PCM：一个个数字样本</a:t>
            </a:r>
          </a:p>
        </p:txBody>
      </p:sp>
      <p:sp>
        <p:nvSpPr>
          <p:cNvPr id="9" name="TextBox 8">
            <a:extLst xmlns:a="http://schemas.openxmlformats.org/drawingml/2006/main">
              <a:ext uri="{FF2B5EF4-FFF2-40B4-BE49-F238E27FC236}">
                <a16:creationId xmlns:a16="http://schemas.microsoft.com/office/drawing/2014/main" id="{EE981059-CD2B-44DC-9004-D44312D4971A}"/>
              </a:ext>
            </a:extLst>
          </p:cNvPr>
          <p:cNvSpPr>
            <a:spLocks xmlns:a="http://schemas.openxmlformats.org/drawingml/2006/main" noGrp="1"/>
          </p:cNvSpPr>
          <p:nvPr/>
        </p:nvSpPr>
        <p:spPr>
          <a:xfrm xmlns:a="http://schemas.openxmlformats.org/drawingml/2006/main">
            <a:off x="933450" y="3857625"/>
            <a:ext cx="2571750"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采样率、声道</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等参数</a:t>
            </a:r>
          </a:p>
        </p:txBody>
      </p:sp>
      <p:sp>
        <p:nvSpPr>
          <p:cNvPr id="10" name="TextBox 9">
            <a:extLst xmlns:a="http://schemas.openxmlformats.org/drawingml/2006/main">
              <a:ext uri="{FF2B5EF4-FFF2-40B4-BE49-F238E27FC236}">
                <a16:creationId xmlns:a16="http://schemas.microsoft.com/office/drawing/2014/main" id="{D68A1DDC-727B-4133-8E16-EE72BD6FDCAE}"/>
              </a:ext>
            </a:extLst>
          </p:cNvPr>
          <p:cNvSpPr>
            <a:spLocks xmlns:a="http://schemas.openxmlformats.org/drawingml/2006/main" noGrp="1"/>
          </p:cNvSpPr>
          <p:nvPr/>
        </p:nvSpPr>
        <p:spPr>
          <a:xfrm xmlns:a="http://schemas.openxmlformats.org/drawingml/2006/main">
            <a:off x="4286250" y="3857625"/>
            <a:ext cx="66675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例如：0010 1101 0110 …</a:t>
            </a:r>
          </a:p>
        </p:txBody>
      </p:sp>
      <p:sp>
        <p:nvSpPr>
          <p:cNvPr id="11" name="TextBox 10">
            <a:extLst xmlns:a="http://schemas.openxmlformats.org/drawingml/2006/main">
              <a:ext uri="{FF2B5EF4-FFF2-40B4-BE49-F238E27FC236}">
                <a16:creationId xmlns:a16="http://schemas.microsoft.com/office/drawing/2014/main" id="{E53741EC-8E51-4CB4-B636-E457915198DE}"/>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编码 ≠ 压缩；WAV常保存未压缩PCM，但并非只有这一种情况。</a:t>
            </a:r>
          </a:p>
        </p:txBody>
      </p:sp>
      <p:sp xmlns:a="http://schemas.openxmlformats.org/drawingml/2006/main">
        <p:nvSpPr>
          <p:cNvPr id="12" name="Rectangle 11"/>
          <p:cNvSpPr/>
          <p:nvPr/>
        </p:nvSpPr>
        <p:spPr>
          <a:xfrm>
            <a:off x="713232" y="1883664"/>
            <a:ext cx="10725912" cy="332841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13" name="融合证据图_v8.4.10_原页27" descr="image.png"/>
          <p:cNvPicPr>
            <a:picLocks noChangeAspect="1"/>
          </p:cNvPicPr>
          <p:nvPr/>
        </p:nvPicPr>
        <p:blipFill>
          <a:blip r:embed="rId3"/>
          <a:stretch>
            <a:fillRect/>
          </a:stretch>
        </p:blipFill>
        <p:spPr>
          <a:xfrm>
            <a:off x="1097280" y="2103120"/>
            <a:ext cx="9966960" cy="3090672"/>
          </a:xfrm>
          <a:prstGeom prst="rect">
            <a:avLst/>
          </a:prstGeom>
        </p:spPr>
      </p:pic>
      <p:sp xmlns:a="http://schemas.openxmlformats.org/drawingml/2006/main">
        <p:nvSpPr>
          <p:cNvPr id="14" name="TextBox 13"/>
          <p:cNvSpPr txBox="1"/>
          <p:nvPr/>
        </p:nvSpPr>
        <p:spPr>
          <a:xfrm>
            <a:off x="1170432" y="1993392"/>
            <a:ext cx="370332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描述如何解释音频数据</a:t>
            </a:r>
          </a:p>
        </p:txBody>
      </p:sp>
      <p:sp xmlns:a="http://schemas.openxmlformats.org/drawingml/2006/main">
        <p:nvSpPr>
          <p:cNvPr id="15" name="TextBox 14"/>
          <p:cNvSpPr txBox="1"/>
          <p:nvPr/>
        </p:nvSpPr>
        <p:spPr>
          <a:xfrm>
            <a:off x="4608576" y="1993392"/>
            <a:ext cx="6126480" cy="329184"/>
          </a:xfrm>
          <a:prstGeom prst="rect">
            <a:avLst/>
          </a:prstGeom>
          <a:noFill/>
        </p:spPr>
        <p:txBody>
          <a:bodyPr wrap="square" lIns="0" rIns="0" tIns="0" bIns="0" anchor="ctr">
            <a:spAutoFit/>
          </a:bodyPr>
          <a:lstStyle/>
          <a:p>
            <a:pPr>
              <a:spcAft>
                <a:spcPts val="200"/>
              </a:spcAft>
              <a:defRPr sz="1700" b="1">
                <a:solidFill>
                  <a:srgbClr val="007C9B"/>
                </a:solidFill>
                <a:latin typeface="Alibaba PuHuiTi 3.0 115 Black"/>
              </a:defRPr>
            </a:pPr>
            <a:r>
              <a:t>保存一系列数字样本</a:t>
            </a:r>
          </a:p>
        </p:txBody>
      </p:sp>
    </p:spTree>
    <p:extLst>
      <p:ext uri="{BB962C8B-B14F-4D97-AF65-F5344CB8AC3E}">
        <p14:creationId xmlns:p14="http://schemas.microsoft.com/office/powerpoint/2010/main" val="214676685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8FCF4D5-A8B5-4743-A05E-8282ADA6A5D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09B3F1-0230-4195-84AC-D6694B7F8E1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D863A18-63A0-4D00-80A2-6DBD6DF389E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播放时，数字样本怎样变成声音？</a:t>
            </a:r>
          </a:p>
        </p:txBody>
      </p:sp>
      <p:sp>
        <p:nvSpPr>
          <p:cNvPr id="5" name="Rectangle 4">
            <a:extLst xmlns:a="http://schemas.openxmlformats.org/drawingml/2006/main">
              <a:ext uri="{FF2B5EF4-FFF2-40B4-BE49-F238E27FC236}">
                <a16:creationId xmlns:a16="http://schemas.microsoft.com/office/drawing/2014/main" id="{46126858-0668-4689-8CA8-8FA259BBF6F6}"/>
              </a:ext>
            </a:extLst>
          </p:cNvPr>
          <p:cNvSpPr>
            <a:spLocks xmlns:a="http://schemas.openxmlformats.org/drawingml/2006/main" noGrp="1"/>
          </p:cNvSpPr>
          <p:nvPr/>
        </p:nvSpPr>
        <p:spPr>
          <a:xfrm xmlns:a="http://schemas.openxmlformats.org/drawingml/2006/main">
            <a:off x="70408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97CDAB6-40F9-4F79-A816-8D22A3F4561F}"/>
              </a:ext>
            </a:extLst>
          </p:cNvPr>
          <p:cNvSpPr>
            <a:spLocks xmlns:a="http://schemas.openxmlformats.org/drawingml/2006/main" noGrp="1"/>
          </p:cNvSpPr>
          <p:nvPr/>
        </p:nvSpPr>
        <p:spPr>
          <a:xfrm xmlns:a="http://schemas.openxmlformats.org/drawingml/2006/main">
            <a:off x="77724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数字样本</a:t>
            </a:r>
          </a:p>
        </p:txBody>
      </p:sp>
      <p:sp>
        <p:nvSpPr>
          <p:cNvPr id="7" name="Connector 6">
            <a:extLst xmlns:a="http://schemas.openxmlformats.org/drawingml/2006/main">
              <a:ext uri="{FF2B5EF4-FFF2-40B4-BE49-F238E27FC236}">
                <a16:creationId xmlns:a16="http://schemas.microsoft.com/office/drawing/2014/main" id="{C79455E5-D4A6-483D-B2A4-0FBEC4BDA6AA}"/>
              </a:ext>
            </a:extLst>
          </p:cNvPr>
          <p:cNvSpPr>
            <a:spLocks xmlns:a="http://schemas.openxmlformats.org/drawingml/2006/main" noGrp="1"/>
          </p:cNvSpPr>
          <p:nvPr/>
        </p:nvSpPr>
        <p:spPr>
          <a:xfrm xmlns:a="http://schemas.openxmlformats.org/drawingml/2006/main">
            <a:off x="318211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18154948-0D56-49F9-8046-6001CFD3A3EE}"/>
              </a:ext>
            </a:extLst>
          </p:cNvPr>
          <p:cNvSpPr>
            <a:spLocks xmlns:a="http://schemas.openxmlformats.org/drawingml/2006/main" noGrp="1"/>
          </p:cNvSpPr>
          <p:nvPr/>
        </p:nvSpPr>
        <p:spPr>
          <a:xfrm xmlns:a="http://schemas.openxmlformats.org/drawingml/2006/main">
            <a:off x="363016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839F1C1-5598-46F8-ACA0-82BCF3162EFA}"/>
              </a:ext>
            </a:extLst>
          </p:cNvPr>
          <p:cNvSpPr>
            <a:spLocks xmlns:a="http://schemas.openxmlformats.org/drawingml/2006/main" noGrp="1"/>
          </p:cNvSpPr>
          <p:nvPr/>
        </p:nvSpPr>
        <p:spPr>
          <a:xfrm xmlns:a="http://schemas.openxmlformats.org/drawingml/2006/main">
            <a:off x="370332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10" name="Connector 9">
            <a:extLst xmlns:a="http://schemas.openxmlformats.org/drawingml/2006/main">
              <a:ext uri="{FF2B5EF4-FFF2-40B4-BE49-F238E27FC236}">
                <a16:creationId xmlns:a16="http://schemas.microsoft.com/office/drawing/2014/main" id="{0F318466-91B8-44C7-A369-0D5183634EF0}"/>
              </a:ext>
            </a:extLst>
          </p:cNvPr>
          <p:cNvSpPr>
            <a:spLocks xmlns:a="http://schemas.openxmlformats.org/drawingml/2006/main" noGrp="1"/>
          </p:cNvSpPr>
          <p:nvPr/>
        </p:nvSpPr>
        <p:spPr>
          <a:xfrm xmlns:a="http://schemas.openxmlformats.org/drawingml/2006/main">
            <a:off x="610819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DC53D965-B191-4E35-ABD0-2334FF029648}"/>
              </a:ext>
            </a:extLst>
          </p:cNvPr>
          <p:cNvSpPr>
            <a:spLocks xmlns:a="http://schemas.openxmlformats.org/drawingml/2006/main" noGrp="1"/>
          </p:cNvSpPr>
          <p:nvPr/>
        </p:nvSpPr>
        <p:spPr>
          <a:xfrm xmlns:a="http://schemas.openxmlformats.org/drawingml/2006/main">
            <a:off x="655624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DE78A09-0D48-4DDB-BEE6-D56C83226269}"/>
              </a:ext>
            </a:extLst>
          </p:cNvPr>
          <p:cNvSpPr>
            <a:spLocks xmlns:a="http://schemas.openxmlformats.org/drawingml/2006/main" noGrp="1"/>
          </p:cNvSpPr>
          <p:nvPr/>
        </p:nvSpPr>
        <p:spPr>
          <a:xfrm xmlns:a="http://schemas.openxmlformats.org/drawingml/2006/main">
            <a:off x="662940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Connector 12">
            <a:extLst xmlns:a="http://schemas.openxmlformats.org/drawingml/2006/main">
              <a:ext uri="{FF2B5EF4-FFF2-40B4-BE49-F238E27FC236}">
                <a16:creationId xmlns:a16="http://schemas.microsoft.com/office/drawing/2014/main" id="{686F3817-1F74-4FFD-BDF8-33C1F82F1258}"/>
              </a:ext>
            </a:extLst>
          </p:cNvPr>
          <p:cNvSpPr>
            <a:spLocks xmlns:a="http://schemas.openxmlformats.org/drawingml/2006/main" noGrp="1"/>
          </p:cNvSpPr>
          <p:nvPr/>
        </p:nvSpPr>
        <p:spPr>
          <a:xfrm xmlns:a="http://schemas.openxmlformats.org/drawingml/2006/main">
            <a:off x="903427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FAD459EA-7619-4321-B104-086515F4FC7D}"/>
              </a:ext>
            </a:extLst>
          </p:cNvPr>
          <p:cNvSpPr>
            <a:spLocks xmlns:a="http://schemas.openxmlformats.org/drawingml/2006/main" noGrp="1"/>
          </p:cNvSpPr>
          <p:nvPr/>
        </p:nvSpPr>
        <p:spPr>
          <a:xfrm xmlns:a="http://schemas.openxmlformats.org/drawingml/2006/main">
            <a:off x="948232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7EF07DB-0257-4790-B5F9-45E7F4C76FFB}"/>
              </a:ext>
            </a:extLst>
          </p:cNvPr>
          <p:cNvSpPr>
            <a:spLocks xmlns:a="http://schemas.openxmlformats.org/drawingml/2006/main" noGrp="1"/>
          </p:cNvSpPr>
          <p:nvPr/>
        </p:nvSpPr>
        <p:spPr>
          <a:xfrm xmlns:a="http://schemas.openxmlformats.org/drawingml/2006/main">
            <a:off x="955548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扬声器</a:t>
            </a:r>
          </a:p>
        </p:txBody>
      </p:sp>
      <p:sp>
        <p:nvSpPr>
          <p:cNvPr id="16" name="TextBox 15">
            <a:extLst xmlns:a="http://schemas.openxmlformats.org/drawingml/2006/main">
              <a:ext uri="{FF2B5EF4-FFF2-40B4-BE49-F238E27FC236}">
                <a16:creationId xmlns:a16="http://schemas.microsoft.com/office/drawing/2014/main" id="{1976FAAB-2F1A-4E23-9234-53F58A758E4B}"/>
              </a:ext>
            </a:extLst>
          </p:cNvPr>
          <p:cNvSpPr>
            <a:spLocks xmlns:a="http://schemas.openxmlformats.org/drawingml/2006/main" noGrp="1"/>
          </p:cNvSpPr>
          <p:nvPr/>
        </p:nvSpPr>
        <p:spPr>
          <a:xfrm xmlns:a="http://schemas.openxmlformats.org/drawingml/2006/main">
            <a:off x="777240" y="48463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录音是模拟 → 数字；播放是数字 → 模拟。</a:t>
            </a:r>
          </a:p>
        </p:txBody>
      </p:sp>
    </p:spTree>
    <p:extLst>
      <p:ext uri="{BB962C8B-B14F-4D97-AF65-F5344CB8AC3E}">
        <p14:creationId xmlns:p14="http://schemas.microsoft.com/office/powerpoint/2010/main" val="149987924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081302-E86E-4DD4-BE29-900D5EC76C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FCE1200-A46A-481C-BF56-ED617301F61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B261AD3-FC44-4B35-B3F6-D02FCA0C5B6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声音数据量为什么与四个参数有关？</a:t>
            </a:r>
          </a:p>
        </p:txBody>
      </p:sp>
      <p:sp>
        <p:nvSpPr>
          <p:cNvPr id="5" name="TextBox 4">
            <a:extLst xmlns:a="http://schemas.openxmlformats.org/drawingml/2006/main">
              <a:ext uri="{FF2B5EF4-FFF2-40B4-BE49-F238E27FC236}">
                <a16:creationId xmlns:a16="http://schemas.microsoft.com/office/drawing/2014/main" id="{54463418-921A-43BF-AFE1-C8DD923875BB}"/>
              </a:ext>
            </a:extLst>
          </p:cNvPr>
          <p:cNvSpPr>
            <a:spLocks xmlns:a="http://schemas.openxmlformats.org/drawingml/2006/main" noGrp="1"/>
          </p:cNvSpPr>
          <p:nvPr/>
        </p:nvSpPr>
        <p:spPr>
          <a:xfrm xmlns:a="http://schemas.openxmlformats.org/drawingml/2006/main">
            <a:off x="822960"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采样率</a:t>
            </a:r>
          </a:p>
        </p:txBody>
      </p:sp>
      <p:sp>
        <p:nvSpPr>
          <p:cNvPr id="6" name="TextBox 5">
            <a:extLst xmlns:a="http://schemas.openxmlformats.org/drawingml/2006/main">
              <a:ext uri="{FF2B5EF4-FFF2-40B4-BE49-F238E27FC236}">
                <a16:creationId xmlns:a16="http://schemas.microsoft.com/office/drawing/2014/main" id="{CA8B768D-2DAD-42BE-B25A-82C50578B960}"/>
              </a:ext>
            </a:extLst>
          </p:cNvPr>
          <p:cNvSpPr>
            <a:spLocks xmlns:a="http://schemas.openxmlformats.org/drawingml/2006/main" noGrp="1"/>
          </p:cNvSpPr>
          <p:nvPr/>
        </p:nvSpPr>
        <p:spPr>
          <a:xfrm xmlns:a="http://schemas.openxmlformats.org/drawingml/2006/main">
            <a:off x="822960"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每秒几个样本</a:t>
            </a:r>
          </a:p>
        </p:txBody>
      </p:sp>
      <p:sp>
        <p:nvSpPr>
          <p:cNvPr id="7" name="TextBox 6">
            <a:extLst xmlns:a="http://schemas.openxmlformats.org/drawingml/2006/main">
              <a:ext uri="{FF2B5EF4-FFF2-40B4-BE49-F238E27FC236}">
                <a16:creationId xmlns:a16="http://schemas.microsoft.com/office/drawing/2014/main" id="{2E66B0A3-3DFA-45BA-BCEE-E9E40B9B32E2}"/>
              </a:ext>
            </a:extLst>
          </p:cNvPr>
          <p:cNvSpPr>
            <a:spLocks xmlns:a="http://schemas.openxmlformats.org/drawingml/2006/main" noGrp="1"/>
          </p:cNvSpPr>
          <p:nvPr/>
        </p:nvSpPr>
        <p:spPr>
          <a:xfrm xmlns:a="http://schemas.openxmlformats.org/drawingml/2006/main">
            <a:off x="6364224"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存储位宽</a:t>
            </a:r>
          </a:p>
        </p:txBody>
      </p:sp>
      <p:sp>
        <p:nvSpPr>
          <p:cNvPr id="8" name="TextBox 7">
            <a:extLst xmlns:a="http://schemas.openxmlformats.org/drawingml/2006/main">
              <a:ext uri="{FF2B5EF4-FFF2-40B4-BE49-F238E27FC236}">
                <a16:creationId xmlns:a16="http://schemas.microsoft.com/office/drawing/2014/main" id="{AB0391E5-D9D7-413B-8DEA-0E3C604FA269}"/>
              </a:ext>
            </a:extLst>
          </p:cNvPr>
          <p:cNvSpPr>
            <a:spLocks xmlns:a="http://schemas.openxmlformats.org/drawingml/2006/main" noGrp="1"/>
          </p:cNvSpPr>
          <p:nvPr/>
        </p:nvSpPr>
        <p:spPr>
          <a:xfrm xmlns:a="http://schemas.openxmlformats.org/drawingml/2006/main">
            <a:off x="6364224"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实际每样本占多少bit</a:t>
            </a:r>
          </a:p>
        </p:txBody>
      </p:sp>
      <p:sp>
        <p:nvSpPr>
          <p:cNvPr id="9" name="TextBox 8">
            <a:extLst xmlns:a="http://schemas.openxmlformats.org/drawingml/2006/main">
              <a:ext uri="{FF2B5EF4-FFF2-40B4-BE49-F238E27FC236}">
                <a16:creationId xmlns:a16="http://schemas.microsoft.com/office/drawing/2014/main" id="{88BD044E-32F3-43BB-B1B2-3A83D0EF8491}"/>
              </a:ext>
            </a:extLst>
          </p:cNvPr>
          <p:cNvSpPr>
            <a:spLocks xmlns:a="http://schemas.openxmlformats.org/drawingml/2006/main" noGrp="1"/>
          </p:cNvSpPr>
          <p:nvPr/>
        </p:nvSpPr>
        <p:spPr>
          <a:xfrm xmlns:a="http://schemas.openxmlformats.org/drawingml/2006/main">
            <a:off x="822960"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声道数</a:t>
            </a:r>
          </a:p>
        </p:txBody>
      </p:sp>
      <p:sp>
        <p:nvSpPr>
          <p:cNvPr id="10" name="TextBox 9">
            <a:extLst xmlns:a="http://schemas.openxmlformats.org/drawingml/2006/main">
              <a:ext uri="{FF2B5EF4-FFF2-40B4-BE49-F238E27FC236}">
                <a16:creationId xmlns:a16="http://schemas.microsoft.com/office/drawing/2014/main" id="{EC8E51FE-97BB-48A6-97CF-D6FD49598E38}"/>
              </a:ext>
            </a:extLst>
          </p:cNvPr>
          <p:cNvSpPr>
            <a:spLocks xmlns:a="http://schemas.openxmlformats.org/drawingml/2006/main" noGrp="1"/>
          </p:cNvSpPr>
          <p:nvPr/>
        </p:nvSpPr>
        <p:spPr>
          <a:xfrm xmlns:a="http://schemas.openxmlformats.org/drawingml/2006/main">
            <a:off x="822960"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同一时刻几路</a:t>
            </a:r>
          </a:p>
        </p:txBody>
      </p:sp>
      <p:sp>
        <p:nvSpPr>
          <p:cNvPr id="11" name="TextBox 10">
            <a:extLst xmlns:a="http://schemas.openxmlformats.org/drawingml/2006/main">
              <a:ext uri="{FF2B5EF4-FFF2-40B4-BE49-F238E27FC236}">
                <a16:creationId xmlns:a16="http://schemas.microsoft.com/office/drawing/2014/main" id="{2A098DBB-7E75-46A3-8FED-89395F02849C}"/>
              </a:ext>
            </a:extLst>
          </p:cNvPr>
          <p:cNvSpPr>
            <a:spLocks xmlns:a="http://schemas.openxmlformats.org/drawingml/2006/main" noGrp="1"/>
          </p:cNvSpPr>
          <p:nvPr/>
        </p:nvSpPr>
        <p:spPr>
          <a:xfrm xmlns:a="http://schemas.openxmlformats.org/drawingml/2006/main">
            <a:off x="6364224"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时长</a:t>
            </a:r>
          </a:p>
        </p:txBody>
      </p:sp>
      <p:sp>
        <p:nvSpPr>
          <p:cNvPr id="12" name="TextBox 11">
            <a:extLst xmlns:a="http://schemas.openxmlformats.org/drawingml/2006/main">
              <a:ext uri="{FF2B5EF4-FFF2-40B4-BE49-F238E27FC236}">
                <a16:creationId xmlns:a16="http://schemas.microsoft.com/office/drawing/2014/main" id="{A644918A-AFDA-4380-BE9E-5007FA02ACE2}"/>
              </a:ext>
            </a:extLst>
          </p:cNvPr>
          <p:cNvSpPr>
            <a:spLocks xmlns:a="http://schemas.openxmlformats.org/drawingml/2006/main" noGrp="1"/>
          </p:cNvSpPr>
          <p:nvPr/>
        </p:nvSpPr>
        <p:spPr>
          <a:xfrm xmlns:a="http://schemas.openxmlformats.org/drawingml/2006/main">
            <a:off x="6364224"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持续多少秒</a:t>
            </a:r>
          </a:p>
        </p:txBody>
      </p:sp>
    </p:spTree>
    <p:extLst>
      <p:ext uri="{BB962C8B-B14F-4D97-AF65-F5344CB8AC3E}">
        <p14:creationId xmlns:p14="http://schemas.microsoft.com/office/powerpoint/2010/main" val="123731094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85ACEAD-BD65-458E-8374-8D6CCD0FACB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483D794-CE4E-4B5B-893C-A344ECDDF0B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2AEE4A1-5E17-44FC-A009-85D8F8F4DDB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先数样本，再数bit，最后换成Byte</a:t>
            </a:r>
          </a:p>
        </p:txBody>
      </p:sp>
      <p:sp>
        <p:nvSpPr>
          <p:cNvPr id="5" name="TextBox 4">
            <a:extLst xmlns:a="http://schemas.openxmlformats.org/drawingml/2006/main">
              <a:ext uri="{FF2B5EF4-FFF2-40B4-BE49-F238E27FC236}">
                <a16:creationId xmlns:a16="http://schemas.microsoft.com/office/drawing/2014/main" id="{CA222C35-F473-48D0-A7F0-756065CDAFF7}"/>
              </a:ext>
            </a:extLst>
          </p:cNvPr>
          <p:cNvSpPr>
            <a:spLocks xmlns:a="http://schemas.openxmlformats.org/drawingml/2006/main" noGrp="1"/>
          </p:cNvSpPr>
          <p:nvPr/>
        </p:nvSpPr>
        <p:spPr>
          <a:xfrm xmlns:a="http://schemas.openxmlformats.org/drawingml/2006/main">
            <a:off x="822960" y="2076450"/>
            <a:ext cx="1078992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2 样本/秒 × 4 秒 × 1 声道 = 8 个样本</a:t>
            </a:r>
          </a:p>
        </p:txBody>
      </p:sp>
      <p:sp>
        <p:nvSpPr>
          <p:cNvPr id="6" name="Rectangle 5">
            <a:extLst xmlns:a="http://schemas.openxmlformats.org/drawingml/2006/main">
              <a:ext uri="{FF2B5EF4-FFF2-40B4-BE49-F238E27FC236}">
                <a16:creationId xmlns:a16="http://schemas.microsoft.com/office/drawing/2014/main" id="{C38ABDF1-0E25-46CA-8A3E-B6127CB9B413}"/>
              </a:ext>
            </a:extLst>
          </p:cNvPr>
          <p:cNvSpPr>
            <a:spLocks xmlns:a="http://schemas.openxmlformats.org/drawingml/2006/main" noGrp="1"/>
          </p:cNvSpPr>
          <p:nvPr/>
        </p:nvSpPr>
        <p:spPr>
          <a:xfrm xmlns:a="http://schemas.openxmlformats.org/drawingml/2006/main">
            <a:off x="94183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F466CB2-25A1-451A-936D-48199C10D9F1}"/>
              </a:ext>
            </a:extLst>
          </p:cNvPr>
          <p:cNvSpPr>
            <a:spLocks xmlns:a="http://schemas.openxmlformats.org/drawingml/2006/main" noGrp="1"/>
          </p:cNvSpPr>
          <p:nvPr/>
        </p:nvSpPr>
        <p:spPr>
          <a:xfrm xmlns:a="http://schemas.openxmlformats.org/drawingml/2006/main">
            <a:off x="106070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8" name="Rectangle 7">
            <a:extLst xmlns:a="http://schemas.openxmlformats.org/drawingml/2006/main">
              <a:ext uri="{FF2B5EF4-FFF2-40B4-BE49-F238E27FC236}">
                <a16:creationId xmlns:a16="http://schemas.microsoft.com/office/drawing/2014/main" id="{4C52E847-DBCE-45D1-AD2D-3355CFF51A66}"/>
              </a:ext>
            </a:extLst>
          </p:cNvPr>
          <p:cNvSpPr>
            <a:spLocks xmlns:a="http://schemas.openxmlformats.org/drawingml/2006/main" noGrp="1"/>
          </p:cNvSpPr>
          <p:nvPr/>
        </p:nvSpPr>
        <p:spPr>
          <a:xfrm xmlns:a="http://schemas.openxmlformats.org/drawingml/2006/main">
            <a:off x="2231136"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CA911DC-D749-4053-B49D-C18EAD1C06A4}"/>
              </a:ext>
            </a:extLst>
          </p:cNvPr>
          <p:cNvSpPr>
            <a:spLocks xmlns:a="http://schemas.openxmlformats.org/drawingml/2006/main" noGrp="1"/>
          </p:cNvSpPr>
          <p:nvPr/>
        </p:nvSpPr>
        <p:spPr>
          <a:xfrm xmlns:a="http://schemas.openxmlformats.org/drawingml/2006/main">
            <a:off x="235000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0" name="Rectangle 9">
            <a:extLst xmlns:a="http://schemas.openxmlformats.org/drawingml/2006/main">
              <a:ext uri="{FF2B5EF4-FFF2-40B4-BE49-F238E27FC236}">
                <a16:creationId xmlns:a16="http://schemas.microsoft.com/office/drawing/2014/main" id="{EE7AB331-4A84-40F5-924C-29BEECEC4D20}"/>
              </a:ext>
            </a:extLst>
          </p:cNvPr>
          <p:cNvSpPr>
            <a:spLocks xmlns:a="http://schemas.openxmlformats.org/drawingml/2006/main" noGrp="1"/>
          </p:cNvSpPr>
          <p:nvPr/>
        </p:nvSpPr>
        <p:spPr>
          <a:xfrm xmlns:a="http://schemas.openxmlformats.org/drawingml/2006/main">
            <a:off x="352043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60C4F071-56C6-48BA-8586-450A86884894}"/>
              </a:ext>
            </a:extLst>
          </p:cNvPr>
          <p:cNvSpPr>
            <a:spLocks xmlns:a="http://schemas.openxmlformats.org/drawingml/2006/main" noGrp="1"/>
          </p:cNvSpPr>
          <p:nvPr/>
        </p:nvSpPr>
        <p:spPr>
          <a:xfrm xmlns:a="http://schemas.openxmlformats.org/drawingml/2006/main">
            <a:off x="3639311"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2" name="Rectangle 11">
            <a:extLst xmlns:a="http://schemas.openxmlformats.org/drawingml/2006/main">
              <a:ext uri="{FF2B5EF4-FFF2-40B4-BE49-F238E27FC236}">
                <a16:creationId xmlns:a16="http://schemas.microsoft.com/office/drawing/2014/main" id="{6164B45A-DF45-4D45-891C-61B0A0E2B073}"/>
              </a:ext>
            </a:extLst>
          </p:cNvPr>
          <p:cNvSpPr>
            <a:spLocks xmlns:a="http://schemas.openxmlformats.org/drawingml/2006/main" noGrp="1"/>
          </p:cNvSpPr>
          <p:nvPr/>
        </p:nvSpPr>
        <p:spPr>
          <a:xfrm xmlns:a="http://schemas.openxmlformats.org/drawingml/2006/main">
            <a:off x="4809744"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C68F53FF-826B-4C19-A5F0-E037997E39CE}"/>
              </a:ext>
            </a:extLst>
          </p:cNvPr>
          <p:cNvSpPr>
            <a:spLocks xmlns:a="http://schemas.openxmlformats.org/drawingml/2006/main" noGrp="1"/>
          </p:cNvSpPr>
          <p:nvPr/>
        </p:nvSpPr>
        <p:spPr>
          <a:xfrm xmlns:a="http://schemas.openxmlformats.org/drawingml/2006/main">
            <a:off x="4928616"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4" name="Rectangle 13">
            <a:extLst xmlns:a="http://schemas.openxmlformats.org/drawingml/2006/main">
              <a:ext uri="{FF2B5EF4-FFF2-40B4-BE49-F238E27FC236}">
                <a16:creationId xmlns:a16="http://schemas.microsoft.com/office/drawing/2014/main" id="{7CB55757-E4B5-451D-914C-88AB5020C7E3}"/>
              </a:ext>
            </a:extLst>
          </p:cNvPr>
          <p:cNvSpPr>
            <a:spLocks xmlns:a="http://schemas.openxmlformats.org/drawingml/2006/main" noGrp="1"/>
          </p:cNvSpPr>
          <p:nvPr/>
        </p:nvSpPr>
        <p:spPr>
          <a:xfrm xmlns:a="http://schemas.openxmlformats.org/drawingml/2006/main">
            <a:off x="6099048"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B54934C-F3A6-43CE-AC75-732F477B8F7F}"/>
              </a:ext>
            </a:extLst>
          </p:cNvPr>
          <p:cNvSpPr>
            <a:spLocks xmlns:a="http://schemas.openxmlformats.org/drawingml/2006/main" noGrp="1"/>
          </p:cNvSpPr>
          <p:nvPr/>
        </p:nvSpPr>
        <p:spPr>
          <a:xfrm xmlns:a="http://schemas.openxmlformats.org/drawingml/2006/main">
            <a:off x="6217920"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6" name="Rectangle 15">
            <a:extLst xmlns:a="http://schemas.openxmlformats.org/drawingml/2006/main">
              <a:ext uri="{FF2B5EF4-FFF2-40B4-BE49-F238E27FC236}">
                <a16:creationId xmlns:a16="http://schemas.microsoft.com/office/drawing/2014/main" id="{8017E0A5-3442-45AF-A91D-BF010999F5B9}"/>
              </a:ext>
            </a:extLst>
          </p:cNvPr>
          <p:cNvSpPr>
            <a:spLocks xmlns:a="http://schemas.openxmlformats.org/drawingml/2006/main" noGrp="1"/>
          </p:cNvSpPr>
          <p:nvPr/>
        </p:nvSpPr>
        <p:spPr>
          <a:xfrm xmlns:a="http://schemas.openxmlformats.org/drawingml/2006/main">
            <a:off x="738835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0169B95-F358-4396-A184-5641B18D553D}"/>
              </a:ext>
            </a:extLst>
          </p:cNvPr>
          <p:cNvSpPr>
            <a:spLocks xmlns:a="http://schemas.openxmlformats.org/drawingml/2006/main" noGrp="1"/>
          </p:cNvSpPr>
          <p:nvPr/>
        </p:nvSpPr>
        <p:spPr>
          <a:xfrm xmlns:a="http://schemas.openxmlformats.org/drawingml/2006/main">
            <a:off x="750722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8" name="Rectangle 17">
            <a:extLst xmlns:a="http://schemas.openxmlformats.org/drawingml/2006/main">
              <a:ext uri="{FF2B5EF4-FFF2-40B4-BE49-F238E27FC236}">
                <a16:creationId xmlns:a16="http://schemas.microsoft.com/office/drawing/2014/main" id="{1CC848D8-D4A3-4D04-BBE2-D9D16F968991}"/>
              </a:ext>
            </a:extLst>
          </p:cNvPr>
          <p:cNvSpPr>
            <a:spLocks xmlns:a="http://schemas.openxmlformats.org/drawingml/2006/main" noGrp="1"/>
          </p:cNvSpPr>
          <p:nvPr/>
        </p:nvSpPr>
        <p:spPr>
          <a:xfrm xmlns:a="http://schemas.openxmlformats.org/drawingml/2006/main">
            <a:off x="8677655"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3DD43CA4-4CDA-4163-8D53-968E606B09BC}"/>
              </a:ext>
            </a:extLst>
          </p:cNvPr>
          <p:cNvSpPr>
            <a:spLocks xmlns:a="http://schemas.openxmlformats.org/drawingml/2006/main" noGrp="1"/>
          </p:cNvSpPr>
          <p:nvPr/>
        </p:nvSpPr>
        <p:spPr>
          <a:xfrm xmlns:a="http://schemas.openxmlformats.org/drawingml/2006/main">
            <a:off x="879652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0" name="Rectangle 19">
            <a:extLst xmlns:a="http://schemas.openxmlformats.org/drawingml/2006/main">
              <a:ext uri="{FF2B5EF4-FFF2-40B4-BE49-F238E27FC236}">
                <a16:creationId xmlns:a16="http://schemas.microsoft.com/office/drawing/2014/main" id="{9FDB4B15-172C-4E16-A637-E4911200AB30}"/>
              </a:ext>
            </a:extLst>
          </p:cNvPr>
          <p:cNvSpPr>
            <a:spLocks xmlns:a="http://schemas.openxmlformats.org/drawingml/2006/main" noGrp="1"/>
          </p:cNvSpPr>
          <p:nvPr/>
        </p:nvSpPr>
        <p:spPr>
          <a:xfrm xmlns:a="http://schemas.openxmlformats.org/drawingml/2006/main">
            <a:off x="996695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3DD44E37-4E79-4AC6-9FC3-27BEF79CA0ED}"/>
              </a:ext>
            </a:extLst>
          </p:cNvPr>
          <p:cNvSpPr>
            <a:spLocks xmlns:a="http://schemas.openxmlformats.org/drawingml/2006/main" noGrp="1"/>
          </p:cNvSpPr>
          <p:nvPr/>
        </p:nvSpPr>
        <p:spPr>
          <a:xfrm xmlns:a="http://schemas.openxmlformats.org/drawingml/2006/main">
            <a:off x="10085832"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2" name="TextBox 21">
            <a:extLst xmlns:a="http://schemas.openxmlformats.org/drawingml/2006/main">
              <a:ext uri="{FF2B5EF4-FFF2-40B4-BE49-F238E27FC236}">
                <a16:creationId xmlns:a16="http://schemas.microsoft.com/office/drawing/2014/main" id="{04E3ABDC-8723-43B3-962B-2F2015466408}"/>
              </a:ext>
            </a:extLst>
          </p:cNvPr>
          <p:cNvSpPr>
            <a:spLocks xmlns:a="http://schemas.openxmlformats.org/drawingml/2006/main" noGrp="1"/>
          </p:cNvSpPr>
          <p:nvPr/>
        </p:nvSpPr>
        <p:spPr>
          <a:xfrm xmlns:a="http://schemas.openxmlformats.org/drawingml/2006/main">
            <a:off x="832104" y="4389120"/>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007C9B"/>
                </a:solidFill>
                <a:latin typeface="Alibaba PuHuiTi 3.0 115 Black"/>
                <a:ea typeface="Alibaba PuHuiTi 3.0 115 Black"/>
                <a:cs typeface="Alibaba PuHuiTi 3.0 115 Black"/>
              </a:defRPr>
            </a:pPr>
            <a:r>
              <a:rPr sz="2700" b="1">
                <a:solidFill>
                  <a:srgbClr val="007C9B"/>
                </a:solidFill>
                <a:latin typeface="Alibaba PuHuiTi 3.0 115 Black"/>
                <a:ea typeface="Alibaba PuHuiTi 3.0 115 Black"/>
                <a:cs typeface="Alibaba PuHuiTi 3.0 115 Black"/>
              </a:rPr>
              <a:t>8 个样本 × 3 bit = 24 bit = 3 Byte</a:t>
            </a:r>
          </a:p>
        </p:txBody>
      </p:sp>
      <p:sp>
        <p:nvSpPr>
          <p:cNvPr id="23" name="TextBox 22">
            <a:extLst xmlns:a="http://schemas.openxmlformats.org/drawingml/2006/main">
              <a:ext uri="{FF2B5EF4-FFF2-40B4-BE49-F238E27FC236}">
                <a16:creationId xmlns:a16="http://schemas.microsoft.com/office/drawing/2014/main" id="{228D9069-CDDE-4666-91A6-16BE6C51E39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不同声道要各自记录样本；声道数翻倍，未压缩样本数据量也翻倍。</a:t>
            </a:r>
          </a:p>
        </p:txBody>
      </p:sp>
      <p:sp>
        <p:nvSpPr>
          <p:cNvPr id="24" name="packed-model-condition">
            <a:extLst xmlns:a="http://schemas.openxmlformats.org/drawingml/2006/main">
              <a:ext uri="{FF2B5EF4-FFF2-40B4-BE49-F238E27FC236}">
                <a16:creationId xmlns:a16="http://schemas.microsoft.com/office/drawing/2014/main" id="{3EC7DFC6-2787-4CD5-9AB6-6152ADFCA1AC}"/>
              </a:ext>
            </a:extLst>
          </p:cNvPr>
          <p:cNvSpPr>
            <a:spLocks xmlns:a="http://schemas.openxmlformats.org/drawingml/2006/main" noGrp="1"/>
          </p:cNvSpPr>
          <p:nvPr/>
        </p:nvSpPr>
        <p:spPr>
          <a:xfrm xmlns:a="http://schemas.openxmlformats.org/drawingml/2006/main">
            <a:off x="609600" y="1485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3bit教学模型：码字连续打包；不是实际16bit PCM文件。</a:t>
            </a:r>
          </a:p>
        </p:txBody>
      </p:sp>
    </p:spTree>
    <p:extLst>
      <p:ext uri="{BB962C8B-B14F-4D97-AF65-F5344CB8AC3E}">
        <p14:creationId xmlns:p14="http://schemas.microsoft.com/office/powerpoint/2010/main" val="9886554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1F3E7FD-73DA-4844-944C-2285F0FB77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7D42B4A-3AE5-4F03-82DD-F0B6DBDA58B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F6CCA1E-E55B-46D0-A61E-695D806BB50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未压缩PCM数据量公式，从哪里来？</a:t>
            </a:r>
          </a:p>
        </p:txBody>
      </p:sp>
      <p:sp>
        <p:nvSpPr>
          <p:cNvPr id="5" name="text">
            <a:extLst xmlns:a="http://schemas.openxmlformats.org/drawingml/2006/main">
              <a:ext uri="{FF2B5EF4-FFF2-40B4-BE49-F238E27FC236}">
                <a16:creationId xmlns:a16="http://schemas.microsoft.com/office/drawing/2014/main" id="{3088057E-027E-49DE-9423-F3C48714B5F4}"/>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未压缩、固定存储位宽；先算样本数量，再算每份大小。</a:t>
            </a:r>
          </a:p>
        </p:txBody>
      </p:sp>
      <p:sp>
        <p:nvSpPr>
          <p:cNvPr id="6" name="count-heading">
            <a:extLst xmlns:a="http://schemas.openxmlformats.org/drawingml/2006/main">
              <a:ext uri="{FF2B5EF4-FFF2-40B4-BE49-F238E27FC236}">
                <a16:creationId xmlns:a16="http://schemas.microsoft.com/office/drawing/2014/main" id="{20BAAC1E-C61A-459A-874C-84076D4E2513}"/>
              </a:ext>
            </a:extLst>
          </p:cNvPr>
          <p:cNvSpPr>
            <a:spLocks xmlns:a="http://schemas.openxmlformats.org/drawingml/2006/main" noGrp="1"/>
          </p:cNvSpPr>
          <p:nvPr/>
        </p:nvSpPr>
        <p:spPr>
          <a:xfrm xmlns:a="http://schemas.openxmlformats.org/drawingml/2006/main">
            <a:off x="609600" y="2628900"/>
            <a:ext cx="457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每声道样本数</a:t>
            </a:r>
          </a:p>
        </p:txBody>
      </p:sp>
      <p:sp>
        <p:nvSpPr>
          <p:cNvPr id="7" name="count-factors">
            <a:extLst xmlns:a="http://schemas.openxmlformats.org/drawingml/2006/main">
              <a:ext uri="{FF2B5EF4-FFF2-40B4-BE49-F238E27FC236}">
                <a16:creationId xmlns:a16="http://schemas.microsoft.com/office/drawing/2014/main" id="{3518E8AC-6ABB-46AC-AD2D-00756B57CC50}"/>
              </a:ext>
            </a:extLst>
          </p:cNvPr>
          <p:cNvSpPr>
            <a:spLocks xmlns:a="http://schemas.openxmlformats.org/drawingml/2006/main" noGrp="1"/>
          </p:cNvSpPr>
          <p:nvPr/>
        </p:nvSpPr>
        <p:spPr>
          <a:xfrm xmlns:a="http://schemas.openxmlformats.org/drawingml/2006/main">
            <a:off x="609600" y="32766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采样率 × 秒数</a:t>
            </a:r>
          </a:p>
        </p:txBody>
      </p:sp>
      <p:sp>
        <p:nvSpPr>
          <p:cNvPr id="8" name="width-heading">
            <a:extLst xmlns:a="http://schemas.openxmlformats.org/drawingml/2006/main">
              <a:ext uri="{FF2B5EF4-FFF2-40B4-BE49-F238E27FC236}">
                <a16:creationId xmlns:a16="http://schemas.microsoft.com/office/drawing/2014/main" id="{FF87EB17-A766-43C8-BD90-D3B4AB101C6C}"/>
              </a:ext>
            </a:extLst>
          </p:cNvPr>
          <p:cNvSpPr>
            <a:spLocks xmlns:a="http://schemas.openxmlformats.org/drawingml/2006/main" noGrp="1"/>
          </p:cNvSpPr>
          <p:nvPr/>
        </p:nvSpPr>
        <p:spPr>
          <a:xfrm xmlns:a="http://schemas.openxmlformats.org/drawingml/2006/main">
            <a:off x="6515100" y="2628900"/>
            <a:ext cx="5067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同一时刻的数据量</a:t>
            </a:r>
          </a:p>
        </p:txBody>
      </p:sp>
      <p:sp>
        <p:nvSpPr>
          <p:cNvPr id="9" name="width-factors">
            <a:extLst xmlns:a="http://schemas.openxmlformats.org/drawingml/2006/main">
              <a:ext uri="{FF2B5EF4-FFF2-40B4-BE49-F238E27FC236}">
                <a16:creationId xmlns:a16="http://schemas.microsoft.com/office/drawing/2014/main" id="{5B5B5099-C026-41BF-AE5C-06C51DF44D9D}"/>
              </a:ext>
            </a:extLst>
          </p:cNvPr>
          <p:cNvSpPr>
            <a:spLocks xmlns:a="http://schemas.openxmlformats.org/drawingml/2006/main" noGrp="1"/>
          </p:cNvSpPr>
          <p:nvPr/>
        </p:nvSpPr>
        <p:spPr>
          <a:xfrm xmlns:a="http://schemas.openxmlformats.org/drawingml/2006/main">
            <a:off x="6515100" y="3276600"/>
            <a:ext cx="5067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声道数 ×（存储位宽 ÷ 8）</a:t>
            </a:r>
          </a:p>
        </p:txBody>
      </p:sp>
      <p:sp>
        <p:nvSpPr>
          <p:cNvPr id="10" name="multiply-sign">
            <a:extLst xmlns:a="http://schemas.openxmlformats.org/drawingml/2006/main">
              <a:ext uri="{FF2B5EF4-FFF2-40B4-BE49-F238E27FC236}">
                <a16:creationId xmlns:a16="http://schemas.microsoft.com/office/drawing/2014/main" id="{D877E708-B5C8-4F45-9252-16883D56E761}"/>
              </a:ext>
            </a:extLst>
          </p:cNvPr>
          <p:cNvSpPr>
            <a:spLocks xmlns:a="http://schemas.openxmlformats.org/drawingml/2006/main" noGrp="1"/>
          </p:cNvSpPr>
          <p:nvPr/>
        </p:nvSpPr>
        <p:spPr>
          <a:xfrm xmlns:a="http://schemas.openxmlformats.org/drawingml/2006/main">
            <a:off x="5543550" y="3209925"/>
            <a:ext cx="609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a:t>
            </a:r>
          </a:p>
        </p:txBody>
      </p:sp>
      <p:sp>
        <p:nvSpPr>
          <p:cNvPr id="11" name="payload-equation">
            <a:extLst xmlns:a="http://schemas.openxmlformats.org/drawingml/2006/main">
              <a:ext uri="{FF2B5EF4-FFF2-40B4-BE49-F238E27FC236}">
                <a16:creationId xmlns:a16="http://schemas.microsoft.com/office/drawing/2014/main" id="{3694E9DB-2B30-48F1-BBE6-9508D16F6A1C}"/>
              </a:ext>
            </a:extLst>
          </p:cNvPr>
          <p:cNvSpPr>
            <a:spLocks xmlns:a="http://schemas.openxmlformats.org/drawingml/2006/main" noGrp="1"/>
          </p:cNvSpPr>
          <p:nvPr/>
        </p:nvSpPr>
        <p:spPr>
          <a:xfrm xmlns:a="http://schemas.openxmlformats.org/drawingml/2006/main">
            <a:off x="609600" y="49815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PCM样本字节数＝每声道样本数 × 每时刻字节数</a:t>
            </a:r>
          </a:p>
        </p:txBody>
      </p:sp>
      <p:sp>
        <p:nvSpPr>
          <p:cNvPr id="12" name="text">
            <a:extLst xmlns:a="http://schemas.openxmlformats.org/drawingml/2006/main">
              <a:ext uri="{FF2B5EF4-FFF2-40B4-BE49-F238E27FC236}">
                <a16:creationId xmlns:a16="http://schemas.microsoft.com/office/drawing/2014/main" id="{4EE7D911-9665-4BD9-AC59-9E06B548FFD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Hz用每秒计数；时长用秒；8 bit＝1 Byte。</a:t>
            </a:r>
          </a:p>
        </p:txBody>
      </p:sp>
    </p:spTree>
    <p:extLst>
      <p:ext uri="{BB962C8B-B14F-4D97-AF65-F5344CB8AC3E}">
        <p14:creationId xmlns:p14="http://schemas.microsoft.com/office/powerpoint/2010/main" val="50106825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9649B05-E401-4ED1-ABB9-36BF6B81B3E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0020634-36C4-486E-A4F2-D06C465B14E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BCA0A6F-F5F2-4437-B466-6EE33788617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E31669BC-9C0A-4F3F-8142-77DED8B4B1C9}"/>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D0809662-B334-4427-BFFA-5DA8301324A8}"/>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EC65EDDE-C6FA-46A0-92AB-CA53F50E98BD}"/>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先标出每个数字的含义。</a:t>
            </a:r>
          </a:p>
        </p:txBody>
      </p:sp>
    </p:spTree>
    <p:extLst>
      <p:ext uri="{BB962C8B-B14F-4D97-AF65-F5344CB8AC3E}">
        <p14:creationId xmlns:p14="http://schemas.microsoft.com/office/powerpoint/2010/main" val="1436871140"/>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7B172FB-5B5B-4E7C-B02F-491B8773BD7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5E2CBD1-E57B-4C50-A1B2-56C395E79FA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8A8FEF9-8020-4045-B551-11DF86EB213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64F18342-A32D-43DC-80EF-66270DBA48F5}"/>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6180F880-7969-46E8-B53A-4748D6FC5F8C}"/>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E4CE2F24-A34D-498C-B4EF-4D6D7CCDA7B5}"/>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每声道：16,000 × 5＝80,000 个样本</a:t>
            </a:r>
          </a:p>
        </p:txBody>
      </p:sp>
      <p:sp>
        <p:nvSpPr>
          <p:cNvPr id="8" name="calculation-step-1">
            <a:extLst xmlns:a="http://schemas.openxmlformats.org/drawingml/2006/main">
              <a:ext uri="{FF2B5EF4-FFF2-40B4-BE49-F238E27FC236}">
                <a16:creationId xmlns:a16="http://schemas.microsoft.com/office/drawing/2014/main" id="{FCD090C7-A671-4BA4-B87A-5407C359E278}"/>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每样本：8 bit ÷ 8＝1 Byte</a:t>
            </a:r>
          </a:p>
        </p:txBody>
      </p:sp>
      <p:sp>
        <p:nvSpPr>
          <p:cNvPr id="9" name="calculation-step-2">
            <a:extLst xmlns:a="http://schemas.openxmlformats.org/drawingml/2006/main">
              <a:ext uri="{FF2B5EF4-FFF2-40B4-BE49-F238E27FC236}">
                <a16:creationId xmlns:a16="http://schemas.microsoft.com/office/drawing/2014/main" id="{EC975187-ED6E-4307-BA89-B1A30FE3B0EF}"/>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双声道：80,000 × 2 × 1＝160,000 Byte</a:t>
            </a:r>
          </a:p>
        </p:txBody>
      </p:sp>
      <p:sp>
        <p:nvSpPr>
          <p:cNvPr id="10" name="practice-answer">
            <a:extLst xmlns:a="http://schemas.openxmlformats.org/drawingml/2006/main">
              <a:ext uri="{FF2B5EF4-FFF2-40B4-BE49-F238E27FC236}">
                <a16:creationId xmlns:a16="http://schemas.microsoft.com/office/drawing/2014/main" id="{59213D46-0B45-4FAB-A526-9ABFD5744F8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答案：160,000 Byte</a:t>
            </a:r>
          </a:p>
        </p:txBody>
      </p:sp>
    </p:spTree>
    <p:extLst>
      <p:ext uri="{BB962C8B-B14F-4D97-AF65-F5344CB8AC3E}">
        <p14:creationId xmlns:p14="http://schemas.microsoft.com/office/powerpoint/2010/main" val="166444117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Tree>
    <p:extLst>
      <p:ext uri="{BB962C8B-B14F-4D97-AF65-F5344CB8AC3E}">
        <p14:creationId xmlns:p14="http://schemas.microsoft.com/office/powerpoint/2010/main" val="156050069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Tree>
    <p:extLst>
      <p:ext uri="{BB962C8B-B14F-4D97-AF65-F5344CB8AC3E}">
        <p14:creationId xmlns:p14="http://schemas.microsoft.com/office/powerpoint/2010/main" val="156050069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Tree>
    <p:extLst>
      <p:ext uri="{BB962C8B-B14F-4D97-AF65-F5344CB8AC3E}">
        <p14:creationId xmlns:p14="http://schemas.microsoft.com/office/powerpoint/2010/main" val="156050069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299D16D-B339-4B0F-9806-028C3B69DB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8100A9D-3AE7-437C-A678-CF43999231A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78990BA-5725-4A9E-AFA4-5232DE79BC83}"/>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为什么文件还需要压缩？</a:t>
            </a:r>
          </a:p>
        </p:txBody>
      </p:sp>
      <p:sp>
        <p:nvSpPr>
          <p:cNvPr id="5" name="TextBox 4">
            <a:extLst xmlns:a="http://schemas.openxmlformats.org/drawingml/2006/main">
              <a:ext uri="{FF2B5EF4-FFF2-40B4-BE49-F238E27FC236}">
                <a16:creationId xmlns:a16="http://schemas.microsoft.com/office/drawing/2014/main" id="{E5D9E495-69C5-4558-BB75-1B99EB069F32}"/>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第二课时｜音频、视频编码与数据压缩</a:t>
            </a:r>
          </a:p>
        </p:txBody>
      </p:sp>
    </p:spTree>
    <p:extLst>
      <p:ext uri="{BB962C8B-B14F-4D97-AF65-F5344CB8AC3E}">
        <p14:creationId xmlns:p14="http://schemas.microsoft.com/office/powerpoint/2010/main" val="1647313591"/>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A51B1A3-3586-41EF-A28D-ADB680FBB8C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63C254A-0819-4817-B4AF-0F54D5FE901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EAD6507-1564-44A0-9249-ED63AA94EE8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先回忆：这四个数字，分别是什么意思？</a:t>
            </a:r>
          </a:p>
        </p:txBody>
      </p:sp>
      <p:sp>
        <p:nvSpPr>
          <p:cNvPr id="5" name="TextBox 4">
            <a:extLst xmlns:a="http://schemas.openxmlformats.org/drawingml/2006/main">
              <a:ext uri="{FF2B5EF4-FFF2-40B4-BE49-F238E27FC236}">
                <a16:creationId xmlns:a16="http://schemas.microsoft.com/office/drawing/2014/main" id="{3F8F754F-E919-44EF-B86B-437AACDADB05}"/>
              </a:ext>
            </a:extLst>
          </p:cNvPr>
          <p:cNvSpPr>
            <a:spLocks xmlns:a="http://schemas.openxmlformats.org/drawingml/2006/main" noGrp="1"/>
          </p:cNvSpPr>
          <p:nvPr/>
        </p:nvSpPr>
        <p:spPr>
          <a:xfrm xmlns:a="http://schemas.openxmlformats.org/drawingml/2006/main">
            <a:off x="859536"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48,000 Hz</a:t>
            </a:r>
          </a:p>
        </p:txBody>
      </p:sp>
      <p:sp>
        <p:nvSpPr>
          <p:cNvPr id="6" name="TextBox 5">
            <a:extLst xmlns:a="http://schemas.openxmlformats.org/drawingml/2006/main">
              <a:ext uri="{FF2B5EF4-FFF2-40B4-BE49-F238E27FC236}">
                <a16:creationId xmlns:a16="http://schemas.microsoft.com/office/drawing/2014/main" id="{041B745E-4C8C-4787-AE18-9812501D75F1}"/>
              </a:ext>
            </a:extLst>
          </p:cNvPr>
          <p:cNvSpPr>
            <a:spLocks xmlns:a="http://schemas.openxmlformats.org/drawingml/2006/main" noGrp="1"/>
          </p:cNvSpPr>
          <p:nvPr/>
        </p:nvSpPr>
        <p:spPr>
          <a:xfrm xmlns:a="http://schemas.openxmlformats.org/drawingml/2006/main">
            <a:off x="859536"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每秒取样次数</a:t>
            </a:r>
          </a:p>
        </p:txBody>
      </p:sp>
      <p:sp>
        <p:nvSpPr>
          <p:cNvPr id="7" name="TextBox 6">
            <a:extLst xmlns:a="http://schemas.openxmlformats.org/drawingml/2006/main">
              <a:ext uri="{FF2B5EF4-FFF2-40B4-BE49-F238E27FC236}">
                <a16:creationId xmlns:a16="http://schemas.microsoft.com/office/drawing/2014/main" id="{A46D0309-A763-4576-BA63-806BDAF207FA}"/>
              </a:ext>
            </a:extLst>
          </p:cNvPr>
          <p:cNvSpPr>
            <a:spLocks xmlns:a="http://schemas.openxmlformats.org/drawingml/2006/main" noGrp="1"/>
          </p:cNvSpPr>
          <p:nvPr/>
        </p:nvSpPr>
        <p:spPr>
          <a:xfrm xmlns:a="http://schemas.openxmlformats.org/drawingml/2006/main">
            <a:off x="6455664"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16 bit</a:t>
            </a:r>
          </a:p>
        </p:txBody>
      </p:sp>
      <p:sp>
        <p:nvSpPr>
          <p:cNvPr id="8" name="TextBox 7">
            <a:extLst xmlns:a="http://schemas.openxmlformats.org/drawingml/2006/main">
              <a:ext uri="{FF2B5EF4-FFF2-40B4-BE49-F238E27FC236}">
                <a16:creationId xmlns:a16="http://schemas.microsoft.com/office/drawing/2014/main" id="{B79E5FDD-C245-4F87-B27C-06C2A660519C}"/>
              </a:ext>
            </a:extLst>
          </p:cNvPr>
          <p:cNvSpPr>
            <a:spLocks xmlns:a="http://schemas.openxmlformats.org/drawingml/2006/main" noGrp="1"/>
          </p:cNvSpPr>
          <p:nvPr/>
        </p:nvSpPr>
        <p:spPr>
          <a:xfrm xmlns:a="http://schemas.openxmlformats.org/drawingml/2006/main">
            <a:off x="6455664"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每样本的位数</a:t>
            </a:r>
          </a:p>
        </p:txBody>
      </p:sp>
      <p:sp>
        <p:nvSpPr>
          <p:cNvPr id="9" name="TextBox 8">
            <a:extLst xmlns:a="http://schemas.openxmlformats.org/drawingml/2006/main">
              <a:ext uri="{FF2B5EF4-FFF2-40B4-BE49-F238E27FC236}">
                <a16:creationId xmlns:a16="http://schemas.microsoft.com/office/drawing/2014/main" id="{AC6FEBB1-D865-4F37-8813-A97CA8525A7D}"/>
              </a:ext>
            </a:extLst>
          </p:cNvPr>
          <p:cNvSpPr>
            <a:spLocks xmlns:a="http://schemas.openxmlformats.org/drawingml/2006/main" noGrp="1"/>
          </p:cNvSpPr>
          <p:nvPr/>
        </p:nvSpPr>
        <p:spPr>
          <a:xfrm xmlns:a="http://schemas.openxmlformats.org/drawingml/2006/main">
            <a:off x="859536"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2</a:t>
            </a:r>
          </a:p>
        </p:txBody>
      </p:sp>
      <p:sp>
        <p:nvSpPr>
          <p:cNvPr id="10" name="TextBox 9">
            <a:extLst xmlns:a="http://schemas.openxmlformats.org/drawingml/2006/main">
              <a:ext uri="{FF2B5EF4-FFF2-40B4-BE49-F238E27FC236}">
                <a16:creationId xmlns:a16="http://schemas.microsoft.com/office/drawing/2014/main" id="{4E1AC4D7-448D-4FDE-93B0-21B0C01074D0}"/>
              </a:ext>
            </a:extLst>
          </p:cNvPr>
          <p:cNvSpPr>
            <a:spLocks xmlns:a="http://schemas.openxmlformats.org/drawingml/2006/main" noGrp="1"/>
          </p:cNvSpPr>
          <p:nvPr/>
        </p:nvSpPr>
        <p:spPr>
          <a:xfrm xmlns:a="http://schemas.openxmlformats.org/drawingml/2006/main">
            <a:off x="859536"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左右两个声道</a:t>
            </a:r>
          </a:p>
        </p:txBody>
      </p:sp>
      <p:sp>
        <p:nvSpPr>
          <p:cNvPr id="11" name="TextBox 10">
            <a:extLst xmlns:a="http://schemas.openxmlformats.org/drawingml/2006/main">
              <a:ext uri="{FF2B5EF4-FFF2-40B4-BE49-F238E27FC236}">
                <a16:creationId xmlns:a16="http://schemas.microsoft.com/office/drawing/2014/main" id="{61EE167F-CBB1-45BD-A415-3C2FE805ACCB}"/>
              </a:ext>
            </a:extLst>
          </p:cNvPr>
          <p:cNvSpPr>
            <a:spLocks xmlns:a="http://schemas.openxmlformats.org/drawingml/2006/main" noGrp="1"/>
          </p:cNvSpPr>
          <p:nvPr/>
        </p:nvSpPr>
        <p:spPr>
          <a:xfrm xmlns:a="http://schemas.openxmlformats.org/drawingml/2006/main">
            <a:off x="6455664"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60 s</a:t>
            </a:r>
          </a:p>
        </p:txBody>
      </p:sp>
      <p:sp>
        <p:nvSpPr>
          <p:cNvPr id="12" name="TextBox 11">
            <a:extLst xmlns:a="http://schemas.openxmlformats.org/drawingml/2006/main">
              <a:ext uri="{FF2B5EF4-FFF2-40B4-BE49-F238E27FC236}">
                <a16:creationId xmlns:a16="http://schemas.microsoft.com/office/drawing/2014/main" id="{A31A36E7-AB18-4D71-9140-4AD1127C8A2D}"/>
              </a:ext>
            </a:extLst>
          </p:cNvPr>
          <p:cNvSpPr>
            <a:spLocks xmlns:a="http://schemas.openxmlformats.org/drawingml/2006/main" noGrp="1"/>
          </p:cNvSpPr>
          <p:nvPr/>
        </p:nvSpPr>
        <p:spPr>
          <a:xfrm xmlns:a="http://schemas.openxmlformats.org/drawingml/2006/main">
            <a:off x="6455664"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音频持续时间</a:t>
            </a:r>
          </a:p>
        </p:txBody>
      </p:sp>
      <p:sp>
        <p:nvSpPr>
          <p:cNvPr id="13" name="TextBox 12">
            <a:extLst xmlns:a="http://schemas.openxmlformats.org/drawingml/2006/main">
              <a:ext uri="{FF2B5EF4-FFF2-40B4-BE49-F238E27FC236}">
                <a16:creationId xmlns:a16="http://schemas.microsoft.com/office/drawing/2014/main" id="{751E5C86-5990-4BBA-94AE-12F34A9177C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提醒：1 MB（按1024²换算）在严格单位写法中应称MiB。</a:t>
            </a:r>
          </a:p>
        </p:txBody>
      </p:sp>
    </p:spTree>
    <p:extLst>
      <p:ext uri="{BB962C8B-B14F-4D97-AF65-F5344CB8AC3E}">
        <p14:creationId xmlns:p14="http://schemas.microsoft.com/office/powerpoint/2010/main" val="60373816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F36C739-C494-4ABB-87F4-0AC7D4BDC4D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DEB8769-EF31-4A3A-BBF7-62B7D2B1E3B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2C28D2-25E8-42F2-8D5F-C6B0BFC70C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B935642A-DCE0-416E-93CE-B5473124315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1B797BEA-9D84-41CD-8472-3AB48B9A3136}"/>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04C1E76F-4CC1-4AD5-B5C6-0B471A416687}"/>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先列式，再做单位换算。</a:t>
            </a:r>
          </a:p>
        </p:txBody>
      </p:sp>
    </p:spTree>
    <p:extLst>
      <p:ext uri="{BB962C8B-B14F-4D97-AF65-F5344CB8AC3E}">
        <p14:creationId xmlns:p14="http://schemas.microsoft.com/office/powerpoint/2010/main" val="1850345566"/>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66D5E8A-F42D-4C5C-A7EE-AF6DC04B62C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115AA4B-75DE-4DBA-9B98-D02C61B9106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5067003-B407-495B-A1D1-67228A2EF3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06DA94E1-7A53-4954-A939-234A0E001EFF}"/>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FCDC3A8A-DD8B-4D15-A123-28A4D4AA05D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0DECBB39-16AC-4FE3-BB80-EC82208A2D8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每声道：48,000 × 60＝2,880,000 个样本</a:t>
            </a:r>
          </a:p>
        </p:txBody>
      </p:sp>
      <p:sp>
        <p:nvSpPr>
          <p:cNvPr id="8" name="calculation-step-1">
            <a:extLst xmlns:a="http://schemas.openxmlformats.org/drawingml/2006/main">
              <a:ext uri="{FF2B5EF4-FFF2-40B4-BE49-F238E27FC236}">
                <a16:creationId xmlns:a16="http://schemas.microsoft.com/office/drawing/2014/main" id="{A8CE6ED8-1F3E-4BE3-9F09-DBC398F2E049}"/>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每样本：16 bit ÷ 8＝2 Byte</a:t>
            </a:r>
          </a:p>
        </p:txBody>
      </p:sp>
      <p:sp>
        <p:nvSpPr>
          <p:cNvPr id="9" name="calculation-step-2">
            <a:extLst xmlns:a="http://schemas.openxmlformats.org/drawingml/2006/main">
              <a:ext uri="{FF2B5EF4-FFF2-40B4-BE49-F238E27FC236}">
                <a16:creationId xmlns:a16="http://schemas.microsoft.com/office/drawing/2014/main" id="{C629BE71-1224-4217-9849-65134E09B647}"/>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总量：2,880,000 × 2声道 × 2＝11,520,000 B</a:t>
            </a:r>
          </a:p>
        </p:txBody>
      </p:sp>
      <p:sp>
        <p:nvSpPr>
          <p:cNvPr id="10" name="calculation-step-3">
            <a:extLst xmlns:a="http://schemas.openxmlformats.org/drawingml/2006/main">
              <a:ext uri="{FF2B5EF4-FFF2-40B4-BE49-F238E27FC236}">
                <a16:creationId xmlns:a16="http://schemas.microsoft.com/office/drawing/2014/main" id="{1C7CB7F3-E4B3-4FA8-ADCD-C790BF1213FB}"/>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换算：11,520,000 ÷ 1024² ≈ 10.99 MiB</a:t>
            </a:r>
          </a:p>
        </p:txBody>
      </p:sp>
      <p:sp>
        <p:nvSpPr>
          <p:cNvPr id="11" name="practice-answer">
            <a:extLst xmlns:a="http://schemas.openxmlformats.org/drawingml/2006/main">
              <a:ext uri="{FF2B5EF4-FFF2-40B4-BE49-F238E27FC236}">
                <a16:creationId xmlns:a16="http://schemas.microsoft.com/office/drawing/2014/main" id="{8B86645D-221E-4AFD-9A7C-C3AF2F4C302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答案：约10.99 MiB</a:t>
            </a:r>
          </a:p>
        </p:txBody>
      </p:sp>
    </p:spTree>
    <p:extLst>
      <p:ext uri="{BB962C8B-B14F-4D97-AF65-F5344CB8AC3E}">
        <p14:creationId xmlns:p14="http://schemas.microsoft.com/office/powerpoint/2010/main" val="794302661"/>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362DAEF-B75E-406E-99BF-46E94BA9AE7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FBE21C1-D229-4A3A-987F-26560DE8A08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AA6B79E-E1A0-4C2F-830B-114B1CE2C9F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3D58D31C-D2A3-4E26-84C0-A84F6831A64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B4CA7659-332D-4CAA-BF65-5B6E20BFF70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F71F4805-C040-4396-BD0B-6A9F6A52B406}"/>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先投票：翻倍 / 不变 / 说不清。</a:t>
            </a:r>
          </a:p>
        </p:txBody>
      </p:sp>
    </p:spTree>
    <p:extLst>
      <p:ext uri="{BB962C8B-B14F-4D97-AF65-F5344CB8AC3E}">
        <p14:creationId xmlns:p14="http://schemas.microsoft.com/office/powerpoint/2010/main" val="1801136467"/>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BA1BF46-6D25-4AF9-A841-C3F30AE1D5F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5DDFCD8-3299-42EC-9758-A3928AD50E9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FECA51-F282-4AF3-8F05-018FCB9283B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两个看似有道理的答案，你支持哪一个？</a:t>
            </a:r>
          </a:p>
        </p:txBody>
      </p:sp>
      <p:sp>
        <p:nvSpPr>
          <p:cNvPr id="5" name="Connector 4">
            <a:extLst xmlns:a="http://schemas.openxmlformats.org/drawingml/2006/main">
              <a:ext uri="{FF2B5EF4-FFF2-40B4-BE49-F238E27FC236}">
                <a16:creationId xmlns:a16="http://schemas.microsoft.com/office/drawing/2014/main" id="{3F61939C-3BEF-45FE-B64F-27F1487191AE}"/>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00F1509-332A-45EF-A7B9-6BFF3CF86E70}"/>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观点 A：不变</a:t>
            </a:r>
          </a:p>
        </p:txBody>
      </p:sp>
      <p:sp>
        <p:nvSpPr>
          <p:cNvPr id="7" name="TextBox 6">
            <a:extLst xmlns:a="http://schemas.openxmlformats.org/drawingml/2006/main">
              <a:ext uri="{FF2B5EF4-FFF2-40B4-BE49-F238E27FC236}">
                <a16:creationId xmlns:a16="http://schemas.microsoft.com/office/drawing/2014/main" id="{AC8413F1-127A-44E8-845E-D9E3E2C29A1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观点 B：翻倍</a:t>
            </a:r>
          </a:p>
        </p:txBody>
      </p:sp>
      <p:sp>
        <p:nvSpPr>
          <p:cNvPr id="8" name="TextBox 7">
            <a:extLst xmlns:a="http://schemas.openxmlformats.org/drawingml/2006/main">
              <a:ext uri="{FF2B5EF4-FFF2-40B4-BE49-F238E27FC236}">
                <a16:creationId xmlns:a16="http://schemas.microsoft.com/office/drawing/2014/main" id="{032EE781-27F2-4856-884C-3A45FA8109D7}"/>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采样率没变，位数没变，时长没变，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输出的声道数也没变。</a:t>
            </a:r>
          </a:p>
        </p:txBody>
      </p:sp>
      <p:sp>
        <p:nvSpPr>
          <p:cNvPr id="9" name="TextBox 8">
            <a:extLst xmlns:a="http://schemas.openxmlformats.org/drawingml/2006/main">
              <a:ext uri="{FF2B5EF4-FFF2-40B4-BE49-F238E27FC236}">
                <a16:creationId xmlns:a16="http://schemas.microsoft.com/office/drawing/2014/main" id="{B6AAACEA-1429-4CAA-BD78-9AD73A2A79FF}"/>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录音里多了一份音乐，</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是不是就需要多一份音频数据？</a:t>
            </a:r>
          </a:p>
        </p:txBody>
      </p:sp>
      <p:sp>
        <p:nvSpPr>
          <p:cNvPr id="10" name="TextBox 9">
            <a:extLst xmlns:a="http://schemas.openxmlformats.org/drawingml/2006/main">
              <a:ext uri="{FF2B5EF4-FFF2-40B4-BE49-F238E27FC236}">
                <a16:creationId xmlns:a16="http://schemas.microsoft.com/office/drawing/2014/main" id="{56FBD98A-9BEA-4F18-898E-25E9801ABC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争论的关键：编辑时的“音轨”，是不是导出时的“声道”？</a:t>
            </a:r>
          </a:p>
        </p:txBody>
      </p:sp>
    </p:spTree>
    <p:extLst>
      <p:ext uri="{BB962C8B-B14F-4D97-AF65-F5344CB8AC3E}">
        <p14:creationId xmlns:p14="http://schemas.microsoft.com/office/powerpoint/2010/main" val="1103825675"/>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EBA404E-08CE-4241-B73A-408354AD7F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B937D7B-07AF-4E2C-9434-8DBD9BF713D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183488D-6181-435B-A71E-04EF55E2018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编辑音轨与输出声道，有什么不同？</a:t>
            </a:r>
          </a:p>
        </p:txBody>
      </p:sp>
      <p:sp>
        <p:nvSpPr>
          <p:cNvPr id="5" name="text">
            <a:extLst xmlns:a="http://schemas.openxmlformats.org/drawingml/2006/main">
              <a:ext uri="{FF2B5EF4-FFF2-40B4-BE49-F238E27FC236}">
                <a16:creationId xmlns:a16="http://schemas.microsoft.com/office/drawing/2014/main" id="{26DF4944-9D91-4818-A9AE-D5A18F38CB97}"/>
              </a:ext>
            </a:extLst>
          </p:cNvPr>
          <p:cNvSpPr>
            <a:spLocks xmlns:a="http://schemas.openxmlformats.org/drawingml/2006/main" noGrp="1"/>
          </p:cNvSpPr>
          <p:nvPr/>
        </p:nvSpPr>
        <p:spPr>
          <a:xfrm xmlns:a="http://schemas.openxmlformats.org/drawingml/2006/main">
            <a:off x="609600" y="15811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编辑时：两条音轨</a:t>
            </a:r>
          </a:p>
        </p:txBody>
      </p:sp>
      <p:sp>
        <p:nvSpPr>
          <p:cNvPr id="6" name="text">
            <a:extLst xmlns:a="http://schemas.openxmlformats.org/drawingml/2006/main">
              <a:ext uri="{FF2B5EF4-FFF2-40B4-BE49-F238E27FC236}">
                <a16:creationId xmlns:a16="http://schemas.microsoft.com/office/drawing/2014/main" id="{46BAFEF4-6CB3-4AE0-851D-174D3389E450}"/>
              </a:ext>
            </a:extLst>
          </p:cNvPr>
          <p:cNvSpPr>
            <a:spLocks xmlns:a="http://schemas.openxmlformats.org/drawingml/2006/main" noGrp="1"/>
          </p:cNvSpPr>
          <p:nvPr/>
        </p:nvSpPr>
        <p:spPr>
          <a:xfrm xmlns:a="http://schemas.openxmlformats.org/drawingml/2006/main">
            <a:off x="7905750" y="1581150"/>
            <a:ext cx="3676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输出时：两个声道</a:t>
            </a:r>
          </a:p>
        </p:txBody>
      </p:sp>
      <p:sp>
        <p:nvSpPr>
          <p:cNvPr id="7" name="track-0">
            <a:extLst xmlns:a="http://schemas.openxmlformats.org/drawingml/2006/main">
              <a:ext uri="{FF2B5EF4-FFF2-40B4-BE49-F238E27FC236}">
                <a16:creationId xmlns:a16="http://schemas.microsoft.com/office/drawing/2014/main" id="{C068DB38-5723-42D6-84D5-819FC4197A49}"/>
              </a:ext>
            </a:extLst>
          </p:cNvPr>
          <p:cNvSpPr>
            <a:spLocks xmlns:a="http://schemas.openxmlformats.org/drawingml/2006/main" noGrp="1"/>
          </p:cNvSpPr>
          <p:nvPr/>
        </p:nvSpPr>
        <p:spPr>
          <a:xfrm xmlns:a="http://schemas.openxmlformats.org/drawingml/2006/main">
            <a:off x="609600" y="2619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8" name="track-label-0">
            <a:extLst xmlns:a="http://schemas.openxmlformats.org/drawingml/2006/main">
              <a:ext uri="{FF2B5EF4-FFF2-40B4-BE49-F238E27FC236}">
                <a16:creationId xmlns:a16="http://schemas.microsoft.com/office/drawing/2014/main" id="{9BEC75FC-FED2-47B9-87C3-83B9F258674C}"/>
              </a:ext>
            </a:extLst>
          </p:cNvPr>
          <p:cNvSpPr>
            <a:spLocks xmlns:a="http://schemas.openxmlformats.org/drawingml/2006/main" noGrp="1"/>
          </p:cNvSpPr>
          <p:nvPr/>
        </p:nvSpPr>
        <p:spPr>
          <a:xfrm xmlns:a="http://schemas.openxmlformats.org/drawingml/2006/main">
            <a:off x="790575" y="2809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音轨1：诗朗诵</a:t>
            </a:r>
          </a:p>
        </p:txBody>
      </p:sp>
      <p:sp>
        <p:nvSpPr>
          <p:cNvPr id="9" name="track-1">
            <a:extLst xmlns:a="http://schemas.openxmlformats.org/drawingml/2006/main">
              <a:ext uri="{FF2B5EF4-FFF2-40B4-BE49-F238E27FC236}">
                <a16:creationId xmlns:a16="http://schemas.microsoft.com/office/drawing/2014/main" id="{2318F141-C5C8-4D2B-8848-F7192D94D77A}"/>
              </a:ext>
            </a:extLst>
          </p:cNvPr>
          <p:cNvSpPr>
            <a:spLocks xmlns:a="http://schemas.openxmlformats.org/drawingml/2006/main" noGrp="1"/>
          </p:cNvSpPr>
          <p:nvPr/>
        </p:nvSpPr>
        <p:spPr>
          <a:xfrm xmlns:a="http://schemas.openxmlformats.org/drawingml/2006/main">
            <a:off x="609600" y="4143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0" name="track-label-1">
            <a:extLst xmlns:a="http://schemas.openxmlformats.org/drawingml/2006/main">
              <a:ext uri="{FF2B5EF4-FFF2-40B4-BE49-F238E27FC236}">
                <a16:creationId xmlns:a16="http://schemas.microsoft.com/office/drawing/2014/main" id="{FF2C0F56-F9D7-4931-A872-F487C1EF7D63}"/>
              </a:ext>
            </a:extLst>
          </p:cNvPr>
          <p:cNvSpPr>
            <a:spLocks xmlns:a="http://schemas.openxmlformats.org/drawingml/2006/main" noGrp="1"/>
          </p:cNvSpPr>
          <p:nvPr/>
        </p:nvSpPr>
        <p:spPr>
          <a:xfrm xmlns:a="http://schemas.openxmlformats.org/drawingml/2006/main">
            <a:off x="790575" y="4333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音轨2：背景音乐</a:t>
            </a:r>
          </a:p>
        </p:txBody>
      </p:sp>
      <p:sp>
        <p:nvSpPr>
          <p:cNvPr id="11" name="mix-operation">
            <a:extLst xmlns:a="http://schemas.openxmlformats.org/drawingml/2006/main">
              <a:ext uri="{FF2B5EF4-FFF2-40B4-BE49-F238E27FC236}">
                <a16:creationId xmlns:a16="http://schemas.microsoft.com/office/drawing/2014/main" id="{F20998D3-1BB9-4B6C-BFBA-570BBFD5F2E8}"/>
              </a:ext>
            </a:extLst>
          </p:cNvPr>
          <p:cNvSpPr>
            <a:spLocks xmlns:a="http://schemas.openxmlformats.org/drawingml/2006/main" noGrp="1"/>
          </p:cNvSpPr>
          <p:nvPr/>
        </p:nvSpPr>
        <p:spPr>
          <a:xfrm xmlns:a="http://schemas.openxmlformats.org/drawingml/2006/main">
            <a:off x="5105400" y="3362325"/>
            <a:ext cx="1981200"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2" name="mix-label">
            <a:extLst xmlns:a="http://schemas.openxmlformats.org/drawingml/2006/main">
              <a:ext uri="{FF2B5EF4-FFF2-40B4-BE49-F238E27FC236}">
                <a16:creationId xmlns:a16="http://schemas.microsoft.com/office/drawing/2014/main" id="{C355DDE4-9C63-4F13-8BC9-2D6E5BFD56FA}"/>
              </a:ext>
            </a:extLst>
          </p:cNvPr>
          <p:cNvSpPr>
            <a:spLocks xmlns:a="http://schemas.openxmlformats.org/drawingml/2006/main" noGrp="1"/>
          </p:cNvSpPr>
          <p:nvPr/>
        </p:nvSpPr>
        <p:spPr>
          <a:xfrm xmlns:a="http://schemas.openxmlformats.org/drawingml/2006/main">
            <a:off x="5248275" y="355282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混音导出</a:t>
            </a:r>
          </a:p>
        </p:txBody>
      </p:sp>
      <p:sp>
        <p:nvSpPr>
          <p:cNvPr id="13" name="output-0">
            <a:extLst xmlns:a="http://schemas.openxmlformats.org/drawingml/2006/main">
              <a:ext uri="{FF2B5EF4-FFF2-40B4-BE49-F238E27FC236}">
                <a16:creationId xmlns:a16="http://schemas.microsoft.com/office/drawing/2014/main" id="{A11A79B2-D6EE-4B11-96E0-5A55A74BA794}"/>
              </a:ext>
            </a:extLst>
          </p:cNvPr>
          <p:cNvSpPr>
            <a:spLocks xmlns:a="http://schemas.openxmlformats.org/drawingml/2006/main" noGrp="1"/>
          </p:cNvSpPr>
          <p:nvPr/>
        </p:nvSpPr>
        <p:spPr>
          <a:xfrm xmlns:a="http://schemas.openxmlformats.org/drawingml/2006/main">
            <a:off x="8096250" y="2619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4" name="output-label-0">
            <a:extLst xmlns:a="http://schemas.openxmlformats.org/drawingml/2006/main">
              <a:ext uri="{FF2B5EF4-FFF2-40B4-BE49-F238E27FC236}">
                <a16:creationId xmlns:a16="http://schemas.microsoft.com/office/drawing/2014/main" id="{CC881C8F-0D3B-4852-818C-3A88326E57F5}"/>
              </a:ext>
            </a:extLst>
          </p:cNvPr>
          <p:cNvSpPr>
            <a:spLocks xmlns:a="http://schemas.openxmlformats.org/drawingml/2006/main" noGrp="1"/>
          </p:cNvSpPr>
          <p:nvPr/>
        </p:nvSpPr>
        <p:spPr>
          <a:xfrm xmlns:a="http://schemas.openxmlformats.org/drawingml/2006/main">
            <a:off x="8258175" y="2809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左声道 L</a:t>
            </a:r>
          </a:p>
        </p:txBody>
      </p:sp>
      <p:sp>
        <p:nvSpPr>
          <p:cNvPr id="15" name="split-0">
            <a:extLst xmlns:a="http://schemas.openxmlformats.org/drawingml/2006/main">
              <a:ext uri="{FF2B5EF4-FFF2-40B4-BE49-F238E27FC236}">
                <a16:creationId xmlns:a16="http://schemas.microsoft.com/office/drawing/2014/main" id="{F2DC6789-3185-4677-AEC1-1CF908DEB802}"/>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16" name="split-branch-0">
            <a:extLst xmlns:a="http://schemas.openxmlformats.org/drawingml/2006/main">
              <a:ext uri="{FF2B5EF4-FFF2-40B4-BE49-F238E27FC236}">
                <a16:creationId xmlns:a16="http://schemas.microsoft.com/office/drawing/2014/main" id="{F8776E24-5338-4357-ABF2-6211DA0166C8}"/>
              </a:ext>
            </a:extLst>
          </p:cNvPr>
          <p:cNvSpPr>
            <a:spLocks xmlns:a="http://schemas.openxmlformats.org/drawingml/2006/main" noGrp="1"/>
          </p:cNvSpPr>
          <p:nvPr/>
        </p:nvSpPr>
        <p:spPr>
          <a:xfrm xmlns:a="http://schemas.openxmlformats.org/drawingml/2006/main">
            <a:off x="7696200" y="2981325"/>
            <a:ext cx="9525" cy="742950"/>
          </a:xfrm>
          <a:custGeom xmlns:a="http://schemas.openxmlformats.org/drawingml/2006/main">
            <a:pathLst>
              <a:path w="9525" h="742950">
                <a:moveTo>
                  <a:pt x="0" y="742950"/>
                </a:moveTo>
                <a:lnTo>
                  <a:pt x="0" y="0"/>
                </a:lnTo>
              </a:path>
            </a:pathLst>
          </a:custGeom>
          <a:noFill xmlns:a="http://schemas.openxmlformats.org/drawingml/2006/main"/>
          <a:ln xmlns:a="http://schemas.openxmlformats.org/drawingml/2006/main" w="19050">
            <a:solidFill>
              <a:srgbClr val="8C64E1"/>
            </a:solidFill>
          </a:ln>
        </p:spPr>
      </p:sp>
      <p:sp>
        <p:nvSpPr>
          <p:cNvPr id="17" name="mapping-arrow">
            <a:extLst xmlns:a="http://schemas.openxmlformats.org/drawingml/2006/main">
              <a:ext uri="{FF2B5EF4-FFF2-40B4-BE49-F238E27FC236}">
                <a16:creationId xmlns:a16="http://schemas.microsoft.com/office/drawing/2014/main" id="{CAB22C6E-CDB4-424F-8E04-CB802BF1B9EC}"/>
              </a:ext>
            </a:extLst>
          </p:cNvPr>
          <p:cNvSpPr>
            <a:spLocks xmlns:a="http://schemas.openxmlformats.org/drawingml/2006/main" noGrp="1"/>
          </p:cNvSpPr>
          <p:nvPr/>
        </p:nvSpPr>
        <p:spPr>
          <a:xfrm xmlns:a="http://schemas.openxmlformats.org/drawingml/2006/main">
            <a:off x="7705725" y="2886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8" name="output-1">
            <a:extLst xmlns:a="http://schemas.openxmlformats.org/drawingml/2006/main">
              <a:ext uri="{FF2B5EF4-FFF2-40B4-BE49-F238E27FC236}">
                <a16:creationId xmlns:a16="http://schemas.microsoft.com/office/drawing/2014/main" id="{797DC401-5ECA-4927-A12C-C023063F422F}"/>
              </a:ext>
            </a:extLst>
          </p:cNvPr>
          <p:cNvSpPr>
            <a:spLocks xmlns:a="http://schemas.openxmlformats.org/drawingml/2006/main" noGrp="1"/>
          </p:cNvSpPr>
          <p:nvPr/>
        </p:nvSpPr>
        <p:spPr>
          <a:xfrm xmlns:a="http://schemas.openxmlformats.org/drawingml/2006/main">
            <a:off x="8096250" y="4143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9" name="output-label-1">
            <a:extLst xmlns:a="http://schemas.openxmlformats.org/drawingml/2006/main">
              <a:ext uri="{FF2B5EF4-FFF2-40B4-BE49-F238E27FC236}">
                <a16:creationId xmlns:a16="http://schemas.microsoft.com/office/drawing/2014/main" id="{77DF4A3B-60B8-4FCC-9A2A-A2113DAF2959}"/>
              </a:ext>
            </a:extLst>
          </p:cNvPr>
          <p:cNvSpPr>
            <a:spLocks xmlns:a="http://schemas.openxmlformats.org/drawingml/2006/main" noGrp="1"/>
          </p:cNvSpPr>
          <p:nvPr/>
        </p:nvSpPr>
        <p:spPr>
          <a:xfrm xmlns:a="http://schemas.openxmlformats.org/drawingml/2006/main">
            <a:off x="8258175" y="4333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右声道 R</a:t>
            </a:r>
          </a:p>
        </p:txBody>
      </p:sp>
      <p:sp>
        <p:nvSpPr>
          <p:cNvPr id="20" name="split-1">
            <a:extLst xmlns:a="http://schemas.openxmlformats.org/drawingml/2006/main">
              <a:ext uri="{FF2B5EF4-FFF2-40B4-BE49-F238E27FC236}">
                <a16:creationId xmlns:a16="http://schemas.microsoft.com/office/drawing/2014/main" id="{1B06431F-57ED-408D-B45A-82304A67A6F8}"/>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21" name="split-branch-1">
            <a:extLst xmlns:a="http://schemas.openxmlformats.org/drawingml/2006/main">
              <a:ext uri="{FF2B5EF4-FFF2-40B4-BE49-F238E27FC236}">
                <a16:creationId xmlns:a16="http://schemas.microsoft.com/office/drawing/2014/main" id="{3CFCBB33-93B6-41FF-8287-809EC50304E0}"/>
              </a:ext>
            </a:extLst>
          </p:cNvPr>
          <p:cNvSpPr>
            <a:spLocks xmlns:a="http://schemas.openxmlformats.org/drawingml/2006/main" noGrp="1"/>
          </p:cNvSpPr>
          <p:nvPr/>
        </p:nvSpPr>
        <p:spPr>
          <a:xfrm xmlns:a="http://schemas.openxmlformats.org/drawingml/2006/main">
            <a:off x="7696200" y="3724275"/>
            <a:ext cx="9525" cy="781050"/>
          </a:xfrm>
          <a:custGeom xmlns:a="http://schemas.openxmlformats.org/drawingml/2006/main">
            <a:pathLst>
              <a:path w="9525" h="781050">
                <a:moveTo>
                  <a:pt x="0" y="0"/>
                </a:moveTo>
                <a:lnTo>
                  <a:pt x="0" y="781050"/>
                </a:lnTo>
              </a:path>
            </a:pathLst>
          </a:custGeom>
          <a:noFill xmlns:a="http://schemas.openxmlformats.org/drawingml/2006/main"/>
          <a:ln xmlns:a="http://schemas.openxmlformats.org/drawingml/2006/main" w="19050">
            <a:solidFill>
              <a:srgbClr val="8C64E1"/>
            </a:solidFill>
          </a:ln>
        </p:spPr>
      </p:sp>
      <p:sp>
        <p:nvSpPr>
          <p:cNvPr id="22" name="mapping-arrow">
            <a:extLst xmlns:a="http://schemas.openxmlformats.org/drawingml/2006/main">
              <a:ext uri="{FF2B5EF4-FFF2-40B4-BE49-F238E27FC236}">
                <a16:creationId xmlns:a16="http://schemas.microsoft.com/office/drawing/2014/main" id="{97F758A6-C562-4C0A-AD85-1F14DCB8E08D}"/>
              </a:ext>
            </a:extLst>
          </p:cNvPr>
          <p:cNvSpPr>
            <a:spLocks xmlns:a="http://schemas.openxmlformats.org/drawingml/2006/main" noGrp="1"/>
          </p:cNvSpPr>
          <p:nvPr/>
        </p:nvSpPr>
        <p:spPr>
          <a:xfrm xmlns:a="http://schemas.openxmlformats.org/drawingml/2006/main">
            <a:off x="7705725" y="4410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3" name="merge-upper">
            <a:extLst xmlns:a="http://schemas.openxmlformats.org/drawingml/2006/main">
              <a:ext uri="{FF2B5EF4-FFF2-40B4-BE49-F238E27FC236}">
                <a16:creationId xmlns:a16="http://schemas.microsoft.com/office/drawing/2014/main" id="{2543E979-09C5-4D18-B2A3-8904BFD2B870}"/>
              </a:ext>
            </a:extLst>
          </p:cNvPr>
          <p:cNvSpPr>
            <a:spLocks xmlns:a="http://schemas.openxmlformats.org/drawingml/2006/main" noGrp="1"/>
          </p:cNvSpPr>
          <p:nvPr/>
        </p:nvSpPr>
        <p:spPr>
          <a:xfrm xmlns:a="http://schemas.openxmlformats.org/drawingml/2006/main">
            <a:off x="4086225" y="2981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4" name="merge-lower">
            <a:extLst xmlns:a="http://schemas.openxmlformats.org/drawingml/2006/main">
              <a:ext uri="{FF2B5EF4-FFF2-40B4-BE49-F238E27FC236}">
                <a16:creationId xmlns:a16="http://schemas.microsoft.com/office/drawing/2014/main" id="{5FCE143A-FBFA-4FB3-99F7-956C123F7298}"/>
              </a:ext>
            </a:extLst>
          </p:cNvPr>
          <p:cNvSpPr>
            <a:spLocks xmlns:a="http://schemas.openxmlformats.org/drawingml/2006/main" noGrp="1"/>
          </p:cNvSpPr>
          <p:nvPr/>
        </p:nvSpPr>
        <p:spPr>
          <a:xfrm xmlns:a="http://schemas.openxmlformats.org/drawingml/2006/main">
            <a:off x="4086225" y="4505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5" name="merge-branch">
            <a:extLst xmlns:a="http://schemas.openxmlformats.org/drawingml/2006/main">
              <a:ext uri="{FF2B5EF4-FFF2-40B4-BE49-F238E27FC236}">
                <a16:creationId xmlns:a16="http://schemas.microsoft.com/office/drawing/2014/main" id="{0659306D-AD82-45AE-83E1-0319656F0BD8}"/>
              </a:ext>
            </a:extLst>
          </p:cNvPr>
          <p:cNvSpPr>
            <a:spLocks xmlns:a="http://schemas.openxmlformats.org/drawingml/2006/main" noGrp="1"/>
          </p:cNvSpPr>
          <p:nvPr/>
        </p:nvSpPr>
        <p:spPr>
          <a:xfrm xmlns:a="http://schemas.openxmlformats.org/drawingml/2006/main">
            <a:off x="4667250" y="2981325"/>
            <a:ext cx="9525" cy="1524000"/>
          </a:xfrm>
          <a:custGeom xmlns:a="http://schemas.openxmlformats.org/drawingml/2006/main">
            <a:pathLst>
              <a:path w="9525" h="1524000">
                <a:moveTo>
                  <a:pt x="0" y="0"/>
                </a:moveTo>
                <a:lnTo>
                  <a:pt x="0" y="1524000"/>
                </a:lnTo>
              </a:path>
            </a:pathLst>
          </a:custGeom>
          <a:noFill xmlns:a="http://schemas.openxmlformats.org/drawingml/2006/main"/>
          <a:ln xmlns:a="http://schemas.openxmlformats.org/drawingml/2006/main" w="19050">
            <a:solidFill>
              <a:srgbClr val="8C64E1"/>
            </a:solidFill>
          </a:ln>
        </p:spPr>
      </p:sp>
      <p:sp>
        <p:nvSpPr>
          <p:cNvPr id="26" name="mapping-arrow">
            <a:extLst xmlns:a="http://schemas.openxmlformats.org/drawingml/2006/main">
              <a:ext uri="{FF2B5EF4-FFF2-40B4-BE49-F238E27FC236}">
                <a16:creationId xmlns:a16="http://schemas.microsoft.com/office/drawing/2014/main" id="{2A6313DE-875B-4A49-B0EB-DD8B011DC275}"/>
              </a:ext>
            </a:extLst>
          </p:cNvPr>
          <p:cNvSpPr>
            <a:spLocks xmlns:a="http://schemas.openxmlformats.org/drawingml/2006/main" noGrp="1"/>
          </p:cNvSpPr>
          <p:nvPr/>
        </p:nvSpPr>
        <p:spPr>
          <a:xfrm xmlns:a="http://schemas.openxmlformats.org/drawingml/2006/main">
            <a:off x="4667250" y="3629025"/>
            <a:ext cx="3810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289473FD-75DE-4F0F-8289-8D51C446A2F0}"/>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两条音轨共同参与混音；输出仍可为 L、R 两路。</a:t>
            </a:r>
          </a:p>
        </p:txBody>
      </p:sp>
    </p:spTree>
    <p:extLst>
      <p:ext uri="{BB962C8B-B14F-4D97-AF65-F5344CB8AC3E}">
        <p14:creationId xmlns:p14="http://schemas.microsoft.com/office/powerpoint/2010/main" val="309474929"/>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26910E5-1015-4BED-8CE3-CE65FF20A3A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4E8AC7-8255-4D98-9892-B57F2DFEAD4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233BFB9-4B33-465B-9F84-585DC564E6B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2D800952-F4DC-44C5-B298-C79C96B5588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5C5AA14C-4893-4F03-8008-4406B6324D8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54A3F51C-7E94-413B-898C-8065C173122B}"/>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答案：未压缩样本数据量不变。</a:t>
            </a:r>
          </a:p>
        </p:txBody>
      </p:sp>
      <p:sp>
        <p:nvSpPr>
          <p:cNvPr id="8" name="TextBox 7">
            <a:extLst xmlns:a="http://schemas.openxmlformats.org/drawingml/2006/main">
              <a:ext uri="{FF2B5EF4-FFF2-40B4-BE49-F238E27FC236}">
                <a16:creationId xmlns:a16="http://schemas.microsoft.com/office/drawing/2014/main" id="{0601FCF7-CEE0-4521-B293-82098DA7E70F}"/>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内容变了，但采样率、位数、声道数、时长均未变。</a:t>
            </a:r>
          </a:p>
        </p:txBody>
      </p:sp>
    </p:spTree>
    <p:extLst>
      <p:ext uri="{BB962C8B-B14F-4D97-AF65-F5344CB8AC3E}">
        <p14:creationId xmlns:p14="http://schemas.microsoft.com/office/powerpoint/2010/main" val="1447985931"/>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C183CD3-04AF-42FF-A565-C26B12ABB96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EC7FEB2-E139-482F-9F0B-9C32F2335D9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E62FF47-1FA9-48AE-BD0F-F97604AA58F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迁移：把双声道改成单声道，会怎样？</a:t>
            </a:r>
          </a:p>
        </p:txBody>
      </p:sp>
      <p:sp>
        <p:nvSpPr>
          <p:cNvPr id="5" name="text">
            <a:extLst xmlns:a="http://schemas.openxmlformats.org/drawingml/2006/main">
              <a:ext uri="{FF2B5EF4-FFF2-40B4-BE49-F238E27FC236}">
                <a16:creationId xmlns:a16="http://schemas.microsoft.com/office/drawing/2014/main" id="{10552169-6B2E-403B-BAEB-ACD7AC1BDB3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相同采样率、存储位宽与时长；这里只改变声道数。</a:t>
            </a:r>
          </a:p>
        </p:txBody>
      </p:sp>
      <p:sp>
        <p:nvSpPr>
          <p:cNvPr id="6" name="channel-group-0">
            <a:extLst xmlns:a="http://schemas.openxmlformats.org/drawingml/2006/main">
              <a:ext uri="{FF2B5EF4-FFF2-40B4-BE49-F238E27FC236}">
                <a16:creationId xmlns:a16="http://schemas.microsoft.com/office/drawing/2014/main" id="{46035CB0-C9B1-4AC9-ACCB-3E2F8499490B}"/>
              </a:ext>
            </a:extLst>
          </p:cNvPr>
          <p:cNvSpPr>
            <a:spLocks xmlns:a="http://schemas.openxmlformats.org/drawingml/2006/main" noGrp="1"/>
          </p:cNvSpPr>
          <p:nvPr/>
        </p:nvSpPr>
        <p:spPr>
          <a:xfrm xmlns:a="http://schemas.openxmlformats.org/drawingml/2006/main">
            <a:off x="91440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双声道</a:t>
            </a:r>
          </a:p>
        </p:txBody>
      </p:sp>
      <p:sp>
        <p:nvSpPr>
          <p:cNvPr id="7" name="channel-label-0-0">
            <a:extLst xmlns:a="http://schemas.openxmlformats.org/drawingml/2006/main">
              <a:ext uri="{FF2B5EF4-FFF2-40B4-BE49-F238E27FC236}">
                <a16:creationId xmlns:a16="http://schemas.microsoft.com/office/drawing/2014/main" id="{1DB13E69-D1DF-4831-B971-73047E089F49}"/>
              </a:ext>
            </a:extLst>
          </p:cNvPr>
          <p:cNvSpPr>
            <a:spLocks xmlns:a="http://schemas.openxmlformats.org/drawingml/2006/main" noGrp="1"/>
          </p:cNvSpPr>
          <p:nvPr/>
        </p:nvSpPr>
        <p:spPr>
          <a:xfrm xmlns:a="http://schemas.openxmlformats.org/drawingml/2006/main">
            <a:off x="91440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L</a:t>
            </a:r>
          </a:p>
        </p:txBody>
      </p:sp>
      <p:sp>
        <p:nvSpPr>
          <p:cNvPr id="8" name="channel-sample-0-0-0">
            <a:extLst xmlns:a="http://schemas.openxmlformats.org/drawingml/2006/main">
              <a:ext uri="{FF2B5EF4-FFF2-40B4-BE49-F238E27FC236}">
                <a16:creationId xmlns:a16="http://schemas.microsoft.com/office/drawing/2014/main" id="{48832E4C-5D54-4ACC-805A-459F36B33018}"/>
              </a:ext>
            </a:extLst>
          </p:cNvPr>
          <p:cNvSpPr>
            <a:spLocks xmlns:a="http://schemas.openxmlformats.org/drawingml/2006/main" noGrp="1"/>
          </p:cNvSpPr>
          <p:nvPr/>
        </p:nvSpPr>
        <p:spPr>
          <a:xfrm xmlns:a="http://schemas.openxmlformats.org/drawingml/2006/main">
            <a:off x="19145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9" name="channel-value-0-0-0">
            <a:extLst xmlns:a="http://schemas.openxmlformats.org/drawingml/2006/main">
              <a:ext uri="{FF2B5EF4-FFF2-40B4-BE49-F238E27FC236}">
                <a16:creationId xmlns:a16="http://schemas.microsoft.com/office/drawing/2014/main" id="{45CDC880-BC82-45CB-B389-B5974FFEEFDD}"/>
              </a:ext>
            </a:extLst>
          </p:cNvPr>
          <p:cNvSpPr>
            <a:spLocks xmlns:a="http://schemas.openxmlformats.org/drawingml/2006/main" noGrp="1"/>
          </p:cNvSpPr>
          <p:nvPr/>
        </p:nvSpPr>
        <p:spPr>
          <a:xfrm xmlns:a="http://schemas.openxmlformats.org/drawingml/2006/main">
            <a:off x="19335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10" name="channel-sample-0-0-1">
            <a:extLst xmlns:a="http://schemas.openxmlformats.org/drawingml/2006/main">
              <a:ext uri="{FF2B5EF4-FFF2-40B4-BE49-F238E27FC236}">
                <a16:creationId xmlns:a16="http://schemas.microsoft.com/office/drawing/2014/main" id="{37A65DC4-6400-4E5A-988E-33BC73B640A5}"/>
              </a:ext>
            </a:extLst>
          </p:cNvPr>
          <p:cNvSpPr>
            <a:spLocks xmlns:a="http://schemas.openxmlformats.org/drawingml/2006/main" noGrp="1"/>
          </p:cNvSpPr>
          <p:nvPr/>
        </p:nvSpPr>
        <p:spPr>
          <a:xfrm xmlns:a="http://schemas.openxmlformats.org/drawingml/2006/main">
            <a:off x="28289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1" name="channel-value-0-0-1">
            <a:extLst xmlns:a="http://schemas.openxmlformats.org/drawingml/2006/main">
              <a:ext uri="{FF2B5EF4-FFF2-40B4-BE49-F238E27FC236}">
                <a16:creationId xmlns:a16="http://schemas.microsoft.com/office/drawing/2014/main" id="{8CA6FB1A-0120-4080-AB2C-32CECEBD2ACE}"/>
              </a:ext>
            </a:extLst>
          </p:cNvPr>
          <p:cNvSpPr>
            <a:spLocks xmlns:a="http://schemas.openxmlformats.org/drawingml/2006/main" noGrp="1"/>
          </p:cNvSpPr>
          <p:nvPr/>
        </p:nvSpPr>
        <p:spPr>
          <a:xfrm xmlns:a="http://schemas.openxmlformats.org/drawingml/2006/main">
            <a:off x="28479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2" name="channel-sample-0-0-2">
            <a:extLst xmlns:a="http://schemas.openxmlformats.org/drawingml/2006/main">
              <a:ext uri="{FF2B5EF4-FFF2-40B4-BE49-F238E27FC236}">
                <a16:creationId xmlns:a16="http://schemas.microsoft.com/office/drawing/2014/main" id="{2F993443-9E6A-4888-B527-4A9DF04F47AC}"/>
              </a:ext>
            </a:extLst>
          </p:cNvPr>
          <p:cNvSpPr>
            <a:spLocks xmlns:a="http://schemas.openxmlformats.org/drawingml/2006/main" noGrp="1"/>
          </p:cNvSpPr>
          <p:nvPr/>
        </p:nvSpPr>
        <p:spPr>
          <a:xfrm xmlns:a="http://schemas.openxmlformats.org/drawingml/2006/main">
            <a:off x="37433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3" name="channel-value-0-0-2">
            <a:extLst xmlns:a="http://schemas.openxmlformats.org/drawingml/2006/main">
              <a:ext uri="{FF2B5EF4-FFF2-40B4-BE49-F238E27FC236}">
                <a16:creationId xmlns:a16="http://schemas.microsoft.com/office/drawing/2014/main" id="{FB3AC042-554F-47D8-A5FA-71DDCC92EA6B}"/>
              </a:ext>
            </a:extLst>
          </p:cNvPr>
          <p:cNvSpPr>
            <a:spLocks xmlns:a="http://schemas.openxmlformats.org/drawingml/2006/main" noGrp="1"/>
          </p:cNvSpPr>
          <p:nvPr/>
        </p:nvSpPr>
        <p:spPr>
          <a:xfrm xmlns:a="http://schemas.openxmlformats.org/drawingml/2006/main">
            <a:off x="37623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14" name="channel-label-0-1">
            <a:extLst xmlns:a="http://schemas.openxmlformats.org/drawingml/2006/main">
              <a:ext uri="{FF2B5EF4-FFF2-40B4-BE49-F238E27FC236}">
                <a16:creationId xmlns:a16="http://schemas.microsoft.com/office/drawing/2014/main" id="{D0E7CB0B-D7A5-4BAD-A025-7DE61E8C9A19}"/>
              </a:ext>
            </a:extLst>
          </p:cNvPr>
          <p:cNvSpPr>
            <a:spLocks xmlns:a="http://schemas.openxmlformats.org/drawingml/2006/main" noGrp="1"/>
          </p:cNvSpPr>
          <p:nvPr/>
        </p:nvSpPr>
        <p:spPr>
          <a:xfrm xmlns:a="http://schemas.openxmlformats.org/drawingml/2006/main">
            <a:off x="914400" y="423862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R</a:t>
            </a:r>
          </a:p>
        </p:txBody>
      </p:sp>
      <p:sp>
        <p:nvSpPr>
          <p:cNvPr id="15" name="channel-sample-0-1-0">
            <a:extLst xmlns:a="http://schemas.openxmlformats.org/drawingml/2006/main">
              <a:ext uri="{FF2B5EF4-FFF2-40B4-BE49-F238E27FC236}">
                <a16:creationId xmlns:a16="http://schemas.microsoft.com/office/drawing/2014/main" id="{C2BFD745-6070-4DE0-998D-154145CEDE3D}"/>
              </a:ext>
            </a:extLst>
          </p:cNvPr>
          <p:cNvSpPr>
            <a:spLocks xmlns:a="http://schemas.openxmlformats.org/drawingml/2006/main" noGrp="1"/>
          </p:cNvSpPr>
          <p:nvPr/>
        </p:nvSpPr>
        <p:spPr>
          <a:xfrm xmlns:a="http://schemas.openxmlformats.org/drawingml/2006/main">
            <a:off x="19145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6" name="channel-value-0-1-0">
            <a:extLst xmlns:a="http://schemas.openxmlformats.org/drawingml/2006/main">
              <a:ext uri="{FF2B5EF4-FFF2-40B4-BE49-F238E27FC236}">
                <a16:creationId xmlns:a16="http://schemas.microsoft.com/office/drawing/2014/main" id="{5D955EEE-D240-40A8-AE92-2C43B4721FA4}"/>
              </a:ext>
            </a:extLst>
          </p:cNvPr>
          <p:cNvSpPr>
            <a:spLocks xmlns:a="http://schemas.openxmlformats.org/drawingml/2006/main" noGrp="1"/>
          </p:cNvSpPr>
          <p:nvPr/>
        </p:nvSpPr>
        <p:spPr>
          <a:xfrm xmlns:a="http://schemas.openxmlformats.org/drawingml/2006/main">
            <a:off x="19335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7" name="channel-sample-0-1-1">
            <a:extLst xmlns:a="http://schemas.openxmlformats.org/drawingml/2006/main">
              <a:ext uri="{FF2B5EF4-FFF2-40B4-BE49-F238E27FC236}">
                <a16:creationId xmlns:a16="http://schemas.microsoft.com/office/drawing/2014/main" id="{173739E5-EFA9-4FF9-B08D-F23B6D4328CF}"/>
              </a:ext>
            </a:extLst>
          </p:cNvPr>
          <p:cNvSpPr>
            <a:spLocks xmlns:a="http://schemas.openxmlformats.org/drawingml/2006/main" noGrp="1"/>
          </p:cNvSpPr>
          <p:nvPr/>
        </p:nvSpPr>
        <p:spPr>
          <a:xfrm xmlns:a="http://schemas.openxmlformats.org/drawingml/2006/main">
            <a:off x="28289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8" name="channel-value-0-1-1">
            <a:extLst xmlns:a="http://schemas.openxmlformats.org/drawingml/2006/main">
              <a:ext uri="{FF2B5EF4-FFF2-40B4-BE49-F238E27FC236}">
                <a16:creationId xmlns:a16="http://schemas.microsoft.com/office/drawing/2014/main" id="{698A7ECD-622F-480D-92D4-52D4A3798BFB}"/>
              </a:ext>
            </a:extLst>
          </p:cNvPr>
          <p:cNvSpPr>
            <a:spLocks xmlns:a="http://schemas.openxmlformats.org/drawingml/2006/main" noGrp="1"/>
          </p:cNvSpPr>
          <p:nvPr/>
        </p:nvSpPr>
        <p:spPr>
          <a:xfrm xmlns:a="http://schemas.openxmlformats.org/drawingml/2006/main">
            <a:off x="28479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19" name="channel-sample-0-1-2">
            <a:extLst xmlns:a="http://schemas.openxmlformats.org/drawingml/2006/main">
              <a:ext uri="{FF2B5EF4-FFF2-40B4-BE49-F238E27FC236}">
                <a16:creationId xmlns:a16="http://schemas.microsoft.com/office/drawing/2014/main" id="{65520E02-C912-4812-94EA-0245D8111620}"/>
              </a:ext>
            </a:extLst>
          </p:cNvPr>
          <p:cNvSpPr>
            <a:spLocks xmlns:a="http://schemas.openxmlformats.org/drawingml/2006/main" noGrp="1"/>
          </p:cNvSpPr>
          <p:nvPr/>
        </p:nvSpPr>
        <p:spPr>
          <a:xfrm xmlns:a="http://schemas.openxmlformats.org/drawingml/2006/main">
            <a:off x="37433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20" name="channel-value-0-1-2">
            <a:extLst xmlns:a="http://schemas.openxmlformats.org/drawingml/2006/main">
              <a:ext uri="{FF2B5EF4-FFF2-40B4-BE49-F238E27FC236}">
                <a16:creationId xmlns:a16="http://schemas.microsoft.com/office/drawing/2014/main" id="{033549A4-B103-49A2-9396-84916BDC4699}"/>
              </a:ext>
            </a:extLst>
          </p:cNvPr>
          <p:cNvSpPr>
            <a:spLocks xmlns:a="http://schemas.openxmlformats.org/drawingml/2006/main" noGrp="1"/>
          </p:cNvSpPr>
          <p:nvPr/>
        </p:nvSpPr>
        <p:spPr>
          <a:xfrm xmlns:a="http://schemas.openxmlformats.org/drawingml/2006/main">
            <a:off x="37623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21" name="channel-instant-0-0">
            <a:extLst xmlns:a="http://schemas.openxmlformats.org/drawingml/2006/main">
              <a:ext uri="{FF2B5EF4-FFF2-40B4-BE49-F238E27FC236}">
                <a16:creationId xmlns:a16="http://schemas.microsoft.com/office/drawing/2014/main" id="{5B5ACD2D-2EA0-416D-8ED8-526DB919F4C8}"/>
              </a:ext>
            </a:extLst>
          </p:cNvPr>
          <p:cNvSpPr>
            <a:spLocks xmlns:a="http://schemas.openxmlformats.org/drawingml/2006/main" noGrp="1"/>
          </p:cNvSpPr>
          <p:nvPr/>
        </p:nvSpPr>
        <p:spPr>
          <a:xfrm xmlns:a="http://schemas.openxmlformats.org/drawingml/2006/main">
            <a:off x="19145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22" name="channel-instant-0-1">
            <a:extLst xmlns:a="http://schemas.openxmlformats.org/drawingml/2006/main">
              <a:ext uri="{FF2B5EF4-FFF2-40B4-BE49-F238E27FC236}">
                <a16:creationId xmlns:a16="http://schemas.microsoft.com/office/drawing/2014/main" id="{07B13CCA-DF98-491B-8B86-8AAD5177277D}"/>
              </a:ext>
            </a:extLst>
          </p:cNvPr>
          <p:cNvSpPr>
            <a:spLocks xmlns:a="http://schemas.openxmlformats.org/drawingml/2006/main" noGrp="1"/>
          </p:cNvSpPr>
          <p:nvPr/>
        </p:nvSpPr>
        <p:spPr>
          <a:xfrm xmlns:a="http://schemas.openxmlformats.org/drawingml/2006/main">
            <a:off x="28289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23" name="channel-instant-0-2">
            <a:extLst xmlns:a="http://schemas.openxmlformats.org/drawingml/2006/main">
              <a:ext uri="{FF2B5EF4-FFF2-40B4-BE49-F238E27FC236}">
                <a16:creationId xmlns:a16="http://schemas.microsoft.com/office/drawing/2014/main" id="{3515D948-4734-4358-B3FE-AF830A0F1507}"/>
              </a:ext>
            </a:extLst>
          </p:cNvPr>
          <p:cNvSpPr>
            <a:spLocks xmlns:a="http://schemas.openxmlformats.org/drawingml/2006/main" noGrp="1"/>
          </p:cNvSpPr>
          <p:nvPr/>
        </p:nvSpPr>
        <p:spPr>
          <a:xfrm xmlns:a="http://schemas.openxmlformats.org/drawingml/2006/main">
            <a:off x="37433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24" name="channel-group-1">
            <a:extLst xmlns:a="http://schemas.openxmlformats.org/drawingml/2006/main">
              <a:ext uri="{FF2B5EF4-FFF2-40B4-BE49-F238E27FC236}">
                <a16:creationId xmlns:a16="http://schemas.microsoft.com/office/drawing/2014/main" id="{7DF9BD60-230B-49DB-9817-D5381C972BF6}"/>
              </a:ext>
            </a:extLst>
          </p:cNvPr>
          <p:cNvSpPr>
            <a:spLocks xmlns:a="http://schemas.openxmlformats.org/drawingml/2006/main" noGrp="1"/>
          </p:cNvSpPr>
          <p:nvPr/>
        </p:nvSpPr>
        <p:spPr>
          <a:xfrm xmlns:a="http://schemas.openxmlformats.org/drawingml/2006/main">
            <a:off x="672465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单声道</a:t>
            </a:r>
          </a:p>
        </p:txBody>
      </p:sp>
      <p:sp>
        <p:nvSpPr>
          <p:cNvPr id="25" name="channel-label-1-0">
            <a:extLst xmlns:a="http://schemas.openxmlformats.org/drawingml/2006/main">
              <a:ext uri="{FF2B5EF4-FFF2-40B4-BE49-F238E27FC236}">
                <a16:creationId xmlns:a16="http://schemas.microsoft.com/office/drawing/2014/main" id="{EE554C05-E99E-4CC9-8915-1D866A1B1581}"/>
              </a:ext>
            </a:extLst>
          </p:cNvPr>
          <p:cNvSpPr>
            <a:spLocks xmlns:a="http://schemas.openxmlformats.org/drawingml/2006/main" noGrp="1"/>
          </p:cNvSpPr>
          <p:nvPr/>
        </p:nvSpPr>
        <p:spPr>
          <a:xfrm xmlns:a="http://schemas.openxmlformats.org/drawingml/2006/main">
            <a:off x="672465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单路</a:t>
            </a:r>
          </a:p>
        </p:txBody>
      </p:sp>
      <p:sp>
        <p:nvSpPr>
          <p:cNvPr id="26" name="channel-sample-1-0-0">
            <a:extLst xmlns:a="http://schemas.openxmlformats.org/drawingml/2006/main">
              <a:ext uri="{FF2B5EF4-FFF2-40B4-BE49-F238E27FC236}">
                <a16:creationId xmlns:a16="http://schemas.microsoft.com/office/drawing/2014/main" id="{DF5FE1F4-8AC0-49AF-8B8C-4FCD765FFE3F}"/>
              </a:ext>
            </a:extLst>
          </p:cNvPr>
          <p:cNvSpPr>
            <a:spLocks xmlns:a="http://schemas.openxmlformats.org/drawingml/2006/main" noGrp="1"/>
          </p:cNvSpPr>
          <p:nvPr/>
        </p:nvSpPr>
        <p:spPr>
          <a:xfrm xmlns:a="http://schemas.openxmlformats.org/drawingml/2006/main">
            <a:off x="77247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7" name="channel-value-1-0-0">
            <a:extLst xmlns:a="http://schemas.openxmlformats.org/drawingml/2006/main">
              <a:ext uri="{FF2B5EF4-FFF2-40B4-BE49-F238E27FC236}">
                <a16:creationId xmlns:a16="http://schemas.microsoft.com/office/drawing/2014/main" id="{0D794E6F-4F42-461D-8A70-E4C89AAD116C}"/>
              </a:ext>
            </a:extLst>
          </p:cNvPr>
          <p:cNvSpPr>
            <a:spLocks xmlns:a="http://schemas.openxmlformats.org/drawingml/2006/main" noGrp="1"/>
          </p:cNvSpPr>
          <p:nvPr/>
        </p:nvSpPr>
        <p:spPr>
          <a:xfrm xmlns:a="http://schemas.openxmlformats.org/drawingml/2006/main">
            <a:off x="77438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28" name="channel-sample-1-0-1">
            <a:extLst xmlns:a="http://schemas.openxmlformats.org/drawingml/2006/main">
              <a:ext uri="{FF2B5EF4-FFF2-40B4-BE49-F238E27FC236}">
                <a16:creationId xmlns:a16="http://schemas.microsoft.com/office/drawing/2014/main" id="{39A3575D-284F-47D7-9E2D-979DFF28F7CE}"/>
              </a:ext>
            </a:extLst>
          </p:cNvPr>
          <p:cNvSpPr>
            <a:spLocks xmlns:a="http://schemas.openxmlformats.org/drawingml/2006/main" noGrp="1"/>
          </p:cNvSpPr>
          <p:nvPr/>
        </p:nvSpPr>
        <p:spPr>
          <a:xfrm xmlns:a="http://schemas.openxmlformats.org/drawingml/2006/main">
            <a:off x="86391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9" name="channel-value-1-0-1">
            <a:extLst xmlns:a="http://schemas.openxmlformats.org/drawingml/2006/main">
              <a:ext uri="{FF2B5EF4-FFF2-40B4-BE49-F238E27FC236}">
                <a16:creationId xmlns:a16="http://schemas.microsoft.com/office/drawing/2014/main" id="{F287E212-1F30-411C-9EA5-CAD38B392022}"/>
              </a:ext>
            </a:extLst>
          </p:cNvPr>
          <p:cNvSpPr>
            <a:spLocks xmlns:a="http://schemas.openxmlformats.org/drawingml/2006/main" noGrp="1"/>
          </p:cNvSpPr>
          <p:nvPr/>
        </p:nvSpPr>
        <p:spPr>
          <a:xfrm xmlns:a="http://schemas.openxmlformats.org/drawingml/2006/main">
            <a:off x="86582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30" name="channel-sample-1-0-2">
            <a:extLst xmlns:a="http://schemas.openxmlformats.org/drawingml/2006/main">
              <a:ext uri="{FF2B5EF4-FFF2-40B4-BE49-F238E27FC236}">
                <a16:creationId xmlns:a16="http://schemas.microsoft.com/office/drawing/2014/main" id="{98F3762A-61DA-4855-98CA-DD106B70E2EB}"/>
              </a:ext>
            </a:extLst>
          </p:cNvPr>
          <p:cNvSpPr>
            <a:spLocks xmlns:a="http://schemas.openxmlformats.org/drawingml/2006/main" noGrp="1"/>
          </p:cNvSpPr>
          <p:nvPr/>
        </p:nvSpPr>
        <p:spPr>
          <a:xfrm xmlns:a="http://schemas.openxmlformats.org/drawingml/2006/main">
            <a:off x="95535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31" name="channel-value-1-0-2">
            <a:extLst xmlns:a="http://schemas.openxmlformats.org/drawingml/2006/main">
              <a:ext uri="{FF2B5EF4-FFF2-40B4-BE49-F238E27FC236}">
                <a16:creationId xmlns:a16="http://schemas.microsoft.com/office/drawing/2014/main" id="{8AEA55CD-AD31-4600-B507-033B11987F71}"/>
              </a:ext>
            </a:extLst>
          </p:cNvPr>
          <p:cNvSpPr>
            <a:spLocks xmlns:a="http://schemas.openxmlformats.org/drawingml/2006/main" noGrp="1"/>
          </p:cNvSpPr>
          <p:nvPr/>
        </p:nvSpPr>
        <p:spPr>
          <a:xfrm xmlns:a="http://schemas.openxmlformats.org/drawingml/2006/main">
            <a:off x="95726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32" name="channel-instant-1-0">
            <a:extLst xmlns:a="http://schemas.openxmlformats.org/drawingml/2006/main">
              <a:ext uri="{FF2B5EF4-FFF2-40B4-BE49-F238E27FC236}">
                <a16:creationId xmlns:a16="http://schemas.microsoft.com/office/drawing/2014/main" id="{4C233503-3C58-4447-A930-6FA8EB9C80EF}"/>
              </a:ext>
            </a:extLst>
          </p:cNvPr>
          <p:cNvSpPr>
            <a:spLocks xmlns:a="http://schemas.openxmlformats.org/drawingml/2006/main" noGrp="1"/>
          </p:cNvSpPr>
          <p:nvPr/>
        </p:nvSpPr>
        <p:spPr>
          <a:xfrm xmlns:a="http://schemas.openxmlformats.org/drawingml/2006/main">
            <a:off x="77247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33" name="channel-instant-1-1">
            <a:extLst xmlns:a="http://schemas.openxmlformats.org/drawingml/2006/main">
              <a:ext uri="{FF2B5EF4-FFF2-40B4-BE49-F238E27FC236}">
                <a16:creationId xmlns:a16="http://schemas.microsoft.com/office/drawing/2014/main" id="{FA5B668D-5F9D-4D74-ADAC-EE5C6C166E91}"/>
              </a:ext>
            </a:extLst>
          </p:cNvPr>
          <p:cNvSpPr>
            <a:spLocks xmlns:a="http://schemas.openxmlformats.org/drawingml/2006/main" noGrp="1"/>
          </p:cNvSpPr>
          <p:nvPr/>
        </p:nvSpPr>
        <p:spPr>
          <a:xfrm xmlns:a="http://schemas.openxmlformats.org/drawingml/2006/main">
            <a:off x="86391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34" name="channel-instant-1-2">
            <a:extLst xmlns:a="http://schemas.openxmlformats.org/drawingml/2006/main">
              <a:ext uri="{FF2B5EF4-FFF2-40B4-BE49-F238E27FC236}">
                <a16:creationId xmlns:a16="http://schemas.microsoft.com/office/drawing/2014/main" id="{8A82EA0F-27FA-4C78-B0CB-63388277C393}"/>
              </a:ext>
            </a:extLst>
          </p:cNvPr>
          <p:cNvSpPr>
            <a:spLocks xmlns:a="http://schemas.openxmlformats.org/drawingml/2006/main" noGrp="1"/>
          </p:cNvSpPr>
          <p:nvPr/>
        </p:nvSpPr>
        <p:spPr>
          <a:xfrm xmlns:a="http://schemas.openxmlformats.org/drawingml/2006/main">
            <a:off x="95535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35" name="same-instant-stereo">
            <a:extLst xmlns:a="http://schemas.openxmlformats.org/drawingml/2006/main">
              <a:ext uri="{FF2B5EF4-FFF2-40B4-BE49-F238E27FC236}">
                <a16:creationId xmlns:a16="http://schemas.microsoft.com/office/drawing/2014/main" id="{54C0CD4C-44F4-4D77-918B-6EC18ADAC0F7}"/>
              </a:ext>
            </a:extLst>
          </p:cNvPr>
          <p:cNvSpPr>
            <a:spLocks xmlns:a="http://schemas.openxmlformats.org/drawingml/2006/main" noGrp="1"/>
          </p:cNvSpPr>
          <p:nvPr/>
        </p:nvSpPr>
        <p:spPr>
          <a:xfrm xmlns:a="http://schemas.openxmlformats.org/drawingml/2006/main">
            <a:off x="1857375" y="3057525"/>
            <a:ext cx="790575" cy="171450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36" name="two-samples">
            <a:extLst xmlns:a="http://schemas.openxmlformats.org/drawingml/2006/main">
              <a:ext uri="{FF2B5EF4-FFF2-40B4-BE49-F238E27FC236}">
                <a16:creationId xmlns:a16="http://schemas.microsoft.com/office/drawing/2014/main" id="{E45DF262-28DE-460C-A043-E8BAF107EE22}"/>
              </a:ext>
            </a:extLst>
          </p:cNvPr>
          <p:cNvSpPr>
            <a:spLocks xmlns:a="http://schemas.openxmlformats.org/drawingml/2006/main" noGrp="1"/>
          </p:cNvSpPr>
          <p:nvPr/>
        </p:nvSpPr>
        <p:spPr>
          <a:xfrm xmlns:a="http://schemas.openxmlformats.org/drawingml/2006/main">
            <a:off x="914400" y="516255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同一时刻：2个样本</a:t>
            </a:r>
          </a:p>
        </p:txBody>
      </p:sp>
      <p:sp>
        <p:nvSpPr>
          <p:cNvPr id="37" name="one-sample">
            <a:extLst xmlns:a="http://schemas.openxmlformats.org/drawingml/2006/main">
              <a:ext uri="{FF2B5EF4-FFF2-40B4-BE49-F238E27FC236}">
                <a16:creationId xmlns:a16="http://schemas.microsoft.com/office/drawing/2014/main" id="{FF95FB82-C48F-43A5-B841-8298C8A3C826}"/>
              </a:ext>
            </a:extLst>
          </p:cNvPr>
          <p:cNvSpPr>
            <a:spLocks xmlns:a="http://schemas.openxmlformats.org/drawingml/2006/main" noGrp="1"/>
          </p:cNvSpPr>
          <p:nvPr/>
        </p:nvSpPr>
        <p:spPr>
          <a:xfrm xmlns:a="http://schemas.openxmlformats.org/drawingml/2006/main">
            <a:off x="6724650" y="51625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同一时刻：1个样本</a:t>
            </a:r>
          </a:p>
        </p:txBody>
      </p:sp>
      <p:sp>
        <p:nvSpPr>
          <p:cNvPr id="38" name="text">
            <a:extLst xmlns:a="http://schemas.openxmlformats.org/drawingml/2006/main">
              <a:ext uri="{FF2B5EF4-FFF2-40B4-BE49-F238E27FC236}">
                <a16:creationId xmlns:a16="http://schemas.microsoft.com/office/drawing/2014/main" id="{C1BB6D2B-135E-41C8-83E6-F9C8D51C3BF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其他条件相同：单声道的PCM样本数据量为原来一半。</a:t>
            </a:r>
          </a:p>
        </p:txBody>
      </p:sp>
      <p:sp xmlns:a="http://schemas.openxmlformats.org/drawingml/2006/main">
        <p:nvSpPr>
          <p:cNvPr id="39" name="Rectangle 38"/>
          <p:cNvSpPr/>
          <p:nvPr/>
        </p:nvSpPr>
        <p:spPr>
          <a:xfrm>
            <a:off x="731520" y="4928616"/>
            <a:ext cx="5065776" cy="594360"/>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896112" y="5010912"/>
            <a:ext cx="4663440" cy="402336"/>
          </a:xfrm>
          <a:prstGeom prst="rect">
            <a:avLst/>
          </a:prstGeom>
          <a:noFill/>
        </p:spPr>
        <p:txBody>
          <a:bodyPr wrap="square" lIns="0" rIns="0" tIns="0" bIns="0" anchor="ctr">
            <a:spAutoFit/>
          </a:bodyPr>
          <a:lstStyle/>
          <a:p>
            <a:pPr>
              <a:spcAft>
                <a:spcPts val="200"/>
              </a:spcAft>
              <a:defRPr sz="1900" b="1">
                <a:solidFill>
                  <a:srgbClr val="8C64E1"/>
                </a:solidFill>
                <a:latin typeface="Alibaba PuHuiTi 3.0 115 Black"/>
              </a:defRPr>
            </a:pPr>
            <a:r>
              <a:t>双声道：每时刻2个样本</a:t>
            </a:r>
          </a:p>
        </p:txBody>
      </p:sp>
      <p:sp xmlns:a="http://schemas.openxmlformats.org/drawingml/2006/main">
        <p:nvSpPr>
          <p:cNvPr id="41" name="Rectangle 40"/>
          <p:cNvSpPr/>
          <p:nvPr/>
        </p:nvSpPr>
        <p:spPr>
          <a:xfrm>
            <a:off x="6108192" y="4928616"/>
            <a:ext cx="5065776" cy="594360"/>
          </a:xfrm>
          <a:prstGeom prst="rect">
            <a:avLst/>
          </a:prstGeom>
          <a:solidFill>
            <a:srgbClr val="F1FAFF"/>
          </a:solidFill>
          <a:ln w="12700">
            <a:solidFill>
              <a:srgbClr val="00B0F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6272784" y="5010912"/>
            <a:ext cx="4663440" cy="402336"/>
          </a:xfrm>
          <a:prstGeom prst="rect">
            <a:avLst/>
          </a:prstGeom>
          <a:noFill/>
        </p:spPr>
        <p:txBody>
          <a:bodyPr wrap="square" lIns="0" rIns="0" tIns="0" bIns="0" anchor="ctr">
            <a:spAutoFit/>
          </a:bodyPr>
          <a:lstStyle/>
          <a:p>
            <a:pPr>
              <a:spcAft>
                <a:spcPts val="200"/>
              </a:spcAft>
              <a:defRPr sz="1900" b="1">
                <a:solidFill>
                  <a:srgbClr val="007C9B"/>
                </a:solidFill>
                <a:latin typeface="Alibaba PuHuiTi 3.0 115 Black"/>
              </a:defRPr>
            </a:pPr>
            <a:r>
              <a:t>单声道：每时刻1个样本</a:t>
            </a:r>
          </a:p>
        </p:txBody>
      </p:sp>
    </p:spTree>
    <p:extLst>
      <p:ext uri="{BB962C8B-B14F-4D97-AF65-F5344CB8AC3E}">
        <p14:creationId xmlns:p14="http://schemas.microsoft.com/office/powerpoint/2010/main" val="496766387"/>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4B60B5C-DD68-4FED-8E13-B7502DFF54A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C88733E-D364-49B8-8191-34F5E3C1349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919A0E5-300D-4E28-BBB8-66BDEE4EC9B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图像采样与声音采样，哪里相同？</a:t>
            </a:r>
          </a:p>
        </p:txBody>
      </p:sp>
      <p:sp>
        <p:nvSpPr>
          <p:cNvPr id="5" name="TextBox 4">
            <a:extLst xmlns:a="http://schemas.openxmlformats.org/drawingml/2006/main">
              <a:ext uri="{FF2B5EF4-FFF2-40B4-BE49-F238E27FC236}">
                <a16:creationId xmlns:a16="http://schemas.microsoft.com/office/drawing/2014/main" id="{2048AF24-AEDE-4B41-942C-0012CBFBDEFC}"/>
              </a:ext>
            </a:extLst>
          </p:cNvPr>
          <p:cNvSpPr>
            <a:spLocks xmlns:a="http://schemas.openxmlformats.org/drawingml/2006/main" noGrp="1"/>
          </p:cNvSpPr>
          <p:nvPr/>
        </p:nvSpPr>
        <p:spPr>
          <a:xfrm xmlns:a="http://schemas.openxmlformats.org/drawingml/2006/main">
            <a:off x="742950" y="23717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取样位置</a:t>
            </a:r>
          </a:p>
        </p:txBody>
      </p:sp>
      <p:sp>
        <p:nvSpPr>
          <p:cNvPr id="6" name="TextBox 5">
            <a:extLst xmlns:a="http://schemas.openxmlformats.org/drawingml/2006/main">
              <a:ext uri="{FF2B5EF4-FFF2-40B4-BE49-F238E27FC236}">
                <a16:creationId xmlns:a16="http://schemas.microsoft.com/office/drawing/2014/main" id="{EB038607-4B46-4513-822A-CDBFE53AFBE8}"/>
              </a:ext>
            </a:extLst>
          </p:cNvPr>
          <p:cNvSpPr>
            <a:spLocks xmlns:a="http://schemas.openxmlformats.org/drawingml/2006/main" noGrp="1"/>
          </p:cNvSpPr>
          <p:nvPr/>
        </p:nvSpPr>
        <p:spPr>
          <a:xfrm xmlns:a="http://schemas.openxmlformats.org/drawingml/2006/main">
            <a:off x="3152775" y="23717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二维：行×列的像素</a:t>
            </a:r>
          </a:p>
        </p:txBody>
      </p:sp>
      <p:sp>
        <p:nvSpPr>
          <p:cNvPr id="7" name="TextBox 6">
            <a:extLst xmlns:a="http://schemas.openxmlformats.org/drawingml/2006/main">
              <a:ext uri="{FF2B5EF4-FFF2-40B4-BE49-F238E27FC236}">
                <a16:creationId xmlns:a16="http://schemas.microsoft.com/office/drawing/2014/main" id="{82022762-2467-40F0-88A5-A00E7AA80957}"/>
              </a:ext>
            </a:extLst>
          </p:cNvPr>
          <p:cNvSpPr>
            <a:spLocks xmlns:a="http://schemas.openxmlformats.org/drawingml/2006/main" noGrp="1"/>
          </p:cNvSpPr>
          <p:nvPr/>
        </p:nvSpPr>
        <p:spPr>
          <a:xfrm xmlns:a="http://schemas.openxmlformats.org/drawingml/2006/main">
            <a:off x="7400925" y="23717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一维：时间点</a:t>
            </a:r>
          </a:p>
        </p:txBody>
      </p:sp>
      <p:sp>
        <p:nvSpPr>
          <p:cNvPr id="8" name="Connector 7">
            <a:extLst xmlns:a="http://schemas.openxmlformats.org/drawingml/2006/main">
              <a:ext uri="{FF2B5EF4-FFF2-40B4-BE49-F238E27FC236}">
                <a16:creationId xmlns:a16="http://schemas.microsoft.com/office/drawing/2014/main" id="{74F1D4FB-0C0A-455D-AAFE-A8A0CDF20D18}"/>
              </a:ext>
            </a:extLst>
          </p:cNvPr>
          <p:cNvSpPr>
            <a:spLocks xmlns:a="http://schemas.openxmlformats.org/drawingml/2006/main" noGrp="1"/>
          </p:cNvSpPr>
          <p:nvPr/>
        </p:nvSpPr>
        <p:spPr>
          <a:xfrm xmlns:a="http://schemas.openxmlformats.org/drawingml/2006/main">
            <a:off x="822960" y="3038475"/>
            <a:ext cx="10341864" cy="0"/>
          </a:xfrm>
          <a:prstGeom xmlns:a="http://schemas.openxmlformats.org/drawingml/2006/main" prst="line">
            <a:avLst/>
          </a:prstGeom>
          <a:ln xmlns:a="http://schemas.openxmlformats.org/drawingml/2006/main" w="1524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127DE202-AEE3-4425-A95B-BCB4290F95C4}"/>
              </a:ext>
            </a:extLst>
          </p:cNvPr>
          <p:cNvSpPr>
            <a:spLocks xmlns:a="http://schemas.openxmlformats.org/drawingml/2006/main" noGrp="1"/>
          </p:cNvSpPr>
          <p:nvPr/>
        </p:nvSpPr>
        <p:spPr>
          <a:xfrm xmlns:a="http://schemas.openxmlformats.org/drawingml/2006/main">
            <a:off x="742950" y="34766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描述的量</a:t>
            </a:r>
          </a:p>
        </p:txBody>
      </p:sp>
      <p:sp>
        <p:nvSpPr>
          <p:cNvPr id="10" name="TextBox 9">
            <a:extLst xmlns:a="http://schemas.openxmlformats.org/drawingml/2006/main">
              <a:ext uri="{FF2B5EF4-FFF2-40B4-BE49-F238E27FC236}">
                <a16:creationId xmlns:a16="http://schemas.microsoft.com/office/drawing/2014/main" id="{367BC95A-0265-4714-ABBF-426E858E8FE0}"/>
              </a:ext>
            </a:extLst>
          </p:cNvPr>
          <p:cNvSpPr>
            <a:spLocks xmlns:a="http://schemas.openxmlformats.org/drawingml/2006/main" noGrp="1"/>
          </p:cNvSpPr>
          <p:nvPr/>
        </p:nvSpPr>
        <p:spPr>
          <a:xfrm xmlns:a="http://schemas.openxmlformats.org/drawingml/2006/main">
            <a:off x="3152775" y="34766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像素的颜色信息</a:t>
            </a:r>
          </a:p>
        </p:txBody>
      </p:sp>
      <p:sp>
        <p:nvSpPr>
          <p:cNvPr id="11" name="TextBox 10">
            <a:extLst xmlns:a="http://schemas.openxmlformats.org/drawingml/2006/main">
              <a:ext uri="{FF2B5EF4-FFF2-40B4-BE49-F238E27FC236}">
                <a16:creationId xmlns:a16="http://schemas.microsoft.com/office/drawing/2014/main" id="{B2B3E1B6-1DDB-4CCB-AB50-6F001EA4DCBB}"/>
              </a:ext>
            </a:extLst>
          </p:cNvPr>
          <p:cNvSpPr>
            <a:spLocks xmlns:a="http://schemas.openxmlformats.org/drawingml/2006/main" noGrp="1"/>
          </p:cNvSpPr>
          <p:nvPr/>
        </p:nvSpPr>
        <p:spPr>
          <a:xfrm xmlns:a="http://schemas.openxmlformats.org/drawingml/2006/main">
            <a:off x="7400925" y="34766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声音信号振幅</a:t>
            </a:r>
          </a:p>
        </p:txBody>
      </p:sp>
      <p:sp>
        <p:nvSpPr>
          <p:cNvPr id="12" name="Connector 11">
            <a:extLst xmlns:a="http://schemas.openxmlformats.org/drawingml/2006/main">
              <a:ext uri="{FF2B5EF4-FFF2-40B4-BE49-F238E27FC236}">
                <a16:creationId xmlns:a16="http://schemas.microsoft.com/office/drawing/2014/main" id="{F32F15F1-D846-4C58-882F-AB650B374279}"/>
              </a:ext>
            </a:extLst>
          </p:cNvPr>
          <p:cNvSpPr>
            <a:spLocks xmlns:a="http://schemas.openxmlformats.org/drawingml/2006/main" noGrp="1"/>
          </p:cNvSpPr>
          <p:nvPr/>
        </p:nvSpPr>
        <p:spPr>
          <a:xfrm xmlns:a="http://schemas.openxmlformats.org/drawingml/2006/main">
            <a:off x="822960" y="4143375"/>
            <a:ext cx="10341864" cy="0"/>
          </a:xfrm>
          <a:prstGeom xmlns:a="http://schemas.openxmlformats.org/drawingml/2006/main" prst="line">
            <a:avLst/>
          </a:prstGeom>
          <a:ln xmlns:a="http://schemas.openxmlformats.org/drawingml/2006/main" w="1524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D3C188E4-C771-4011-B5B8-3B7BCC4FD9A5}"/>
              </a:ext>
            </a:extLst>
          </p:cNvPr>
          <p:cNvSpPr>
            <a:spLocks xmlns:a="http://schemas.openxmlformats.org/drawingml/2006/main" noGrp="1"/>
          </p:cNvSpPr>
          <p:nvPr/>
        </p:nvSpPr>
        <p:spPr>
          <a:xfrm xmlns:a="http://schemas.openxmlformats.org/drawingml/2006/main">
            <a:off x="742950" y="45815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数据量</a:t>
            </a:r>
          </a:p>
        </p:txBody>
      </p:sp>
      <p:sp>
        <p:nvSpPr>
          <p:cNvPr id="14" name="TextBox 13">
            <a:extLst xmlns:a="http://schemas.openxmlformats.org/drawingml/2006/main">
              <a:ext uri="{FF2B5EF4-FFF2-40B4-BE49-F238E27FC236}">
                <a16:creationId xmlns:a16="http://schemas.microsoft.com/office/drawing/2014/main" id="{856C25C1-4A14-4AD4-B791-7E775A82B6C2}"/>
              </a:ext>
            </a:extLst>
          </p:cNvPr>
          <p:cNvSpPr>
            <a:spLocks xmlns:a="http://schemas.openxmlformats.org/drawingml/2006/main" noGrp="1"/>
          </p:cNvSpPr>
          <p:nvPr/>
        </p:nvSpPr>
        <p:spPr>
          <a:xfrm xmlns:a="http://schemas.openxmlformats.org/drawingml/2006/main">
            <a:off x="3152775" y="45815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像素数×每像素位数</a:t>
            </a:r>
          </a:p>
        </p:txBody>
      </p:sp>
      <p:sp>
        <p:nvSpPr>
          <p:cNvPr id="15" name="TextBox 14">
            <a:extLst xmlns:a="http://schemas.openxmlformats.org/drawingml/2006/main">
              <a:ext uri="{FF2B5EF4-FFF2-40B4-BE49-F238E27FC236}">
                <a16:creationId xmlns:a16="http://schemas.microsoft.com/office/drawing/2014/main" id="{0DB2E5C6-E773-4AD9-BA21-9241578E6E40}"/>
              </a:ext>
            </a:extLst>
          </p:cNvPr>
          <p:cNvSpPr>
            <a:spLocks xmlns:a="http://schemas.openxmlformats.org/drawingml/2006/main" noGrp="1"/>
          </p:cNvSpPr>
          <p:nvPr/>
        </p:nvSpPr>
        <p:spPr>
          <a:xfrm xmlns:a="http://schemas.openxmlformats.org/drawingml/2006/main">
            <a:off x="7400925" y="45815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样本数×每样本位数</a:t>
            </a:r>
          </a:p>
        </p:txBody>
      </p:sp>
      <p:sp>
        <p:nvSpPr>
          <p:cNvPr id="16" name="TextBox 15">
            <a:extLst xmlns:a="http://schemas.openxmlformats.org/drawingml/2006/main">
              <a:ext uri="{FF2B5EF4-FFF2-40B4-BE49-F238E27FC236}">
                <a16:creationId xmlns:a16="http://schemas.microsoft.com/office/drawing/2014/main" id="{E61956DE-12AB-48D5-886D-A8B9DD82C04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这两种编码都有“选择样本”和“用有限数字表达样本”的过程。</a:t>
            </a:r>
          </a:p>
        </p:txBody>
      </p:sp>
      <p:sp>
        <p:nvSpPr>
          <p:cNvPr id="17" name="image-column-heading">
            <a:extLst xmlns:a="http://schemas.openxmlformats.org/drawingml/2006/main">
              <a:ext uri="{FF2B5EF4-FFF2-40B4-BE49-F238E27FC236}">
                <a16:creationId xmlns:a16="http://schemas.microsoft.com/office/drawing/2014/main" id="{A478A1B4-CDF5-47A9-A72B-514CA271DE9D}"/>
              </a:ext>
            </a:extLst>
          </p:cNvPr>
          <p:cNvSpPr>
            <a:spLocks xmlns:a="http://schemas.openxmlformats.org/drawingml/2006/main" noGrp="1"/>
          </p:cNvSpPr>
          <p:nvPr/>
        </p:nvSpPr>
        <p:spPr>
          <a:xfrm xmlns:a="http://schemas.openxmlformats.org/drawingml/2006/main">
            <a:off x="3152775" y="158115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图像：空间采样</a:t>
            </a:r>
          </a:p>
        </p:txBody>
      </p:sp>
      <p:sp>
        <p:nvSpPr>
          <p:cNvPr id="18" name="audio-column-heading">
            <a:extLst xmlns:a="http://schemas.openxmlformats.org/drawingml/2006/main">
              <a:ext uri="{FF2B5EF4-FFF2-40B4-BE49-F238E27FC236}">
                <a16:creationId xmlns:a16="http://schemas.microsoft.com/office/drawing/2014/main" id="{8D4FE4E5-DC73-4BD0-9710-35D14D9B861D}"/>
              </a:ext>
            </a:extLst>
          </p:cNvPr>
          <p:cNvSpPr>
            <a:spLocks xmlns:a="http://schemas.openxmlformats.org/drawingml/2006/main" noGrp="1"/>
          </p:cNvSpPr>
          <p:nvPr/>
        </p:nvSpPr>
        <p:spPr>
          <a:xfrm xmlns:a="http://schemas.openxmlformats.org/drawingml/2006/main">
            <a:off x="7400925" y="1581150"/>
            <a:ext cx="4181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声音：时间采样</a:t>
            </a:r>
          </a:p>
        </p:txBody>
      </p:sp>
    </p:spTree>
    <p:extLst>
      <p:ext uri="{BB962C8B-B14F-4D97-AF65-F5344CB8AC3E}">
        <p14:creationId xmlns:p14="http://schemas.microsoft.com/office/powerpoint/2010/main" val="1571901996"/>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CC72A83-55C2-4661-ADC0-F7BDB8D3F65B}"/>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598E12A-F69F-4165-A67F-BE70ABCEB0D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A6F206-8F9C-45E5-A362-B9140C0BEEF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连续的图片，怎样让我们看到运动？</a:t>
            </a:r>
          </a:p>
        </p:txBody>
      </p:sp>
      <p:sp>
        <p:nvSpPr>
          <p:cNvPr id="5" name="Rectangle 4">
            <a:extLst xmlns:a="http://schemas.openxmlformats.org/drawingml/2006/main">
              <a:ext uri="{FF2B5EF4-FFF2-40B4-BE49-F238E27FC236}">
                <a16:creationId xmlns:a16="http://schemas.microsoft.com/office/drawing/2014/main" id="{7D0B5C2D-DF2F-4BBC-95A1-6B11213E5BD8}"/>
              </a:ext>
            </a:extLst>
          </p:cNvPr>
          <p:cNvSpPr>
            <a:spLocks xmlns:a="http://schemas.openxmlformats.org/drawingml/2006/main" noGrp="1"/>
          </p:cNvSpPr>
          <p:nvPr/>
        </p:nvSpPr>
        <p:spPr>
          <a:xfrm xmlns:a="http://schemas.openxmlformats.org/drawingml/2006/main">
            <a:off x="609600"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Oval 5">
            <a:extLst xmlns:a="http://schemas.openxmlformats.org/drawingml/2006/main">
              <a:ext uri="{FF2B5EF4-FFF2-40B4-BE49-F238E27FC236}">
                <a16:creationId xmlns:a16="http://schemas.microsoft.com/office/drawing/2014/main" id="{E5CAD4C9-2078-46E8-A5F0-43D7DC93D871}"/>
              </a:ext>
            </a:extLst>
          </p:cNvPr>
          <p:cNvSpPr>
            <a:spLocks xmlns:a="http://schemas.openxmlformats.org/drawingml/2006/main" noGrp="1"/>
          </p:cNvSpPr>
          <p:nvPr/>
        </p:nvSpPr>
        <p:spPr>
          <a:xfrm xmlns:a="http://schemas.openxmlformats.org/drawingml/2006/main">
            <a:off x="78744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9F2A1C1-7EF4-48E9-A43E-4385A2E222B4}"/>
              </a:ext>
            </a:extLst>
          </p:cNvPr>
          <p:cNvSpPr>
            <a:spLocks xmlns:a="http://schemas.openxmlformats.org/drawingml/2006/main" noGrp="1"/>
          </p:cNvSpPr>
          <p:nvPr/>
        </p:nvSpPr>
        <p:spPr>
          <a:xfrm xmlns:a="http://schemas.openxmlformats.org/drawingml/2006/main">
            <a:off x="609600"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第1帧</a:t>
            </a:r>
          </a:p>
        </p:txBody>
      </p:sp>
      <p:sp>
        <p:nvSpPr>
          <p:cNvPr id="8" name="Rectangle 7">
            <a:extLst xmlns:a="http://schemas.openxmlformats.org/drawingml/2006/main">
              <a:ext uri="{FF2B5EF4-FFF2-40B4-BE49-F238E27FC236}">
                <a16:creationId xmlns:a16="http://schemas.microsoft.com/office/drawing/2014/main" id="{BAD35231-6187-4CC4-9459-A57EBB1E53BB}"/>
              </a:ext>
            </a:extLst>
          </p:cNvPr>
          <p:cNvSpPr>
            <a:spLocks xmlns:a="http://schemas.openxmlformats.org/drawingml/2006/main" noGrp="1"/>
          </p:cNvSpPr>
          <p:nvPr/>
        </p:nvSpPr>
        <p:spPr>
          <a:xfrm xmlns:a="http://schemas.openxmlformats.org/drawingml/2006/main">
            <a:off x="2850399"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47DD49A3-0C0F-4A91-BD59-E1A539E3140E}"/>
              </a:ext>
            </a:extLst>
          </p:cNvPr>
          <p:cNvSpPr>
            <a:spLocks xmlns:a="http://schemas.openxmlformats.org/drawingml/2006/main" noGrp="1"/>
          </p:cNvSpPr>
          <p:nvPr/>
        </p:nvSpPr>
        <p:spPr>
          <a:xfrm xmlns:a="http://schemas.openxmlformats.org/drawingml/2006/main">
            <a:off x="3277218"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25A5B942-D0EF-4A9E-BC1C-3B8BEC6FDCCD}"/>
              </a:ext>
            </a:extLst>
          </p:cNvPr>
          <p:cNvSpPr>
            <a:spLocks xmlns:a="http://schemas.openxmlformats.org/drawingml/2006/main" noGrp="1"/>
          </p:cNvSpPr>
          <p:nvPr/>
        </p:nvSpPr>
        <p:spPr>
          <a:xfrm xmlns:a="http://schemas.openxmlformats.org/drawingml/2006/main">
            <a:off x="2850399"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第2帧</a:t>
            </a:r>
          </a:p>
        </p:txBody>
      </p:sp>
      <p:sp>
        <p:nvSpPr>
          <p:cNvPr id="11" name="Rectangle 10">
            <a:extLst xmlns:a="http://schemas.openxmlformats.org/drawingml/2006/main">
              <a:ext uri="{FF2B5EF4-FFF2-40B4-BE49-F238E27FC236}">
                <a16:creationId xmlns:a16="http://schemas.microsoft.com/office/drawing/2014/main" id="{7568A683-AFF5-483A-8BB4-1BB2BA3B1BA0}"/>
              </a:ext>
            </a:extLst>
          </p:cNvPr>
          <p:cNvSpPr>
            <a:spLocks xmlns:a="http://schemas.openxmlformats.org/drawingml/2006/main" noGrp="1"/>
          </p:cNvSpPr>
          <p:nvPr/>
        </p:nvSpPr>
        <p:spPr>
          <a:xfrm xmlns:a="http://schemas.openxmlformats.org/drawingml/2006/main">
            <a:off x="5091198"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36346C87-1A59-4C05-AC3E-EA0173367299}"/>
              </a:ext>
            </a:extLst>
          </p:cNvPr>
          <p:cNvSpPr>
            <a:spLocks xmlns:a="http://schemas.openxmlformats.org/drawingml/2006/main" noGrp="1"/>
          </p:cNvSpPr>
          <p:nvPr/>
        </p:nvSpPr>
        <p:spPr>
          <a:xfrm xmlns:a="http://schemas.openxmlformats.org/drawingml/2006/main">
            <a:off x="5766994"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172BE2F-825F-4060-B886-C9615F4D945E}"/>
              </a:ext>
            </a:extLst>
          </p:cNvPr>
          <p:cNvSpPr>
            <a:spLocks xmlns:a="http://schemas.openxmlformats.org/drawingml/2006/main" noGrp="1"/>
          </p:cNvSpPr>
          <p:nvPr/>
        </p:nvSpPr>
        <p:spPr>
          <a:xfrm xmlns:a="http://schemas.openxmlformats.org/drawingml/2006/main">
            <a:off x="5091198"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第3帧</a:t>
            </a:r>
          </a:p>
        </p:txBody>
      </p:sp>
      <p:sp>
        <p:nvSpPr>
          <p:cNvPr id="14" name="Rectangle 13">
            <a:extLst xmlns:a="http://schemas.openxmlformats.org/drawingml/2006/main">
              <a:ext uri="{FF2B5EF4-FFF2-40B4-BE49-F238E27FC236}">
                <a16:creationId xmlns:a16="http://schemas.microsoft.com/office/drawing/2014/main" id="{CB9427C4-0CEF-47A9-8890-3477EA46767D}"/>
              </a:ext>
            </a:extLst>
          </p:cNvPr>
          <p:cNvSpPr>
            <a:spLocks xmlns:a="http://schemas.openxmlformats.org/drawingml/2006/main" noGrp="1"/>
          </p:cNvSpPr>
          <p:nvPr/>
        </p:nvSpPr>
        <p:spPr>
          <a:xfrm xmlns:a="http://schemas.openxmlformats.org/drawingml/2006/main">
            <a:off x="7331997"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80C8F7C8-47C5-4EA9-B20B-BBDEC90EA678}"/>
              </a:ext>
            </a:extLst>
          </p:cNvPr>
          <p:cNvSpPr>
            <a:spLocks xmlns:a="http://schemas.openxmlformats.org/drawingml/2006/main" noGrp="1"/>
          </p:cNvSpPr>
          <p:nvPr/>
        </p:nvSpPr>
        <p:spPr>
          <a:xfrm xmlns:a="http://schemas.openxmlformats.org/drawingml/2006/main">
            <a:off x="825677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44526F9-1ADF-4D96-AA61-FFF84BA23B88}"/>
              </a:ext>
            </a:extLst>
          </p:cNvPr>
          <p:cNvSpPr>
            <a:spLocks xmlns:a="http://schemas.openxmlformats.org/drawingml/2006/main" noGrp="1"/>
          </p:cNvSpPr>
          <p:nvPr/>
        </p:nvSpPr>
        <p:spPr>
          <a:xfrm xmlns:a="http://schemas.openxmlformats.org/drawingml/2006/main">
            <a:off x="7331997"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第4帧</a:t>
            </a:r>
          </a:p>
        </p:txBody>
      </p:sp>
      <p:sp>
        <p:nvSpPr>
          <p:cNvPr id="17" name="Rectangle 16">
            <a:extLst xmlns:a="http://schemas.openxmlformats.org/drawingml/2006/main">
              <a:ext uri="{FF2B5EF4-FFF2-40B4-BE49-F238E27FC236}">
                <a16:creationId xmlns:a16="http://schemas.microsoft.com/office/drawing/2014/main" id="{F9730DA6-8FCE-494C-A605-B19DF2BBA0DB}"/>
              </a:ext>
            </a:extLst>
          </p:cNvPr>
          <p:cNvSpPr>
            <a:spLocks xmlns:a="http://schemas.openxmlformats.org/drawingml/2006/main" noGrp="1"/>
          </p:cNvSpPr>
          <p:nvPr/>
        </p:nvSpPr>
        <p:spPr>
          <a:xfrm xmlns:a="http://schemas.openxmlformats.org/drawingml/2006/main">
            <a:off x="9572796"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475E59B1-CE20-4B8C-AF8A-EFBAD843D39E}"/>
              </a:ext>
            </a:extLst>
          </p:cNvPr>
          <p:cNvSpPr>
            <a:spLocks xmlns:a="http://schemas.openxmlformats.org/drawingml/2006/main" noGrp="1"/>
          </p:cNvSpPr>
          <p:nvPr/>
        </p:nvSpPr>
        <p:spPr>
          <a:xfrm xmlns:a="http://schemas.openxmlformats.org/drawingml/2006/main">
            <a:off x="10746547"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32E4E02-F71D-4FF7-B717-1EEA9155B378}"/>
              </a:ext>
            </a:extLst>
          </p:cNvPr>
          <p:cNvSpPr>
            <a:spLocks xmlns:a="http://schemas.openxmlformats.org/drawingml/2006/main" noGrp="1"/>
          </p:cNvSpPr>
          <p:nvPr/>
        </p:nvSpPr>
        <p:spPr>
          <a:xfrm xmlns:a="http://schemas.openxmlformats.org/drawingml/2006/main">
            <a:off x="9572796"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第5帧</a:t>
            </a:r>
          </a:p>
        </p:txBody>
      </p:sp>
      <p:sp>
        <p:nvSpPr>
          <p:cNvPr id="20" name="TextBox 19">
            <a:extLst xmlns:a="http://schemas.openxmlformats.org/drawingml/2006/main">
              <a:ext uri="{FF2B5EF4-FFF2-40B4-BE49-F238E27FC236}">
                <a16:creationId xmlns:a16="http://schemas.microsoft.com/office/drawing/2014/main" id="{15A38971-D832-4CF0-8F84-45C4AE41A40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帧率25 fps：每秒显示25张画面。</a:t>
            </a:r>
          </a:p>
        </p:txBody>
      </p:sp>
      <p:sp>
        <p:nvSpPr>
          <p:cNvPr id="21" name="TextBox 20">
            <a:extLst xmlns:a="http://schemas.openxmlformats.org/drawingml/2006/main">
              <a:ext uri="{FF2B5EF4-FFF2-40B4-BE49-F238E27FC236}">
                <a16:creationId xmlns:a16="http://schemas.microsoft.com/office/drawing/2014/main" id="{DF31247B-9914-4BF3-995C-52FBAB82F074}"/>
              </a:ext>
            </a:extLst>
          </p:cNvPr>
          <p:cNvSpPr>
            <a:spLocks xmlns:a="http://schemas.openxmlformats.org/drawingml/2006/main" noGrp="1"/>
          </p:cNvSpPr>
          <p:nvPr/>
        </p:nvSpPr>
        <p:spPr>
          <a:xfrm xmlns:a="http://schemas.openxmlformats.org/drawingml/2006/main">
            <a:off x="2130142" y="5056632"/>
            <a:ext cx="7602711"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球在画面中的位置逐帧变化</a:t>
            </a:r>
          </a:p>
        </p:txBody>
      </p:sp>
      <p:sp xmlns:a="http://schemas.openxmlformats.org/drawingml/2006/main">
        <p:nvSpPr>
          <p:cNvPr id="22" name="Rectangle 21"/>
          <p:cNvSpPr/>
          <p:nvPr/>
        </p:nvSpPr>
        <p:spPr>
          <a:xfrm>
            <a:off x="594360" y="1837943"/>
            <a:ext cx="10936224" cy="364845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70408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841248"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extBox 24"/>
          <p:cNvSpPr txBox="1"/>
          <p:nvPr/>
        </p:nvSpPr>
        <p:spPr>
          <a:xfrm>
            <a:off x="70408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第1帧</a:t>
            </a:r>
          </a:p>
        </p:txBody>
      </p:sp>
      <p:sp xmlns:a="http://schemas.openxmlformats.org/drawingml/2006/main">
        <p:nvSpPr>
          <p:cNvPr id="26" name="Rectangle 25"/>
          <p:cNvSpPr/>
          <p:nvPr/>
        </p:nvSpPr>
        <p:spPr>
          <a:xfrm>
            <a:off x="294436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3392424"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TextBox 27"/>
          <p:cNvSpPr txBox="1"/>
          <p:nvPr/>
        </p:nvSpPr>
        <p:spPr>
          <a:xfrm>
            <a:off x="294436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第2帧</a:t>
            </a:r>
          </a:p>
        </p:txBody>
      </p:sp>
      <p:sp xmlns:a="http://schemas.openxmlformats.org/drawingml/2006/main">
        <p:nvSpPr>
          <p:cNvPr id="29" name="Rectangle 28"/>
          <p:cNvSpPr/>
          <p:nvPr/>
        </p:nvSpPr>
        <p:spPr>
          <a:xfrm>
            <a:off x="518464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5943599"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TextBox 30"/>
          <p:cNvSpPr txBox="1"/>
          <p:nvPr/>
        </p:nvSpPr>
        <p:spPr>
          <a:xfrm>
            <a:off x="518464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第3帧</a:t>
            </a:r>
          </a:p>
        </p:txBody>
      </p:sp>
      <p:sp xmlns:a="http://schemas.openxmlformats.org/drawingml/2006/main">
        <p:nvSpPr>
          <p:cNvPr id="32" name="Rectangle 31"/>
          <p:cNvSpPr/>
          <p:nvPr/>
        </p:nvSpPr>
        <p:spPr>
          <a:xfrm>
            <a:off x="742492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8494776"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TextBox 33"/>
          <p:cNvSpPr txBox="1"/>
          <p:nvPr/>
        </p:nvSpPr>
        <p:spPr>
          <a:xfrm>
            <a:off x="742492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第4帧</a:t>
            </a:r>
          </a:p>
        </p:txBody>
      </p:sp>
      <p:sp xmlns:a="http://schemas.openxmlformats.org/drawingml/2006/main">
        <p:nvSpPr>
          <p:cNvPr id="35" name="Rectangle 34"/>
          <p:cNvSpPr/>
          <p:nvPr/>
        </p:nvSpPr>
        <p:spPr>
          <a:xfrm>
            <a:off x="966520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045952"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966520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第5帧</a:t>
            </a:r>
          </a:p>
        </p:txBody>
      </p:sp>
      <p:sp xmlns:a="http://schemas.openxmlformats.org/drawingml/2006/main">
        <p:nvSpPr>
          <p:cNvPr id="38" name="TextBox 37"/>
          <p:cNvSpPr txBox="1"/>
          <p:nvPr/>
        </p:nvSpPr>
        <p:spPr>
          <a:xfrm>
            <a:off x="1170432" y="4773168"/>
            <a:ext cx="9875520" cy="512064"/>
          </a:xfrm>
          <a:prstGeom prst="rect">
            <a:avLst/>
          </a:prstGeom>
          <a:noFill/>
        </p:spPr>
        <p:txBody>
          <a:bodyPr wrap="square" lIns="0" rIns="0" tIns="0" bIns="0" anchor="ctr">
            <a:spAutoFit/>
          </a:bodyPr>
          <a:lstStyle/>
          <a:p>
            <a:pPr algn="ctr">
              <a:spcAft>
                <a:spcPts val="200"/>
              </a:spcAft>
              <a:defRPr sz="2300" b="1">
                <a:solidFill>
                  <a:srgbClr val="8C64E1"/>
                </a:solidFill>
                <a:latin typeface="Alibaba PuHuiTi 3.0 115 Black"/>
              </a:defRPr>
            </a:pPr>
            <a:r>
              <a:t>同一个球，位置随着时间由左向右变化。</a:t>
            </a:r>
          </a:p>
        </p:txBody>
      </p:sp>
    </p:spTree>
    <p:extLst>
      <p:ext uri="{BB962C8B-B14F-4D97-AF65-F5344CB8AC3E}">
        <p14:creationId xmlns:p14="http://schemas.microsoft.com/office/powerpoint/2010/main" val="991203829"/>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1820ED1-A929-4E46-B021-CBEBD6C1685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B8DCB3-2C93-4428-8446-067FFCCA60B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7D83945-FA16-49C6-93FA-682BD573D4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10分钟、25fps，要保存多少帧？</a:t>
            </a:r>
          </a:p>
        </p:txBody>
      </p:sp>
      <p:sp>
        <p:nvSpPr>
          <p:cNvPr id="5" name="TextBox 4">
            <a:extLst xmlns:a="http://schemas.openxmlformats.org/drawingml/2006/main">
              <a:ext uri="{FF2B5EF4-FFF2-40B4-BE49-F238E27FC236}">
                <a16:creationId xmlns:a16="http://schemas.microsoft.com/office/drawing/2014/main" id="{4FF829EA-2790-4F54-ADA0-5400F1570A26}"/>
              </a:ext>
            </a:extLst>
          </p:cNvPr>
          <p:cNvSpPr>
            <a:spLocks xmlns:a="http://schemas.openxmlformats.org/drawingml/2006/main" noGrp="1"/>
          </p:cNvSpPr>
          <p:nvPr/>
        </p:nvSpPr>
        <p:spPr>
          <a:xfrm xmlns:a="http://schemas.openxmlformats.org/drawingml/2006/main">
            <a:off x="768096" y="2048256"/>
            <a:ext cx="107899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25帧/秒 × 60秒/分钟 × 10分钟</a:t>
            </a:r>
          </a:p>
        </p:txBody>
      </p:sp>
      <p:sp>
        <p:nvSpPr>
          <p:cNvPr id="6" name="TextBox 5">
            <a:extLst xmlns:a="http://schemas.openxmlformats.org/drawingml/2006/main">
              <a:ext uri="{FF2B5EF4-FFF2-40B4-BE49-F238E27FC236}">
                <a16:creationId xmlns:a16="http://schemas.microsoft.com/office/drawing/2014/main" id="{731C3185-DE9A-41ED-B243-4979A8D1203E}"/>
              </a:ext>
            </a:extLst>
          </p:cNvPr>
          <p:cNvSpPr>
            <a:spLocks xmlns:a="http://schemas.openxmlformats.org/drawingml/2006/main" noGrp="1"/>
          </p:cNvSpPr>
          <p:nvPr/>
        </p:nvSpPr>
        <p:spPr>
          <a:xfrm xmlns:a="http://schemas.openxmlformats.org/drawingml/2006/main">
            <a:off x="841248" y="3264408"/>
            <a:ext cx="10515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4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4200" b="1">
                <a:solidFill>
                  <a:srgbClr val="8C64E1"/>
                </a:solidFill>
                <a:latin typeface="Alibaba PuHuiTi 3.0 115 Black"/>
                <a:ea typeface="Alibaba PuHuiTi 3.0 115 Black"/>
                <a:cs typeface="Alibaba PuHuiTi 3.0 115 Black"/>
              </a:defRPr>
            </a:pPr>
            <a:r>
              <a:rPr sz="4200" b="1">
                <a:solidFill>
                  <a:srgbClr val="8C64E1"/>
                </a:solidFill>
                <a:latin typeface="Alibaba PuHuiTi 3.0 115 Black"/>
                <a:ea typeface="Alibaba PuHuiTi 3.0 115 Black"/>
                <a:cs typeface="Alibaba PuHuiTi 3.0 115 Black"/>
              </a:rPr>
              <a:t>= 15,000 帧</a:t>
            </a:r>
          </a:p>
        </p:txBody>
      </p:sp>
      <p:sp>
        <p:nvSpPr>
          <p:cNvPr id="7" name="TextBox 6">
            <a:extLst xmlns:a="http://schemas.openxmlformats.org/drawingml/2006/main">
              <a:ext uri="{FF2B5EF4-FFF2-40B4-BE49-F238E27FC236}">
                <a16:creationId xmlns:a16="http://schemas.microsoft.com/office/drawing/2014/main" id="{4C7E941B-D40D-4730-A3DD-49DA74CBD469}"/>
              </a:ext>
            </a:extLst>
          </p:cNvPr>
          <p:cNvSpPr>
            <a:spLocks xmlns:a="http://schemas.openxmlformats.org/drawingml/2006/main" noGrp="1"/>
          </p:cNvSpPr>
          <p:nvPr/>
        </p:nvSpPr>
        <p:spPr>
          <a:xfrm xmlns:a="http://schemas.openxmlformats.org/drawingml/2006/main">
            <a:off x="777240" y="491032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无压缩视频 = 单帧图像数据量 × 总帧数。</a:t>
            </a:r>
          </a:p>
        </p:txBody>
      </p:sp>
    </p:spTree>
    <p:extLst>
      <p:ext uri="{BB962C8B-B14F-4D97-AF65-F5344CB8AC3E}">
        <p14:creationId xmlns:p14="http://schemas.microsoft.com/office/powerpoint/2010/main" val="1653715975"/>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48A47DF-EA30-4B85-8FFA-DA793659EAF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4F7918-05EF-4B0C-B1E3-F3AC71916EE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DFEBF3-8EA5-45E1-93DD-7C8ADC4C938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525AA737-361B-433A-A7F4-BA11572EC81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64A30EB8-7197-490D-832D-C4F8CADC827D}"/>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79F7FF0-D57B-4292-8ED7-F6BD733EB2F9}"/>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213127892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E4F12CC-7077-4853-A185-C0B552AF10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0418E61-BB83-4764-A15B-E4595F5A4EE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0ECEFB-063F-40E6-BA53-C603C48F3E7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DCB06CCF-53D2-46E4-BC00-BFCDC990D7C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CE431726-F8B3-4900-A81A-6697A028487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A4B31346-32E8-4831-8610-1ADC019B2A0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单帧：480 × 320 × 24 ÷ 8＝460,800 B</a:t>
            </a:r>
          </a:p>
        </p:txBody>
      </p:sp>
      <p:sp>
        <p:nvSpPr>
          <p:cNvPr id="8" name="calculation-step-1">
            <a:extLst xmlns:a="http://schemas.openxmlformats.org/drawingml/2006/main">
              <a:ext uri="{FF2B5EF4-FFF2-40B4-BE49-F238E27FC236}">
                <a16:creationId xmlns:a16="http://schemas.microsoft.com/office/drawing/2014/main" id="{3B1ABC75-7945-4731-A9EE-FE3E6F5FA4FE}"/>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帧数：25 × 10 × 60＝15,000 帧</a:t>
            </a:r>
          </a:p>
        </p:txBody>
      </p:sp>
      <p:sp>
        <p:nvSpPr>
          <p:cNvPr id="9" name="calculation-step-2">
            <a:extLst xmlns:a="http://schemas.openxmlformats.org/drawingml/2006/main">
              <a:ext uri="{FF2B5EF4-FFF2-40B4-BE49-F238E27FC236}">
                <a16:creationId xmlns:a16="http://schemas.microsoft.com/office/drawing/2014/main" id="{91740D09-E05B-436C-AF2D-3F30002A7940}"/>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总量：460,800 × 15,000＝6,912,000,000 B</a:t>
            </a:r>
          </a:p>
        </p:txBody>
      </p:sp>
      <p:sp>
        <p:nvSpPr>
          <p:cNvPr id="10" name="calculation-step-3">
            <a:extLst xmlns:a="http://schemas.openxmlformats.org/drawingml/2006/main">
              <a:ext uri="{FF2B5EF4-FFF2-40B4-BE49-F238E27FC236}">
                <a16:creationId xmlns:a16="http://schemas.microsoft.com/office/drawing/2014/main" id="{CF0BC073-1495-47D1-B0D8-A58D5F72D4B8}"/>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换算：6,912,000,000 ÷ 1024³ ≈ 6.44 GiB</a:t>
            </a:r>
          </a:p>
        </p:txBody>
      </p:sp>
      <p:sp>
        <p:nvSpPr>
          <p:cNvPr id="11" name="practice-answer">
            <a:extLst xmlns:a="http://schemas.openxmlformats.org/drawingml/2006/main">
              <a:ext uri="{FF2B5EF4-FFF2-40B4-BE49-F238E27FC236}">
                <a16:creationId xmlns:a16="http://schemas.microsoft.com/office/drawing/2014/main" id="{FB3AD08D-A1D8-4CB8-9B62-9BEF8FFA50F9}"/>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答案：约6.44 GiB</a:t>
            </a:r>
          </a:p>
        </p:txBody>
      </p:sp>
    </p:spTree>
    <p:extLst>
      <p:ext uri="{BB962C8B-B14F-4D97-AF65-F5344CB8AC3E}">
        <p14:creationId xmlns:p14="http://schemas.microsoft.com/office/powerpoint/2010/main" val="669091188"/>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C7A18DA-FE06-4D8E-8F53-77A6E77D550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6BCF116-9F98-4665-99E6-95D705013A8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76A5737-0705-48D8-9C87-57A27812025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视频文件为什么可能小于6.44 GiB？</a:t>
            </a:r>
          </a:p>
        </p:txBody>
      </p:sp>
      <p:sp>
        <p:nvSpPr>
          <p:cNvPr id="5" name="TextBox 4">
            <a:extLst xmlns:a="http://schemas.openxmlformats.org/drawingml/2006/main">
              <a:ext uri="{FF2B5EF4-FFF2-40B4-BE49-F238E27FC236}">
                <a16:creationId xmlns:a16="http://schemas.microsoft.com/office/drawing/2014/main" id="{DCE8C617-C97D-4282-A52C-C9758C8566DA}"/>
              </a:ext>
            </a:extLst>
          </p:cNvPr>
          <p:cNvSpPr>
            <a:spLocks xmlns:a="http://schemas.openxmlformats.org/drawingml/2006/main" noGrp="1"/>
          </p:cNvSpPr>
          <p:nvPr/>
        </p:nvSpPr>
        <p:spPr>
          <a:xfrm xmlns:a="http://schemas.openxmlformats.org/drawingml/2006/main">
            <a:off x="804672" y="1892807"/>
            <a:ext cx="10789920" cy="5181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4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400" b="1">
                <a:solidFill>
                  <a:srgbClr val="8C64E1"/>
                </a:solidFill>
                <a:latin typeface="Alibaba PuHuiTi 3.0 115 Black"/>
                <a:ea typeface="Alibaba PuHuiTi 3.0 115 Black"/>
                <a:cs typeface="Alibaba PuHuiTi 3.0 115 Black"/>
              </a:defRPr>
            </a:pPr>
            <a:r>
              <a:rPr sz="3400" b="1">
                <a:solidFill>
                  <a:srgbClr val="8C64E1"/>
                </a:solidFill>
                <a:latin typeface="Alibaba PuHuiTi 3.0 115 Black"/>
                <a:ea typeface="Alibaba PuHuiTi 3.0 115 Black"/>
                <a:cs typeface="Alibaba PuHuiTi 3.0 115 Black"/>
              </a:rPr>
              <a:t>刚才的计算错了吗？</a:t>
            </a:r>
          </a:p>
        </p:txBody>
      </p:sp>
      <p:sp>
        <p:nvSpPr>
          <p:cNvPr id="6" name="TextBox 5">
            <a:extLst xmlns:a="http://schemas.openxmlformats.org/drawingml/2006/main">
              <a:ext uri="{FF2B5EF4-FFF2-40B4-BE49-F238E27FC236}">
                <a16:creationId xmlns:a16="http://schemas.microsoft.com/office/drawing/2014/main" id="{BA97660D-BCF7-4A12-A1EF-BE40395761D2}"/>
              </a:ext>
            </a:extLst>
          </p:cNvPr>
          <p:cNvSpPr>
            <a:spLocks xmlns:a="http://schemas.openxmlformats.org/drawingml/2006/main" noGrp="1"/>
          </p:cNvSpPr>
          <p:nvPr/>
        </p:nvSpPr>
        <p:spPr>
          <a:xfrm xmlns:a="http://schemas.openxmlformats.org/drawingml/2006/main">
            <a:off x="822960" y="3300984"/>
            <a:ext cx="106984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800" b="0">
                <a:solidFill>
                  <a:srgbClr val="262626"/>
                </a:solidFill>
                <a:latin typeface="Alibaba PuHuiTi 3.0 55 Regular"/>
                <a:ea typeface="Alibaba PuHuiTi 3.0 55 Regular"/>
                <a:cs typeface="Alibaba PuHuiTi 3.0 55 Regular"/>
              </a:defRPr>
            </a:pPr>
            <a:r>
              <a:rPr sz="2800" b="0">
                <a:solidFill>
                  <a:srgbClr val="262626"/>
                </a:solidFill>
                <a:latin typeface="Alibaba PuHuiTi 3.0 55 Regular"/>
                <a:ea typeface="Alibaba PuHuiTi 3.0 55 Regular"/>
                <a:cs typeface="Alibaba PuHuiTi 3.0 55 Regular"/>
              </a:rPr>
              <a:t>如果公式没错，实际文件为什么可能小得多？</a:t>
            </a:r>
          </a:p>
        </p:txBody>
      </p:sp>
      <p:sp>
        <p:nvSpPr>
          <p:cNvPr id="7" name="TextBox 6">
            <a:extLst xmlns:a="http://schemas.openxmlformats.org/drawingml/2006/main">
              <a:ext uri="{FF2B5EF4-FFF2-40B4-BE49-F238E27FC236}">
                <a16:creationId xmlns:a16="http://schemas.microsoft.com/office/drawing/2014/main" id="{B632EE08-A12D-4146-8934-9DB357C4B64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请提出至少一种可以检验的解释。</a:t>
            </a:r>
          </a:p>
        </p:txBody>
      </p:sp>
      <p:sp xmlns:a="http://schemas.openxmlformats.org/drawingml/2006/main">
        <p:nvSpPr>
          <p:cNvPr id="8" name="Rectangle 7"/>
          <p:cNvSpPr/>
          <p:nvPr/>
        </p:nvSpPr>
        <p:spPr>
          <a:xfrm>
            <a:off x="1005840" y="4187952"/>
            <a:ext cx="4718304" cy="1005840"/>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1188720" y="4315968"/>
            <a:ext cx="4297680" cy="338328"/>
          </a:xfrm>
          <a:prstGeom prst="rect">
            <a:avLst/>
          </a:prstGeom>
          <a:noFill/>
        </p:spPr>
        <p:txBody>
          <a:bodyPr wrap="square" lIns="0" rIns="0" tIns="0" bIns="0" anchor="ctr">
            <a:spAutoFit/>
          </a:bodyPr>
          <a:lstStyle/>
          <a:p>
            <a:pPr algn="ctr">
              <a:spcAft>
                <a:spcPts val="200"/>
              </a:spcAft>
              <a:defRPr sz="1900" b="1">
                <a:solidFill>
                  <a:srgbClr val="8C64E1"/>
                </a:solidFill>
                <a:latin typeface="Alibaba PuHuiTi 3.0 115 Black"/>
              </a:defRPr>
            </a:pPr>
            <a:r>
              <a:t>逐帧未压缩估算</a:t>
            </a:r>
          </a:p>
        </p:txBody>
      </p:sp>
      <p:sp xmlns:a="http://schemas.openxmlformats.org/drawingml/2006/main">
        <p:nvSpPr>
          <p:cNvPr id="10" name="TextBox 9"/>
          <p:cNvSpPr txBox="1"/>
          <p:nvPr/>
        </p:nvSpPr>
        <p:spPr>
          <a:xfrm>
            <a:off x="1197864" y="4663440"/>
            <a:ext cx="4297680" cy="365760"/>
          </a:xfrm>
          <a:prstGeom prst="rect">
            <a:avLst/>
          </a:prstGeom>
          <a:noFill/>
        </p:spPr>
        <p:txBody>
          <a:bodyPr wrap="square" lIns="0" rIns="0" tIns="0" bIns="0" anchor="ctr">
            <a:spAutoFit/>
          </a:bodyPr>
          <a:lstStyle/>
          <a:p>
            <a:pPr algn="ctr">
              <a:spcAft>
                <a:spcPts val="200"/>
              </a:spcAft>
              <a:defRPr sz="2200" b="1">
                <a:solidFill>
                  <a:srgbClr val="262626"/>
                </a:solidFill>
                <a:latin typeface="Alibaba PuHuiTi 3.0 115 Black"/>
              </a:defRPr>
            </a:pPr>
            <a:r>
              <a:t>约 6.44 GiB</a:t>
            </a:r>
          </a:p>
        </p:txBody>
      </p:sp>
      <p:sp xmlns:a="http://schemas.openxmlformats.org/drawingml/2006/main">
        <p:nvSpPr>
          <p:cNvPr id="11" name="Rectangle 10"/>
          <p:cNvSpPr/>
          <p:nvPr/>
        </p:nvSpPr>
        <p:spPr>
          <a:xfrm>
            <a:off x="6510528" y="4187952"/>
            <a:ext cx="4672584" cy="1005840"/>
          </a:xfrm>
          <a:prstGeom prst="rect">
            <a:avLst/>
          </a:prstGeom>
          <a:solidFill>
            <a:srgbClr val="F1FAFF"/>
          </a:solidFill>
          <a:ln w="12700">
            <a:solidFill>
              <a:srgbClr val="007C9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647688" y="4315968"/>
            <a:ext cx="4334256" cy="338328"/>
          </a:xfrm>
          <a:prstGeom prst="rect">
            <a:avLst/>
          </a:prstGeom>
          <a:noFill/>
        </p:spPr>
        <p:txBody>
          <a:bodyPr wrap="square" lIns="0" rIns="0" tIns="0" bIns="0" anchor="ctr">
            <a:spAutoFit/>
          </a:bodyPr>
          <a:lstStyle/>
          <a:p>
            <a:pPr algn="ctr">
              <a:spcAft>
                <a:spcPts val="200"/>
              </a:spcAft>
              <a:defRPr sz="1900" b="1">
                <a:solidFill>
                  <a:srgbClr val="007C9B"/>
                </a:solidFill>
                <a:latin typeface="Alibaba PuHuiTi 3.0 115 Black"/>
              </a:defRPr>
            </a:pPr>
            <a:r>
              <a:t>实际压缩文件</a:t>
            </a:r>
          </a:p>
        </p:txBody>
      </p:sp>
      <p:sp xmlns:a="http://schemas.openxmlformats.org/drawingml/2006/main">
        <p:nvSpPr>
          <p:cNvPr id="13" name="TextBox 12"/>
          <p:cNvSpPr txBox="1"/>
          <p:nvPr/>
        </p:nvSpPr>
        <p:spPr>
          <a:xfrm>
            <a:off x="6647688" y="4663440"/>
            <a:ext cx="4334256" cy="365760"/>
          </a:xfrm>
          <a:prstGeom prst="rect">
            <a:avLst/>
          </a:prstGeom>
          <a:noFill/>
        </p:spPr>
        <p:txBody>
          <a:bodyPr wrap="square" lIns="0" rIns="0" tIns="0" bIns="0" anchor="ctr">
            <a:spAutoFit/>
          </a:bodyPr>
          <a:lstStyle/>
          <a:p>
            <a:pPr algn="ctr">
              <a:spcAft>
                <a:spcPts val="200"/>
              </a:spcAft>
              <a:defRPr sz="2200" b="1">
                <a:solidFill>
                  <a:srgbClr val="262626"/>
                </a:solidFill>
                <a:latin typeface="Alibaba PuHuiTi 3.0 115 Black"/>
              </a:defRPr>
            </a:pPr>
            <a:r>
              <a:t>为什么可能小得多？</a:t>
            </a:r>
          </a:p>
        </p:txBody>
      </p:sp>
    </p:spTree>
    <p:extLst>
      <p:ext uri="{BB962C8B-B14F-4D97-AF65-F5344CB8AC3E}">
        <p14:creationId xmlns:p14="http://schemas.microsoft.com/office/powerpoint/2010/main" val="2064523846"/>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72B63DB-6118-4323-9E7E-CCA13278417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748265D-7913-418A-AFF6-53DDDEA47CD9}"/>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1BF1218-3645-44E9-8784-1DCB861C942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刚才计算的是逐帧未压缩数据量</a:t>
            </a:r>
          </a:p>
        </p:txBody>
      </p:sp>
      <p:sp>
        <p:nvSpPr>
          <p:cNvPr id="5" name="Rectangle 4">
            <a:extLst xmlns:a="http://schemas.openxmlformats.org/drawingml/2006/main">
              <a:ext uri="{FF2B5EF4-FFF2-40B4-BE49-F238E27FC236}">
                <a16:creationId xmlns:a16="http://schemas.microsoft.com/office/drawing/2014/main" id="{022C48AE-5B3F-49F9-86F5-685ABD402EB6}"/>
              </a:ext>
            </a:extLst>
          </p:cNvPr>
          <p:cNvSpPr>
            <a:spLocks xmlns:a="http://schemas.openxmlformats.org/drawingml/2006/main" noGrp="1"/>
          </p:cNvSpPr>
          <p:nvPr/>
        </p:nvSpPr>
        <p:spPr>
          <a:xfrm xmlns:a="http://schemas.openxmlformats.org/drawingml/2006/main">
            <a:off x="832104" y="2267712"/>
            <a:ext cx="4590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41CFF3E-13AA-4C80-BAA9-CB60DA4AC6E3}"/>
              </a:ext>
            </a:extLst>
          </p:cNvPr>
          <p:cNvSpPr>
            <a:spLocks xmlns:a="http://schemas.openxmlformats.org/drawingml/2006/main" noGrp="1"/>
          </p:cNvSpPr>
          <p:nvPr/>
        </p:nvSpPr>
        <p:spPr>
          <a:xfrm xmlns:a="http://schemas.openxmlformats.org/drawingml/2006/main">
            <a:off x="905256" y="2386584"/>
            <a:ext cx="444398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未压缩图像帧</a:t>
            </a:r>
          </a:p>
        </p:txBody>
      </p:sp>
      <p:sp>
        <p:nvSpPr>
          <p:cNvPr id="7" name="Connector 6">
            <a:extLst xmlns:a="http://schemas.openxmlformats.org/drawingml/2006/main">
              <a:ext uri="{FF2B5EF4-FFF2-40B4-BE49-F238E27FC236}">
                <a16:creationId xmlns:a16="http://schemas.microsoft.com/office/drawing/2014/main" id="{CE7B6797-52EE-47D4-91BA-5CE289F15308}"/>
              </a:ext>
            </a:extLst>
          </p:cNvPr>
          <p:cNvSpPr>
            <a:spLocks xmlns:a="http://schemas.openxmlformats.org/drawingml/2006/main" noGrp="1"/>
          </p:cNvSpPr>
          <p:nvPr/>
        </p:nvSpPr>
        <p:spPr>
          <a:xfrm xmlns:a="http://schemas.openxmlformats.org/drawingml/2006/main">
            <a:off x="5513832" y="2606040"/>
            <a:ext cx="987552"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B4C64501-1490-43CF-8390-E490310956A7}"/>
              </a:ext>
            </a:extLst>
          </p:cNvPr>
          <p:cNvSpPr>
            <a:spLocks xmlns:a="http://schemas.openxmlformats.org/drawingml/2006/main" noGrp="1"/>
          </p:cNvSpPr>
          <p:nvPr/>
        </p:nvSpPr>
        <p:spPr>
          <a:xfrm xmlns:a="http://schemas.openxmlformats.org/drawingml/2006/main">
            <a:off x="6574536" y="2267712"/>
            <a:ext cx="466344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703D6B0-09C9-43F8-A78F-31EBEDA5F603}"/>
              </a:ext>
            </a:extLst>
          </p:cNvPr>
          <p:cNvSpPr>
            <a:spLocks xmlns:a="http://schemas.openxmlformats.org/drawingml/2006/main" noGrp="1"/>
          </p:cNvSpPr>
          <p:nvPr/>
        </p:nvSpPr>
        <p:spPr>
          <a:xfrm xmlns:a="http://schemas.openxmlformats.org/drawingml/2006/main">
            <a:off x="6647688" y="2386584"/>
            <a:ext cx="451713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重新编码后的视频</a:t>
            </a:r>
          </a:p>
        </p:txBody>
      </p:sp>
      <p:sp>
        <p:nvSpPr>
          <p:cNvPr id="10" name="TextBox 9">
            <a:extLst xmlns:a="http://schemas.openxmlformats.org/drawingml/2006/main">
              <a:ext uri="{FF2B5EF4-FFF2-40B4-BE49-F238E27FC236}">
                <a16:creationId xmlns:a16="http://schemas.microsoft.com/office/drawing/2014/main" id="{548CB43B-82A9-47CE-8D17-CC0F0BD1E090}"/>
              </a:ext>
            </a:extLst>
          </p:cNvPr>
          <p:cNvSpPr>
            <a:spLocks xmlns:a="http://schemas.openxmlformats.org/drawingml/2006/main" noGrp="1"/>
          </p:cNvSpPr>
          <p:nvPr/>
        </p:nvSpPr>
        <p:spPr>
          <a:xfrm xmlns:a="http://schemas.openxmlformats.org/drawingml/2006/main">
            <a:off x="859536" y="3712463"/>
            <a:ext cx="459943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每一帧都要保存完整的原始像素数据</a:t>
            </a:r>
          </a:p>
        </p:txBody>
      </p:sp>
      <p:sp>
        <p:nvSpPr>
          <p:cNvPr id="11" name="TextBox 10">
            <a:extLst xmlns:a="http://schemas.openxmlformats.org/drawingml/2006/main">
              <a:ext uri="{FF2B5EF4-FFF2-40B4-BE49-F238E27FC236}">
                <a16:creationId xmlns:a16="http://schemas.microsoft.com/office/drawing/2014/main" id="{A1068641-C72F-45CC-9020-D34EFD0379D4}"/>
              </a:ext>
            </a:extLst>
          </p:cNvPr>
          <p:cNvSpPr>
            <a:spLocks xmlns:a="http://schemas.openxmlformats.org/drawingml/2006/main" noGrp="1"/>
          </p:cNvSpPr>
          <p:nvPr/>
        </p:nvSpPr>
        <p:spPr>
          <a:xfrm xmlns:a="http://schemas.openxmlformats.org/drawingml/2006/main">
            <a:off x="6601968" y="3712463"/>
            <a:ext cx="4681728" cy="670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利用帧间相似和更有效的编码，</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数据可能显著减小</a:t>
            </a:r>
          </a:p>
        </p:txBody>
      </p:sp>
      <p:sp>
        <p:nvSpPr>
          <p:cNvPr id="12" name="TextBox 11">
            <a:extLst xmlns:a="http://schemas.openxmlformats.org/drawingml/2006/main">
              <a:ext uri="{FF2B5EF4-FFF2-40B4-BE49-F238E27FC236}">
                <a16:creationId xmlns:a16="http://schemas.microsoft.com/office/drawing/2014/main" id="{B665E2F4-816A-4475-84FC-0711E904C3F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数据量计算仍正确，它描述的是题设中的“未压缩”情况。</a:t>
            </a:r>
          </a:p>
        </p:txBody>
      </p:sp>
    </p:spTree>
    <p:extLst>
      <p:ext uri="{BB962C8B-B14F-4D97-AF65-F5344CB8AC3E}">
        <p14:creationId xmlns:p14="http://schemas.microsoft.com/office/powerpoint/2010/main" val="1649176444"/>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4093FAB-1AC2-4C99-8584-182684C3B2E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C86014B-DEC2-45C5-9E09-45129EB0548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26C5C9E-63A4-42F5-B4EC-1539230C799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为什么要压缩？先想两种真实需求</a:t>
            </a:r>
          </a:p>
        </p:txBody>
      </p:sp>
      <p:sp>
        <p:nvSpPr>
          <p:cNvPr id="5" name="Connector 4">
            <a:extLst xmlns:a="http://schemas.openxmlformats.org/drawingml/2006/main">
              <a:ext uri="{FF2B5EF4-FFF2-40B4-BE49-F238E27FC236}">
                <a16:creationId xmlns:a16="http://schemas.microsoft.com/office/drawing/2014/main" id="{B8989768-D4CD-4E57-8836-F3CAE1754626}"/>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EF6ED5FC-2CFE-411F-A8EE-0F27C79274F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节省存储空间</a:t>
            </a:r>
          </a:p>
        </p:txBody>
      </p:sp>
      <p:sp>
        <p:nvSpPr>
          <p:cNvPr id="7" name="TextBox 6">
            <a:extLst xmlns:a="http://schemas.openxmlformats.org/drawingml/2006/main">
              <a:ext uri="{FF2B5EF4-FFF2-40B4-BE49-F238E27FC236}">
                <a16:creationId xmlns:a16="http://schemas.microsoft.com/office/drawing/2014/main" id="{C4DF377C-EF73-4104-B9F6-2C334F727773}"/>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方便网络传输</a:t>
            </a:r>
          </a:p>
        </p:txBody>
      </p:sp>
      <p:sp>
        <p:nvSpPr>
          <p:cNvPr id="8" name="TextBox 7">
            <a:extLst xmlns:a="http://schemas.openxmlformats.org/drawingml/2006/main">
              <a:ext uri="{FF2B5EF4-FFF2-40B4-BE49-F238E27FC236}">
                <a16:creationId xmlns:a16="http://schemas.microsoft.com/office/drawing/2014/main" id="{960784B8-A2D2-4868-91B7-74AA604DE529}"/>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同样容量的手机或硬盘，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可以保存更多数据。</a:t>
            </a:r>
          </a:p>
        </p:txBody>
      </p:sp>
      <p:sp>
        <p:nvSpPr>
          <p:cNvPr id="9" name="TextBox 8">
            <a:extLst xmlns:a="http://schemas.openxmlformats.org/drawingml/2006/main">
              <a:ext uri="{FF2B5EF4-FFF2-40B4-BE49-F238E27FC236}">
                <a16:creationId xmlns:a16="http://schemas.microsoft.com/office/drawing/2014/main" id="{B3B1EAE8-36B5-41C8-AE06-0E2D16530512}"/>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需要传输的数据更少，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通常能更快下载或播放。</a:t>
            </a:r>
          </a:p>
        </p:txBody>
      </p:sp>
      <p:sp>
        <p:nvSpPr>
          <p:cNvPr id="10" name="TextBox 9">
            <a:extLst xmlns:a="http://schemas.openxmlformats.org/drawingml/2006/main">
              <a:ext uri="{FF2B5EF4-FFF2-40B4-BE49-F238E27FC236}">
                <a16:creationId xmlns:a16="http://schemas.microsoft.com/office/drawing/2014/main" id="{FD993DD6-01E0-4553-BDF4-E7254658CBC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压缩的两个目的：节省空间、提高传输效率。</a:t>
            </a:r>
          </a:p>
        </p:txBody>
      </p:sp>
    </p:spTree>
    <p:extLst>
      <p:ext uri="{BB962C8B-B14F-4D97-AF65-F5344CB8AC3E}">
        <p14:creationId xmlns:p14="http://schemas.microsoft.com/office/powerpoint/2010/main" val="1515240837"/>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45C9309-4012-4D5F-9A1E-637A31CB017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9FED1C3-7801-410B-B04C-09F671308BF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661E9A0-1950-4A44-B32A-CA8154929E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“中国”重复100次，怎样写得更短？</a:t>
            </a:r>
          </a:p>
        </p:txBody>
      </p:sp>
      <p:sp>
        <p:nvSpPr>
          <p:cNvPr id="5" name="TextBox 4">
            <a:extLst xmlns:a="http://schemas.openxmlformats.org/drawingml/2006/main">
              <a:ext uri="{FF2B5EF4-FFF2-40B4-BE49-F238E27FC236}">
                <a16:creationId xmlns:a16="http://schemas.microsoft.com/office/drawing/2014/main" id="{6CBE751D-DFA8-4BB7-A016-63FB4D8D28A8}"/>
              </a:ext>
            </a:extLst>
          </p:cNvPr>
          <p:cNvSpPr>
            <a:spLocks xmlns:a="http://schemas.openxmlformats.org/drawingml/2006/main" noGrp="1"/>
          </p:cNvSpPr>
          <p:nvPr/>
        </p:nvSpPr>
        <p:spPr>
          <a:xfrm xmlns:a="http://schemas.openxmlformats.org/drawingml/2006/main">
            <a:off x="786384" y="1975104"/>
            <a:ext cx="10789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262626"/>
                </a:solidFill>
                <a:latin typeface="Alibaba PuHuiTi 3.0 115 Black"/>
                <a:ea typeface="Alibaba PuHuiTi 3.0 115 Black"/>
                <a:cs typeface="Alibaba PuHuiTi 3.0 115 Black"/>
              </a:defRPr>
            </a:pPr>
            <a:r>
              <a:rPr sz="3000" b="1">
                <a:solidFill>
                  <a:srgbClr val="262626"/>
                </a:solidFill>
                <a:latin typeface="Alibaba PuHuiTi 3.0 115 Black"/>
                <a:ea typeface="Alibaba PuHuiTi 3.0 115 Black"/>
                <a:cs typeface="Alibaba PuHuiTi 3.0 115 Black"/>
              </a:rPr>
              <a:t>中国中国中国中国中国中国……</a:t>
            </a:r>
          </a:p>
        </p:txBody>
      </p:sp>
      <p:sp>
        <p:nvSpPr>
          <p:cNvPr id="6" name="Connector 5">
            <a:extLst xmlns:a="http://schemas.openxmlformats.org/drawingml/2006/main">
              <a:ext uri="{FF2B5EF4-FFF2-40B4-BE49-F238E27FC236}">
                <a16:creationId xmlns:a16="http://schemas.microsoft.com/office/drawing/2014/main" id="{4FCBCAA7-CAD3-4038-AEE3-3F2BE06AA3DE}"/>
              </a:ext>
            </a:extLst>
          </p:cNvPr>
          <p:cNvSpPr>
            <a:spLocks xmlns:a="http://schemas.openxmlformats.org/drawingml/2006/main" noGrp="1"/>
          </p:cNvSpPr>
          <p:nvPr/>
        </p:nvSpPr>
        <p:spPr>
          <a:xfrm xmlns:a="http://schemas.openxmlformats.org/drawingml/2006/main">
            <a:off x="3291840" y="3685032"/>
            <a:ext cx="3154680"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6B88E5D-891F-4EB1-BE59-73F126D1C152}"/>
              </a:ext>
            </a:extLst>
          </p:cNvPr>
          <p:cNvSpPr>
            <a:spLocks xmlns:a="http://schemas.openxmlformats.org/drawingml/2006/main" noGrp="1"/>
          </p:cNvSpPr>
          <p:nvPr/>
        </p:nvSpPr>
        <p:spPr>
          <a:xfrm xmlns:a="http://schemas.openxmlformats.org/drawingml/2006/main">
            <a:off x="6803136" y="331012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300" b="1">
                <a:solidFill>
                  <a:srgbClr val="8C64E1"/>
                </a:solidFill>
                <a:latin typeface="Alibaba PuHuiTi 3.0 115 Black"/>
                <a:ea typeface="Alibaba PuHuiTi 3.0 115 Black"/>
                <a:cs typeface="Alibaba PuHuiTi 3.0 115 Black"/>
              </a:defRPr>
            </a:pPr>
            <a:r>
              <a:rPr sz="3300" b="1">
                <a:solidFill>
                  <a:srgbClr val="8C64E1"/>
                </a:solidFill>
                <a:latin typeface="Alibaba PuHuiTi 3.0 115 Black"/>
                <a:ea typeface="Alibaba PuHuiTi 3.0 115 Black"/>
                <a:cs typeface="Alibaba PuHuiTi 3.0 115 Black"/>
              </a:rPr>
              <a:t>“中国” × 100</a:t>
            </a:r>
          </a:p>
        </p:txBody>
      </p:sp>
      <p:sp>
        <p:nvSpPr>
          <p:cNvPr id="8" name="TextBox 7">
            <a:extLst xmlns:a="http://schemas.openxmlformats.org/drawingml/2006/main">
              <a:ext uri="{FF2B5EF4-FFF2-40B4-BE49-F238E27FC236}">
                <a16:creationId xmlns:a16="http://schemas.microsoft.com/office/drawing/2014/main" id="{6FFA1C6C-2E82-4AB0-8DA6-D81E9682843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在不改变内容的前提下，用规则和次数来表示重复部分。</a:t>
            </a:r>
          </a:p>
        </p:txBody>
      </p:sp>
    </p:spTree>
    <p:extLst>
      <p:ext uri="{BB962C8B-B14F-4D97-AF65-F5344CB8AC3E}">
        <p14:creationId xmlns:p14="http://schemas.microsoft.com/office/powerpoint/2010/main" val="1923840916"/>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12505A3-CA78-4D11-B3BE-795607F50F7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41EC01E-A53D-4341-A019-5761EAE1FF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A051B56-5FC5-40A4-93E3-65F32BC9A28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为什么重复内容更容易压缩？</a:t>
            </a:r>
          </a:p>
        </p:txBody>
      </p:sp>
      <p:sp>
        <p:nvSpPr>
          <p:cNvPr id="5" name="Connector 4">
            <a:extLst xmlns:a="http://schemas.openxmlformats.org/drawingml/2006/main">
              <a:ext uri="{FF2B5EF4-FFF2-40B4-BE49-F238E27FC236}">
                <a16:creationId xmlns:a16="http://schemas.microsoft.com/office/drawing/2014/main" id="{AEAEA053-5613-479F-B635-091AEC879FBB}"/>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32D697F-245F-4212-92DC-B1E7D9D05F38}"/>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高度重复的内容</a:t>
            </a:r>
          </a:p>
        </p:txBody>
      </p:sp>
      <p:sp>
        <p:nvSpPr>
          <p:cNvPr id="7" name="TextBox 6">
            <a:extLst xmlns:a="http://schemas.openxmlformats.org/drawingml/2006/main">
              <a:ext uri="{FF2B5EF4-FFF2-40B4-BE49-F238E27FC236}">
                <a16:creationId xmlns:a16="http://schemas.microsoft.com/office/drawing/2014/main" id="{BDB6664A-8BF4-4649-B996-081902C4FDAC}"/>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变化复杂的内容</a:t>
            </a:r>
          </a:p>
        </p:txBody>
      </p:sp>
      <p:sp>
        <p:nvSpPr>
          <p:cNvPr id="8" name="TextBox 7">
            <a:extLst xmlns:a="http://schemas.openxmlformats.org/drawingml/2006/main">
              <a:ext uri="{FF2B5EF4-FFF2-40B4-BE49-F238E27FC236}">
                <a16:creationId xmlns:a16="http://schemas.microsoft.com/office/drawing/2014/main" id="{68CAFFED-E2AC-4B03-887D-985377D64752}"/>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AAAAAAAAAA…</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容易用简短规则表示。</a:t>
            </a:r>
          </a:p>
        </p:txBody>
      </p:sp>
      <p:sp>
        <p:nvSpPr>
          <p:cNvPr id="9" name="TextBox 8">
            <a:extLst xmlns:a="http://schemas.openxmlformats.org/drawingml/2006/main">
              <a:ext uri="{FF2B5EF4-FFF2-40B4-BE49-F238E27FC236}">
                <a16:creationId xmlns:a16="http://schemas.microsoft.com/office/drawing/2014/main" id="{E75F2CB0-EF27-403E-811C-80E9A2670F3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AX3Q9P8F2…</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难以找到同样简短的规则。</a:t>
            </a:r>
          </a:p>
        </p:txBody>
      </p:sp>
      <p:sp>
        <p:nvSpPr>
          <p:cNvPr id="10" name="TextBox 9">
            <a:extLst xmlns:a="http://schemas.openxmlformats.org/drawingml/2006/main">
              <a:ext uri="{FF2B5EF4-FFF2-40B4-BE49-F238E27FC236}">
                <a16:creationId xmlns:a16="http://schemas.microsoft.com/office/drawing/2014/main" id="{A3867212-537E-4B6C-9061-FFC3660D1A1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冗余越多，使用合适的算法时，通常越容易压缩。</a:t>
            </a:r>
          </a:p>
        </p:txBody>
      </p:sp>
    </p:spTree>
    <p:extLst>
      <p:ext uri="{BB962C8B-B14F-4D97-AF65-F5344CB8AC3E}">
        <p14:creationId xmlns:p14="http://schemas.microsoft.com/office/powerpoint/2010/main" val="1350035696"/>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113F245-16FC-493D-B0C0-6A901DBDA15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401BC2E-ACC4-4FFF-9E08-0AE2E7D144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4B5C6B2-920B-4554-8CC1-758FC350477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两份都是1000Byte，压缩后谁更小？</a:t>
            </a:r>
          </a:p>
        </p:txBody>
      </p:sp>
      <p:sp>
        <p:nvSpPr>
          <p:cNvPr id="5" name="TextBox 4">
            <a:extLst xmlns:a="http://schemas.openxmlformats.org/drawingml/2006/main">
              <a:ext uri="{FF2B5EF4-FFF2-40B4-BE49-F238E27FC236}">
                <a16:creationId xmlns:a16="http://schemas.microsoft.com/office/drawing/2014/main" id="{7637B534-1F2E-47A2-8A25-E30D5D6E4475}"/>
              </a:ext>
            </a:extLst>
          </p:cNvPr>
          <p:cNvSpPr>
            <a:spLocks xmlns:a="http://schemas.openxmlformats.org/drawingml/2006/main" noGrp="1"/>
          </p:cNvSpPr>
          <p:nvPr/>
        </p:nvSpPr>
        <p:spPr>
          <a:xfrm xmlns:a="http://schemas.openxmlformats.org/drawingml/2006/main">
            <a:off x="795528" y="2002536"/>
            <a:ext cx="4882896"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文件A：1000个“A”</a:t>
            </a:r>
          </a:p>
        </p:txBody>
      </p:sp>
      <p:sp>
        <p:nvSpPr>
          <p:cNvPr id="6" name="TextBox 5">
            <a:extLst xmlns:a="http://schemas.openxmlformats.org/drawingml/2006/main">
              <a:ext uri="{FF2B5EF4-FFF2-40B4-BE49-F238E27FC236}">
                <a16:creationId xmlns:a16="http://schemas.microsoft.com/office/drawing/2014/main" id="{288E4EB4-B451-4319-91B1-B1A22A20FB93}"/>
              </a:ext>
            </a:extLst>
          </p:cNvPr>
          <p:cNvSpPr>
            <a:spLocks xmlns:a="http://schemas.openxmlformats.org/drawingml/2006/main" noGrp="1"/>
          </p:cNvSpPr>
          <p:nvPr/>
        </p:nvSpPr>
        <p:spPr>
          <a:xfrm xmlns:a="http://schemas.openxmlformats.org/drawingml/2006/main">
            <a:off x="6419088" y="2002536"/>
            <a:ext cx="4828032"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文件B：1000个随机字节</a:t>
            </a:r>
          </a:p>
        </p:txBody>
      </p:sp>
      <p:sp>
        <p:nvSpPr>
          <p:cNvPr id="7" name="TextBox 6">
            <a:extLst xmlns:a="http://schemas.openxmlformats.org/drawingml/2006/main">
              <a:ext uri="{FF2B5EF4-FFF2-40B4-BE49-F238E27FC236}">
                <a16:creationId xmlns:a16="http://schemas.microsoft.com/office/drawing/2014/main" id="{035ACA73-9D79-41C5-A8C7-FAD72B547EC4}"/>
              </a:ext>
            </a:extLst>
          </p:cNvPr>
          <p:cNvSpPr>
            <a:spLocks xmlns:a="http://schemas.openxmlformats.org/drawingml/2006/main" noGrp="1"/>
          </p:cNvSpPr>
          <p:nvPr/>
        </p:nvSpPr>
        <p:spPr>
          <a:xfrm xmlns:a="http://schemas.openxmlformats.org/drawingml/2006/main">
            <a:off x="804672" y="333756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原始大小相同，都等于1000 Byte。</a:t>
            </a:r>
          </a:p>
        </p:txBody>
      </p:sp>
      <p:sp>
        <p:nvSpPr>
          <p:cNvPr id="8" name="TextBox 7">
            <a:extLst xmlns:a="http://schemas.openxmlformats.org/drawingml/2006/main">
              <a:ext uri="{FF2B5EF4-FFF2-40B4-BE49-F238E27FC236}">
                <a16:creationId xmlns:a16="http://schemas.microsoft.com/office/drawing/2014/main" id="{15D2B491-FC36-4324-B8A3-9F4B6F16D909}"/>
              </a:ext>
            </a:extLst>
          </p:cNvPr>
          <p:cNvSpPr>
            <a:spLocks xmlns:a="http://schemas.openxmlformats.org/drawingml/2006/main" noGrp="1"/>
          </p:cNvSpPr>
          <p:nvPr/>
        </p:nvSpPr>
        <p:spPr>
          <a:xfrm xmlns:a="http://schemas.openxmlformats.org/drawingml/2006/main">
            <a:off x="777240" y="5065776"/>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请预测：压缩后 A、B 谁更小？能够完整恢复吗？</a:t>
            </a:r>
          </a:p>
        </p:txBody>
      </p:sp>
    </p:spTree>
    <p:extLst>
      <p:ext uri="{BB962C8B-B14F-4D97-AF65-F5344CB8AC3E}">
        <p14:creationId xmlns:p14="http://schemas.microsoft.com/office/powerpoint/2010/main" val="491927422"/>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5D5393F-B383-4C91-95F9-E55BD451536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F0D2FC0-E657-4267-ABC5-B50DE758784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F0E87F8-062F-4222-AE66-439406AE6F8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演示D：同样1000Byte，压缩后会相同吗？</a:t>
            </a:r>
          </a:p>
        </p:txBody>
      </p:sp>
      <p:sp>
        <p:nvSpPr>
          <p:cNvPr id="5" name="TextBox 4">
            <a:extLst xmlns:a="http://schemas.openxmlformats.org/drawingml/2006/main">
              <a:ext uri="{FF2B5EF4-FFF2-40B4-BE49-F238E27FC236}">
                <a16:creationId xmlns:a16="http://schemas.microsoft.com/office/drawing/2014/main" id="{458DBD57-23E8-43F9-9326-FE65C48282EB}"/>
              </a:ext>
            </a:extLst>
          </p:cNvPr>
          <p:cNvSpPr>
            <a:spLocks xmlns:a="http://schemas.openxmlformats.org/drawingml/2006/main" noGrp="1"/>
          </p:cNvSpPr>
          <p:nvPr/>
        </p:nvSpPr>
        <p:spPr>
          <a:xfrm xmlns:a="http://schemas.openxmlformats.org/drawingml/2006/main">
            <a:off x="627965" y="1627632"/>
            <a:ext cx="10559598"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600" b="1">
                <a:solidFill>
                  <a:srgbClr val="262626"/>
                </a:solidFill>
                <a:latin typeface="Alibaba PuHuiTi 3.0 115 Black"/>
                <a:ea typeface="Alibaba PuHuiTi 3.0 115 Black"/>
                <a:cs typeface="Alibaba PuHuiTi 3.0 115 Black"/>
              </a:defRPr>
            </a:pPr>
            <a:r>
              <a:rPr sz="2600" b="1">
                <a:solidFill>
                  <a:srgbClr val="262626"/>
                </a:solidFill>
                <a:latin typeface="Alibaba PuHuiTi 3.0 115 Black"/>
                <a:ea typeface="Alibaba PuHuiTi 3.0 115 Black"/>
                <a:cs typeface="Alibaba PuHuiTi 3.0 115 Black"/>
              </a:rPr>
              <a:t>同样是 1000 Byte：</a:t>
            </a:r>
          </a:p>
        </p:txBody>
      </p:sp>
      <p:sp>
        <p:nvSpPr>
          <p:cNvPr id="6" name="Rectangle 5">
            <a:extLst xmlns:a="http://schemas.openxmlformats.org/drawingml/2006/main">
              <a:ext uri="{FF2B5EF4-FFF2-40B4-BE49-F238E27FC236}">
                <a16:creationId xmlns:a16="http://schemas.microsoft.com/office/drawing/2014/main" id="{89E62C4E-8F5E-40B3-8DD3-503CE950F342}"/>
              </a:ext>
            </a:extLst>
          </p:cNvPr>
          <p:cNvSpPr>
            <a:spLocks xmlns:a="http://schemas.openxmlformats.org/drawingml/2006/main" noGrp="1"/>
          </p:cNvSpPr>
          <p:nvPr/>
        </p:nvSpPr>
        <p:spPr>
          <a:xfrm xmlns:a="http://schemas.openxmlformats.org/drawingml/2006/main">
            <a:off x="627965" y="2589856"/>
            <a:ext cx="5123701" cy="1267152"/>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574B343-60CB-4508-B15C-323FBF60A578}"/>
              </a:ext>
            </a:extLst>
          </p:cNvPr>
          <p:cNvSpPr>
            <a:spLocks xmlns:a="http://schemas.openxmlformats.org/drawingml/2006/main" noGrp="1"/>
          </p:cNvSpPr>
          <p:nvPr/>
        </p:nvSpPr>
        <p:spPr>
          <a:xfrm xmlns:a="http://schemas.openxmlformats.org/drawingml/2006/main">
            <a:off x="820792"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文件 A</a:t>
            </a:r>
          </a:p>
        </p:txBody>
      </p:sp>
      <p:sp>
        <p:nvSpPr>
          <p:cNvPr id="8" name="TextBox 7">
            <a:extLst xmlns:a="http://schemas.openxmlformats.org/drawingml/2006/main">
              <a:ext uri="{FF2B5EF4-FFF2-40B4-BE49-F238E27FC236}">
                <a16:creationId xmlns:a16="http://schemas.microsoft.com/office/drawing/2014/main" id="{F20FAC58-A8AE-4A18-AD14-F3039C510DA4}"/>
              </a:ext>
            </a:extLst>
          </p:cNvPr>
          <p:cNvSpPr>
            <a:spLocks xmlns:a="http://schemas.openxmlformats.org/drawingml/2006/main" noGrp="1"/>
          </p:cNvSpPr>
          <p:nvPr/>
        </p:nvSpPr>
        <p:spPr>
          <a:xfrm xmlns:a="http://schemas.openxmlformats.org/drawingml/2006/main">
            <a:off x="2152220"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1000个重复的字节“A”</a:t>
            </a:r>
          </a:p>
        </p:txBody>
      </p:sp>
      <p:sp>
        <p:nvSpPr>
          <p:cNvPr id="9" name="Rectangle 8">
            <a:extLst xmlns:a="http://schemas.openxmlformats.org/drawingml/2006/main">
              <a:ext uri="{FF2B5EF4-FFF2-40B4-BE49-F238E27FC236}">
                <a16:creationId xmlns:a16="http://schemas.microsoft.com/office/drawing/2014/main" id="{AEC86C89-69D7-47EB-A911-EF087FCB7495}"/>
              </a:ext>
            </a:extLst>
          </p:cNvPr>
          <p:cNvSpPr>
            <a:spLocks xmlns:a="http://schemas.openxmlformats.org/drawingml/2006/main" noGrp="1"/>
          </p:cNvSpPr>
          <p:nvPr/>
        </p:nvSpPr>
        <p:spPr>
          <a:xfrm xmlns:a="http://schemas.openxmlformats.org/drawingml/2006/main">
            <a:off x="6458699" y="2589856"/>
            <a:ext cx="5123701" cy="1267152"/>
          </a:xfrm>
          <a:prstGeom xmlns:a="http://schemas.openxmlformats.org/drawingml/2006/main" prst="rect">
            <a:avLst/>
          </a:prstGeom>
          <a:noFill xmlns:a="http://schemas.openxmlformats.org/drawingml/2006/main"/>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47234E4-FC00-45F0-AE79-ABD94F087394}"/>
              </a:ext>
            </a:extLst>
          </p:cNvPr>
          <p:cNvSpPr>
            <a:spLocks xmlns:a="http://schemas.openxmlformats.org/drawingml/2006/main" noGrp="1"/>
          </p:cNvSpPr>
          <p:nvPr/>
        </p:nvSpPr>
        <p:spPr>
          <a:xfrm xmlns:a="http://schemas.openxmlformats.org/drawingml/2006/main">
            <a:off x="6651527"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文件 B</a:t>
            </a:r>
          </a:p>
        </p:txBody>
      </p:sp>
      <p:sp>
        <p:nvSpPr>
          <p:cNvPr id="11" name="TextBox 10">
            <a:extLst xmlns:a="http://schemas.openxmlformats.org/drawingml/2006/main">
              <a:ext uri="{FF2B5EF4-FFF2-40B4-BE49-F238E27FC236}">
                <a16:creationId xmlns:a16="http://schemas.microsoft.com/office/drawing/2014/main" id="{E0030BDA-1641-4C6B-BC58-58EE7A7D774C}"/>
              </a:ext>
            </a:extLst>
          </p:cNvPr>
          <p:cNvSpPr>
            <a:spLocks xmlns:a="http://schemas.openxmlformats.org/drawingml/2006/main" noGrp="1"/>
          </p:cNvSpPr>
          <p:nvPr/>
        </p:nvSpPr>
        <p:spPr>
          <a:xfrm xmlns:a="http://schemas.openxmlformats.org/drawingml/2006/main">
            <a:off x="7982954"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1000个随机变化的字节</a:t>
            </a:r>
          </a:p>
        </p:txBody>
      </p:sp>
      <p:sp>
        <p:nvSpPr>
          <p:cNvPr id="12" name="TextBox 11">
            <a:extLst xmlns:a="http://schemas.openxmlformats.org/drawingml/2006/main">
              <a:ext uri="{FF2B5EF4-FFF2-40B4-BE49-F238E27FC236}">
                <a16:creationId xmlns:a16="http://schemas.microsoft.com/office/drawing/2014/main" id="{788DF6A5-876A-4C41-B4A2-BBC38B204065}"/>
              </a:ext>
            </a:extLst>
          </p:cNvPr>
          <p:cNvSpPr>
            <a:spLocks xmlns:a="http://schemas.openxmlformats.org/drawingml/2006/main" noGrp="1"/>
          </p:cNvSpPr>
          <p:nvPr/>
        </p:nvSpPr>
        <p:spPr>
          <a:xfrm xmlns:a="http://schemas.openxmlformats.org/drawingml/2006/main">
            <a:off x="609600" y="4315968"/>
            <a:ext cx="1066978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① 先预测 → ② 运行Notebook的zlib压缩 → ③ 比较结果</a:t>
            </a:r>
          </a:p>
        </p:txBody>
      </p:sp>
      <p:sp>
        <p:nvSpPr>
          <p:cNvPr id="13" name="TextBox 12">
            <a:extLst xmlns:a="http://schemas.openxmlformats.org/drawingml/2006/main">
              <a:ext uri="{FF2B5EF4-FFF2-40B4-BE49-F238E27FC236}">
                <a16:creationId xmlns:a16="http://schemas.microsoft.com/office/drawing/2014/main" id="{4AA01038-FBE6-43C2-812C-1EACF17487AB}"/>
              </a:ext>
            </a:extLst>
          </p:cNvPr>
          <p:cNvSpPr>
            <a:spLocks xmlns:a="http://schemas.openxmlformats.org/drawingml/2006/main" noGrp="1"/>
          </p:cNvSpPr>
          <p:nvPr/>
        </p:nvSpPr>
        <p:spPr>
          <a:xfrm xmlns:a="http://schemas.openxmlformats.org/drawingml/2006/main">
            <a:off x="609600" y="5559552"/>
            <a:ext cx="1055959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可追问：压缩后的文件有没有可能比原来更大？</a:t>
            </a:r>
          </a:p>
        </p:txBody>
      </p:sp>
    </p:spTree>
    <p:extLst>
      <p:ext uri="{BB962C8B-B14F-4D97-AF65-F5344CB8AC3E}">
        <p14:creationId xmlns:p14="http://schemas.microsoft.com/office/powerpoint/2010/main" val="867342076"/>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9515D67-DFE5-4F32-8A67-EEDA681038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C94959-5E99-4164-98CC-932D6F46FDF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DFA094-2D3F-4964-8E69-8F43D247FE4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同样原始大小，压缩结果为何不同？</a:t>
            </a:r>
          </a:p>
        </p:txBody>
      </p:sp>
      <p:sp>
        <p:nvSpPr>
          <p:cNvPr id="5" name="compression-header-0">
            <a:extLst xmlns:a="http://schemas.openxmlformats.org/drawingml/2006/main">
              <a:ext uri="{FF2B5EF4-FFF2-40B4-BE49-F238E27FC236}">
                <a16:creationId xmlns:a16="http://schemas.microsoft.com/office/drawing/2014/main" id="{45EC7CAC-5C18-46A4-AB69-6AA26146A279}"/>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A：重复的内容</a:t>
            </a:r>
          </a:p>
        </p:txBody>
      </p:sp>
      <p:sp>
        <p:nvSpPr>
          <p:cNvPr id="6" name="original-count-0">
            <a:extLst xmlns:a="http://schemas.openxmlformats.org/drawingml/2006/main">
              <a:ext uri="{FF2B5EF4-FFF2-40B4-BE49-F238E27FC236}">
                <a16:creationId xmlns:a16="http://schemas.microsoft.com/office/drawing/2014/main" id="{15460A1F-0FEB-42F0-9035-3A38C518CCA2}"/>
              </a:ext>
            </a:extLst>
          </p:cNvPr>
          <p:cNvSpPr>
            <a:spLocks xmlns:a="http://schemas.openxmlformats.org/drawingml/2006/main" noGrp="1"/>
          </p:cNvSpPr>
          <p:nvPr/>
        </p:nvSpPr>
        <p:spPr>
          <a:xfrm xmlns:a="http://schemas.openxmlformats.org/drawingml/2006/main">
            <a:off x="6096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7" name="original-bar-0">
            <a:extLst xmlns:a="http://schemas.openxmlformats.org/drawingml/2006/main">
              <a:ext uri="{FF2B5EF4-FFF2-40B4-BE49-F238E27FC236}">
                <a16:creationId xmlns:a16="http://schemas.microsoft.com/office/drawing/2014/main" id="{F1292CA1-3D4A-4186-9D74-786144BBD8DC}"/>
              </a:ext>
            </a:extLst>
          </p:cNvPr>
          <p:cNvSpPr>
            <a:spLocks xmlns:a="http://schemas.openxmlformats.org/drawingml/2006/main" noGrp="1"/>
          </p:cNvSpPr>
          <p:nvPr/>
        </p:nvSpPr>
        <p:spPr>
          <a:xfrm xmlns:a="http://schemas.openxmlformats.org/drawingml/2006/main">
            <a:off x="6096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8" name="compressed-count-0">
            <a:extLst xmlns:a="http://schemas.openxmlformats.org/drawingml/2006/main">
              <a:ext uri="{FF2B5EF4-FFF2-40B4-BE49-F238E27FC236}">
                <a16:creationId xmlns:a16="http://schemas.microsoft.com/office/drawing/2014/main" id="{AE240940-5CB4-493F-B56E-C21F8039D60E}"/>
              </a:ext>
            </a:extLst>
          </p:cNvPr>
          <p:cNvSpPr>
            <a:spLocks xmlns:a="http://schemas.openxmlformats.org/drawingml/2006/main" noGrp="1"/>
          </p:cNvSpPr>
          <p:nvPr/>
        </p:nvSpPr>
        <p:spPr>
          <a:xfrm xmlns:a="http://schemas.openxmlformats.org/drawingml/2006/main">
            <a:off x="6096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压缩后：17 Byte</a:t>
            </a:r>
          </a:p>
        </p:txBody>
      </p:sp>
      <p:sp>
        <p:nvSpPr>
          <p:cNvPr id="9" name="compressed-bar-0">
            <a:extLst xmlns:a="http://schemas.openxmlformats.org/drawingml/2006/main">
              <a:ext uri="{FF2B5EF4-FFF2-40B4-BE49-F238E27FC236}">
                <a16:creationId xmlns:a16="http://schemas.microsoft.com/office/drawing/2014/main" id="{DBEF3D61-757E-4BCC-902E-BF57CD9AF5CB}"/>
              </a:ext>
            </a:extLst>
          </p:cNvPr>
          <p:cNvSpPr>
            <a:spLocks xmlns:a="http://schemas.openxmlformats.org/drawingml/2006/main" noGrp="1"/>
          </p:cNvSpPr>
          <p:nvPr/>
        </p:nvSpPr>
        <p:spPr>
          <a:xfrm xmlns:a="http://schemas.openxmlformats.org/drawingml/2006/main">
            <a:off x="609600" y="4219575"/>
            <a:ext cx="80963" cy="285750"/>
          </a:xfrm>
          <a:prstGeom xmlns:a="http://schemas.openxmlformats.org/drawingml/2006/main" prst="rect">
            <a:avLst/>
          </a:prstGeom>
          <a:solidFill xmlns:a="http://schemas.openxmlformats.org/drawingml/2006/main">
            <a:srgbClr val="8C64E1"/>
          </a:solidFill>
          <a:ln xmlns:a="http://schemas.openxmlformats.org/drawingml/2006/main" w="0">
            <a:noFill/>
          </a:ln>
        </p:spPr>
      </p:sp>
      <p:sp>
        <p:nvSpPr>
          <p:cNvPr id="10" name="compression-header-1">
            <a:extLst xmlns:a="http://schemas.openxmlformats.org/drawingml/2006/main">
              <a:ext uri="{FF2B5EF4-FFF2-40B4-BE49-F238E27FC236}">
                <a16:creationId xmlns:a16="http://schemas.microsoft.com/office/drawing/2014/main" id="{B559A03A-9AFB-4759-80D0-074F43DA94E0}"/>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B：复杂的内容</a:t>
            </a:r>
          </a:p>
        </p:txBody>
      </p:sp>
      <p:sp>
        <p:nvSpPr>
          <p:cNvPr id="11" name="original-count-1">
            <a:extLst xmlns:a="http://schemas.openxmlformats.org/drawingml/2006/main">
              <a:ext uri="{FF2B5EF4-FFF2-40B4-BE49-F238E27FC236}">
                <a16:creationId xmlns:a16="http://schemas.microsoft.com/office/drawing/2014/main" id="{C34D8B10-4380-42C1-8406-8624D8988F71}"/>
              </a:ext>
            </a:extLst>
          </p:cNvPr>
          <p:cNvSpPr>
            <a:spLocks xmlns:a="http://schemas.openxmlformats.org/drawingml/2006/main" noGrp="1"/>
          </p:cNvSpPr>
          <p:nvPr/>
        </p:nvSpPr>
        <p:spPr>
          <a:xfrm xmlns:a="http://schemas.openxmlformats.org/drawingml/2006/main">
            <a:off x="64008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12" name="original-bar-1">
            <a:extLst xmlns:a="http://schemas.openxmlformats.org/drawingml/2006/main">
              <a:ext uri="{FF2B5EF4-FFF2-40B4-BE49-F238E27FC236}">
                <a16:creationId xmlns:a16="http://schemas.microsoft.com/office/drawing/2014/main" id="{5320F40E-1959-47DF-A6C1-E38B43521626}"/>
              </a:ext>
            </a:extLst>
          </p:cNvPr>
          <p:cNvSpPr>
            <a:spLocks xmlns:a="http://schemas.openxmlformats.org/drawingml/2006/main" noGrp="1"/>
          </p:cNvSpPr>
          <p:nvPr/>
        </p:nvSpPr>
        <p:spPr>
          <a:xfrm xmlns:a="http://schemas.openxmlformats.org/drawingml/2006/main">
            <a:off x="64008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13" name="compressed-count-1">
            <a:extLst xmlns:a="http://schemas.openxmlformats.org/drawingml/2006/main">
              <a:ext uri="{FF2B5EF4-FFF2-40B4-BE49-F238E27FC236}">
                <a16:creationId xmlns:a16="http://schemas.microsoft.com/office/drawing/2014/main" id="{1E990956-2956-4B65-AB2C-D1559CC89F9D}"/>
              </a:ext>
            </a:extLst>
          </p:cNvPr>
          <p:cNvSpPr>
            <a:spLocks xmlns:a="http://schemas.openxmlformats.org/drawingml/2006/main" noGrp="1"/>
          </p:cNvSpPr>
          <p:nvPr/>
        </p:nvSpPr>
        <p:spPr>
          <a:xfrm xmlns:a="http://schemas.openxmlformats.org/drawingml/2006/main">
            <a:off x="64008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压缩后：1011 Byte</a:t>
            </a:r>
          </a:p>
        </p:txBody>
      </p:sp>
      <p:sp>
        <p:nvSpPr>
          <p:cNvPr id="14" name="compressed-bar-1">
            <a:extLst xmlns:a="http://schemas.openxmlformats.org/drawingml/2006/main">
              <a:ext uri="{FF2B5EF4-FFF2-40B4-BE49-F238E27FC236}">
                <a16:creationId xmlns:a16="http://schemas.microsoft.com/office/drawing/2014/main" id="{F82C4966-A915-4FBC-A3ED-36321691A155}"/>
              </a:ext>
            </a:extLst>
          </p:cNvPr>
          <p:cNvSpPr>
            <a:spLocks xmlns:a="http://schemas.openxmlformats.org/drawingml/2006/main" noGrp="1"/>
          </p:cNvSpPr>
          <p:nvPr/>
        </p:nvSpPr>
        <p:spPr>
          <a:xfrm xmlns:a="http://schemas.openxmlformats.org/drawingml/2006/main">
            <a:off x="6400800" y="4219575"/>
            <a:ext cx="4814888" cy="285750"/>
          </a:xfrm>
          <a:prstGeom xmlns:a="http://schemas.openxmlformats.org/drawingml/2006/main" prst="rect">
            <a:avLst/>
          </a:prstGeom>
          <a:solidFill xmlns:a="http://schemas.openxmlformats.org/drawingml/2006/main">
            <a:srgbClr val="007C9B"/>
          </a:solidFill>
          <a:ln xmlns:a="http://schemas.openxmlformats.org/drawingml/2006/main" w="0">
            <a:noFill/>
          </a:ln>
        </p:spPr>
      </p:sp>
      <p:sp>
        <p:nvSpPr>
          <p:cNvPr id="15" name="extra-eleven-bytes">
            <a:extLst xmlns:a="http://schemas.openxmlformats.org/drawingml/2006/main">
              <a:ext uri="{FF2B5EF4-FFF2-40B4-BE49-F238E27FC236}">
                <a16:creationId xmlns:a16="http://schemas.microsoft.com/office/drawing/2014/main" id="{FC79B386-D0E7-4776-A30A-FA74D840BD70}"/>
              </a:ext>
            </a:extLst>
          </p:cNvPr>
          <p:cNvSpPr>
            <a:spLocks xmlns:a="http://schemas.openxmlformats.org/drawingml/2006/main" noGrp="1"/>
          </p:cNvSpPr>
          <p:nvPr/>
        </p:nvSpPr>
        <p:spPr>
          <a:xfrm xmlns:a="http://schemas.openxmlformats.org/drawingml/2006/main">
            <a:off x="11163300" y="4219575"/>
            <a:ext cx="52388" cy="285750"/>
          </a:xfrm>
          <a:prstGeom xmlns:a="http://schemas.openxmlformats.org/drawingml/2006/main" prst="rect">
            <a:avLst/>
          </a:prstGeom>
          <a:solidFill xmlns:a="http://schemas.openxmlformats.org/drawingml/2006/main">
            <a:srgbClr val="FF0000"/>
          </a:solidFill>
          <a:ln xmlns:a="http://schemas.openxmlformats.org/drawingml/2006/main" w="0">
            <a:noFill/>
          </a:ln>
        </p:spPr>
      </p:sp>
      <p:sp>
        <p:nvSpPr>
          <p:cNvPr id="16" name="compression-extra">
            <a:extLst xmlns:a="http://schemas.openxmlformats.org/drawingml/2006/main">
              <a:ext uri="{FF2B5EF4-FFF2-40B4-BE49-F238E27FC236}">
                <a16:creationId xmlns:a16="http://schemas.microsoft.com/office/drawing/2014/main" id="{0EC5717A-459F-49C9-AD0F-8C76562003C9}"/>
              </a:ext>
            </a:extLst>
          </p:cNvPr>
          <p:cNvSpPr>
            <a:spLocks xmlns:a="http://schemas.openxmlformats.org/drawingml/2006/main" noGrp="1"/>
          </p:cNvSpPr>
          <p:nvPr/>
        </p:nvSpPr>
        <p:spPr>
          <a:xfrm xmlns:a="http://schemas.openxmlformats.org/drawingml/2006/main">
            <a:off x="6400800" y="4762500"/>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FF0000"/>
                </a:solidFill>
                <a:latin typeface="Alibaba PuHuiTi 3.0 55 Regular"/>
                <a:ea typeface="Alibaba PuHuiTi 3.0 55 Regular"/>
                <a:cs typeface="Alibaba PuHuiTi 3.0 55 Regular"/>
              </a:defRPr>
            </a:pPr>
            <a:r>
              <a:rPr sz="2200" b="0">
                <a:solidFill>
                  <a:srgbClr val="FF0000"/>
                </a:solidFill>
                <a:latin typeface="Alibaba PuHuiTi 3.0 55 Regular"/>
                <a:ea typeface="Alibaba PuHuiTi 3.0 55 Regular"/>
                <a:cs typeface="Alibaba PuHuiTi 3.0 55 Regular"/>
              </a:rPr>
              <a:t>比原始多11 Byte</a:t>
            </a:r>
          </a:p>
        </p:txBody>
      </p:sp>
      <p:sp>
        <p:nvSpPr>
          <p:cNvPr id="17" name="text">
            <a:extLst xmlns:a="http://schemas.openxmlformats.org/drawingml/2006/main">
              <a:ext uri="{FF2B5EF4-FFF2-40B4-BE49-F238E27FC236}">
                <a16:creationId xmlns:a16="http://schemas.microsoft.com/office/drawing/2014/main" id="{503DC229-B479-4A44-8B0F-67BCB84776A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同一比例尺；解压后都能逐字节恢复原始数据。</a:t>
            </a:r>
          </a:p>
        </p:txBody>
      </p:sp>
    </p:spTree>
    <p:extLst>
      <p:ext uri="{BB962C8B-B14F-4D97-AF65-F5344CB8AC3E}">
        <p14:creationId xmlns:p14="http://schemas.microsoft.com/office/powerpoint/2010/main" val="757539079"/>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1362713-27BE-4E2E-8939-E4C005A6BEA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F5E6EB9-CCEF-473B-9007-D81A775F09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94B05B7-2139-43CE-A40D-212F8204296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压缩到底改变了什么？</a:t>
            </a:r>
          </a:p>
        </p:txBody>
      </p:sp>
      <p:sp>
        <p:nvSpPr>
          <p:cNvPr id="5" name="TextBox 4">
            <a:extLst xmlns:a="http://schemas.openxmlformats.org/drawingml/2006/main">
              <a:ext uri="{FF2B5EF4-FFF2-40B4-BE49-F238E27FC236}">
                <a16:creationId xmlns:a16="http://schemas.microsoft.com/office/drawing/2014/main" id="{159000EF-1E2D-4938-9196-9EB8C2416529}"/>
              </a:ext>
            </a:extLst>
          </p:cNvPr>
          <p:cNvSpPr>
            <a:spLocks xmlns:a="http://schemas.openxmlformats.org/drawingml/2006/main" noGrp="1"/>
          </p:cNvSpPr>
          <p:nvPr/>
        </p:nvSpPr>
        <p:spPr>
          <a:xfrm xmlns:a="http://schemas.openxmlformats.org/drawingml/2006/main">
            <a:off x="813816" y="1837943"/>
            <a:ext cx="1069848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数据本身在计算机中仍是0和1。</a:t>
            </a:r>
          </a:p>
        </p:txBody>
      </p:sp>
      <p:sp>
        <p:nvSpPr>
          <p:cNvPr id="6" name="TextBox 5">
            <a:extLst xmlns:a="http://schemas.openxmlformats.org/drawingml/2006/main">
              <a:ext uri="{FF2B5EF4-FFF2-40B4-BE49-F238E27FC236}">
                <a16:creationId xmlns:a16="http://schemas.microsoft.com/office/drawing/2014/main" id="{546EE775-D217-43A6-9910-914462FCAE2F}"/>
              </a:ext>
            </a:extLst>
          </p:cNvPr>
          <p:cNvSpPr>
            <a:spLocks xmlns:a="http://schemas.openxmlformats.org/drawingml/2006/main" noGrp="1"/>
          </p:cNvSpPr>
          <p:nvPr/>
        </p:nvSpPr>
        <p:spPr>
          <a:xfrm xmlns:a="http://schemas.openxmlformats.org/drawingml/2006/main">
            <a:off x="832104" y="2999232"/>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压缩：重新表示数据，目标是减少数据量。</a:t>
            </a:r>
          </a:p>
        </p:txBody>
      </p:sp>
      <p:sp>
        <p:nvSpPr>
          <p:cNvPr id="7" name="TextBox 6">
            <a:extLst xmlns:a="http://schemas.openxmlformats.org/drawingml/2006/main">
              <a:ext uri="{FF2B5EF4-FFF2-40B4-BE49-F238E27FC236}">
                <a16:creationId xmlns:a16="http://schemas.microsoft.com/office/drawing/2014/main" id="{35D09BCC-D120-43F3-B648-9DF3D594E5F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方法有很多，今天重点研究能不能完整还原。</a:t>
            </a:r>
          </a:p>
        </p:txBody>
      </p:sp>
    </p:spTree>
    <p:extLst>
      <p:ext uri="{BB962C8B-B14F-4D97-AF65-F5344CB8AC3E}">
        <p14:creationId xmlns:p14="http://schemas.microsoft.com/office/powerpoint/2010/main" val="977242696"/>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1D3418-95CF-4210-83D7-FBE8A9FB8B1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AB0B320-D5FB-49FE-8ED7-8DD95CA4174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7CD0AB-F405-42DA-8C85-571F5853F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无损与有损：按什么区分？</a:t>
            </a:r>
          </a:p>
        </p:txBody>
      </p:sp>
      <p:sp>
        <p:nvSpPr>
          <p:cNvPr id="5" name="Connector 4">
            <a:extLst xmlns:a="http://schemas.openxmlformats.org/drawingml/2006/main">
              <a:ext uri="{FF2B5EF4-FFF2-40B4-BE49-F238E27FC236}">
                <a16:creationId xmlns:a16="http://schemas.microsoft.com/office/drawing/2014/main" id="{D86D6B48-3C07-4DED-8F6E-227F53CB0FE5}"/>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TextBox 7">
            <a:extLst xmlns:a="http://schemas.openxmlformats.org/drawingml/2006/main">
              <a:ext uri="{FF2B5EF4-FFF2-40B4-BE49-F238E27FC236}">
                <a16:creationId xmlns:a16="http://schemas.microsoft.com/office/drawing/2014/main" id="{CC8C26BC-BD52-438C-AA6D-56D720BF6076}"/>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解压后与原始数据完全一致。</a:t>
            </a:r>
          </a:p>
          <a:p xmlns:a="http://schemas.openxmlformats.org/drawingml/2006/main">
            <a:pP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a:solidFill>
                  <a:srgbClr val="262626"/>
                </a:solidFill>
                <a:latin typeface="Alibaba PuHuiTi 3.0 55 Regular"/>
                <a:ea typeface="Alibaba PuHuiTi 3.0 55 Regular"/>
                <a:cs typeface="Alibaba PuHuiTi 3.0 55 Regular"/>
              </a:rPr>
              <a:t>适合：文档、程序、精确备份。</a:t>
            </a:r>
          </a:p>
        </p:txBody>
      </p:sp>
      <p:sp>
        <p:nvSpPr>
          <p:cNvPr id="9" name="TextBox 8">
            <a:extLst xmlns:a="http://schemas.openxmlformats.org/drawingml/2006/main">
              <a:ext uri="{FF2B5EF4-FFF2-40B4-BE49-F238E27FC236}">
                <a16:creationId xmlns:a16="http://schemas.microsoft.com/office/drawing/2014/main" id="{271AFA3E-D331-4A2A-8657-6669E999F1EA}"/>
              </a:ext>
            </a:extLst>
          </p:cNvPr>
          <p:cNvSpPr>
            <a:spLocks xmlns:a="http://schemas.openxmlformats.org/drawingml/2006/main" noGrp="1"/>
          </p:cNvSpPr>
          <p:nvPr/>
        </p:nvSpPr>
        <p:spPr>
          <a:xfrm xmlns:a="http://schemas.openxmlformats.org/drawingml/2006/main">
            <a:off x="6455664" y="2743200"/>
            <a:ext cx="4873752" cy="145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解码后不能完全恢复原始数据。</a:t>
            </a:r>
          </a:p>
          <a:p xmlns:a="http://schemas.openxmlformats.org/drawingml/2006/main">
            <a:pP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a:solidFill>
                  <a:srgbClr val="262626"/>
                </a:solidFill>
                <a:latin typeface="Alibaba PuHuiTi 3.0 55 Regular"/>
                <a:ea typeface="Alibaba PuHuiTi 3.0 55 Regular"/>
                <a:cs typeface="Alibaba PuHuiTi 3.0 55 Regular"/>
              </a:rPr>
              <a:t>适合：允许一定失真的音视频。</a:t>
            </a:r>
          </a:p>
        </p:txBody>
      </p:sp>
      <p:sp>
        <p:nvSpPr>
          <p:cNvPr id="10" name="TextBox 9">
            <a:extLst xmlns:a="http://schemas.openxmlformats.org/drawingml/2006/main">
              <a:ext uri="{FF2B5EF4-FFF2-40B4-BE49-F238E27FC236}">
                <a16:creationId xmlns:a16="http://schemas.microsoft.com/office/drawing/2014/main" id="{5CB1B50E-E716-4DBA-97D7-CAA807E22F2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判断标准：解码/解压后，能否完整得到原始数据？</a:t>
            </a:r>
          </a:p>
        </p:txBody>
      </p:sp>
      <p:sp>
        <p:nvSpPr>
          <p:cNvPr id="11" name="compression-kind-无损压缩">
            <a:extLst xmlns:a="http://schemas.openxmlformats.org/drawingml/2006/main">
              <a:ext uri="{FF2B5EF4-FFF2-40B4-BE49-F238E27FC236}">
                <a16:creationId xmlns:a16="http://schemas.microsoft.com/office/drawing/2014/main" id="{612D355C-5061-4A18-92DD-5E8AAF923D0C}"/>
              </a:ext>
            </a:extLst>
          </p:cNvPr>
          <p:cNvSpPr>
            <a:spLocks xmlns:a="http://schemas.openxmlformats.org/drawingml/2006/main" noGrp="1"/>
          </p:cNvSpPr>
          <p:nvPr/>
        </p:nvSpPr>
        <p:spPr>
          <a:xfrm xmlns:a="http://schemas.openxmlformats.org/drawingml/2006/main">
            <a:off x="822960" y="1737360"/>
            <a:ext cx="5076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0">
                <a:solidFill>
                  <a:srgbClr val="8C64E1"/>
                </a:solidFill>
                <a:latin typeface="Alibaba PuHuiTi 3.0 55 Regular"/>
                <a:ea typeface="Alibaba PuHuiTi 3.0 55 Regular"/>
                <a:cs typeface="Alibaba PuHuiTi 3.0 55 Regular"/>
              </a:defRPr>
            </a:defPPr>
          </a:lstStyle>
          <a:p xmlns:a="http://schemas.openxmlformats.org/drawingml/2006/main">
            <a:pPr algn="l">
              <a:buNone/>
              <a:defRPr sz="2800" b="0">
                <a:solidFill>
                  <a:srgbClr val="8C64E1"/>
                </a:solidFill>
                <a:latin typeface="Alibaba PuHuiTi 3.0 55 Regular"/>
                <a:ea typeface="Alibaba PuHuiTi 3.0 55 Regular"/>
                <a:cs typeface="Alibaba PuHuiTi 3.0 55 Regular"/>
              </a:defRPr>
            </a:pPr>
            <a:r>
              <a:rPr sz="2800" b="0">
                <a:solidFill>
                  <a:srgbClr val="8C64E1"/>
                </a:solidFill>
                <a:latin typeface="Alibaba PuHuiTi 3.0 55 Regular"/>
                <a:ea typeface="Alibaba PuHuiTi 3.0 55 Regular"/>
                <a:cs typeface="Alibaba PuHuiTi 3.0 55 Regular"/>
              </a:rPr>
              <a:t>无损压缩</a:t>
            </a:r>
          </a:p>
        </p:txBody>
      </p:sp>
      <p:sp>
        <p:nvSpPr>
          <p:cNvPr id="12" name="compression-kind-有损压缩">
            <a:extLst xmlns:a="http://schemas.openxmlformats.org/drawingml/2006/main">
              <a:ext uri="{FF2B5EF4-FFF2-40B4-BE49-F238E27FC236}">
                <a16:creationId xmlns:a16="http://schemas.microsoft.com/office/drawing/2014/main" id="{97F2F50D-5CD5-40E6-BEFD-8767DEAF7009}"/>
              </a:ext>
            </a:extLst>
          </p:cNvPr>
          <p:cNvSpPr>
            <a:spLocks xmlns:a="http://schemas.openxmlformats.org/drawingml/2006/main" noGrp="1"/>
          </p:cNvSpPr>
          <p:nvPr/>
        </p:nvSpPr>
        <p:spPr>
          <a:xfrm xmlns:a="http://schemas.openxmlformats.org/drawingml/2006/main">
            <a:off x="6437376" y="1737360"/>
            <a:ext cx="5076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0">
                <a:solidFill>
                  <a:srgbClr val="007C9B"/>
                </a:solidFill>
                <a:latin typeface="Alibaba PuHuiTi 3.0 55 Regular"/>
                <a:ea typeface="Alibaba PuHuiTi 3.0 55 Regular"/>
                <a:cs typeface="Alibaba PuHuiTi 3.0 55 Regular"/>
              </a:defRPr>
            </a:defPPr>
          </a:lstStyle>
          <a:p xmlns:a="http://schemas.openxmlformats.org/drawingml/2006/main">
            <a:pPr algn="l">
              <a:buNone/>
              <a:defRPr sz="2800" b="0">
                <a:solidFill>
                  <a:srgbClr val="007C9B"/>
                </a:solidFill>
                <a:latin typeface="Alibaba PuHuiTi 3.0 55 Regular"/>
                <a:ea typeface="Alibaba PuHuiTi 3.0 55 Regular"/>
                <a:cs typeface="Alibaba PuHuiTi 3.0 55 Regular"/>
              </a:defRPr>
            </a:pPr>
            <a:r>
              <a:rPr sz="2800" b="0">
                <a:solidFill>
                  <a:srgbClr val="007C9B"/>
                </a:solidFill>
                <a:latin typeface="Alibaba PuHuiTi 3.0 55 Regular"/>
                <a:ea typeface="Alibaba PuHuiTi 3.0 55 Regular"/>
                <a:cs typeface="Alibaba PuHuiTi 3.0 55 Regular"/>
              </a:rPr>
              <a:t>有损压缩</a:t>
            </a:r>
          </a:p>
        </p:txBody>
      </p:sp>
      <p:sp xmlns:a="http://schemas.openxmlformats.org/drawingml/2006/main">
        <p:nvSpPr>
          <p:cNvPr id="13" name="TextBox 12"/>
          <p:cNvSpPr txBox="1"/>
          <p:nvPr/>
        </p:nvSpPr>
        <p:spPr>
          <a:xfrm>
            <a:off x="1463040" y="3438144"/>
            <a:ext cx="2743200" cy="365760"/>
          </a:xfrm>
          <a:prstGeom prst="rect">
            <a:avLst/>
          </a:prstGeom>
          <a:noFill/>
        </p:spPr>
        <p:txBody>
          <a:bodyPr wrap="square" lIns="0" rIns="0" tIns="0" bIns="0" anchor="ctr">
            <a:spAutoFit/>
          </a:bodyPr>
          <a:lstStyle/>
          <a:p>
            <a:pPr algn="ctr">
              <a:spcAft>
                <a:spcPts val="200"/>
              </a:spcAft>
              <a:defRPr sz="2100" b="1">
                <a:solidFill>
                  <a:srgbClr val="8C64E1"/>
                </a:solidFill>
                <a:latin typeface="Alibaba PuHuiTi 3.0 115 Black"/>
              </a:defRPr>
            </a:pPr>
            <a:r>
              <a:t>原始</a:t>
            </a:r>
          </a:p>
        </p:txBody>
      </p:sp>
      <p:sp xmlns:a="http://schemas.openxmlformats.org/drawingml/2006/main">
        <p:nvSpPr>
          <p:cNvPr id="14" name="Rectangle 13"/>
          <p:cNvSpPr/>
          <p:nvPr/>
        </p:nvSpPr>
        <p:spPr>
          <a:xfrm>
            <a:off x="146304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77393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208483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2395728"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2706624"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301752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332841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363931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146304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77393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208483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2395728"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2706624"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301752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332841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363931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146304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177393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208483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2395728"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2706624"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301752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332841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363931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146304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177393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208483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2395728"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2706624"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301752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332841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363931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5166360" y="3438144"/>
            <a:ext cx="2743200" cy="365760"/>
          </a:xfrm>
          <a:prstGeom prst="rect">
            <a:avLst/>
          </a:prstGeom>
          <a:noFill/>
        </p:spPr>
        <p:txBody>
          <a:bodyPr wrap="square" lIns="0" rIns="0" tIns="0" bIns="0" anchor="ctr">
            <a:spAutoFit/>
          </a:bodyPr>
          <a:lstStyle/>
          <a:p>
            <a:pPr algn="ctr">
              <a:spcAft>
                <a:spcPts val="200"/>
              </a:spcAft>
              <a:defRPr sz="2100" b="1">
                <a:solidFill>
                  <a:srgbClr val="8C64E1"/>
                </a:solidFill>
                <a:latin typeface="Alibaba PuHuiTi 3.0 115 Black"/>
              </a:defRPr>
            </a:pPr>
            <a:r>
              <a:t>无损恢复</a:t>
            </a:r>
          </a:p>
        </p:txBody>
      </p:sp>
      <p:sp xmlns:a="http://schemas.openxmlformats.org/drawingml/2006/main">
        <p:nvSpPr>
          <p:cNvPr id="47" name="Rectangle 46"/>
          <p:cNvSpPr/>
          <p:nvPr/>
        </p:nvSpPr>
        <p:spPr>
          <a:xfrm>
            <a:off x="516636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8" name="Rectangle 47"/>
          <p:cNvSpPr/>
          <p:nvPr/>
        </p:nvSpPr>
        <p:spPr>
          <a:xfrm>
            <a:off x="547725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9" name="Rectangle 48"/>
          <p:cNvSpPr/>
          <p:nvPr/>
        </p:nvSpPr>
        <p:spPr>
          <a:xfrm>
            <a:off x="578815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0" name="Rectangle 49"/>
          <p:cNvSpPr/>
          <p:nvPr/>
        </p:nvSpPr>
        <p:spPr>
          <a:xfrm>
            <a:off x="6099048"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6409944"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2" name="Rectangle 51"/>
          <p:cNvSpPr/>
          <p:nvPr/>
        </p:nvSpPr>
        <p:spPr>
          <a:xfrm>
            <a:off x="672084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3" name="Rectangle 52"/>
          <p:cNvSpPr/>
          <p:nvPr/>
        </p:nvSpPr>
        <p:spPr>
          <a:xfrm>
            <a:off x="703173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4" name="Rectangle 53"/>
          <p:cNvSpPr/>
          <p:nvPr/>
        </p:nvSpPr>
        <p:spPr>
          <a:xfrm>
            <a:off x="734263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5" name="Rectangle 54"/>
          <p:cNvSpPr/>
          <p:nvPr/>
        </p:nvSpPr>
        <p:spPr>
          <a:xfrm>
            <a:off x="516636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6" name="Rectangle 55"/>
          <p:cNvSpPr/>
          <p:nvPr/>
        </p:nvSpPr>
        <p:spPr>
          <a:xfrm>
            <a:off x="547725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7" name="Rectangle 56"/>
          <p:cNvSpPr/>
          <p:nvPr/>
        </p:nvSpPr>
        <p:spPr>
          <a:xfrm>
            <a:off x="578815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8" name="Rectangle 57"/>
          <p:cNvSpPr/>
          <p:nvPr/>
        </p:nvSpPr>
        <p:spPr>
          <a:xfrm>
            <a:off x="6099048"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9" name="Rectangle 58"/>
          <p:cNvSpPr/>
          <p:nvPr/>
        </p:nvSpPr>
        <p:spPr>
          <a:xfrm>
            <a:off x="6409944"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0" name="Rectangle 59"/>
          <p:cNvSpPr/>
          <p:nvPr/>
        </p:nvSpPr>
        <p:spPr>
          <a:xfrm>
            <a:off x="672084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1" name="Rectangle 60"/>
          <p:cNvSpPr/>
          <p:nvPr/>
        </p:nvSpPr>
        <p:spPr>
          <a:xfrm>
            <a:off x="703173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2" name="Rectangle 61"/>
          <p:cNvSpPr/>
          <p:nvPr/>
        </p:nvSpPr>
        <p:spPr>
          <a:xfrm>
            <a:off x="734263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3" name="Rectangle 62"/>
          <p:cNvSpPr/>
          <p:nvPr/>
        </p:nvSpPr>
        <p:spPr>
          <a:xfrm>
            <a:off x="516636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4" name="Rectangle 63"/>
          <p:cNvSpPr/>
          <p:nvPr/>
        </p:nvSpPr>
        <p:spPr>
          <a:xfrm>
            <a:off x="547725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5" name="Rectangle 64"/>
          <p:cNvSpPr/>
          <p:nvPr/>
        </p:nvSpPr>
        <p:spPr>
          <a:xfrm>
            <a:off x="578815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6" name="Rectangle 65"/>
          <p:cNvSpPr/>
          <p:nvPr/>
        </p:nvSpPr>
        <p:spPr>
          <a:xfrm>
            <a:off x="6099048"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7" name="Rectangle 66"/>
          <p:cNvSpPr/>
          <p:nvPr/>
        </p:nvSpPr>
        <p:spPr>
          <a:xfrm>
            <a:off x="6409944"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8" name="Rectangle 67"/>
          <p:cNvSpPr/>
          <p:nvPr/>
        </p:nvSpPr>
        <p:spPr>
          <a:xfrm>
            <a:off x="672084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9" name="Rectangle 68"/>
          <p:cNvSpPr/>
          <p:nvPr/>
        </p:nvSpPr>
        <p:spPr>
          <a:xfrm>
            <a:off x="703173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0" name="Rectangle 69"/>
          <p:cNvSpPr/>
          <p:nvPr/>
        </p:nvSpPr>
        <p:spPr>
          <a:xfrm>
            <a:off x="734263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1" name="Rectangle 70"/>
          <p:cNvSpPr/>
          <p:nvPr/>
        </p:nvSpPr>
        <p:spPr>
          <a:xfrm>
            <a:off x="516636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2" name="Rectangle 71"/>
          <p:cNvSpPr/>
          <p:nvPr/>
        </p:nvSpPr>
        <p:spPr>
          <a:xfrm>
            <a:off x="547725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3" name="Rectangle 72"/>
          <p:cNvSpPr/>
          <p:nvPr/>
        </p:nvSpPr>
        <p:spPr>
          <a:xfrm>
            <a:off x="578815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4" name="Rectangle 73"/>
          <p:cNvSpPr/>
          <p:nvPr/>
        </p:nvSpPr>
        <p:spPr>
          <a:xfrm>
            <a:off x="6099048"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5" name="Rectangle 74"/>
          <p:cNvSpPr/>
          <p:nvPr/>
        </p:nvSpPr>
        <p:spPr>
          <a:xfrm>
            <a:off x="6409944"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6" name="Rectangle 75"/>
          <p:cNvSpPr/>
          <p:nvPr/>
        </p:nvSpPr>
        <p:spPr>
          <a:xfrm>
            <a:off x="672084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7" name="Rectangle 76"/>
          <p:cNvSpPr/>
          <p:nvPr/>
        </p:nvSpPr>
        <p:spPr>
          <a:xfrm>
            <a:off x="703173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8" name="Rectangle 77"/>
          <p:cNvSpPr/>
          <p:nvPr/>
        </p:nvSpPr>
        <p:spPr>
          <a:xfrm>
            <a:off x="734263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9" name="TextBox 78"/>
          <p:cNvSpPr txBox="1"/>
          <p:nvPr/>
        </p:nvSpPr>
        <p:spPr>
          <a:xfrm>
            <a:off x="8869680" y="3438144"/>
            <a:ext cx="2743200" cy="365760"/>
          </a:xfrm>
          <a:prstGeom prst="rect">
            <a:avLst/>
          </a:prstGeom>
          <a:noFill/>
        </p:spPr>
        <p:txBody>
          <a:bodyPr wrap="square" lIns="0" rIns="0" tIns="0" bIns="0" anchor="ctr">
            <a:spAutoFit/>
          </a:bodyPr>
          <a:lstStyle/>
          <a:p>
            <a:pPr algn="ctr">
              <a:spcAft>
                <a:spcPts val="200"/>
              </a:spcAft>
              <a:defRPr sz="2100" b="1">
                <a:solidFill>
                  <a:srgbClr val="007C9B"/>
                </a:solidFill>
                <a:latin typeface="Alibaba PuHuiTi 3.0 115 Black"/>
              </a:defRPr>
            </a:pPr>
            <a:r>
              <a:t>有损近似</a:t>
            </a:r>
          </a:p>
        </p:txBody>
      </p:sp>
      <p:sp xmlns:a="http://schemas.openxmlformats.org/drawingml/2006/main">
        <p:nvSpPr>
          <p:cNvPr id="80" name="Rectangle 79"/>
          <p:cNvSpPr/>
          <p:nvPr/>
        </p:nvSpPr>
        <p:spPr>
          <a:xfrm>
            <a:off x="886968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1" name="Rectangle 80"/>
          <p:cNvSpPr/>
          <p:nvPr/>
        </p:nvSpPr>
        <p:spPr>
          <a:xfrm>
            <a:off x="918057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2" name="Rectangle 81"/>
          <p:cNvSpPr/>
          <p:nvPr/>
        </p:nvSpPr>
        <p:spPr>
          <a:xfrm>
            <a:off x="949147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3" name="Rectangle 82"/>
          <p:cNvSpPr/>
          <p:nvPr/>
        </p:nvSpPr>
        <p:spPr>
          <a:xfrm>
            <a:off x="9802367"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4" name="Rectangle 83"/>
          <p:cNvSpPr/>
          <p:nvPr/>
        </p:nvSpPr>
        <p:spPr>
          <a:xfrm>
            <a:off x="10113263"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5" name="Rectangle 84"/>
          <p:cNvSpPr/>
          <p:nvPr/>
        </p:nvSpPr>
        <p:spPr>
          <a:xfrm>
            <a:off x="10424159"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6" name="Rectangle 85"/>
          <p:cNvSpPr/>
          <p:nvPr/>
        </p:nvSpPr>
        <p:spPr>
          <a:xfrm>
            <a:off x="10735055" y="395935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7" name="Rectangle 86"/>
          <p:cNvSpPr/>
          <p:nvPr/>
        </p:nvSpPr>
        <p:spPr>
          <a:xfrm>
            <a:off x="1104595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8" name="Rectangle 87"/>
          <p:cNvSpPr/>
          <p:nvPr/>
        </p:nvSpPr>
        <p:spPr>
          <a:xfrm>
            <a:off x="886968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9" name="Rectangle 88"/>
          <p:cNvSpPr/>
          <p:nvPr/>
        </p:nvSpPr>
        <p:spPr>
          <a:xfrm>
            <a:off x="918057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0" name="Rectangle 89"/>
          <p:cNvSpPr/>
          <p:nvPr/>
        </p:nvSpPr>
        <p:spPr>
          <a:xfrm>
            <a:off x="949147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1" name="Rectangle 90"/>
          <p:cNvSpPr/>
          <p:nvPr/>
        </p:nvSpPr>
        <p:spPr>
          <a:xfrm>
            <a:off x="9802367"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2" name="Rectangle 91"/>
          <p:cNvSpPr/>
          <p:nvPr/>
        </p:nvSpPr>
        <p:spPr>
          <a:xfrm>
            <a:off x="10113263"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3" name="Rectangle 92"/>
          <p:cNvSpPr/>
          <p:nvPr/>
        </p:nvSpPr>
        <p:spPr>
          <a:xfrm>
            <a:off x="10424159"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4" name="Rectangle 93"/>
          <p:cNvSpPr/>
          <p:nvPr/>
        </p:nvSpPr>
        <p:spPr>
          <a:xfrm>
            <a:off x="10735055"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5" name="Rectangle 94"/>
          <p:cNvSpPr/>
          <p:nvPr/>
        </p:nvSpPr>
        <p:spPr>
          <a:xfrm>
            <a:off x="1104595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6" name="Rectangle 95"/>
          <p:cNvSpPr/>
          <p:nvPr/>
        </p:nvSpPr>
        <p:spPr>
          <a:xfrm>
            <a:off x="886968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7" name="Rectangle 96"/>
          <p:cNvSpPr/>
          <p:nvPr/>
        </p:nvSpPr>
        <p:spPr>
          <a:xfrm>
            <a:off x="918057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8" name="Rectangle 97"/>
          <p:cNvSpPr/>
          <p:nvPr/>
        </p:nvSpPr>
        <p:spPr>
          <a:xfrm>
            <a:off x="949147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9" name="Rectangle 98"/>
          <p:cNvSpPr/>
          <p:nvPr/>
        </p:nvSpPr>
        <p:spPr>
          <a:xfrm>
            <a:off x="9802367" y="459943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0" name="Rectangle 99"/>
          <p:cNvSpPr/>
          <p:nvPr/>
        </p:nvSpPr>
        <p:spPr>
          <a:xfrm>
            <a:off x="10113263"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1" name="Rectangle 100"/>
          <p:cNvSpPr/>
          <p:nvPr/>
        </p:nvSpPr>
        <p:spPr>
          <a:xfrm>
            <a:off x="10424159"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2" name="Rectangle 101"/>
          <p:cNvSpPr/>
          <p:nvPr/>
        </p:nvSpPr>
        <p:spPr>
          <a:xfrm>
            <a:off x="10735055"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3" name="Rectangle 102"/>
          <p:cNvSpPr/>
          <p:nvPr/>
        </p:nvSpPr>
        <p:spPr>
          <a:xfrm>
            <a:off x="1104595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4" name="Rectangle 103"/>
          <p:cNvSpPr/>
          <p:nvPr/>
        </p:nvSpPr>
        <p:spPr>
          <a:xfrm>
            <a:off x="886968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5" name="Rectangle 104"/>
          <p:cNvSpPr/>
          <p:nvPr/>
        </p:nvSpPr>
        <p:spPr>
          <a:xfrm>
            <a:off x="918057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6" name="Rectangle 105"/>
          <p:cNvSpPr/>
          <p:nvPr/>
        </p:nvSpPr>
        <p:spPr>
          <a:xfrm>
            <a:off x="949147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7" name="Rectangle 106"/>
          <p:cNvSpPr/>
          <p:nvPr/>
        </p:nvSpPr>
        <p:spPr>
          <a:xfrm>
            <a:off x="9802367"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8" name="Rectangle 107"/>
          <p:cNvSpPr/>
          <p:nvPr/>
        </p:nvSpPr>
        <p:spPr>
          <a:xfrm>
            <a:off x="10113263"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9" name="Rectangle 108"/>
          <p:cNvSpPr/>
          <p:nvPr/>
        </p:nvSpPr>
        <p:spPr>
          <a:xfrm>
            <a:off x="10424159" y="491947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10" name="Rectangle 109"/>
          <p:cNvSpPr/>
          <p:nvPr/>
        </p:nvSpPr>
        <p:spPr>
          <a:xfrm>
            <a:off x="10735055"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11" name="Rectangle 110"/>
          <p:cNvSpPr/>
          <p:nvPr/>
        </p:nvSpPr>
        <p:spPr>
          <a:xfrm>
            <a:off x="1104595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12" name="TextBox 111"/>
          <p:cNvSpPr txBox="1"/>
          <p:nvPr/>
        </p:nvSpPr>
        <p:spPr>
          <a:xfrm>
            <a:off x="4507992" y="5330952"/>
            <a:ext cx="2148840" cy="356616"/>
          </a:xfrm>
          <a:prstGeom prst="rect">
            <a:avLst/>
          </a:prstGeom>
          <a:noFill/>
        </p:spPr>
        <p:txBody>
          <a:bodyPr wrap="square" lIns="0" rIns="0" tIns="0" bIns="0" anchor="ctr">
            <a:spAutoFit/>
          </a:bodyPr>
          <a:lstStyle/>
          <a:p>
            <a:pPr>
              <a:spcAft>
                <a:spcPts val="200"/>
              </a:spcAft>
              <a:defRPr sz="1800" b="1">
                <a:solidFill>
                  <a:srgbClr val="8C64E1"/>
                </a:solidFill>
                <a:latin typeface="Alibaba PuHuiTi 3.0 115 Black"/>
              </a:defRPr>
            </a:pPr>
            <a:r>
              <a:t>逐格一致</a:t>
            </a:r>
          </a:p>
        </p:txBody>
      </p:sp>
      <p:sp xmlns:a="http://schemas.openxmlformats.org/drawingml/2006/main">
        <p:nvSpPr>
          <p:cNvPr id="113" name="TextBox 112"/>
          <p:cNvSpPr txBox="1"/>
          <p:nvPr/>
        </p:nvSpPr>
        <p:spPr>
          <a:xfrm>
            <a:off x="8284464" y="5330952"/>
            <a:ext cx="2286000" cy="356616"/>
          </a:xfrm>
          <a:prstGeom prst="rect">
            <a:avLst/>
          </a:prstGeom>
          <a:noFill/>
        </p:spPr>
        <p:txBody>
          <a:bodyPr wrap="square" lIns="0" rIns="0" tIns="0" bIns="0" anchor="ctr">
            <a:spAutoFit/>
          </a:bodyPr>
          <a:lstStyle/>
          <a:p>
            <a:pPr>
              <a:spcAft>
                <a:spcPts val="200"/>
              </a:spcAft>
              <a:defRPr sz="1800" b="1">
                <a:solidFill>
                  <a:srgbClr val="007C9B"/>
                </a:solidFill>
                <a:latin typeface="Alibaba PuHuiTi 3.0 115 Black"/>
              </a:defRPr>
            </a:pPr>
            <a:r>
              <a:t>部分细节变化</a:t>
            </a:r>
          </a:p>
        </p:txBody>
      </p:sp>
    </p:spTree>
    <p:extLst>
      <p:ext uri="{BB962C8B-B14F-4D97-AF65-F5344CB8AC3E}">
        <p14:creationId xmlns:p14="http://schemas.microsoft.com/office/powerpoint/2010/main" val="1352918926"/>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88FCEB7-92A2-4174-8867-478BECCB14A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E87870-91FC-405B-A381-FDE8260C379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A7D893-968C-4BE3-928E-AC96FE03859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ZIP、MP3、WAV、MP4，是同一层吗？</a:t>
            </a:r>
          </a:p>
        </p:txBody>
      </p:sp>
      <p:sp>
        <p:nvSpPr>
          <p:cNvPr id="5" name="format-category-0">
            <a:extLst xmlns:a="http://schemas.openxmlformats.org/drawingml/2006/main">
              <a:ext uri="{FF2B5EF4-FFF2-40B4-BE49-F238E27FC236}">
                <a16:creationId xmlns:a16="http://schemas.microsoft.com/office/drawing/2014/main" id="{5CAC08A9-99B6-4358-B5E4-B7AB971B3391}"/>
              </a:ext>
            </a:extLst>
          </p:cNvPr>
          <p:cNvSpPr>
            <a:spLocks xmlns:a="http://schemas.openxmlformats.org/drawingml/2006/main" noGrp="1"/>
          </p:cNvSpPr>
          <p:nvPr/>
        </p:nvSpPr>
        <p:spPr>
          <a:xfrm xmlns:a="http://schemas.openxmlformats.org/drawingml/2006/main">
            <a:off x="609600" y="22764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归档格式</a:t>
            </a:r>
          </a:p>
        </p:txBody>
      </p:sp>
      <p:sp>
        <p:nvSpPr>
          <p:cNvPr id="6" name="format-example-0">
            <a:extLst xmlns:a="http://schemas.openxmlformats.org/drawingml/2006/main">
              <a:ext uri="{FF2B5EF4-FFF2-40B4-BE49-F238E27FC236}">
                <a16:creationId xmlns:a16="http://schemas.microsoft.com/office/drawing/2014/main" id="{D9F02CD6-28B7-45D0-A5EC-4A9F74E9AD8B}"/>
              </a:ext>
            </a:extLst>
          </p:cNvPr>
          <p:cNvSpPr>
            <a:spLocks xmlns:a="http://schemas.openxmlformats.org/drawingml/2006/main" noGrp="1"/>
          </p:cNvSpPr>
          <p:nvPr/>
        </p:nvSpPr>
        <p:spPr>
          <a:xfrm xmlns:a="http://schemas.openxmlformats.org/drawingml/2006/main">
            <a:off x="3476625" y="22764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ZIP / RAR</a:t>
            </a:r>
          </a:p>
        </p:txBody>
      </p:sp>
      <p:sp>
        <p:nvSpPr>
          <p:cNvPr id="7" name="format-qualification-0">
            <a:extLst xmlns:a="http://schemas.openxmlformats.org/drawingml/2006/main">
              <a:ext uri="{FF2B5EF4-FFF2-40B4-BE49-F238E27FC236}">
                <a16:creationId xmlns:a16="http://schemas.microsoft.com/office/drawing/2014/main" id="{DF3D4BD6-8AED-4A56-998D-636BD5736CC1}"/>
              </a:ext>
            </a:extLst>
          </p:cNvPr>
          <p:cNvSpPr>
            <a:spLocks xmlns:a="http://schemas.openxmlformats.org/drawingml/2006/main" noGrp="1"/>
          </p:cNvSpPr>
          <p:nvPr/>
        </p:nvSpPr>
        <p:spPr>
          <a:xfrm xmlns:a="http://schemas.openxmlformats.org/drawingml/2006/main">
            <a:off x="7181850" y="22764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常用无损压缩，恢复原始文件。</a:t>
            </a:r>
          </a:p>
        </p:txBody>
      </p:sp>
      <p:sp>
        <p:nvSpPr>
          <p:cNvPr id="8" name="format-divider-0">
            <a:extLst xmlns:a="http://schemas.openxmlformats.org/drawingml/2006/main">
              <a:ext uri="{FF2B5EF4-FFF2-40B4-BE49-F238E27FC236}">
                <a16:creationId xmlns:a16="http://schemas.microsoft.com/office/drawing/2014/main" id="{DB12A7D7-6287-4E13-AD5C-E97023640F7B}"/>
              </a:ext>
            </a:extLst>
          </p:cNvPr>
          <p:cNvSpPr>
            <a:spLocks xmlns:a="http://schemas.openxmlformats.org/drawingml/2006/main" noGrp="1"/>
          </p:cNvSpPr>
          <p:nvPr/>
        </p:nvSpPr>
        <p:spPr>
          <a:xfrm xmlns:a="http://schemas.openxmlformats.org/drawingml/2006/main">
            <a:off x="609600" y="30670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9" name="format-category-1">
            <a:extLst xmlns:a="http://schemas.openxmlformats.org/drawingml/2006/main">
              <a:ext uri="{FF2B5EF4-FFF2-40B4-BE49-F238E27FC236}">
                <a16:creationId xmlns:a16="http://schemas.microsoft.com/office/drawing/2014/main" id="{55D4ECB0-6B30-4623-A106-97F85B8D378B}"/>
              </a:ext>
            </a:extLst>
          </p:cNvPr>
          <p:cNvSpPr>
            <a:spLocks xmlns:a="http://schemas.openxmlformats.org/drawingml/2006/main" noGrp="1"/>
          </p:cNvSpPr>
          <p:nvPr/>
        </p:nvSpPr>
        <p:spPr>
          <a:xfrm xmlns:a="http://schemas.openxmlformats.org/drawingml/2006/main">
            <a:off x="609600" y="33813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音频编码</a:t>
            </a:r>
          </a:p>
        </p:txBody>
      </p:sp>
      <p:sp>
        <p:nvSpPr>
          <p:cNvPr id="10" name="format-example-1">
            <a:extLst xmlns:a="http://schemas.openxmlformats.org/drawingml/2006/main">
              <a:ext uri="{FF2B5EF4-FFF2-40B4-BE49-F238E27FC236}">
                <a16:creationId xmlns:a16="http://schemas.microsoft.com/office/drawing/2014/main" id="{F8973337-5B37-4D97-A64F-E741E791781D}"/>
              </a:ext>
            </a:extLst>
          </p:cNvPr>
          <p:cNvSpPr>
            <a:spLocks xmlns:a="http://schemas.openxmlformats.org/drawingml/2006/main" noGrp="1"/>
          </p:cNvSpPr>
          <p:nvPr/>
        </p:nvSpPr>
        <p:spPr>
          <a:xfrm xmlns:a="http://schemas.openxmlformats.org/drawingml/2006/main">
            <a:off x="3476625" y="33813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MP3</a:t>
            </a:r>
          </a:p>
        </p:txBody>
      </p:sp>
      <p:sp>
        <p:nvSpPr>
          <p:cNvPr id="11" name="format-qualification-1">
            <a:extLst xmlns:a="http://schemas.openxmlformats.org/drawingml/2006/main">
              <a:ext uri="{FF2B5EF4-FFF2-40B4-BE49-F238E27FC236}">
                <a16:creationId xmlns:a16="http://schemas.microsoft.com/office/drawing/2014/main" id="{E29F76B4-6530-4E23-9C43-1DC9C8742A55}"/>
              </a:ext>
            </a:extLst>
          </p:cNvPr>
          <p:cNvSpPr>
            <a:spLocks xmlns:a="http://schemas.openxmlformats.org/drawingml/2006/main" noGrp="1"/>
          </p:cNvSpPr>
          <p:nvPr/>
        </p:nvSpPr>
        <p:spPr>
          <a:xfrm xmlns:a="http://schemas.openxmlformats.org/drawingml/2006/main">
            <a:off x="7181850" y="33813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常见有损音频编码。</a:t>
            </a:r>
          </a:p>
        </p:txBody>
      </p:sp>
      <p:sp>
        <p:nvSpPr>
          <p:cNvPr id="12" name="format-divider-1">
            <a:extLst xmlns:a="http://schemas.openxmlformats.org/drawingml/2006/main">
              <a:ext uri="{FF2B5EF4-FFF2-40B4-BE49-F238E27FC236}">
                <a16:creationId xmlns:a16="http://schemas.microsoft.com/office/drawing/2014/main" id="{50AA9A69-D82B-45FD-AF92-701B5E08A82B}"/>
              </a:ext>
            </a:extLst>
          </p:cNvPr>
          <p:cNvSpPr>
            <a:spLocks xmlns:a="http://schemas.openxmlformats.org/drawingml/2006/main" noGrp="1"/>
          </p:cNvSpPr>
          <p:nvPr/>
        </p:nvSpPr>
        <p:spPr>
          <a:xfrm xmlns:a="http://schemas.openxmlformats.org/drawingml/2006/main">
            <a:off x="609600" y="41719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13" name="format-category-2">
            <a:extLst xmlns:a="http://schemas.openxmlformats.org/drawingml/2006/main">
              <a:ext uri="{FF2B5EF4-FFF2-40B4-BE49-F238E27FC236}">
                <a16:creationId xmlns:a16="http://schemas.microsoft.com/office/drawing/2014/main" id="{457EE457-49A9-49F2-89E1-E26DACE37378}"/>
              </a:ext>
            </a:extLst>
          </p:cNvPr>
          <p:cNvSpPr>
            <a:spLocks xmlns:a="http://schemas.openxmlformats.org/drawingml/2006/main" noGrp="1"/>
          </p:cNvSpPr>
          <p:nvPr/>
        </p:nvSpPr>
        <p:spPr>
          <a:xfrm xmlns:a="http://schemas.openxmlformats.org/drawingml/2006/main">
            <a:off x="609600" y="44862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容器</a:t>
            </a:r>
          </a:p>
        </p:txBody>
      </p:sp>
      <p:sp>
        <p:nvSpPr>
          <p:cNvPr id="14" name="format-example-2">
            <a:extLst xmlns:a="http://schemas.openxmlformats.org/drawingml/2006/main">
              <a:ext uri="{FF2B5EF4-FFF2-40B4-BE49-F238E27FC236}">
                <a16:creationId xmlns:a16="http://schemas.microsoft.com/office/drawing/2014/main" id="{FE88AEA4-4BC7-4572-8637-722CDD7FE0B2}"/>
              </a:ext>
            </a:extLst>
          </p:cNvPr>
          <p:cNvSpPr>
            <a:spLocks xmlns:a="http://schemas.openxmlformats.org/drawingml/2006/main" noGrp="1"/>
          </p:cNvSpPr>
          <p:nvPr/>
        </p:nvSpPr>
        <p:spPr>
          <a:xfrm xmlns:a="http://schemas.openxmlformats.org/drawingml/2006/main">
            <a:off x="3476625" y="44862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WAV / MP4</a:t>
            </a:r>
          </a:p>
        </p:txBody>
      </p:sp>
      <p:sp>
        <p:nvSpPr>
          <p:cNvPr id="15" name="format-qualification-2">
            <a:extLst xmlns:a="http://schemas.openxmlformats.org/drawingml/2006/main">
              <a:ext uri="{FF2B5EF4-FFF2-40B4-BE49-F238E27FC236}">
                <a16:creationId xmlns:a16="http://schemas.microsoft.com/office/drawing/2014/main" id="{C8618572-A5CC-42CA-8D54-B24516E74312}"/>
              </a:ext>
            </a:extLst>
          </p:cNvPr>
          <p:cNvSpPr>
            <a:spLocks xmlns:a="http://schemas.openxmlformats.org/drawingml/2006/main" noGrp="1"/>
          </p:cNvSpPr>
          <p:nvPr/>
        </p:nvSpPr>
        <p:spPr>
          <a:xfrm xmlns:a="http://schemas.openxmlformats.org/drawingml/2006/main">
            <a:off x="7181850" y="44862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WAV常装PCM；MP4可装音视频。</a:t>
            </a:r>
          </a:p>
        </p:txBody>
      </p:sp>
      <p:sp>
        <p:nvSpPr>
          <p:cNvPr id="16" name="text">
            <a:extLst xmlns:a="http://schemas.openxmlformats.org/drawingml/2006/main">
              <a:ext uri="{FF2B5EF4-FFF2-40B4-BE49-F238E27FC236}">
                <a16:creationId xmlns:a16="http://schemas.microsoft.com/office/drawing/2014/main" id="{BF4008AC-A2B5-4122-ACEE-029B662A894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容器名不能单独确定内部编码，也不能单独判断有损或无损。</a:t>
            </a:r>
          </a:p>
        </p:txBody>
      </p:sp>
    </p:spTree>
    <p:extLst>
      <p:ext uri="{BB962C8B-B14F-4D97-AF65-F5344CB8AC3E}">
        <p14:creationId xmlns:p14="http://schemas.microsoft.com/office/powerpoint/2010/main" val="3847893"/>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754AD-ACDC-49F8-A235-242A8BD4FB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67100F0-75FC-4065-A2E4-861272691C8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57F0369-719A-4907-968D-6742027F979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相同尺寸的三幅图，谁容易无损压缩？</a:t>
            </a:r>
          </a:p>
        </p:txBody>
      </p:sp>
      <p:sp>
        <p:nvSpPr>
          <p:cNvPr id="5" name="TextBox 4">
            <a:extLst xmlns:a="http://schemas.openxmlformats.org/drawingml/2006/main">
              <a:ext uri="{FF2B5EF4-FFF2-40B4-BE49-F238E27FC236}">
                <a16:creationId xmlns:a16="http://schemas.microsoft.com/office/drawing/2014/main" id="{4F9033B4-40B4-4156-ABC9-BADD998A82D5}"/>
              </a:ext>
            </a:extLst>
          </p:cNvPr>
          <p:cNvSpPr>
            <a:spLocks xmlns:a="http://schemas.openxmlformats.org/drawingml/2006/main" noGrp="1"/>
          </p:cNvSpPr>
          <p:nvPr/>
        </p:nvSpPr>
        <p:spPr>
          <a:xfrm xmlns:a="http://schemas.openxmlformats.org/drawingml/2006/main">
            <a:off x="609600"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A 纯色</a:t>
            </a:r>
          </a:p>
        </p:txBody>
      </p:sp>
      <p:sp>
        <p:nvSpPr>
          <p:cNvPr id="6" name="Rectangle 5">
            <a:extLst xmlns:a="http://schemas.openxmlformats.org/drawingml/2006/main">
              <a:ext uri="{FF2B5EF4-FFF2-40B4-BE49-F238E27FC236}">
                <a16:creationId xmlns:a16="http://schemas.microsoft.com/office/drawing/2014/main" id="{A55E6178-7142-47DC-93A2-4AB2C2ACC234}"/>
              </a:ext>
            </a:extLst>
          </p:cNvPr>
          <p:cNvSpPr>
            <a:spLocks xmlns:a="http://schemas.openxmlformats.org/drawingml/2006/main" noGrp="1"/>
          </p:cNvSpPr>
          <p:nvPr/>
        </p:nvSpPr>
        <p:spPr>
          <a:xfrm xmlns:a="http://schemas.openxmlformats.org/drawingml/2006/main">
            <a:off x="60960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7E6D5AFC-7EBD-415E-8AA2-2CB0EE48581A}"/>
              </a:ext>
            </a:extLst>
          </p:cNvPr>
          <p:cNvSpPr>
            <a:spLocks xmlns:a="http://schemas.openxmlformats.org/drawingml/2006/main" noGrp="1"/>
          </p:cNvSpPr>
          <p:nvPr/>
        </p:nvSpPr>
        <p:spPr>
          <a:xfrm xmlns:a="http://schemas.openxmlformats.org/drawingml/2006/main">
            <a:off x="96037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AB56B943-CA1E-48A4-8145-03898794AC78}"/>
              </a:ext>
            </a:extLst>
          </p:cNvPr>
          <p:cNvSpPr>
            <a:spLocks xmlns:a="http://schemas.openxmlformats.org/drawingml/2006/main" noGrp="1"/>
          </p:cNvSpPr>
          <p:nvPr/>
        </p:nvSpPr>
        <p:spPr>
          <a:xfrm xmlns:a="http://schemas.openxmlformats.org/drawingml/2006/main">
            <a:off x="13111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8">
            <a:extLst xmlns:a="http://schemas.openxmlformats.org/drawingml/2006/main">
              <a:ext uri="{FF2B5EF4-FFF2-40B4-BE49-F238E27FC236}">
                <a16:creationId xmlns:a16="http://schemas.microsoft.com/office/drawing/2014/main" id="{9A162CC4-C5C1-4A05-BF9E-AB2FE724AF0C}"/>
              </a:ext>
            </a:extLst>
          </p:cNvPr>
          <p:cNvSpPr>
            <a:spLocks xmlns:a="http://schemas.openxmlformats.org/drawingml/2006/main" noGrp="1"/>
          </p:cNvSpPr>
          <p:nvPr/>
        </p:nvSpPr>
        <p:spPr>
          <a:xfrm xmlns:a="http://schemas.openxmlformats.org/drawingml/2006/main">
            <a:off x="166191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ectangle 9">
            <a:extLst xmlns:a="http://schemas.openxmlformats.org/drawingml/2006/main">
              <a:ext uri="{FF2B5EF4-FFF2-40B4-BE49-F238E27FC236}">
                <a16:creationId xmlns:a16="http://schemas.microsoft.com/office/drawing/2014/main" id="{822CBC4F-62BC-444D-B110-52EBC76A979F}"/>
              </a:ext>
            </a:extLst>
          </p:cNvPr>
          <p:cNvSpPr>
            <a:spLocks xmlns:a="http://schemas.openxmlformats.org/drawingml/2006/main" noGrp="1"/>
          </p:cNvSpPr>
          <p:nvPr/>
        </p:nvSpPr>
        <p:spPr>
          <a:xfrm xmlns:a="http://schemas.openxmlformats.org/drawingml/2006/main">
            <a:off x="201267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C48CF238-3B7E-4B01-9420-296DBAFFBE67}"/>
              </a:ext>
            </a:extLst>
          </p:cNvPr>
          <p:cNvSpPr>
            <a:spLocks xmlns:a="http://schemas.openxmlformats.org/drawingml/2006/main" noGrp="1"/>
          </p:cNvSpPr>
          <p:nvPr/>
        </p:nvSpPr>
        <p:spPr>
          <a:xfrm xmlns:a="http://schemas.openxmlformats.org/drawingml/2006/main">
            <a:off x="236344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6E9A5B35-FA6E-4DC4-9D55-B220FA7D6242}"/>
              </a:ext>
            </a:extLst>
          </p:cNvPr>
          <p:cNvSpPr>
            <a:spLocks xmlns:a="http://schemas.openxmlformats.org/drawingml/2006/main" noGrp="1"/>
          </p:cNvSpPr>
          <p:nvPr/>
        </p:nvSpPr>
        <p:spPr>
          <a:xfrm xmlns:a="http://schemas.openxmlformats.org/drawingml/2006/main">
            <a:off x="271421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2A6C90CC-DAE9-44C5-A8F5-5E0D5FB4A8A1}"/>
              </a:ext>
            </a:extLst>
          </p:cNvPr>
          <p:cNvSpPr>
            <a:spLocks xmlns:a="http://schemas.openxmlformats.org/drawingml/2006/main" noGrp="1"/>
          </p:cNvSpPr>
          <p:nvPr/>
        </p:nvSpPr>
        <p:spPr>
          <a:xfrm xmlns:a="http://schemas.openxmlformats.org/drawingml/2006/main">
            <a:off x="306498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BE880483-BE7C-4D41-AC26-4553E3B16F37}"/>
              </a:ext>
            </a:extLst>
          </p:cNvPr>
          <p:cNvSpPr>
            <a:spLocks xmlns:a="http://schemas.openxmlformats.org/drawingml/2006/main" noGrp="1"/>
          </p:cNvSpPr>
          <p:nvPr/>
        </p:nvSpPr>
        <p:spPr>
          <a:xfrm xmlns:a="http://schemas.openxmlformats.org/drawingml/2006/main">
            <a:off x="341575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B7F6934D-6FE2-492B-A8E0-A52C2D68C93F}"/>
              </a:ext>
            </a:extLst>
          </p:cNvPr>
          <p:cNvSpPr>
            <a:spLocks xmlns:a="http://schemas.openxmlformats.org/drawingml/2006/main" noGrp="1"/>
          </p:cNvSpPr>
          <p:nvPr/>
        </p:nvSpPr>
        <p:spPr>
          <a:xfrm xmlns:a="http://schemas.openxmlformats.org/drawingml/2006/main">
            <a:off x="60960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5514A5C5-B7C3-416D-BA12-267DDDD2A507}"/>
              </a:ext>
            </a:extLst>
          </p:cNvPr>
          <p:cNvSpPr>
            <a:spLocks xmlns:a="http://schemas.openxmlformats.org/drawingml/2006/main" noGrp="1"/>
          </p:cNvSpPr>
          <p:nvPr/>
        </p:nvSpPr>
        <p:spPr>
          <a:xfrm xmlns:a="http://schemas.openxmlformats.org/drawingml/2006/main">
            <a:off x="96037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51F76153-49DE-4DB4-86D0-FC480C0DC121}"/>
              </a:ext>
            </a:extLst>
          </p:cNvPr>
          <p:cNvSpPr>
            <a:spLocks xmlns:a="http://schemas.openxmlformats.org/drawingml/2006/main" noGrp="1"/>
          </p:cNvSpPr>
          <p:nvPr/>
        </p:nvSpPr>
        <p:spPr>
          <a:xfrm xmlns:a="http://schemas.openxmlformats.org/drawingml/2006/main">
            <a:off x="13111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ectangle 17">
            <a:extLst xmlns:a="http://schemas.openxmlformats.org/drawingml/2006/main">
              <a:ext uri="{FF2B5EF4-FFF2-40B4-BE49-F238E27FC236}">
                <a16:creationId xmlns:a16="http://schemas.microsoft.com/office/drawing/2014/main" id="{393D95B1-36BE-4F63-A5D4-04906AC61B58}"/>
              </a:ext>
            </a:extLst>
          </p:cNvPr>
          <p:cNvSpPr>
            <a:spLocks xmlns:a="http://schemas.openxmlformats.org/drawingml/2006/main" noGrp="1"/>
          </p:cNvSpPr>
          <p:nvPr/>
        </p:nvSpPr>
        <p:spPr>
          <a:xfrm xmlns:a="http://schemas.openxmlformats.org/drawingml/2006/main">
            <a:off x="166191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DC269B76-9997-432E-A29A-27DABE2540C7}"/>
              </a:ext>
            </a:extLst>
          </p:cNvPr>
          <p:cNvSpPr>
            <a:spLocks xmlns:a="http://schemas.openxmlformats.org/drawingml/2006/main" noGrp="1"/>
          </p:cNvSpPr>
          <p:nvPr/>
        </p:nvSpPr>
        <p:spPr>
          <a:xfrm xmlns:a="http://schemas.openxmlformats.org/drawingml/2006/main">
            <a:off x="201267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912590A9-4C4A-43C7-A6E1-396596545228}"/>
              </a:ext>
            </a:extLst>
          </p:cNvPr>
          <p:cNvSpPr>
            <a:spLocks xmlns:a="http://schemas.openxmlformats.org/drawingml/2006/main" noGrp="1"/>
          </p:cNvSpPr>
          <p:nvPr/>
        </p:nvSpPr>
        <p:spPr>
          <a:xfrm xmlns:a="http://schemas.openxmlformats.org/drawingml/2006/main">
            <a:off x="236344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Rectangle 20">
            <a:extLst xmlns:a="http://schemas.openxmlformats.org/drawingml/2006/main">
              <a:ext uri="{FF2B5EF4-FFF2-40B4-BE49-F238E27FC236}">
                <a16:creationId xmlns:a16="http://schemas.microsoft.com/office/drawing/2014/main" id="{A48F2333-6DB3-4C35-9201-0E16ED1B8ED6}"/>
              </a:ext>
            </a:extLst>
          </p:cNvPr>
          <p:cNvSpPr>
            <a:spLocks xmlns:a="http://schemas.openxmlformats.org/drawingml/2006/main" noGrp="1"/>
          </p:cNvSpPr>
          <p:nvPr/>
        </p:nvSpPr>
        <p:spPr>
          <a:xfrm xmlns:a="http://schemas.openxmlformats.org/drawingml/2006/main">
            <a:off x="271421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ectangle 21">
            <a:extLst xmlns:a="http://schemas.openxmlformats.org/drawingml/2006/main">
              <a:ext uri="{FF2B5EF4-FFF2-40B4-BE49-F238E27FC236}">
                <a16:creationId xmlns:a16="http://schemas.microsoft.com/office/drawing/2014/main" id="{7B45C2F8-7FE5-498F-9E8E-6E3D0BAC655C}"/>
              </a:ext>
            </a:extLst>
          </p:cNvPr>
          <p:cNvSpPr>
            <a:spLocks xmlns:a="http://schemas.openxmlformats.org/drawingml/2006/main" noGrp="1"/>
          </p:cNvSpPr>
          <p:nvPr/>
        </p:nvSpPr>
        <p:spPr>
          <a:xfrm xmlns:a="http://schemas.openxmlformats.org/drawingml/2006/main">
            <a:off x="306498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8413D92C-8CC1-4C9A-9918-01D9847B1D8C}"/>
              </a:ext>
            </a:extLst>
          </p:cNvPr>
          <p:cNvSpPr>
            <a:spLocks xmlns:a="http://schemas.openxmlformats.org/drawingml/2006/main" noGrp="1"/>
          </p:cNvSpPr>
          <p:nvPr/>
        </p:nvSpPr>
        <p:spPr>
          <a:xfrm xmlns:a="http://schemas.openxmlformats.org/drawingml/2006/main">
            <a:off x="341575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688F686B-E9E2-40D5-A447-253914A75B16}"/>
              </a:ext>
            </a:extLst>
          </p:cNvPr>
          <p:cNvSpPr>
            <a:spLocks xmlns:a="http://schemas.openxmlformats.org/drawingml/2006/main" noGrp="1"/>
          </p:cNvSpPr>
          <p:nvPr/>
        </p:nvSpPr>
        <p:spPr>
          <a:xfrm xmlns:a="http://schemas.openxmlformats.org/drawingml/2006/main">
            <a:off x="60960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Rectangle 24">
            <a:extLst xmlns:a="http://schemas.openxmlformats.org/drawingml/2006/main">
              <a:ext uri="{FF2B5EF4-FFF2-40B4-BE49-F238E27FC236}">
                <a16:creationId xmlns:a16="http://schemas.microsoft.com/office/drawing/2014/main" id="{C0ABF58B-BDFA-4D27-8979-BD429BEDC260}"/>
              </a:ext>
            </a:extLst>
          </p:cNvPr>
          <p:cNvSpPr>
            <a:spLocks xmlns:a="http://schemas.openxmlformats.org/drawingml/2006/main" noGrp="1"/>
          </p:cNvSpPr>
          <p:nvPr/>
        </p:nvSpPr>
        <p:spPr>
          <a:xfrm xmlns:a="http://schemas.openxmlformats.org/drawingml/2006/main">
            <a:off x="96037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9ED05715-95FD-425A-915B-33D14056E673}"/>
              </a:ext>
            </a:extLst>
          </p:cNvPr>
          <p:cNvSpPr>
            <a:spLocks xmlns:a="http://schemas.openxmlformats.org/drawingml/2006/main" noGrp="1"/>
          </p:cNvSpPr>
          <p:nvPr/>
        </p:nvSpPr>
        <p:spPr>
          <a:xfrm xmlns:a="http://schemas.openxmlformats.org/drawingml/2006/main">
            <a:off x="13111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Rectangle 26">
            <a:extLst xmlns:a="http://schemas.openxmlformats.org/drawingml/2006/main">
              <a:ext uri="{FF2B5EF4-FFF2-40B4-BE49-F238E27FC236}">
                <a16:creationId xmlns:a16="http://schemas.microsoft.com/office/drawing/2014/main" id="{F51CD334-70AB-489A-BC96-79A9147AAFD9}"/>
              </a:ext>
            </a:extLst>
          </p:cNvPr>
          <p:cNvSpPr>
            <a:spLocks xmlns:a="http://schemas.openxmlformats.org/drawingml/2006/main" noGrp="1"/>
          </p:cNvSpPr>
          <p:nvPr/>
        </p:nvSpPr>
        <p:spPr>
          <a:xfrm xmlns:a="http://schemas.openxmlformats.org/drawingml/2006/main">
            <a:off x="166191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Rectangle 27">
            <a:extLst xmlns:a="http://schemas.openxmlformats.org/drawingml/2006/main">
              <a:ext uri="{FF2B5EF4-FFF2-40B4-BE49-F238E27FC236}">
                <a16:creationId xmlns:a16="http://schemas.microsoft.com/office/drawing/2014/main" id="{27BC19F4-F3BC-4374-A461-753939459DDD}"/>
              </a:ext>
            </a:extLst>
          </p:cNvPr>
          <p:cNvSpPr>
            <a:spLocks xmlns:a="http://schemas.openxmlformats.org/drawingml/2006/main" noGrp="1"/>
          </p:cNvSpPr>
          <p:nvPr/>
        </p:nvSpPr>
        <p:spPr>
          <a:xfrm xmlns:a="http://schemas.openxmlformats.org/drawingml/2006/main">
            <a:off x="201267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Rectangle 28">
            <a:extLst xmlns:a="http://schemas.openxmlformats.org/drawingml/2006/main">
              <a:ext uri="{FF2B5EF4-FFF2-40B4-BE49-F238E27FC236}">
                <a16:creationId xmlns:a16="http://schemas.microsoft.com/office/drawing/2014/main" id="{F0DC7F0C-331F-49EB-85BD-E03EEA472D8C}"/>
              </a:ext>
            </a:extLst>
          </p:cNvPr>
          <p:cNvSpPr>
            <a:spLocks xmlns:a="http://schemas.openxmlformats.org/drawingml/2006/main" noGrp="1"/>
          </p:cNvSpPr>
          <p:nvPr/>
        </p:nvSpPr>
        <p:spPr>
          <a:xfrm xmlns:a="http://schemas.openxmlformats.org/drawingml/2006/main">
            <a:off x="236344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Rectangle 29">
            <a:extLst xmlns:a="http://schemas.openxmlformats.org/drawingml/2006/main">
              <a:ext uri="{FF2B5EF4-FFF2-40B4-BE49-F238E27FC236}">
                <a16:creationId xmlns:a16="http://schemas.microsoft.com/office/drawing/2014/main" id="{80E8EFE2-AC69-49F0-8124-0EB2846FBDC7}"/>
              </a:ext>
            </a:extLst>
          </p:cNvPr>
          <p:cNvSpPr>
            <a:spLocks xmlns:a="http://schemas.openxmlformats.org/drawingml/2006/main" noGrp="1"/>
          </p:cNvSpPr>
          <p:nvPr/>
        </p:nvSpPr>
        <p:spPr>
          <a:xfrm xmlns:a="http://schemas.openxmlformats.org/drawingml/2006/main">
            <a:off x="271421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ectangle 30">
            <a:extLst xmlns:a="http://schemas.openxmlformats.org/drawingml/2006/main">
              <a:ext uri="{FF2B5EF4-FFF2-40B4-BE49-F238E27FC236}">
                <a16:creationId xmlns:a16="http://schemas.microsoft.com/office/drawing/2014/main" id="{BC3886CB-EBB2-4360-9D51-A4FC38EDDE0F}"/>
              </a:ext>
            </a:extLst>
          </p:cNvPr>
          <p:cNvSpPr>
            <a:spLocks xmlns:a="http://schemas.openxmlformats.org/drawingml/2006/main" noGrp="1"/>
          </p:cNvSpPr>
          <p:nvPr/>
        </p:nvSpPr>
        <p:spPr>
          <a:xfrm xmlns:a="http://schemas.openxmlformats.org/drawingml/2006/main">
            <a:off x="306498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D1ABE181-D8A5-448E-BE58-681B810F2FEC}"/>
              </a:ext>
            </a:extLst>
          </p:cNvPr>
          <p:cNvSpPr>
            <a:spLocks xmlns:a="http://schemas.openxmlformats.org/drawingml/2006/main" noGrp="1"/>
          </p:cNvSpPr>
          <p:nvPr/>
        </p:nvSpPr>
        <p:spPr>
          <a:xfrm xmlns:a="http://schemas.openxmlformats.org/drawingml/2006/main">
            <a:off x="341575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Rectangle 32">
            <a:extLst xmlns:a="http://schemas.openxmlformats.org/drawingml/2006/main">
              <a:ext uri="{FF2B5EF4-FFF2-40B4-BE49-F238E27FC236}">
                <a16:creationId xmlns:a16="http://schemas.microsoft.com/office/drawing/2014/main" id="{FE1C9DFA-FB45-47DA-99A8-305425522501}"/>
              </a:ext>
            </a:extLst>
          </p:cNvPr>
          <p:cNvSpPr>
            <a:spLocks xmlns:a="http://schemas.openxmlformats.org/drawingml/2006/main" noGrp="1"/>
          </p:cNvSpPr>
          <p:nvPr/>
        </p:nvSpPr>
        <p:spPr>
          <a:xfrm xmlns:a="http://schemas.openxmlformats.org/drawingml/2006/main">
            <a:off x="60960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Rectangle 33">
            <a:extLst xmlns:a="http://schemas.openxmlformats.org/drawingml/2006/main">
              <a:ext uri="{FF2B5EF4-FFF2-40B4-BE49-F238E27FC236}">
                <a16:creationId xmlns:a16="http://schemas.microsoft.com/office/drawing/2014/main" id="{DAC50BD6-C952-45CB-B841-85F43223E440}"/>
              </a:ext>
            </a:extLst>
          </p:cNvPr>
          <p:cNvSpPr>
            <a:spLocks xmlns:a="http://schemas.openxmlformats.org/drawingml/2006/main" noGrp="1"/>
          </p:cNvSpPr>
          <p:nvPr/>
        </p:nvSpPr>
        <p:spPr>
          <a:xfrm xmlns:a="http://schemas.openxmlformats.org/drawingml/2006/main">
            <a:off x="9603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Rectangle 34">
            <a:extLst xmlns:a="http://schemas.openxmlformats.org/drawingml/2006/main">
              <a:ext uri="{FF2B5EF4-FFF2-40B4-BE49-F238E27FC236}">
                <a16:creationId xmlns:a16="http://schemas.microsoft.com/office/drawing/2014/main" id="{B7D86636-8A03-44FA-997D-4EBDC8322628}"/>
              </a:ext>
            </a:extLst>
          </p:cNvPr>
          <p:cNvSpPr>
            <a:spLocks xmlns:a="http://schemas.openxmlformats.org/drawingml/2006/main" noGrp="1"/>
          </p:cNvSpPr>
          <p:nvPr/>
        </p:nvSpPr>
        <p:spPr>
          <a:xfrm xmlns:a="http://schemas.openxmlformats.org/drawingml/2006/main">
            <a:off x="131114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Rectangle 35">
            <a:extLst xmlns:a="http://schemas.openxmlformats.org/drawingml/2006/main">
              <a:ext uri="{FF2B5EF4-FFF2-40B4-BE49-F238E27FC236}">
                <a16:creationId xmlns:a16="http://schemas.microsoft.com/office/drawing/2014/main" id="{4B81A1EC-BF7C-4B88-87BE-F6B0B6C0DB86}"/>
              </a:ext>
            </a:extLst>
          </p:cNvPr>
          <p:cNvSpPr>
            <a:spLocks xmlns:a="http://schemas.openxmlformats.org/drawingml/2006/main" noGrp="1"/>
          </p:cNvSpPr>
          <p:nvPr/>
        </p:nvSpPr>
        <p:spPr>
          <a:xfrm xmlns:a="http://schemas.openxmlformats.org/drawingml/2006/main">
            <a:off x="166191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Rectangle 36">
            <a:extLst xmlns:a="http://schemas.openxmlformats.org/drawingml/2006/main">
              <a:ext uri="{FF2B5EF4-FFF2-40B4-BE49-F238E27FC236}">
                <a16:creationId xmlns:a16="http://schemas.microsoft.com/office/drawing/2014/main" id="{BABCCDE0-3245-45B4-97D7-561E869A85CB}"/>
              </a:ext>
            </a:extLst>
          </p:cNvPr>
          <p:cNvSpPr>
            <a:spLocks xmlns:a="http://schemas.openxmlformats.org/drawingml/2006/main" noGrp="1"/>
          </p:cNvSpPr>
          <p:nvPr/>
        </p:nvSpPr>
        <p:spPr>
          <a:xfrm xmlns:a="http://schemas.openxmlformats.org/drawingml/2006/main">
            <a:off x="201267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Rectangle 37">
            <a:extLst xmlns:a="http://schemas.openxmlformats.org/drawingml/2006/main">
              <a:ext uri="{FF2B5EF4-FFF2-40B4-BE49-F238E27FC236}">
                <a16:creationId xmlns:a16="http://schemas.microsoft.com/office/drawing/2014/main" id="{83DE9823-7C1F-4524-9F97-D71C0AD65219}"/>
              </a:ext>
            </a:extLst>
          </p:cNvPr>
          <p:cNvSpPr>
            <a:spLocks xmlns:a="http://schemas.openxmlformats.org/drawingml/2006/main" noGrp="1"/>
          </p:cNvSpPr>
          <p:nvPr/>
        </p:nvSpPr>
        <p:spPr>
          <a:xfrm xmlns:a="http://schemas.openxmlformats.org/drawingml/2006/main">
            <a:off x="236344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Rectangle 38">
            <a:extLst xmlns:a="http://schemas.openxmlformats.org/drawingml/2006/main">
              <a:ext uri="{FF2B5EF4-FFF2-40B4-BE49-F238E27FC236}">
                <a16:creationId xmlns:a16="http://schemas.microsoft.com/office/drawing/2014/main" id="{10673E5C-F108-435C-912F-D452E49B864D}"/>
              </a:ext>
            </a:extLst>
          </p:cNvPr>
          <p:cNvSpPr>
            <a:spLocks xmlns:a="http://schemas.openxmlformats.org/drawingml/2006/main" noGrp="1"/>
          </p:cNvSpPr>
          <p:nvPr/>
        </p:nvSpPr>
        <p:spPr>
          <a:xfrm xmlns:a="http://schemas.openxmlformats.org/drawingml/2006/main">
            <a:off x="271421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Rectangle 39">
            <a:extLst xmlns:a="http://schemas.openxmlformats.org/drawingml/2006/main">
              <a:ext uri="{FF2B5EF4-FFF2-40B4-BE49-F238E27FC236}">
                <a16:creationId xmlns:a16="http://schemas.microsoft.com/office/drawing/2014/main" id="{AC73DCB7-2174-4A6C-92B9-59B80B8D2563}"/>
              </a:ext>
            </a:extLst>
          </p:cNvPr>
          <p:cNvSpPr>
            <a:spLocks xmlns:a="http://schemas.openxmlformats.org/drawingml/2006/main" noGrp="1"/>
          </p:cNvSpPr>
          <p:nvPr/>
        </p:nvSpPr>
        <p:spPr>
          <a:xfrm xmlns:a="http://schemas.openxmlformats.org/drawingml/2006/main">
            <a:off x="306498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Rectangle 40">
            <a:extLst xmlns:a="http://schemas.openxmlformats.org/drawingml/2006/main">
              <a:ext uri="{FF2B5EF4-FFF2-40B4-BE49-F238E27FC236}">
                <a16:creationId xmlns:a16="http://schemas.microsoft.com/office/drawing/2014/main" id="{4E0B2BF7-EFE3-42DB-936B-6565DCD6CD23}"/>
              </a:ext>
            </a:extLst>
          </p:cNvPr>
          <p:cNvSpPr>
            <a:spLocks xmlns:a="http://schemas.openxmlformats.org/drawingml/2006/main" noGrp="1"/>
          </p:cNvSpPr>
          <p:nvPr/>
        </p:nvSpPr>
        <p:spPr>
          <a:xfrm xmlns:a="http://schemas.openxmlformats.org/drawingml/2006/main">
            <a:off x="341575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Rectangle 41">
            <a:extLst xmlns:a="http://schemas.openxmlformats.org/drawingml/2006/main">
              <a:ext uri="{FF2B5EF4-FFF2-40B4-BE49-F238E27FC236}">
                <a16:creationId xmlns:a16="http://schemas.microsoft.com/office/drawing/2014/main" id="{B8F52DFC-027F-49EB-8043-2DA80EBEE8EC}"/>
              </a:ext>
            </a:extLst>
          </p:cNvPr>
          <p:cNvSpPr>
            <a:spLocks xmlns:a="http://schemas.openxmlformats.org/drawingml/2006/main" noGrp="1"/>
          </p:cNvSpPr>
          <p:nvPr/>
        </p:nvSpPr>
        <p:spPr>
          <a:xfrm xmlns:a="http://schemas.openxmlformats.org/drawingml/2006/main">
            <a:off x="60960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Rectangle 42">
            <a:extLst xmlns:a="http://schemas.openxmlformats.org/drawingml/2006/main">
              <a:ext uri="{FF2B5EF4-FFF2-40B4-BE49-F238E27FC236}">
                <a16:creationId xmlns:a16="http://schemas.microsoft.com/office/drawing/2014/main" id="{1DD4F2A1-FE01-413B-AA6A-F187066CD089}"/>
              </a:ext>
            </a:extLst>
          </p:cNvPr>
          <p:cNvSpPr>
            <a:spLocks xmlns:a="http://schemas.openxmlformats.org/drawingml/2006/main" noGrp="1"/>
          </p:cNvSpPr>
          <p:nvPr/>
        </p:nvSpPr>
        <p:spPr>
          <a:xfrm xmlns:a="http://schemas.openxmlformats.org/drawingml/2006/main">
            <a:off x="9603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Rectangle 43">
            <a:extLst xmlns:a="http://schemas.openxmlformats.org/drawingml/2006/main">
              <a:ext uri="{FF2B5EF4-FFF2-40B4-BE49-F238E27FC236}">
                <a16:creationId xmlns:a16="http://schemas.microsoft.com/office/drawing/2014/main" id="{BF069680-4CE5-4742-B995-04D8E934C7B1}"/>
              </a:ext>
            </a:extLst>
          </p:cNvPr>
          <p:cNvSpPr>
            <a:spLocks xmlns:a="http://schemas.openxmlformats.org/drawingml/2006/main" noGrp="1"/>
          </p:cNvSpPr>
          <p:nvPr/>
        </p:nvSpPr>
        <p:spPr>
          <a:xfrm xmlns:a="http://schemas.openxmlformats.org/drawingml/2006/main">
            <a:off x="131114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Rectangle 44">
            <a:extLst xmlns:a="http://schemas.openxmlformats.org/drawingml/2006/main">
              <a:ext uri="{FF2B5EF4-FFF2-40B4-BE49-F238E27FC236}">
                <a16:creationId xmlns:a16="http://schemas.microsoft.com/office/drawing/2014/main" id="{5535F08E-5A9A-4F31-B095-A36211646C53}"/>
              </a:ext>
            </a:extLst>
          </p:cNvPr>
          <p:cNvSpPr>
            <a:spLocks xmlns:a="http://schemas.openxmlformats.org/drawingml/2006/main" noGrp="1"/>
          </p:cNvSpPr>
          <p:nvPr/>
        </p:nvSpPr>
        <p:spPr>
          <a:xfrm xmlns:a="http://schemas.openxmlformats.org/drawingml/2006/main">
            <a:off x="166191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Rectangle 45">
            <a:extLst xmlns:a="http://schemas.openxmlformats.org/drawingml/2006/main">
              <a:ext uri="{FF2B5EF4-FFF2-40B4-BE49-F238E27FC236}">
                <a16:creationId xmlns:a16="http://schemas.microsoft.com/office/drawing/2014/main" id="{EA3FD641-1BBA-4CD8-9F82-DDC53723812A}"/>
              </a:ext>
            </a:extLst>
          </p:cNvPr>
          <p:cNvSpPr>
            <a:spLocks xmlns:a="http://schemas.openxmlformats.org/drawingml/2006/main" noGrp="1"/>
          </p:cNvSpPr>
          <p:nvPr/>
        </p:nvSpPr>
        <p:spPr>
          <a:xfrm xmlns:a="http://schemas.openxmlformats.org/drawingml/2006/main">
            <a:off x="201267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Rectangle 46">
            <a:extLst xmlns:a="http://schemas.openxmlformats.org/drawingml/2006/main">
              <a:ext uri="{FF2B5EF4-FFF2-40B4-BE49-F238E27FC236}">
                <a16:creationId xmlns:a16="http://schemas.microsoft.com/office/drawing/2014/main" id="{F759E284-9C06-4A32-846F-E414EBF4911D}"/>
              </a:ext>
            </a:extLst>
          </p:cNvPr>
          <p:cNvSpPr>
            <a:spLocks xmlns:a="http://schemas.openxmlformats.org/drawingml/2006/main" noGrp="1"/>
          </p:cNvSpPr>
          <p:nvPr/>
        </p:nvSpPr>
        <p:spPr>
          <a:xfrm xmlns:a="http://schemas.openxmlformats.org/drawingml/2006/main">
            <a:off x="236344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Rectangle 47">
            <a:extLst xmlns:a="http://schemas.openxmlformats.org/drawingml/2006/main">
              <a:ext uri="{FF2B5EF4-FFF2-40B4-BE49-F238E27FC236}">
                <a16:creationId xmlns:a16="http://schemas.microsoft.com/office/drawing/2014/main" id="{250D2568-C773-4BD2-AEEA-0C95E7FD08CB}"/>
              </a:ext>
            </a:extLst>
          </p:cNvPr>
          <p:cNvSpPr>
            <a:spLocks xmlns:a="http://schemas.openxmlformats.org/drawingml/2006/main" noGrp="1"/>
          </p:cNvSpPr>
          <p:nvPr/>
        </p:nvSpPr>
        <p:spPr>
          <a:xfrm xmlns:a="http://schemas.openxmlformats.org/drawingml/2006/main">
            <a:off x="271421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Rectangle 48">
            <a:extLst xmlns:a="http://schemas.openxmlformats.org/drawingml/2006/main">
              <a:ext uri="{FF2B5EF4-FFF2-40B4-BE49-F238E27FC236}">
                <a16:creationId xmlns:a16="http://schemas.microsoft.com/office/drawing/2014/main" id="{A7AEAD5B-4A2D-4B3A-A3D5-6EDCE5AAE11E}"/>
              </a:ext>
            </a:extLst>
          </p:cNvPr>
          <p:cNvSpPr>
            <a:spLocks xmlns:a="http://schemas.openxmlformats.org/drawingml/2006/main" noGrp="1"/>
          </p:cNvSpPr>
          <p:nvPr/>
        </p:nvSpPr>
        <p:spPr>
          <a:xfrm xmlns:a="http://schemas.openxmlformats.org/drawingml/2006/main">
            <a:off x="306498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Rectangle 49">
            <a:extLst xmlns:a="http://schemas.openxmlformats.org/drawingml/2006/main">
              <a:ext uri="{FF2B5EF4-FFF2-40B4-BE49-F238E27FC236}">
                <a16:creationId xmlns:a16="http://schemas.microsoft.com/office/drawing/2014/main" id="{E076C0DF-EF47-4D5D-BB10-BBE8B789994B}"/>
              </a:ext>
            </a:extLst>
          </p:cNvPr>
          <p:cNvSpPr>
            <a:spLocks xmlns:a="http://schemas.openxmlformats.org/drawingml/2006/main" noGrp="1"/>
          </p:cNvSpPr>
          <p:nvPr/>
        </p:nvSpPr>
        <p:spPr>
          <a:xfrm xmlns:a="http://schemas.openxmlformats.org/drawingml/2006/main">
            <a:off x="341575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ectangle 50">
            <a:extLst xmlns:a="http://schemas.openxmlformats.org/drawingml/2006/main">
              <a:ext uri="{FF2B5EF4-FFF2-40B4-BE49-F238E27FC236}">
                <a16:creationId xmlns:a16="http://schemas.microsoft.com/office/drawing/2014/main" id="{11467CCF-E9D4-4309-AF3F-A7C092B079DE}"/>
              </a:ext>
            </a:extLst>
          </p:cNvPr>
          <p:cNvSpPr>
            <a:spLocks xmlns:a="http://schemas.openxmlformats.org/drawingml/2006/main" noGrp="1"/>
          </p:cNvSpPr>
          <p:nvPr/>
        </p:nvSpPr>
        <p:spPr>
          <a:xfrm xmlns:a="http://schemas.openxmlformats.org/drawingml/2006/main">
            <a:off x="60960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Rectangle 51">
            <a:extLst xmlns:a="http://schemas.openxmlformats.org/drawingml/2006/main">
              <a:ext uri="{FF2B5EF4-FFF2-40B4-BE49-F238E27FC236}">
                <a16:creationId xmlns:a16="http://schemas.microsoft.com/office/drawing/2014/main" id="{22F04359-DF2A-4DEF-B044-C2B868CCA40B}"/>
              </a:ext>
            </a:extLst>
          </p:cNvPr>
          <p:cNvSpPr>
            <a:spLocks xmlns:a="http://schemas.openxmlformats.org/drawingml/2006/main" noGrp="1"/>
          </p:cNvSpPr>
          <p:nvPr/>
        </p:nvSpPr>
        <p:spPr>
          <a:xfrm xmlns:a="http://schemas.openxmlformats.org/drawingml/2006/main">
            <a:off x="9603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3" name="Rectangle 52">
            <a:extLst xmlns:a="http://schemas.openxmlformats.org/drawingml/2006/main">
              <a:ext uri="{FF2B5EF4-FFF2-40B4-BE49-F238E27FC236}">
                <a16:creationId xmlns:a16="http://schemas.microsoft.com/office/drawing/2014/main" id="{10E4B710-F3C0-4BEC-805D-6502FD1CEF42}"/>
              </a:ext>
            </a:extLst>
          </p:cNvPr>
          <p:cNvSpPr>
            <a:spLocks xmlns:a="http://schemas.openxmlformats.org/drawingml/2006/main" noGrp="1"/>
          </p:cNvSpPr>
          <p:nvPr/>
        </p:nvSpPr>
        <p:spPr>
          <a:xfrm xmlns:a="http://schemas.openxmlformats.org/drawingml/2006/main">
            <a:off x="131114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Rectangle 53">
            <a:extLst xmlns:a="http://schemas.openxmlformats.org/drawingml/2006/main">
              <a:ext uri="{FF2B5EF4-FFF2-40B4-BE49-F238E27FC236}">
                <a16:creationId xmlns:a16="http://schemas.microsoft.com/office/drawing/2014/main" id="{3B1C1972-131C-4ACB-A597-09287C906677}"/>
              </a:ext>
            </a:extLst>
          </p:cNvPr>
          <p:cNvSpPr>
            <a:spLocks xmlns:a="http://schemas.openxmlformats.org/drawingml/2006/main" noGrp="1"/>
          </p:cNvSpPr>
          <p:nvPr/>
        </p:nvSpPr>
        <p:spPr>
          <a:xfrm xmlns:a="http://schemas.openxmlformats.org/drawingml/2006/main">
            <a:off x="166191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5" name="Rectangle 54">
            <a:extLst xmlns:a="http://schemas.openxmlformats.org/drawingml/2006/main">
              <a:ext uri="{FF2B5EF4-FFF2-40B4-BE49-F238E27FC236}">
                <a16:creationId xmlns:a16="http://schemas.microsoft.com/office/drawing/2014/main" id="{F7B1E525-4FE3-402B-8343-B604A9F62E77}"/>
              </a:ext>
            </a:extLst>
          </p:cNvPr>
          <p:cNvSpPr>
            <a:spLocks xmlns:a="http://schemas.openxmlformats.org/drawingml/2006/main" noGrp="1"/>
          </p:cNvSpPr>
          <p:nvPr/>
        </p:nvSpPr>
        <p:spPr>
          <a:xfrm xmlns:a="http://schemas.openxmlformats.org/drawingml/2006/main">
            <a:off x="201267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Rectangle 55">
            <a:extLst xmlns:a="http://schemas.openxmlformats.org/drawingml/2006/main">
              <a:ext uri="{FF2B5EF4-FFF2-40B4-BE49-F238E27FC236}">
                <a16:creationId xmlns:a16="http://schemas.microsoft.com/office/drawing/2014/main" id="{C418F702-7E24-47A7-A770-84C5C6D76AA2}"/>
              </a:ext>
            </a:extLst>
          </p:cNvPr>
          <p:cNvSpPr>
            <a:spLocks xmlns:a="http://schemas.openxmlformats.org/drawingml/2006/main" noGrp="1"/>
          </p:cNvSpPr>
          <p:nvPr/>
        </p:nvSpPr>
        <p:spPr>
          <a:xfrm xmlns:a="http://schemas.openxmlformats.org/drawingml/2006/main">
            <a:off x="236344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7" name="Rectangle 56">
            <a:extLst xmlns:a="http://schemas.openxmlformats.org/drawingml/2006/main">
              <a:ext uri="{FF2B5EF4-FFF2-40B4-BE49-F238E27FC236}">
                <a16:creationId xmlns:a16="http://schemas.microsoft.com/office/drawing/2014/main" id="{DE511698-3586-4363-A6D4-786996DCFC13}"/>
              </a:ext>
            </a:extLst>
          </p:cNvPr>
          <p:cNvSpPr>
            <a:spLocks xmlns:a="http://schemas.openxmlformats.org/drawingml/2006/main" noGrp="1"/>
          </p:cNvSpPr>
          <p:nvPr/>
        </p:nvSpPr>
        <p:spPr>
          <a:xfrm xmlns:a="http://schemas.openxmlformats.org/drawingml/2006/main">
            <a:off x="271421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Rectangle 57">
            <a:extLst xmlns:a="http://schemas.openxmlformats.org/drawingml/2006/main">
              <a:ext uri="{FF2B5EF4-FFF2-40B4-BE49-F238E27FC236}">
                <a16:creationId xmlns:a16="http://schemas.microsoft.com/office/drawing/2014/main" id="{8C5B79D3-B0AF-408C-9877-2A80F65F5F77}"/>
              </a:ext>
            </a:extLst>
          </p:cNvPr>
          <p:cNvSpPr>
            <a:spLocks xmlns:a="http://schemas.openxmlformats.org/drawingml/2006/main" noGrp="1"/>
          </p:cNvSpPr>
          <p:nvPr/>
        </p:nvSpPr>
        <p:spPr>
          <a:xfrm xmlns:a="http://schemas.openxmlformats.org/drawingml/2006/main">
            <a:off x="306498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9" name="Rectangle 58">
            <a:extLst xmlns:a="http://schemas.openxmlformats.org/drawingml/2006/main">
              <a:ext uri="{FF2B5EF4-FFF2-40B4-BE49-F238E27FC236}">
                <a16:creationId xmlns:a16="http://schemas.microsoft.com/office/drawing/2014/main" id="{5E616251-F180-4F26-81DA-EB2B537B9A66}"/>
              </a:ext>
            </a:extLst>
          </p:cNvPr>
          <p:cNvSpPr>
            <a:spLocks xmlns:a="http://schemas.openxmlformats.org/drawingml/2006/main" noGrp="1"/>
          </p:cNvSpPr>
          <p:nvPr/>
        </p:nvSpPr>
        <p:spPr>
          <a:xfrm xmlns:a="http://schemas.openxmlformats.org/drawingml/2006/main">
            <a:off x="341575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0" name="TextBox 59">
            <a:extLst xmlns:a="http://schemas.openxmlformats.org/drawingml/2006/main">
              <a:ext uri="{FF2B5EF4-FFF2-40B4-BE49-F238E27FC236}">
                <a16:creationId xmlns:a16="http://schemas.microsoft.com/office/drawing/2014/main" id="{E262C5B5-2D2D-4D23-907C-89F736255B04}"/>
              </a:ext>
            </a:extLst>
          </p:cNvPr>
          <p:cNvSpPr>
            <a:spLocks xmlns:a="http://schemas.openxmlformats.org/drawingml/2006/main" noGrp="1"/>
          </p:cNvSpPr>
          <p:nvPr/>
        </p:nvSpPr>
        <p:spPr>
          <a:xfrm xmlns:a="http://schemas.openxmlformats.org/drawingml/2006/main">
            <a:off x="609600"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61" name="TextBox 60">
            <a:extLst xmlns:a="http://schemas.openxmlformats.org/drawingml/2006/main">
              <a:ext uri="{FF2B5EF4-FFF2-40B4-BE49-F238E27FC236}">
                <a16:creationId xmlns:a16="http://schemas.microsoft.com/office/drawing/2014/main" id="{9AFF36AC-F82C-4C60-8902-559E03C64479}"/>
              </a:ext>
            </a:extLst>
          </p:cNvPr>
          <p:cNvSpPr>
            <a:spLocks xmlns:a="http://schemas.openxmlformats.org/drawingml/2006/main" noGrp="1"/>
          </p:cNvSpPr>
          <p:nvPr/>
        </p:nvSpPr>
        <p:spPr>
          <a:xfrm xmlns:a="http://schemas.openxmlformats.org/drawingml/2006/main">
            <a:off x="4387121"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B 色块</a:t>
            </a:r>
          </a:p>
        </p:txBody>
      </p:sp>
      <p:sp>
        <p:nvSpPr>
          <p:cNvPr id="62" name="Rectangle 61">
            <a:extLst xmlns:a="http://schemas.openxmlformats.org/drawingml/2006/main">
              <a:ext uri="{FF2B5EF4-FFF2-40B4-BE49-F238E27FC236}">
                <a16:creationId xmlns:a16="http://schemas.microsoft.com/office/drawing/2014/main" id="{78419A58-CE21-4654-87EF-3AF15A6BB2CD}"/>
              </a:ext>
            </a:extLst>
          </p:cNvPr>
          <p:cNvSpPr>
            <a:spLocks xmlns:a="http://schemas.openxmlformats.org/drawingml/2006/main" noGrp="1"/>
          </p:cNvSpPr>
          <p:nvPr/>
        </p:nvSpPr>
        <p:spPr>
          <a:xfrm xmlns:a="http://schemas.openxmlformats.org/drawingml/2006/main">
            <a:off x="438712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3" name="Rectangle 62">
            <a:extLst xmlns:a="http://schemas.openxmlformats.org/drawingml/2006/main">
              <a:ext uri="{FF2B5EF4-FFF2-40B4-BE49-F238E27FC236}">
                <a16:creationId xmlns:a16="http://schemas.microsoft.com/office/drawing/2014/main" id="{FD0548CF-A44F-4139-B6CF-75A31E9F1F80}"/>
              </a:ext>
            </a:extLst>
          </p:cNvPr>
          <p:cNvSpPr>
            <a:spLocks xmlns:a="http://schemas.openxmlformats.org/drawingml/2006/main" noGrp="1"/>
          </p:cNvSpPr>
          <p:nvPr/>
        </p:nvSpPr>
        <p:spPr>
          <a:xfrm xmlns:a="http://schemas.openxmlformats.org/drawingml/2006/main">
            <a:off x="473789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4" name="Rectangle 63">
            <a:extLst xmlns:a="http://schemas.openxmlformats.org/drawingml/2006/main">
              <a:ext uri="{FF2B5EF4-FFF2-40B4-BE49-F238E27FC236}">
                <a16:creationId xmlns:a16="http://schemas.microsoft.com/office/drawing/2014/main" id="{892D91D5-997A-4338-AB77-F3B3F3251C9C}"/>
              </a:ext>
            </a:extLst>
          </p:cNvPr>
          <p:cNvSpPr>
            <a:spLocks xmlns:a="http://schemas.openxmlformats.org/drawingml/2006/main" noGrp="1"/>
          </p:cNvSpPr>
          <p:nvPr/>
        </p:nvSpPr>
        <p:spPr>
          <a:xfrm xmlns:a="http://schemas.openxmlformats.org/drawingml/2006/main">
            <a:off x="508866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5" name="Rectangle 64">
            <a:extLst xmlns:a="http://schemas.openxmlformats.org/drawingml/2006/main">
              <a:ext uri="{FF2B5EF4-FFF2-40B4-BE49-F238E27FC236}">
                <a16:creationId xmlns:a16="http://schemas.microsoft.com/office/drawing/2014/main" id="{BEE9C73F-73DA-41F3-AF49-192C0A27F2DC}"/>
              </a:ext>
            </a:extLst>
          </p:cNvPr>
          <p:cNvSpPr>
            <a:spLocks xmlns:a="http://schemas.openxmlformats.org/drawingml/2006/main" noGrp="1"/>
          </p:cNvSpPr>
          <p:nvPr/>
        </p:nvSpPr>
        <p:spPr>
          <a:xfrm xmlns:a="http://schemas.openxmlformats.org/drawingml/2006/main">
            <a:off x="54394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6" name="Rectangle 65">
            <a:extLst xmlns:a="http://schemas.openxmlformats.org/drawingml/2006/main">
              <a:ext uri="{FF2B5EF4-FFF2-40B4-BE49-F238E27FC236}">
                <a16:creationId xmlns:a16="http://schemas.microsoft.com/office/drawing/2014/main" id="{8C68A872-DA6D-43CC-9054-8B5F5ADD5106}"/>
              </a:ext>
            </a:extLst>
          </p:cNvPr>
          <p:cNvSpPr>
            <a:spLocks xmlns:a="http://schemas.openxmlformats.org/drawingml/2006/main" noGrp="1"/>
          </p:cNvSpPr>
          <p:nvPr/>
        </p:nvSpPr>
        <p:spPr>
          <a:xfrm xmlns:a="http://schemas.openxmlformats.org/drawingml/2006/main">
            <a:off x="579020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7" name="Rectangle 66">
            <a:extLst xmlns:a="http://schemas.openxmlformats.org/drawingml/2006/main">
              <a:ext uri="{FF2B5EF4-FFF2-40B4-BE49-F238E27FC236}">
                <a16:creationId xmlns:a16="http://schemas.microsoft.com/office/drawing/2014/main" id="{FBCD8340-AFC9-4937-8DF8-67C081790667}"/>
              </a:ext>
            </a:extLst>
          </p:cNvPr>
          <p:cNvSpPr>
            <a:spLocks xmlns:a="http://schemas.openxmlformats.org/drawingml/2006/main" noGrp="1"/>
          </p:cNvSpPr>
          <p:nvPr/>
        </p:nvSpPr>
        <p:spPr>
          <a:xfrm xmlns:a="http://schemas.openxmlformats.org/drawingml/2006/main">
            <a:off x="6140970"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8" name="Rectangle 67">
            <a:extLst xmlns:a="http://schemas.openxmlformats.org/drawingml/2006/main">
              <a:ext uri="{FF2B5EF4-FFF2-40B4-BE49-F238E27FC236}">
                <a16:creationId xmlns:a16="http://schemas.microsoft.com/office/drawing/2014/main" id="{53998C9A-544E-4C80-B8BC-DC6421BFE15F}"/>
              </a:ext>
            </a:extLst>
          </p:cNvPr>
          <p:cNvSpPr>
            <a:spLocks xmlns:a="http://schemas.openxmlformats.org/drawingml/2006/main" noGrp="1"/>
          </p:cNvSpPr>
          <p:nvPr/>
        </p:nvSpPr>
        <p:spPr>
          <a:xfrm xmlns:a="http://schemas.openxmlformats.org/drawingml/2006/main">
            <a:off x="64917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9" name="Rectangle 68">
            <a:extLst xmlns:a="http://schemas.openxmlformats.org/drawingml/2006/main">
              <a:ext uri="{FF2B5EF4-FFF2-40B4-BE49-F238E27FC236}">
                <a16:creationId xmlns:a16="http://schemas.microsoft.com/office/drawing/2014/main" id="{F122F33D-1C2B-461F-9D9C-95054D40C18D}"/>
              </a:ext>
            </a:extLst>
          </p:cNvPr>
          <p:cNvSpPr>
            <a:spLocks xmlns:a="http://schemas.openxmlformats.org/drawingml/2006/main" noGrp="1"/>
          </p:cNvSpPr>
          <p:nvPr/>
        </p:nvSpPr>
        <p:spPr>
          <a:xfrm xmlns:a="http://schemas.openxmlformats.org/drawingml/2006/main">
            <a:off x="684250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0" name="Rectangle 69">
            <a:extLst xmlns:a="http://schemas.openxmlformats.org/drawingml/2006/main">
              <a:ext uri="{FF2B5EF4-FFF2-40B4-BE49-F238E27FC236}">
                <a16:creationId xmlns:a16="http://schemas.microsoft.com/office/drawing/2014/main" id="{B57AA449-9F9D-45A1-B754-C020A86CE305}"/>
              </a:ext>
            </a:extLst>
          </p:cNvPr>
          <p:cNvSpPr>
            <a:spLocks xmlns:a="http://schemas.openxmlformats.org/drawingml/2006/main" noGrp="1"/>
          </p:cNvSpPr>
          <p:nvPr/>
        </p:nvSpPr>
        <p:spPr>
          <a:xfrm xmlns:a="http://schemas.openxmlformats.org/drawingml/2006/main">
            <a:off x="719328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1" name="Rectangle 70">
            <a:extLst xmlns:a="http://schemas.openxmlformats.org/drawingml/2006/main">
              <a:ext uri="{FF2B5EF4-FFF2-40B4-BE49-F238E27FC236}">
                <a16:creationId xmlns:a16="http://schemas.microsoft.com/office/drawing/2014/main" id="{103A4C0C-18E0-4C2E-AB38-04AEED15B84A}"/>
              </a:ext>
            </a:extLst>
          </p:cNvPr>
          <p:cNvSpPr>
            <a:spLocks xmlns:a="http://schemas.openxmlformats.org/drawingml/2006/main" noGrp="1"/>
          </p:cNvSpPr>
          <p:nvPr/>
        </p:nvSpPr>
        <p:spPr>
          <a:xfrm xmlns:a="http://schemas.openxmlformats.org/drawingml/2006/main">
            <a:off x="438712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2" name="Rectangle 71">
            <a:extLst xmlns:a="http://schemas.openxmlformats.org/drawingml/2006/main">
              <a:ext uri="{FF2B5EF4-FFF2-40B4-BE49-F238E27FC236}">
                <a16:creationId xmlns:a16="http://schemas.microsoft.com/office/drawing/2014/main" id="{D88CDDBF-835C-4B5A-8691-F88A75B8A16D}"/>
              </a:ext>
            </a:extLst>
          </p:cNvPr>
          <p:cNvSpPr>
            <a:spLocks xmlns:a="http://schemas.openxmlformats.org/drawingml/2006/main" noGrp="1"/>
          </p:cNvSpPr>
          <p:nvPr/>
        </p:nvSpPr>
        <p:spPr>
          <a:xfrm xmlns:a="http://schemas.openxmlformats.org/drawingml/2006/main">
            <a:off x="473789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3" name="Rectangle 72">
            <a:extLst xmlns:a="http://schemas.openxmlformats.org/drawingml/2006/main">
              <a:ext uri="{FF2B5EF4-FFF2-40B4-BE49-F238E27FC236}">
                <a16:creationId xmlns:a16="http://schemas.microsoft.com/office/drawing/2014/main" id="{34233655-2159-48D6-B9E0-5AED87A2D468}"/>
              </a:ext>
            </a:extLst>
          </p:cNvPr>
          <p:cNvSpPr>
            <a:spLocks xmlns:a="http://schemas.openxmlformats.org/drawingml/2006/main" noGrp="1"/>
          </p:cNvSpPr>
          <p:nvPr/>
        </p:nvSpPr>
        <p:spPr>
          <a:xfrm xmlns:a="http://schemas.openxmlformats.org/drawingml/2006/main">
            <a:off x="508866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4" name="Rectangle 73">
            <a:extLst xmlns:a="http://schemas.openxmlformats.org/drawingml/2006/main">
              <a:ext uri="{FF2B5EF4-FFF2-40B4-BE49-F238E27FC236}">
                <a16:creationId xmlns:a16="http://schemas.microsoft.com/office/drawing/2014/main" id="{87537E25-A9D6-401F-AB89-23AE563301C7}"/>
              </a:ext>
            </a:extLst>
          </p:cNvPr>
          <p:cNvSpPr>
            <a:spLocks xmlns:a="http://schemas.openxmlformats.org/drawingml/2006/main" noGrp="1"/>
          </p:cNvSpPr>
          <p:nvPr/>
        </p:nvSpPr>
        <p:spPr>
          <a:xfrm xmlns:a="http://schemas.openxmlformats.org/drawingml/2006/main">
            <a:off x="54394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5" name="Rectangle 74">
            <a:extLst xmlns:a="http://schemas.openxmlformats.org/drawingml/2006/main">
              <a:ext uri="{FF2B5EF4-FFF2-40B4-BE49-F238E27FC236}">
                <a16:creationId xmlns:a16="http://schemas.microsoft.com/office/drawing/2014/main" id="{27A4310F-CC8A-446B-86E1-7A78BE01C42A}"/>
              </a:ext>
            </a:extLst>
          </p:cNvPr>
          <p:cNvSpPr>
            <a:spLocks xmlns:a="http://schemas.openxmlformats.org/drawingml/2006/main" noGrp="1"/>
          </p:cNvSpPr>
          <p:nvPr/>
        </p:nvSpPr>
        <p:spPr>
          <a:xfrm xmlns:a="http://schemas.openxmlformats.org/drawingml/2006/main">
            <a:off x="57902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6" name="Rectangle 75">
            <a:extLst xmlns:a="http://schemas.openxmlformats.org/drawingml/2006/main">
              <a:ext uri="{FF2B5EF4-FFF2-40B4-BE49-F238E27FC236}">
                <a16:creationId xmlns:a16="http://schemas.microsoft.com/office/drawing/2014/main" id="{F8017FD5-FA1B-45FD-BC6F-AAB93B569B83}"/>
              </a:ext>
            </a:extLst>
          </p:cNvPr>
          <p:cNvSpPr>
            <a:spLocks xmlns:a="http://schemas.openxmlformats.org/drawingml/2006/main" noGrp="1"/>
          </p:cNvSpPr>
          <p:nvPr/>
        </p:nvSpPr>
        <p:spPr>
          <a:xfrm xmlns:a="http://schemas.openxmlformats.org/drawingml/2006/main">
            <a:off x="6140970"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7" name="Rectangle 76">
            <a:extLst xmlns:a="http://schemas.openxmlformats.org/drawingml/2006/main">
              <a:ext uri="{FF2B5EF4-FFF2-40B4-BE49-F238E27FC236}">
                <a16:creationId xmlns:a16="http://schemas.microsoft.com/office/drawing/2014/main" id="{7E3AEBE8-871A-4AED-92A6-3C55E391EA4E}"/>
              </a:ext>
            </a:extLst>
          </p:cNvPr>
          <p:cNvSpPr>
            <a:spLocks xmlns:a="http://schemas.openxmlformats.org/drawingml/2006/main" noGrp="1"/>
          </p:cNvSpPr>
          <p:nvPr/>
        </p:nvSpPr>
        <p:spPr>
          <a:xfrm xmlns:a="http://schemas.openxmlformats.org/drawingml/2006/main">
            <a:off x="64917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8" name="Rectangle 77">
            <a:extLst xmlns:a="http://schemas.openxmlformats.org/drawingml/2006/main">
              <a:ext uri="{FF2B5EF4-FFF2-40B4-BE49-F238E27FC236}">
                <a16:creationId xmlns:a16="http://schemas.microsoft.com/office/drawing/2014/main" id="{3FD46FC9-B022-42F1-9C44-A87D89D3901F}"/>
              </a:ext>
            </a:extLst>
          </p:cNvPr>
          <p:cNvSpPr>
            <a:spLocks xmlns:a="http://schemas.openxmlformats.org/drawingml/2006/main" noGrp="1"/>
          </p:cNvSpPr>
          <p:nvPr/>
        </p:nvSpPr>
        <p:spPr>
          <a:xfrm xmlns:a="http://schemas.openxmlformats.org/drawingml/2006/main">
            <a:off x="684250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9" name="Rectangle 78">
            <a:extLst xmlns:a="http://schemas.openxmlformats.org/drawingml/2006/main">
              <a:ext uri="{FF2B5EF4-FFF2-40B4-BE49-F238E27FC236}">
                <a16:creationId xmlns:a16="http://schemas.microsoft.com/office/drawing/2014/main" id="{C74C3617-8447-416C-A417-554C122ECFF1}"/>
              </a:ext>
            </a:extLst>
          </p:cNvPr>
          <p:cNvSpPr>
            <a:spLocks xmlns:a="http://schemas.openxmlformats.org/drawingml/2006/main" noGrp="1"/>
          </p:cNvSpPr>
          <p:nvPr/>
        </p:nvSpPr>
        <p:spPr>
          <a:xfrm xmlns:a="http://schemas.openxmlformats.org/drawingml/2006/main">
            <a:off x="719328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0" name="Rectangle 79">
            <a:extLst xmlns:a="http://schemas.openxmlformats.org/drawingml/2006/main">
              <a:ext uri="{FF2B5EF4-FFF2-40B4-BE49-F238E27FC236}">
                <a16:creationId xmlns:a16="http://schemas.microsoft.com/office/drawing/2014/main" id="{276A2B47-9DBB-44A1-976C-D0BAF0DA3649}"/>
              </a:ext>
            </a:extLst>
          </p:cNvPr>
          <p:cNvSpPr>
            <a:spLocks xmlns:a="http://schemas.openxmlformats.org/drawingml/2006/main" noGrp="1"/>
          </p:cNvSpPr>
          <p:nvPr/>
        </p:nvSpPr>
        <p:spPr>
          <a:xfrm xmlns:a="http://schemas.openxmlformats.org/drawingml/2006/main">
            <a:off x="438712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1" name="Rectangle 80">
            <a:extLst xmlns:a="http://schemas.openxmlformats.org/drawingml/2006/main">
              <a:ext uri="{FF2B5EF4-FFF2-40B4-BE49-F238E27FC236}">
                <a16:creationId xmlns:a16="http://schemas.microsoft.com/office/drawing/2014/main" id="{7E2512B9-FAEF-4258-BF4E-F095348A29F9}"/>
              </a:ext>
            </a:extLst>
          </p:cNvPr>
          <p:cNvSpPr>
            <a:spLocks xmlns:a="http://schemas.openxmlformats.org/drawingml/2006/main" noGrp="1"/>
          </p:cNvSpPr>
          <p:nvPr/>
        </p:nvSpPr>
        <p:spPr>
          <a:xfrm xmlns:a="http://schemas.openxmlformats.org/drawingml/2006/main">
            <a:off x="473789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2" name="Rectangle 81">
            <a:extLst xmlns:a="http://schemas.openxmlformats.org/drawingml/2006/main">
              <a:ext uri="{FF2B5EF4-FFF2-40B4-BE49-F238E27FC236}">
                <a16:creationId xmlns:a16="http://schemas.microsoft.com/office/drawing/2014/main" id="{26DF2F7F-8174-4AF6-9D4C-644A2055E897}"/>
              </a:ext>
            </a:extLst>
          </p:cNvPr>
          <p:cNvSpPr>
            <a:spLocks xmlns:a="http://schemas.openxmlformats.org/drawingml/2006/main" noGrp="1"/>
          </p:cNvSpPr>
          <p:nvPr/>
        </p:nvSpPr>
        <p:spPr>
          <a:xfrm xmlns:a="http://schemas.openxmlformats.org/drawingml/2006/main">
            <a:off x="508866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3" name="Rectangle 82">
            <a:extLst xmlns:a="http://schemas.openxmlformats.org/drawingml/2006/main">
              <a:ext uri="{FF2B5EF4-FFF2-40B4-BE49-F238E27FC236}">
                <a16:creationId xmlns:a16="http://schemas.microsoft.com/office/drawing/2014/main" id="{1E7F301C-51C9-461A-BDCF-25F5D2AC4EFB}"/>
              </a:ext>
            </a:extLst>
          </p:cNvPr>
          <p:cNvSpPr>
            <a:spLocks xmlns:a="http://schemas.openxmlformats.org/drawingml/2006/main" noGrp="1"/>
          </p:cNvSpPr>
          <p:nvPr/>
        </p:nvSpPr>
        <p:spPr>
          <a:xfrm xmlns:a="http://schemas.openxmlformats.org/drawingml/2006/main">
            <a:off x="54394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 name="Rectangle 83">
            <a:extLst xmlns:a="http://schemas.openxmlformats.org/drawingml/2006/main">
              <a:ext uri="{FF2B5EF4-FFF2-40B4-BE49-F238E27FC236}">
                <a16:creationId xmlns:a16="http://schemas.microsoft.com/office/drawing/2014/main" id="{83960F3D-2BDF-40B0-BBE3-8FBA15C19556}"/>
              </a:ext>
            </a:extLst>
          </p:cNvPr>
          <p:cNvSpPr>
            <a:spLocks xmlns:a="http://schemas.openxmlformats.org/drawingml/2006/main" noGrp="1"/>
          </p:cNvSpPr>
          <p:nvPr/>
        </p:nvSpPr>
        <p:spPr>
          <a:xfrm xmlns:a="http://schemas.openxmlformats.org/drawingml/2006/main">
            <a:off x="57902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 name="Rectangle 84">
            <a:extLst xmlns:a="http://schemas.openxmlformats.org/drawingml/2006/main">
              <a:ext uri="{FF2B5EF4-FFF2-40B4-BE49-F238E27FC236}">
                <a16:creationId xmlns:a16="http://schemas.microsoft.com/office/drawing/2014/main" id="{1DD77EED-39EC-41E2-A1C2-377D624E7C62}"/>
              </a:ext>
            </a:extLst>
          </p:cNvPr>
          <p:cNvSpPr>
            <a:spLocks xmlns:a="http://schemas.openxmlformats.org/drawingml/2006/main" noGrp="1"/>
          </p:cNvSpPr>
          <p:nvPr/>
        </p:nvSpPr>
        <p:spPr>
          <a:xfrm xmlns:a="http://schemas.openxmlformats.org/drawingml/2006/main">
            <a:off x="6140970"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6" name="Rectangle 85">
            <a:extLst xmlns:a="http://schemas.openxmlformats.org/drawingml/2006/main">
              <a:ext uri="{FF2B5EF4-FFF2-40B4-BE49-F238E27FC236}">
                <a16:creationId xmlns:a16="http://schemas.microsoft.com/office/drawing/2014/main" id="{C24DC8CD-19CE-4F70-A6CD-9FBE24A08A86}"/>
              </a:ext>
            </a:extLst>
          </p:cNvPr>
          <p:cNvSpPr>
            <a:spLocks xmlns:a="http://schemas.openxmlformats.org/drawingml/2006/main" noGrp="1"/>
          </p:cNvSpPr>
          <p:nvPr/>
        </p:nvSpPr>
        <p:spPr>
          <a:xfrm xmlns:a="http://schemas.openxmlformats.org/drawingml/2006/main">
            <a:off x="64917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7" name="Rectangle 86">
            <a:extLst xmlns:a="http://schemas.openxmlformats.org/drawingml/2006/main">
              <a:ext uri="{FF2B5EF4-FFF2-40B4-BE49-F238E27FC236}">
                <a16:creationId xmlns:a16="http://schemas.microsoft.com/office/drawing/2014/main" id="{59B16CE4-0390-43D2-B514-A7D01F6A462B}"/>
              </a:ext>
            </a:extLst>
          </p:cNvPr>
          <p:cNvSpPr>
            <a:spLocks xmlns:a="http://schemas.openxmlformats.org/drawingml/2006/main" noGrp="1"/>
          </p:cNvSpPr>
          <p:nvPr/>
        </p:nvSpPr>
        <p:spPr>
          <a:xfrm xmlns:a="http://schemas.openxmlformats.org/drawingml/2006/main">
            <a:off x="684250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8" name="Rectangle 87">
            <a:extLst xmlns:a="http://schemas.openxmlformats.org/drawingml/2006/main">
              <a:ext uri="{FF2B5EF4-FFF2-40B4-BE49-F238E27FC236}">
                <a16:creationId xmlns:a16="http://schemas.microsoft.com/office/drawing/2014/main" id="{FF0AC46E-F98D-4A8D-BF84-16C7B06615DD}"/>
              </a:ext>
            </a:extLst>
          </p:cNvPr>
          <p:cNvSpPr>
            <a:spLocks xmlns:a="http://schemas.openxmlformats.org/drawingml/2006/main" noGrp="1"/>
          </p:cNvSpPr>
          <p:nvPr/>
        </p:nvSpPr>
        <p:spPr>
          <a:xfrm xmlns:a="http://schemas.openxmlformats.org/drawingml/2006/main">
            <a:off x="719328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9" name="Rectangle 88">
            <a:extLst xmlns:a="http://schemas.openxmlformats.org/drawingml/2006/main">
              <a:ext uri="{FF2B5EF4-FFF2-40B4-BE49-F238E27FC236}">
                <a16:creationId xmlns:a16="http://schemas.microsoft.com/office/drawing/2014/main" id="{191DECDB-888E-4542-BC3A-806C68654142}"/>
              </a:ext>
            </a:extLst>
          </p:cNvPr>
          <p:cNvSpPr>
            <a:spLocks xmlns:a="http://schemas.openxmlformats.org/drawingml/2006/main" noGrp="1"/>
          </p:cNvSpPr>
          <p:nvPr/>
        </p:nvSpPr>
        <p:spPr>
          <a:xfrm xmlns:a="http://schemas.openxmlformats.org/drawingml/2006/main">
            <a:off x="438712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0" name="Rectangle 89">
            <a:extLst xmlns:a="http://schemas.openxmlformats.org/drawingml/2006/main">
              <a:ext uri="{FF2B5EF4-FFF2-40B4-BE49-F238E27FC236}">
                <a16:creationId xmlns:a16="http://schemas.microsoft.com/office/drawing/2014/main" id="{DE146AC8-13F4-47BF-92A8-AE9822D80A59}"/>
              </a:ext>
            </a:extLst>
          </p:cNvPr>
          <p:cNvSpPr>
            <a:spLocks xmlns:a="http://schemas.openxmlformats.org/drawingml/2006/main" noGrp="1"/>
          </p:cNvSpPr>
          <p:nvPr/>
        </p:nvSpPr>
        <p:spPr>
          <a:xfrm xmlns:a="http://schemas.openxmlformats.org/drawingml/2006/main">
            <a:off x="473789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1" name="Rectangle 90">
            <a:extLst xmlns:a="http://schemas.openxmlformats.org/drawingml/2006/main">
              <a:ext uri="{FF2B5EF4-FFF2-40B4-BE49-F238E27FC236}">
                <a16:creationId xmlns:a16="http://schemas.microsoft.com/office/drawing/2014/main" id="{576D00F5-88A8-455D-AAC7-1C4929520068}"/>
              </a:ext>
            </a:extLst>
          </p:cNvPr>
          <p:cNvSpPr>
            <a:spLocks xmlns:a="http://schemas.openxmlformats.org/drawingml/2006/main" noGrp="1"/>
          </p:cNvSpPr>
          <p:nvPr/>
        </p:nvSpPr>
        <p:spPr>
          <a:xfrm xmlns:a="http://schemas.openxmlformats.org/drawingml/2006/main">
            <a:off x="508866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2" name="Rectangle 91">
            <a:extLst xmlns:a="http://schemas.openxmlformats.org/drawingml/2006/main">
              <a:ext uri="{FF2B5EF4-FFF2-40B4-BE49-F238E27FC236}">
                <a16:creationId xmlns:a16="http://schemas.microsoft.com/office/drawing/2014/main" id="{C5F9F1B1-7208-4D1A-9EFF-ACE6D36CC92A}"/>
              </a:ext>
            </a:extLst>
          </p:cNvPr>
          <p:cNvSpPr>
            <a:spLocks xmlns:a="http://schemas.openxmlformats.org/drawingml/2006/main" noGrp="1"/>
          </p:cNvSpPr>
          <p:nvPr/>
        </p:nvSpPr>
        <p:spPr>
          <a:xfrm xmlns:a="http://schemas.openxmlformats.org/drawingml/2006/main">
            <a:off x="54394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3" name="Rectangle 92">
            <a:extLst xmlns:a="http://schemas.openxmlformats.org/drawingml/2006/main">
              <a:ext uri="{FF2B5EF4-FFF2-40B4-BE49-F238E27FC236}">
                <a16:creationId xmlns:a16="http://schemas.microsoft.com/office/drawing/2014/main" id="{EE9EFE90-B1AB-4D9A-BB65-0E9177BBC1E1}"/>
              </a:ext>
            </a:extLst>
          </p:cNvPr>
          <p:cNvSpPr>
            <a:spLocks xmlns:a="http://schemas.openxmlformats.org/drawingml/2006/main" noGrp="1"/>
          </p:cNvSpPr>
          <p:nvPr/>
        </p:nvSpPr>
        <p:spPr>
          <a:xfrm xmlns:a="http://schemas.openxmlformats.org/drawingml/2006/main">
            <a:off x="579020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4" name="Rectangle 93">
            <a:extLst xmlns:a="http://schemas.openxmlformats.org/drawingml/2006/main">
              <a:ext uri="{FF2B5EF4-FFF2-40B4-BE49-F238E27FC236}">
                <a16:creationId xmlns:a16="http://schemas.microsoft.com/office/drawing/2014/main" id="{E5F9175E-B4F9-48A8-9164-AAC54DA266E6}"/>
              </a:ext>
            </a:extLst>
          </p:cNvPr>
          <p:cNvSpPr>
            <a:spLocks xmlns:a="http://schemas.openxmlformats.org/drawingml/2006/main" noGrp="1"/>
          </p:cNvSpPr>
          <p:nvPr/>
        </p:nvSpPr>
        <p:spPr>
          <a:xfrm xmlns:a="http://schemas.openxmlformats.org/drawingml/2006/main">
            <a:off x="61409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5" name="Rectangle 94">
            <a:extLst xmlns:a="http://schemas.openxmlformats.org/drawingml/2006/main">
              <a:ext uri="{FF2B5EF4-FFF2-40B4-BE49-F238E27FC236}">
                <a16:creationId xmlns:a16="http://schemas.microsoft.com/office/drawing/2014/main" id="{54E601CA-855A-42FB-8233-A189A3600640}"/>
              </a:ext>
            </a:extLst>
          </p:cNvPr>
          <p:cNvSpPr>
            <a:spLocks xmlns:a="http://schemas.openxmlformats.org/drawingml/2006/main" noGrp="1"/>
          </p:cNvSpPr>
          <p:nvPr/>
        </p:nvSpPr>
        <p:spPr>
          <a:xfrm xmlns:a="http://schemas.openxmlformats.org/drawingml/2006/main">
            <a:off x="649174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Rectangle 95">
            <a:extLst xmlns:a="http://schemas.openxmlformats.org/drawingml/2006/main">
              <a:ext uri="{FF2B5EF4-FFF2-40B4-BE49-F238E27FC236}">
                <a16:creationId xmlns:a16="http://schemas.microsoft.com/office/drawing/2014/main" id="{3296BBE7-984C-4D28-B79F-E4FC8FCB4607}"/>
              </a:ext>
            </a:extLst>
          </p:cNvPr>
          <p:cNvSpPr>
            <a:spLocks xmlns:a="http://schemas.openxmlformats.org/drawingml/2006/main" noGrp="1"/>
          </p:cNvSpPr>
          <p:nvPr/>
        </p:nvSpPr>
        <p:spPr>
          <a:xfrm xmlns:a="http://schemas.openxmlformats.org/drawingml/2006/main">
            <a:off x="6842509"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7" name="Rectangle 96">
            <a:extLst xmlns:a="http://schemas.openxmlformats.org/drawingml/2006/main">
              <a:ext uri="{FF2B5EF4-FFF2-40B4-BE49-F238E27FC236}">
                <a16:creationId xmlns:a16="http://schemas.microsoft.com/office/drawing/2014/main" id="{77B4B9C2-1E78-4F2A-85CB-9334CB0E5D30}"/>
              </a:ext>
            </a:extLst>
          </p:cNvPr>
          <p:cNvSpPr>
            <a:spLocks xmlns:a="http://schemas.openxmlformats.org/drawingml/2006/main" noGrp="1"/>
          </p:cNvSpPr>
          <p:nvPr/>
        </p:nvSpPr>
        <p:spPr>
          <a:xfrm xmlns:a="http://schemas.openxmlformats.org/drawingml/2006/main">
            <a:off x="719328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8" name="Rectangle 97">
            <a:extLst xmlns:a="http://schemas.openxmlformats.org/drawingml/2006/main">
              <a:ext uri="{FF2B5EF4-FFF2-40B4-BE49-F238E27FC236}">
                <a16:creationId xmlns:a16="http://schemas.microsoft.com/office/drawing/2014/main" id="{FDE5FCED-BFAF-4BF6-B06C-A7D8CC548A47}"/>
              </a:ext>
            </a:extLst>
          </p:cNvPr>
          <p:cNvSpPr>
            <a:spLocks xmlns:a="http://schemas.openxmlformats.org/drawingml/2006/main" noGrp="1"/>
          </p:cNvSpPr>
          <p:nvPr/>
        </p:nvSpPr>
        <p:spPr>
          <a:xfrm xmlns:a="http://schemas.openxmlformats.org/drawingml/2006/main">
            <a:off x="438712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9" name="Rectangle 98">
            <a:extLst xmlns:a="http://schemas.openxmlformats.org/drawingml/2006/main">
              <a:ext uri="{FF2B5EF4-FFF2-40B4-BE49-F238E27FC236}">
                <a16:creationId xmlns:a16="http://schemas.microsoft.com/office/drawing/2014/main" id="{BCBA86FA-DCE5-4617-8F2E-B987DF0A46A8}"/>
              </a:ext>
            </a:extLst>
          </p:cNvPr>
          <p:cNvSpPr>
            <a:spLocks xmlns:a="http://schemas.openxmlformats.org/drawingml/2006/main" noGrp="1"/>
          </p:cNvSpPr>
          <p:nvPr/>
        </p:nvSpPr>
        <p:spPr>
          <a:xfrm xmlns:a="http://schemas.openxmlformats.org/drawingml/2006/main">
            <a:off x="473789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0" name="Rectangle 99">
            <a:extLst xmlns:a="http://schemas.openxmlformats.org/drawingml/2006/main">
              <a:ext uri="{FF2B5EF4-FFF2-40B4-BE49-F238E27FC236}">
                <a16:creationId xmlns:a16="http://schemas.microsoft.com/office/drawing/2014/main" id="{FAEDFFAA-DA72-43D8-8BDB-1C821BF5B602}"/>
              </a:ext>
            </a:extLst>
          </p:cNvPr>
          <p:cNvSpPr>
            <a:spLocks xmlns:a="http://schemas.openxmlformats.org/drawingml/2006/main" noGrp="1"/>
          </p:cNvSpPr>
          <p:nvPr/>
        </p:nvSpPr>
        <p:spPr>
          <a:xfrm xmlns:a="http://schemas.openxmlformats.org/drawingml/2006/main">
            <a:off x="508866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Rectangle 100">
            <a:extLst xmlns:a="http://schemas.openxmlformats.org/drawingml/2006/main">
              <a:ext uri="{FF2B5EF4-FFF2-40B4-BE49-F238E27FC236}">
                <a16:creationId xmlns:a16="http://schemas.microsoft.com/office/drawing/2014/main" id="{B8D2CC02-859A-4E84-B50D-D742E26C6E43}"/>
              </a:ext>
            </a:extLst>
          </p:cNvPr>
          <p:cNvSpPr>
            <a:spLocks xmlns:a="http://schemas.openxmlformats.org/drawingml/2006/main" noGrp="1"/>
          </p:cNvSpPr>
          <p:nvPr/>
        </p:nvSpPr>
        <p:spPr>
          <a:xfrm xmlns:a="http://schemas.openxmlformats.org/drawingml/2006/main">
            <a:off x="54394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Rectangle 101">
            <a:extLst xmlns:a="http://schemas.openxmlformats.org/drawingml/2006/main">
              <a:ext uri="{FF2B5EF4-FFF2-40B4-BE49-F238E27FC236}">
                <a16:creationId xmlns:a16="http://schemas.microsoft.com/office/drawing/2014/main" id="{C600485A-75FF-4CE7-B1F5-4CB9C8377701}"/>
              </a:ext>
            </a:extLst>
          </p:cNvPr>
          <p:cNvSpPr>
            <a:spLocks xmlns:a="http://schemas.openxmlformats.org/drawingml/2006/main" noGrp="1"/>
          </p:cNvSpPr>
          <p:nvPr/>
        </p:nvSpPr>
        <p:spPr>
          <a:xfrm xmlns:a="http://schemas.openxmlformats.org/drawingml/2006/main">
            <a:off x="57902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3" name="Rectangle 102">
            <a:extLst xmlns:a="http://schemas.openxmlformats.org/drawingml/2006/main">
              <a:ext uri="{FF2B5EF4-FFF2-40B4-BE49-F238E27FC236}">
                <a16:creationId xmlns:a16="http://schemas.microsoft.com/office/drawing/2014/main" id="{DB3A5337-BFFF-4D35-8DE5-B8C4462C6415}"/>
              </a:ext>
            </a:extLst>
          </p:cNvPr>
          <p:cNvSpPr>
            <a:spLocks xmlns:a="http://schemas.openxmlformats.org/drawingml/2006/main" noGrp="1"/>
          </p:cNvSpPr>
          <p:nvPr/>
        </p:nvSpPr>
        <p:spPr>
          <a:xfrm xmlns:a="http://schemas.openxmlformats.org/drawingml/2006/main">
            <a:off x="61409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4" name="Rectangle 103">
            <a:extLst xmlns:a="http://schemas.openxmlformats.org/drawingml/2006/main">
              <a:ext uri="{FF2B5EF4-FFF2-40B4-BE49-F238E27FC236}">
                <a16:creationId xmlns:a16="http://schemas.microsoft.com/office/drawing/2014/main" id="{E9611F19-50A7-4583-ACD5-C05500347877}"/>
              </a:ext>
            </a:extLst>
          </p:cNvPr>
          <p:cNvSpPr>
            <a:spLocks xmlns:a="http://schemas.openxmlformats.org/drawingml/2006/main" noGrp="1"/>
          </p:cNvSpPr>
          <p:nvPr/>
        </p:nvSpPr>
        <p:spPr>
          <a:xfrm xmlns:a="http://schemas.openxmlformats.org/drawingml/2006/main">
            <a:off x="649174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Rectangle 104">
            <a:extLst xmlns:a="http://schemas.openxmlformats.org/drawingml/2006/main">
              <a:ext uri="{FF2B5EF4-FFF2-40B4-BE49-F238E27FC236}">
                <a16:creationId xmlns:a16="http://schemas.microsoft.com/office/drawing/2014/main" id="{31578782-BA5F-4CD1-9B15-1AAB11EC5581}"/>
              </a:ext>
            </a:extLst>
          </p:cNvPr>
          <p:cNvSpPr>
            <a:spLocks xmlns:a="http://schemas.openxmlformats.org/drawingml/2006/main" noGrp="1"/>
          </p:cNvSpPr>
          <p:nvPr/>
        </p:nvSpPr>
        <p:spPr>
          <a:xfrm xmlns:a="http://schemas.openxmlformats.org/drawingml/2006/main">
            <a:off x="6842509"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6" name="Rectangle 105">
            <a:extLst xmlns:a="http://schemas.openxmlformats.org/drawingml/2006/main">
              <a:ext uri="{FF2B5EF4-FFF2-40B4-BE49-F238E27FC236}">
                <a16:creationId xmlns:a16="http://schemas.microsoft.com/office/drawing/2014/main" id="{996C4C58-9E59-4DAA-A315-F950B3ECFB69}"/>
              </a:ext>
            </a:extLst>
          </p:cNvPr>
          <p:cNvSpPr>
            <a:spLocks xmlns:a="http://schemas.openxmlformats.org/drawingml/2006/main" noGrp="1"/>
          </p:cNvSpPr>
          <p:nvPr/>
        </p:nvSpPr>
        <p:spPr>
          <a:xfrm xmlns:a="http://schemas.openxmlformats.org/drawingml/2006/main">
            <a:off x="719328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7" name="Rectangle 106">
            <a:extLst xmlns:a="http://schemas.openxmlformats.org/drawingml/2006/main">
              <a:ext uri="{FF2B5EF4-FFF2-40B4-BE49-F238E27FC236}">
                <a16:creationId xmlns:a16="http://schemas.microsoft.com/office/drawing/2014/main" id="{14B003D9-F8BB-4189-8051-F55F008E7534}"/>
              </a:ext>
            </a:extLst>
          </p:cNvPr>
          <p:cNvSpPr>
            <a:spLocks xmlns:a="http://schemas.openxmlformats.org/drawingml/2006/main" noGrp="1"/>
          </p:cNvSpPr>
          <p:nvPr/>
        </p:nvSpPr>
        <p:spPr>
          <a:xfrm xmlns:a="http://schemas.openxmlformats.org/drawingml/2006/main">
            <a:off x="438712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8" name="Rectangle 107">
            <a:extLst xmlns:a="http://schemas.openxmlformats.org/drawingml/2006/main">
              <a:ext uri="{FF2B5EF4-FFF2-40B4-BE49-F238E27FC236}">
                <a16:creationId xmlns:a16="http://schemas.microsoft.com/office/drawing/2014/main" id="{40923093-17E5-451B-8C99-39330E173B6D}"/>
              </a:ext>
            </a:extLst>
          </p:cNvPr>
          <p:cNvSpPr>
            <a:spLocks xmlns:a="http://schemas.openxmlformats.org/drawingml/2006/main" noGrp="1"/>
          </p:cNvSpPr>
          <p:nvPr/>
        </p:nvSpPr>
        <p:spPr>
          <a:xfrm xmlns:a="http://schemas.openxmlformats.org/drawingml/2006/main">
            <a:off x="473789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Rectangle 108">
            <a:extLst xmlns:a="http://schemas.openxmlformats.org/drawingml/2006/main">
              <a:ext uri="{FF2B5EF4-FFF2-40B4-BE49-F238E27FC236}">
                <a16:creationId xmlns:a16="http://schemas.microsoft.com/office/drawing/2014/main" id="{2626D43C-947C-4B23-A5A2-6954B4A07DD8}"/>
              </a:ext>
            </a:extLst>
          </p:cNvPr>
          <p:cNvSpPr>
            <a:spLocks xmlns:a="http://schemas.openxmlformats.org/drawingml/2006/main" noGrp="1"/>
          </p:cNvSpPr>
          <p:nvPr/>
        </p:nvSpPr>
        <p:spPr>
          <a:xfrm xmlns:a="http://schemas.openxmlformats.org/drawingml/2006/main">
            <a:off x="508866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Rectangle 109">
            <a:extLst xmlns:a="http://schemas.openxmlformats.org/drawingml/2006/main">
              <a:ext uri="{FF2B5EF4-FFF2-40B4-BE49-F238E27FC236}">
                <a16:creationId xmlns:a16="http://schemas.microsoft.com/office/drawing/2014/main" id="{D5074F1E-3596-48ED-A79F-BC3C4CA2FECD}"/>
              </a:ext>
            </a:extLst>
          </p:cNvPr>
          <p:cNvSpPr>
            <a:spLocks xmlns:a="http://schemas.openxmlformats.org/drawingml/2006/main" noGrp="1"/>
          </p:cNvSpPr>
          <p:nvPr/>
        </p:nvSpPr>
        <p:spPr>
          <a:xfrm xmlns:a="http://schemas.openxmlformats.org/drawingml/2006/main">
            <a:off x="543943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Rectangle 110">
            <a:extLst xmlns:a="http://schemas.openxmlformats.org/drawingml/2006/main">
              <a:ext uri="{FF2B5EF4-FFF2-40B4-BE49-F238E27FC236}">
                <a16:creationId xmlns:a16="http://schemas.microsoft.com/office/drawing/2014/main" id="{B3591B95-8EA8-4A4E-A6CE-D21E4FF17870}"/>
              </a:ext>
            </a:extLst>
          </p:cNvPr>
          <p:cNvSpPr>
            <a:spLocks xmlns:a="http://schemas.openxmlformats.org/drawingml/2006/main" noGrp="1"/>
          </p:cNvSpPr>
          <p:nvPr/>
        </p:nvSpPr>
        <p:spPr>
          <a:xfrm xmlns:a="http://schemas.openxmlformats.org/drawingml/2006/main">
            <a:off x="57902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Rectangle 111">
            <a:extLst xmlns:a="http://schemas.openxmlformats.org/drawingml/2006/main">
              <a:ext uri="{FF2B5EF4-FFF2-40B4-BE49-F238E27FC236}">
                <a16:creationId xmlns:a16="http://schemas.microsoft.com/office/drawing/2014/main" id="{7DBC5B00-BCFE-465F-9442-0A5C0A766C69}"/>
              </a:ext>
            </a:extLst>
          </p:cNvPr>
          <p:cNvSpPr>
            <a:spLocks xmlns:a="http://schemas.openxmlformats.org/drawingml/2006/main" noGrp="1"/>
          </p:cNvSpPr>
          <p:nvPr/>
        </p:nvSpPr>
        <p:spPr>
          <a:xfrm xmlns:a="http://schemas.openxmlformats.org/drawingml/2006/main">
            <a:off x="61409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Rectangle 112">
            <a:extLst xmlns:a="http://schemas.openxmlformats.org/drawingml/2006/main">
              <a:ext uri="{FF2B5EF4-FFF2-40B4-BE49-F238E27FC236}">
                <a16:creationId xmlns:a16="http://schemas.microsoft.com/office/drawing/2014/main" id="{09793667-A1F1-482F-AA3E-4E6F23DD827B}"/>
              </a:ext>
            </a:extLst>
          </p:cNvPr>
          <p:cNvSpPr>
            <a:spLocks xmlns:a="http://schemas.openxmlformats.org/drawingml/2006/main" noGrp="1"/>
          </p:cNvSpPr>
          <p:nvPr/>
        </p:nvSpPr>
        <p:spPr>
          <a:xfrm xmlns:a="http://schemas.openxmlformats.org/drawingml/2006/main">
            <a:off x="649174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Rectangle 113">
            <a:extLst xmlns:a="http://schemas.openxmlformats.org/drawingml/2006/main">
              <a:ext uri="{FF2B5EF4-FFF2-40B4-BE49-F238E27FC236}">
                <a16:creationId xmlns:a16="http://schemas.microsoft.com/office/drawing/2014/main" id="{257DA2CA-5CFD-43DF-9820-68AE145F00D0}"/>
              </a:ext>
            </a:extLst>
          </p:cNvPr>
          <p:cNvSpPr>
            <a:spLocks xmlns:a="http://schemas.openxmlformats.org/drawingml/2006/main" noGrp="1"/>
          </p:cNvSpPr>
          <p:nvPr/>
        </p:nvSpPr>
        <p:spPr>
          <a:xfrm xmlns:a="http://schemas.openxmlformats.org/drawingml/2006/main">
            <a:off x="6842509"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Rectangle 114">
            <a:extLst xmlns:a="http://schemas.openxmlformats.org/drawingml/2006/main">
              <a:ext uri="{FF2B5EF4-FFF2-40B4-BE49-F238E27FC236}">
                <a16:creationId xmlns:a16="http://schemas.microsoft.com/office/drawing/2014/main" id="{E88F00E8-00AD-4FBC-9A61-3C18CD16F839}"/>
              </a:ext>
            </a:extLst>
          </p:cNvPr>
          <p:cNvSpPr>
            <a:spLocks xmlns:a="http://schemas.openxmlformats.org/drawingml/2006/main" noGrp="1"/>
          </p:cNvSpPr>
          <p:nvPr/>
        </p:nvSpPr>
        <p:spPr>
          <a:xfrm xmlns:a="http://schemas.openxmlformats.org/drawingml/2006/main">
            <a:off x="719328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TextBox 115">
            <a:extLst xmlns:a="http://schemas.openxmlformats.org/drawingml/2006/main">
              <a:ext uri="{FF2B5EF4-FFF2-40B4-BE49-F238E27FC236}">
                <a16:creationId xmlns:a16="http://schemas.microsoft.com/office/drawing/2014/main" id="{0FC179B7-7C7A-4543-9D27-1DA5DFC28622}"/>
              </a:ext>
            </a:extLst>
          </p:cNvPr>
          <p:cNvSpPr>
            <a:spLocks xmlns:a="http://schemas.openxmlformats.org/drawingml/2006/main" noGrp="1"/>
          </p:cNvSpPr>
          <p:nvPr/>
        </p:nvSpPr>
        <p:spPr>
          <a:xfrm xmlns:a="http://schemas.openxmlformats.org/drawingml/2006/main">
            <a:off x="4387121"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17" name="TextBox 116">
            <a:extLst xmlns:a="http://schemas.openxmlformats.org/drawingml/2006/main">
              <a:ext uri="{FF2B5EF4-FFF2-40B4-BE49-F238E27FC236}">
                <a16:creationId xmlns:a16="http://schemas.microsoft.com/office/drawing/2014/main" id="{A69A228A-0551-4C49-B96A-D426C6310D32}"/>
              </a:ext>
            </a:extLst>
          </p:cNvPr>
          <p:cNvSpPr>
            <a:spLocks xmlns:a="http://schemas.openxmlformats.org/drawingml/2006/main" noGrp="1"/>
          </p:cNvSpPr>
          <p:nvPr/>
        </p:nvSpPr>
        <p:spPr>
          <a:xfrm xmlns:a="http://schemas.openxmlformats.org/drawingml/2006/main">
            <a:off x="8164643"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C 复杂图案</a:t>
            </a:r>
          </a:p>
        </p:txBody>
      </p:sp>
      <p:sp>
        <p:nvSpPr>
          <p:cNvPr id="118" name="Rectangle 117">
            <a:extLst xmlns:a="http://schemas.openxmlformats.org/drawingml/2006/main">
              <a:ext uri="{FF2B5EF4-FFF2-40B4-BE49-F238E27FC236}">
                <a16:creationId xmlns:a16="http://schemas.microsoft.com/office/drawing/2014/main" id="{65C3F3CA-AD47-4DB4-A6D1-A124252BD3FB}"/>
              </a:ext>
            </a:extLst>
          </p:cNvPr>
          <p:cNvSpPr>
            <a:spLocks xmlns:a="http://schemas.openxmlformats.org/drawingml/2006/main" noGrp="1"/>
          </p:cNvSpPr>
          <p:nvPr/>
        </p:nvSpPr>
        <p:spPr>
          <a:xfrm xmlns:a="http://schemas.openxmlformats.org/drawingml/2006/main">
            <a:off x="8164643"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Rectangle 118">
            <a:extLst xmlns:a="http://schemas.openxmlformats.org/drawingml/2006/main">
              <a:ext uri="{FF2B5EF4-FFF2-40B4-BE49-F238E27FC236}">
                <a16:creationId xmlns:a16="http://schemas.microsoft.com/office/drawing/2014/main" id="{2ECD9324-8A51-4EFC-BF76-DEE7E31025AE}"/>
              </a:ext>
            </a:extLst>
          </p:cNvPr>
          <p:cNvSpPr>
            <a:spLocks xmlns:a="http://schemas.openxmlformats.org/drawingml/2006/main" noGrp="1"/>
          </p:cNvSpPr>
          <p:nvPr/>
        </p:nvSpPr>
        <p:spPr>
          <a:xfrm xmlns:a="http://schemas.openxmlformats.org/drawingml/2006/main">
            <a:off x="851541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Rectangle 119">
            <a:extLst xmlns:a="http://schemas.openxmlformats.org/drawingml/2006/main">
              <a:ext uri="{FF2B5EF4-FFF2-40B4-BE49-F238E27FC236}">
                <a16:creationId xmlns:a16="http://schemas.microsoft.com/office/drawing/2014/main" id="{F1DEE3F3-A511-49D5-B5A0-E2FE064B7CC7}"/>
              </a:ext>
            </a:extLst>
          </p:cNvPr>
          <p:cNvSpPr>
            <a:spLocks xmlns:a="http://schemas.openxmlformats.org/drawingml/2006/main" noGrp="1"/>
          </p:cNvSpPr>
          <p:nvPr/>
        </p:nvSpPr>
        <p:spPr>
          <a:xfrm xmlns:a="http://schemas.openxmlformats.org/drawingml/2006/main">
            <a:off x="886618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Rectangle 120">
            <a:extLst xmlns:a="http://schemas.openxmlformats.org/drawingml/2006/main">
              <a:ext uri="{FF2B5EF4-FFF2-40B4-BE49-F238E27FC236}">
                <a16:creationId xmlns:a16="http://schemas.microsoft.com/office/drawing/2014/main" id="{4F2FC739-02CF-4017-AA34-03828302188E}"/>
              </a:ext>
            </a:extLst>
          </p:cNvPr>
          <p:cNvSpPr>
            <a:spLocks xmlns:a="http://schemas.openxmlformats.org/drawingml/2006/main" noGrp="1"/>
          </p:cNvSpPr>
          <p:nvPr/>
        </p:nvSpPr>
        <p:spPr>
          <a:xfrm xmlns:a="http://schemas.openxmlformats.org/drawingml/2006/main">
            <a:off x="921695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Rectangle 121">
            <a:extLst xmlns:a="http://schemas.openxmlformats.org/drawingml/2006/main">
              <a:ext uri="{FF2B5EF4-FFF2-40B4-BE49-F238E27FC236}">
                <a16:creationId xmlns:a16="http://schemas.microsoft.com/office/drawing/2014/main" id="{A380E843-380B-4E61-AA79-B5369C042817}"/>
              </a:ext>
            </a:extLst>
          </p:cNvPr>
          <p:cNvSpPr>
            <a:spLocks xmlns:a="http://schemas.openxmlformats.org/drawingml/2006/main" noGrp="1"/>
          </p:cNvSpPr>
          <p:nvPr/>
        </p:nvSpPr>
        <p:spPr>
          <a:xfrm xmlns:a="http://schemas.openxmlformats.org/drawingml/2006/main">
            <a:off x="956772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Rectangle 122">
            <a:extLst xmlns:a="http://schemas.openxmlformats.org/drawingml/2006/main">
              <a:ext uri="{FF2B5EF4-FFF2-40B4-BE49-F238E27FC236}">
                <a16:creationId xmlns:a16="http://schemas.microsoft.com/office/drawing/2014/main" id="{B2EEA17C-03AA-4600-B810-7CCBFEB6EA07}"/>
              </a:ext>
            </a:extLst>
          </p:cNvPr>
          <p:cNvSpPr>
            <a:spLocks xmlns:a="http://schemas.openxmlformats.org/drawingml/2006/main" noGrp="1"/>
          </p:cNvSpPr>
          <p:nvPr/>
        </p:nvSpPr>
        <p:spPr>
          <a:xfrm xmlns:a="http://schemas.openxmlformats.org/drawingml/2006/main">
            <a:off x="991849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4" name="Rectangle 123">
            <a:extLst xmlns:a="http://schemas.openxmlformats.org/drawingml/2006/main">
              <a:ext uri="{FF2B5EF4-FFF2-40B4-BE49-F238E27FC236}">
                <a16:creationId xmlns:a16="http://schemas.microsoft.com/office/drawing/2014/main" id="{429EA03C-27EC-469F-A873-B3E73CD59907}"/>
              </a:ext>
            </a:extLst>
          </p:cNvPr>
          <p:cNvSpPr>
            <a:spLocks xmlns:a="http://schemas.openxmlformats.org/drawingml/2006/main" noGrp="1"/>
          </p:cNvSpPr>
          <p:nvPr/>
        </p:nvSpPr>
        <p:spPr>
          <a:xfrm xmlns:a="http://schemas.openxmlformats.org/drawingml/2006/main">
            <a:off x="1026926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Rectangle 124">
            <a:extLst xmlns:a="http://schemas.openxmlformats.org/drawingml/2006/main">
              <a:ext uri="{FF2B5EF4-FFF2-40B4-BE49-F238E27FC236}">
                <a16:creationId xmlns:a16="http://schemas.microsoft.com/office/drawing/2014/main" id="{051153B4-6CC4-4D19-98C6-BCA5881390BD}"/>
              </a:ext>
            </a:extLst>
          </p:cNvPr>
          <p:cNvSpPr>
            <a:spLocks xmlns:a="http://schemas.openxmlformats.org/drawingml/2006/main" noGrp="1"/>
          </p:cNvSpPr>
          <p:nvPr/>
        </p:nvSpPr>
        <p:spPr>
          <a:xfrm xmlns:a="http://schemas.openxmlformats.org/drawingml/2006/main">
            <a:off x="106200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6" name="Rectangle 125">
            <a:extLst xmlns:a="http://schemas.openxmlformats.org/drawingml/2006/main">
              <a:ext uri="{FF2B5EF4-FFF2-40B4-BE49-F238E27FC236}">
                <a16:creationId xmlns:a16="http://schemas.microsoft.com/office/drawing/2014/main" id="{FCB5BE5F-E41C-437E-BED4-BB4945EB93E2}"/>
              </a:ext>
            </a:extLst>
          </p:cNvPr>
          <p:cNvSpPr>
            <a:spLocks xmlns:a="http://schemas.openxmlformats.org/drawingml/2006/main" noGrp="1"/>
          </p:cNvSpPr>
          <p:nvPr/>
        </p:nvSpPr>
        <p:spPr>
          <a:xfrm xmlns:a="http://schemas.openxmlformats.org/drawingml/2006/main">
            <a:off x="1097080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Rectangle 126">
            <a:extLst xmlns:a="http://schemas.openxmlformats.org/drawingml/2006/main">
              <a:ext uri="{FF2B5EF4-FFF2-40B4-BE49-F238E27FC236}">
                <a16:creationId xmlns:a16="http://schemas.microsoft.com/office/drawing/2014/main" id="{64C9EE00-817B-4703-BD89-3C14710105BC}"/>
              </a:ext>
            </a:extLst>
          </p:cNvPr>
          <p:cNvSpPr>
            <a:spLocks xmlns:a="http://schemas.openxmlformats.org/drawingml/2006/main" noGrp="1"/>
          </p:cNvSpPr>
          <p:nvPr/>
        </p:nvSpPr>
        <p:spPr>
          <a:xfrm xmlns:a="http://schemas.openxmlformats.org/drawingml/2006/main">
            <a:off x="8164643"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8" name="Rectangle 127">
            <a:extLst xmlns:a="http://schemas.openxmlformats.org/drawingml/2006/main">
              <a:ext uri="{FF2B5EF4-FFF2-40B4-BE49-F238E27FC236}">
                <a16:creationId xmlns:a16="http://schemas.microsoft.com/office/drawing/2014/main" id="{A8A033B0-D0ED-468C-BBB5-B417AFFCEE1A}"/>
              </a:ext>
            </a:extLst>
          </p:cNvPr>
          <p:cNvSpPr>
            <a:spLocks xmlns:a="http://schemas.openxmlformats.org/drawingml/2006/main" noGrp="1"/>
          </p:cNvSpPr>
          <p:nvPr/>
        </p:nvSpPr>
        <p:spPr>
          <a:xfrm xmlns:a="http://schemas.openxmlformats.org/drawingml/2006/main">
            <a:off x="851541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Rectangle 128">
            <a:extLst xmlns:a="http://schemas.openxmlformats.org/drawingml/2006/main">
              <a:ext uri="{FF2B5EF4-FFF2-40B4-BE49-F238E27FC236}">
                <a16:creationId xmlns:a16="http://schemas.microsoft.com/office/drawing/2014/main" id="{670B0F2B-495E-465F-8F31-1B31CC3A7D64}"/>
              </a:ext>
            </a:extLst>
          </p:cNvPr>
          <p:cNvSpPr>
            <a:spLocks xmlns:a="http://schemas.openxmlformats.org/drawingml/2006/main" noGrp="1"/>
          </p:cNvSpPr>
          <p:nvPr/>
        </p:nvSpPr>
        <p:spPr>
          <a:xfrm xmlns:a="http://schemas.openxmlformats.org/drawingml/2006/main">
            <a:off x="886618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0" name="Rectangle 129">
            <a:extLst xmlns:a="http://schemas.openxmlformats.org/drawingml/2006/main">
              <a:ext uri="{FF2B5EF4-FFF2-40B4-BE49-F238E27FC236}">
                <a16:creationId xmlns:a16="http://schemas.microsoft.com/office/drawing/2014/main" id="{0C71ED8F-EA2A-47A7-B915-1F92CD88B49B}"/>
              </a:ext>
            </a:extLst>
          </p:cNvPr>
          <p:cNvSpPr>
            <a:spLocks xmlns:a="http://schemas.openxmlformats.org/drawingml/2006/main" noGrp="1"/>
          </p:cNvSpPr>
          <p:nvPr/>
        </p:nvSpPr>
        <p:spPr>
          <a:xfrm xmlns:a="http://schemas.openxmlformats.org/drawingml/2006/main">
            <a:off x="921695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Rectangle 130">
            <a:extLst xmlns:a="http://schemas.openxmlformats.org/drawingml/2006/main">
              <a:ext uri="{FF2B5EF4-FFF2-40B4-BE49-F238E27FC236}">
                <a16:creationId xmlns:a16="http://schemas.microsoft.com/office/drawing/2014/main" id="{734399FF-D4C3-4279-A501-CE565C86C86B}"/>
              </a:ext>
            </a:extLst>
          </p:cNvPr>
          <p:cNvSpPr>
            <a:spLocks xmlns:a="http://schemas.openxmlformats.org/drawingml/2006/main" noGrp="1"/>
          </p:cNvSpPr>
          <p:nvPr/>
        </p:nvSpPr>
        <p:spPr>
          <a:xfrm xmlns:a="http://schemas.openxmlformats.org/drawingml/2006/main">
            <a:off x="956772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2" name="Rectangle 131">
            <a:extLst xmlns:a="http://schemas.openxmlformats.org/drawingml/2006/main">
              <a:ext uri="{FF2B5EF4-FFF2-40B4-BE49-F238E27FC236}">
                <a16:creationId xmlns:a16="http://schemas.microsoft.com/office/drawing/2014/main" id="{B0A43DA9-88A7-471B-92CF-9134B222DDCC}"/>
              </a:ext>
            </a:extLst>
          </p:cNvPr>
          <p:cNvSpPr>
            <a:spLocks xmlns:a="http://schemas.openxmlformats.org/drawingml/2006/main" noGrp="1"/>
          </p:cNvSpPr>
          <p:nvPr/>
        </p:nvSpPr>
        <p:spPr>
          <a:xfrm xmlns:a="http://schemas.openxmlformats.org/drawingml/2006/main">
            <a:off x="991849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Rectangle 132">
            <a:extLst xmlns:a="http://schemas.openxmlformats.org/drawingml/2006/main">
              <a:ext uri="{FF2B5EF4-FFF2-40B4-BE49-F238E27FC236}">
                <a16:creationId xmlns:a16="http://schemas.microsoft.com/office/drawing/2014/main" id="{EFEE28ED-ABA0-47DD-996D-98A6F06DF3DE}"/>
              </a:ext>
            </a:extLst>
          </p:cNvPr>
          <p:cNvSpPr>
            <a:spLocks xmlns:a="http://schemas.openxmlformats.org/drawingml/2006/main" noGrp="1"/>
          </p:cNvSpPr>
          <p:nvPr/>
        </p:nvSpPr>
        <p:spPr>
          <a:xfrm xmlns:a="http://schemas.openxmlformats.org/drawingml/2006/main">
            <a:off x="1026926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4" name="Rectangle 133">
            <a:extLst xmlns:a="http://schemas.openxmlformats.org/drawingml/2006/main">
              <a:ext uri="{FF2B5EF4-FFF2-40B4-BE49-F238E27FC236}">
                <a16:creationId xmlns:a16="http://schemas.microsoft.com/office/drawing/2014/main" id="{75EDC618-B1B8-4B7D-808E-54CEEF401EE1}"/>
              </a:ext>
            </a:extLst>
          </p:cNvPr>
          <p:cNvSpPr>
            <a:spLocks xmlns:a="http://schemas.openxmlformats.org/drawingml/2006/main" noGrp="1"/>
          </p:cNvSpPr>
          <p:nvPr/>
        </p:nvSpPr>
        <p:spPr>
          <a:xfrm xmlns:a="http://schemas.openxmlformats.org/drawingml/2006/main">
            <a:off x="106200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5" name="Rectangle 134">
            <a:extLst xmlns:a="http://schemas.openxmlformats.org/drawingml/2006/main">
              <a:ext uri="{FF2B5EF4-FFF2-40B4-BE49-F238E27FC236}">
                <a16:creationId xmlns:a16="http://schemas.microsoft.com/office/drawing/2014/main" id="{75E32BAC-E18B-48C6-B85A-CC13335EEC06}"/>
              </a:ext>
            </a:extLst>
          </p:cNvPr>
          <p:cNvSpPr>
            <a:spLocks xmlns:a="http://schemas.openxmlformats.org/drawingml/2006/main" noGrp="1"/>
          </p:cNvSpPr>
          <p:nvPr/>
        </p:nvSpPr>
        <p:spPr>
          <a:xfrm xmlns:a="http://schemas.openxmlformats.org/drawingml/2006/main">
            <a:off x="109708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6" name="Rectangle 135">
            <a:extLst xmlns:a="http://schemas.openxmlformats.org/drawingml/2006/main">
              <a:ext uri="{FF2B5EF4-FFF2-40B4-BE49-F238E27FC236}">
                <a16:creationId xmlns:a16="http://schemas.microsoft.com/office/drawing/2014/main" id="{EBBCF1BC-7251-431A-8B30-17CAF1635D8E}"/>
              </a:ext>
            </a:extLst>
          </p:cNvPr>
          <p:cNvSpPr>
            <a:spLocks xmlns:a="http://schemas.openxmlformats.org/drawingml/2006/main" noGrp="1"/>
          </p:cNvSpPr>
          <p:nvPr/>
        </p:nvSpPr>
        <p:spPr>
          <a:xfrm xmlns:a="http://schemas.openxmlformats.org/drawingml/2006/main">
            <a:off x="8164643"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7" name="Rectangle 136">
            <a:extLst xmlns:a="http://schemas.openxmlformats.org/drawingml/2006/main">
              <a:ext uri="{FF2B5EF4-FFF2-40B4-BE49-F238E27FC236}">
                <a16:creationId xmlns:a16="http://schemas.microsoft.com/office/drawing/2014/main" id="{F92D4A39-F95D-4860-A5C8-BB2BBB02F831}"/>
              </a:ext>
            </a:extLst>
          </p:cNvPr>
          <p:cNvSpPr>
            <a:spLocks xmlns:a="http://schemas.openxmlformats.org/drawingml/2006/main" noGrp="1"/>
          </p:cNvSpPr>
          <p:nvPr/>
        </p:nvSpPr>
        <p:spPr>
          <a:xfrm xmlns:a="http://schemas.openxmlformats.org/drawingml/2006/main">
            <a:off x="851541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 name="Rectangle 137">
            <a:extLst xmlns:a="http://schemas.openxmlformats.org/drawingml/2006/main">
              <a:ext uri="{FF2B5EF4-FFF2-40B4-BE49-F238E27FC236}">
                <a16:creationId xmlns:a16="http://schemas.microsoft.com/office/drawing/2014/main" id="{21730D31-0BE3-4B6A-A33B-C53BC6851BF7}"/>
              </a:ext>
            </a:extLst>
          </p:cNvPr>
          <p:cNvSpPr>
            <a:spLocks xmlns:a="http://schemas.openxmlformats.org/drawingml/2006/main" noGrp="1"/>
          </p:cNvSpPr>
          <p:nvPr/>
        </p:nvSpPr>
        <p:spPr>
          <a:xfrm xmlns:a="http://schemas.openxmlformats.org/drawingml/2006/main">
            <a:off x="886618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9" name="Rectangle 138">
            <a:extLst xmlns:a="http://schemas.openxmlformats.org/drawingml/2006/main">
              <a:ext uri="{FF2B5EF4-FFF2-40B4-BE49-F238E27FC236}">
                <a16:creationId xmlns:a16="http://schemas.microsoft.com/office/drawing/2014/main" id="{EF3853AB-9A1F-4E0C-89C1-0FDC9293DD05}"/>
              </a:ext>
            </a:extLst>
          </p:cNvPr>
          <p:cNvSpPr>
            <a:spLocks xmlns:a="http://schemas.openxmlformats.org/drawingml/2006/main" noGrp="1"/>
          </p:cNvSpPr>
          <p:nvPr/>
        </p:nvSpPr>
        <p:spPr>
          <a:xfrm xmlns:a="http://schemas.openxmlformats.org/drawingml/2006/main">
            <a:off x="921695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0" name="Rectangle 139">
            <a:extLst xmlns:a="http://schemas.openxmlformats.org/drawingml/2006/main">
              <a:ext uri="{FF2B5EF4-FFF2-40B4-BE49-F238E27FC236}">
                <a16:creationId xmlns:a16="http://schemas.microsoft.com/office/drawing/2014/main" id="{B80CE91A-FC35-49DD-B131-805EF4530152}"/>
              </a:ext>
            </a:extLst>
          </p:cNvPr>
          <p:cNvSpPr>
            <a:spLocks xmlns:a="http://schemas.openxmlformats.org/drawingml/2006/main" noGrp="1"/>
          </p:cNvSpPr>
          <p:nvPr/>
        </p:nvSpPr>
        <p:spPr>
          <a:xfrm xmlns:a="http://schemas.openxmlformats.org/drawingml/2006/main">
            <a:off x="956772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1" name="Rectangle 140">
            <a:extLst xmlns:a="http://schemas.openxmlformats.org/drawingml/2006/main">
              <a:ext uri="{FF2B5EF4-FFF2-40B4-BE49-F238E27FC236}">
                <a16:creationId xmlns:a16="http://schemas.microsoft.com/office/drawing/2014/main" id="{CCF156F4-6A2A-49AB-A5C1-61EF8996497A}"/>
              </a:ext>
            </a:extLst>
          </p:cNvPr>
          <p:cNvSpPr>
            <a:spLocks xmlns:a="http://schemas.openxmlformats.org/drawingml/2006/main" noGrp="1"/>
          </p:cNvSpPr>
          <p:nvPr/>
        </p:nvSpPr>
        <p:spPr>
          <a:xfrm xmlns:a="http://schemas.openxmlformats.org/drawingml/2006/main">
            <a:off x="991849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2" name="Rectangle 141">
            <a:extLst xmlns:a="http://schemas.openxmlformats.org/drawingml/2006/main">
              <a:ext uri="{FF2B5EF4-FFF2-40B4-BE49-F238E27FC236}">
                <a16:creationId xmlns:a16="http://schemas.microsoft.com/office/drawing/2014/main" id="{3C8DFBDE-A6B6-434E-AA12-6DB5722E5A3A}"/>
              </a:ext>
            </a:extLst>
          </p:cNvPr>
          <p:cNvSpPr>
            <a:spLocks xmlns:a="http://schemas.openxmlformats.org/drawingml/2006/main" noGrp="1"/>
          </p:cNvSpPr>
          <p:nvPr/>
        </p:nvSpPr>
        <p:spPr>
          <a:xfrm xmlns:a="http://schemas.openxmlformats.org/drawingml/2006/main">
            <a:off x="1026926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3" name="Rectangle 142">
            <a:extLst xmlns:a="http://schemas.openxmlformats.org/drawingml/2006/main">
              <a:ext uri="{FF2B5EF4-FFF2-40B4-BE49-F238E27FC236}">
                <a16:creationId xmlns:a16="http://schemas.microsoft.com/office/drawing/2014/main" id="{351C6F60-51DD-4B7D-BAE7-2087EA3BA7A2}"/>
              </a:ext>
            </a:extLst>
          </p:cNvPr>
          <p:cNvSpPr>
            <a:spLocks xmlns:a="http://schemas.openxmlformats.org/drawingml/2006/main" noGrp="1"/>
          </p:cNvSpPr>
          <p:nvPr/>
        </p:nvSpPr>
        <p:spPr>
          <a:xfrm xmlns:a="http://schemas.openxmlformats.org/drawingml/2006/main">
            <a:off x="106200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4" name="Rectangle 143">
            <a:extLst xmlns:a="http://schemas.openxmlformats.org/drawingml/2006/main">
              <a:ext uri="{FF2B5EF4-FFF2-40B4-BE49-F238E27FC236}">
                <a16:creationId xmlns:a16="http://schemas.microsoft.com/office/drawing/2014/main" id="{AA9913D5-F870-42FF-81E0-C010C17F731C}"/>
              </a:ext>
            </a:extLst>
          </p:cNvPr>
          <p:cNvSpPr>
            <a:spLocks xmlns:a="http://schemas.openxmlformats.org/drawingml/2006/main" noGrp="1"/>
          </p:cNvSpPr>
          <p:nvPr/>
        </p:nvSpPr>
        <p:spPr>
          <a:xfrm xmlns:a="http://schemas.openxmlformats.org/drawingml/2006/main">
            <a:off x="109708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5" name="Rectangle 144">
            <a:extLst xmlns:a="http://schemas.openxmlformats.org/drawingml/2006/main">
              <a:ext uri="{FF2B5EF4-FFF2-40B4-BE49-F238E27FC236}">
                <a16:creationId xmlns:a16="http://schemas.microsoft.com/office/drawing/2014/main" id="{FB57EC45-C6F1-470D-BCB1-165FB305F996}"/>
              </a:ext>
            </a:extLst>
          </p:cNvPr>
          <p:cNvSpPr>
            <a:spLocks xmlns:a="http://schemas.openxmlformats.org/drawingml/2006/main" noGrp="1"/>
          </p:cNvSpPr>
          <p:nvPr/>
        </p:nvSpPr>
        <p:spPr>
          <a:xfrm xmlns:a="http://schemas.openxmlformats.org/drawingml/2006/main">
            <a:off x="8164643"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6" name="Rectangle 145">
            <a:extLst xmlns:a="http://schemas.openxmlformats.org/drawingml/2006/main">
              <a:ext uri="{FF2B5EF4-FFF2-40B4-BE49-F238E27FC236}">
                <a16:creationId xmlns:a16="http://schemas.microsoft.com/office/drawing/2014/main" id="{7D86B51B-B346-4624-AA3F-049A71373DC0}"/>
              </a:ext>
            </a:extLst>
          </p:cNvPr>
          <p:cNvSpPr>
            <a:spLocks xmlns:a="http://schemas.openxmlformats.org/drawingml/2006/main" noGrp="1"/>
          </p:cNvSpPr>
          <p:nvPr/>
        </p:nvSpPr>
        <p:spPr>
          <a:xfrm xmlns:a="http://schemas.openxmlformats.org/drawingml/2006/main">
            <a:off x="851541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7" name="Rectangle 146">
            <a:extLst xmlns:a="http://schemas.openxmlformats.org/drawingml/2006/main">
              <a:ext uri="{FF2B5EF4-FFF2-40B4-BE49-F238E27FC236}">
                <a16:creationId xmlns:a16="http://schemas.microsoft.com/office/drawing/2014/main" id="{D25CFD7D-C105-4EEA-B545-A5ED033AE1DB}"/>
              </a:ext>
            </a:extLst>
          </p:cNvPr>
          <p:cNvSpPr>
            <a:spLocks xmlns:a="http://schemas.openxmlformats.org/drawingml/2006/main" noGrp="1"/>
          </p:cNvSpPr>
          <p:nvPr/>
        </p:nvSpPr>
        <p:spPr>
          <a:xfrm xmlns:a="http://schemas.openxmlformats.org/drawingml/2006/main">
            <a:off x="886618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8" name="Rectangle 147">
            <a:extLst xmlns:a="http://schemas.openxmlformats.org/drawingml/2006/main">
              <a:ext uri="{FF2B5EF4-FFF2-40B4-BE49-F238E27FC236}">
                <a16:creationId xmlns:a16="http://schemas.microsoft.com/office/drawing/2014/main" id="{82BEF24B-8227-4EB1-835C-3440114AA891}"/>
              </a:ext>
            </a:extLst>
          </p:cNvPr>
          <p:cNvSpPr>
            <a:spLocks xmlns:a="http://schemas.openxmlformats.org/drawingml/2006/main" noGrp="1"/>
          </p:cNvSpPr>
          <p:nvPr/>
        </p:nvSpPr>
        <p:spPr>
          <a:xfrm xmlns:a="http://schemas.openxmlformats.org/drawingml/2006/main">
            <a:off x="921695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9" name="Rectangle 148">
            <a:extLst xmlns:a="http://schemas.openxmlformats.org/drawingml/2006/main">
              <a:ext uri="{FF2B5EF4-FFF2-40B4-BE49-F238E27FC236}">
                <a16:creationId xmlns:a16="http://schemas.microsoft.com/office/drawing/2014/main" id="{7ACB9B62-98A9-4EDC-B6EB-BC914B25B393}"/>
              </a:ext>
            </a:extLst>
          </p:cNvPr>
          <p:cNvSpPr>
            <a:spLocks xmlns:a="http://schemas.openxmlformats.org/drawingml/2006/main" noGrp="1"/>
          </p:cNvSpPr>
          <p:nvPr/>
        </p:nvSpPr>
        <p:spPr>
          <a:xfrm xmlns:a="http://schemas.openxmlformats.org/drawingml/2006/main">
            <a:off x="956772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0" name="Rectangle 149">
            <a:extLst xmlns:a="http://schemas.openxmlformats.org/drawingml/2006/main">
              <a:ext uri="{FF2B5EF4-FFF2-40B4-BE49-F238E27FC236}">
                <a16:creationId xmlns:a16="http://schemas.microsoft.com/office/drawing/2014/main" id="{E5E5B766-2EF7-4AED-878C-9B2C9C185700}"/>
              </a:ext>
            </a:extLst>
          </p:cNvPr>
          <p:cNvSpPr>
            <a:spLocks xmlns:a="http://schemas.openxmlformats.org/drawingml/2006/main" noGrp="1"/>
          </p:cNvSpPr>
          <p:nvPr/>
        </p:nvSpPr>
        <p:spPr>
          <a:xfrm xmlns:a="http://schemas.openxmlformats.org/drawingml/2006/main">
            <a:off x="991849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1" name="Rectangle 150">
            <a:extLst xmlns:a="http://schemas.openxmlformats.org/drawingml/2006/main">
              <a:ext uri="{FF2B5EF4-FFF2-40B4-BE49-F238E27FC236}">
                <a16:creationId xmlns:a16="http://schemas.microsoft.com/office/drawing/2014/main" id="{F767B3CF-0D37-4552-B11F-F92CEC4FB10B}"/>
              </a:ext>
            </a:extLst>
          </p:cNvPr>
          <p:cNvSpPr>
            <a:spLocks xmlns:a="http://schemas.openxmlformats.org/drawingml/2006/main" noGrp="1"/>
          </p:cNvSpPr>
          <p:nvPr/>
        </p:nvSpPr>
        <p:spPr>
          <a:xfrm xmlns:a="http://schemas.openxmlformats.org/drawingml/2006/main">
            <a:off x="1026926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2" name="Rectangle 151">
            <a:extLst xmlns:a="http://schemas.openxmlformats.org/drawingml/2006/main">
              <a:ext uri="{FF2B5EF4-FFF2-40B4-BE49-F238E27FC236}">
                <a16:creationId xmlns:a16="http://schemas.microsoft.com/office/drawing/2014/main" id="{EF18F21C-E8EF-43BD-96B9-A73BAD88DCE8}"/>
              </a:ext>
            </a:extLst>
          </p:cNvPr>
          <p:cNvSpPr>
            <a:spLocks xmlns:a="http://schemas.openxmlformats.org/drawingml/2006/main" noGrp="1"/>
          </p:cNvSpPr>
          <p:nvPr/>
        </p:nvSpPr>
        <p:spPr>
          <a:xfrm xmlns:a="http://schemas.openxmlformats.org/drawingml/2006/main">
            <a:off x="106200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3" name="Rectangle 152">
            <a:extLst xmlns:a="http://schemas.openxmlformats.org/drawingml/2006/main">
              <a:ext uri="{FF2B5EF4-FFF2-40B4-BE49-F238E27FC236}">
                <a16:creationId xmlns:a16="http://schemas.microsoft.com/office/drawing/2014/main" id="{C152FE88-429D-48ED-BC68-D6E0C3A2F52D}"/>
              </a:ext>
            </a:extLst>
          </p:cNvPr>
          <p:cNvSpPr>
            <a:spLocks xmlns:a="http://schemas.openxmlformats.org/drawingml/2006/main" noGrp="1"/>
          </p:cNvSpPr>
          <p:nvPr/>
        </p:nvSpPr>
        <p:spPr>
          <a:xfrm xmlns:a="http://schemas.openxmlformats.org/drawingml/2006/main">
            <a:off x="1097080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4" name="Rectangle 153">
            <a:extLst xmlns:a="http://schemas.openxmlformats.org/drawingml/2006/main">
              <a:ext uri="{FF2B5EF4-FFF2-40B4-BE49-F238E27FC236}">
                <a16:creationId xmlns:a16="http://schemas.microsoft.com/office/drawing/2014/main" id="{598BDA84-CAA8-41AC-8CA3-5720B4BC473C}"/>
              </a:ext>
            </a:extLst>
          </p:cNvPr>
          <p:cNvSpPr>
            <a:spLocks xmlns:a="http://schemas.openxmlformats.org/drawingml/2006/main" noGrp="1"/>
          </p:cNvSpPr>
          <p:nvPr/>
        </p:nvSpPr>
        <p:spPr>
          <a:xfrm xmlns:a="http://schemas.openxmlformats.org/drawingml/2006/main">
            <a:off x="8164643"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5" name="Rectangle 154">
            <a:extLst xmlns:a="http://schemas.openxmlformats.org/drawingml/2006/main">
              <a:ext uri="{FF2B5EF4-FFF2-40B4-BE49-F238E27FC236}">
                <a16:creationId xmlns:a16="http://schemas.microsoft.com/office/drawing/2014/main" id="{BBBC2C59-DA55-44B9-9966-CDE4FA30523C}"/>
              </a:ext>
            </a:extLst>
          </p:cNvPr>
          <p:cNvSpPr>
            <a:spLocks xmlns:a="http://schemas.openxmlformats.org/drawingml/2006/main" noGrp="1"/>
          </p:cNvSpPr>
          <p:nvPr/>
        </p:nvSpPr>
        <p:spPr>
          <a:xfrm xmlns:a="http://schemas.openxmlformats.org/drawingml/2006/main">
            <a:off x="851541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6" name="Rectangle 155">
            <a:extLst xmlns:a="http://schemas.openxmlformats.org/drawingml/2006/main">
              <a:ext uri="{FF2B5EF4-FFF2-40B4-BE49-F238E27FC236}">
                <a16:creationId xmlns:a16="http://schemas.microsoft.com/office/drawing/2014/main" id="{D7D92CB1-5988-45D1-B064-710BA8C307D9}"/>
              </a:ext>
            </a:extLst>
          </p:cNvPr>
          <p:cNvSpPr>
            <a:spLocks xmlns:a="http://schemas.openxmlformats.org/drawingml/2006/main" noGrp="1"/>
          </p:cNvSpPr>
          <p:nvPr/>
        </p:nvSpPr>
        <p:spPr>
          <a:xfrm xmlns:a="http://schemas.openxmlformats.org/drawingml/2006/main">
            <a:off x="886618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7" name="Rectangle 156">
            <a:extLst xmlns:a="http://schemas.openxmlformats.org/drawingml/2006/main">
              <a:ext uri="{FF2B5EF4-FFF2-40B4-BE49-F238E27FC236}">
                <a16:creationId xmlns:a16="http://schemas.microsoft.com/office/drawing/2014/main" id="{BAEE21E2-1016-4558-9268-572F9A56FA4B}"/>
              </a:ext>
            </a:extLst>
          </p:cNvPr>
          <p:cNvSpPr>
            <a:spLocks xmlns:a="http://schemas.openxmlformats.org/drawingml/2006/main" noGrp="1"/>
          </p:cNvSpPr>
          <p:nvPr/>
        </p:nvSpPr>
        <p:spPr>
          <a:xfrm xmlns:a="http://schemas.openxmlformats.org/drawingml/2006/main">
            <a:off x="921695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8" name="Rectangle 157">
            <a:extLst xmlns:a="http://schemas.openxmlformats.org/drawingml/2006/main">
              <a:ext uri="{FF2B5EF4-FFF2-40B4-BE49-F238E27FC236}">
                <a16:creationId xmlns:a16="http://schemas.microsoft.com/office/drawing/2014/main" id="{606D63A2-3DE3-4377-A065-F12811831675}"/>
              </a:ext>
            </a:extLst>
          </p:cNvPr>
          <p:cNvSpPr>
            <a:spLocks xmlns:a="http://schemas.openxmlformats.org/drawingml/2006/main" noGrp="1"/>
          </p:cNvSpPr>
          <p:nvPr/>
        </p:nvSpPr>
        <p:spPr>
          <a:xfrm xmlns:a="http://schemas.openxmlformats.org/drawingml/2006/main">
            <a:off x="956772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9" name="Rectangle 158">
            <a:extLst xmlns:a="http://schemas.openxmlformats.org/drawingml/2006/main">
              <a:ext uri="{FF2B5EF4-FFF2-40B4-BE49-F238E27FC236}">
                <a16:creationId xmlns:a16="http://schemas.microsoft.com/office/drawing/2014/main" id="{4EBB7E8F-E4AF-40D4-9DC5-332E1A768E6B}"/>
              </a:ext>
            </a:extLst>
          </p:cNvPr>
          <p:cNvSpPr>
            <a:spLocks xmlns:a="http://schemas.openxmlformats.org/drawingml/2006/main" noGrp="1"/>
          </p:cNvSpPr>
          <p:nvPr/>
        </p:nvSpPr>
        <p:spPr>
          <a:xfrm xmlns:a="http://schemas.openxmlformats.org/drawingml/2006/main">
            <a:off x="991849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0" name="Rectangle 159">
            <a:extLst xmlns:a="http://schemas.openxmlformats.org/drawingml/2006/main">
              <a:ext uri="{FF2B5EF4-FFF2-40B4-BE49-F238E27FC236}">
                <a16:creationId xmlns:a16="http://schemas.microsoft.com/office/drawing/2014/main" id="{D62FAC1E-33E5-473A-A5E4-E04A02093137}"/>
              </a:ext>
            </a:extLst>
          </p:cNvPr>
          <p:cNvSpPr>
            <a:spLocks xmlns:a="http://schemas.openxmlformats.org/drawingml/2006/main" noGrp="1"/>
          </p:cNvSpPr>
          <p:nvPr/>
        </p:nvSpPr>
        <p:spPr>
          <a:xfrm xmlns:a="http://schemas.openxmlformats.org/drawingml/2006/main">
            <a:off x="1026926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1" name="Rectangle 160">
            <a:extLst xmlns:a="http://schemas.openxmlformats.org/drawingml/2006/main">
              <a:ext uri="{FF2B5EF4-FFF2-40B4-BE49-F238E27FC236}">
                <a16:creationId xmlns:a16="http://schemas.microsoft.com/office/drawing/2014/main" id="{089FD77D-1F71-4FB3-AB8F-5C6ABBBD9807}"/>
              </a:ext>
            </a:extLst>
          </p:cNvPr>
          <p:cNvSpPr>
            <a:spLocks xmlns:a="http://schemas.openxmlformats.org/drawingml/2006/main" noGrp="1"/>
          </p:cNvSpPr>
          <p:nvPr/>
        </p:nvSpPr>
        <p:spPr>
          <a:xfrm xmlns:a="http://schemas.openxmlformats.org/drawingml/2006/main">
            <a:off x="106200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2" name="Rectangle 161">
            <a:extLst xmlns:a="http://schemas.openxmlformats.org/drawingml/2006/main">
              <a:ext uri="{FF2B5EF4-FFF2-40B4-BE49-F238E27FC236}">
                <a16:creationId xmlns:a16="http://schemas.microsoft.com/office/drawing/2014/main" id="{1C986A78-DE09-4FB4-859F-9B758EF7A06A}"/>
              </a:ext>
            </a:extLst>
          </p:cNvPr>
          <p:cNvSpPr>
            <a:spLocks xmlns:a="http://schemas.openxmlformats.org/drawingml/2006/main" noGrp="1"/>
          </p:cNvSpPr>
          <p:nvPr/>
        </p:nvSpPr>
        <p:spPr>
          <a:xfrm xmlns:a="http://schemas.openxmlformats.org/drawingml/2006/main">
            <a:off x="109708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3" name="Rectangle 162">
            <a:extLst xmlns:a="http://schemas.openxmlformats.org/drawingml/2006/main">
              <a:ext uri="{FF2B5EF4-FFF2-40B4-BE49-F238E27FC236}">
                <a16:creationId xmlns:a16="http://schemas.microsoft.com/office/drawing/2014/main" id="{3D22F1FF-6BBB-4E7C-86BA-5C23191BFE34}"/>
              </a:ext>
            </a:extLst>
          </p:cNvPr>
          <p:cNvSpPr>
            <a:spLocks xmlns:a="http://schemas.openxmlformats.org/drawingml/2006/main" noGrp="1"/>
          </p:cNvSpPr>
          <p:nvPr/>
        </p:nvSpPr>
        <p:spPr>
          <a:xfrm xmlns:a="http://schemas.openxmlformats.org/drawingml/2006/main">
            <a:off x="8164643"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4" name="Rectangle 163">
            <a:extLst xmlns:a="http://schemas.openxmlformats.org/drawingml/2006/main">
              <a:ext uri="{FF2B5EF4-FFF2-40B4-BE49-F238E27FC236}">
                <a16:creationId xmlns:a16="http://schemas.microsoft.com/office/drawing/2014/main" id="{34E09F15-BC0B-4C24-B8C6-F18B120D226F}"/>
              </a:ext>
            </a:extLst>
          </p:cNvPr>
          <p:cNvSpPr>
            <a:spLocks xmlns:a="http://schemas.openxmlformats.org/drawingml/2006/main" noGrp="1"/>
          </p:cNvSpPr>
          <p:nvPr/>
        </p:nvSpPr>
        <p:spPr>
          <a:xfrm xmlns:a="http://schemas.openxmlformats.org/drawingml/2006/main">
            <a:off x="851541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5" name="Rectangle 164">
            <a:extLst xmlns:a="http://schemas.openxmlformats.org/drawingml/2006/main">
              <a:ext uri="{FF2B5EF4-FFF2-40B4-BE49-F238E27FC236}">
                <a16:creationId xmlns:a16="http://schemas.microsoft.com/office/drawing/2014/main" id="{BFF18A66-9059-493D-8AAA-BD21A0973592}"/>
              </a:ext>
            </a:extLst>
          </p:cNvPr>
          <p:cNvSpPr>
            <a:spLocks xmlns:a="http://schemas.openxmlformats.org/drawingml/2006/main" noGrp="1"/>
          </p:cNvSpPr>
          <p:nvPr/>
        </p:nvSpPr>
        <p:spPr>
          <a:xfrm xmlns:a="http://schemas.openxmlformats.org/drawingml/2006/main">
            <a:off x="886618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6" name="Rectangle 165">
            <a:extLst xmlns:a="http://schemas.openxmlformats.org/drawingml/2006/main">
              <a:ext uri="{FF2B5EF4-FFF2-40B4-BE49-F238E27FC236}">
                <a16:creationId xmlns:a16="http://schemas.microsoft.com/office/drawing/2014/main" id="{C6EA5808-7DEC-4447-8B8C-426C739C5946}"/>
              </a:ext>
            </a:extLst>
          </p:cNvPr>
          <p:cNvSpPr>
            <a:spLocks xmlns:a="http://schemas.openxmlformats.org/drawingml/2006/main" noGrp="1"/>
          </p:cNvSpPr>
          <p:nvPr/>
        </p:nvSpPr>
        <p:spPr>
          <a:xfrm xmlns:a="http://schemas.openxmlformats.org/drawingml/2006/main">
            <a:off x="921695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7" name="Rectangle 166">
            <a:extLst xmlns:a="http://schemas.openxmlformats.org/drawingml/2006/main">
              <a:ext uri="{FF2B5EF4-FFF2-40B4-BE49-F238E27FC236}">
                <a16:creationId xmlns:a16="http://schemas.microsoft.com/office/drawing/2014/main" id="{3AB4860A-5C02-4F3E-BF50-94825D753CD2}"/>
              </a:ext>
            </a:extLst>
          </p:cNvPr>
          <p:cNvSpPr>
            <a:spLocks xmlns:a="http://schemas.openxmlformats.org/drawingml/2006/main" noGrp="1"/>
          </p:cNvSpPr>
          <p:nvPr/>
        </p:nvSpPr>
        <p:spPr>
          <a:xfrm xmlns:a="http://schemas.openxmlformats.org/drawingml/2006/main">
            <a:off x="956772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8" name="Rectangle 167">
            <a:extLst xmlns:a="http://schemas.openxmlformats.org/drawingml/2006/main">
              <a:ext uri="{FF2B5EF4-FFF2-40B4-BE49-F238E27FC236}">
                <a16:creationId xmlns:a16="http://schemas.microsoft.com/office/drawing/2014/main" id="{9D03B5CA-427F-4B05-8094-A48F72610C75}"/>
              </a:ext>
            </a:extLst>
          </p:cNvPr>
          <p:cNvSpPr>
            <a:spLocks xmlns:a="http://schemas.openxmlformats.org/drawingml/2006/main" noGrp="1"/>
          </p:cNvSpPr>
          <p:nvPr/>
        </p:nvSpPr>
        <p:spPr>
          <a:xfrm xmlns:a="http://schemas.openxmlformats.org/drawingml/2006/main">
            <a:off x="991849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9" name="Rectangle 168">
            <a:extLst xmlns:a="http://schemas.openxmlformats.org/drawingml/2006/main">
              <a:ext uri="{FF2B5EF4-FFF2-40B4-BE49-F238E27FC236}">
                <a16:creationId xmlns:a16="http://schemas.microsoft.com/office/drawing/2014/main" id="{40201B3C-8220-4E6B-AF15-89FC06BE082F}"/>
              </a:ext>
            </a:extLst>
          </p:cNvPr>
          <p:cNvSpPr>
            <a:spLocks xmlns:a="http://schemas.openxmlformats.org/drawingml/2006/main" noGrp="1"/>
          </p:cNvSpPr>
          <p:nvPr/>
        </p:nvSpPr>
        <p:spPr>
          <a:xfrm xmlns:a="http://schemas.openxmlformats.org/drawingml/2006/main">
            <a:off x="1026926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0" name="Rectangle 169">
            <a:extLst xmlns:a="http://schemas.openxmlformats.org/drawingml/2006/main">
              <a:ext uri="{FF2B5EF4-FFF2-40B4-BE49-F238E27FC236}">
                <a16:creationId xmlns:a16="http://schemas.microsoft.com/office/drawing/2014/main" id="{79C84B94-5EE8-4A92-ABF7-5A60DBCEB5F8}"/>
              </a:ext>
            </a:extLst>
          </p:cNvPr>
          <p:cNvSpPr>
            <a:spLocks xmlns:a="http://schemas.openxmlformats.org/drawingml/2006/main" noGrp="1"/>
          </p:cNvSpPr>
          <p:nvPr/>
        </p:nvSpPr>
        <p:spPr>
          <a:xfrm xmlns:a="http://schemas.openxmlformats.org/drawingml/2006/main">
            <a:off x="1062003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1" name="Rectangle 170">
            <a:extLst xmlns:a="http://schemas.openxmlformats.org/drawingml/2006/main">
              <a:ext uri="{FF2B5EF4-FFF2-40B4-BE49-F238E27FC236}">
                <a16:creationId xmlns:a16="http://schemas.microsoft.com/office/drawing/2014/main" id="{4A3C44B3-80A7-441B-827A-5B4006F4B3FE}"/>
              </a:ext>
            </a:extLst>
          </p:cNvPr>
          <p:cNvSpPr>
            <a:spLocks xmlns:a="http://schemas.openxmlformats.org/drawingml/2006/main" noGrp="1"/>
          </p:cNvSpPr>
          <p:nvPr/>
        </p:nvSpPr>
        <p:spPr>
          <a:xfrm xmlns:a="http://schemas.openxmlformats.org/drawingml/2006/main">
            <a:off x="109708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2" name="TextBox 171">
            <a:extLst xmlns:a="http://schemas.openxmlformats.org/drawingml/2006/main">
              <a:ext uri="{FF2B5EF4-FFF2-40B4-BE49-F238E27FC236}">
                <a16:creationId xmlns:a16="http://schemas.microsoft.com/office/drawing/2014/main" id="{2265CC3F-8357-48A9-9037-96881BDAF432}"/>
              </a:ext>
            </a:extLst>
          </p:cNvPr>
          <p:cNvSpPr>
            <a:spLocks xmlns:a="http://schemas.openxmlformats.org/drawingml/2006/main" noGrp="1"/>
          </p:cNvSpPr>
          <p:nvPr/>
        </p:nvSpPr>
        <p:spPr>
          <a:xfrm xmlns:a="http://schemas.openxmlformats.org/drawingml/2006/main">
            <a:off x="8164643"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73" name="TextBox 172">
            <a:extLst xmlns:a="http://schemas.openxmlformats.org/drawingml/2006/main">
              <a:ext uri="{FF2B5EF4-FFF2-40B4-BE49-F238E27FC236}">
                <a16:creationId xmlns:a16="http://schemas.microsoft.com/office/drawing/2014/main" id="{4A0D8DE9-3D8B-4C0F-8FBE-32AFEFC59C8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想一想：哪幅图最容易用几条规则完整表示？</a:t>
            </a:r>
          </a:p>
        </p:txBody>
      </p:sp>
    </p:spTree>
    <p:extLst>
      <p:ext uri="{BB962C8B-B14F-4D97-AF65-F5344CB8AC3E}">
        <p14:creationId xmlns:p14="http://schemas.microsoft.com/office/powerpoint/2010/main" val="1655399267"/>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7FCA1C-D4D1-4BED-8A64-1CF23119DE3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8B54A75-8D64-43CF-97BD-15E2AA0072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1221FE2-AEAD-4FF9-8743-820BD3F9915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2F34E1E8-21C0-4DF0-9EA4-62F257F05A7D}"/>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EA858B16-7BE2-4CE6-8E63-A93A9982E2F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7B3298F-13E5-4F27-B374-1C0E14B2BF23}"/>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394552553"/>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1CE5AC9-AB0D-4B62-9F74-CEDFAC924E6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AD310D5-014C-48CB-8BE4-B216A34A49A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E34E78A-0BDC-4D73-ADEB-CE0938B9CB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B03AE566-C3DF-464E-9F58-9B8B123FBCDC}"/>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88244B90-9BBE-4DC2-8AE5-9BD6C81C433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FAB4E18-B79E-4053-AABE-575EF268842C}"/>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答案：A通常最小。</a:t>
            </a:r>
          </a:p>
        </p:txBody>
      </p:sp>
      <p:sp>
        <p:nvSpPr>
          <p:cNvPr id="8" name="TextBox 7">
            <a:extLst xmlns:a="http://schemas.openxmlformats.org/drawingml/2006/main">
              <a:ext uri="{FF2B5EF4-FFF2-40B4-BE49-F238E27FC236}">
                <a16:creationId xmlns:a16="http://schemas.microsoft.com/office/drawing/2014/main" id="{44F12834-DB67-4201-BF3F-203324C6EA93}"/>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纯色图像的重复与规律性最强，一般更容易用简短规则表示。</a:t>
            </a:r>
          </a:p>
        </p:txBody>
      </p:sp>
    </p:spTree>
    <p:extLst>
      <p:ext uri="{BB962C8B-B14F-4D97-AF65-F5344CB8AC3E}">
        <p14:creationId xmlns:p14="http://schemas.microsoft.com/office/powerpoint/2010/main" val="257567988"/>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147631-1FA8-4383-8868-4D8B6B4797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CDE4B0D-AD9D-42E6-8EDB-4FC234EB98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78411CA-9A67-4986-8B6E-10954BCCB9C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同一张图：BMP与JPG有什么不同？</a:t>
            </a:r>
          </a:p>
        </p:txBody>
      </p:sp>
      <p:sp>
        <p:nvSpPr>
          <p:cNvPr id="5" name="Connector 4">
            <a:extLst xmlns:a="http://schemas.openxmlformats.org/drawingml/2006/main">
              <a:ext uri="{FF2B5EF4-FFF2-40B4-BE49-F238E27FC236}">
                <a16:creationId xmlns:a16="http://schemas.microsoft.com/office/drawing/2014/main" id="{04153AC0-6909-414A-93DB-0C1026D0FEB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F38FA012-513F-437C-867C-6600EE0E5BA6}"/>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BMP（课堂例：未压缩）</a:t>
            </a:r>
          </a:p>
        </p:txBody>
      </p:sp>
      <p:sp>
        <p:nvSpPr>
          <p:cNvPr id="7" name="TextBox 6">
            <a:extLst xmlns:a="http://schemas.openxmlformats.org/drawingml/2006/main">
              <a:ext uri="{FF2B5EF4-FFF2-40B4-BE49-F238E27FC236}">
                <a16:creationId xmlns:a16="http://schemas.microsoft.com/office/drawing/2014/main" id="{C705A9B2-0C56-46EB-9618-7775F124CCD7}"/>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JPG（常见有损）</a:t>
            </a:r>
          </a:p>
        </p:txBody>
      </p:sp>
      <p:sp>
        <p:nvSpPr>
          <p:cNvPr id="8" name="TextBox 7">
            <a:extLst xmlns:a="http://schemas.openxmlformats.org/drawingml/2006/main">
              <a:ext uri="{FF2B5EF4-FFF2-40B4-BE49-F238E27FC236}">
                <a16:creationId xmlns:a16="http://schemas.microsoft.com/office/drawing/2014/main" id="{7137896A-B17D-4473-96ED-64D9F4AAC844}"/>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保存每个像素的颜色信息。</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可能占用较多空间。</a:t>
            </a:r>
          </a:p>
        </p:txBody>
      </p:sp>
      <p:sp>
        <p:nvSpPr>
          <p:cNvPr id="9" name="TextBox 8">
            <a:extLst xmlns:a="http://schemas.openxmlformats.org/drawingml/2006/main">
              <a:ext uri="{FF2B5EF4-FFF2-40B4-BE49-F238E27FC236}">
                <a16:creationId xmlns:a16="http://schemas.microsoft.com/office/drawing/2014/main" id="{199ADC3E-1E69-4462-BBA7-4FE6F8474CF9}"/>
              </a:ext>
            </a:extLst>
          </p:cNvPr>
          <p:cNvSpPr>
            <a:spLocks xmlns:a="http://schemas.openxmlformats.org/drawingml/2006/main" noGrp="1"/>
          </p:cNvSpPr>
          <p:nvPr/>
        </p:nvSpPr>
        <p:spPr>
          <a:xfrm xmlns:a="http://schemas.openxmlformats.org/drawingml/2006/main">
            <a:off x="6455664" y="2743200"/>
            <a:ext cx="4873752" cy="145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对图像进行近似表示。</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文件可能明显更小，</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但不能逐像素完全还原。</a:t>
            </a:r>
          </a:p>
        </p:txBody>
      </p:sp>
      <p:sp>
        <p:nvSpPr>
          <p:cNvPr id="10" name="TextBox 9">
            <a:extLst xmlns:a="http://schemas.openxmlformats.org/drawingml/2006/main">
              <a:ext uri="{FF2B5EF4-FFF2-40B4-BE49-F238E27FC236}">
                <a16:creationId xmlns:a16="http://schemas.microsoft.com/office/drawing/2014/main" id="{73F34A87-FDD6-4626-AC71-9DF15E08B25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有损不等于看起来一定明显变差；质量与参数有关。</a:t>
            </a:r>
          </a:p>
        </p:txBody>
      </p:sp>
      <p:sp xmlns:a="http://schemas.openxmlformats.org/drawingml/2006/main">
        <p:nvSpPr>
          <p:cNvPr id="11" name="Rectangle 10"/>
          <p:cNvSpPr/>
          <p:nvPr/>
        </p:nvSpPr>
        <p:spPr>
          <a:xfrm>
            <a:off x="713232" y="1664208"/>
            <a:ext cx="10744200" cy="3904487"/>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1051560" y="1965960"/>
            <a:ext cx="466344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左：原始局部（放大）</a:t>
            </a:r>
          </a:p>
        </p:txBody>
      </p:sp>
      <p:sp xmlns:a="http://schemas.openxmlformats.org/drawingml/2006/main">
        <p:nvSpPr>
          <p:cNvPr id="13" name="TextBox 12"/>
          <p:cNvSpPr txBox="1"/>
          <p:nvPr/>
        </p:nvSpPr>
        <p:spPr>
          <a:xfrm>
            <a:off x="6400800" y="1965960"/>
            <a:ext cx="4709160" cy="329184"/>
          </a:xfrm>
          <a:prstGeom prst="rect">
            <a:avLst/>
          </a:prstGeom>
          <a:noFill/>
        </p:spPr>
        <p:txBody>
          <a:bodyPr wrap="square" lIns="0" rIns="0" tIns="0" bIns="0" anchor="ctr">
            <a:spAutoFit/>
          </a:bodyPr>
          <a:lstStyle/>
          <a:p>
            <a:pPr>
              <a:spcAft>
                <a:spcPts val="200"/>
              </a:spcAft>
              <a:defRPr sz="1700" b="1">
                <a:solidFill>
                  <a:srgbClr val="007C9B"/>
                </a:solidFill>
                <a:latin typeface="Alibaba PuHuiTi 3.0 115 Black"/>
              </a:defRPr>
            </a:pPr>
            <a:r>
              <a:t>右：低质量JPEG（放大）</a:t>
            </a:r>
          </a:p>
        </p:txBody>
      </p:sp>
      <p:pic xmlns:a="http://schemas.openxmlformats.org/drawingml/2006/main" xmlns:r="http://schemas.openxmlformats.org/officeDocument/2006/relationships">
        <p:nvPicPr>
          <p:cNvPr id="14" name="融合证据图_v8.4.10_原页63" descr="image.png"/>
          <p:cNvPicPr>
            <a:picLocks noChangeAspect="1"/>
          </p:cNvPicPr>
          <p:nvPr/>
        </p:nvPicPr>
        <p:blipFill>
          <a:blip r:embed="rId3"/>
          <a:stretch>
            <a:fillRect/>
          </a:stretch>
        </p:blipFill>
        <p:spPr>
          <a:xfrm>
            <a:off x="1078992" y="2432304"/>
            <a:ext cx="9966960" cy="2788920"/>
          </a:xfrm>
          <a:prstGeom prst="rect">
            <a:avLst/>
          </a:prstGeom>
        </p:spPr>
      </p:pic>
      <p:sp xmlns:a="http://schemas.openxmlformats.org/drawingml/2006/main">
        <p:nvSpPr>
          <p:cNvPr id="15" name="Rectangle 14"/>
          <p:cNvSpPr/>
          <p:nvPr/>
        </p:nvSpPr>
        <p:spPr>
          <a:xfrm>
            <a:off x="1389888" y="5330952"/>
            <a:ext cx="9418320" cy="484632"/>
          </a:xfrm>
          <a:prstGeom prst="rect">
            <a:avLst/>
          </a:prstGeom>
          <a:solidFill>
            <a:srgbClr val="F6F3FF"/>
          </a:solidFill>
          <a:ln w="12700">
            <a:solidFill>
              <a:srgbClr val="E6E6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1517904" y="5376672"/>
            <a:ext cx="9180576" cy="384048"/>
          </a:xfrm>
          <a:prstGeom prst="rect">
            <a:avLst/>
          </a:prstGeom>
          <a:noFill/>
        </p:spPr>
        <p:txBody>
          <a:bodyPr wrap="square" lIns="0" rIns="0" tIns="0" bIns="0" anchor="ctr">
            <a:spAutoFit/>
          </a:bodyPr>
          <a:lstStyle/>
          <a:p>
            <a:pPr algn="ctr">
              <a:spcAft>
                <a:spcPts val="200"/>
              </a:spcAft>
              <a:defRPr sz="1800" b="1">
                <a:solidFill>
                  <a:srgbClr val="8C64E1"/>
                </a:solidFill>
                <a:latin typeface="Alibaba PuHuiTi 3.0 115 Black"/>
              </a:defRPr>
            </a:pPr>
            <a:r>
              <a:t>对照条件：同一局部放大 · JPEG极低质量只为放大差别</a:t>
            </a:r>
          </a:p>
        </p:txBody>
      </p:sp>
    </p:spTree>
    <p:extLst>
      <p:ext uri="{BB962C8B-B14F-4D97-AF65-F5344CB8AC3E}">
        <p14:creationId xmlns:p14="http://schemas.microsoft.com/office/powerpoint/2010/main" val="1509452929"/>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06AA72F-704B-4A3D-905A-94D454EB24F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2E680AF-3F51-4CE1-B169-E3EE49C9B13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2A1C8D9-ABD3-4AF2-94E4-A79323C6D6D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MP3、JPG再用RAR压缩，会怎样？</a:t>
            </a:r>
          </a:p>
        </p:txBody>
      </p:sp>
      <p:sp>
        <p:nvSpPr>
          <p:cNvPr id="5" name="Connector 4">
            <a:extLst xmlns:a="http://schemas.openxmlformats.org/drawingml/2006/main">
              <a:ext uri="{FF2B5EF4-FFF2-40B4-BE49-F238E27FC236}">
                <a16:creationId xmlns:a16="http://schemas.microsoft.com/office/drawing/2014/main" id="{3F3A2829-0D88-47E2-AF93-3B86091B4D1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C6C0835B-CE48-4695-9800-BCC7915250AD}"/>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第一次压缩</a:t>
            </a:r>
          </a:p>
        </p:txBody>
      </p:sp>
      <p:sp>
        <p:nvSpPr>
          <p:cNvPr id="7" name="TextBox 6">
            <a:extLst xmlns:a="http://schemas.openxmlformats.org/drawingml/2006/main">
              <a:ext uri="{FF2B5EF4-FFF2-40B4-BE49-F238E27FC236}">
                <a16:creationId xmlns:a16="http://schemas.microsoft.com/office/drawing/2014/main" id="{4B271E2C-FC73-4C7C-9F06-623B19D54319}"/>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再次压缩</a:t>
            </a:r>
          </a:p>
        </p:txBody>
      </p:sp>
      <p:sp>
        <p:nvSpPr>
          <p:cNvPr id="8" name="TextBox 7">
            <a:extLst xmlns:a="http://schemas.openxmlformats.org/drawingml/2006/main">
              <a:ext uri="{FF2B5EF4-FFF2-40B4-BE49-F238E27FC236}">
                <a16:creationId xmlns:a16="http://schemas.microsoft.com/office/drawing/2014/main" id="{DFDCD88A-0B0D-4BF2-AC98-368C4BAE74F3}"/>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有些重复或不重要的信息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被更简洁地表示，文件大幅减小。</a:t>
            </a:r>
          </a:p>
        </p:txBody>
      </p:sp>
      <p:sp>
        <p:nvSpPr>
          <p:cNvPr id="9" name="TextBox 8">
            <a:extLst xmlns:a="http://schemas.openxmlformats.org/drawingml/2006/main">
              <a:ext uri="{FF2B5EF4-FFF2-40B4-BE49-F238E27FC236}">
                <a16:creationId xmlns:a16="http://schemas.microsoft.com/office/drawing/2014/main" id="{557734D2-7AE1-4AA2-8241-DC9F76C01B1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可进一步利用的冗余通常较少，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RAR再压往往收效不大。</a:t>
            </a:r>
          </a:p>
        </p:txBody>
      </p:sp>
      <p:sp>
        <p:nvSpPr>
          <p:cNvPr id="10" name="TextBox 9">
            <a:extLst xmlns:a="http://schemas.openxmlformats.org/drawingml/2006/main">
              <a:ext uri="{FF2B5EF4-FFF2-40B4-BE49-F238E27FC236}">
                <a16:creationId xmlns:a16="http://schemas.microsoft.com/office/drawing/2014/main" id="{44ED8C18-2382-4CAF-A3F3-214C9A61240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注意：再次用有损编码重新保存，还可能累积质量损失。</a:t>
            </a:r>
          </a:p>
        </p:txBody>
      </p:sp>
    </p:spTree>
    <p:extLst>
      <p:ext uri="{BB962C8B-B14F-4D97-AF65-F5344CB8AC3E}">
        <p14:creationId xmlns:p14="http://schemas.microsoft.com/office/powerpoint/2010/main" val="933221314"/>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2374F80-AC05-41F9-BC4E-6AF0F3F5B13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A654D59-D72D-4BC2-A920-5877C8D4F9C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2E9F7F-8144-40AF-8FD1-E3B3249B946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是不是压得越小就一定越好？</a:t>
            </a:r>
          </a:p>
        </p:txBody>
      </p:sp>
      <p:sp>
        <p:nvSpPr>
          <p:cNvPr id="5" name="backup-title">
            <a:extLst xmlns:a="http://schemas.openxmlformats.org/drawingml/2006/main">
              <a:ext uri="{FF2B5EF4-FFF2-40B4-BE49-F238E27FC236}">
                <a16:creationId xmlns:a16="http://schemas.microsoft.com/office/drawing/2014/main" id="{07BE8652-2CFB-48EA-B70D-3E1F57FA9C21}"/>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重要文档长期备份</a:t>
            </a:r>
          </a:p>
        </p:txBody>
      </p:sp>
      <p:sp>
        <p:nvSpPr>
          <p:cNvPr id="6" name="call-title">
            <a:extLst xmlns:a="http://schemas.openxmlformats.org/drawingml/2006/main">
              <a:ext uri="{FF2B5EF4-FFF2-40B4-BE49-F238E27FC236}">
                <a16:creationId xmlns:a16="http://schemas.microsoft.com/office/drawing/2014/main" id="{D623437A-4969-423C-83DD-A906B6B4C63C}"/>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实时视频通话</a:t>
            </a:r>
          </a:p>
        </p:txBody>
      </p:sp>
      <p:pic>
        <p:nvPicPr>
          <p:cNvPr id="7" name="">
            <a:extLst xmlns:a="http://schemas.openxmlformats.org/drawingml/2006/main">
              <a:ext uri="{FF2B5EF4-FFF2-40B4-BE49-F238E27FC236}">
                <a16:creationId xmlns:a16="http://schemas.microsoft.com/office/drawing/2014/main" id="{63BCB798-5ADB-4438-AEC7-43608A28CACD}"/>
              </a:ext>
            </a:extLst>
          </p:cNvPr>
          <p:cNvPicPr>
            <a:picLocks xmlns:a="http://schemas.openxmlformats.org/drawingml/2006/main" noChangeAspect="1"/>
          </p:cNvPicPr>
          <p:nvPr/>
        </p:nvPicPr>
        <p:blipFill>
          <a:blip xmlns:r="http://schemas.openxmlformats.org/officeDocument/2006/relationships" xmlns:a="http://schemas.openxmlformats.org/drawingml/2006/main" r:embed="R801e871c77e14fb5"/>
          <a:stretch xmlns:a="http://schemas.openxmlformats.org/drawingml/2006/main"/>
        </p:blipFill>
        <p:spPr>
          <a:xfrm xmlns:a="http://schemas.openxmlformats.org/drawingml/2006/main">
            <a:off x="609621" y="2295525"/>
            <a:ext cx="5181559" cy="28003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CE8A559-5D37-43E0-9E01-D96E146ECBD4}"/>
              </a:ext>
            </a:extLst>
          </p:cNvPr>
          <p:cNvPicPr>
            <a:picLocks xmlns:a="http://schemas.openxmlformats.org/drawingml/2006/main" noChangeAspect="1"/>
          </p:cNvPicPr>
          <p:nvPr/>
        </p:nvPicPr>
        <p:blipFill>
          <a:blip xmlns:r="http://schemas.openxmlformats.org/officeDocument/2006/relationships" xmlns:a="http://schemas.openxmlformats.org/drawingml/2006/main" r:embed="R6f6321ef47d440d9"/>
          <a:stretch xmlns:a="http://schemas.openxmlformats.org/drawingml/2006/main"/>
        </p:blipFill>
        <p:spPr>
          <a:xfrm xmlns:a="http://schemas.openxmlformats.org/drawingml/2006/main">
            <a:off x="6400821" y="2295525"/>
            <a:ext cx="5181559" cy="2800350"/>
          </a:xfrm>
          <a:prstGeom xmlns:a="http://schemas.openxmlformats.org/drawingml/2006/main" prst="rect">
            <a:avLst/>
          </a:prstGeom>
        </p:spPr>
      </p:pic>
      <p:sp>
        <p:nvSpPr>
          <p:cNvPr id="9" name="backup-criteria">
            <a:extLst xmlns:a="http://schemas.openxmlformats.org/drawingml/2006/main">
              <a:ext uri="{FF2B5EF4-FFF2-40B4-BE49-F238E27FC236}">
                <a16:creationId xmlns:a16="http://schemas.microsoft.com/office/drawing/2014/main" id="{DC0675A9-E53A-4285-A07D-6C35015D2091}"/>
              </a:ext>
            </a:extLst>
          </p:cNvPr>
          <p:cNvSpPr>
            <a:spLocks xmlns:a="http://schemas.openxmlformats.org/drawingml/2006/main" noGrp="1"/>
          </p:cNvSpPr>
          <p:nvPr/>
        </p:nvSpPr>
        <p:spPr>
          <a:xfrm xmlns:a="http://schemas.openxmlformats.org/drawingml/2006/main">
            <a:off x="6096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优先：信息完整、能恢复、可靠保存。</a:t>
            </a:r>
          </a:p>
        </p:txBody>
      </p:sp>
      <p:sp>
        <p:nvSpPr>
          <p:cNvPr id="10" name="call-criteria">
            <a:extLst xmlns:a="http://schemas.openxmlformats.org/drawingml/2006/main">
              <a:ext uri="{FF2B5EF4-FFF2-40B4-BE49-F238E27FC236}">
                <a16:creationId xmlns:a16="http://schemas.microsoft.com/office/drawing/2014/main" id="{E3457951-3B42-42B4-942C-E86107EDF265}"/>
              </a:ext>
            </a:extLst>
          </p:cNvPr>
          <p:cNvSpPr>
            <a:spLocks xmlns:a="http://schemas.openxmlformats.org/drawingml/2006/main" noGrp="1"/>
          </p:cNvSpPr>
          <p:nvPr/>
        </p:nvSpPr>
        <p:spPr>
          <a:xfrm xmlns:a="http://schemas.openxmlformats.org/drawingml/2006/main">
            <a:off x="64008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兼顾：延迟、流畅度、质量与传输量。</a:t>
            </a:r>
          </a:p>
        </p:txBody>
      </p:sp>
    </p:spTree>
    <p:extLst>
      <p:ext uri="{BB962C8B-B14F-4D97-AF65-F5344CB8AC3E}">
        <p14:creationId xmlns:p14="http://schemas.microsoft.com/office/powerpoint/2010/main" val="773889408"/>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4ECC57D-3EC2-4E82-BFDB-6B425EF4BED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51B0C2A-252A-4573-B386-F9E92B3F32B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AC6D563-4F4D-4E6B-A95A-F6972747DC6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8295C14A-D57C-4BBD-88B3-0849056DD12D}"/>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DD961FBF-9D13-4C1C-9CCA-D690D01C120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9711DFE-76B6-4FD8-A082-95D0F0D5B8D2}"/>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逐条作答，并解释理由。</a:t>
            </a:r>
          </a:p>
        </p:txBody>
      </p:sp>
    </p:spTree>
    <p:extLst>
      <p:ext uri="{BB962C8B-B14F-4D97-AF65-F5344CB8AC3E}">
        <p14:creationId xmlns:p14="http://schemas.microsoft.com/office/powerpoint/2010/main" val="1473862044"/>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609B9DD-694F-485B-B6C8-49C3361E130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72F7134-E441-4DA6-87C5-DA03E653B22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CC5BE53-9689-4207-B665-44827C3A9D5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BFE14377-6E70-4EE8-B768-713558A5CFF9}"/>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E79C305F-653C-4652-98AA-12B8FF00A3C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BF61D177-73CD-49B9-B4DD-F2CCA6C94618}"/>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答案：①错；②对；③对。</a:t>
            </a:r>
          </a:p>
        </p:txBody>
      </p:sp>
      <p:sp>
        <p:nvSpPr>
          <p:cNvPr id="8" name="TextBox 7">
            <a:extLst xmlns:a="http://schemas.openxmlformats.org/drawingml/2006/main">
              <a:ext uri="{FF2B5EF4-FFF2-40B4-BE49-F238E27FC236}">
                <a16:creationId xmlns:a16="http://schemas.microsoft.com/office/drawing/2014/main" id="{85AA293A-84C1-4F1F-BF91-C1D2AF183C16}"/>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①音轨不等于声道；②每帧的数据量相加可能很大；③ZIP为无损归档。</a:t>
            </a:r>
          </a:p>
        </p:txBody>
      </p:sp>
    </p:spTree>
    <p:extLst>
      <p:ext uri="{BB962C8B-B14F-4D97-AF65-F5344CB8AC3E}">
        <p14:creationId xmlns:p14="http://schemas.microsoft.com/office/powerpoint/2010/main" val="1238523999"/>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134AEC3-F7F9-41A6-B0D5-952E9215F7C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00E3C23-EE20-4E54-A8A3-61FC7D9A5A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9F4FB7B-8AD4-4807-B433-8ACDC5C6C3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离开课堂前，解释三个为什么</a:t>
            </a:r>
          </a:p>
        </p:txBody>
      </p:sp>
      <p:sp>
        <p:nvSpPr>
          <p:cNvPr id="5" name="TextBox 4">
            <a:extLst xmlns:a="http://schemas.openxmlformats.org/drawingml/2006/main">
              <a:ext uri="{FF2B5EF4-FFF2-40B4-BE49-F238E27FC236}">
                <a16:creationId xmlns:a16="http://schemas.microsoft.com/office/drawing/2014/main" id="{78C11642-739C-4B7F-B0E3-3546DFE46D92}"/>
              </a:ext>
            </a:extLst>
          </p:cNvPr>
          <p:cNvSpPr>
            <a:spLocks xmlns:a="http://schemas.openxmlformats.org/drawingml/2006/main" noGrp="1"/>
          </p:cNvSpPr>
          <p:nvPr/>
        </p:nvSpPr>
        <p:spPr>
          <a:xfrm xmlns:a="http://schemas.openxmlformats.org/drawingml/2006/main">
            <a:off x="786384" y="19526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① 声音为什么能变成一组0和1？</a:t>
            </a:r>
          </a:p>
        </p:txBody>
      </p:sp>
      <p:sp>
        <p:nvSpPr>
          <p:cNvPr id="6" name="TextBox 5">
            <a:extLst xmlns:a="http://schemas.openxmlformats.org/drawingml/2006/main">
              <a:ext uri="{FF2B5EF4-FFF2-40B4-BE49-F238E27FC236}">
                <a16:creationId xmlns:a16="http://schemas.microsoft.com/office/drawing/2014/main" id="{F7184CA6-1653-4AF3-91A0-6BD76E3B69E1}"/>
              </a:ext>
            </a:extLst>
          </p:cNvPr>
          <p:cNvSpPr>
            <a:spLocks xmlns:a="http://schemas.openxmlformats.org/drawingml/2006/main" noGrp="1"/>
          </p:cNvSpPr>
          <p:nvPr/>
        </p:nvSpPr>
        <p:spPr>
          <a:xfrm xmlns:a="http://schemas.openxmlformats.org/drawingml/2006/main">
            <a:off x="786384" y="338137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② 小视频为什么可能算出6.44 GiB？</a:t>
            </a:r>
          </a:p>
        </p:txBody>
      </p:sp>
      <p:sp>
        <p:nvSpPr>
          <p:cNvPr id="7" name="TextBox 6">
            <a:extLst xmlns:a="http://schemas.openxmlformats.org/drawingml/2006/main">
              <a:ext uri="{FF2B5EF4-FFF2-40B4-BE49-F238E27FC236}">
                <a16:creationId xmlns:a16="http://schemas.microsoft.com/office/drawing/2014/main" id="{5B94B5CC-23AD-4092-BE37-730824E196A6}"/>
              </a:ext>
            </a:extLst>
          </p:cNvPr>
          <p:cNvSpPr>
            <a:spLocks xmlns:a="http://schemas.openxmlformats.org/drawingml/2006/main" noGrp="1"/>
          </p:cNvSpPr>
          <p:nvPr/>
        </p:nvSpPr>
        <p:spPr>
          <a:xfrm xmlns:a="http://schemas.openxmlformats.org/drawingml/2006/main">
            <a:off x="786384" y="48101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③ 有些文件为什么压缩后变化很小？</a:t>
            </a:r>
          </a:p>
        </p:txBody>
      </p:sp>
    </p:spTree>
    <p:extLst>
      <p:ext uri="{BB962C8B-B14F-4D97-AF65-F5344CB8AC3E}">
        <p14:creationId xmlns:p14="http://schemas.microsoft.com/office/powerpoint/2010/main" val="1286529956"/>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Tree>
    <p:extLst>
      <p:ext uri="{BB962C8B-B14F-4D97-AF65-F5344CB8AC3E}">
        <p14:creationId xmlns:p14="http://schemas.microsoft.com/office/powerpoint/2010/main" val="1560500694"/>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
        <p:nvSpPr>
          <p:cNvPr id="29" name="tree-link-5">
            <a:extLst xmlns:a="http://schemas.openxmlformats.org/drawingml/2006/main">
              <a:ext uri="{FF2B5EF4-FFF2-40B4-BE49-F238E27FC236}">
                <a16:creationId xmlns:a16="http://schemas.microsoft.com/office/drawing/2014/main" id="{463759E1-DFF0-4CA4-B119-F8B7A0A4AEC5}"/>
              </a:ext>
            </a:extLst>
          </p:cNvPr>
          <p:cNvSpPr>
            <a:spLocks xmlns:a="http://schemas.openxmlformats.org/drawingml/2006/main" noGrp="1"/>
          </p:cNvSpPr>
          <p:nvPr/>
        </p:nvSpPr>
        <p:spPr>
          <a:xfrm xmlns:a="http://schemas.openxmlformats.org/drawingml/2006/main">
            <a:off x="2914650" y="57721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30" name="tree-trunk-5">
            <a:extLst xmlns:a="http://schemas.openxmlformats.org/drawingml/2006/main">
              <a:ext uri="{FF2B5EF4-FFF2-40B4-BE49-F238E27FC236}">
                <a16:creationId xmlns:a16="http://schemas.microsoft.com/office/drawing/2014/main" id="{04027E28-FED3-4483-AB7D-85199C0C18AF}"/>
              </a:ext>
            </a:extLst>
          </p:cNvPr>
          <p:cNvSpPr>
            <a:spLocks xmlns:a="http://schemas.openxmlformats.org/drawingml/2006/main" noGrp="1"/>
          </p:cNvSpPr>
          <p:nvPr/>
        </p:nvSpPr>
        <p:spPr>
          <a:xfrm xmlns:a="http://schemas.openxmlformats.org/drawingml/2006/main">
            <a:off x="2914650" y="50482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31" name="tree-focus-5">
            <a:extLst xmlns:a="http://schemas.openxmlformats.org/drawingml/2006/main">
              <a:ext uri="{FF2B5EF4-FFF2-40B4-BE49-F238E27FC236}">
                <a16:creationId xmlns:a16="http://schemas.microsoft.com/office/drawing/2014/main" id="{10C01FA3-20E4-4A7E-881E-2344A85AA799}"/>
              </a:ext>
            </a:extLst>
          </p:cNvPr>
          <p:cNvSpPr>
            <a:spLocks xmlns:a="http://schemas.openxmlformats.org/drawingml/2006/main" noGrp="1"/>
          </p:cNvSpPr>
          <p:nvPr/>
        </p:nvSpPr>
        <p:spPr>
          <a:xfrm xmlns:a="http://schemas.openxmlformats.org/drawingml/2006/main">
            <a:off x="3333750" y="54673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2" name="tree-node-5">
            <a:extLst xmlns:a="http://schemas.openxmlformats.org/drawingml/2006/main">
              <a:ext uri="{FF2B5EF4-FFF2-40B4-BE49-F238E27FC236}">
                <a16:creationId xmlns:a16="http://schemas.microsoft.com/office/drawing/2014/main" id="{650BEF4C-1A7E-4291-9282-166E29814291}"/>
              </a:ext>
            </a:extLst>
          </p:cNvPr>
          <p:cNvSpPr>
            <a:spLocks xmlns:a="http://schemas.openxmlformats.org/drawingml/2006/main" noGrp="1"/>
          </p:cNvSpPr>
          <p:nvPr/>
        </p:nvSpPr>
        <p:spPr>
          <a:xfrm xmlns:a="http://schemas.openxmlformats.org/drawingml/2006/main">
            <a:off x="3476625" y="56292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压缩与恢复</a:t>
            </a:r>
          </a:p>
        </p:txBody>
      </p:sp>
      <p:sp>
        <p:nvSpPr>
          <p:cNvPr id="33" name="tree-detail-5">
            <a:extLst xmlns:a="http://schemas.openxmlformats.org/drawingml/2006/main">
              <a:ext uri="{FF2B5EF4-FFF2-40B4-BE49-F238E27FC236}">
                <a16:creationId xmlns:a16="http://schemas.microsoft.com/office/drawing/2014/main" id="{D1EE542A-8447-4FA3-A14C-B7D0865E6AB0}"/>
              </a:ext>
            </a:extLst>
          </p:cNvPr>
          <p:cNvSpPr>
            <a:spLocks xmlns:a="http://schemas.openxmlformats.org/drawingml/2006/main" noGrp="1"/>
          </p:cNvSpPr>
          <p:nvPr/>
        </p:nvSpPr>
        <p:spPr>
          <a:xfrm xmlns:a="http://schemas.openxmlformats.org/drawingml/2006/main">
            <a:off x="6381750" y="54768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目标：减少数据量</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能否完整恢复，区分无损／有损</a:t>
            </a:r>
          </a:p>
        </p:txBody>
      </p:sp>
    </p:spTree>
    <p:extLst>
      <p:ext uri="{BB962C8B-B14F-4D97-AF65-F5344CB8AC3E}">
        <p14:creationId xmlns:p14="http://schemas.microsoft.com/office/powerpoint/2010/main" val="1560500694"/>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Tree>
    <p:extLst>
      <p:ext uri="{BB962C8B-B14F-4D97-AF65-F5344CB8AC3E}">
        <p14:creationId xmlns:p14="http://schemas.microsoft.com/office/powerpoint/2010/main" val="1752247001"/>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
        <p:nvSpPr>
          <p:cNvPr id="23" name="alias-wave-1">
            <a:extLst xmlns:a="http://schemas.openxmlformats.org/drawingml/2006/main">
              <a:ext uri="{FF2B5EF4-FFF2-40B4-BE49-F238E27FC236}">
                <a16:creationId xmlns:a16="http://schemas.microsoft.com/office/drawing/2014/main" id="{66BD239C-EBE9-49A2-91AE-33768DEAB976}"/>
              </a:ext>
            </a:extLst>
          </p:cNvPr>
          <p:cNvSpPr>
            <a:spLocks xmlns:a="http://schemas.openxmlformats.org/drawingml/2006/main" noGrp="1"/>
          </p:cNvSpPr>
          <p:nvPr/>
        </p:nvSpPr>
        <p:spPr>
          <a:xfrm xmlns:a="http://schemas.openxmlformats.org/drawingml/2006/main">
            <a:off x="2238375" y="2381250"/>
            <a:ext cx="8096250" cy="1238250"/>
          </a:xfrm>
          <a:custGeom xmlns:a="http://schemas.openxmlformats.org/drawingml/2006/main">
            <a:pathLst>
              <a:path w="8096250" h="1238250">
                <a:moveTo>
                  <a:pt x="0" y="0"/>
                </a:moveTo>
                <a:lnTo>
                  <a:pt x="26988" y="136"/>
                </a:lnTo>
                <a:lnTo>
                  <a:pt x="53975" y="543"/>
                </a:lnTo>
                <a:lnTo>
                  <a:pt x="80963" y="1222"/>
                </a:lnTo>
                <a:lnTo>
                  <a:pt x="107950" y="2171"/>
                </a:lnTo>
                <a:lnTo>
                  <a:pt x="134937" y="3392"/>
                </a:lnTo>
                <a:lnTo>
                  <a:pt x="161925" y="4882"/>
                </a:lnTo>
                <a:lnTo>
                  <a:pt x="188913" y="6642"/>
                </a:lnTo>
                <a:lnTo>
                  <a:pt x="215900" y="8670"/>
                </a:lnTo>
                <a:lnTo>
                  <a:pt x="242888" y="10966"/>
                </a:lnTo>
                <a:lnTo>
                  <a:pt x="269875" y="13529"/>
                </a:lnTo>
                <a:lnTo>
                  <a:pt x="296863" y="16358"/>
                </a:lnTo>
                <a:lnTo>
                  <a:pt x="323850" y="19451"/>
                </a:lnTo>
                <a:lnTo>
                  <a:pt x="350837" y="22807"/>
                </a:lnTo>
                <a:lnTo>
                  <a:pt x="377825" y="26425"/>
                </a:lnTo>
                <a:lnTo>
                  <a:pt x="404813" y="30302"/>
                </a:lnTo>
                <a:lnTo>
                  <a:pt x="431800" y="34438"/>
                </a:lnTo>
                <a:lnTo>
                  <a:pt x="458788" y="38830"/>
                </a:lnTo>
                <a:lnTo>
                  <a:pt x="485775" y="43477"/>
                </a:lnTo>
                <a:lnTo>
                  <a:pt x="512762" y="48376"/>
                </a:lnTo>
                <a:lnTo>
                  <a:pt x="539750" y="53526"/>
                </a:lnTo>
                <a:lnTo>
                  <a:pt x="566738" y="58924"/>
                </a:lnTo>
                <a:lnTo>
                  <a:pt x="593725" y="64567"/>
                </a:lnTo>
                <a:lnTo>
                  <a:pt x="620712" y="70454"/>
                </a:lnTo>
                <a:lnTo>
                  <a:pt x="647700" y="76582"/>
                </a:lnTo>
                <a:lnTo>
                  <a:pt x="674687" y="82947"/>
                </a:lnTo>
                <a:lnTo>
                  <a:pt x="701675" y="89548"/>
                </a:lnTo>
                <a:lnTo>
                  <a:pt x="728663" y="96380"/>
                </a:lnTo>
                <a:lnTo>
                  <a:pt x="755650" y="103443"/>
                </a:lnTo>
                <a:lnTo>
                  <a:pt x="782638" y="110731"/>
                </a:lnTo>
                <a:lnTo>
                  <a:pt x="809625" y="118242"/>
                </a:lnTo>
                <a:lnTo>
                  <a:pt x="836612" y="125973"/>
                </a:lnTo>
                <a:lnTo>
                  <a:pt x="863600" y="133921"/>
                </a:lnTo>
                <a:lnTo>
                  <a:pt x="890588" y="142081"/>
                </a:lnTo>
                <a:lnTo>
                  <a:pt x="917575" y="150450"/>
                </a:lnTo>
                <a:lnTo>
                  <a:pt x="944563" y="159025"/>
                </a:lnTo>
                <a:lnTo>
                  <a:pt x="971550" y="167802"/>
                </a:lnTo>
                <a:lnTo>
                  <a:pt x="998538" y="176777"/>
                </a:lnTo>
                <a:lnTo>
                  <a:pt x="1025525" y="185946"/>
                </a:lnTo>
                <a:lnTo>
                  <a:pt x="1052513" y="195305"/>
                </a:lnTo>
                <a:lnTo>
                  <a:pt x="1079500" y="204850"/>
                </a:lnTo>
                <a:lnTo>
                  <a:pt x="1106487" y="214576"/>
                </a:lnTo>
                <a:lnTo>
                  <a:pt x="1133475" y="224480"/>
                </a:lnTo>
                <a:lnTo>
                  <a:pt x="1160463" y="234557"/>
                </a:lnTo>
                <a:lnTo>
                  <a:pt x="1187450" y="244803"/>
                </a:lnTo>
                <a:lnTo>
                  <a:pt x="1214438" y="255212"/>
                </a:lnTo>
                <a:lnTo>
                  <a:pt x="1241425" y="265782"/>
                </a:lnTo>
                <a:lnTo>
                  <a:pt x="1268413" y="276506"/>
                </a:lnTo>
                <a:lnTo>
                  <a:pt x="1295400" y="287381"/>
                </a:lnTo>
                <a:lnTo>
                  <a:pt x="1322388" y="298402"/>
                </a:lnTo>
                <a:lnTo>
                  <a:pt x="1349375" y="309563"/>
                </a:lnTo>
                <a:lnTo>
                  <a:pt x="1376363" y="320859"/>
                </a:lnTo>
                <a:lnTo>
                  <a:pt x="1403350" y="332287"/>
                </a:lnTo>
                <a:lnTo>
                  <a:pt x="1430337" y="343840"/>
                </a:lnTo>
                <a:lnTo>
                  <a:pt x="1457325" y="355514"/>
                </a:lnTo>
                <a:lnTo>
                  <a:pt x="1484312" y="367304"/>
                </a:lnTo>
                <a:lnTo>
                  <a:pt x="1511300" y="379204"/>
                </a:lnTo>
                <a:lnTo>
                  <a:pt x="1538288" y="391210"/>
                </a:lnTo>
                <a:lnTo>
                  <a:pt x="1565275" y="403315"/>
                </a:lnTo>
                <a:lnTo>
                  <a:pt x="1592262" y="415515"/>
                </a:lnTo>
                <a:lnTo>
                  <a:pt x="1619250" y="427805"/>
                </a:lnTo>
                <a:lnTo>
                  <a:pt x="1646238" y="440178"/>
                </a:lnTo>
                <a:lnTo>
                  <a:pt x="1673225" y="452630"/>
                </a:lnTo>
                <a:lnTo>
                  <a:pt x="1700213" y="465155"/>
                </a:lnTo>
                <a:lnTo>
                  <a:pt x="1727200" y="477747"/>
                </a:lnTo>
                <a:lnTo>
                  <a:pt x="1754188" y="490402"/>
                </a:lnTo>
                <a:lnTo>
                  <a:pt x="1781175" y="503113"/>
                </a:lnTo>
                <a:lnTo>
                  <a:pt x="1808163" y="515874"/>
                </a:lnTo>
                <a:lnTo>
                  <a:pt x="1835150" y="528681"/>
                </a:lnTo>
                <a:lnTo>
                  <a:pt x="1862138" y="541528"/>
                </a:lnTo>
                <a:lnTo>
                  <a:pt x="1889125" y="554409"/>
                </a:lnTo>
                <a:lnTo>
                  <a:pt x="1916112" y="567318"/>
                </a:lnTo>
                <a:lnTo>
                  <a:pt x="1943100" y="580250"/>
                </a:lnTo>
                <a:lnTo>
                  <a:pt x="1970088" y="593199"/>
                </a:lnTo>
                <a:lnTo>
                  <a:pt x="1997075" y="606159"/>
                </a:lnTo>
                <a:lnTo>
                  <a:pt x="2024063" y="619125"/>
                </a:lnTo>
                <a:lnTo>
                  <a:pt x="2051050" y="632091"/>
                </a:lnTo>
                <a:lnTo>
                  <a:pt x="2078037" y="645051"/>
                </a:lnTo>
                <a:lnTo>
                  <a:pt x="2105025" y="658000"/>
                </a:lnTo>
                <a:lnTo>
                  <a:pt x="2132013" y="670932"/>
                </a:lnTo>
                <a:lnTo>
                  <a:pt x="2159000" y="683841"/>
                </a:lnTo>
                <a:lnTo>
                  <a:pt x="2185988" y="696722"/>
                </a:lnTo>
                <a:lnTo>
                  <a:pt x="2212975" y="709569"/>
                </a:lnTo>
                <a:lnTo>
                  <a:pt x="2239962" y="722376"/>
                </a:lnTo>
                <a:lnTo>
                  <a:pt x="2266950" y="735137"/>
                </a:lnTo>
                <a:lnTo>
                  <a:pt x="2293938" y="747848"/>
                </a:lnTo>
                <a:lnTo>
                  <a:pt x="2320925" y="760503"/>
                </a:lnTo>
                <a:lnTo>
                  <a:pt x="2347913" y="773095"/>
                </a:lnTo>
                <a:lnTo>
                  <a:pt x="2374900" y="785620"/>
                </a:lnTo>
                <a:lnTo>
                  <a:pt x="2401888" y="798072"/>
                </a:lnTo>
                <a:lnTo>
                  <a:pt x="2428875" y="810445"/>
                </a:lnTo>
                <a:lnTo>
                  <a:pt x="2455863" y="822735"/>
                </a:lnTo>
                <a:lnTo>
                  <a:pt x="2482850" y="834935"/>
                </a:lnTo>
                <a:lnTo>
                  <a:pt x="2509838" y="847040"/>
                </a:lnTo>
                <a:lnTo>
                  <a:pt x="2536825" y="859046"/>
                </a:lnTo>
                <a:lnTo>
                  <a:pt x="2563812" y="870946"/>
                </a:lnTo>
                <a:lnTo>
                  <a:pt x="2590800" y="882736"/>
                </a:lnTo>
                <a:lnTo>
                  <a:pt x="2617788" y="894410"/>
                </a:lnTo>
                <a:lnTo>
                  <a:pt x="2644775" y="905963"/>
                </a:lnTo>
                <a:lnTo>
                  <a:pt x="2671763" y="917391"/>
                </a:lnTo>
                <a:lnTo>
                  <a:pt x="2698750" y="928688"/>
                </a:lnTo>
                <a:lnTo>
                  <a:pt x="2725738" y="939848"/>
                </a:lnTo>
                <a:lnTo>
                  <a:pt x="2752725" y="950869"/>
                </a:lnTo>
                <a:lnTo>
                  <a:pt x="2779712" y="961744"/>
                </a:lnTo>
                <a:lnTo>
                  <a:pt x="2806700" y="972468"/>
                </a:lnTo>
                <a:lnTo>
                  <a:pt x="2833688" y="983038"/>
                </a:lnTo>
                <a:lnTo>
                  <a:pt x="2860675" y="993447"/>
                </a:lnTo>
                <a:lnTo>
                  <a:pt x="2887663" y="1003693"/>
                </a:lnTo>
                <a:lnTo>
                  <a:pt x="2914650" y="1013770"/>
                </a:lnTo>
                <a:lnTo>
                  <a:pt x="2941637" y="1023674"/>
                </a:lnTo>
                <a:lnTo>
                  <a:pt x="2968625" y="1033400"/>
                </a:lnTo>
                <a:lnTo>
                  <a:pt x="2995613" y="1042945"/>
                </a:lnTo>
                <a:lnTo>
                  <a:pt x="3022600" y="1052304"/>
                </a:lnTo>
                <a:lnTo>
                  <a:pt x="3049587" y="1061473"/>
                </a:lnTo>
                <a:lnTo>
                  <a:pt x="3076575" y="1070448"/>
                </a:lnTo>
                <a:lnTo>
                  <a:pt x="3103563" y="1079225"/>
                </a:lnTo>
                <a:lnTo>
                  <a:pt x="3130550" y="1087800"/>
                </a:lnTo>
                <a:lnTo>
                  <a:pt x="3157538" y="1096169"/>
                </a:lnTo>
                <a:lnTo>
                  <a:pt x="3184525" y="1104329"/>
                </a:lnTo>
                <a:lnTo>
                  <a:pt x="3211513" y="1112277"/>
                </a:lnTo>
                <a:lnTo>
                  <a:pt x="3238500" y="1120008"/>
                </a:lnTo>
                <a:lnTo>
                  <a:pt x="3265487" y="1127519"/>
                </a:lnTo>
                <a:lnTo>
                  <a:pt x="3292475" y="1134807"/>
                </a:lnTo>
                <a:lnTo>
                  <a:pt x="3319463" y="1141870"/>
                </a:lnTo>
                <a:lnTo>
                  <a:pt x="3346450" y="1148702"/>
                </a:lnTo>
                <a:lnTo>
                  <a:pt x="3373438" y="1155303"/>
                </a:lnTo>
                <a:lnTo>
                  <a:pt x="3400425" y="1161668"/>
                </a:lnTo>
                <a:lnTo>
                  <a:pt x="3427412" y="1167796"/>
                </a:lnTo>
                <a:lnTo>
                  <a:pt x="3454400" y="1173683"/>
                </a:lnTo>
                <a:lnTo>
                  <a:pt x="3481388" y="1179326"/>
                </a:lnTo>
                <a:lnTo>
                  <a:pt x="3508375" y="1184724"/>
                </a:lnTo>
                <a:lnTo>
                  <a:pt x="3535362" y="1189874"/>
                </a:lnTo>
                <a:lnTo>
                  <a:pt x="3562350" y="1194773"/>
                </a:lnTo>
                <a:lnTo>
                  <a:pt x="3589338" y="1199420"/>
                </a:lnTo>
                <a:lnTo>
                  <a:pt x="3616325" y="1203812"/>
                </a:lnTo>
                <a:lnTo>
                  <a:pt x="3643313" y="1207948"/>
                </a:lnTo>
                <a:lnTo>
                  <a:pt x="3670300" y="1211825"/>
                </a:lnTo>
                <a:lnTo>
                  <a:pt x="3697288" y="1215443"/>
                </a:lnTo>
                <a:lnTo>
                  <a:pt x="3724275" y="1218799"/>
                </a:lnTo>
                <a:lnTo>
                  <a:pt x="3751262" y="1221892"/>
                </a:lnTo>
                <a:lnTo>
                  <a:pt x="3778250" y="1224721"/>
                </a:lnTo>
                <a:lnTo>
                  <a:pt x="3805238" y="1227284"/>
                </a:lnTo>
                <a:lnTo>
                  <a:pt x="3832225" y="1229580"/>
                </a:lnTo>
                <a:lnTo>
                  <a:pt x="3859213" y="1231608"/>
                </a:lnTo>
                <a:lnTo>
                  <a:pt x="3886200" y="1233368"/>
                </a:lnTo>
                <a:lnTo>
                  <a:pt x="3913187" y="1234858"/>
                </a:lnTo>
                <a:lnTo>
                  <a:pt x="3940175" y="1236079"/>
                </a:lnTo>
                <a:lnTo>
                  <a:pt x="3967163" y="1237028"/>
                </a:lnTo>
                <a:lnTo>
                  <a:pt x="3994150" y="1237707"/>
                </a:lnTo>
                <a:lnTo>
                  <a:pt x="4021137" y="1238114"/>
                </a:lnTo>
                <a:lnTo>
                  <a:pt x="4048125" y="1238250"/>
                </a:lnTo>
                <a:lnTo>
                  <a:pt x="4075112" y="1238114"/>
                </a:lnTo>
                <a:lnTo>
                  <a:pt x="4102100" y="1237707"/>
                </a:lnTo>
                <a:lnTo>
                  <a:pt x="4129088" y="1237028"/>
                </a:lnTo>
                <a:lnTo>
                  <a:pt x="4156075" y="1236079"/>
                </a:lnTo>
                <a:lnTo>
                  <a:pt x="4183063" y="1234858"/>
                </a:lnTo>
                <a:lnTo>
                  <a:pt x="4210050" y="1233368"/>
                </a:lnTo>
                <a:lnTo>
                  <a:pt x="4237037" y="1231608"/>
                </a:lnTo>
                <a:lnTo>
                  <a:pt x="4264025" y="1229580"/>
                </a:lnTo>
                <a:lnTo>
                  <a:pt x="4291013" y="1227284"/>
                </a:lnTo>
                <a:lnTo>
                  <a:pt x="4318000" y="1224721"/>
                </a:lnTo>
                <a:lnTo>
                  <a:pt x="4344988" y="1221892"/>
                </a:lnTo>
                <a:lnTo>
                  <a:pt x="4371975" y="1218799"/>
                </a:lnTo>
                <a:lnTo>
                  <a:pt x="4398962" y="1215443"/>
                </a:lnTo>
                <a:lnTo>
                  <a:pt x="4425950" y="1211825"/>
                </a:lnTo>
                <a:lnTo>
                  <a:pt x="4452938" y="1207948"/>
                </a:lnTo>
                <a:lnTo>
                  <a:pt x="4479925" y="1203812"/>
                </a:lnTo>
                <a:lnTo>
                  <a:pt x="4506913" y="1199420"/>
                </a:lnTo>
                <a:lnTo>
                  <a:pt x="4533900" y="1194773"/>
                </a:lnTo>
                <a:lnTo>
                  <a:pt x="4560888" y="1189874"/>
                </a:lnTo>
                <a:lnTo>
                  <a:pt x="4587875" y="1184724"/>
                </a:lnTo>
                <a:lnTo>
                  <a:pt x="4614863" y="1179326"/>
                </a:lnTo>
                <a:lnTo>
                  <a:pt x="4641850" y="1173683"/>
                </a:lnTo>
                <a:lnTo>
                  <a:pt x="4668838" y="1167796"/>
                </a:lnTo>
                <a:lnTo>
                  <a:pt x="4695825" y="1161668"/>
                </a:lnTo>
                <a:lnTo>
                  <a:pt x="4722813" y="1155303"/>
                </a:lnTo>
                <a:lnTo>
                  <a:pt x="4749800" y="1148702"/>
                </a:lnTo>
                <a:lnTo>
                  <a:pt x="4776788" y="1141870"/>
                </a:lnTo>
                <a:lnTo>
                  <a:pt x="4803775" y="1134807"/>
                </a:lnTo>
                <a:lnTo>
                  <a:pt x="4830763" y="1127519"/>
                </a:lnTo>
                <a:lnTo>
                  <a:pt x="4857750" y="1120008"/>
                </a:lnTo>
                <a:lnTo>
                  <a:pt x="4884738" y="1112277"/>
                </a:lnTo>
                <a:lnTo>
                  <a:pt x="4911725" y="1104329"/>
                </a:lnTo>
                <a:lnTo>
                  <a:pt x="4938713" y="1096169"/>
                </a:lnTo>
                <a:lnTo>
                  <a:pt x="4965700" y="1087800"/>
                </a:lnTo>
                <a:lnTo>
                  <a:pt x="4992688" y="1079225"/>
                </a:lnTo>
                <a:lnTo>
                  <a:pt x="5019675" y="1070448"/>
                </a:lnTo>
                <a:lnTo>
                  <a:pt x="5046662" y="1061473"/>
                </a:lnTo>
                <a:lnTo>
                  <a:pt x="5073650" y="1052304"/>
                </a:lnTo>
                <a:lnTo>
                  <a:pt x="5100638" y="1042945"/>
                </a:lnTo>
                <a:lnTo>
                  <a:pt x="5127625" y="1033400"/>
                </a:lnTo>
                <a:lnTo>
                  <a:pt x="5154613" y="1023674"/>
                </a:lnTo>
                <a:lnTo>
                  <a:pt x="5181600" y="1013770"/>
                </a:lnTo>
                <a:lnTo>
                  <a:pt x="5208588" y="1003693"/>
                </a:lnTo>
                <a:lnTo>
                  <a:pt x="5235575" y="993447"/>
                </a:lnTo>
                <a:lnTo>
                  <a:pt x="5262563" y="983038"/>
                </a:lnTo>
                <a:lnTo>
                  <a:pt x="5289550" y="972468"/>
                </a:lnTo>
                <a:lnTo>
                  <a:pt x="5316538" y="961744"/>
                </a:lnTo>
                <a:lnTo>
                  <a:pt x="5343525" y="950869"/>
                </a:lnTo>
                <a:lnTo>
                  <a:pt x="5370513" y="939848"/>
                </a:lnTo>
                <a:lnTo>
                  <a:pt x="5397500" y="928688"/>
                </a:lnTo>
                <a:lnTo>
                  <a:pt x="5424488" y="917391"/>
                </a:lnTo>
                <a:lnTo>
                  <a:pt x="5451475" y="905963"/>
                </a:lnTo>
                <a:lnTo>
                  <a:pt x="5478463" y="894410"/>
                </a:lnTo>
                <a:lnTo>
                  <a:pt x="5505450" y="882736"/>
                </a:lnTo>
                <a:lnTo>
                  <a:pt x="5532438" y="870946"/>
                </a:lnTo>
                <a:lnTo>
                  <a:pt x="5559425" y="859046"/>
                </a:lnTo>
                <a:lnTo>
                  <a:pt x="5586413" y="847040"/>
                </a:lnTo>
                <a:lnTo>
                  <a:pt x="5613400" y="834935"/>
                </a:lnTo>
                <a:lnTo>
                  <a:pt x="5640388" y="822735"/>
                </a:lnTo>
                <a:lnTo>
                  <a:pt x="5667375" y="810445"/>
                </a:lnTo>
                <a:lnTo>
                  <a:pt x="5694363" y="798072"/>
                </a:lnTo>
                <a:lnTo>
                  <a:pt x="5721350" y="785620"/>
                </a:lnTo>
                <a:lnTo>
                  <a:pt x="5748338" y="773095"/>
                </a:lnTo>
                <a:lnTo>
                  <a:pt x="5775325" y="760503"/>
                </a:lnTo>
                <a:lnTo>
                  <a:pt x="5802313" y="747848"/>
                </a:lnTo>
                <a:lnTo>
                  <a:pt x="5829300" y="735137"/>
                </a:lnTo>
                <a:lnTo>
                  <a:pt x="5856288" y="722376"/>
                </a:lnTo>
                <a:lnTo>
                  <a:pt x="5883275" y="709569"/>
                </a:lnTo>
                <a:lnTo>
                  <a:pt x="5910263" y="696722"/>
                </a:lnTo>
                <a:lnTo>
                  <a:pt x="5937250" y="683841"/>
                </a:lnTo>
                <a:lnTo>
                  <a:pt x="5964238" y="670932"/>
                </a:lnTo>
                <a:lnTo>
                  <a:pt x="5991225" y="658000"/>
                </a:lnTo>
                <a:lnTo>
                  <a:pt x="6018212" y="645051"/>
                </a:lnTo>
                <a:lnTo>
                  <a:pt x="6045200" y="632091"/>
                </a:lnTo>
                <a:lnTo>
                  <a:pt x="6072188" y="619125"/>
                </a:lnTo>
                <a:lnTo>
                  <a:pt x="6099175" y="606159"/>
                </a:lnTo>
                <a:lnTo>
                  <a:pt x="6126163" y="593199"/>
                </a:lnTo>
                <a:lnTo>
                  <a:pt x="6153150" y="580250"/>
                </a:lnTo>
                <a:lnTo>
                  <a:pt x="6180137" y="567318"/>
                </a:lnTo>
                <a:lnTo>
                  <a:pt x="6207125" y="554409"/>
                </a:lnTo>
                <a:lnTo>
                  <a:pt x="6234113" y="541528"/>
                </a:lnTo>
                <a:lnTo>
                  <a:pt x="6261100" y="528681"/>
                </a:lnTo>
                <a:lnTo>
                  <a:pt x="6288088" y="515874"/>
                </a:lnTo>
                <a:lnTo>
                  <a:pt x="6315075" y="503113"/>
                </a:lnTo>
                <a:lnTo>
                  <a:pt x="6342063" y="490402"/>
                </a:lnTo>
                <a:lnTo>
                  <a:pt x="6369050" y="477747"/>
                </a:lnTo>
                <a:lnTo>
                  <a:pt x="6396038" y="465155"/>
                </a:lnTo>
                <a:lnTo>
                  <a:pt x="6423025" y="452630"/>
                </a:lnTo>
                <a:lnTo>
                  <a:pt x="6450013" y="440178"/>
                </a:lnTo>
                <a:lnTo>
                  <a:pt x="6477000" y="427805"/>
                </a:lnTo>
                <a:lnTo>
                  <a:pt x="6503988" y="415515"/>
                </a:lnTo>
                <a:lnTo>
                  <a:pt x="6530975" y="403315"/>
                </a:lnTo>
                <a:lnTo>
                  <a:pt x="6557963" y="391210"/>
                </a:lnTo>
                <a:lnTo>
                  <a:pt x="6584950" y="379204"/>
                </a:lnTo>
                <a:lnTo>
                  <a:pt x="6611938" y="367304"/>
                </a:lnTo>
                <a:lnTo>
                  <a:pt x="6638925" y="355514"/>
                </a:lnTo>
                <a:lnTo>
                  <a:pt x="6665913" y="343840"/>
                </a:lnTo>
                <a:lnTo>
                  <a:pt x="6692900" y="332287"/>
                </a:lnTo>
                <a:lnTo>
                  <a:pt x="6719888" y="320859"/>
                </a:lnTo>
                <a:lnTo>
                  <a:pt x="6746875" y="309563"/>
                </a:lnTo>
                <a:lnTo>
                  <a:pt x="6773863" y="298402"/>
                </a:lnTo>
                <a:lnTo>
                  <a:pt x="6800850" y="287381"/>
                </a:lnTo>
                <a:lnTo>
                  <a:pt x="6827838" y="276506"/>
                </a:lnTo>
                <a:lnTo>
                  <a:pt x="6854825" y="265782"/>
                </a:lnTo>
                <a:lnTo>
                  <a:pt x="6881813" y="255212"/>
                </a:lnTo>
                <a:lnTo>
                  <a:pt x="6908800" y="244803"/>
                </a:lnTo>
                <a:lnTo>
                  <a:pt x="6935788" y="234557"/>
                </a:lnTo>
                <a:lnTo>
                  <a:pt x="6962775" y="224480"/>
                </a:lnTo>
                <a:lnTo>
                  <a:pt x="6989762" y="214576"/>
                </a:lnTo>
                <a:lnTo>
                  <a:pt x="7016750" y="204850"/>
                </a:lnTo>
                <a:lnTo>
                  <a:pt x="7043738" y="195305"/>
                </a:lnTo>
                <a:lnTo>
                  <a:pt x="7070725" y="185946"/>
                </a:lnTo>
                <a:lnTo>
                  <a:pt x="7097713" y="176777"/>
                </a:lnTo>
                <a:lnTo>
                  <a:pt x="7124700" y="167802"/>
                </a:lnTo>
                <a:lnTo>
                  <a:pt x="7151687" y="159025"/>
                </a:lnTo>
                <a:lnTo>
                  <a:pt x="7178675" y="150450"/>
                </a:lnTo>
                <a:lnTo>
                  <a:pt x="7205663" y="142081"/>
                </a:lnTo>
                <a:lnTo>
                  <a:pt x="7232650" y="133921"/>
                </a:lnTo>
                <a:lnTo>
                  <a:pt x="7259638" y="125973"/>
                </a:lnTo>
                <a:lnTo>
                  <a:pt x="7286625" y="118242"/>
                </a:lnTo>
                <a:lnTo>
                  <a:pt x="7313613" y="110731"/>
                </a:lnTo>
                <a:lnTo>
                  <a:pt x="7340600" y="103443"/>
                </a:lnTo>
                <a:lnTo>
                  <a:pt x="7367588" y="96380"/>
                </a:lnTo>
                <a:lnTo>
                  <a:pt x="7394575" y="89548"/>
                </a:lnTo>
                <a:lnTo>
                  <a:pt x="7421563" y="82947"/>
                </a:lnTo>
                <a:lnTo>
                  <a:pt x="7448550" y="76582"/>
                </a:lnTo>
                <a:lnTo>
                  <a:pt x="7475538" y="70454"/>
                </a:lnTo>
                <a:lnTo>
                  <a:pt x="7502525" y="64567"/>
                </a:lnTo>
                <a:lnTo>
                  <a:pt x="7529513" y="58924"/>
                </a:lnTo>
                <a:lnTo>
                  <a:pt x="7556500" y="53526"/>
                </a:lnTo>
                <a:lnTo>
                  <a:pt x="7583487" y="48376"/>
                </a:lnTo>
                <a:lnTo>
                  <a:pt x="7610475" y="43477"/>
                </a:lnTo>
                <a:lnTo>
                  <a:pt x="7637463" y="38830"/>
                </a:lnTo>
                <a:lnTo>
                  <a:pt x="7664450" y="34438"/>
                </a:lnTo>
                <a:lnTo>
                  <a:pt x="7691438" y="30302"/>
                </a:lnTo>
                <a:lnTo>
                  <a:pt x="7718425" y="26425"/>
                </a:lnTo>
                <a:lnTo>
                  <a:pt x="7745412" y="22807"/>
                </a:lnTo>
                <a:lnTo>
                  <a:pt x="7772400" y="19451"/>
                </a:lnTo>
                <a:lnTo>
                  <a:pt x="7799388" y="16358"/>
                </a:lnTo>
                <a:lnTo>
                  <a:pt x="7826375" y="13529"/>
                </a:lnTo>
                <a:lnTo>
                  <a:pt x="7853363" y="10966"/>
                </a:lnTo>
                <a:lnTo>
                  <a:pt x="7880350" y="8670"/>
                </a:lnTo>
                <a:lnTo>
                  <a:pt x="7907337" y="6642"/>
                </a:lnTo>
                <a:lnTo>
                  <a:pt x="7934325" y="4882"/>
                </a:lnTo>
                <a:lnTo>
                  <a:pt x="7961312" y="3392"/>
                </a:lnTo>
                <a:lnTo>
                  <a:pt x="7988300" y="2171"/>
                </a:lnTo>
                <a:lnTo>
                  <a:pt x="8015288" y="1222"/>
                </a:lnTo>
                <a:lnTo>
                  <a:pt x="8042275" y="543"/>
                </a:lnTo>
                <a:lnTo>
                  <a:pt x="8069263" y="136"/>
                </a:lnTo>
                <a:lnTo>
                  <a:pt x="8096250" y="0"/>
                </a:lnTo>
              </a:path>
            </a:pathLst>
          </a:custGeom>
          <a:noFill xmlns:a="http://schemas.openxmlformats.org/drawingml/2006/main"/>
          <a:ln xmlns:a="http://schemas.openxmlformats.org/drawingml/2006/main" w="21908">
            <a:solidFill>
              <a:srgbClr val="8C64E1"/>
            </a:solidFill>
          </a:ln>
        </p:spPr>
      </p:sp>
      <p:sp>
        <p:nvSpPr>
          <p:cNvPr id="24" name="alias-wave-3">
            <a:extLst xmlns:a="http://schemas.openxmlformats.org/drawingml/2006/main">
              <a:ext uri="{FF2B5EF4-FFF2-40B4-BE49-F238E27FC236}">
                <a16:creationId xmlns:a16="http://schemas.microsoft.com/office/drawing/2014/main" id="{7640E2BC-4E8B-41C2-83DF-6AA101728DA5}"/>
              </a:ext>
            </a:extLst>
          </p:cNvPr>
          <p:cNvSpPr>
            <a:spLocks xmlns:a="http://schemas.openxmlformats.org/drawingml/2006/main" noGrp="1"/>
          </p:cNvSpPr>
          <p:nvPr/>
        </p:nvSpPr>
        <p:spPr>
          <a:xfrm xmlns:a="http://schemas.openxmlformats.org/drawingml/2006/main">
            <a:off x="2238375" y="4095750"/>
            <a:ext cx="8096250" cy="1238250"/>
          </a:xfrm>
          <a:custGeom xmlns:a="http://schemas.openxmlformats.org/drawingml/2006/main">
            <a:pathLst>
              <a:path w="8096250" h="1238250">
                <a:moveTo>
                  <a:pt x="0" y="0"/>
                </a:moveTo>
                <a:lnTo>
                  <a:pt x="26988" y="1222"/>
                </a:lnTo>
                <a:lnTo>
                  <a:pt x="53975" y="4882"/>
                </a:lnTo>
                <a:lnTo>
                  <a:pt x="80963" y="10966"/>
                </a:lnTo>
                <a:lnTo>
                  <a:pt x="107950" y="19451"/>
                </a:lnTo>
                <a:lnTo>
                  <a:pt x="134937" y="30302"/>
                </a:lnTo>
                <a:lnTo>
                  <a:pt x="161925" y="43477"/>
                </a:lnTo>
                <a:lnTo>
                  <a:pt x="188913" y="58924"/>
                </a:lnTo>
                <a:lnTo>
                  <a:pt x="215900" y="76582"/>
                </a:lnTo>
                <a:lnTo>
                  <a:pt x="242888" y="96380"/>
                </a:lnTo>
                <a:lnTo>
                  <a:pt x="269875" y="118242"/>
                </a:lnTo>
                <a:lnTo>
                  <a:pt x="296863" y="142081"/>
                </a:lnTo>
                <a:lnTo>
                  <a:pt x="323850" y="167802"/>
                </a:lnTo>
                <a:lnTo>
                  <a:pt x="350837" y="195305"/>
                </a:lnTo>
                <a:lnTo>
                  <a:pt x="377825" y="224480"/>
                </a:lnTo>
                <a:lnTo>
                  <a:pt x="404813" y="255212"/>
                </a:lnTo>
                <a:lnTo>
                  <a:pt x="431800" y="287381"/>
                </a:lnTo>
                <a:lnTo>
                  <a:pt x="458788" y="320859"/>
                </a:lnTo>
                <a:lnTo>
                  <a:pt x="485775" y="355514"/>
                </a:lnTo>
                <a:lnTo>
                  <a:pt x="512762" y="391210"/>
                </a:lnTo>
                <a:lnTo>
                  <a:pt x="539750" y="427805"/>
                </a:lnTo>
                <a:lnTo>
                  <a:pt x="566738" y="465155"/>
                </a:lnTo>
                <a:lnTo>
                  <a:pt x="593725" y="503113"/>
                </a:lnTo>
                <a:lnTo>
                  <a:pt x="620712" y="541528"/>
                </a:lnTo>
                <a:lnTo>
                  <a:pt x="647700" y="580250"/>
                </a:lnTo>
                <a:lnTo>
                  <a:pt x="674687" y="619125"/>
                </a:lnTo>
                <a:lnTo>
                  <a:pt x="701675" y="658000"/>
                </a:lnTo>
                <a:lnTo>
                  <a:pt x="728663" y="696722"/>
                </a:lnTo>
                <a:lnTo>
                  <a:pt x="755650" y="735137"/>
                </a:lnTo>
                <a:lnTo>
                  <a:pt x="782638" y="773095"/>
                </a:lnTo>
                <a:lnTo>
                  <a:pt x="809625" y="810445"/>
                </a:lnTo>
                <a:lnTo>
                  <a:pt x="836612" y="847040"/>
                </a:lnTo>
                <a:lnTo>
                  <a:pt x="863600" y="882736"/>
                </a:lnTo>
                <a:lnTo>
                  <a:pt x="890588" y="917391"/>
                </a:lnTo>
                <a:lnTo>
                  <a:pt x="917575" y="950869"/>
                </a:lnTo>
                <a:lnTo>
                  <a:pt x="944563" y="983038"/>
                </a:lnTo>
                <a:lnTo>
                  <a:pt x="971550" y="1013770"/>
                </a:lnTo>
                <a:lnTo>
                  <a:pt x="998538" y="1042945"/>
                </a:lnTo>
                <a:lnTo>
                  <a:pt x="1025525" y="1070448"/>
                </a:lnTo>
                <a:lnTo>
                  <a:pt x="1052513" y="1096169"/>
                </a:lnTo>
                <a:lnTo>
                  <a:pt x="1079500" y="1120008"/>
                </a:lnTo>
                <a:lnTo>
                  <a:pt x="1106487" y="1141870"/>
                </a:lnTo>
                <a:lnTo>
                  <a:pt x="1133475" y="1161668"/>
                </a:lnTo>
                <a:lnTo>
                  <a:pt x="1160463" y="1179326"/>
                </a:lnTo>
                <a:lnTo>
                  <a:pt x="1187450" y="1194773"/>
                </a:lnTo>
                <a:lnTo>
                  <a:pt x="1214438" y="1207948"/>
                </a:lnTo>
                <a:lnTo>
                  <a:pt x="1241425" y="1218799"/>
                </a:lnTo>
                <a:lnTo>
                  <a:pt x="1268413" y="1227284"/>
                </a:lnTo>
                <a:lnTo>
                  <a:pt x="1295400" y="1233368"/>
                </a:lnTo>
                <a:lnTo>
                  <a:pt x="1322388" y="1237028"/>
                </a:lnTo>
                <a:lnTo>
                  <a:pt x="1349375" y="1238250"/>
                </a:lnTo>
                <a:lnTo>
                  <a:pt x="1376363" y="1237028"/>
                </a:lnTo>
                <a:lnTo>
                  <a:pt x="1403350" y="1233368"/>
                </a:lnTo>
                <a:lnTo>
                  <a:pt x="1430337" y="1227284"/>
                </a:lnTo>
                <a:lnTo>
                  <a:pt x="1457325" y="1218799"/>
                </a:lnTo>
                <a:lnTo>
                  <a:pt x="1484312" y="1207948"/>
                </a:lnTo>
                <a:lnTo>
                  <a:pt x="1511300" y="1194773"/>
                </a:lnTo>
                <a:lnTo>
                  <a:pt x="1538288" y="1179326"/>
                </a:lnTo>
                <a:lnTo>
                  <a:pt x="1565275" y="1161668"/>
                </a:lnTo>
                <a:lnTo>
                  <a:pt x="1592262" y="1141870"/>
                </a:lnTo>
                <a:lnTo>
                  <a:pt x="1619250" y="1120008"/>
                </a:lnTo>
                <a:lnTo>
                  <a:pt x="1646238" y="1096169"/>
                </a:lnTo>
                <a:lnTo>
                  <a:pt x="1673225" y="1070448"/>
                </a:lnTo>
                <a:lnTo>
                  <a:pt x="1700213" y="1042945"/>
                </a:lnTo>
                <a:lnTo>
                  <a:pt x="1727200" y="1013770"/>
                </a:lnTo>
                <a:lnTo>
                  <a:pt x="1754188" y="983038"/>
                </a:lnTo>
                <a:lnTo>
                  <a:pt x="1781175" y="950869"/>
                </a:lnTo>
                <a:lnTo>
                  <a:pt x="1808163" y="917391"/>
                </a:lnTo>
                <a:lnTo>
                  <a:pt x="1835150" y="882736"/>
                </a:lnTo>
                <a:lnTo>
                  <a:pt x="1862138" y="847040"/>
                </a:lnTo>
                <a:lnTo>
                  <a:pt x="1889125" y="810445"/>
                </a:lnTo>
                <a:lnTo>
                  <a:pt x="1916112" y="773095"/>
                </a:lnTo>
                <a:lnTo>
                  <a:pt x="1943100" y="735137"/>
                </a:lnTo>
                <a:lnTo>
                  <a:pt x="1970088" y="696722"/>
                </a:lnTo>
                <a:lnTo>
                  <a:pt x="1997075" y="658000"/>
                </a:lnTo>
                <a:lnTo>
                  <a:pt x="2024063" y="619125"/>
                </a:lnTo>
                <a:lnTo>
                  <a:pt x="2051050" y="580250"/>
                </a:lnTo>
                <a:lnTo>
                  <a:pt x="2078037" y="541528"/>
                </a:lnTo>
                <a:lnTo>
                  <a:pt x="2105025" y="503113"/>
                </a:lnTo>
                <a:lnTo>
                  <a:pt x="2132013" y="465155"/>
                </a:lnTo>
                <a:lnTo>
                  <a:pt x="2159000" y="427805"/>
                </a:lnTo>
                <a:lnTo>
                  <a:pt x="2185988" y="391210"/>
                </a:lnTo>
                <a:lnTo>
                  <a:pt x="2212975" y="355514"/>
                </a:lnTo>
                <a:lnTo>
                  <a:pt x="2239962" y="320859"/>
                </a:lnTo>
                <a:lnTo>
                  <a:pt x="2266950" y="287381"/>
                </a:lnTo>
                <a:lnTo>
                  <a:pt x="2293938" y="255212"/>
                </a:lnTo>
                <a:lnTo>
                  <a:pt x="2320925" y="224480"/>
                </a:lnTo>
                <a:lnTo>
                  <a:pt x="2347913" y="195305"/>
                </a:lnTo>
                <a:lnTo>
                  <a:pt x="2374900" y="167802"/>
                </a:lnTo>
                <a:lnTo>
                  <a:pt x="2401888" y="142081"/>
                </a:lnTo>
                <a:lnTo>
                  <a:pt x="2428875" y="118242"/>
                </a:lnTo>
                <a:lnTo>
                  <a:pt x="2455863" y="96380"/>
                </a:lnTo>
                <a:lnTo>
                  <a:pt x="2482850" y="76582"/>
                </a:lnTo>
                <a:lnTo>
                  <a:pt x="2509838" y="58924"/>
                </a:lnTo>
                <a:lnTo>
                  <a:pt x="2536825" y="43477"/>
                </a:lnTo>
                <a:lnTo>
                  <a:pt x="2563812" y="30302"/>
                </a:lnTo>
                <a:lnTo>
                  <a:pt x="2590800" y="19451"/>
                </a:lnTo>
                <a:lnTo>
                  <a:pt x="2617788" y="10966"/>
                </a:lnTo>
                <a:lnTo>
                  <a:pt x="2644775" y="4882"/>
                </a:lnTo>
                <a:lnTo>
                  <a:pt x="2671763" y="1222"/>
                </a:lnTo>
                <a:lnTo>
                  <a:pt x="2698750" y="0"/>
                </a:lnTo>
                <a:lnTo>
                  <a:pt x="2725738" y="1222"/>
                </a:lnTo>
                <a:lnTo>
                  <a:pt x="2752725" y="4882"/>
                </a:lnTo>
                <a:lnTo>
                  <a:pt x="2779712" y="10966"/>
                </a:lnTo>
                <a:lnTo>
                  <a:pt x="2806700" y="19451"/>
                </a:lnTo>
                <a:lnTo>
                  <a:pt x="2833688" y="30302"/>
                </a:lnTo>
                <a:lnTo>
                  <a:pt x="2860675" y="43477"/>
                </a:lnTo>
                <a:lnTo>
                  <a:pt x="2887663" y="58924"/>
                </a:lnTo>
                <a:lnTo>
                  <a:pt x="2914650" y="76582"/>
                </a:lnTo>
                <a:lnTo>
                  <a:pt x="2941637" y="96380"/>
                </a:lnTo>
                <a:lnTo>
                  <a:pt x="2968625" y="118242"/>
                </a:lnTo>
                <a:lnTo>
                  <a:pt x="2995613" y="142081"/>
                </a:lnTo>
                <a:lnTo>
                  <a:pt x="3022600" y="167802"/>
                </a:lnTo>
                <a:lnTo>
                  <a:pt x="3049587" y="195305"/>
                </a:lnTo>
                <a:lnTo>
                  <a:pt x="3076575" y="224480"/>
                </a:lnTo>
                <a:lnTo>
                  <a:pt x="3103563" y="255212"/>
                </a:lnTo>
                <a:lnTo>
                  <a:pt x="3130550" y="287381"/>
                </a:lnTo>
                <a:lnTo>
                  <a:pt x="3157538" y="320859"/>
                </a:lnTo>
                <a:lnTo>
                  <a:pt x="3184525" y="355514"/>
                </a:lnTo>
                <a:lnTo>
                  <a:pt x="3211513" y="391210"/>
                </a:lnTo>
                <a:lnTo>
                  <a:pt x="3238500" y="427805"/>
                </a:lnTo>
                <a:lnTo>
                  <a:pt x="3265487" y="465155"/>
                </a:lnTo>
                <a:lnTo>
                  <a:pt x="3292475" y="503113"/>
                </a:lnTo>
                <a:lnTo>
                  <a:pt x="3319463" y="541528"/>
                </a:lnTo>
                <a:lnTo>
                  <a:pt x="3346450" y="580250"/>
                </a:lnTo>
                <a:lnTo>
                  <a:pt x="3373438" y="619125"/>
                </a:lnTo>
                <a:lnTo>
                  <a:pt x="3400425" y="658000"/>
                </a:lnTo>
                <a:lnTo>
                  <a:pt x="3427412" y="696722"/>
                </a:lnTo>
                <a:lnTo>
                  <a:pt x="3454400" y="735137"/>
                </a:lnTo>
                <a:lnTo>
                  <a:pt x="3481388" y="773095"/>
                </a:lnTo>
                <a:lnTo>
                  <a:pt x="3508375" y="810445"/>
                </a:lnTo>
                <a:lnTo>
                  <a:pt x="3535362" y="847040"/>
                </a:lnTo>
                <a:lnTo>
                  <a:pt x="3562350" y="882736"/>
                </a:lnTo>
                <a:lnTo>
                  <a:pt x="3589338" y="917391"/>
                </a:lnTo>
                <a:lnTo>
                  <a:pt x="3616325" y="950869"/>
                </a:lnTo>
                <a:lnTo>
                  <a:pt x="3643313" y="983038"/>
                </a:lnTo>
                <a:lnTo>
                  <a:pt x="3670300" y="1013770"/>
                </a:lnTo>
                <a:lnTo>
                  <a:pt x="3697288" y="1042945"/>
                </a:lnTo>
                <a:lnTo>
                  <a:pt x="3724275" y="1070448"/>
                </a:lnTo>
                <a:lnTo>
                  <a:pt x="3751262" y="1096169"/>
                </a:lnTo>
                <a:lnTo>
                  <a:pt x="3778250" y="1120008"/>
                </a:lnTo>
                <a:lnTo>
                  <a:pt x="3805238" y="1141870"/>
                </a:lnTo>
                <a:lnTo>
                  <a:pt x="3832225" y="1161668"/>
                </a:lnTo>
                <a:lnTo>
                  <a:pt x="3859213" y="1179326"/>
                </a:lnTo>
                <a:lnTo>
                  <a:pt x="3886200" y="1194773"/>
                </a:lnTo>
                <a:lnTo>
                  <a:pt x="3913187" y="1207948"/>
                </a:lnTo>
                <a:lnTo>
                  <a:pt x="3940175" y="1218799"/>
                </a:lnTo>
                <a:lnTo>
                  <a:pt x="3967163" y="1227284"/>
                </a:lnTo>
                <a:lnTo>
                  <a:pt x="3994150" y="1233368"/>
                </a:lnTo>
                <a:lnTo>
                  <a:pt x="4021137" y="1237028"/>
                </a:lnTo>
                <a:lnTo>
                  <a:pt x="4048125" y="1238250"/>
                </a:lnTo>
                <a:lnTo>
                  <a:pt x="4075112" y="1237028"/>
                </a:lnTo>
                <a:lnTo>
                  <a:pt x="4102100" y="1233368"/>
                </a:lnTo>
                <a:lnTo>
                  <a:pt x="4129088" y="1227284"/>
                </a:lnTo>
                <a:lnTo>
                  <a:pt x="4156075" y="1218799"/>
                </a:lnTo>
                <a:lnTo>
                  <a:pt x="4183063" y="1207948"/>
                </a:lnTo>
                <a:lnTo>
                  <a:pt x="4210050" y="1194773"/>
                </a:lnTo>
                <a:lnTo>
                  <a:pt x="4237037" y="1179326"/>
                </a:lnTo>
                <a:lnTo>
                  <a:pt x="4264025" y="1161668"/>
                </a:lnTo>
                <a:lnTo>
                  <a:pt x="4291013" y="1141870"/>
                </a:lnTo>
                <a:lnTo>
                  <a:pt x="4318000" y="1120008"/>
                </a:lnTo>
                <a:lnTo>
                  <a:pt x="4344988" y="1096169"/>
                </a:lnTo>
                <a:lnTo>
                  <a:pt x="4371975" y="1070448"/>
                </a:lnTo>
                <a:lnTo>
                  <a:pt x="4398962" y="1042945"/>
                </a:lnTo>
                <a:lnTo>
                  <a:pt x="4425950" y="1013770"/>
                </a:lnTo>
                <a:lnTo>
                  <a:pt x="4452938" y="983038"/>
                </a:lnTo>
                <a:lnTo>
                  <a:pt x="4479925" y="950869"/>
                </a:lnTo>
                <a:lnTo>
                  <a:pt x="4506913" y="917391"/>
                </a:lnTo>
                <a:lnTo>
                  <a:pt x="4533900" y="882736"/>
                </a:lnTo>
                <a:lnTo>
                  <a:pt x="4560888" y="847040"/>
                </a:lnTo>
                <a:lnTo>
                  <a:pt x="4587875" y="810445"/>
                </a:lnTo>
                <a:lnTo>
                  <a:pt x="4614863" y="773095"/>
                </a:lnTo>
                <a:lnTo>
                  <a:pt x="4641850" y="735137"/>
                </a:lnTo>
                <a:lnTo>
                  <a:pt x="4668838" y="696722"/>
                </a:lnTo>
                <a:lnTo>
                  <a:pt x="4695825" y="658000"/>
                </a:lnTo>
                <a:lnTo>
                  <a:pt x="4722813" y="619125"/>
                </a:lnTo>
                <a:lnTo>
                  <a:pt x="4749800" y="580250"/>
                </a:lnTo>
                <a:lnTo>
                  <a:pt x="4776788" y="541528"/>
                </a:lnTo>
                <a:lnTo>
                  <a:pt x="4803775" y="503113"/>
                </a:lnTo>
                <a:lnTo>
                  <a:pt x="4830763" y="465155"/>
                </a:lnTo>
                <a:lnTo>
                  <a:pt x="4857750" y="427805"/>
                </a:lnTo>
                <a:lnTo>
                  <a:pt x="4884738" y="391210"/>
                </a:lnTo>
                <a:lnTo>
                  <a:pt x="4911725" y="355514"/>
                </a:lnTo>
                <a:lnTo>
                  <a:pt x="4938713" y="320859"/>
                </a:lnTo>
                <a:lnTo>
                  <a:pt x="4965700" y="287381"/>
                </a:lnTo>
                <a:lnTo>
                  <a:pt x="4992688" y="255212"/>
                </a:lnTo>
                <a:lnTo>
                  <a:pt x="5019675" y="224480"/>
                </a:lnTo>
                <a:lnTo>
                  <a:pt x="5046662" y="195305"/>
                </a:lnTo>
                <a:lnTo>
                  <a:pt x="5073650" y="167802"/>
                </a:lnTo>
                <a:lnTo>
                  <a:pt x="5100638" y="142081"/>
                </a:lnTo>
                <a:lnTo>
                  <a:pt x="5127625" y="118242"/>
                </a:lnTo>
                <a:lnTo>
                  <a:pt x="5154613" y="96380"/>
                </a:lnTo>
                <a:lnTo>
                  <a:pt x="5181600" y="76582"/>
                </a:lnTo>
                <a:lnTo>
                  <a:pt x="5208588" y="58924"/>
                </a:lnTo>
                <a:lnTo>
                  <a:pt x="5235575" y="43477"/>
                </a:lnTo>
                <a:lnTo>
                  <a:pt x="5262563" y="30302"/>
                </a:lnTo>
                <a:lnTo>
                  <a:pt x="5289550" y="19451"/>
                </a:lnTo>
                <a:lnTo>
                  <a:pt x="5316538" y="10966"/>
                </a:lnTo>
                <a:lnTo>
                  <a:pt x="5343525" y="4882"/>
                </a:lnTo>
                <a:lnTo>
                  <a:pt x="5370513" y="1222"/>
                </a:lnTo>
                <a:lnTo>
                  <a:pt x="5397500" y="0"/>
                </a:lnTo>
                <a:lnTo>
                  <a:pt x="5424488" y="1222"/>
                </a:lnTo>
                <a:lnTo>
                  <a:pt x="5451475" y="4882"/>
                </a:lnTo>
                <a:lnTo>
                  <a:pt x="5478463" y="10966"/>
                </a:lnTo>
                <a:lnTo>
                  <a:pt x="5505450" y="19451"/>
                </a:lnTo>
                <a:lnTo>
                  <a:pt x="5532438" y="30302"/>
                </a:lnTo>
                <a:lnTo>
                  <a:pt x="5559425" y="43477"/>
                </a:lnTo>
                <a:lnTo>
                  <a:pt x="5586413" y="58924"/>
                </a:lnTo>
                <a:lnTo>
                  <a:pt x="5613400" y="76582"/>
                </a:lnTo>
                <a:lnTo>
                  <a:pt x="5640388" y="96380"/>
                </a:lnTo>
                <a:lnTo>
                  <a:pt x="5667375" y="118242"/>
                </a:lnTo>
                <a:lnTo>
                  <a:pt x="5694363" y="142081"/>
                </a:lnTo>
                <a:lnTo>
                  <a:pt x="5721350" y="167802"/>
                </a:lnTo>
                <a:lnTo>
                  <a:pt x="5748338" y="195305"/>
                </a:lnTo>
                <a:lnTo>
                  <a:pt x="5775325" y="224480"/>
                </a:lnTo>
                <a:lnTo>
                  <a:pt x="5802313" y="255212"/>
                </a:lnTo>
                <a:lnTo>
                  <a:pt x="5829300" y="287381"/>
                </a:lnTo>
                <a:lnTo>
                  <a:pt x="5856288" y="320859"/>
                </a:lnTo>
                <a:lnTo>
                  <a:pt x="5883275" y="355514"/>
                </a:lnTo>
                <a:lnTo>
                  <a:pt x="5910263" y="391210"/>
                </a:lnTo>
                <a:lnTo>
                  <a:pt x="5937250" y="427805"/>
                </a:lnTo>
                <a:lnTo>
                  <a:pt x="5964238" y="465155"/>
                </a:lnTo>
                <a:lnTo>
                  <a:pt x="5991225" y="503113"/>
                </a:lnTo>
                <a:lnTo>
                  <a:pt x="6018212" y="541528"/>
                </a:lnTo>
                <a:lnTo>
                  <a:pt x="6045200" y="580250"/>
                </a:lnTo>
                <a:lnTo>
                  <a:pt x="6072188" y="619125"/>
                </a:lnTo>
                <a:lnTo>
                  <a:pt x="6099175" y="658000"/>
                </a:lnTo>
                <a:lnTo>
                  <a:pt x="6126163" y="696722"/>
                </a:lnTo>
                <a:lnTo>
                  <a:pt x="6153150" y="735137"/>
                </a:lnTo>
                <a:lnTo>
                  <a:pt x="6180137" y="773095"/>
                </a:lnTo>
                <a:lnTo>
                  <a:pt x="6207125" y="810445"/>
                </a:lnTo>
                <a:lnTo>
                  <a:pt x="6234113" y="847040"/>
                </a:lnTo>
                <a:lnTo>
                  <a:pt x="6261100" y="882736"/>
                </a:lnTo>
                <a:lnTo>
                  <a:pt x="6288088" y="917391"/>
                </a:lnTo>
                <a:lnTo>
                  <a:pt x="6315075" y="950869"/>
                </a:lnTo>
                <a:lnTo>
                  <a:pt x="6342063" y="983038"/>
                </a:lnTo>
                <a:lnTo>
                  <a:pt x="6369050" y="1013770"/>
                </a:lnTo>
                <a:lnTo>
                  <a:pt x="6396038" y="1042945"/>
                </a:lnTo>
                <a:lnTo>
                  <a:pt x="6423025" y="1070448"/>
                </a:lnTo>
                <a:lnTo>
                  <a:pt x="6450013" y="1096169"/>
                </a:lnTo>
                <a:lnTo>
                  <a:pt x="6477000" y="1120008"/>
                </a:lnTo>
                <a:lnTo>
                  <a:pt x="6503988" y="1141870"/>
                </a:lnTo>
                <a:lnTo>
                  <a:pt x="6530975" y="1161668"/>
                </a:lnTo>
                <a:lnTo>
                  <a:pt x="6557963" y="1179326"/>
                </a:lnTo>
                <a:lnTo>
                  <a:pt x="6584950" y="1194773"/>
                </a:lnTo>
                <a:lnTo>
                  <a:pt x="6611938" y="1207948"/>
                </a:lnTo>
                <a:lnTo>
                  <a:pt x="6638925" y="1218799"/>
                </a:lnTo>
                <a:lnTo>
                  <a:pt x="6665913" y="1227284"/>
                </a:lnTo>
                <a:lnTo>
                  <a:pt x="6692900" y="1233368"/>
                </a:lnTo>
                <a:lnTo>
                  <a:pt x="6719888" y="1237028"/>
                </a:lnTo>
                <a:lnTo>
                  <a:pt x="6746875" y="1238250"/>
                </a:lnTo>
                <a:lnTo>
                  <a:pt x="6773863" y="1237028"/>
                </a:lnTo>
                <a:lnTo>
                  <a:pt x="6800850" y="1233368"/>
                </a:lnTo>
                <a:lnTo>
                  <a:pt x="6827838" y="1227284"/>
                </a:lnTo>
                <a:lnTo>
                  <a:pt x="6854825" y="1218799"/>
                </a:lnTo>
                <a:lnTo>
                  <a:pt x="6881813" y="1207948"/>
                </a:lnTo>
                <a:lnTo>
                  <a:pt x="6908800" y="1194773"/>
                </a:lnTo>
                <a:lnTo>
                  <a:pt x="6935788" y="1179326"/>
                </a:lnTo>
                <a:lnTo>
                  <a:pt x="6962775" y="1161668"/>
                </a:lnTo>
                <a:lnTo>
                  <a:pt x="6989762" y="1141870"/>
                </a:lnTo>
                <a:lnTo>
                  <a:pt x="7016750" y="1120008"/>
                </a:lnTo>
                <a:lnTo>
                  <a:pt x="7043738" y="1096169"/>
                </a:lnTo>
                <a:lnTo>
                  <a:pt x="7070725" y="1070448"/>
                </a:lnTo>
                <a:lnTo>
                  <a:pt x="7097713" y="1042945"/>
                </a:lnTo>
                <a:lnTo>
                  <a:pt x="7124700" y="1013770"/>
                </a:lnTo>
                <a:lnTo>
                  <a:pt x="7151687" y="983038"/>
                </a:lnTo>
                <a:lnTo>
                  <a:pt x="7178675" y="950869"/>
                </a:lnTo>
                <a:lnTo>
                  <a:pt x="7205663" y="917391"/>
                </a:lnTo>
                <a:lnTo>
                  <a:pt x="7232650" y="882736"/>
                </a:lnTo>
                <a:lnTo>
                  <a:pt x="7259638" y="847040"/>
                </a:lnTo>
                <a:lnTo>
                  <a:pt x="7286625" y="810445"/>
                </a:lnTo>
                <a:lnTo>
                  <a:pt x="7313613" y="773095"/>
                </a:lnTo>
                <a:lnTo>
                  <a:pt x="7340600" y="735137"/>
                </a:lnTo>
                <a:lnTo>
                  <a:pt x="7367588" y="696722"/>
                </a:lnTo>
                <a:lnTo>
                  <a:pt x="7394575" y="658000"/>
                </a:lnTo>
                <a:lnTo>
                  <a:pt x="7421563" y="619125"/>
                </a:lnTo>
                <a:lnTo>
                  <a:pt x="7448550" y="580250"/>
                </a:lnTo>
                <a:lnTo>
                  <a:pt x="7475538" y="541528"/>
                </a:lnTo>
                <a:lnTo>
                  <a:pt x="7502525" y="503113"/>
                </a:lnTo>
                <a:lnTo>
                  <a:pt x="7529513" y="465155"/>
                </a:lnTo>
                <a:lnTo>
                  <a:pt x="7556500" y="427805"/>
                </a:lnTo>
                <a:lnTo>
                  <a:pt x="7583487" y="391210"/>
                </a:lnTo>
                <a:lnTo>
                  <a:pt x="7610475" y="355514"/>
                </a:lnTo>
                <a:lnTo>
                  <a:pt x="7637463" y="320859"/>
                </a:lnTo>
                <a:lnTo>
                  <a:pt x="7664450" y="287381"/>
                </a:lnTo>
                <a:lnTo>
                  <a:pt x="7691438" y="255212"/>
                </a:lnTo>
                <a:lnTo>
                  <a:pt x="7718425" y="224480"/>
                </a:lnTo>
                <a:lnTo>
                  <a:pt x="7745412" y="195305"/>
                </a:lnTo>
                <a:lnTo>
                  <a:pt x="7772400" y="167802"/>
                </a:lnTo>
                <a:lnTo>
                  <a:pt x="7799388" y="142081"/>
                </a:lnTo>
                <a:lnTo>
                  <a:pt x="7826375" y="118242"/>
                </a:lnTo>
                <a:lnTo>
                  <a:pt x="7853363" y="96380"/>
                </a:lnTo>
                <a:lnTo>
                  <a:pt x="7880350" y="76582"/>
                </a:lnTo>
                <a:lnTo>
                  <a:pt x="7907337" y="58924"/>
                </a:lnTo>
                <a:lnTo>
                  <a:pt x="7934325" y="43477"/>
                </a:lnTo>
                <a:lnTo>
                  <a:pt x="7961312" y="30302"/>
                </a:lnTo>
                <a:lnTo>
                  <a:pt x="7988300" y="19451"/>
                </a:lnTo>
                <a:lnTo>
                  <a:pt x="8015288" y="10966"/>
                </a:lnTo>
                <a:lnTo>
                  <a:pt x="8042275" y="4882"/>
                </a:lnTo>
                <a:lnTo>
                  <a:pt x="8069263" y="1222"/>
                </a:lnTo>
                <a:lnTo>
                  <a:pt x="8096250" y="0"/>
                </a:lnTo>
              </a:path>
            </a:pathLst>
          </a:custGeom>
          <a:noFill xmlns:a="http://schemas.openxmlformats.org/drawingml/2006/main"/>
          <a:ln xmlns:a="http://schemas.openxmlformats.org/drawingml/2006/main" w="21908">
            <a:solidFill>
              <a:srgbClr val="00B0F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Tree>
    <p:extLst>
      <p:ext uri="{BB962C8B-B14F-4D97-AF65-F5344CB8AC3E}">
        <p14:creationId xmlns:p14="http://schemas.microsoft.com/office/powerpoint/2010/main" val="1752247001"/>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26A4A03-3554-417B-96A8-3425FB44436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8183C2C-8EEA-4B58-926E-F881813EAC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6A2495-BAF8-4A17-A395-28D23909A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可选拓展：编码与压缩不同</a:t>
            </a:r>
          </a:p>
        </p:txBody>
      </p:sp>
      <p:sp>
        <p:nvSpPr>
          <p:cNvPr id="5" name="Connector 4">
            <a:extLst xmlns:a="http://schemas.openxmlformats.org/drawingml/2006/main">
              <a:ext uri="{FF2B5EF4-FFF2-40B4-BE49-F238E27FC236}">
                <a16:creationId xmlns:a16="http://schemas.microsoft.com/office/drawing/2014/main" id="{0BAC6CAC-2F0C-4F97-B0AF-A5531B60E821}"/>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B40ABDBB-E8BC-4644-9A98-ED08991987A2}"/>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声音编码</a:t>
            </a:r>
          </a:p>
        </p:txBody>
      </p:sp>
      <p:sp>
        <p:nvSpPr>
          <p:cNvPr id="7" name="TextBox 6">
            <a:extLst xmlns:a="http://schemas.openxmlformats.org/drawingml/2006/main">
              <a:ext uri="{FF2B5EF4-FFF2-40B4-BE49-F238E27FC236}">
                <a16:creationId xmlns:a16="http://schemas.microsoft.com/office/drawing/2014/main" id="{A8C8103F-923B-41A4-9309-E19129D6248F}"/>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数据压缩</a:t>
            </a:r>
          </a:p>
        </p:txBody>
      </p:sp>
      <p:sp>
        <p:nvSpPr>
          <p:cNvPr id="8" name="TextBox 7">
            <a:extLst xmlns:a="http://schemas.openxmlformats.org/drawingml/2006/main">
              <a:ext uri="{FF2B5EF4-FFF2-40B4-BE49-F238E27FC236}">
                <a16:creationId xmlns:a16="http://schemas.microsoft.com/office/drawing/2014/main" id="{8237B643-E5F9-4F6D-8168-D34020CA7575}"/>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让连续声音能够用数字样本记录；</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也包括后续数据表示。</a:t>
            </a:r>
          </a:p>
        </p:txBody>
      </p:sp>
      <p:sp>
        <p:nvSpPr>
          <p:cNvPr id="9" name="TextBox 8">
            <a:extLst xmlns:a="http://schemas.openxmlformats.org/drawingml/2006/main">
              <a:ext uri="{FF2B5EF4-FFF2-40B4-BE49-F238E27FC236}">
                <a16:creationId xmlns:a16="http://schemas.microsoft.com/office/drawing/2014/main" id="{45760B4B-77B5-4FAD-B53E-4531EE4CAD4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重新表示相同或近似相同的信息，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目标是减少数据量。</a:t>
            </a:r>
          </a:p>
        </p:txBody>
      </p:sp>
      <p:sp>
        <p:nvSpPr>
          <p:cNvPr id="10" name="TextBox 9">
            <a:extLst xmlns:a="http://schemas.openxmlformats.org/drawingml/2006/main">
              <a:ext uri="{FF2B5EF4-FFF2-40B4-BE49-F238E27FC236}">
                <a16:creationId xmlns:a16="http://schemas.microsoft.com/office/drawing/2014/main" id="{DD1E5658-23F1-4586-B7D7-A2A24643D36F}"/>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数字化、容器封装、压缩，是相关但不同的概念。</a:t>
            </a:r>
          </a:p>
        </p:txBody>
      </p:sp>
    </p:spTree>
    <p:extLst>
      <p:ext uri="{BB962C8B-B14F-4D97-AF65-F5344CB8AC3E}">
        <p14:creationId xmlns:p14="http://schemas.microsoft.com/office/powerpoint/2010/main" val="6397219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声音数字化与压缩 v8.5.gpt｜Codex结构 × v8.4.10教学证据图</dc:title>
  <dcterms:created xsi:type="dcterms:W3CDTF">2026-10-13T15:20:23.0570000Z</dcterms:created>
  <dcterms:modified xsi:type="dcterms:W3CDTF">2026-10-13T15:20:23.0570000Z</dcterms:modified>
  <dc:subject>高中信息科技：融合图示与两课时问题链</dc:subject>
</coreProperties>
</file>