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  <a:p/>
          <a:p>
            <a:r>
              <a:t>[视觉改进提示] 先提出文件大小冲突，不要提前揭示压缩答案；右侧图仅用作不同表示的问号，不按比例绘制，也不提供虚构的文件大小。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0497312" cy="302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1581912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逐帧未压缩：题设计算约 6.44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59105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日常视频可能更小？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想一想：未压缩的计算没有错，为什么日常视频可能远小于这个大小？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视觉迭代v8.3.7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