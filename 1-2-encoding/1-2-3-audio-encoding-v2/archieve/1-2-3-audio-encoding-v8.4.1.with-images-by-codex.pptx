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CodexSlide1"/>
    <p:sldId id="257" r:id="rIdCodexSlide2"/>
    <p:sldId id="258" r:id="rIdCodexSlide3"/>
    <p:sldId id="259" r:id="rIdCodexSlide4"/>
    <p:sldId id="260" r:id="rIdCodexSlide5"/>
    <p:sldId id="261" r:id="rIdCodexSlide6"/>
    <p:sldId id="262" r:id="rIdCodexSlide7"/>
    <p:sldId id="263" r:id="rIdCodexSlide8"/>
    <p:sldId id="264" r:id="rIdCodexSlide9"/>
    <p:sldId id="265" r:id="rIdCodexSlide10"/>
    <p:sldId id="266" r:id="rIdCodexSlide11"/>
    <p:sldId id="267" r:id="rIdCodexSlide12"/>
    <p:sldId id="268" r:id="rIdCodexSlide13"/>
    <p:sldId id="269" r:id="rIdCodexSlide14"/>
    <p:sldId id="270" r:id="rIdCodexSlide15"/>
    <p:sldId id="271" r:id="rIdCodexSlide16"/>
    <p:sldId id="272" r:id="rIdCodexSlide17"/>
    <p:sldId id="273" r:id="rIdCodexSlide18"/>
    <p:sldId id="274" r:id="rIdCodexSlide19"/>
    <p:sldId id="275" r:id="rIdCodexSlide20"/>
    <p:sldId id="276" r:id="rIdCodexSlide21"/>
    <p:sldId id="277" r:id="rIdCodexSlide22"/>
    <p:sldId id="278" r:id="rIdCodexSlide23"/>
    <p:sldId id="279" r:id="rIdCodexSlide24"/>
    <p:sldId id="280" r:id="rIdCodexSlide25"/>
    <p:sldId id="281" r:id="rIdCodexSlide26"/>
    <p:sldId id="282" r:id="rIdCodexSlide27"/>
    <p:sldId id="283" r:id="rIdCodexSlide28"/>
    <p:sldId id="284" r:id="rIdCodexSlide29"/>
    <p:sldId id="285" r:id="rIdCodexSlide30"/>
    <p:sldId id="286" r:id="rIdCodexSlide31"/>
    <p:sldId id="287" r:id="rIdCodexSlide32"/>
    <p:sldId id="288" r:id="rIdCodexSlide33"/>
    <p:sldId id="289" r:id="rIdCodexSlide34"/>
    <p:sldId id="290" r:id="rIdCodexSlide35"/>
    <p:sldId id="291" r:id="rIdCodexSlide36"/>
    <p:sldId id="292" r:id="rIdCodexSlide37"/>
    <p:sldId id="293" r:id="rIdCodexSlide38"/>
    <p:sldId id="294" r:id="rIdCodexSlide39"/>
    <p:sldId id="295" r:id="rIdCodexSlide40"/>
    <p:sldId id="296" r:id="rIdCodexSlide41"/>
    <p:sldId id="297" r:id="rIdCodexSlide42"/>
    <p:sldId id="298" r:id="rIdCodexSlide43"/>
    <p:sldId id="299" r:id="rIdCodexSlide44"/>
    <p:sldId id="300" r:id="rIdCodexSlide45"/>
    <p:sldId id="301" r:id="rIdCodexSlide46"/>
    <p:sldId id="302" r:id="rIdCodexSlide47"/>
    <p:sldId id="303" r:id="rIdCodexSlide48"/>
    <p:sldId id="304" r:id="rIdCodexSlide49"/>
    <p:sldId id="305" r:id="rIdCodexSlide50"/>
    <p:sldId id="306" r:id="rIdCodexSlide51"/>
    <p:sldId id="307" r:id="rIdCodexSlide52"/>
    <p:sldId id="308" r:id="rIdCodexSlide53"/>
    <p:sldId id="309" r:id="rIdCodexSlide54"/>
    <p:sldId id="310" r:id="rIdCodexSlide55"/>
    <p:sldId id="311" r:id="rIdCodexSlide56"/>
    <p:sldId id="312" r:id="rIdCodexSlide57"/>
    <p:sldId id="313" r:id="rIdCodexSlide58"/>
    <p:sldId id="314" r:id="rIdCodexSlide59"/>
    <p:sldId id="315" r:id="rIdCodexSlide60"/>
    <p:sldId id="316" r:id="rIdCodexSlide61"/>
    <p:sldId id="317" r:id="rIdCodexSlide62"/>
    <p:sldId id="318" r:id="rIdCodexSlide63"/>
    <p:sldId id="319" r:id="rIdCodexSlide64"/>
    <p:sldId id="320" r:id="rIdCodexSlide65"/>
    <p:sldId id="321" r:id="rIdCodexSlide66"/>
    <p:sldId id="322" r:id="rIdCodexSlide67"/>
    <p:sldId id="323" r:id="rIdCodexSlide68"/>
    <p:sldId id="324" r:id="rIdCodexSlide69"/>
    <p:sldId id="325" r:id="rIdCodexSlide70"/>
    <p:sldId id="326" r:id="rIdCodexSlide71"/>
    <p:sldId id="327" r:id="rIdCodexSlide72"/>
    <p:sldId id="328" r:id="rIdCodexSlide73"/>
    <p:sldId id="329" r:id="rIdCodexSlide74"/>
    <p:sldId id="330" r:id="rIdCodexSlide75"/>
    <p:sldId id="331" r:id="rIdCodexSlide76"/>
    <p:sldId id="332" r:id="rIdCodexSlide77"/>
    <p:sldId id="333" r:id="rIdCodexSlide78"/>
    <p:sldId id="334" r:id="rIdCodexSlide79"/>
    <p:sldId id="335" r:id="rIdCodexSlide80"/>
    <p:sldId id="336" r:id="rIdCodexSlide81"/>
    <p:sldId id="337" r:id="rIdCodexSlide82"/>
    <p:sldId id="338" r:id="rIdCodexSlide83"/>
    <p:sldId id="339" r:id="rIdCodexSlide84"/>
    <p:sldId id="340" r:id="rIdCodexSlide85"/>
    <p:sldId id="341" r:id="rIdCodexSlide86"/>
    <p:sldId id="342" r:id="rIdCodexSlide87"/>
    <p:sldId id="343" r:id="rIdCodexSlide88"/>
    <p:sldId id="344" r:id="rIdCodexSlide89"/>
    <p:sldId id="345" r:id="rIdCodexSlide90"/>
    <p:sldId id="346" r:id="rIdCodexSlide91"/>
    <p:sldId id="347" r:id="rIdCodexSlide92"/>
    <p:sldId id="348" r:id="rIdCodexSlide93"/>
    <p:sldId id="349" r:id="rIdCodexSlide94"/>
    <p:sldId id="350" r:id="rIdCodexSlide95"/>
    <p:sldId id="351" r:id="rIdCodexSlide96"/>
    <p:sldId id="352" r:id="rIdCodexSlide97"/>
    <p:sldId id="353" r:id="rIdCodexSlide98"/>
    <p:sldId id="354" r:id="rIdCodexSlide99"/>
    <p:sldId id="355" r:id="rIdCodexSlide100"/>
    <p:sldId id="356" r:id="rIdCodexSlide101"/>
    <p:sldId id="357" r:id="rIdCodexSlide102"/>
    <p:sldId id="358" r:id="rIdCodexSlide103"/>
    <p:sldId id="359" r:id="rIdCodexSlide104"/>
    <p:sldId id="360" r:id="rIdCodexSlide105"/>
    <p:sldId id="361" r:id="rIdCodexSlide106"/>
    <p:sldId id="362" r:id="rIdCodexSlide107"/>
    <p:sldId id="363" r:id="rIdCodexSlide108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CodexSlide1" Type="http://schemas.openxmlformats.org/officeDocument/2006/relationships/slide" Target="slides/slide1.xml"/><Relationship Id="rIdCodexSlide2" Type="http://schemas.openxmlformats.org/officeDocument/2006/relationships/slide" Target="slides/slide2.xml"/><Relationship Id="rIdCodexSlide3" Type="http://schemas.openxmlformats.org/officeDocument/2006/relationships/slide" Target="slides/slide71.xml"/><Relationship Id="rIdCodexSlide4" Type="http://schemas.openxmlformats.org/officeDocument/2006/relationships/slide" Target="slides/slide3.xml"/><Relationship Id="rIdCodexSlide5" Type="http://schemas.openxmlformats.org/officeDocument/2006/relationships/slide" Target="slides/slide72.xml"/><Relationship Id="rIdCodexSlide6" Type="http://schemas.openxmlformats.org/officeDocument/2006/relationships/slide" Target="slides/slide4.xml"/><Relationship Id="rIdCodexSlide7" Type="http://schemas.openxmlformats.org/officeDocument/2006/relationships/slide" Target="slides/slide73.xml"/><Relationship Id="rIdCodexSlide8" Type="http://schemas.openxmlformats.org/officeDocument/2006/relationships/slide" Target="slides/slide5.xml"/><Relationship Id="rIdCodexSlide9" Type="http://schemas.openxmlformats.org/officeDocument/2006/relationships/slide" Target="slides/slide74.xml"/><Relationship Id="rIdCodexSlide10" Type="http://schemas.openxmlformats.org/officeDocument/2006/relationships/slide" Target="slides/slide6.xml"/><Relationship Id="rIdCodexSlide11" Type="http://schemas.openxmlformats.org/officeDocument/2006/relationships/slide" Target="slides/slide7.xml"/><Relationship Id="rIdCodexSlide12" Type="http://schemas.openxmlformats.org/officeDocument/2006/relationships/slide" Target="slides/slide75.xml"/><Relationship Id="rIdCodexSlide13" Type="http://schemas.openxmlformats.org/officeDocument/2006/relationships/slide" Target="slides/slide8.xml"/><Relationship Id="rIdCodexSlide14" Type="http://schemas.openxmlformats.org/officeDocument/2006/relationships/slide" Target="slides/slide9.xml"/><Relationship Id="rIdCodexSlide15" Type="http://schemas.openxmlformats.org/officeDocument/2006/relationships/slide" Target="slides/slide10.xml"/><Relationship Id="rIdCodexSlide16" Type="http://schemas.openxmlformats.org/officeDocument/2006/relationships/slide" Target="slides/slide11.xml"/><Relationship Id="rIdCodexSlide17" Type="http://schemas.openxmlformats.org/officeDocument/2006/relationships/slide" Target="slides/slide76.xml"/><Relationship Id="rIdCodexSlide18" Type="http://schemas.openxmlformats.org/officeDocument/2006/relationships/slide" Target="slides/slide12.xml"/><Relationship Id="rIdCodexSlide19" Type="http://schemas.openxmlformats.org/officeDocument/2006/relationships/slide" Target="slides/slide77.xml"/><Relationship Id="rIdCodexSlide20" Type="http://schemas.openxmlformats.org/officeDocument/2006/relationships/slide" Target="slides/slide13.xml"/><Relationship Id="rIdCodexSlide21" Type="http://schemas.openxmlformats.org/officeDocument/2006/relationships/slide" Target="slides/slide78.xml"/><Relationship Id="rIdCodexSlide22" Type="http://schemas.openxmlformats.org/officeDocument/2006/relationships/slide" Target="slides/slide14.xml"/><Relationship Id="rIdCodexSlide23" Type="http://schemas.openxmlformats.org/officeDocument/2006/relationships/slide" Target="slides/slide15.xml"/><Relationship Id="rIdCodexSlide24" Type="http://schemas.openxmlformats.org/officeDocument/2006/relationships/slide" Target="slides/slide79.xml"/><Relationship Id="rIdCodexSlide25" Type="http://schemas.openxmlformats.org/officeDocument/2006/relationships/slide" Target="slides/slide16.xml"/><Relationship Id="rIdCodexSlide26" Type="http://schemas.openxmlformats.org/officeDocument/2006/relationships/slide" Target="slides/slide80.xml"/><Relationship Id="rIdCodexSlide27" Type="http://schemas.openxmlformats.org/officeDocument/2006/relationships/slide" Target="slides/slide17.xml"/><Relationship Id="rIdCodexSlide28" Type="http://schemas.openxmlformats.org/officeDocument/2006/relationships/slide" Target="slides/slide18.xml"/><Relationship Id="rIdCodexSlide29" Type="http://schemas.openxmlformats.org/officeDocument/2006/relationships/slide" Target="slides/slide81.xml"/><Relationship Id="rIdCodexSlide30" Type="http://schemas.openxmlformats.org/officeDocument/2006/relationships/slide" Target="slides/slide19.xml"/><Relationship Id="rIdCodexSlide31" Type="http://schemas.openxmlformats.org/officeDocument/2006/relationships/slide" Target="slides/slide20.xml"/><Relationship Id="rIdCodexSlide32" Type="http://schemas.openxmlformats.org/officeDocument/2006/relationships/slide" Target="slides/slide82.xml"/><Relationship Id="rIdCodexSlide33" Type="http://schemas.openxmlformats.org/officeDocument/2006/relationships/slide" Target="slides/slide21.xml"/><Relationship Id="rIdCodexSlide34" Type="http://schemas.openxmlformats.org/officeDocument/2006/relationships/slide" Target="slides/slide83.xml"/><Relationship Id="rIdCodexSlide35" Type="http://schemas.openxmlformats.org/officeDocument/2006/relationships/slide" Target="slides/slide22.xml"/><Relationship Id="rIdCodexSlide36" Type="http://schemas.openxmlformats.org/officeDocument/2006/relationships/slide" Target="slides/slide23.xml"/><Relationship Id="rIdCodexSlide37" Type="http://schemas.openxmlformats.org/officeDocument/2006/relationships/slide" Target="slides/slide84.xml"/><Relationship Id="rIdCodexSlide38" Type="http://schemas.openxmlformats.org/officeDocument/2006/relationships/slide" Target="slides/slide24.xml"/><Relationship Id="rIdCodexSlide39" Type="http://schemas.openxmlformats.org/officeDocument/2006/relationships/slide" Target="slides/slide85.xml"/><Relationship Id="rIdCodexSlide40" Type="http://schemas.openxmlformats.org/officeDocument/2006/relationships/slide" Target="slides/slide25.xml"/><Relationship Id="rIdCodexSlide41" Type="http://schemas.openxmlformats.org/officeDocument/2006/relationships/slide" Target="slides/slide26.xml"/><Relationship Id="rIdCodexSlide42" Type="http://schemas.openxmlformats.org/officeDocument/2006/relationships/slide" Target="slides/slide86.xml"/><Relationship Id="rIdCodexSlide43" Type="http://schemas.openxmlformats.org/officeDocument/2006/relationships/slide" Target="slides/slide27.xml"/><Relationship Id="rIdCodexSlide44" Type="http://schemas.openxmlformats.org/officeDocument/2006/relationships/slide" Target="slides/slide28.xml"/><Relationship Id="rIdCodexSlide45" Type="http://schemas.openxmlformats.org/officeDocument/2006/relationships/slide" Target="slides/slide87.xml"/><Relationship Id="rIdCodexSlide46" Type="http://schemas.openxmlformats.org/officeDocument/2006/relationships/slide" Target="slides/slide29.xml"/><Relationship Id="rIdCodexSlide47" Type="http://schemas.openxmlformats.org/officeDocument/2006/relationships/slide" Target="slides/slide30.xml"/><Relationship Id="rIdCodexSlide48" Type="http://schemas.openxmlformats.org/officeDocument/2006/relationships/slide" Target="slides/slide88.xml"/><Relationship Id="rIdCodexSlide49" Type="http://schemas.openxmlformats.org/officeDocument/2006/relationships/slide" Target="slides/slide31.xml"/><Relationship Id="rIdCodexSlide50" Type="http://schemas.openxmlformats.org/officeDocument/2006/relationships/slide" Target="slides/slide32.xml"/><Relationship Id="rIdCodexSlide51" Type="http://schemas.openxmlformats.org/officeDocument/2006/relationships/slide" Target="slides/slide33.xml"/><Relationship Id="rIdCodexSlide52" Type="http://schemas.openxmlformats.org/officeDocument/2006/relationships/slide" Target="slides/slide34.xml"/><Relationship Id="rIdCodexSlide53" Type="http://schemas.openxmlformats.org/officeDocument/2006/relationships/slide" Target="slides/slide89.xml"/><Relationship Id="rIdCodexSlide54" Type="http://schemas.openxmlformats.org/officeDocument/2006/relationships/slide" Target="slides/slide90.xml"/><Relationship Id="rIdCodexSlide55" Type="http://schemas.openxmlformats.org/officeDocument/2006/relationships/slide" Target="slides/slide91.xml"/><Relationship Id="rIdCodexSlide56" Type="http://schemas.openxmlformats.org/officeDocument/2006/relationships/slide" Target="slides/slide35.xml"/><Relationship Id="rIdCodexSlide57" Type="http://schemas.openxmlformats.org/officeDocument/2006/relationships/slide" Target="slides/slide92.xml"/><Relationship Id="rIdCodexSlide58" Type="http://schemas.openxmlformats.org/officeDocument/2006/relationships/slide" Target="slides/slide36.xml"/><Relationship Id="rIdCodexSlide59" Type="http://schemas.openxmlformats.org/officeDocument/2006/relationships/slide" Target="slides/slide37.xml"/><Relationship Id="rIdCodexSlide60" Type="http://schemas.openxmlformats.org/officeDocument/2006/relationships/slide" Target="slides/slide38.xml"/><Relationship Id="rIdCodexSlide61" Type="http://schemas.openxmlformats.org/officeDocument/2006/relationships/slide" Target="slides/slide39.xml"/><Relationship Id="rIdCodexSlide62" Type="http://schemas.openxmlformats.org/officeDocument/2006/relationships/slide" Target="slides/slide40.xml"/><Relationship Id="rIdCodexSlide63" Type="http://schemas.openxmlformats.org/officeDocument/2006/relationships/slide" Target="slides/slide41.xml"/><Relationship Id="rIdCodexSlide64" Type="http://schemas.openxmlformats.org/officeDocument/2006/relationships/slide" Target="slides/slide42.xml"/><Relationship Id="rIdCodexSlide65" Type="http://schemas.openxmlformats.org/officeDocument/2006/relationships/slide" Target="slides/slide93.xml"/><Relationship Id="rIdCodexSlide66" Type="http://schemas.openxmlformats.org/officeDocument/2006/relationships/slide" Target="slides/slide43.xml"/><Relationship Id="rIdCodexSlide67" Type="http://schemas.openxmlformats.org/officeDocument/2006/relationships/slide" Target="slides/slide94.xml"/><Relationship Id="rIdCodexSlide68" Type="http://schemas.openxmlformats.org/officeDocument/2006/relationships/slide" Target="slides/slide44.xml"/><Relationship Id="rIdCodexSlide69" Type="http://schemas.openxmlformats.org/officeDocument/2006/relationships/slide" Target="slides/slide45.xml"/><Relationship Id="rIdCodexSlide70" Type="http://schemas.openxmlformats.org/officeDocument/2006/relationships/slide" Target="slides/slide95.xml"/><Relationship Id="rIdCodexSlide71" Type="http://schemas.openxmlformats.org/officeDocument/2006/relationships/slide" Target="slides/slide46.xml"/><Relationship Id="rIdCodexSlide72" Type="http://schemas.openxmlformats.org/officeDocument/2006/relationships/slide" Target="slides/slide47.xml"/><Relationship Id="rIdCodexSlide73" Type="http://schemas.openxmlformats.org/officeDocument/2006/relationships/slide" Target="slides/slide48.xml"/><Relationship Id="rIdCodexSlide74" Type="http://schemas.openxmlformats.org/officeDocument/2006/relationships/slide" Target="slides/slide49.xml"/><Relationship Id="rIdCodexSlide75" Type="http://schemas.openxmlformats.org/officeDocument/2006/relationships/slide" Target="slides/slide50.xml"/><Relationship Id="rIdCodexSlide76" Type="http://schemas.openxmlformats.org/officeDocument/2006/relationships/slide" Target="slides/slide96.xml"/><Relationship Id="rIdCodexSlide77" Type="http://schemas.openxmlformats.org/officeDocument/2006/relationships/slide" Target="slides/slide51.xml"/><Relationship Id="rIdCodexSlide78" Type="http://schemas.openxmlformats.org/officeDocument/2006/relationships/slide" Target="slides/slide97.xml"/><Relationship Id="rIdCodexSlide79" Type="http://schemas.openxmlformats.org/officeDocument/2006/relationships/slide" Target="slides/slide52.xml"/><Relationship Id="rIdCodexSlide80" Type="http://schemas.openxmlformats.org/officeDocument/2006/relationships/slide" Target="slides/slide98.xml"/><Relationship Id="rIdCodexSlide81" Type="http://schemas.openxmlformats.org/officeDocument/2006/relationships/slide" Target="slides/slide53.xml"/><Relationship Id="rIdCodexSlide82" Type="http://schemas.openxmlformats.org/officeDocument/2006/relationships/slide" Target="slides/slide54.xml"/><Relationship Id="rIdCodexSlide83" Type="http://schemas.openxmlformats.org/officeDocument/2006/relationships/slide" Target="slides/slide55.xml"/><Relationship Id="rIdCodexSlide84" Type="http://schemas.openxmlformats.org/officeDocument/2006/relationships/slide" Target="slides/slide56.xml"/><Relationship Id="rIdCodexSlide85" Type="http://schemas.openxmlformats.org/officeDocument/2006/relationships/slide" Target="slides/slide99.xml"/><Relationship Id="rIdCodexSlide86" Type="http://schemas.openxmlformats.org/officeDocument/2006/relationships/slide" Target="slides/slide57.xml"/><Relationship Id="rIdCodexSlide87" Type="http://schemas.openxmlformats.org/officeDocument/2006/relationships/slide" Target="slides/slide100.xml"/><Relationship Id="rIdCodexSlide88" Type="http://schemas.openxmlformats.org/officeDocument/2006/relationships/slide" Target="slides/slide58.xml"/><Relationship Id="rIdCodexSlide89" Type="http://schemas.openxmlformats.org/officeDocument/2006/relationships/slide" Target="slides/slide101.xml"/><Relationship Id="rIdCodexSlide90" Type="http://schemas.openxmlformats.org/officeDocument/2006/relationships/slide" Target="slides/slide59.xml"/><Relationship Id="rIdCodexSlide91" Type="http://schemas.openxmlformats.org/officeDocument/2006/relationships/slide" Target="slides/slide60.xml"/><Relationship Id="rIdCodexSlide92" Type="http://schemas.openxmlformats.org/officeDocument/2006/relationships/slide" Target="slides/slide61.xml"/><Relationship Id="rIdCodexSlide93" Type="http://schemas.openxmlformats.org/officeDocument/2006/relationships/slide" Target="slides/slide62.xml"/><Relationship Id="rIdCodexSlide94" Type="http://schemas.openxmlformats.org/officeDocument/2006/relationships/slide" Target="slides/slide102.xml"/><Relationship Id="rIdCodexSlide95" Type="http://schemas.openxmlformats.org/officeDocument/2006/relationships/slide" Target="slides/slide63.xml"/><Relationship Id="rIdCodexSlide96" Type="http://schemas.openxmlformats.org/officeDocument/2006/relationships/slide" Target="slides/slide103.xml"/><Relationship Id="rIdCodexSlide97" Type="http://schemas.openxmlformats.org/officeDocument/2006/relationships/slide" Target="slides/slide64.xml"/><Relationship Id="rIdCodexSlide98" Type="http://schemas.openxmlformats.org/officeDocument/2006/relationships/slide" Target="slides/slide104.xml"/><Relationship Id="rIdCodexSlide99" Type="http://schemas.openxmlformats.org/officeDocument/2006/relationships/slide" Target="slides/slide65.xml"/><Relationship Id="rIdCodexSlide100" Type="http://schemas.openxmlformats.org/officeDocument/2006/relationships/slide" Target="slides/slide66.xml"/><Relationship Id="rIdCodexSlide101" Type="http://schemas.openxmlformats.org/officeDocument/2006/relationships/slide" Target="slides/slide67.xml"/><Relationship Id="rIdCodexSlide102" Type="http://schemas.openxmlformats.org/officeDocument/2006/relationships/slide" Target="slides/slide68.xml"/><Relationship Id="rIdCodexSlide103" Type="http://schemas.openxmlformats.org/officeDocument/2006/relationships/slide" Target="slides/slide105.xml"/><Relationship Id="rIdCodexSlide104" Type="http://schemas.openxmlformats.org/officeDocument/2006/relationships/slide" Target="slides/slide106.xml"/><Relationship Id="rIdCodexSlide105" Type="http://schemas.openxmlformats.org/officeDocument/2006/relationships/slide" Target="slides/slide107.xml"/><Relationship Id="rIdCodexSlide106" Type="http://schemas.openxmlformats.org/officeDocument/2006/relationships/slide" Target="slides/slide108.xml"/><Relationship Id="rIdCodexSlide107" Type="http://schemas.openxmlformats.org/officeDocument/2006/relationships/slide" Target="slides/slide69.xml"/><Relationship Id="rIdCodexSlide108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libaba PuHuiTi 3.0 55 Regular"/>
        <a:ea typeface="Alibaba PuHuiTi 3.0 55 Regular"/>
        <a:cs typeface="Alibaba PuHuiTi 3.0 55 Regula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声音怎样变成0和1？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我们会编码文字、图像，那声音呢？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【预判回答与追问】有人会说只要“录下来”就行；追问“录下来”在计算机里究竟记录什么？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【本页收束】收束到核心问题：原来连续的声音如何变成数字。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先请学生复述文字和图片怎样编码，再让学生预测麦克风后是什么、计算机需要什么。教师不预告完整三步。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手机图只提供录音情境，不展示ADC答案。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[`assets/smartphone.svg`](assets/smartphone.svg) | 智能手机 | [OpenMoji / 1F4F1](https://github.com/hfg-gmuend/openmoji/blob/master/color/svg/1F4F1.svg)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声音首先是什么？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【v8.1视觉引导】视觉依据是生成的“音叉—声压疏密变化—麦克风”图；为了投影清晰采用可缩放矢量绘制。它不是声波沿正弦路径传播的图。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声音和电脑里的音频文件，是同一种量吗？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【设计意图】先让学生表态：声波在时间上连续变化；文件保存的是离散数字。问麦克风前后，哪一阶段发生改变？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【教师可以这样讲】请先判断：空气中的声音和电脑里的音频文件，是不是同一种东西？举一个理由。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【预判回答与追问】“电脑播放出来还是声音，所以是模拟量”是可能的误解；分清存储形式和播放后的物理振动。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【本页收束】声音属于物理模拟信号；数字文件以离散的数据保存音频。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对比模拟声波与文件中的数字，问连续变化的声音如何变成离散数据；先让学生说两者有何不同。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麦克风把声波变成什么？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【教师可以这样讲】请观察这条流程。麦克风是不是已经把声波变成0和1了？请指出转换前后各是什么。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【预判回答与追问】学生可能认为麦克风就是“录音机”。追问：麦克风输出的电压能否在每个时刻连续变化？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【本页收束】麦克风把声压变化变成模拟电信号，数字化还没有完成。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麦克风负责把声压变化变成连续电信号；先预测“是数字还是模拟？”学生说出依据。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波阵面而非传播路径。麦克风不是二进制编码器。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用麦克风插画标明接收设备；转换关系由原生图解释。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[`assets/microphone-studio.svg`](assets/microphone-studio.svg) | 录音麦克风 | [OpenMoji / 1F399](https://github.com/hfg-gmuend/openmoji/blob/master/color/svg/1F399.svg)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连续电信号，怎样变成数字？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【教师可以这样讲】如果麦克风输出还是连续电信号，计算机怎样读懂它？需要什么设备？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【预判回答与追问】学生可能猜CPU，先认可其计算作用，再追问哪个音频部件把模拟信号变成离散样本。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【本页收束】声卡中的ADC完成模数转换。无需记电子线路结构。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把录音过程和播放过程接起来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按录音顺序走一遍，再反向说播放顺序，确认DAC与ADC的作用不同。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波形图画的是“声音的传播路线”吗？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【教师可以这样讲】看到这条上下起伏的曲线，请猜：它是不是声音在空气里沿着波浪形路线前进？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【预判回答与追问】提醒固定一个位置，横坐标向右代表时间，纵坐标上下代表压力或电信号偏离参考的变化。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【本页收束】波形是“某处随时间变化”的图，不是空间中的传播路径。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[教师逐字稿补充] 请在图中分别指出“电信号曲线”和“扬声器周围的声波”。先请学生说横轴是什么，再解释曲线记录时间变化；空间传播图中圆弧是波阵面示意，空气质点不会沿曲线行进。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[图示边界] KyleThayer的同一动画0180帧；原生裁剪仅保留x=440..800、y=125..335的扬声器与声波区域。不是实测声场；数字曲线不是声压的空间轨迹。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KyleThayer；CC0 1.0；https://commons.wikimedia.org/wiki/File:Sound_wave_animation.gif 。同一动画帧；原PNG未修改。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[`assets/speaker-soundwave-0180.png`](assets/speaker-soundwave-0180.png) | 0180 | [KyleThayer / speaker diagram](https://github.com/kylethayer/wiki_diagrams/blob/main/speaker_diagram/pngs/sound%20wave%20%28Synfig%20Animation%29.0180.png)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只能记录有限个数字，选哪些时刻？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【设计意图】先在波形上让学生指出选取若干时刻的方法，预测“隔一段时间取一个值”；不要急着宣布定义。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【教师可以这样讲】现在只允许保存若干个数字，你会在哪些时刻记录这条曲线？让同桌先各提出一条规则。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【预判回答与追问】有人会只选最高点和最低点。追问：如果换一段波形，这个规则是否容易统一实现？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【本页收束】用固定时间间隔连续记录，形成采样时刻。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每隔相同时间，取一个幅度值。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【教师可以这样讲】我们按固定时间间隔记录了12个点。灰色曲线不再直接保存，每个点有自己的时间和值。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【预判回答与追问】学生可能把连点线当作新的连续信号。追问：文件实际存的是曲线，还是这些点对应的数字？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【本页收束】采样的结果是时间上离散的一组样本。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先观察时间刻度和蓝色点，教师追问记录的是什么量，说明在指定时刻记录幅度。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 Hz和2 Hz，一秒内取几个样本？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【教师可以这样讲】预测：1 Hz每秒几个点？2 Hz每秒几个点？都记录4秒，两个例子的样本数分别是多少？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【预判回答与追问】注意“赫兹”还可表示声音本身频率；本页说的是“采样的次数”。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【本页收束】采样率是每秒采样数；更密意味着相邻采样时刻间隔更短。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【v7回扣】演示切换到本页后，要求学生解释采样率和每秒样本数之间的关系。Notebook中的4毫秒局部窗口只是观察尺度。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1Hz=每秒1个记录点；2Hz=每秒2个。这里用于放大理解，绝非实际音频录制建议。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[计数条件] 统一使用[0,1)，含0不含1。1 Hz时刻0；2 Hz时刻0、0.5。下一秒的1不重复计入本秒。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提高采样率，改变的是时间轴上的什么？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上下保持同一条曲线不变，只改变时间方向的样本密度，让学生辨认控制变量。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[控制变量] 同一sin(4πt+0.3)示意信号，在[0,1)分别按8 Hz和20 Hz记录。采样时刻j/Hz，左闭右开，共8和20个样本。只比较记录间隔和数量，不把示意图当作实录音质证据。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采样点的值，可能是3.71这样的数。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【教师可以这样讲】假设某个时刻取得3.71这样的振幅值。如果设备只准记录8个整数等级，会怎么办？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【预判回答与追问】学生可能直接回答“四舍五入”，要追问必须先规定可用的代表值与映射规则。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【本页收束】量化解决幅度的离散化，下一页构建0到7的教学模型。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C预告】现在只解决了采样时刻；纵向幅度可能是任意连续值，需要量化，稍后用实验台在同一坐标中比较。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讨论3.71这样的幅度怎样用有限个等级近似记录，不让量化等同四舍五入。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把振幅划分成0～7，共几个等级？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【教师可以这样讲】请同学数一数，从0到7一共几个数字。0算不算一个等级？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【预判回答与追问】最容易出现7级的误答。让学生逐个数：0、1、2、3、4、5、6、7。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【本页收束】共8个等级。这里是简化模型，并非真实声压只有非负值。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讲授0~7是等级编号；不要把取样数、幅度值、等级编号混为一谈，先让学生预测。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量化：把每个样本归入一个代表值。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【教师可以这样讲】规定一个简化规则：向下取整。原值3.71会落在哪个等级？屏幕上的红点与蓝点哪个是原值？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【预判回答与追问】可能误以为蓝点恰好是原始值。追问：3.71与3有什么不同？少了哪些信息？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【本页收束】量化是用有限代表值近似原值，存在量化误差。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这里按[n,n+1)归入Ln，3.71属于L3；量化代表值可取3.5。让学生回看先前错误猜测。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[技术边界] 本课非负幅度模型：8个区间覆盖[0,8)，L3对应[3,4)，中点3.5是代表幅度，编号3不是幅度值。真实PCM通常为有符号幅度。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一个样本需要几个二进制位？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【教师可以这样讲】刚才有8级，若只有两个二进制位可以表示多少种不同情况？三个呢？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【预判回答与追问】让学生亲自枚举00、01、10、11，然后观察000到111共有八种。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【本页收束】2^3=8，所以这八个等级可以用3 bit表示。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同一个声音的10个样本，怎样依次编码？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【教师可以这样讲】请从第3个样本找起：它的量化值是多少？对应的三位码字是什么？再找第7个。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【预判回答与追问】注意区分“样本数量10”和“等级数量8”，不能把十个样本说成十个等级。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【本页收束】编码按时间顺序保存各个样本的定长码字。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把量化等级分得更细，会发生什么？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十个样本的表先只聚焦第一列：样本编号、量化等级、3bit码字逐一对应，再请学生解释其它样本。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【v8.1视觉引导】码字行放大并统一青色；先指出第1列，再读完全部10个样本。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[计算] 3 bit：Δ=1，3.71归入[3,4)，代表值3.5，误差0.21。4 bit：Δ=0.5，归入[3.5,4)，等级L7，代表值3.75，误差0.04。输入、范围、采样时刻相同。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不要混淆：采样率和量化位数。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【教师可以这样讲】请指出采样率与量化位数分别控制这张图的哪个方向。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【预判回答与追问】如学生认为量化位数决定点的多少，重新回看每一秒有几个采样时刻。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【本页收束】采样率决定时间方向的密度，量化位数决定幅度方向的精细程度。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采样更多、等级更密，就一定听得更好吗？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 bit是教学模型，真实录音常见16 bit。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【教师讲述／组织】避免从课堂3位例子跳到真实16位时困惑。说明用3位为了看清规律，不是说实际音乐普遍使用3位。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PCM样本和WAV文件，是一回事吗？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播放时：数字样本怎样重新变成声音？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【教师可以这样讲】复盘完整流程：数字文件里的样本为什么还能被扬声器播放成声音？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【预判回答与追问】不要讲成简单把点连成折线。输出经过数模转换及适当的信号处理。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【本页收束】录音是ADC，播放是DAC，音频数字化形成闭环。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声音数据量为什么与四个参数有关？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先数样本，再数bit，最后换算成Byte。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【教师可以这样讲】请口算每秒2个样本，录4秒，一路声道，共得到多少个样本？每个3位，要几个bit？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【预判回答与追问】学生可能直接乘完得到24 Byte。请指着八个框数，再从bit换到Byte。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【本页收束】8个样本、每个3bit，共24bit，等于3Byte。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让学生数8个样本，每个3bit共24bit，除8得到3Byte，单位帮助理解公式。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[位宽边界] 此处3 bit是紧密按bit打包的教学模型，8个样本共24 bit，即3 Byte，不包含任何文件结构。真实PCM容量使用实际存储位宽，不用较低的有效量化精度替代存储位宽。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未压缩PCM数据量公式，从哪里来？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【设计意图】不要把数据量公式当背诵口令。请学生逐个解释每一项代表哪个物理意义。单位：Hz、bit、秒；/8得到字节。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【教师可以这样讲】我们刚才为什么要把四个因素相乘？请逐一说出公式的单位和意义。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【预判回答与追问】常见错误：1 kHz写成1024 Hz；bit和Byte混用；忘记把分钟换成秒。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【本页收束】会用公式之前先能解释公式。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为什么结果是Byte要÷8？把四因素分别对应实际样本数量与每样本bit数。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从样本总数开始推导数据量，解释每个乘数的单位。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[公式条件] 固定存储位宽、未压缩PCM样本payload；Hz按每声道每秒样本计。含全部声道，bit÷8换算Byte。不包含WAV头或其他块；完整文件不能统一假设只有44 Byte开销。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【教师讲述／组织】问题页。给学生独立列式。若学生写16×8×2×5，追问16kHz应等于多少Hz。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【教师讲述／组织】答案页。问：如果双声道改成单声道，结果会怎样？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答案160000 Byte。让学生先说思路，再对照上一页原位置的题干与下方答案。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本节课你能解释三件事吗？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学生总结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先给学生30秒独立整理，再请三人逐问解释并引用刚才的图或计算。此页只呈现问题，不公布总结。听完后再逐页揭示知识树。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[教师参考，仅总结后使用]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为什么文件还需要压缩？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先回忆：这四个数字，分别是什么意思？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【教师讲述／组织】实录3起手计算前，先让学生能解释参数。分组对答48,000Hz、16bit、2声道、60秒。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【教师讲述／组织】问题页。复现实录3的DVD参数题，强调对参数意义的解释，而不只是按键计算。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【教师讲述／组织】答案页。实录转写常写10.98MB，这是截断近似；按四舍五入保留两位应10.99 MiB。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约10.99 MiB；验证11520000 B/1048576。不把带少量文件头的WAV大小当作PCM样本大小。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【设计意图】问题页。先让学生预测。这是实录3较长的认知冲突案例，不要马上公布答案。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【教师可以这样讲】再次提问：多加了一条背景音乐音轨，新的未压缩PCM文件一定比原文件大吗？请先投票并说明依据。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【预判回答与追问】真实课堂里学生曾将音轨误认为声道；暂不判断两种观点谁对。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【本页收束】下一页让两种解释并存，定位分歧。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两个看似有道理的答案，你支持哪一个？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【教师可以这样讲】有人支持不变，有人支持翻倍。注意我们的目标不是投票决定真理，而是检验关键假设。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【预判回答与追问】追问：增加的是“编辑音轨”，还是“导出声道”？哪个出现在容量公式里？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【本页收束】到图示页验证音轨与声道不同。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编辑音轨和输出声道，有什么不同？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【教师可以这样讲】请指向编辑左边两行，它们是两条音轨；再指向右边的L/R，这才是导出的两路声道。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【预判回答与追问】如果学生说“左音轨变左声道”，让他想一想人声与伴奏是否都能同时从左右扬声器传出。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【本页收束】混合不会自动增加声道数，保持四参数则未压缩样本数据量不变。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先看两条轨，再揭示混音之后仍可输出L/R两路数据。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波形为区别音轨与输出通道的示意图，不是混音运算曲线。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[教师逐字稿补充] 先在左侧数编辑音轨：有两个独立的音轨控制区。上轨为单声道，下轨为立体声，所以共有三条波形。再看右侧模型，两份输入可以混入L、R两路输出；不是把诗朗诵固定送左、音乐固定送右。容量按导出参数计算，截图不证明本题工程真的导出过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[模型] 两输出均示意sin(4πt)+0.5sin(10πt)，仅说明混合；未模拟声像、增益和削波。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[`assets/audacity-multitrack-mixing.png`](assets/audacity-multitrack-mixing.png) | 混音前的多个音轨 | [Audacity Manual](https://github.com/audacity/audacity-manual/blob/master/manual/m/images/f/fb/tracks_for_mixing.png)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回到初始投票，解释四个PCM参数保持不变，因此样本数据量不变。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迁移：把双声道改成单声道，会怎样？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【教师讲述／组织】让学生应用四因素公式。声道数2→1，其他不变，PCM样本数据量减半。音轨增减并不直接决定总量。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图像采样与声音采样，哪里相同？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一张张图片连续变化，就能让我们看到运动。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【教师可以这样讲】五张小图中蓝点位置发生变化，连续播放后我们会感到它在运动。你生活里见过翻页动画吗？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【预判回答与追问】不要把“视觉暂留0.024秒”当成唯一且固定的生理阈值。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【本页收束】视频可以用连续图像帧与帧率的概念来理解。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五帧是同一个运动小球在五个时刻的状态。帧率25fps是每秒25帧，不应解释为人眼严格生理阈值。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球在每一帧的位置不同，同样场景取不同时间画面；fps是每秒帧数。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【v8.1视觉引导】让学生比较同一小球相对于各帧相同参考线的位置，从第一帧到第五帧明显向右变化。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10分钟、每秒25帧，要保存多少张画面？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【教师讲述／组织】从学生已经理解的“视频是连续图像”计算总帧数。先让学生口算25×60×10=15000帧。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【设计意图】问题页。来源实录3。不要把帧率误认为采样率，一帧是一张完整图。给3分钟列式，计算可用计算器。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【教师可以这样讲】先算一帧480×320像素，需要多少bit和Byte；再乘上25帧/秒和600秒。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【预判回答与追问】学生可能只乘25或只乘10。追问十分钟共有多少秒、多少帧？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【本页收束】未压缩视频等于单帧数据量乘总帧数。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【教师讲述／组织】答案页。把公式拆成两段并让学生自己解释。按十进制GB约6.912 GB。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答案约6.44GiB，检验帧数、bit转Byte以及B转GiB三步。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10分钟视频，为什么远小于6.44 GiB？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【教师可以这样讲】请你对照刚刚算出的6.44 GiB。我们手机里十分钟的视频，为什么通常远小于它？难道计算公式错了？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【本页收束】这是第二课时核心认知冲突，直到下一页再揭示压缩。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因为我们算的是“逐帧未压缩数据量”。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实际压缩技术还包括多种预测与表示方式；本课只要求理解重复规律允许节省比特，不学习具体codec算法。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为什么要压缩？先想两种真实需求。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“中国”重复100次，有没有更简短的写法？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【教师可以这样讲】两种写法能不能表示相同文字？“中国”重复一百次与“中国×100”，哪种通常更省符号？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【预判回答与追问】提醒这只是解释冗余的教学模型，不是真实RAR编码的说明。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【本页收束】规律、重复让人有机会用更短的规则表达同一内容。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为什么重复内容更容易压缩？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预测：两份都是1000 Byte，压缩后谁更小？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【教师可以这样讲】两个数据各1000Byte：一个全是A，一个随机变化。请预测谁压缩后更小，以及能否恢复原数据。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【预判回答与追问】学生可能认为所有文件都会变小。下一页结果显示随机数据在容器开销下甚至略微变大。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【本页收束】测试无损压缩的冗余利用，而不是展示具体算法。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实验验证：为什么同样大小的文件效果不同？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【设计意图】演示代码（Windows课堂pt环境，Python标准库即可）：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import zlib, random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a=b"A"*1000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r=random.Random(2026)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b=bytes(r.randrange(256) for _ in range(1000))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for name,x in [("A",a),("B",b)]: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    packed=zlib.compress(x)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    print(name,len(x),len(packed),zlib.decompress(packed)==x)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本次固定随机种子得到A=17 Byte，B=1011 Byte。学生关注重复和冗余；算法细节不展开。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【预判回答与追问】别把高熵文件变大误判为程序出错：压缩文件自身有格式开销。检查两者解压完全一致。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【本页收束】这是无损压缩，且压缩效果取决于可利用的规律与编码方式。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压缩到底改变了什么？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两种压缩：怎样区分“无损”和“有损”？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【教师可以这样讲】请判断：压缩后解开，能不能100%恢复原始字节？把这个问题作为分类标准。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【预判回答与追问】有损不等于“损坏文件”；它在可接受的前提下放弃部分原始信息。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【本页收束】无损可完全恢复，有损则不能恢复到原数据完全一致。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ZIP、MP3、WAV、MP4，它们属于同一类吗？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ZIP/RAR属于无损归档，MP3是有损音频编码，WAV和MP4属于容器（MP4常装有损编码视频）。文件后缀与编码算法不是完全同一层级。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三幅相同大小的图，谁通常最容易无损压缩？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【教师可以这样讲】这三幅图显示的是相同大小、相同位深的像素网格，哪张最容易找到重复的规律？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【预判回答与追问】强调“通常”和“对合适的算法而言”，避免将图像颜色多少当作绝对压缩决定因素。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【本页收束】纯色数据具有明显规律，适合无损压缩；比较结论再迁移到实际图像。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三图尺寸和位深一致，让学生预测哪个更规律，判断无损压缩的可能差异。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【教师讲述／组织】问题页。此题迁移文字实验到图像。先解释冗余，再揭示。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【教师讲述／组织】答案页。强调不是一切文件和算法都绝对如此。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答案中的“通常”必须保留，不同压缩方案有例外。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同一张图：BMP与JPG有什么不同？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BMP这里只指未压缩实例，JPG通常有损；文件大小还取决于参数和内容。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已经压成MP3、JPG，再用RAR压一遍呢？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是不是压得越小就一定越好？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【教师可以这样讲】某个班级要长期备份源代码，另一个班级要用手机实时视频通话。两种场景需要的编码选择一样吗？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【预判回答与追问】引导学生考虑完整性、质量、延迟与存储，不要只说压缩得越小越好。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【本页收束】算法与压缩方法要与任务目标匹配。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文档备份要求完整，视频通话权衡时延/带宽/质量，反对越小必然越好。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【v8.1视觉引导】两组场景对比加大；让学生按完整性、带宽、延迟、质量权衡。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文件夹和摄像机只表示两种任务。先请学生按任务说明哪些条件不能牺牲，再揭示对应取舍。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[`assets/video-camera.svg`](assets/video-camera.svg) | 摄像机 | [OpenMoji / 1F4F9](https://github.com/hfg-gmuend/openmoji/blob/master/color/svg/1F4F9.svg)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[`assets/folder.svg`](assets/folder.svg) | 文件夹 | [OpenMoji / 1F4C1](https://github.com/hfg-gmuend/openmoji/blob/master/color/svg/1F4C1.svg)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【教师讲述／组织】问题页。综合三种理解：音轨声道、原始视频大小、无损还原。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【教师讲述／组织】答案页。不接受只给三个对错而不给依据的回答。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先让学生口头解释，再展示①错②对③对，强化数据量与ZIP的两种知识。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离开课堂前，你能解释三个为什么吗？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独立退出评估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先收每位学生的三个书面解释，给约2分钟。不能只收志愿者回答。收齐后请学生引用证据概括两课时关系，再更新知识树。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[教师参考，仅收取后使用]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【教师讲述／组织】出口评价：任选一个问题让学生用自己的话解释。重点检查概念因果：数字化、视频容量、压缩选择。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可选拓展：采样不足时会发生什么？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可选拓展：不是45分钟主线必讲内容，有时间且学生已完成必要理解才展示。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[数学证据] cos(2πt)与cos(6πt)在t=0、0.5、1上均为[1,-1,1]。封闭观察窗包含两端，与原件BASE-13（本副本第20页）的[0,1)计数目的不同。这里只证明此组三点不足以唯一确定连续波形，不给出通用采样定理的推导。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可选拓展：编码与压缩有何区别？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BASE-70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演示C：3 bit变4 bit，样本会变多吗？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分别指横轴时间密度与纵轴量化等级，要求学生指出哪一项由采样率/位数控制。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看横向点与纵向线：要求学生分别解释对应的参数。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[控制变量证据] 同一10个输入[3.71,5.2,7.1,6.4,4.15,2.3,0.65,1.4,3.2,4.8]、相同采样时刻。空心点是原值；实心点是8/16档中点。两行每一列时间位置相同。此图是教学模型，现场Demo C仍使用原Notebook的归一化实录。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演示B：放大波形，会看见采样点吗？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打开Notebook 02，把波形从100毫秒放大到4毫秒，点击蓝色样本，读出实际时间和幅度；区分极值概览和真实采样点。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[数学证据] 同一0.72sin(10πt+0.3)，右图确为左图[0.30,0.50]的放大；纵轴不变。50 Hz教学采样模型，j=15..25，共11个点；封闭观察窗含两端，不等同0.2秒新产生11个样本。非Notebook实录。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演示A：听声音，波形上的红线如何移动？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打开远程JupyterLab Notebook 01，在Windows浏览器播放声音，问红线向右是不是声波向右传播；让学生说横轴是时间。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[Demo操作] 先收预测，再切换原Demo A观察播放光标。静态红线仅示意播放位置，截图未给时间刻度，不据此读秒。软件例图与Notebook是不同音频，不能直接比较幅度或样本。若20秒无法运行，指着横向时间轴解释光标位置；没有实测扬声器。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[`assets/audacity-spectrogram-waveform.png`](assets/audacity-spectrogram-waveform.png) | 波形图 | [Audacity Manual](https://github.com/audacity/audacity-manual/blob/master/manual/m/images/6/6b/spectrogramview_waveform_display.png)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3.71 应记为等级3，还是等级4？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先显示0~7八级，学生预测3.71是3或4。暂停50秒让学生说出推理规则。再用下页指定的分区规则解决分歧；勿预先提示答案。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3.71 为什么写成 011，而不是 100？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演示D：同样1000 Byte，压缩后真的不同吗？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声音首先是什么？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声音和电脑里的音频文件，是同一种量吗？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麦克风把声波变成什么？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连续电信号，怎样变成数字？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波形图画的是“声音的传播路线”吗？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演示B：放大波形，会看见采样点吗？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 Hz和2 Hz，一秒内取几个样本？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提高采样率，改变的是时间轴上的什么？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把振幅划分成0～7，共几个等级？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3.71 应记为等级3，还是等级4？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同一个声音的10个样本，怎样依次编码？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一个样本需要几个二进制位？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把量化等级分得更细，会发生什么？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演示C：3 bit变4 bit，样本会变多吗？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采样更多、等级更密，就一定听得更好吗？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PCM样本和WAV文件，是一回事吗？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声音数据量为什么与四个参数有关？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未压缩PCM数据量公式，从哪里来？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q31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前1个分支；不提前口述尚未建立的节点。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前2个分支；不提前口述尚未建立的节点。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前3个分支；不提前口述尚未建立的节点。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先回忆：这四个数字，分别是什么意思？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q36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迁移：把双声道改成单声道，会怎样？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图像采样与声音采样，哪里相同？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10分钟、每秒25帧，要保存多少张画面？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为什么要压缩？先想两种真实需求。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“中国”重复100次，有没有更简短的写法？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为什么重复内容更容易压缩？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压缩到底改变了什么？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两种压缩：怎样区分“无损”和“有损”？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ZIP、MP3、WAV、MP4，它们属于同一类吗？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同一张图：BMP与JPG有什么不同？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已经压成MP3、JPG，再用RAR压一遍呢？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是不是压得越小就一定越好？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先看两种任务。请分别说出“绝不能丢什么”和“可以权衡什么”，停顿20秒。听理由后再揭示两种取舍；不要在此页宣布一种通用最佳方式。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[`assets/video-camera.svg`](assets/video-camera.svg) | 摄像机 | [OpenMoji / 1F4F9](https://github.com/hfg-gmuend/openmoji/blob/master/color/svg/1F4F9.svg)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[`assets/folder.svg`](assets/folder.svg) | 文件夹 | [OpenMoji / 1F4C1](https://github.com/hfg-gmuend/openmoji/blob/master/color/svg/1F4C1.svg)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前4个分支；不提前口述尚未建立的节点。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前5个分支；不提前口述尚未建立的节点。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前6个分支；不提前口述尚未建立的节点。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可选拓展：采样不足时会发生什么？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Codex3" Type="http://schemas.openxmlformats.org/officeDocument/2006/relationships/image" Target="../media/codex-d3942c2e24c2e2419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Codex5" Type="http://schemas.openxmlformats.org/officeDocument/2006/relationships/image" Target="../media/codex-94d447dad971af8cbb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Codex3" Type="http://schemas.openxmlformats.org/officeDocument/2006/relationships/image" Target="../media/codex-b650f0791dbeec73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Codex3" Type="http://schemas.openxmlformats.org/officeDocument/2006/relationships/image" Target="../media/codex-887cd62163d1e6621c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Codex3" Type="http://schemas.openxmlformats.org/officeDocument/2006/relationships/image" Target="../media/codex-10fd712580e5d8288d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Codex3" Type="http://schemas.openxmlformats.org/officeDocument/2006/relationships/image" Target="../media/codex-d438828156baafa6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Codex3" Type="http://schemas.openxmlformats.org/officeDocument/2006/relationships/image" Target="../media/codex-4d06517be8fa9836c3.png"/><Relationship Id="rIdCodex4" Type="http://schemas.openxmlformats.org/officeDocument/2006/relationships/image" Target="../media/codex-2be49ea60573c6f0ca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Codex5" Type="http://schemas.openxmlformats.org/officeDocument/2006/relationships/image" Target="../media/codex-94d447dad971af8cbb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Codex3" Type="http://schemas.openxmlformats.org/officeDocument/2006/relationships/image" Target="../media/codex-b650f0791dbeec731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Codex3" Type="http://schemas.openxmlformats.org/officeDocument/2006/relationships/image" Target="../media/codex-887cd62163d1e6621c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Relationship Id="rIdCodex3" Type="http://schemas.openxmlformats.org/officeDocument/2006/relationships/image" Target="../media/codex-4d06517be8fa9836c3.png"/><Relationship Id="rIdCodex4" Type="http://schemas.openxmlformats.org/officeDocument/2006/relationships/image" Target="../media/codex-2be49ea60573c6f0ca.png"/><Relationship Id="rIdCodex5" Type="http://schemas.openxmlformats.org/officeDocument/2006/relationships/image" Target="../media/codex-4d06517be8fa9836c3.png"/><Relationship Id="rIdCodex6" Type="http://schemas.openxmlformats.org/officeDocument/2006/relationships/image" Target="../media/codex-2be49ea60573c6f0ca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核心问题：手机为什么可以把正在说的话保存成文件？</a:t>
            </a:r>
          </a:p>
        </p:txBody>
      </p:sp>
      <p:pic>
        <p:nvPicPr>
          <p:cNvPr id="11" name="codex-p2-">
            <a:extLst>
              <a:ext uri="{FF2B5EF4-FFF2-40B4-BE49-F238E27FC236}">
                <a16:creationId xmlns:a16="http://schemas.microsoft.com/office/drawing/2014/main" id="{8C403623-ED37-461C-A00D-3B08904AC60D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8448675" y="3048000"/>
            <a:ext cx="180975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codex-p3-">
            <a:extLst>
              <a:ext uri="{FF2B5EF4-FFF2-40B4-BE49-F238E27FC236}">
                <a16:creationId xmlns:a16="http://schemas.microsoft.com/office/drawing/2014/main" id="{75F581CC-1D28-4EA7-8372-6C3E1DF18E95}"/>
              </a:ext>
            </a:extLst>
          </p:cNvPr>
          <p:cNvPicPr>
            <a:picLocks noChangeAspect="1"/>
          </p:cNvPicPr>
          <p:nvPr/>
        </p:nvPicPr>
        <p:blipFill>
          <a:blip r:embed="rIdCodex5"/>
          <a:srcRect l="0" t="11111" r="0" b="5556"/>
          <a:stretch/>
        </p:blipFill>
        <p:spPr>
          <a:xfrm>
            <a:off x="1676400" y="2343150"/>
            <a:ext cx="9144000" cy="3429000"/>
          </a:xfrm>
          <a:prstGeom prst="rect">
            <a:avLst/>
          </a:prstGeom>
        </p:spPr>
      </p:pic>
      <p:sp>
        <p:nvSpPr>
          <p:cNvPr id="6" name="codex-p3-image-caption">
            <a:extLst>
              <a:ext uri="{FF2B5EF4-FFF2-40B4-BE49-F238E27FC236}">
                <a16:creationId xmlns:a16="http://schemas.microsoft.com/office/drawing/2014/main" id="{369FA086-264B-4A9B-A045-30CE698B2EB9}"/>
              </a:ext>
            </a:extLst>
          </p:cNvPr>
          <p:cNvSpPr>
            <a:spLocks noGrp="1"/>
          </p:cNvSpPr>
          <p:nvPr/>
        </p:nvSpPr>
        <p:spPr>
          <a:xfrm>
            <a:off x="2000250" y="16954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振动声源</a:t>
            </a:r>
          </a:p>
        </p:txBody>
      </p:sp>
      <p:sp>
        <p:nvSpPr>
          <p:cNvPr id="7" name="codex-p3-image-caption">
            <a:extLst>
              <a:ext uri="{FF2B5EF4-FFF2-40B4-BE49-F238E27FC236}">
                <a16:creationId xmlns:a16="http://schemas.microsoft.com/office/drawing/2014/main" id="{D9B2F31C-CD40-4567-860E-B96E110EA65C}"/>
              </a:ext>
            </a:extLst>
          </p:cNvPr>
          <p:cNvSpPr>
            <a:spLocks noGrp="1"/>
          </p:cNvSpPr>
          <p:nvPr/>
        </p:nvSpPr>
        <p:spPr>
          <a:xfrm>
            <a:off x="4752975" y="16954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空气中的声压扰动</a:t>
            </a:r>
          </a:p>
        </p:txBody>
      </p:sp>
      <p:sp>
        <p:nvSpPr>
          <p:cNvPr id="8" name="codex-p3-image-caption">
            <a:extLst>
              <a:ext uri="{FF2B5EF4-FFF2-40B4-BE49-F238E27FC236}">
                <a16:creationId xmlns:a16="http://schemas.microsoft.com/office/drawing/2014/main" id="{1981E5B1-6382-4FF2-9E49-013487604E1F}"/>
              </a:ext>
            </a:extLst>
          </p:cNvPr>
          <p:cNvSpPr>
            <a:spLocks noGrp="1"/>
          </p:cNvSpPr>
          <p:nvPr/>
        </p:nvSpPr>
        <p:spPr>
          <a:xfrm>
            <a:off x="8667750" y="1695450"/>
            <a:ext cx="2914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麦克风接收</a:t>
            </a:r>
          </a:p>
        </p:txBody>
      </p:sp>
      <p:sp>
        <p:nvSpPr>
          <p:cNvPr id="9" name="codex-p3-image-caption">
            <a:extLst>
              <a:ext uri="{FF2B5EF4-FFF2-40B4-BE49-F238E27FC236}">
                <a16:creationId xmlns:a16="http://schemas.microsoft.com/office/drawing/2014/main" id="{4AC08256-933A-42FC-AC64-9A67540EAF0D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声压扰动向外传播；圆弧仅作波阵面示意。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  <p:pic>
        <p:nvPicPr>
          <p:cNvPr id="113" name="codex-p5-">
            <a:extLst>
              <a:ext uri="{FF2B5EF4-FFF2-40B4-BE49-F238E27FC236}">
                <a16:creationId xmlns:a16="http://schemas.microsoft.com/office/drawing/2014/main" id="{8EAAD378-0261-4645-B92A-1E30518ED567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5200650" y="2428875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波形图画的是“声音的传播路线”吗？</a:t>
            </a:r>
          </a:p>
        </p:txBody>
      </p:sp>
      <p:sp>
        <p:nvSpPr>
          <p:cNvPr id="5" name="codex-p8-image-caption">
            <a:extLst>
              <a:ext uri="{FF2B5EF4-FFF2-40B4-BE49-F238E27FC236}">
                <a16:creationId xmlns:a16="http://schemas.microsoft.com/office/drawing/2014/main" id="{35EC8490-EA26-40BD-91CC-74F788839F72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429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扬声器周围：空间中的传播</a:t>
            </a:r>
          </a:p>
        </p:txBody>
      </p:sp>
      <p:sp>
        <p:nvSpPr>
          <p:cNvPr id="6" name="codex-p8-image-caption">
            <a:extLst>
              <a:ext uri="{FF2B5EF4-FFF2-40B4-BE49-F238E27FC236}">
                <a16:creationId xmlns:a16="http://schemas.microsoft.com/office/drawing/2014/main" id="{5EB49F62-BB5C-455C-8998-C57AD6A1A6A4}"/>
              </a:ext>
            </a:extLst>
          </p:cNvPr>
          <p:cNvSpPr>
            <a:spLocks noGrp="1"/>
          </p:cNvSpPr>
          <p:nvPr/>
        </p:nvSpPr>
        <p:spPr>
          <a:xfrm>
            <a:off x="6724650" y="1743075"/>
            <a:ext cx="4857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同一位置：信号随时间变化</a:t>
            </a:r>
          </a:p>
        </p:txBody>
      </p:sp>
      <p:pic>
        <p:nvPicPr>
          <p:cNvPr id="7" name="codex-p8-">
            <a:extLst>
              <a:ext uri="{FF2B5EF4-FFF2-40B4-BE49-F238E27FC236}">
                <a16:creationId xmlns:a16="http://schemas.microsoft.com/office/drawing/2014/main" id="{5AF4E027-D4EF-410E-8B8D-37E60E9665C9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rcRect l="55000" t="27778" r="0" b="25556"/>
          <a:stretch/>
        </p:blipFill>
        <p:spPr>
          <a:xfrm>
            <a:off x="609600" y="2314575"/>
            <a:ext cx="5181600" cy="3022597"/>
          </a:xfrm>
          <a:prstGeom prst="rect">
            <a:avLst/>
          </a:prstGeom>
        </p:spPr>
      </p:pic>
      <p:sp>
        <p:nvSpPr>
          <p:cNvPr id="8" name="codex-p8-image-caption">
            <a:extLst>
              <a:ext uri="{FF2B5EF4-FFF2-40B4-BE49-F238E27FC236}">
                <a16:creationId xmlns:a16="http://schemas.microsoft.com/office/drawing/2014/main" id="{E7AFCB69-4219-473E-AECA-D671526733E5}"/>
              </a:ext>
            </a:extLst>
          </p:cNvPr>
          <p:cNvSpPr>
            <a:spLocks noGrp="1"/>
          </p:cNvSpPr>
          <p:nvPr/>
        </p:nvSpPr>
        <p:spPr>
          <a:xfrm>
            <a:off x="819150" y="5410200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扬声器振膜</a:t>
            </a:r>
          </a:p>
        </p:txBody>
      </p:sp>
      <p:sp>
        <p:nvSpPr>
          <p:cNvPr id="9" name="codex-p8-image-caption">
            <a:extLst>
              <a:ext uri="{FF2B5EF4-FFF2-40B4-BE49-F238E27FC236}">
                <a16:creationId xmlns:a16="http://schemas.microsoft.com/office/drawing/2014/main" id="{72EC84FF-9D72-41FC-8F28-BB4E9B99BF09}"/>
              </a:ext>
            </a:extLst>
          </p:cNvPr>
          <p:cNvSpPr>
            <a:spLocks noGrp="1"/>
          </p:cNvSpPr>
          <p:nvPr/>
        </p:nvSpPr>
        <p:spPr>
          <a:xfrm>
            <a:off x="3867150" y="5410200"/>
            <a:ext cx="20193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声波扰动</a:t>
            </a:r>
          </a:p>
        </p:txBody>
      </p:sp>
      <p:sp>
        <p:nvSpPr>
          <p:cNvPr id="10" name="codex-p8-relationship">
            <a:extLst>
              <a:ext uri="{FF2B5EF4-FFF2-40B4-BE49-F238E27FC236}">
                <a16:creationId xmlns:a16="http://schemas.microsoft.com/office/drawing/2014/main" id="{19F3BCC9-72FB-4754-9C24-08413FDB8AAE}"/>
              </a:ext>
            </a:extLst>
          </p:cNvPr>
          <p:cNvSpPr>
            <a:spLocks noGrp="1"/>
          </p:cNvSpPr>
          <p:nvPr/>
        </p:nvSpPr>
        <p:spPr>
          <a:xfrm>
            <a:off x="7029450" y="4048125"/>
            <a:ext cx="4067175" cy="9525"/>
          </a:xfrm>
          <a:custGeom>
            <a:pathLst>
              <a:path w="4067175" h="9525">
                <a:moveTo>
                  <a:pt x="0" y="0"/>
                </a:moveTo>
                <a:lnTo>
                  <a:pt x="4067175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1" name="codex-p8-relationship">
            <a:extLst>
              <a:ext uri="{FF2B5EF4-FFF2-40B4-BE49-F238E27FC236}">
                <a16:creationId xmlns:a16="http://schemas.microsoft.com/office/drawing/2014/main" id="{5A69C022-94A5-4BE3-A463-F1C13D07AACD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9525" cy="2667000"/>
          </a:xfrm>
          <a:custGeom>
            <a:pathLst>
              <a:path w="9525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2" name="codex-p8-signal">
            <a:extLst>
              <a:ext uri="{FF2B5EF4-FFF2-40B4-BE49-F238E27FC236}">
                <a16:creationId xmlns:a16="http://schemas.microsoft.com/office/drawing/2014/main" id="{7A6C083B-C525-4A12-9176-5B67AB127E1C}"/>
              </a:ext>
            </a:extLst>
          </p:cNvPr>
          <p:cNvSpPr>
            <a:spLocks noGrp="1"/>
          </p:cNvSpPr>
          <p:nvPr/>
        </p:nvSpPr>
        <p:spPr>
          <a:xfrm>
            <a:off x="7239000" y="3267075"/>
            <a:ext cx="3752850" cy="1562100"/>
          </a:xfrm>
          <a:custGeom>
            <a:pathLst>
              <a:path w="3752850" h="1562100">
                <a:moveTo>
                  <a:pt x="0" y="781050"/>
                </a:moveTo>
                <a:lnTo>
                  <a:pt x="31274" y="699408"/>
                </a:lnTo>
                <a:lnTo>
                  <a:pt x="62548" y="618661"/>
                </a:lnTo>
                <a:lnTo>
                  <a:pt x="93821" y="539692"/>
                </a:lnTo>
                <a:lnTo>
                  <a:pt x="125095" y="463368"/>
                </a:lnTo>
                <a:lnTo>
                  <a:pt x="156369" y="390525"/>
                </a:lnTo>
                <a:lnTo>
                  <a:pt x="187643" y="321960"/>
                </a:lnTo>
                <a:lnTo>
                  <a:pt x="218916" y="258426"/>
                </a:lnTo>
                <a:lnTo>
                  <a:pt x="250190" y="200617"/>
                </a:lnTo>
                <a:lnTo>
                  <a:pt x="281464" y="149167"/>
                </a:lnTo>
                <a:lnTo>
                  <a:pt x="312738" y="104641"/>
                </a:lnTo>
                <a:lnTo>
                  <a:pt x="344011" y="67525"/>
                </a:lnTo>
                <a:lnTo>
                  <a:pt x="375285" y="38227"/>
                </a:lnTo>
                <a:lnTo>
                  <a:pt x="406559" y="17068"/>
                </a:lnTo>
                <a:lnTo>
                  <a:pt x="437833" y="4279"/>
                </a:lnTo>
                <a:lnTo>
                  <a:pt x="469106" y="0"/>
                </a:lnTo>
                <a:lnTo>
                  <a:pt x="500380" y="4279"/>
                </a:lnTo>
                <a:lnTo>
                  <a:pt x="531654" y="17068"/>
                </a:lnTo>
                <a:lnTo>
                  <a:pt x="562928" y="38227"/>
                </a:lnTo>
                <a:lnTo>
                  <a:pt x="594201" y="67525"/>
                </a:lnTo>
                <a:lnTo>
                  <a:pt x="625475" y="104641"/>
                </a:lnTo>
                <a:lnTo>
                  <a:pt x="656749" y="149167"/>
                </a:lnTo>
                <a:lnTo>
                  <a:pt x="688023" y="200617"/>
                </a:lnTo>
                <a:lnTo>
                  <a:pt x="719296" y="258426"/>
                </a:lnTo>
                <a:lnTo>
                  <a:pt x="750570" y="321960"/>
                </a:lnTo>
                <a:lnTo>
                  <a:pt x="781844" y="390525"/>
                </a:lnTo>
                <a:lnTo>
                  <a:pt x="813118" y="463368"/>
                </a:lnTo>
                <a:lnTo>
                  <a:pt x="844391" y="539692"/>
                </a:lnTo>
                <a:lnTo>
                  <a:pt x="875665" y="618661"/>
                </a:lnTo>
                <a:lnTo>
                  <a:pt x="906939" y="699408"/>
                </a:lnTo>
                <a:lnTo>
                  <a:pt x="938213" y="781050"/>
                </a:lnTo>
                <a:lnTo>
                  <a:pt x="969486" y="862692"/>
                </a:lnTo>
                <a:lnTo>
                  <a:pt x="1000760" y="943439"/>
                </a:lnTo>
                <a:lnTo>
                  <a:pt x="1032034" y="1022408"/>
                </a:lnTo>
                <a:lnTo>
                  <a:pt x="1063308" y="1098732"/>
                </a:lnTo>
                <a:lnTo>
                  <a:pt x="1094581" y="1171575"/>
                </a:lnTo>
                <a:lnTo>
                  <a:pt x="1125855" y="1240140"/>
                </a:lnTo>
                <a:lnTo>
                  <a:pt x="1157129" y="1303674"/>
                </a:lnTo>
                <a:lnTo>
                  <a:pt x="1188402" y="1361483"/>
                </a:lnTo>
                <a:lnTo>
                  <a:pt x="1219676" y="1412933"/>
                </a:lnTo>
                <a:lnTo>
                  <a:pt x="1250950" y="1457459"/>
                </a:lnTo>
                <a:lnTo>
                  <a:pt x="1282224" y="1494575"/>
                </a:lnTo>
                <a:lnTo>
                  <a:pt x="1313497" y="1523873"/>
                </a:lnTo>
                <a:lnTo>
                  <a:pt x="1344771" y="1545032"/>
                </a:lnTo>
                <a:lnTo>
                  <a:pt x="1376045" y="1557821"/>
                </a:lnTo>
                <a:lnTo>
                  <a:pt x="1407319" y="1562100"/>
                </a:lnTo>
                <a:lnTo>
                  <a:pt x="1438592" y="1557821"/>
                </a:lnTo>
                <a:lnTo>
                  <a:pt x="1469866" y="1545032"/>
                </a:lnTo>
                <a:lnTo>
                  <a:pt x="1501140" y="1523873"/>
                </a:lnTo>
                <a:lnTo>
                  <a:pt x="1532414" y="1494575"/>
                </a:lnTo>
                <a:lnTo>
                  <a:pt x="1563687" y="1457459"/>
                </a:lnTo>
                <a:lnTo>
                  <a:pt x="1594961" y="1412933"/>
                </a:lnTo>
                <a:lnTo>
                  <a:pt x="1626235" y="1361483"/>
                </a:lnTo>
                <a:lnTo>
                  <a:pt x="1657509" y="1303674"/>
                </a:lnTo>
                <a:lnTo>
                  <a:pt x="1688782" y="1240140"/>
                </a:lnTo>
                <a:lnTo>
                  <a:pt x="1720056" y="1171575"/>
                </a:lnTo>
                <a:lnTo>
                  <a:pt x="1751330" y="1098732"/>
                </a:lnTo>
                <a:lnTo>
                  <a:pt x="1782604" y="1022408"/>
                </a:lnTo>
                <a:lnTo>
                  <a:pt x="1813878" y="943439"/>
                </a:lnTo>
                <a:lnTo>
                  <a:pt x="1845151" y="862692"/>
                </a:lnTo>
                <a:lnTo>
                  <a:pt x="1876425" y="781050"/>
                </a:lnTo>
                <a:lnTo>
                  <a:pt x="1907699" y="699408"/>
                </a:lnTo>
                <a:lnTo>
                  <a:pt x="1938972" y="618661"/>
                </a:lnTo>
                <a:lnTo>
                  <a:pt x="1970246" y="539692"/>
                </a:lnTo>
                <a:lnTo>
                  <a:pt x="2001520" y="463368"/>
                </a:lnTo>
                <a:lnTo>
                  <a:pt x="2032794" y="390525"/>
                </a:lnTo>
                <a:lnTo>
                  <a:pt x="2064068" y="321960"/>
                </a:lnTo>
                <a:lnTo>
                  <a:pt x="2095341" y="258426"/>
                </a:lnTo>
                <a:lnTo>
                  <a:pt x="2126615" y="200617"/>
                </a:lnTo>
                <a:lnTo>
                  <a:pt x="2157889" y="149167"/>
                </a:lnTo>
                <a:lnTo>
                  <a:pt x="2189163" y="104641"/>
                </a:lnTo>
                <a:lnTo>
                  <a:pt x="2220436" y="67525"/>
                </a:lnTo>
                <a:lnTo>
                  <a:pt x="2251710" y="38227"/>
                </a:lnTo>
                <a:lnTo>
                  <a:pt x="2282984" y="17068"/>
                </a:lnTo>
                <a:lnTo>
                  <a:pt x="2314258" y="4279"/>
                </a:lnTo>
                <a:lnTo>
                  <a:pt x="2345531" y="0"/>
                </a:lnTo>
                <a:lnTo>
                  <a:pt x="2376805" y="4279"/>
                </a:lnTo>
                <a:lnTo>
                  <a:pt x="2408079" y="17068"/>
                </a:lnTo>
                <a:lnTo>
                  <a:pt x="2439353" y="38227"/>
                </a:lnTo>
                <a:lnTo>
                  <a:pt x="2470626" y="67525"/>
                </a:lnTo>
                <a:lnTo>
                  <a:pt x="2501900" y="104641"/>
                </a:lnTo>
                <a:lnTo>
                  <a:pt x="2533174" y="149167"/>
                </a:lnTo>
                <a:lnTo>
                  <a:pt x="2564448" y="200617"/>
                </a:lnTo>
                <a:lnTo>
                  <a:pt x="2595721" y="258426"/>
                </a:lnTo>
                <a:lnTo>
                  <a:pt x="2626995" y="321960"/>
                </a:lnTo>
                <a:lnTo>
                  <a:pt x="2658269" y="390525"/>
                </a:lnTo>
                <a:lnTo>
                  <a:pt x="2689543" y="463368"/>
                </a:lnTo>
                <a:lnTo>
                  <a:pt x="2720816" y="539692"/>
                </a:lnTo>
                <a:lnTo>
                  <a:pt x="2752090" y="618661"/>
                </a:lnTo>
                <a:lnTo>
                  <a:pt x="2783364" y="699408"/>
                </a:lnTo>
                <a:lnTo>
                  <a:pt x="2814638" y="781050"/>
                </a:lnTo>
                <a:lnTo>
                  <a:pt x="2845911" y="862692"/>
                </a:lnTo>
                <a:lnTo>
                  <a:pt x="2877185" y="943439"/>
                </a:lnTo>
                <a:lnTo>
                  <a:pt x="2908459" y="1022408"/>
                </a:lnTo>
                <a:lnTo>
                  <a:pt x="2939732" y="1098732"/>
                </a:lnTo>
                <a:lnTo>
                  <a:pt x="2971006" y="1171575"/>
                </a:lnTo>
                <a:lnTo>
                  <a:pt x="3002280" y="1240140"/>
                </a:lnTo>
                <a:lnTo>
                  <a:pt x="3033554" y="1303674"/>
                </a:lnTo>
                <a:lnTo>
                  <a:pt x="3064828" y="1361483"/>
                </a:lnTo>
                <a:lnTo>
                  <a:pt x="3096101" y="1412933"/>
                </a:lnTo>
                <a:lnTo>
                  <a:pt x="3127375" y="1457459"/>
                </a:lnTo>
                <a:lnTo>
                  <a:pt x="3158649" y="1494575"/>
                </a:lnTo>
                <a:lnTo>
                  <a:pt x="3189923" y="1523873"/>
                </a:lnTo>
                <a:lnTo>
                  <a:pt x="3221196" y="1545032"/>
                </a:lnTo>
                <a:lnTo>
                  <a:pt x="3252470" y="1557821"/>
                </a:lnTo>
                <a:lnTo>
                  <a:pt x="3283744" y="1562100"/>
                </a:lnTo>
                <a:lnTo>
                  <a:pt x="3315017" y="1557821"/>
                </a:lnTo>
                <a:lnTo>
                  <a:pt x="3346291" y="1545032"/>
                </a:lnTo>
                <a:lnTo>
                  <a:pt x="3377565" y="1523873"/>
                </a:lnTo>
                <a:lnTo>
                  <a:pt x="3408839" y="1494575"/>
                </a:lnTo>
                <a:lnTo>
                  <a:pt x="3440113" y="1457459"/>
                </a:lnTo>
                <a:lnTo>
                  <a:pt x="3471386" y="1412933"/>
                </a:lnTo>
                <a:lnTo>
                  <a:pt x="3502660" y="1361483"/>
                </a:lnTo>
                <a:lnTo>
                  <a:pt x="3533934" y="1303674"/>
                </a:lnTo>
                <a:lnTo>
                  <a:pt x="3565207" y="1240140"/>
                </a:lnTo>
                <a:lnTo>
                  <a:pt x="3596481" y="1171575"/>
                </a:lnTo>
                <a:lnTo>
                  <a:pt x="3627755" y="1098732"/>
                </a:lnTo>
                <a:lnTo>
                  <a:pt x="3659029" y="1022408"/>
                </a:lnTo>
                <a:lnTo>
                  <a:pt x="3690303" y="943439"/>
                </a:lnTo>
                <a:lnTo>
                  <a:pt x="3721576" y="862692"/>
                </a:lnTo>
                <a:lnTo>
                  <a:pt x="3752850" y="7810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3" name="codex-p8-image-caption">
            <a:extLst>
              <a:ext uri="{FF2B5EF4-FFF2-40B4-BE49-F238E27FC236}">
                <a16:creationId xmlns:a16="http://schemas.microsoft.com/office/drawing/2014/main" id="{B1118A43-BCCA-4750-94EA-E523F159186A}"/>
              </a:ext>
            </a:extLst>
          </p:cNvPr>
          <p:cNvSpPr>
            <a:spLocks noGrp="1"/>
          </p:cNvSpPr>
          <p:nvPr/>
        </p:nvSpPr>
        <p:spPr>
          <a:xfrm>
            <a:off x="7029450" y="2571750"/>
            <a:ext cx="95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</a:t>
            </a:r>
          </a:p>
        </p:txBody>
      </p:sp>
      <p:sp>
        <p:nvSpPr>
          <p:cNvPr id="14" name="codex-p8-image-caption">
            <a:extLst>
              <a:ext uri="{FF2B5EF4-FFF2-40B4-BE49-F238E27FC236}">
                <a16:creationId xmlns:a16="http://schemas.microsoft.com/office/drawing/2014/main" id="{2ED3FBEA-3E39-485A-A7FF-2A942DF10C79}"/>
              </a:ext>
            </a:extLst>
          </p:cNvPr>
          <p:cNvSpPr>
            <a:spLocks noGrp="1"/>
          </p:cNvSpPr>
          <p:nvPr/>
        </p:nvSpPr>
        <p:spPr>
          <a:xfrm>
            <a:off x="10287000" y="5248275"/>
            <a:ext cx="1143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15" name="codex-p8-image-caption">
            <a:extLst>
              <a:ext uri="{FF2B5EF4-FFF2-40B4-BE49-F238E27FC236}">
                <a16:creationId xmlns:a16="http://schemas.microsoft.com/office/drawing/2014/main" id="{495D54A9-D3AE-43FD-A0C3-EA9B66C40F94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曲线横轴记录时间，不能把它当作空气的运动路径。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codex-p9-image-caption">
            <a:extLst>
              <a:ext uri="{FF2B5EF4-FFF2-40B4-BE49-F238E27FC236}">
                <a16:creationId xmlns:a16="http://schemas.microsoft.com/office/drawing/2014/main" id="{4F86673A-CC54-46BD-A9E4-0F48ECFF913F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先预测：红色光标向右，表示声音向右传播吗？</a:t>
            </a:r>
          </a:p>
        </p:txBody>
      </p:sp>
      <p:pic>
        <p:nvPicPr>
          <p:cNvPr id="6" name="codex-p9-">
            <a:extLst>
              <a:ext uri="{FF2B5EF4-FFF2-40B4-BE49-F238E27FC236}">
                <a16:creationId xmlns:a16="http://schemas.microsoft.com/office/drawing/2014/main" id="{5C0D583A-2922-4940-B29A-D7B2143FDB5D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1257300" y="2762262"/>
            <a:ext cx="9677400" cy="2423136"/>
          </a:xfrm>
          <a:prstGeom prst="rect">
            <a:avLst/>
          </a:prstGeom>
        </p:spPr>
      </p:pic>
      <p:sp>
        <p:nvSpPr>
          <p:cNvPr id="7" name="codex-p9-playback-cursor">
            <a:extLst>
              <a:ext uri="{FF2B5EF4-FFF2-40B4-BE49-F238E27FC236}">
                <a16:creationId xmlns:a16="http://schemas.microsoft.com/office/drawing/2014/main" id="{43738791-0072-41C4-86AC-A394C731B5D6}"/>
              </a:ext>
            </a:extLst>
          </p:cNvPr>
          <p:cNvSpPr>
            <a:spLocks noGrp="1"/>
          </p:cNvSpPr>
          <p:nvPr/>
        </p:nvSpPr>
        <p:spPr>
          <a:xfrm>
            <a:off x="7858125" y="2809875"/>
            <a:ext cx="9525" cy="2381250"/>
          </a:xfrm>
          <a:custGeom>
            <a:pathLst>
              <a:path w="9525" h="2381250">
                <a:moveTo>
                  <a:pt x="0" y="0"/>
                </a:moveTo>
                <a:lnTo>
                  <a:pt x="0" y="2381250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</p:sp>
      <p:sp>
        <p:nvSpPr>
          <p:cNvPr id="8" name="codex-p9-image-caption">
            <a:extLst>
              <a:ext uri="{FF2B5EF4-FFF2-40B4-BE49-F238E27FC236}">
                <a16:creationId xmlns:a16="http://schemas.microsoft.com/office/drawing/2014/main" id="{0211E770-BA24-4727-9697-1013AEB26851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波形显示（Audacity示例）</a:t>
            </a:r>
          </a:p>
        </p:txBody>
      </p:sp>
      <p:sp>
        <p:nvSpPr>
          <p:cNvPr id="9" name="codex-p9-image-caption">
            <a:extLst>
              <a:ext uri="{FF2B5EF4-FFF2-40B4-BE49-F238E27FC236}">
                <a16:creationId xmlns:a16="http://schemas.microsoft.com/office/drawing/2014/main" id="{FD28768B-112D-4758-A6D0-57955FA98796}"/>
              </a:ext>
            </a:extLst>
          </p:cNvPr>
          <p:cNvSpPr>
            <a:spLocks noGrp="1"/>
          </p:cNvSpPr>
          <p:nvPr/>
        </p:nvSpPr>
        <p:spPr>
          <a:xfrm>
            <a:off x="8096250" y="533400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横向是时间</a:t>
            </a:r>
          </a:p>
        </p:txBody>
      </p:sp>
      <p:sp>
        <p:nvSpPr>
          <p:cNvPr id="10" name="codex-p9-image-caption">
            <a:extLst>
              <a:ext uri="{FF2B5EF4-FFF2-40B4-BE49-F238E27FC236}">
                <a16:creationId xmlns:a16="http://schemas.microsoft.com/office/drawing/2014/main" id="{796E7FC6-B938-4D2C-BD27-8614C5DC2044}"/>
              </a:ext>
            </a:extLst>
          </p:cNvPr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请观察：播放继续时，光标位置怎样变化？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只能记录有限个数字，选哪些时刻？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演示B：放大波形，会看见采样点吗？</a:t>
            </a:r>
          </a:p>
        </p:txBody>
      </p:sp>
      <p:sp>
        <p:nvSpPr>
          <p:cNvPr id="5" name="codex-p12-image-caption">
            <a:extLst>
              <a:ext uri="{FF2B5EF4-FFF2-40B4-BE49-F238E27FC236}">
                <a16:creationId xmlns:a16="http://schemas.microsoft.com/office/drawing/2014/main" id="{E05C07C0-ECB0-4E0A-A71C-CE37A9E56765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同一段示意信号：左侧全段，右侧放大红框。</a:t>
            </a:r>
          </a:p>
        </p:txBody>
      </p:sp>
      <p:sp>
        <p:nvSpPr>
          <p:cNvPr id="6" name="codex-p12-image-caption">
            <a:extLst>
              <a:ext uri="{FF2B5EF4-FFF2-40B4-BE49-F238E27FC236}">
                <a16:creationId xmlns:a16="http://schemas.microsoft.com/office/drawing/2014/main" id="{B77A6492-C8D8-47E1-B830-E396233E95DD}"/>
              </a:ext>
            </a:extLst>
          </p:cNvPr>
          <p:cNvSpPr>
            <a:spLocks noGrp="1"/>
          </p:cNvSpPr>
          <p:nvPr/>
        </p:nvSpPr>
        <p:spPr>
          <a:xfrm>
            <a:off x="609600" y="235267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整体：0～1 s</a:t>
            </a:r>
          </a:p>
        </p:txBody>
      </p:sp>
      <p:sp>
        <p:nvSpPr>
          <p:cNvPr id="7" name="codex-p12-image-caption">
            <a:extLst>
              <a:ext uri="{FF2B5EF4-FFF2-40B4-BE49-F238E27FC236}">
                <a16:creationId xmlns:a16="http://schemas.microsoft.com/office/drawing/2014/main" id="{BE13245C-B426-4925-AFCF-CD896828A8E3}"/>
              </a:ext>
            </a:extLst>
          </p:cNvPr>
          <p:cNvSpPr>
            <a:spLocks noGrp="1"/>
          </p:cNvSpPr>
          <p:nvPr/>
        </p:nvSpPr>
        <p:spPr>
          <a:xfrm>
            <a:off x="6724650" y="23526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局部：0.30～0.50 s</a:t>
            </a:r>
          </a:p>
        </p:txBody>
      </p:sp>
      <p:sp>
        <p:nvSpPr>
          <p:cNvPr id="8" name="codex-p12-relationship">
            <a:extLst>
              <a:ext uri="{FF2B5EF4-FFF2-40B4-BE49-F238E27FC236}">
                <a16:creationId xmlns:a16="http://schemas.microsoft.com/office/drawing/2014/main" id="{10891969-11B0-481F-A707-1793108A0C87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4095750" cy="9525"/>
          </a:xfrm>
          <a:custGeom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9" name="codex-p12-relationship">
            <a:extLst>
              <a:ext uri="{FF2B5EF4-FFF2-40B4-BE49-F238E27FC236}">
                <a16:creationId xmlns:a16="http://schemas.microsoft.com/office/drawing/2014/main" id="{BDDF7ADF-8AFB-4FCF-9884-9295153FDEEC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9525" cy="2247900"/>
          </a:xfrm>
          <a:custGeom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0" name="codex-p12-signal">
            <a:extLst>
              <a:ext uri="{FF2B5EF4-FFF2-40B4-BE49-F238E27FC236}">
                <a16:creationId xmlns:a16="http://schemas.microsoft.com/office/drawing/2014/main" id="{66F0707D-35F5-4CA2-B2A7-5F30A0393ADF}"/>
              </a:ext>
            </a:extLst>
          </p:cNvPr>
          <p:cNvSpPr>
            <a:spLocks noGrp="1"/>
          </p:cNvSpPr>
          <p:nvPr/>
        </p:nvSpPr>
        <p:spPr>
          <a:xfrm>
            <a:off x="1066800" y="3341446"/>
            <a:ext cx="4095750" cy="1508609"/>
          </a:xfrm>
          <a:custGeom>
            <a:pathLst>
              <a:path w="4095750" h="1508609">
                <a:moveTo>
                  <a:pt x="0" y="531370"/>
                </a:moveTo>
                <a:lnTo>
                  <a:pt x="20479" y="421374"/>
                </a:lnTo>
                <a:lnTo>
                  <a:pt x="40957" y="319577"/>
                </a:lnTo>
                <a:lnTo>
                  <a:pt x="61436" y="228483"/>
                </a:lnTo>
                <a:lnTo>
                  <a:pt x="81915" y="150338"/>
                </a:lnTo>
                <a:lnTo>
                  <a:pt x="102394" y="87063"/>
                </a:lnTo>
                <a:lnTo>
                  <a:pt x="122873" y="40219"/>
                </a:lnTo>
                <a:lnTo>
                  <a:pt x="143351" y="10958"/>
                </a:lnTo>
                <a:lnTo>
                  <a:pt x="163830" y="0"/>
                </a:lnTo>
                <a:lnTo>
                  <a:pt x="184309" y="7616"/>
                </a:lnTo>
                <a:lnTo>
                  <a:pt x="204788" y="33618"/>
                </a:lnTo>
                <a:lnTo>
                  <a:pt x="225266" y="77365"/>
                </a:lnTo>
                <a:lnTo>
                  <a:pt x="245745" y="137781"/>
                </a:lnTo>
                <a:lnTo>
                  <a:pt x="266224" y="213378"/>
                </a:lnTo>
                <a:lnTo>
                  <a:pt x="286702" y="302294"/>
                </a:lnTo>
                <a:lnTo>
                  <a:pt x="307181" y="402340"/>
                </a:lnTo>
                <a:lnTo>
                  <a:pt x="327660" y="511053"/>
                </a:lnTo>
                <a:lnTo>
                  <a:pt x="348139" y="625756"/>
                </a:lnTo>
                <a:lnTo>
                  <a:pt x="368617" y="743623"/>
                </a:lnTo>
                <a:lnTo>
                  <a:pt x="389096" y="861754"/>
                </a:lnTo>
                <a:lnTo>
                  <a:pt x="409575" y="977239"/>
                </a:lnTo>
                <a:lnTo>
                  <a:pt x="430054" y="1087234"/>
                </a:lnTo>
                <a:lnTo>
                  <a:pt x="450533" y="1189032"/>
                </a:lnTo>
                <a:lnTo>
                  <a:pt x="471011" y="1280125"/>
                </a:lnTo>
                <a:lnTo>
                  <a:pt x="491490" y="1358271"/>
                </a:lnTo>
                <a:lnTo>
                  <a:pt x="511969" y="1421545"/>
                </a:lnTo>
                <a:lnTo>
                  <a:pt x="532448" y="1468390"/>
                </a:lnTo>
                <a:lnTo>
                  <a:pt x="552926" y="1497651"/>
                </a:lnTo>
                <a:lnTo>
                  <a:pt x="573405" y="1508609"/>
                </a:lnTo>
                <a:lnTo>
                  <a:pt x="593884" y="1500993"/>
                </a:lnTo>
                <a:lnTo>
                  <a:pt x="614363" y="1474991"/>
                </a:lnTo>
                <a:lnTo>
                  <a:pt x="634841" y="1431244"/>
                </a:lnTo>
                <a:lnTo>
                  <a:pt x="655320" y="1370828"/>
                </a:lnTo>
                <a:lnTo>
                  <a:pt x="675799" y="1295231"/>
                </a:lnTo>
                <a:lnTo>
                  <a:pt x="696278" y="1206315"/>
                </a:lnTo>
                <a:lnTo>
                  <a:pt x="716756" y="1106268"/>
                </a:lnTo>
                <a:lnTo>
                  <a:pt x="737235" y="997556"/>
                </a:lnTo>
                <a:lnTo>
                  <a:pt x="757714" y="882853"/>
                </a:lnTo>
                <a:lnTo>
                  <a:pt x="778192" y="764985"/>
                </a:lnTo>
                <a:lnTo>
                  <a:pt x="798671" y="646855"/>
                </a:lnTo>
                <a:lnTo>
                  <a:pt x="819150" y="531370"/>
                </a:lnTo>
                <a:lnTo>
                  <a:pt x="839629" y="421374"/>
                </a:lnTo>
                <a:lnTo>
                  <a:pt x="860108" y="319577"/>
                </a:lnTo>
                <a:lnTo>
                  <a:pt x="880586" y="228483"/>
                </a:lnTo>
                <a:lnTo>
                  <a:pt x="901065" y="150338"/>
                </a:lnTo>
                <a:lnTo>
                  <a:pt x="921544" y="87063"/>
                </a:lnTo>
                <a:lnTo>
                  <a:pt x="942023" y="40219"/>
                </a:lnTo>
                <a:lnTo>
                  <a:pt x="962501" y="10958"/>
                </a:lnTo>
                <a:lnTo>
                  <a:pt x="982980" y="0"/>
                </a:lnTo>
                <a:lnTo>
                  <a:pt x="1003459" y="7616"/>
                </a:lnTo>
                <a:lnTo>
                  <a:pt x="1023938" y="33618"/>
                </a:lnTo>
                <a:lnTo>
                  <a:pt x="1044416" y="77365"/>
                </a:lnTo>
                <a:lnTo>
                  <a:pt x="1064895" y="137781"/>
                </a:lnTo>
                <a:lnTo>
                  <a:pt x="1085374" y="213378"/>
                </a:lnTo>
                <a:lnTo>
                  <a:pt x="1105853" y="302294"/>
                </a:lnTo>
                <a:lnTo>
                  <a:pt x="1126331" y="402340"/>
                </a:lnTo>
                <a:lnTo>
                  <a:pt x="1146810" y="511053"/>
                </a:lnTo>
                <a:lnTo>
                  <a:pt x="1167289" y="625756"/>
                </a:lnTo>
                <a:lnTo>
                  <a:pt x="1187768" y="743623"/>
                </a:lnTo>
                <a:lnTo>
                  <a:pt x="1208246" y="861754"/>
                </a:lnTo>
                <a:lnTo>
                  <a:pt x="1228725" y="977239"/>
                </a:lnTo>
                <a:lnTo>
                  <a:pt x="1249204" y="1087234"/>
                </a:lnTo>
                <a:lnTo>
                  <a:pt x="1269683" y="1189032"/>
                </a:lnTo>
                <a:lnTo>
                  <a:pt x="1290161" y="1280125"/>
                </a:lnTo>
                <a:lnTo>
                  <a:pt x="1310640" y="1358271"/>
                </a:lnTo>
                <a:lnTo>
                  <a:pt x="1331119" y="1421545"/>
                </a:lnTo>
                <a:lnTo>
                  <a:pt x="1351598" y="1468390"/>
                </a:lnTo>
                <a:lnTo>
                  <a:pt x="1372076" y="1497651"/>
                </a:lnTo>
                <a:lnTo>
                  <a:pt x="1392555" y="1508609"/>
                </a:lnTo>
                <a:lnTo>
                  <a:pt x="1413034" y="1500993"/>
                </a:lnTo>
                <a:lnTo>
                  <a:pt x="1433513" y="1474991"/>
                </a:lnTo>
                <a:lnTo>
                  <a:pt x="1453991" y="1431244"/>
                </a:lnTo>
                <a:lnTo>
                  <a:pt x="1474470" y="1370828"/>
                </a:lnTo>
                <a:lnTo>
                  <a:pt x="1494949" y="1295231"/>
                </a:lnTo>
                <a:lnTo>
                  <a:pt x="1515428" y="1206315"/>
                </a:lnTo>
                <a:lnTo>
                  <a:pt x="1535906" y="1106268"/>
                </a:lnTo>
                <a:lnTo>
                  <a:pt x="1556385" y="997556"/>
                </a:lnTo>
                <a:lnTo>
                  <a:pt x="1576864" y="882853"/>
                </a:lnTo>
                <a:lnTo>
                  <a:pt x="1597343" y="764985"/>
                </a:lnTo>
                <a:lnTo>
                  <a:pt x="1617821" y="646855"/>
                </a:lnTo>
                <a:lnTo>
                  <a:pt x="1638300" y="531370"/>
                </a:lnTo>
                <a:lnTo>
                  <a:pt x="1658779" y="421374"/>
                </a:lnTo>
                <a:lnTo>
                  <a:pt x="1679258" y="319577"/>
                </a:lnTo>
                <a:lnTo>
                  <a:pt x="1699736" y="228483"/>
                </a:lnTo>
                <a:lnTo>
                  <a:pt x="1720215" y="150338"/>
                </a:lnTo>
                <a:lnTo>
                  <a:pt x="1740694" y="87063"/>
                </a:lnTo>
                <a:lnTo>
                  <a:pt x="1761172" y="40219"/>
                </a:lnTo>
                <a:lnTo>
                  <a:pt x="1781651" y="10958"/>
                </a:lnTo>
                <a:lnTo>
                  <a:pt x="1802130" y="0"/>
                </a:lnTo>
                <a:lnTo>
                  <a:pt x="1822609" y="7616"/>
                </a:lnTo>
                <a:lnTo>
                  <a:pt x="1843088" y="33618"/>
                </a:lnTo>
                <a:lnTo>
                  <a:pt x="1863566" y="77365"/>
                </a:lnTo>
                <a:lnTo>
                  <a:pt x="1884045" y="137781"/>
                </a:lnTo>
                <a:lnTo>
                  <a:pt x="1904524" y="213378"/>
                </a:lnTo>
                <a:lnTo>
                  <a:pt x="1925003" y="302294"/>
                </a:lnTo>
                <a:lnTo>
                  <a:pt x="1945481" y="402340"/>
                </a:lnTo>
                <a:lnTo>
                  <a:pt x="1965960" y="511053"/>
                </a:lnTo>
                <a:lnTo>
                  <a:pt x="1986439" y="625756"/>
                </a:lnTo>
                <a:lnTo>
                  <a:pt x="2006918" y="743623"/>
                </a:lnTo>
                <a:lnTo>
                  <a:pt x="2027396" y="861754"/>
                </a:lnTo>
                <a:lnTo>
                  <a:pt x="2047875" y="977239"/>
                </a:lnTo>
                <a:lnTo>
                  <a:pt x="2068354" y="1087234"/>
                </a:lnTo>
                <a:lnTo>
                  <a:pt x="2088833" y="1189032"/>
                </a:lnTo>
                <a:lnTo>
                  <a:pt x="2109311" y="1280125"/>
                </a:lnTo>
                <a:lnTo>
                  <a:pt x="2129790" y="1358271"/>
                </a:lnTo>
                <a:lnTo>
                  <a:pt x="2150269" y="1421545"/>
                </a:lnTo>
                <a:lnTo>
                  <a:pt x="2170748" y="1468390"/>
                </a:lnTo>
                <a:lnTo>
                  <a:pt x="2191226" y="1497651"/>
                </a:lnTo>
                <a:lnTo>
                  <a:pt x="2211705" y="1508609"/>
                </a:lnTo>
                <a:lnTo>
                  <a:pt x="2232184" y="1500993"/>
                </a:lnTo>
                <a:lnTo>
                  <a:pt x="2252663" y="1474991"/>
                </a:lnTo>
                <a:lnTo>
                  <a:pt x="2273141" y="1431244"/>
                </a:lnTo>
                <a:lnTo>
                  <a:pt x="2293620" y="1370828"/>
                </a:lnTo>
                <a:lnTo>
                  <a:pt x="2314099" y="1295231"/>
                </a:lnTo>
                <a:lnTo>
                  <a:pt x="2334578" y="1206315"/>
                </a:lnTo>
                <a:lnTo>
                  <a:pt x="2355056" y="1106268"/>
                </a:lnTo>
                <a:lnTo>
                  <a:pt x="2375535" y="997556"/>
                </a:lnTo>
                <a:lnTo>
                  <a:pt x="2396014" y="882853"/>
                </a:lnTo>
                <a:lnTo>
                  <a:pt x="2416493" y="764985"/>
                </a:lnTo>
                <a:lnTo>
                  <a:pt x="2436971" y="646855"/>
                </a:lnTo>
                <a:lnTo>
                  <a:pt x="2457450" y="531370"/>
                </a:lnTo>
                <a:lnTo>
                  <a:pt x="2477929" y="421374"/>
                </a:lnTo>
                <a:lnTo>
                  <a:pt x="2498408" y="319577"/>
                </a:lnTo>
                <a:lnTo>
                  <a:pt x="2518886" y="228483"/>
                </a:lnTo>
                <a:lnTo>
                  <a:pt x="2539365" y="150338"/>
                </a:lnTo>
                <a:lnTo>
                  <a:pt x="2559844" y="87063"/>
                </a:lnTo>
                <a:lnTo>
                  <a:pt x="2580323" y="40219"/>
                </a:lnTo>
                <a:lnTo>
                  <a:pt x="2600801" y="10958"/>
                </a:lnTo>
                <a:lnTo>
                  <a:pt x="2621280" y="0"/>
                </a:lnTo>
                <a:lnTo>
                  <a:pt x="2641759" y="7616"/>
                </a:lnTo>
                <a:lnTo>
                  <a:pt x="2662238" y="33618"/>
                </a:lnTo>
                <a:lnTo>
                  <a:pt x="2682716" y="77365"/>
                </a:lnTo>
                <a:lnTo>
                  <a:pt x="2703195" y="137781"/>
                </a:lnTo>
                <a:lnTo>
                  <a:pt x="2723674" y="213378"/>
                </a:lnTo>
                <a:lnTo>
                  <a:pt x="2744153" y="302294"/>
                </a:lnTo>
                <a:lnTo>
                  <a:pt x="2764631" y="402340"/>
                </a:lnTo>
                <a:lnTo>
                  <a:pt x="2785110" y="511053"/>
                </a:lnTo>
                <a:lnTo>
                  <a:pt x="2805589" y="625756"/>
                </a:lnTo>
                <a:lnTo>
                  <a:pt x="2826068" y="743623"/>
                </a:lnTo>
                <a:lnTo>
                  <a:pt x="2846546" y="861754"/>
                </a:lnTo>
                <a:lnTo>
                  <a:pt x="2867025" y="977239"/>
                </a:lnTo>
                <a:lnTo>
                  <a:pt x="2887504" y="1087234"/>
                </a:lnTo>
                <a:lnTo>
                  <a:pt x="2907983" y="1189032"/>
                </a:lnTo>
                <a:lnTo>
                  <a:pt x="2928461" y="1280125"/>
                </a:lnTo>
                <a:lnTo>
                  <a:pt x="2948940" y="1358271"/>
                </a:lnTo>
                <a:lnTo>
                  <a:pt x="2969419" y="1421545"/>
                </a:lnTo>
                <a:lnTo>
                  <a:pt x="2989898" y="1468390"/>
                </a:lnTo>
                <a:lnTo>
                  <a:pt x="3010376" y="1497651"/>
                </a:lnTo>
                <a:lnTo>
                  <a:pt x="3030855" y="1508609"/>
                </a:lnTo>
                <a:lnTo>
                  <a:pt x="3051334" y="1500993"/>
                </a:lnTo>
                <a:lnTo>
                  <a:pt x="3071813" y="1474991"/>
                </a:lnTo>
                <a:lnTo>
                  <a:pt x="3092291" y="1431244"/>
                </a:lnTo>
                <a:lnTo>
                  <a:pt x="3112770" y="1370828"/>
                </a:lnTo>
                <a:lnTo>
                  <a:pt x="3133249" y="1295231"/>
                </a:lnTo>
                <a:lnTo>
                  <a:pt x="3153728" y="1206315"/>
                </a:lnTo>
                <a:lnTo>
                  <a:pt x="3174206" y="1106268"/>
                </a:lnTo>
                <a:lnTo>
                  <a:pt x="3194685" y="997556"/>
                </a:lnTo>
                <a:lnTo>
                  <a:pt x="3215164" y="882853"/>
                </a:lnTo>
                <a:lnTo>
                  <a:pt x="3235643" y="764985"/>
                </a:lnTo>
                <a:lnTo>
                  <a:pt x="3256121" y="646855"/>
                </a:lnTo>
                <a:lnTo>
                  <a:pt x="3276600" y="531370"/>
                </a:lnTo>
                <a:lnTo>
                  <a:pt x="3297079" y="421374"/>
                </a:lnTo>
                <a:lnTo>
                  <a:pt x="3317558" y="319577"/>
                </a:lnTo>
                <a:lnTo>
                  <a:pt x="3338036" y="228483"/>
                </a:lnTo>
                <a:lnTo>
                  <a:pt x="3358515" y="150338"/>
                </a:lnTo>
                <a:lnTo>
                  <a:pt x="3378994" y="87063"/>
                </a:lnTo>
                <a:lnTo>
                  <a:pt x="3399473" y="40219"/>
                </a:lnTo>
                <a:lnTo>
                  <a:pt x="3419951" y="10958"/>
                </a:lnTo>
                <a:lnTo>
                  <a:pt x="3440430" y="0"/>
                </a:lnTo>
                <a:lnTo>
                  <a:pt x="3460909" y="7616"/>
                </a:lnTo>
                <a:lnTo>
                  <a:pt x="3481388" y="33618"/>
                </a:lnTo>
                <a:lnTo>
                  <a:pt x="3501866" y="77365"/>
                </a:lnTo>
                <a:lnTo>
                  <a:pt x="3522345" y="137781"/>
                </a:lnTo>
                <a:lnTo>
                  <a:pt x="3542824" y="213378"/>
                </a:lnTo>
                <a:lnTo>
                  <a:pt x="3563303" y="302294"/>
                </a:lnTo>
                <a:lnTo>
                  <a:pt x="3583781" y="402340"/>
                </a:lnTo>
                <a:lnTo>
                  <a:pt x="3604260" y="511053"/>
                </a:lnTo>
                <a:lnTo>
                  <a:pt x="3624739" y="625756"/>
                </a:lnTo>
                <a:lnTo>
                  <a:pt x="3645218" y="743623"/>
                </a:lnTo>
                <a:lnTo>
                  <a:pt x="3665696" y="861754"/>
                </a:lnTo>
                <a:lnTo>
                  <a:pt x="3686175" y="977239"/>
                </a:lnTo>
                <a:lnTo>
                  <a:pt x="3706654" y="1087234"/>
                </a:lnTo>
                <a:lnTo>
                  <a:pt x="3727133" y="1189032"/>
                </a:lnTo>
                <a:lnTo>
                  <a:pt x="3747611" y="1280125"/>
                </a:lnTo>
                <a:lnTo>
                  <a:pt x="3768090" y="1358271"/>
                </a:lnTo>
                <a:lnTo>
                  <a:pt x="3788569" y="1421545"/>
                </a:lnTo>
                <a:lnTo>
                  <a:pt x="3809048" y="1468390"/>
                </a:lnTo>
                <a:lnTo>
                  <a:pt x="3829526" y="1497651"/>
                </a:lnTo>
                <a:lnTo>
                  <a:pt x="3850005" y="1508609"/>
                </a:lnTo>
                <a:lnTo>
                  <a:pt x="3870484" y="1500993"/>
                </a:lnTo>
                <a:lnTo>
                  <a:pt x="3890963" y="1474991"/>
                </a:lnTo>
                <a:lnTo>
                  <a:pt x="3911441" y="1431244"/>
                </a:lnTo>
                <a:lnTo>
                  <a:pt x="3931920" y="1370828"/>
                </a:lnTo>
                <a:lnTo>
                  <a:pt x="3952399" y="1295231"/>
                </a:lnTo>
                <a:lnTo>
                  <a:pt x="3972878" y="1206315"/>
                </a:lnTo>
                <a:lnTo>
                  <a:pt x="3993356" y="1106268"/>
                </a:lnTo>
                <a:lnTo>
                  <a:pt x="4013835" y="997556"/>
                </a:lnTo>
                <a:lnTo>
                  <a:pt x="4034314" y="882853"/>
                </a:lnTo>
                <a:lnTo>
                  <a:pt x="4054793" y="764985"/>
                </a:lnTo>
                <a:lnTo>
                  <a:pt x="4075271" y="646855"/>
                </a:lnTo>
                <a:lnTo>
                  <a:pt x="4095750" y="53137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1" name="codex-p12-image-caption">
            <a:extLst>
              <a:ext uri="{FF2B5EF4-FFF2-40B4-BE49-F238E27FC236}">
                <a16:creationId xmlns:a16="http://schemas.microsoft.com/office/drawing/2014/main" id="{BCDD5ED5-1D30-4BC7-8990-AB07FA2E3401}"/>
              </a:ext>
            </a:extLst>
          </p:cNvPr>
          <p:cNvSpPr>
            <a:spLocks noGrp="1"/>
          </p:cNvSpPr>
          <p:nvPr/>
        </p:nvSpPr>
        <p:spPr>
          <a:xfrm>
            <a:off x="80010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codex-p12-image-caption">
            <a:extLst>
              <a:ext uri="{FF2B5EF4-FFF2-40B4-BE49-F238E27FC236}">
                <a16:creationId xmlns:a16="http://schemas.microsoft.com/office/drawing/2014/main" id="{F1D007DE-3E3F-440A-B79C-A6C0A2E71D9E}"/>
              </a:ext>
            </a:extLst>
          </p:cNvPr>
          <p:cNvSpPr>
            <a:spLocks noGrp="1"/>
          </p:cNvSpPr>
          <p:nvPr/>
        </p:nvSpPr>
        <p:spPr>
          <a:xfrm>
            <a:off x="483870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3" name="codex-p12-image-caption">
            <a:extLst>
              <a:ext uri="{FF2B5EF4-FFF2-40B4-BE49-F238E27FC236}">
                <a16:creationId xmlns:a16="http://schemas.microsoft.com/office/drawing/2014/main" id="{A3D60EC0-E15A-4E38-814E-475CF625DE49}"/>
              </a:ext>
            </a:extLst>
          </p:cNvPr>
          <p:cNvSpPr>
            <a:spLocks noGrp="1"/>
          </p:cNvSpPr>
          <p:nvPr/>
        </p:nvSpPr>
        <p:spPr>
          <a:xfrm>
            <a:off x="3686175" y="55626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4" name="codex-p12-image-caption">
            <a:extLst>
              <a:ext uri="{FF2B5EF4-FFF2-40B4-BE49-F238E27FC236}">
                <a16:creationId xmlns:a16="http://schemas.microsoft.com/office/drawing/2014/main" id="{4837F674-2DFD-4C77-B0A0-86A24EC3998F}"/>
              </a:ext>
            </a:extLst>
          </p:cNvPr>
          <p:cNvSpPr>
            <a:spLocks noGrp="1"/>
          </p:cNvSpPr>
          <p:nvPr/>
        </p:nvSpPr>
        <p:spPr>
          <a:xfrm>
            <a:off x="638175" y="286702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</a:t>
            </a:r>
          </a:p>
        </p:txBody>
      </p:sp>
      <p:sp>
        <p:nvSpPr>
          <p:cNvPr id="15" name="codex-p12-relationship">
            <a:extLst>
              <a:ext uri="{FF2B5EF4-FFF2-40B4-BE49-F238E27FC236}">
                <a16:creationId xmlns:a16="http://schemas.microsoft.com/office/drawing/2014/main" id="{0D98F5F6-44F4-4A44-966F-37399DB78A3E}"/>
              </a:ext>
            </a:extLst>
          </p:cNvPr>
          <p:cNvSpPr>
            <a:spLocks noGrp="1"/>
          </p:cNvSpPr>
          <p:nvPr/>
        </p:nvSpPr>
        <p:spPr>
          <a:xfrm>
            <a:off x="7143750" y="4095750"/>
            <a:ext cx="4095750" cy="9525"/>
          </a:xfrm>
          <a:custGeom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6" name="codex-p12-relationship">
            <a:extLst>
              <a:ext uri="{FF2B5EF4-FFF2-40B4-BE49-F238E27FC236}">
                <a16:creationId xmlns:a16="http://schemas.microsoft.com/office/drawing/2014/main" id="{5A9C5779-0ED7-4BDC-8B69-B5E8E278DA91}"/>
              </a:ext>
            </a:extLst>
          </p:cNvPr>
          <p:cNvSpPr>
            <a:spLocks noGrp="1"/>
          </p:cNvSpPr>
          <p:nvPr/>
        </p:nvSpPr>
        <p:spPr>
          <a:xfrm>
            <a:off x="7143750" y="2971800"/>
            <a:ext cx="9525" cy="2247900"/>
          </a:xfrm>
          <a:custGeom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7" name="codex-p12-signal">
            <a:extLst>
              <a:ext uri="{FF2B5EF4-FFF2-40B4-BE49-F238E27FC236}">
                <a16:creationId xmlns:a16="http://schemas.microsoft.com/office/drawing/2014/main" id="{1655AD59-7946-4FE1-AA94-65C5ED1B12CC}"/>
              </a:ext>
            </a:extLst>
          </p:cNvPr>
          <p:cNvSpPr>
            <a:spLocks noGrp="1"/>
          </p:cNvSpPr>
          <p:nvPr/>
        </p:nvSpPr>
        <p:spPr>
          <a:xfrm>
            <a:off x="7143750" y="3341446"/>
            <a:ext cx="4095750" cy="1508609"/>
          </a:xfrm>
          <a:custGeom>
            <a:pathLst>
              <a:path w="4095750" h="1508609">
                <a:moveTo>
                  <a:pt x="0" y="977239"/>
                </a:moveTo>
                <a:lnTo>
                  <a:pt x="20479" y="999766"/>
                </a:lnTo>
                <a:lnTo>
                  <a:pt x="40957" y="1022051"/>
                </a:lnTo>
                <a:lnTo>
                  <a:pt x="61436" y="1044072"/>
                </a:lnTo>
                <a:lnTo>
                  <a:pt x="81915" y="1065807"/>
                </a:lnTo>
                <a:lnTo>
                  <a:pt x="102394" y="1087234"/>
                </a:lnTo>
                <a:lnTo>
                  <a:pt x="122872" y="1108333"/>
                </a:lnTo>
                <a:lnTo>
                  <a:pt x="143351" y="1129083"/>
                </a:lnTo>
                <a:lnTo>
                  <a:pt x="163830" y="1149463"/>
                </a:lnTo>
                <a:lnTo>
                  <a:pt x="184309" y="1169452"/>
                </a:lnTo>
                <a:lnTo>
                  <a:pt x="204788" y="1189032"/>
                </a:lnTo>
                <a:lnTo>
                  <a:pt x="225266" y="1208183"/>
                </a:lnTo>
                <a:lnTo>
                  <a:pt x="245745" y="1226886"/>
                </a:lnTo>
                <a:lnTo>
                  <a:pt x="266224" y="1245123"/>
                </a:lnTo>
                <a:lnTo>
                  <a:pt x="286703" y="1262875"/>
                </a:lnTo>
                <a:lnTo>
                  <a:pt x="307181" y="1280125"/>
                </a:lnTo>
                <a:lnTo>
                  <a:pt x="327660" y="1296857"/>
                </a:lnTo>
                <a:lnTo>
                  <a:pt x="348139" y="1313053"/>
                </a:lnTo>
                <a:lnTo>
                  <a:pt x="368618" y="1328697"/>
                </a:lnTo>
                <a:lnTo>
                  <a:pt x="389096" y="1343775"/>
                </a:lnTo>
                <a:lnTo>
                  <a:pt x="409575" y="1358271"/>
                </a:lnTo>
                <a:lnTo>
                  <a:pt x="430054" y="1372171"/>
                </a:lnTo>
                <a:lnTo>
                  <a:pt x="450532" y="1385461"/>
                </a:lnTo>
                <a:lnTo>
                  <a:pt x="471011" y="1398129"/>
                </a:lnTo>
                <a:lnTo>
                  <a:pt x="491490" y="1410161"/>
                </a:lnTo>
                <a:lnTo>
                  <a:pt x="511969" y="1421545"/>
                </a:lnTo>
                <a:lnTo>
                  <a:pt x="532447" y="1432272"/>
                </a:lnTo>
                <a:lnTo>
                  <a:pt x="552926" y="1442329"/>
                </a:lnTo>
                <a:lnTo>
                  <a:pt x="573405" y="1451707"/>
                </a:lnTo>
                <a:lnTo>
                  <a:pt x="593884" y="1460397"/>
                </a:lnTo>
                <a:lnTo>
                  <a:pt x="614363" y="1468390"/>
                </a:lnTo>
                <a:lnTo>
                  <a:pt x="634841" y="1475678"/>
                </a:lnTo>
                <a:lnTo>
                  <a:pt x="655320" y="1482255"/>
                </a:lnTo>
                <a:lnTo>
                  <a:pt x="675799" y="1488113"/>
                </a:lnTo>
                <a:lnTo>
                  <a:pt x="696278" y="1493247"/>
                </a:lnTo>
                <a:lnTo>
                  <a:pt x="716756" y="1497651"/>
                </a:lnTo>
                <a:lnTo>
                  <a:pt x="737235" y="1501322"/>
                </a:lnTo>
                <a:lnTo>
                  <a:pt x="757714" y="1504256"/>
                </a:lnTo>
                <a:lnTo>
                  <a:pt x="778193" y="1506450"/>
                </a:lnTo>
                <a:lnTo>
                  <a:pt x="798671" y="1507901"/>
                </a:lnTo>
                <a:lnTo>
                  <a:pt x="819150" y="1508609"/>
                </a:lnTo>
                <a:lnTo>
                  <a:pt x="839629" y="1508572"/>
                </a:lnTo>
                <a:lnTo>
                  <a:pt x="860107" y="1507791"/>
                </a:lnTo>
                <a:lnTo>
                  <a:pt x="880586" y="1506266"/>
                </a:lnTo>
                <a:lnTo>
                  <a:pt x="901065" y="1504000"/>
                </a:lnTo>
                <a:lnTo>
                  <a:pt x="921544" y="1500993"/>
                </a:lnTo>
                <a:lnTo>
                  <a:pt x="942022" y="1497249"/>
                </a:lnTo>
                <a:lnTo>
                  <a:pt x="962501" y="1492773"/>
                </a:lnTo>
                <a:lnTo>
                  <a:pt x="982980" y="1487567"/>
                </a:lnTo>
                <a:lnTo>
                  <a:pt x="1003459" y="1481638"/>
                </a:lnTo>
                <a:lnTo>
                  <a:pt x="1023938" y="1474991"/>
                </a:lnTo>
                <a:lnTo>
                  <a:pt x="1044416" y="1467633"/>
                </a:lnTo>
                <a:lnTo>
                  <a:pt x="1064895" y="1459571"/>
                </a:lnTo>
                <a:lnTo>
                  <a:pt x="1085374" y="1450813"/>
                </a:lnTo>
                <a:lnTo>
                  <a:pt x="1105853" y="1441367"/>
                </a:lnTo>
                <a:lnTo>
                  <a:pt x="1126331" y="1431244"/>
                </a:lnTo>
                <a:lnTo>
                  <a:pt x="1146810" y="1420452"/>
                </a:lnTo>
                <a:lnTo>
                  <a:pt x="1167289" y="1409003"/>
                </a:lnTo>
                <a:lnTo>
                  <a:pt x="1187768" y="1396908"/>
                </a:lnTo>
                <a:lnTo>
                  <a:pt x="1208246" y="1384179"/>
                </a:lnTo>
                <a:lnTo>
                  <a:pt x="1228725" y="1370828"/>
                </a:lnTo>
                <a:lnTo>
                  <a:pt x="1249204" y="1356868"/>
                </a:lnTo>
                <a:lnTo>
                  <a:pt x="1269682" y="1342314"/>
                </a:lnTo>
                <a:lnTo>
                  <a:pt x="1290161" y="1327180"/>
                </a:lnTo>
                <a:lnTo>
                  <a:pt x="1310640" y="1311480"/>
                </a:lnTo>
                <a:lnTo>
                  <a:pt x="1331119" y="1295231"/>
                </a:lnTo>
                <a:lnTo>
                  <a:pt x="1351597" y="1278447"/>
                </a:lnTo>
                <a:lnTo>
                  <a:pt x="1372076" y="1261147"/>
                </a:lnTo>
                <a:lnTo>
                  <a:pt x="1392555" y="1243346"/>
                </a:lnTo>
                <a:lnTo>
                  <a:pt x="1413034" y="1225063"/>
                </a:lnTo>
                <a:lnTo>
                  <a:pt x="1433513" y="1206315"/>
                </a:lnTo>
                <a:lnTo>
                  <a:pt x="1453991" y="1187120"/>
                </a:lnTo>
                <a:lnTo>
                  <a:pt x="1474470" y="1167499"/>
                </a:lnTo>
                <a:lnTo>
                  <a:pt x="1494949" y="1147470"/>
                </a:lnTo>
                <a:lnTo>
                  <a:pt x="1515428" y="1127053"/>
                </a:lnTo>
                <a:lnTo>
                  <a:pt x="1535906" y="1106268"/>
                </a:lnTo>
                <a:lnTo>
                  <a:pt x="1556385" y="1085136"/>
                </a:lnTo>
                <a:lnTo>
                  <a:pt x="1576864" y="1063677"/>
                </a:lnTo>
                <a:lnTo>
                  <a:pt x="1597343" y="1041913"/>
                </a:lnTo>
                <a:lnTo>
                  <a:pt x="1617821" y="1019866"/>
                </a:lnTo>
                <a:lnTo>
                  <a:pt x="1638300" y="997556"/>
                </a:lnTo>
                <a:lnTo>
                  <a:pt x="1658779" y="975006"/>
                </a:lnTo>
                <a:lnTo>
                  <a:pt x="1679257" y="952238"/>
                </a:lnTo>
                <a:lnTo>
                  <a:pt x="1699736" y="929275"/>
                </a:lnTo>
                <a:lnTo>
                  <a:pt x="1720215" y="906139"/>
                </a:lnTo>
                <a:lnTo>
                  <a:pt x="1740694" y="882853"/>
                </a:lnTo>
                <a:lnTo>
                  <a:pt x="1761172" y="859441"/>
                </a:lnTo>
                <a:lnTo>
                  <a:pt x="1781651" y="835924"/>
                </a:lnTo>
                <a:lnTo>
                  <a:pt x="1802130" y="812328"/>
                </a:lnTo>
                <a:lnTo>
                  <a:pt x="1822609" y="788673"/>
                </a:lnTo>
                <a:lnTo>
                  <a:pt x="1843088" y="764985"/>
                </a:lnTo>
                <a:lnTo>
                  <a:pt x="1863566" y="741287"/>
                </a:lnTo>
                <a:lnTo>
                  <a:pt x="1884045" y="717601"/>
                </a:lnTo>
                <a:lnTo>
                  <a:pt x="1904524" y="693952"/>
                </a:lnTo>
                <a:lnTo>
                  <a:pt x="1925003" y="670362"/>
                </a:lnTo>
                <a:lnTo>
                  <a:pt x="1945481" y="646855"/>
                </a:lnTo>
                <a:lnTo>
                  <a:pt x="1965960" y="623454"/>
                </a:lnTo>
                <a:lnTo>
                  <a:pt x="1986439" y="600182"/>
                </a:lnTo>
                <a:lnTo>
                  <a:pt x="2006918" y="577062"/>
                </a:lnTo>
                <a:lnTo>
                  <a:pt x="2027396" y="554117"/>
                </a:lnTo>
                <a:lnTo>
                  <a:pt x="2047875" y="531370"/>
                </a:lnTo>
                <a:lnTo>
                  <a:pt x="2068354" y="508843"/>
                </a:lnTo>
                <a:lnTo>
                  <a:pt x="2088832" y="486557"/>
                </a:lnTo>
                <a:lnTo>
                  <a:pt x="2109311" y="464537"/>
                </a:lnTo>
                <a:lnTo>
                  <a:pt x="2129790" y="442802"/>
                </a:lnTo>
                <a:lnTo>
                  <a:pt x="2150269" y="421374"/>
                </a:lnTo>
                <a:lnTo>
                  <a:pt x="2170748" y="400275"/>
                </a:lnTo>
                <a:lnTo>
                  <a:pt x="2191226" y="379526"/>
                </a:lnTo>
                <a:lnTo>
                  <a:pt x="2211705" y="359146"/>
                </a:lnTo>
                <a:lnTo>
                  <a:pt x="2232184" y="339157"/>
                </a:lnTo>
                <a:lnTo>
                  <a:pt x="2252663" y="319577"/>
                </a:lnTo>
                <a:lnTo>
                  <a:pt x="2273141" y="300426"/>
                </a:lnTo>
                <a:lnTo>
                  <a:pt x="2293620" y="281723"/>
                </a:lnTo>
                <a:lnTo>
                  <a:pt x="2314099" y="263486"/>
                </a:lnTo>
                <a:lnTo>
                  <a:pt x="2334578" y="245734"/>
                </a:lnTo>
                <a:lnTo>
                  <a:pt x="2355056" y="228483"/>
                </a:lnTo>
                <a:lnTo>
                  <a:pt x="2375535" y="211752"/>
                </a:lnTo>
                <a:lnTo>
                  <a:pt x="2396014" y="195556"/>
                </a:lnTo>
                <a:lnTo>
                  <a:pt x="2416493" y="179911"/>
                </a:lnTo>
                <a:lnTo>
                  <a:pt x="2436971" y="164834"/>
                </a:lnTo>
                <a:lnTo>
                  <a:pt x="2457450" y="150338"/>
                </a:lnTo>
                <a:lnTo>
                  <a:pt x="2477929" y="136438"/>
                </a:lnTo>
                <a:lnTo>
                  <a:pt x="2498407" y="123147"/>
                </a:lnTo>
                <a:lnTo>
                  <a:pt x="2518886" y="110480"/>
                </a:lnTo>
                <a:lnTo>
                  <a:pt x="2539365" y="98448"/>
                </a:lnTo>
                <a:lnTo>
                  <a:pt x="2559844" y="87063"/>
                </a:lnTo>
                <a:lnTo>
                  <a:pt x="2580323" y="76337"/>
                </a:lnTo>
                <a:lnTo>
                  <a:pt x="2600801" y="66280"/>
                </a:lnTo>
                <a:lnTo>
                  <a:pt x="2621280" y="56902"/>
                </a:lnTo>
                <a:lnTo>
                  <a:pt x="2641759" y="48212"/>
                </a:lnTo>
                <a:lnTo>
                  <a:pt x="2662238" y="40219"/>
                </a:lnTo>
                <a:lnTo>
                  <a:pt x="2682716" y="32931"/>
                </a:lnTo>
                <a:lnTo>
                  <a:pt x="2703195" y="26354"/>
                </a:lnTo>
                <a:lnTo>
                  <a:pt x="2723674" y="20496"/>
                </a:lnTo>
                <a:lnTo>
                  <a:pt x="2744152" y="15362"/>
                </a:lnTo>
                <a:lnTo>
                  <a:pt x="2764631" y="10958"/>
                </a:lnTo>
                <a:lnTo>
                  <a:pt x="2785110" y="7287"/>
                </a:lnTo>
                <a:lnTo>
                  <a:pt x="2805589" y="4353"/>
                </a:lnTo>
                <a:lnTo>
                  <a:pt x="2826068" y="2159"/>
                </a:lnTo>
                <a:lnTo>
                  <a:pt x="2846546" y="708"/>
                </a:lnTo>
                <a:lnTo>
                  <a:pt x="2867025" y="0"/>
                </a:lnTo>
                <a:lnTo>
                  <a:pt x="2887504" y="37"/>
                </a:lnTo>
                <a:lnTo>
                  <a:pt x="2907982" y="818"/>
                </a:lnTo>
                <a:lnTo>
                  <a:pt x="2928461" y="2342"/>
                </a:lnTo>
                <a:lnTo>
                  <a:pt x="2948940" y="4609"/>
                </a:lnTo>
                <a:lnTo>
                  <a:pt x="2969419" y="7616"/>
                </a:lnTo>
                <a:lnTo>
                  <a:pt x="2989898" y="11359"/>
                </a:lnTo>
                <a:lnTo>
                  <a:pt x="3010376" y="15836"/>
                </a:lnTo>
                <a:lnTo>
                  <a:pt x="3030855" y="21042"/>
                </a:lnTo>
                <a:lnTo>
                  <a:pt x="3051334" y="26971"/>
                </a:lnTo>
                <a:lnTo>
                  <a:pt x="3071813" y="33618"/>
                </a:lnTo>
                <a:lnTo>
                  <a:pt x="3092291" y="40976"/>
                </a:lnTo>
                <a:lnTo>
                  <a:pt x="3112770" y="49038"/>
                </a:lnTo>
                <a:lnTo>
                  <a:pt x="3133249" y="57796"/>
                </a:lnTo>
                <a:lnTo>
                  <a:pt x="3153727" y="67242"/>
                </a:lnTo>
                <a:lnTo>
                  <a:pt x="3174206" y="77365"/>
                </a:lnTo>
                <a:lnTo>
                  <a:pt x="3194685" y="88157"/>
                </a:lnTo>
                <a:lnTo>
                  <a:pt x="3215164" y="99606"/>
                </a:lnTo>
                <a:lnTo>
                  <a:pt x="3235643" y="111701"/>
                </a:lnTo>
                <a:lnTo>
                  <a:pt x="3256121" y="124430"/>
                </a:lnTo>
                <a:lnTo>
                  <a:pt x="3276600" y="137781"/>
                </a:lnTo>
                <a:lnTo>
                  <a:pt x="3297079" y="151740"/>
                </a:lnTo>
                <a:lnTo>
                  <a:pt x="3317557" y="166294"/>
                </a:lnTo>
                <a:lnTo>
                  <a:pt x="3338036" y="181429"/>
                </a:lnTo>
                <a:lnTo>
                  <a:pt x="3358515" y="197128"/>
                </a:lnTo>
                <a:lnTo>
                  <a:pt x="3378994" y="213378"/>
                </a:lnTo>
                <a:lnTo>
                  <a:pt x="3399473" y="230161"/>
                </a:lnTo>
                <a:lnTo>
                  <a:pt x="3419951" y="247462"/>
                </a:lnTo>
                <a:lnTo>
                  <a:pt x="3440430" y="265263"/>
                </a:lnTo>
                <a:lnTo>
                  <a:pt x="3460909" y="283546"/>
                </a:lnTo>
                <a:lnTo>
                  <a:pt x="3481388" y="302294"/>
                </a:lnTo>
                <a:lnTo>
                  <a:pt x="3501866" y="321488"/>
                </a:lnTo>
                <a:lnTo>
                  <a:pt x="3522345" y="341110"/>
                </a:lnTo>
                <a:lnTo>
                  <a:pt x="3542824" y="361139"/>
                </a:lnTo>
                <a:lnTo>
                  <a:pt x="3563302" y="381556"/>
                </a:lnTo>
                <a:lnTo>
                  <a:pt x="3583781" y="402340"/>
                </a:lnTo>
                <a:lnTo>
                  <a:pt x="3604260" y="423473"/>
                </a:lnTo>
                <a:lnTo>
                  <a:pt x="3624739" y="444931"/>
                </a:lnTo>
                <a:lnTo>
                  <a:pt x="3645218" y="466695"/>
                </a:lnTo>
                <a:lnTo>
                  <a:pt x="3665696" y="488743"/>
                </a:lnTo>
                <a:lnTo>
                  <a:pt x="3686175" y="511053"/>
                </a:lnTo>
                <a:lnTo>
                  <a:pt x="3706654" y="533603"/>
                </a:lnTo>
                <a:lnTo>
                  <a:pt x="3727132" y="556371"/>
                </a:lnTo>
                <a:lnTo>
                  <a:pt x="3747611" y="579334"/>
                </a:lnTo>
                <a:lnTo>
                  <a:pt x="3768090" y="602470"/>
                </a:lnTo>
                <a:lnTo>
                  <a:pt x="3788569" y="625756"/>
                </a:lnTo>
                <a:lnTo>
                  <a:pt x="3809048" y="649168"/>
                </a:lnTo>
                <a:lnTo>
                  <a:pt x="3829526" y="672684"/>
                </a:lnTo>
                <a:lnTo>
                  <a:pt x="3850005" y="696281"/>
                </a:lnTo>
                <a:lnTo>
                  <a:pt x="3870484" y="719935"/>
                </a:lnTo>
                <a:lnTo>
                  <a:pt x="3890963" y="743623"/>
                </a:lnTo>
                <a:lnTo>
                  <a:pt x="3911441" y="767322"/>
                </a:lnTo>
                <a:lnTo>
                  <a:pt x="3931920" y="791008"/>
                </a:lnTo>
                <a:lnTo>
                  <a:pt x="3952399" y="814657"/>
                </a:lnTo>
                <a:lnTo>
                  <a:pt x="3972877" y="838247"/>
                </a:lnTo>
                <a:lnTo>
                  <a:pt x="3993356" y="861754"/>
                </a:lnTo>
                <a:lnTo>
                  <a:pt x="4013835" y="885155"/>
                </a:lnTo>
                <a:lnTo>
                  <a:pt x="4034314" y="908427"/>
                </a:lnTo>
                <a:lnTo>
                  <a:pt x="4054793" y="931547"/>
                </a:lnTo>
                <a:lnTo>
                  <a:pt x="4075271" y="954492"/>
                </a:lnTo>
                <a:lnTo>
                  <a:pt x="4095750" y="977239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p12-image-caption">
            <a:extLst>
              <a:ext uri="{FF2B5EF4-FFF2-40B4-BE49-F238E27FC236}">
                <a16:creationId xmlns:a16="http://schemas.microsoft.com/office/drawing/2014/main" id="{61C5035F-52C5-44AC-9D32-A6376537EEA7}"/>
              </a:ext>
            </a:extLst>
          </p:cNvPr>
          <p:cNvSpPr>
            <a:spLocks noGrp="1"/>
          </p:cNvSpPr>
          <p:nvPr/>
        </p:nvSpPr>
        <p:spPr>
          <a:xfrm>
            <a:off x="687705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0.30</a:t>
            </a:r>
          </a:p>
        </p:txBody>
      </p:sp>
      <p:sp>
        <p:nvSpPr>
          <p:cNvPr id="19" name="codex-p12-image-caption">
            <a:extLst>
              <a:ext uri="{FF2B5EF4-FFF2-40B4-BE49-F238E27FC236}">
                <a16:creationId xmlns:a16="http://schemas.microsoft.com/office/drawing/2014/main" id="{5E9E9ED2-DF01-41FF-9191-656AA1D2493F}"/>
              </a:ext>
            </a:extLst>
          </p:cNvPr>
          <p:cNvSpPr>
            <a:spLocks noGrp="1"/>
          </p:cNvSpPr>
          <p:nvPr/>
        </p:nvSpPr>
        <p:spPr>
          <a:xfrm>
            <a:off x="1091565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0.50</a:t>
            </a:r>
          </a:p>
        </p:txBody>
      </p:sp>
      <p:sp>
        <p:nvSpPr>
          <p:cNvPr id="20" name="codex-p12-image-caption">
            <a:extLst>
              <a:ext uri="{FF2B5EF4-FFF2-40B4-BE49-F238E27FC236}">
                <a16:creationId xmlns:a16="http://schemas.microsoft.com/office/drawing/2014/main" id="{0E95479F-0257-48AE-B3ED-C07394FA0BDB}"/>
              </a:ext>
            </a:extLst>
          </p:cNvPr>
          <p:cNvSpPr>
            <a:spLocks noGrp="1"/>
          </p:cNvSpPr>
          <p:nvPr/>
        </p:nvSpPr>
        <p:spPr>
          <a:xfrm>
            <a:off x="9763125" y="55626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1" name="codex-p12-image-caption">
            <a:extLst>
              <a:ext uri="{FF2B5EF4-FFF2-40B4-BE49-F238E27FC236}">
                <a16:creationId xmlns:a16="http://schemas.microsoft.com/office/drawing/2014/main" id="{B980585F-BAF8-4E0C-9740-0B5980EF765C}"/>
              </a:ext>
            </a:extLst>
          </p:cNvPr>
          <p:cNvSpPr>
            <a:spLocks noGrp="1"/>
          </p:cNvSpPr>
          <p:nvPr/>
        </p:nvSpPr>
        <p:spPr>
          <a:xfrm>
            <a:off x="6715125" y="286702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</a:t>
            </a:r>
          </a:p>
        </p:txBody>
      </p:sp>
      <p:sp>
        <p:nvSpPr>
          <p:cNvPr id="22" name="codex-p12-selected-time-window">
            <a:extLst>
              <a:ext uri="{FF2B5EF4-FFF2-40B4-BE49-F238E27FC236}">
                <a16:creationId xmlns:a16="http://schemas.microsoft.com/office/drawing/2014/main" id="{2FC7B542-25A5-4AA6-99D4-3FAAF65257DC}"/>
              </a:ext>
            </a:extLst>
          </p:cNvPr>
          <p:cNvSpPr>
            <a:spLocks noGrp="1"/>
          </p:cNvSpPr>
          <p:nvPr/>
        </p:nvSpPr>
        <p:spPr>
          <a:xfrm>
            <a:off x="2295525" y="3019425"/>
            <a:ext cx="819150" cy="2171700"/>
          </a:xfrm>
          <a:prstGeom prst="rect">
            <a:avLst/>
          </a:prstGeom>
          <a:noFill/>
          <a:ln w="23813">
            <a:solidFill>
              <a:srgbClr val="FF0000"/>
            </a:solidFill>
          </a:ln>
        </p:spPr>
      </p:sp>
      <p:sp>
        <p:nvSpPr>
          <p:cNvPr id="23" name="codex-p12-zoom-point-15">
            <a:extLst>
              <a:ext uri="{FF2B5EF4-FFF2-40B4-BE49-F238E27FC236}">
                <a16:creationId xmlns:a16="http://schemas.microsoft.com/office/drawing/2014/main" id="{7D0C9350-F601-422F-A3C8-3F268470682F}"/>
              </a:ext>
            </a:extLst>
          </p:cNvPr>
          <p:cNvSpPr>
            <a:spLocks noGrp="1"/>
          </p:cNvSpPr>
          <p:nvPr/>
        </p:nvSpPr>
        <p:spPr>
          <a:xfrm>
            <a:off x="7096125" y="427106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4" name="codex-p12-zoom-point-16">
            <a:extLst>
              <a:ext uri="{FF2B5EF4-FFF2-40B4-BE49-F238E27FC236}">
                <a16:creationId xmlns:a16="http://schemas.microsoft.com/office/drawing/2014/main" id="{79BE4090-A3E3-4BB1-BEB4-F91C4FE3B52D}"/>
              </a:ext>
            </a:extLst>
          </p:cNvPr>
          <p:cNvSpPr>
            <a:spLocks noGrp="1"/>
          </p:cNvSpPr>
          <p:nvPr/>
        </p:nvSpPr>
        <p:spPr>
          <a:xfrm>
            <a:off x="7505700" y="4652092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5" name="codex-p12-zoom-point-17">
            <a:extLst>
              <a:ext uri="{FF2B5EF4-FFF2-40B4-BE49-F238E27FC236}">
                <a16:creationId xmlns:a16="http://schemas.microsoft.com/office/drawing/2014/main" id="{266CF86C-C985-4ED6-9D4A-7B28DF468330}"/>
              </a:ext>
            </a:extLst>
          </p:cNvPr>
          <p:cNvSpPr>
            <a:spLocks noGrp="1"/>
          </p:cNvSpPr>
          <p:nvPr/>
        </p:nvSpPr>
        <p:spPr>
          <a:xfrm>
            <a:off x="7915275" y="4802429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6" name="codex-p12-zoom-point-18">
            <a:extLst>
              <a:ext uri="{FF2B5EF4-FFF2-40B4-BE49-F238E27FC236}">
                <a16:creationId xmlns:a16="http://schemas.microsoft.com/office/drawing/2014/main" id="{B6B89644-13EA-41C7-9086-2541AACAEA5F}"/>
              </a:ext>
            </a:extLst>
          </p:cNvPr>
          <p:cNvSpPr>
            <a:spLocks noGrp="1"/>
          </p:cNvSpPr>
          <p:nvPr/>
        </p:nvSpPr>
        <p:spPr>
          <a:xfrm>
            <a:off x="8324850" y="4664648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7" name="codex-p12-zoom-point-19">
            <a:extLst>
              <a:ext uri="{FF2B5EF4-FFF2-40B4-BE49-F238E27FC236}">
                <a16:creationId xmlns:a16="http://schemas.microsoft.com/office/drawing/2014/main" id="{BC0A0722-2D22-4B5F-B7CB-1DFFB0A98744}"/>
              </a:ext>
            </a:extLst>
          </p:cNvPr>
          <p:cNvSpPr>
            <a:spLocks noGrp="1"/>
          </p:cNvSpPr>
          <p:nvPr/>
        </p:nvSpPr>
        <p:spPr>
          <a:xfrm>
            <a:off x="8734425" y="4291376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8" name="codex-p12-zoom-point-20">
            <a:extLst>
              <a:ext uri="{FF2B5EF4-FFF2-40B4-BE49-F238E27FC236}">
                <a16:creationId xmlns:a16="http://schemas.microsoft.com/office/drawing/2014/main" id="{251B040A-C190-45BB-BEF2-0A9A234BDC2A}"/>
              </a:ext>
            </a:extLst>
          </p:cNvPr>
          <p:cNvSpPr>
            <a:spLocks noGrp="1"/>
          </p:cNvSpPr>
          <p:nvPr/>
        </p:nvSpPr>
        <p:spPr>
          <a:xfrm>
            <a:off x="9144000" y="382519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9" name="codex-p12-zoom-point-21">
            <a:extLst>
              <a:ext uri="{FF2B5EF4-FFF2-40B4-BE49-F238E27FC236}">
                <a16:creationId xmlns:a16="http://schemas.microsoft.com/office/drawing/2014/main" id="{4FDEB1C2-4638-493E-A4E3-5EA8A3B0226E}"/>
              </a:ext>
            </a:extLst>
          </p:cNvPr>
          <p:cNvSpPr>
            <a:spLocks noGrp="1"/>
          </p:cNvSpPr>
          <p:nvPr/>
        </p:nvSpPr>
        <p:spPr>
          <a:xfrm>
            <a:off x="9553575" y="3444158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0" name="codex-p12-zoom-point-22">
            <a:extLst>
              <a:ext uri="{FF2B5EF4-FFF2-40B4-BE49-F238E27FC236}">
                <a16:creationId xmlns:a16="http://schemas.microsoft.com/office/drawing/2014/main" id="{B33F228D-8277-4EE8-8E3A-5BC0831C8B2F}"/>
              </a:ext>
            </a:extLst>
          </p:cNvPr>
          <p:cNvSpPr>
            <a:spLocks noGrp="1"/>
          </p:cNvSpPr>
          <p:nvPr/>
        </p:nvSpPr>
        <p:spPr>
          <a:xfrm>
            <a:off x="9963150" y="3293821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1" name="codex-p12-zoom-point-23">
            <a:extLst>
              <a:ext uri="{FF2B5EF4-FFF2-40B4-BE49-F238E27FC236}">
                <a16:creationId xmlns:a16="http://schemas.microsoft.com/office/drawing/2014/main" id="{3B796008-30A9-4FE8-AD80-5AFCD8F7AF55}"/>
              </a:ext>
            </a:extLst>
          </p:cNvPr>
          <p:cNvSpPr>
            <a:spLocks noGrp="1"/>
          </p:cNvSpPr>
          <p:nvPr/>
        </p:nvSpPr>
        <p:spPr>
          <a:xfrm>
            <a:off x="10372725" y="3431602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2" name="codex-p12-zoom-point-24">
            <a:extLst>
              <a:ext uri="{FF2B5EF4-FFF2-40B4-BE49-F238E27FC236}">
                <a16:creationId xmlns:a16="http://schemas.microsoft.com/office/drawing/2014/main" id="{AC637C84-4F88-4108-A233-7910F459BD22}"/>
              </a:ext>
            </a:extLst>
          </p:cNvPr>
          <p:cNvSpPr>
            <a:spLocks noGrp="1"/>
          </p:cNvSpPr>
          <p:nvPr/>
        </p:nvSpPr>
        <p:spPr>
          <a:xfrm>
            <a:off x="10782300" y="3804874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3" name="codex-p12-zoom-point-25">
            <a:extLst>
              <a:ext uri="{FF2B5EF4-FFF2-40B4-BE49-F238E27FC236}">
                <a16:creationId xmlns:a16="http://schemas.microsoft.com/office/drawing/2014/main" id="{14BBD38F-5EC3-4A2B-828F-A60F33B34015}"/>
              </a:ext>
            </a:extLst>
          </p:cNvPr>
          <p:cNvSpPr>
            <a:spLocks noGrp="1"/>
          </p:cNvSpPr>
          <p:nvPr/>
        </p:nvSpPr>
        <p:spPr>
          <a:xfrm>
            <a:off x="11191875" y="427106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 Hz和2 Hz，一秒内取几个样本？</a:t>
            </a:r>
          </a:p>
        </p:txBody>
      </p:sp>
      <p:sp>
        <p:nvSpPr>
          <p:cNvPr id="5" name="codex-p13-image-caption">
            <a:extLst>
              <a:ext uri="{FF2B5EF4-FFF2-40B4-BE49-F238E27FC236}">
                <a16:creationId xmlns:a16="http://schemas.microsoft.com/office/drawing/2014/main" id="{18725039-1F73-4324-BCA1-65A32136FCFC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比较同一秒 [0,1)：右端1 s不重复计入。</a:t>
            </a:r>
          </a:p>
        </p:txBody>
      </p:sp>
      <p:sp>
        <p:nvSpPr>
          <p:cNvPr id="6" name="codex-p13-image-caption">
            <a:extLst>
              <a:ext uri="{FF2B5EF4-FFF2-40B4-BE49-F238E27FC236}">
                <a16:creationId xmlns:a16="http://schemas.microsoft.com/office/drawing/2014/main" id="{EA4EAF8C-5310-4A22-BD5F-337E166100D8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 Hz</a:t>
            </a:r>
          </a:p>
        </p:txBody>
      </p:sp>
      <p:sp>
        <p:nvSpPr>
          <p:cNvPr id="7" name="codex-p13-relationship">
            <a:extLst>
              <a:ext uri="{FF2B5EF4-FFF2-40B4-BE49-F238E27FC236}">
                <a16:creationId xmlns:a16="http://schemas.microsoft.com/office/drawing/2014/main" id="{7FA1E0A2-06E0-4A92-A141-433B555D6478}"/>
              </a:ext>
            </a:extLst>
          </p:cNvPr>
          <p:cNvSpPr>
            <a:spLocks noGrp="1"/>
          </p:cNvSpPr>
          <p:nvPr/>
        </p:nvSpPr>
        <p:spPr>
          <a:xfrm>
            <a:off x="2971800" y="3238500"/>
            <a:ext cx="8220075" cy="9525"/>
          </a:xfrm>
          <a:custGeom>
            <a:pathLst>
              <a:path w="8220075" h="9525">
                <a:moveTo>
                  <a:pt x="0" y="0"/>
                </a:moveTo>
                <a:lnTo>
                  <a:pt x="8220075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8" name="codex-p13-rate-1-point-0">
            <a:extLst>
              <a:ext uri="{FF2B5EF4-FFF2-40B4-BE49-F238E27FC236}">
                <a16:creationId xmlns:a16="http://schemas.microsoft.com/office/drawing/2014/main" id="{4605C2B2-0ED2-4AD2-9C47-B8CFBB7153C9}"/>
              </a:ext>
            </a:extLst>
          </p:cNvPr>
          <p:cNvSpPr>
            <a:spLocks noGrp="1"/>
          </p:cNvSpPr>
          <p:nvPr/>
        </p:nvSpPr>
        <p:spPr>
          <a:xfrm>
            <a:off x="2924175" y="2886075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9" name="codex-p13-relationship">
            <a:extLst>
              <a:ext uri="{FF2B5EF4-FFF2-40B4-BE49-F238E27FC236}">
                <a16:creationId xmlns:a16="http://schemas.microsoft.com/office/drawing/2014/main" id="{034BD35B-BBDD-46EE-825E-B8960991AA29}"/>
              </a:ext>
            </a:extLst>
          </p:cNvPr>
          <p:cNvSpPr>
            <a:spLocks noGrp="1"/>
          </p:cNvSpPr>
          <p:nvPr/>
        </p:nvSpPr>
        <p:spPr>
          <a:xfrm>
            <a:off x="2971800" y="2933700"/>
            <a:ext cx="9525" cy="304800"/>
          </a:xfrm>
          <a:custGeom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D7D7DE"/>
            </a:solidFill>
          </a:ln>
        </p:spPr>
      </p:sp>
      <p:sp>
        <p:nvSpPr>
          <p:cNvPr id="10" name="codex-p13-image-caption">
            <a:extLst>
              <a:ext uri="{FF2B5EF4-FFF2-40B4-BE49-F238E27FC236}">
                <a16:creationId xmlns:a16="http://schemas.microsoft.com/office/drawing/2014/main" id="{CCEE79E7-2B8C-40BA-8B59-0AE6190993A9}"/>
              </a:ext>
            </a:extLst>
          </p:cNvPr>
          <p:cNvSpPr>
            <a:spLocks noGrp="1"/>
          </p:cNvSpPr>
          <p:nvPr/>
        </p:nvSpPr>
        <p:spPr>
          <a:xfrm>
            <a:off x="2819400" y="3409950"/>
            <a:ext cx="762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 s</a:t>
            </a:r>
          </a:p>
        </p:txBody>
      </p:sp>
      <p:sp>
        <p:nvSpPr>
          <p:cNvPr id="11" name="codex-p13-image-caption">
            <a:extLst>
              <a:ext uri="{FF2B5EF4-FFF2-40B4-BE49-F238E27FC236}">
                <a16:creationId xmlns:a16="http://schemas.microsoft.com/office/drawing/2014/main" id="{9EC9392A-B7F9-4532-B668-73D938202293}"/>
              </a:ext>
            </a:extLst>
          </p:cNvPr>
          <p:cNvSpPr>
            <a:spLocks noGrp="1"/>
          </p:cNvSpPr>
          <p:nvPr/>
        </p:nvSpPr>
        <p:spPr>
          <a:xfrm>
            <a:off x="10448925" y="3409950"/>
            <a:ext cx="857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2" name="codex-p13-image-caption">
            <a:extLst>
              <a:ext uri="{FF2B5EF4-FFF2-40B4-BE49-F238E27FC236}">
                <a16:creationId xmlns:a16="http://schemas.microsoft.com/office/drawing/2014/main" id="{C25FFD77-C6CD-47BD-B1FF-B3C64411A2FE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Hz</a:t>
            </a:r>
          </a:p>
        </p:txBody>
      </p:sp>
      <p:sp>
        <p:nvSpPr>
          <p:cNvPr id="13" name="codex-p13-relationship">
            <a:extLst>
              <a:ext uri="{FF2B5EF4-FFF2-40B4-BE49-F238E27FC236}">
                <a16:creationId xmlns:a16="http://schemas.microsoft.com/office/drawing/2014/main" id="{5FFCCC1A-3ED3-4DA3-8282-ECC74BC0415A}"/>
              </a:ext>
            </a:extLst>
          </p:cNvPr>
          <p:cNvSpPr>
            <a:spLocks noGrp="1"/>
          </p:cNvSpPr>
          <p:nvPr/>
        </p:nvSpPr>
        <p:spPr>
          <a:xfrm>
            <a:off x="2971800" y="5076825"/>
            <a:ext cx="8220075" cy="9525"/>
          </a:xfrm>
          <a:custGeom>
            <a:pathLst>
              <a:path w="8220075" h="9525">
                <a:moveTo>
                  <a:pt x="0" y="0"/>
                </a:moveTo>
                <a:lnTo>
                  <a:pt x="8220075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4" name="codex-p13-rate-2-point-0">
            <a:extLst>
              <a:ext uri="{FF2B5EF4-FFF2-40B4-BE49-F238E27FC236}">
                <a16:creationId xmlns:a16="http://schemas.microsoft.com/office/drawing/2014/main" id="{F4BB5184-5D54-4DC7-AAF2-592076B823AB}"/>
              </a:ext>
            </a:extLst>
          </p:cNvPr>
          <p:cNvSpPr>
            <a:spLocks noGrp="1"/>
          </p:cNvSpPr>
          <p:nvPr/>
        </p:nvSpPr>
        <p:spPr>
          <a:xfrm>
            <a:off x="2924175" y="472440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15" name="codex-p13-relationship">
            <a:extLst>
              <a:ext uri="{FF2B5EF4-FFF2-40B4-BE49-F238E27FC236}">
                <a16:creationId xmlns:a16="http://schemas.microsoft.com/office/drawing/2014/main" id="{F7286017-F48B-4B9D-83E2-C47B5DB83C68}"/>
              </a:ext>
            </a:extLst>
          </p:cNvPr>
          <p:cNvSpPr>
            <a:spLocks noGrp="1"/>
          </p:cNvSpPr>
          <p:nvPr/>
        </p:nvSpPr>
        <p:spPr>
          <a:xfrm>
            <a:off x="2971800" y="4772025"/>
            <a:ext cx="9525" cy="304800"/>
          </a:xfrm>
          <a:custGeom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D7D7DE"/>
            </a:solidFill>
          </a:ln>
        </p:spPr>
      </p:sp>
      <p:sp>
        <p:nvSpPr>
          <p:cNvPr id="16" name="codex-p13-rate-2-point-1">
            <a:extLst>
              <a:ext uri="{FF2B5EF4-FFF2-40B4-BE49-F238E27FC236}">
                <a16:creationId xmlns:a16="http://schemas.microsoft.com/office/drawing/2014/main" id="{8BF13E4B-43CB-4055-8BCC-0FE7C70B5D9E}"/>
              </a:ext>
            </a:extLst>
          </p:cNvPr>
          <p:cNvSpPr>
            <a:spLocks noGrp="1"/>
          </p:cNvSpPr>
          <p:nvPr/>
        </p:nvSpPr>
        <p:spPr>
          <a:xfrm>
            <a:off x="6734175" y="472440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17" name="codex-p13-relationship">
            <a:extLst>
              <a:ext uri="{FF2B5EF4-FFF2-40B4-BE49-F238E27FC236}">
                <a16:creationId xmlns:a16="http://schemas.microsoft.com/office/drawing/2014/main" id="{A26A8779-AEC4-415C-AC53-F0303E6A5014}"/>
              </a:ext>
            </a:extLst>
          </p:cNvPr>
          <p:cNvSpPr>
            <a:spLocks noGrp="1"/>
          </p:cNvSpPr>
          <p:nvPr/>
        </p:nvSpPr>
        <p:spPr>
          <a:xfrm>
            <a:off x="6781800" y="4772025"/>
            <a:ext cx="9525" cy="304800"/>
          </a:xfrm>
          <a:custGeom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D7D7DE"/>
            </a:solidFill>
          </a:ln>
        </p:spPr>
      </p:sp>
      <p:sp>
        <p:nvSpPr>
          <p:cNvPr id="18" name="codex-p13-image-caption">
            <a:extLst>
              <a:ext uri="{FF2B5EF4-FFF2-40B4-BE49-F238E27FC236}">
                <a16:creationId xmlns:a16="http://schemas.microsoft.com/office/drawing/2014/main" id="{585E6785-2A7A-4875-B3E3-CE9BBB2E8932}"/>
              </a:ext>
            </a:extLst>
          </p:cNvPr>
          <p:cNvSpPr>
            <a:spLocks noGrp="1"/>
          </p:cNvSpPr>
          <p:nvPr/>
        </p:nvSpPr>
        <p:spPr>
          <a:xfrm>
            <a:off x="2819400" y="5248275"/>
            <a:ext cx="762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 s</a:t>
            </a:r>
          </a:p>
        </p:txBody>
      </p:sp>
      <p:sp>
        <p:nvSpPr>
          <p:cNvPr id="19" name="codex-p13-image-caption">
            <a:extLst>
              <a:ext uri="{FF2B5EF4-FFF2-40B4-BE49-F238E27FC236}">
                <a16:creationId xmlns:a16="http://schemas.microsoft.com/office/drawing/2014/main" id="{A8C89194-A24A-462B-AC48-8F57E737735C}"/>
              </a:ext>
            </a:extLst>
          </p:cNvPr>
          <p:cNvSpPr>
            <a:spLocks noGrp="1"/>
          </p:cNvSpPr>
          <p:nvPr/>
        </p:nvSpPr>
        <p:spPr>
          <a:xfrm>
            <a:off x="10448925" y="5248275"/>
            <a:ext cx="857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20" name="codex-p13-image-caption">
            <a:extLst>
              <a:ext uri="{FF2B5EF4-FFF2-40B4-BE49-F238E27FC236}">
                <a16:creationId xmlns:a16="http://schemas.microsoft.com/office/drawing/2014/main" id="{4E57D38F-495E-404A-AFF7-B579FAAD3F3C}"/>
              </a:ext>
            </a:extLst>
          </p:cNvPr>
          <p:cNvSpPr>
            <a:spLocks noGrp="1"/>
          </p:cNvSpPr>
          <p:nvPr/>
        </p:nvSpPr>
        <p:spPr>
          <a:xfrm>
            <a:off x="6496050" y="5248275"/>
            <a:ext cx="104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 s</a:t>
            </a:r>
          </a:p>
        </p:txBody>
      </p:sp>
      <p:sp>
        <p:nvSpPr>
          <p:cNvPr id="21" name="codex-p13-image-caption">
            <a:extLst>
              <a:ext uri="{FF2B5EF4-FFF2-40B4-BE49-F238E27FC236}">
                <a16:creationId xmlns:a16="http://schemas.microsoft.com/office/drawing/2014/main" id="{4AC9003F-FE3B-471A-A6D5-C756D6779750}"/>
              </a:ext>
            </a:extLst>
          </p:cNvPr>
          <p:cNvSpPr>
            <a:spLocks noGrp="1"/>
          </p:cNvSpPr>
          <p:nvPr/>
        </p:nvSpPr>
        <p:spPr>
          <a:xfrm>
            <a:off x="609600" y="5825871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采样率在数记录次数：1 Hz取1次，2 Hz取2次。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提高采样率，改变的是时间轴上的什么？</a:t>
            </a:r>
          </a:p>
        </p:txBody>
      </p:sp>
      <p:sp>
        <p:nvSpPr>
          <p:cNvPr id="5" name="codex-p14-image-caption">
            <a:extLst>
              <a:ext uri="{FF2B5EF4-FFF2-40B4-BE49-F238E27FC236}">
                <a16:creationId xmlns:a16="http://schemas.microsoft.com/office/drawing/2014/main" id="{1D9625A4-6721-4CDA-A6CA-41077039E060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比较同一秒 [0,1)：输入、存储位宽和声道数不变。</a:t>
            </a:r>
          </a:p>
        </p:txBody>
      </p:sp>
      <p:sp>
        <p:nvSpPr>
          <p:cNvPr id="6" name="codex-p14-image-caption">
            <a:extLst>
              <a:ext uri="{FF2B5EF4-FFF2-40B4-BE49-F238E27FC236}">
                <a16:creationId xmlns:a16="http://schemas.microsoft.com/office/drawing/2014/main" id="{83242201-1EE2-4EB8-8E11-290312F3D472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28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 Hz</a:t>
            </a:r>
          </a:p>
        </p:txBody>
      </p:sp>
      <p:sp>
        <p:nvSpPr>
          <p:cNvPr id="7" name="codex-p14-relationship">
            <a:extLst>
              <a:ext uri="{FF2B5EF4-FFF2-40B4-BE49-F238E27FC236}">
                <a16:creationId xmlns:a16="http://schemas.microsoft.com/office/drawing/2014/main" id="{298DC60E-C509-4C03-8C4C-FA42FD0F3368}"/>
              </a:ext>
            </a:extLst>
          </p:cNvPr>
          <p:cNvSpPr>
            <a:spLocks noGrp="1"/>
          </p:cNvSpPr>
          <p:nvPr/>
        </p:nvSpPr>
        <p:spPr>
          <a:xfrm>
            <a:off x="2971800" y="3171825"/>
            <a:ext cx="8229600" cy="9525"/>
          </a:xfrm>
          <a:custGeom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8" name="codex-p14-signal">
            <a:extLst>
              <a:ext uri="{FF2B5EF4-FFF2-40B4-BE49-F238E27FC236}">
                <a16:creationId xmlns:a16="http://schemas.microsoft.com/office/drawing/2014/main" id="{D0D25899-E9F3-4B59-BC5F-A15A7A4CF75D}"/>
              </a:ext>
            </a:extLst>
          </p:cNvPr>
          <p:cNvSpPr>
            <a:spLocks noGrp="1"/>
          </p:cNvSpPr>
          <p:nvPr/>
        </p:nvSpPr>
        <p:spPr>
          <a:xfrm>
            <a:off x="2971800" y="2676575"/>
            <a:ext cx="8229600" cy="990501"/>
          </a:xfrm>
          <a:custGeom>
            <a:pathLst>
              <a:path w="8229600" h="990501">
                <a:moveTo>
                  <a:pt x="0" y="348879"/>
                </a:moveTo>
                <a:lnTo>
                  <a:pt x="41148" y="319457"/>
                </a:lnTo>
                <a:lnTo>
                  <a:pt x="82296" y="290728"/>
                </a:lnTo>
                <a:lnTo>
                  <a:pt x="123444" y="262807"/>
                </a:lnTo>
                <a:lnTo>
                  <a:pt x="164592" y="235803"/>
                </a:lnTo>
                <a:lnTo>
                  <a:pt x="205740" y="209823"/>
                </a:lnTo>
                <a:lnTo>
                  <a:pt x="246888" y="184969"/>
                </a:lnTo>
                <a:lnTo>
                  <a:pt x="288036" y="161340"/>
                </a:lnTo>
                <a:lnTo>
                  <a:pt x="329184" y="139029"/>
                </a:lnTo>
                <a:lnTo>
                  <a:pt x="370332" y="118124"/>
                </a:lnTo>
                <a:lnTo>
                  <a:pt x="411480" y="98706"/>
                </a:lnTo>
                <a:lnTo>
                  <a:pt x="452628" y="80854"/>
                </a:lnTo>
                <a:lnTo>
                  <a:pt x="493776" y="64638"/>
                </a:lnTo>
                <a:lnTo>
                  <a:pt x="534924" y="50120"/>
                </a:lnTo>
                <a:lnTo>
                  <a:pt x="576072" y="37360"/>
                </a:lnTo>
                <a:lnTo>
                  <a:pt x="617220" y="26406"/>
                </a:lnTo>
                <a:lnTo>
                  <a:pt x="658368" y="17303"/>
                </a:lnTo>
                <a:lnTo>
                  <a:pt x="699516" y="10086"/>
                </a:lnTo>
                <a:lnTo>
                  <a:pt x="740664" y="4784"/>
                </a:lnTo>
                <a:lnTo>
                  <a:pt x="781812" y="1418"/>
                </a:lnTo>
                <a:lnTo>
                  <a:pt x="822960" y="0"/>
                </a:lnTo>
                <a:lnTo>
                  <a:pt x="864108" y="537"/>
                </a:lnTo>
                <a:lnTo>
                  <a:pt x="905256" y="3026"/>
                </a:lnTo>
                <a:lnTo>
                  <a:pt x="946404" y="7458"/>
                </a:lnTo>
                <a:lnTo>
                  <a:pt x="987552" y="13815"/>
                </a:lnTo>
                <a:lnTo>
                  <a:pt x="1028700" y="22072"/>
                </a:lnTo>
                <a:lnTo>
                  <a:pt x="1069848" y="32197"/>
                </a:lnTo>
                <a:lnTo>
                  <a:pt x="1110996" y="44149"/>
                </a:lnTo>
                <a:lnTo>
                  <a:pt x="1152144" y="57881"/>
                </a:lnTo>
                <a:lnTo>
                  <a:pt x="1193292" y="73339"/>
                </a:lnTo>
                <a:lnTo>
                  <a:pt x="1234440" y="90462"/>
                </a:lnTo>
                <a:lnTo>
                  <a:pt x="1275588" y="109183"/>
                </a:lnTo>
                <a:lnTo>
                  <a:pt x="1316736" y="129428"/>
                </a:lnTo>
                <a:lnTo>
                  <a:pt x="1357884" y="151116"/>
                </a:lnTo>
                <a:lnTo>
                  <a:pt x="1399032" y="174162"/>
                </a:lnTo>
                <a:lnTo>
                  <a:pt x="1440180" y="198476"/>
                </a:lnTo>
                <a:lnTo>
                  <a:pt x="1481328" y="223961"/>
                </a:lnTo>
                <a:lnTo>
                  <a:pt x="1522476" y="250516"/>
                </a:lnTo>
                <a:lnTo>
                  <a:pt x="1563624" y="278038"/>
                </a:lnTo>
                <a:lnTo>
                  <a:pt x="1604772" y="306416"/>
                </a:lnTo>
                <a:lnTo>
                  <a:pt x="1645920" y="335540"/>
                </a:lnTo>
                <a:lnTo>
                  <a:pt x="1687068" y="365294"/>
                </a:lnTo>
                <a:lnTo>
                  <a:pt x="1728216" y="395561"/>
                </a:lnTo>
                <a:lnTo>
                  <a:pt x="1769364" y="426221"/>
                </a:lnTo>
                <a:lnTo>
                  <a:pt x="1810512" y="457154"/>
                </a:lnTo>
                <a:lnTo>
                  <a:pt x="1851660" y="488238"/>
                </a:lnTo>
                <a:lnTo>
                  <a:pt x="1892808" y="519348"/>
                </a:lnTo>
                <a:lnTo>
                  <a:pt x="1933956" y="550364"/>
                </a:lnTo>
                <a:lnTo>
                  <a:pt x="1975104" y="581162"/>
                </a:lnTo>
                <a:lnTo>
                  <a:pt x="2016252" y="611622"/>
                </a:lnTo>
                <a:lnTo>
                  <a:pt x="2057400" y="641622"/>
                </a:lnTo>
                <a:lnTo>
                  <a:pt x="2098548" y="671044"/>
                </a:lnTo>
                <a:lnTo>
                  <a:pt x="2139696" y="699772"/>
                </a:lnTo>
                <a:lnTo>
                  <a:pt x="2180844" y="727694"/>
                </a:lnTo>
                <a:lnTo>
                  <a:pt x="2221992" y="754698"/>
                </a:lnTo>
                <a:lnTo>
                  <a:pt x="2263140" y="780678"/>
                </a:lnTo>
                <a:lnTo>
                  <a:pt x="2304288" y="805531"/>
                </a:lnTo>
                <a:lnTo>
                  <a:pt x="2345436" y="829160"/>
                </a:lnTo>
                <a:lnTo>
                  <a:pt x="2386584" y="851472"/>
                </a:lnTo>
                <a:lnTo>
                  <a:pt x="2427732" y="872377"/>
                </a:lnTo>
                <a:lnTo>
                  <a:pt x="2468880" y="891794"/>
                </a:lnTo>
                <a:lnTo>
                  <a:pt x="2510028" y="909646"/>
                </a:lnTo>
                <a:lnTo>
                  <a:pt x="2551176" y="925863"/>
                </a:lnTo>
                <a:lnTo>
                  <a:pt x="2592324" y="940380"/>
                </a:lnTo>
                <a:lnTo>
                  <a:pt x="2633472" y="953141"/>
                </a:lnTo>
                <a:lnTo>
                  <a:pt x="2674620" y="964094"/>
                </a:lnTo>
                <a:lnTo>
                  <a:pt x="2715768" y="973197"/>
                </a:lnTo>
                <a:lnTo>
                  <a:pt x="2756916" y="980414"/>
                </a:lnTo>
                <a:lnTo>
                  <a:pt x="2798064" y="985717"/>
                </a:lnTo>
                <a:lnTo>
                  <a:pt x="2839212" y="989083"/>
                </a:lnTo>
                <a:lnTo>
                  <a:pt x="2880360" y="990501"/>
                </a:lnTo>
                <a:lnTo>
                  <a:pt x="2921508" y="989964"/>
                </a:lnTo>
                <a:lnTo>
                  <a:pt x="2962656" y="987474"/>
                </a:lnTo>
                <a:lnTo>
                  <a:pt x="3003804" y="983043"/>
                </a:lnTo>
                <a:lnTo>
                  <a:pt x="3044952" y="976686"/>
                </a:lnTo>
                <a:lnTo>
                  <a:pt x="3086100" y="968429"/>
                </a:lnTo>
                <a:lnTo>
                  <a:pt x="3127248" y="958304"/>
                </a:lnTo>
                <a:lnTo>
                  <a:pt x="3168396" y="946352"/>
                </a:lnTo>
                <a:lnTo>
                  <a:pt x="3209544" y="932620"/>
                </a:lnTo>
                <a:lnTo>
                  <a:pt x="3250692" y="917162"/>
                </a:lnTo>
                <a:lnTo>
                  <a:pt x="3291840" y="900038"/>
                </a:lnTo>
                <a:lnTo>
                  <a:pt x="3332988" y="881317"/>
                </a:lnTo>
                <a:lnTo>
                  <a:pt x="3374136" y="861073"/>
                </a:lnTo>
                <a:lnTo>
                  <a:pt x="3415284" y="839385"/>
                </a:lnTo>
                <a:lnTo>
                  <a:pt x="3456432" y="816338"/>
                </a:lnTo>
                <a:lnTo>
                  <a:pt x="3497580" y="792025"/>
                </a:lnTo>
                <a:lnTo>
                  <a:pt x="3538728" y="766540"/>
                </a:lnTo>
                <a:lnTo>
                  <a:pt x="3579876" y="739984"/>
                </a:lnTo>
                <a:lnTo>
                  <a:pt x="3621024" y="712463"/>
                </a:lnTo>
                <a:lnTo>
                  <a:pt x="3662172" y="684085"/>
                </a:lnTo>
                <a:lnTo>
                  <a:pt x="3703320" y="654961"/>
                </a:lnTo>
                <a:lnTo>
                  <a:pt x="3744468" y="625207"/>
                </a:lnTo>
                <a:lnTo>
                  <a:pt x="3785616" y="594940"/>
                </a:lnTo>
                <a:lnTo>
                  <a:pt x="3826764" y="564279"/>
                </a:lnTo>
                <a:lnTo>
                  <a:pt x="3867912" y="533346"/>
                </a:lnTo>
                <a:lnTo>
                  <a:pt x="3909060" y="502263"/>
                </a:lnTo>
                <a:lnTo>
                  <a:pt x="3950208" y="471152"/>
                </a:lnTo>
                <a:lnTo>
                  <a:pt x="3991356" y="440137"/>
                </a:lnTo>
                <a:lnTo>
                  <a:pt x="4032504" y="409338"/>
                </a:lnTo>
                <a:lnTo>
                  <a:pt x="4073652" y="378879"/>
                </a:lnTo>
                <a:lnTo>
                  <a:pt x="4114800" y="348879"/>
                </a:lnTo>
                <a:lnTo>
                  <a:pt x="4155948" y="319457"/>
                </a:lnTo>
                <a:lnTo>
                  <a:pt x="4197096" y="290728"/>
                </a:lnTo>
                <a:lnTo>
                  <a:pt x="4238244" y="262807"/>
                </a:lnTo>
                <a:lnTo>
                  <a:pt x="4279392" y="235803"/>
                </a:lnTo>
                <a:lnTo>
                  <a:pt x="4320540" y="209823"/>
                </a:lnTo>
                <a:lnTo>
                  <a:pt x="4361688" y="184969"/>
                </a:lnTo>
                <a:lnTo>
                  <a:pt x="4402836" y="161340"/>
                </a:lnTo>
                <a:lnTo>
                  <a:pt x="4443984" y="139029"/>
                </a:lnTo>
                <a:lnTo>
                  <a:pt x="4485132" y="118124"/>
                </a:lnTo>
                <a:lnTo>
                  <a:pt x="4526280" y="98706"/>
                </a:lnTo>
                <a:lnTo>
                  <a:pt x="4567428" y="80854"/>
                </a:lnTo>
                <a:lnTo>
                  <a:pt x="4608576" y="64638"/>
                </a:lnTo>
                <a:lnTo>
                  <a:pt x="4649724" y="50120"/>
                </a:lnTo>
                <a:lnTo>
                  <a:pt x="4690872" y="37360"/>
                </a:lnTo>
                <a:lnTo>
                  <a:pt x="4732020" y="26406"/>
                </a:lnTo>
                <a:lnTo>
                  <a:pt x="4773168" y="17303"/>
                </a:lnTo>
                <a:lnTo>
                  <a:pt x="4814316" y="10086"/>
                </a:lnTo>
                <a:lnTo>
                  <a:pt x="4855464" y="4784"/>
                </a:lnTo>
                <a:lnTo>
                  <a:pt x="4896612" y="1418"/>
                </a:lnTo>
                <a:lnTo>
                  <a:pt x="4937760" y="0"/>
                </a:lnTo>
                <a:lnTo>
                  <a:pt x="4978908" y="537"/>
                </a:lnTo>
                <a:lnTo>
                  <a:pt x="5020056" y="3026"/>
                </a:lnTo>
                <a:lnTo>
                  <a:pt x="5061204" y="7458"/>
                </a:lnTo>
                <a:lnTo>
                  <a:pt x="5102352" y="13815"/>
                </a:lnTo>
                <a:lnTo>
                  <a:pt x="5143500" y="22072"/>
                </a:lnTo>
                <a:lnTo>
                  <a:pt x="5184648" y="32197"/>
                </a:lnTo>
                <a:lnTo>
                  <a:pt x="5225796" y="44149"/>
                </a:lnTo>
                <a:lnTo>
                  <a:pt x="5266944" y="57881"/>
                </a:lnTo>
                <a:lnTo>
                  <a:pt x="5308092" y="73339"/>
                </a:lnTo>
                <a:lnTo>
                  <a:pt x="5349240" y="90462"/>
                </a:lnTo>
                <a:lnTo>
                  <a:pt x="5390388" y="109183"/>
                </a:lnTo>
                <a:lnTo>
                  <a:pt x="5431536" y="129428"/>
                </a:lnTo>
                <a:lnTo>
                  <a:pt x="5472684" y="151116"/>
                </a:lnTo>
                <a:lnTo>
                  <a:pt x="5513832" y="174162"/>
                </a:lnTo>
                <a:lnTo>
                  <a:pt x="5554980" y="198476"/>
                </a:lnTo>
                <a:lnTo>
                  <a:pt x="5596128" y="223961"/>
                </a:lnTo>
                <a:lnTo>
                  <a:pt x="5637276" y="250516"/>
                </a:lnTo>
                <a:lnTo>
                  <a:pt x="5678424" y="278038"/>
                </a:lnTo>
                <a:lnTo>
                  <a:pt x="5719572" y="306416"/>
                </a:lnTo>
                <a:lnTo>
                  <a:pt x="5760720" y="335540"/>
                </a:lnTo>
                <a:lnTo>
                  <a:pt x="5801868" y="365294"/>
                </a:lnTo>
                <a:lnTo>
                  <a:pt x="5843016" y="395561"/>
                </a:lnTo>
                <a:lnTo>
                  <a:pt x="5884164" y="426221"/>
                </a:lnTo>
                <a:lnTo>
                  <a:pt x="5925312" y="457154"/>
                </a:lnTo>
                <a:lnTo>
                  <a:pt x="5966460" y="488238"/>
                </a:lnTo>
                <a:lnTo>
                  <a:pt x="6007608" y="519348"/>
                </a:lnTo>
                <a:lnTo>
                  <a:pt x="6048756" y="550364"/>
                </a:lnTo>
                <a:lnTo>
                  <a:pt x="6089904" y="581162"/>
                </a:lnTo>
                <a:lnTo>
                  <a:pt x="6131052" y="611622"/>
                </a:lnTo>
                <a:lnTo>
                  <a:pt x="6172200" y="641622"/>
                </a:lnTo>
                <a:lnTo>
                  <a:pt x="6213348" y="671044"/>
                </a:lnTo>
                <a:lnTo>
                  <a:pt x="6254496" y="699772"/>
                </a:lnTo>
                <a:lnTo>
                  <a:pt x="6295644" y="727694"/>
                </a:lnTo>
                <a:lnTo>
                  <a:pt x="6336792" y="754698"/>
                </a:lnTo>
                <a:lnTo>
                  <a:pt x="6377940" y="780678"/>
                </a:lnTo>
                <a:lnTo>
                  <a:pt x="6419088" y="805531"/>
                </a:lnTo>
                <a:lnTo>
                  <a:pt x="6460236" y="829160"/>
                </a:lnTo>
                <a:lnTo>
                  <a:pt x="6501384" y="851472"/>
                </a:lnTo>
                <a:lnTo>
                  <a:pt x="6542532" y="872377"/>
                </a:lnTo>
                <a:lnTo>
                  <a:pt x="6583680" y="891794"/>
                </a:lnTo>
                <a:lnTo>
                  <a:pt x="6624828" y="909646"/>
                </a:lnTo>
                <a:lnTo>
                  <a:pt x="6665976" y="925863"/>
                </a:lnTo>
                <a:lnTo>
                  <a:pt x="6707124" y="940380"/>
                </a:lnTo>
                <a:lnTo>
                  <a:pt x="6748272" y="953141"/>
                </a:lnTo>
                <a:lnTo>
                  <a:pt x="6789420" y="964094"/>
                </a:lnTo>
                <a:lnTo>
                  <a:pt x="6830568" y="973197"/>
                </a:lnTo>
                <a:lnTo>
                  <a:pt x="6871716" y="980414"/>
                </a:lnTo>
                <a:lnTo>
                  <a:pt x="6912864" y="985717"/>
                </a:lnTo>
                <a:lnTo>
                  <a:pt x="6954012" y="989083"/>
                </a:lnTo>
                <a:lnTo>
                  <a:pt x="6995160" y="990501"/>
                </a:lnTo>
                <a:lnTo>
                  <a:pt x="7036308" y="989964"/>
                </a:lnTo>
                <a:lnTo>
                  <a:pt x="7077456" y="987474"/>
                </a:lnTo>
                <a:lnTo>
                  <a:pt x="7118604" y="983043"/>
                </a:lnTo>
                <a:lnTo>
                  <a:pt x="7159752" y="976686"/>
                </a:lnTo>
                <a:lnTo>
                  <a:pt x="7200900" y="968429"/>
                </a:lnTo>
                <a:lnTo>
                  <a:pt x="7242048" y="958304"/>
                </a:lnTo>
                <a:lnTo>
                  <a:pt x="7283196" y="946352"/>
                </a:lnTo>
                <a:lnTo>
                  <a:pt x="7324344" y="932620"/>
                </a:lnTo>
                <a:lnTo>
                  <a:pt x="7365492" y="917162"/>
                </a:lnTo>
                <a:lnTo>
                  <a:pt x="7406640" y="900038"/>
                </a:lnTo>
                <a:lnTo>
                  <a:pt x="7447788" y="881317"/>
                </a:lnTo>
                <a:lnTo>
                  <a:pt x="7488936" y="861073"/>
                </a:lnTo>
                <a:lnTo>
                  <a:pt x="7530084" y="839385"/>
                </a:lnTo>
                <a:lnTo>
                  <a:pt x="7571232" y="816338"/>
                </a:lnTo>
                <a:lnTo>
                  <a:pt x="7612380" y="792025"/>
                </a:lnTo>
                <a:lnTo>
                  <a:pt x="7653528" y="766540"/>
                </a:lnTo>
                <a:lnTo>
                  <a:pt x="7694676" y="739984"/>
                </a:lnTo>
                <a:lnTo>
                  <a:pt x="7735824" y="712463"/>
                </a:lnTo>
                <a:lnTo>
                  <a:pt x="7776972" y="684085"/>
                </a:lnTo>
                <a:lnTo>
                  <a:pt x="7818120" y="654961"/>
                </a:lnTo>
                <a:lnTo>
                  <a:pt x="7859268" y="625207"/>
                </a:lnTo>
                <a:lnTo>
                  <a:pt x="7900416" y="594940"/>
                </a:lnTo>
                <a:lnTo>
                  <a:pt x="7941564" y="564279"/>
                </a:lnTo>
                <a:lnTo>
                  <a:pt x="7982712" y="533346"/>
                </a:lnTo>
                <a:lnTo>
                  <a:pt x="8023860" y="502263"/>
                </a:lnTo>
                <a:lnTo>
                  <a:pt x="8065008" y="471152"/>
                </a:lnTo>
                <a:lnTo>
                  <a:pt x="8106156" y="440137"/>
                </a:lnTo>
                <a:lnTo>
                  <a:pt x="8147304" y="409338"/>
                </a:lnTo>
                <a:lnTo>
                  <a:pt x="8188452" y="378879"/>
                </a:lnTo>
                <a:lnTo>
                  <a:pt x="8229600" y="348879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9" name="codex-p14-rate-density-8-0">
            <a:extLst>
              <a:ext uri="{FF2B5EF4-FFF2-40B4-BE49-F238E27FC236}">
                <a16:creationId xmlns:a16="http://schemas.microsoft.com/office/drawing/2014/main" id="{AFB8443C-5757-4BF0-B958-AFD522B68137}"/>
              </a:ext>
            </a:extLst>
          </p:cNvPr>
          <p:cNvSpPr>
            <a:spLocks noGrp="1"/>
          </p:cNvSpPr>
          <p:nvPr/>
        </p:nvSpPr>
        <p:spPr>
          <a:xfrm>
            <a:off x="2924175" y="2977829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0" name="codex-p14-rate-density-8-1">
            <a:extLst>
              <a:ext uri="{FF2B5EF4-FFF2-40B4-BE49-F238E27FC236}">
                <a16:creationId xmlns:a16="http://schemas.microsoft.com/office/drawing/2014/main" id="{E209843F-3AD4-484B-8828-C0F74AE69E17}"/>
              </a:ext>
            </a:extLst>
          </p:cNvPr>
          <p:cNvSpPr>
            <a:spLocks noGrp="1"/>
          </p:cNvSpPr>
          <p:nvPr/>
        </p:nvSpPr>
        <p:spPr>
          <a:xfrm>
            <a:off x="3952875" y="2651022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1" name="codex-p14-rate-density-8-2">
            <a:extLst>
              <a:ext uri="{FF2B5EF4-FFF2-40B4-BE49-F238E27FC236}">
                <a16:creationId xmlns:a16="http://schemas.microsoft.com/office/drawing/2014/main" id="{FF45E03F-3712-4592-A45C-EB0FB10B5CE1}"/>
              </a:ext>
            </a:extLst>
          </p:cNvPr>
          <p:cNvSpPr>
            <a:spLocks noGrp="1"/>
          </p:cNvSpPr>
          <p:nvPr/>
        </p:nvSpPr>
        <p:spPr>
          <a:xfrm>
            <a:off x="4981575" y="3270571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2" name="codex-p14-rate-density-8-3">
            <a:extLst>
              <a:ext uri="{FF2B5EF4-FFF2-40B4-BE49-F238E27FC236}">
                <a16:creationId xmlns:a16="http://schemas.microsoft.com/office/drawing/2014/main" id="{910474F5-E96A-469D-934C-E0B8B5CC5B43}"/>
              </a:ext>
            </a:extLst>
          </p:cNvPr>
          <p:cNvSpPr>
            <a:spLocks noGrp="1"/>
          </p:cNvSpPr>
          <p:nvPr/>
        </p:nvSpPr>
        <p:spPr>
          <a:xfrm>
            <a:off x="6010275" y="3597378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3" name="codex-p14-rate-density-8-4">
            <a:extLst>
              <a:ext uri="{FF2B5EF4-FFF2-40B4-BE49-F238E27FC236}">
                <a16:creationId xmlns:a16="http://schemas.microsoft.com/office/drawing/2014/main" id="{58609F9C-8AD2-4388-83E7-52B66B5B93B1}"/>
              </a:ext>
            </a:extLst>
          </p:cNvPr>
          <p:cNvSpPr>
            <a:spLocks noGrp="1"/>
          </p:cNvSpPr>
          <p:nvPr/>
        </p:nvSpPr>
        <p:spPr>
          <a:xfrm>
            <a:off x="7038975" y="2977829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4" name="codex-p14-rate-density-8-5">
            <a:extLst>
              <a:ext uri="{FF2B5EF4-FFF2-40B4-BE49-F238E27FC236}">
                <a16:creationId xmlns:a16="http://schemas.microsoft.com/office/drawing/2014/main" id="{6D624C66-A22A-40F5-A7D3-96C7DCF7A31F}"/>
              </a:ext>
            </a:extLst>
          </p:cNvPr>
          <p:cNvSpPr>
            <a:spLocks noGrp="1"/>
          </p:cNvSpPr>
          <p:nvPr/>
        </p:nvSpPr>
        <p:spPr>
          <a:xfrm>
            <a:off x="8067675" y="2651022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5" name="codex-p14-rate-density-8-6">
            <a:extLst>
              <a:ext uri="{FF2B5EF4-FFF2-40B4-BE49-F238E27FC236}">
                <a16:creationId xmlns:a16="http://schemas.microsoft.com/office/drawing/2014/main" id="{82B2598B-4165-4AFC-A30B-6E148ABAAA6D}"/>
              </a:ext>
            </a:extLst>
          </p:cNvPr>
          <p:cNvSpPr>
            <a:spLocks noGrp="1"/>
          </p:cNvSpPr>
          <p:nvPr/>
        </p:nvSpPr>
        <p:spPr>
          <a:xfrm>
            <a:off x="9096375" y="3270571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6" name="codex-p14-rate-density-8-7">
            <a:extLst>
              <a:ext uri="{FF2B5EF4-FFF2-40B4-BE49-F238E27FC236}">
                <a16:creationId xmlns:a16="http://schemas.microsoft.com/office/drawing/2014/main" id="{82BCD1CC-9419-438D-BE28-FD4C7FF26DD9}"/>
              </a:ext>
            </a:extLst>
          </p:cNvPr>
          <p:cNvSpPr>
            <a:spLocks noGrp="1"/>
          </p:cNvSpPr>
          <p:nvPr/>
        </p:nvSpPr>
        <p:spPr>
          <a:xfrm>
            <a:off x="10125075" y="3597378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7" name="codex-p14-image-caption">
            <a:extLst>
              <a:ext uri="{FF2B5EF4-FFF2-40B4-BE49-F238E27FC236}">
                <a16:creationId xmlns:a16="http://schemas.microsoft.com/office/drawing/2014/main" id="{85E016D4-EBD8-48EB-83EC-5E0481A0E53F}"/>
              </a:ext>
            </a:extLst>
          </p:cNvPr>
          <p:cNvSpPr>
            <a:spLocks noGrp="1"/>
          </p:cNvSpPr>
          <p:nvPr/>
        </p:nvSpPr>
        <p:spPr>
          <a:xfrm>
            <a:off x="2819400" y="3790950"/>
            <a:ext cx="80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 s</a:t>
            </a:r>
          </a:p>
        </p:txBody>
      </p:sp>
      <p:sp>
        <p:nvSpPr>
          <p:cNvPr id="18" name="codex-p14-image-caption">
            <a:extLst>
              <a:ext uri="{FF2B5EF4-FFF2-40B4-BE49-F238E27FC236}">
                <a16:creationId xmlns:a16="http://schemas.microsoft.com/office/drawing/2014/main" id="{69C8D094-89C3-4ABB-8466-D1A081F2D248}"/>
              </a:ext>
            </a:extLst>
          </p:cNvPr>
          <p:cNvSpPr>
            <a:spLocks noGrp="1"/>
          </p:cNvSpPr>
          <p:nvPr/>
        </p:nvSpPr>
        <p:spPr>
          <a:xfrm>
            <a:off x="10820400" y="3790950"/>
            <a:ext cx="76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9" name="codex-p14-image-caption">
            <a:extLst>
              <a:ext uri="{FF2B5EF4-FFF2-40B4-BE49-F238E27FC236}">
                <a16:creationId xmlns:a16="http://schemas.microsoft.com/office/drawing/2014/main" id="{7144991B-531C-4D72-B288-925C8850DB39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228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20 Hz</a:t>
            </a:r>
          </a:p>
        </p:txBody>
      </p:sp>
      <p:sp>
        <p:nvSpPr>
          <p:cNvPr id="20" name="codex-p14-relationship">
            <a:extLst>
              <a:ext uri="{FF2B5EF4-FFF2-40B4-BE49-F238E27FC236}">
                <a16:creationId xmlns:a16="http://schemas.microsoft.com/office/drawing/2014/main" id="{14FE17F5-607B-4126-A390-FD18745759AD}"/>
              </a:ext>
            </a:extLst>
          </p:cNvPr>
          <p:cNvSpPr>
            <a:spLocks noGrp="1"/>
          </p:cNvSpPr>
          <p:nvPr/>
        </p:nvSpPr>
        <p:spPr>
          <a:xfrm>
            <a:off x="2971800" y="4953000"/>
            <a:ext cx="8229600" cy="9525"/>
          </a:xfrm>
          <a:custGeom>
            <a:pathLst>
              <a:path w="8229600" h="9525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21" name="codex-p14-signal">
            <a:extLst>
              <a:ext uri="{FF2B5EF4-FFF2-40B4-BE49-F238E27FC236}">
                <a16:creationId xmlns:a16="http://schemas.microsoft.com/office/drawing/2014/main" id="{93AED3BD-646F-4C1E-AF89-2725A4EF0619}"/>
              </a:ext>
            </a:extLst>
          </p:cNvPr>
          <p:cNvSpPr>
            <a:spLocks noGrp="1"/>
          </p:cNvSpPr>
          <p:nvPr/>
        </p:nvSpPr>
        <p:spPr>
          <a:xfrm>
            <a:off x="2971800" y="4457750"/>
            <a:ext cx="8229600" cy="990501"/>
          </a:xfrm>
          <a:custGeom>
            <a:pathLst>
              <a:path w="8229600" h="990501">
                <a:moveTo>
                  <a:pt x="0" y="348879"/>
                </a:moveTo>
                <a:lnTo>
                  <a:pt x="41148" y="319457"/>
                </a:lnTo>
                <a:lnTo>
                  <a:pt x="82296" y="290728"/>
                </a:lnTo>
                <a:lnTo>
                  <a:pt x="123444" y="262807"/>
                </a:lnTo>
                <a:lnTo>
                  <a:pt x="164592" y="235803"/>
                </a:lnTo>
                <a:lnTo>
                  <a:pt x="205740" y="209823"/>
                </a:lnTo>
                <a:lnTo>
                  <a:pt x="246888" y="184969"/>
                </a:lnTo>
                <a:lnTo>
                  <a:pt x="288036" y="161340"/>
                </a:lnTo>
                <a:lnTo>
                  <a:pt x="329184" y="139029"/>
                </a:lnTo>
                <a:lnTo>
                  <a:pt x="370332" y="118124"/>
                </a:lnTo>
                <a:lnTo>
                  <a:pt x="411480" y="98706"/>
                </a:lnTo>
                <a:lnTo>
                  <a:pt x="452628" y="80854"/>
                </a:lnTo>
                <a:lnTo>
                  <a:pt x="493776" y="64638"/>
                </a:lnTo>
                <a:lnTo>
                  <a:pt x="534924" y="50120"/>
                </a:lnTo>
                <a:lnTo>
                  <a:pt x="576072" y="37360"/>
                </a:lnTo>
                <a:lnTo>
                  <a:pt x="617220" y="26406"/>
                </a:lnTo>
                <a:lnTo>
                  <a:pt x="658368" y="17303"/>
                </a:lnTo>
                <a:lnTo>
                  <a:pt x="699516" y="10086"/>
                </a:lnTo>
                <a:lnTo>
                  <a:pt x="740664" y="4784"/>
                </a:lnTo>
                <a:lnTo>
                  <a:pt x="781812" y="1418"/>
                </a:lnTo>
                <a:lnTo>
                  <a:pt x="822960" y="0"/>
                </a:lnTo>
                <a:lnTo>
                  <a:pt x="864108" y="537"/>
                </a:lnTo>
                <a:lnTo>
                  <a:pt x="905256" y="3026"/>
                </a:lnTo>
                <a:lnTo>
                  <a:pt x="946404" y="7458"/>
                </a:lnTo>
                <a:lnTo>
                  <a:pt x="987552" y="13815"/>
                </a:lnTo>
                <a:lnTo>
                  <a:pt x="1028700" y="22072"/>
                </a:lnTo>
                <a:lnTo>
                  <a:pt x="1069848" y="32197"/>
                </a:lnTo>
                <a:lnTo>
                  <a:pt x="1110996" y="44149"/>
                </a:lnTo>
                <a:lnTo>
                  <a:pt x="1152144" y="57881"/>
                </a:lnTo>
                <a:lnTo>
                  <a:pt x="1193292" y="73339"/>
                </a:lnTo>
                <a:lnTo>
                  <a:pt x="1234440" y="90462"/>
                </a:lnTo>
                <a:lnTo>
                  <a:pt x="1275588" y="109183"/>
                </a:lnTo>
                <a:lnTo>
                  <a:pt x="1316736" y="129428"/>
                </a:lnTo>
                <a:lnTo>
                  <a:pt x="1357884" y="151116"/>
                </a:lnTo>
                <a:lnTo>
                  <a:pt x="1399032" y="174162"/>
                </a:lnTo>
                <a:lnTo>
                  <a:pt x="1440180" y="198476"/>
                </a:lnTo>
                <a:lnTo>
                  <a:pt x="1481328" y="223961"/>
                </a:lnTo>
                <a:lnTo>
                  <a:pt x="1522476" y="250516"/>
                </a:lnTo>
                <a:lnTo>
                  <a:pt x="1563624" y="278038"/>
                </a:lnTo>
                <a:lnTo>
                  <a:pt x="1604772" y="306416"/>
                </a:lnTo>
                <a:lnTo>
                  <a:pt x="1645920" y="335540"/>
                </a:lnTo>
                <a:lnTo>
                  <a:pt x="1687068" y="365294"/>
                </a:lnTo>
                <a:lnTo>
                  <a:pt x="1728216" y="395561"/>
                </a:lnTo>
                <a:lnTo>
                  <a:pt x="1769364" y="426221"/>
                </a:lnTo>
                <a:lnTo>
                  <a:pt x="1810512" y="457154"/>
                </a:lnTo>
                <a:lnTo>
                  <a:pt x="1851660" y="488238"/>
                </a:lnTo>
                <a:lnTo>
                  <a:pt x="1892808" y="519348"/>
                </a:lnTo>
                <a:lnTo>
                  <a:pt x="1933956" y="550364"/>
                </a:lnTo>
                <a:lnTo>
                  <a:pt x="1975104" y="581162"/>
                </a:lnTo>
                <a:lnTo>
                  <a:pt x="2016252" y="611622"/>
                </a:lnTo>
                <a:lnTo>
                  <a:pt x="2057400" y="641622"/>
                </a:lnTo>
                <a:lnTo>
                  <a:pt x="2098548" y="671044"/>
                </a:lnTo>
                <a:lnTo>
                  <a:pt x="2139696" y="699772"/>
                </a:lnTo>
                <a:lnTo>
                  <a:pt x="2180844" y="727694"/>
                </a:lnTo>
                <a:lnTo>
                  <a:pt x="2221992" y="754698"/>
                </a:lnTo>
                <a:lnTo>
                  <a:pt x="2263140" y="780678"/>
                </a:lnTo>
                <a:lnTo>
                  <a:pt x="2304288" y="805531"/>
                </a:lnTo>
                <a:lnTo>
                  <a:pt x="2345436" y="829160"/>
                </a:lnTo>
                <a:lnTo>
                  <a:pt x="2386584" y="851472"/>
                </a:lnTo>
                <a:lnTo>
                  <a:pt x="2427732" y="872377"/>
                </a:lnTo>
                <a:lnTo>
                  <a:pt x="2468880" y="891794"/>
                </a:lnTo>
                <a:lnTo>
                  <a:pt x="2510028" y="909646"/>
                </a:lnTo>
                <a:lnTo>
                  <a:pt x="2551176" y="925863"/>
                </a:lnTo>
                <a:lnTo>
                  <a:pt x="2592324" y="940380"/>
                </a:lnTo>
                <a:lnTo>
                  <a:pt x="2633472" y="953141"/>
                </a:lnTo>
                <a:lnTo>
                  <a:pt x="2674620" y="964094"/>
                </a:lnTo>
                <a:lnTo>
                  <a:pt x="2715768" y="973197"/>
                </a:lnTo>
                <a:lnTo>
                  <a:pt x="2756916" y="980414"/>
                </a:lnTo>
                <a:lnTo>
                  <a:pt x="2798064" y="985717"/>
                </a:lnTo>
                <a:lnTo>
                  <a:pt x="2839212" y="989083"/>
                </a:lnTo>
                <a:lnTo>
                  <a:pt x="2880360" y="990501"/>
                </a:lnTo>
                <a:lnTo>
                  <a:pt x="2921508" y="989964"/>
                </a:lnTo>
                <a:lnTo>
                  <a:pt x="2962656" y="987474"/>
                </a:lnTo>
                <a:lnTo>
                  <a:pt x="3003804" y="983043"/>
                </a:lnTo>
                <a:lnTo>
                  <a:pt x="3044952" y="976686"/>
                </a:lnTo>
                <a:lnTo>
                  <a:pt x="3086100" y="968429"/>
                </a:lnTo>
                <a:lnTo>
                  <a:pt x="3127248" y="958304"/>
                </a:lnTo>
                <a:lnTo>
                  <a:pt x="3168396" y="946352"/>
                </a:lnTo>
                <a:lnTo>
                  <a:pt x="3209544" y="932620"/>
                </a:lnTo>
                <a:lnTo>
                  <a:pt x="3250692" y="917162"/>
                </a:lnTo>
                <a:lnTo>
                  <a:pt x="3291840" y="900038"/>
                </a:lnTo>
                <a:lnTo>
                  <a:pt x="3332988" y="881317"/>
                </a:lnTo>
                <a:lnTo>
                  <a:pt x="3374136" y="861073"/>
                </a:lnTo>
                <a:lnTo>
                  <a:pt x="3415284" y="839385"/>
                </a:lnTo>
                <a:lnTo>
                  <a:pt x="3456432" y="816338"/>
                </a:lnTo>
                <a:lnTo>
                  <a:pt x="3497580" y="792025"/>
                </a:lnTo>
                <a:lnTo>
                  <a:pt x="3538728" y="766540"/>
                </a:lnTo>
                <a:lnTo>
                  <a:pt x="3579876" y="739984"/>
                </a:lnTo>
                <a:lnTo>
                  <a:pt x="3621024" y="712463"/>
                </a:lnTo>
                <a:lnTo>
                  <a:pt x="3662172" y="684085"/>
                </a:lnTo>
                <a:lnTo>
                  <a:pt x="3703320" y="654961"/>
                </a:lnTo>
                <a:lnTo>
                  <a:pt x="3744468" y="625207"/>
                </a:lnTo>
                <a:lnTo>
                  <a:pt x="3785616" y="594940"/>
                </a:lnTo>
                <a:lnTo>
                  <a:pt x="3826764" y="564279"/>
                </a:lnTo>
                <a:lnTo>
                  <a:pt x="3867912" y="533346"/>
                </a:lnTo>
                <a:lnTo>
                  <a:pt x="3909060" y="502263"/>
                </a:lnTo>
                <a:lnTo>
                  <a:pt x="3950208" y="471152"/>
                </a:lnTo>
                <a:lnTo>
                  <a:pt x="3991356" y="440137"/>
                </a:lnTo>
                <a:lnTo>
                  <a:pt x="4032504" y="409338"/>
                </a:lnTo>
                <a:lnTo>
                  <a:pt x="4073652" y="378879"/>
                </a:lnTo>
                <a:lnTo>
                  <a:pt x="4114800" y="348879"/>
                </a:lnTo>
                <a:lnTo>
                  <a:pt x="4155948" y="319457"/>
                </a:lnTo>
                <a:lnTo>
                  <a:pt x="4197096" y="290728"/>
                </a:lnTo>
                <a:lnTo>
                  <a:pt x="4238244" y="262807"/>
                </a:lnTo>
                <a:lnTo>
                  <a:pt x="4279392" y="235803"/>
                </a:lnTo>
                <a:lnTo>
                  <a:pt x="4320540" y="209823"/>
                </a:lnTo>
                <a:lnTo>
                  <a:pt x="4361688" y="184969"/>
                </a:lnTo>
                <a:lnTo>
                  <a:pt x="4402836" y="161340"/>
                </a:lnTo>
                <a:lnTo>
                  <a:pt x="4443984" y="139029"/>
                </a:lnTo>
                <a:lnTo>
                  <a:pt x="4485132" y="118124"/>
                </a:lnTo>
                <a:lnTo>
                  <a:pt x="4526280" y="98706"/>
                </a:lnTo>
                <a:lnTo>
                  <a:pt x="4567428" y="80854"/>
                </a:lnTo>
                <a:lnTo>
                  <a:pt x="4608576" y="64638"/>
                </a:lnTo>
                <a:lnTo>
                  <a:pt x="4649724" y="50120"/>
                </a:lnTo>
                <a:lnTo>
                  <a:pt x="4690872" y="37360"/>
                </a:lnTo>
                <a:lnTo>
                  <a:pt x="4732020" y="26406"/>
                </a:lnTo>
                <a:lnTo>
                  <a:pt x="4773168" y="17303"/>
                </a:lnTo>
                <a:lnTo>
                  <a:pt x="4814316" y="10086"/>
                </a:lnTo>
                <a:lnTo>
                  <a:pt x="4855464" y="4784"/>
                </a:lnTo>
                <a:lnTo>
                  <a:pt x="4896612" y="1418"/>
                </a:lnTo>
                <a:lnTo>
                  <a:pt x="4937760" y="0"/>
                </a:lnTo>
                <a:lnTo>
                  <a:pt x="4978908" y="537"/>
                </a:lnTo>
                <a:lnTo>
                  <a:pt x="5020056" y="3026"/>
                </a:lnTo>
                <a:lnTo>
                  <a:pt x="5061204" y="7458"/>
                </a:lnTo>
                <a:lnTo>
                  <a:pt x="5102352" y="13815"/>
                </a:lnTo>
                <a:lnTo>
                  <a:pt x="5143500" y="22072"/>
                </a:lnTo>
                <a:lnTo>
                  <a:pt x="5184648" y="32197"/>
                </a:lnTo>
                <a:lnTo>
                  <a:pt x="5225796" y="44149"/>
                </a:lnTo>
                <a:lnTo>
                  <a:pt x="5266944" y="57881"/>
                </a:lnTo>
                <a:lnTo>
                  <a:pt x="5308092" y="73339"/>
                </a:lnTo>
                <a:lnTo>
                  <a:pt x="5349240" y="90462"/>
                </a:lnTo>
                <a:lnTo>
                  <a:pt x="5390388" y="109183"/>
                </a:lnTo>
                <a:lnTo>
                  <a:pt x="5431536" y="129428"/>
                </a:lnTo>
                <a:lnTo>
                  <a:pt x="5472684" y="151116"/>
                </a:lnTo>
                <a:lnTo>
                  <a:pt x="5513832" y="174162"/>
                </a:lnTo>
                <a:lnTo>
                  <a:pt x="5554980" y="198476"/>
                </a:lnTo>
                <a:lnTo>
                  <a:pt x="5596128" y="223961"/>
                </a:lnTo>
                <a:lnTo>
                  <a:pt x="5637276" y="250516"/>
                </a:lnTo>
                <a:lnTo>
                  <a:pt x="5678424" y="278038"/>
                </a:lnTo>
                <a:lnTo>
                  <a:pt x="5719572" y="306416"/>
                </a:lnTo>
                <a:lnTo>
                  <a:pt x="5760720" y="335540"/>
                </a:lnTo>
                <a:lnTo>
                  <a:pt x="5801868" y="365294"/>
                </a:lnTo>
                <a:lnTo>
                  <a:pt x="5843016" y="395561"/>
                </a:lnTo>
                <a:lnTo>
                  <a:pt x="5884164" y="426221"/>
                </a:lnTo>
                <a:lnTo>
                  <a:pt x="5925312" y="457154"/>
                </a:lnTo>
                <a:lnTo>
                  <a:pt x="5966460" y="488238"/>
                </a:lnTo>
                <a:lnTo>
                  <a:pt x="6007608" y="519348"/>
                </a:lnTo>
                <a:lnTo>
                  <a:pt x="6048756" y="550364"/>
                </a:lnTo>
                <a:lnTo>
                  <a:pt x="6089904" y="581162"/>
                </a:lnTo>
                <a:lnTo>
                  <a:pt x="6131052" y="611622"/>
                </a:lnTo>
                <a:lnTo>
                  <a:pt x="6172200" y="641622"/>
                </a:lnTo>
                <a:lnTo>
                  <a:pt x="6213348" y="671044"/>
                </a:lnTo>
                <a:lnTo>
                  <a:pt x="6254496" y="699772"/>
                </a:lnTo>
                <a:lnTo>
                  <a:pt x="6295644" y="727694"/>
                </a:lnTo>
                <a:lnTo>
                  <a:pt x="6336792" y="754698"/>
                </a:lnTo>
                <a:lnTo>
                  <a:pt x="6377940" y="780678"/>
                </a:lnTo>
                <a:lnTo>
                  <a:pt x="6419088" y="805531"/>
                </a:lnTo>
                <a:lnTo>
                  <a:pt x="6460236" y="829160"/>
                </a:lnTo>
                <a:lnTo>
                  <a:pt x="6501384" y="851472"/>
                </a:lnTo>
                <a:lnTo>
                  <a:pt x="6542532" y="872377"/>
                </a:lnTo>
                <a:lnTo>
                  <a:pt x="6583680" y="891794"/>
                </a:lnTo>
                <a:lnTo>
                  <a:pt x="6624828" y="909646"/>
                </a:lnTo>
                <a:lnTo>
                  <a:pt x="6665976" y="925863"/>
                </a:lnTo>
                <a:lnTo>
                  <a:pt x="6707124" y="940380"/>
                </a:lnTo>
                <a:lnTo>
                  <a:pt x="6748272" y="953141"/>
                </a:lnTo>
                <a:lnTo>
                  <a:pt x="6789420" y="964094"/>
                </a:lnTo>
                <a:lnTo>
                  <a:pt x="6830568" y="973197"/>
                </a:lnTo>
                <a:lnTo>
                  <a:pt x="6871716" y="980414"/>
                </a:lnTo>
                <a:lnTo>
                  <a:pt x="6912864" y="985717"/>
                </a:lnTo>
                <a:lnTo>
                  <a:pt x="6954012" y="989083"/>
                </a:lnTo>
                <a:lnTo>
                  <a:pt x="6995160" y="990501"/>
                </a:lnTo>
                <a:lnTo>
                  <a:pt x="7036308" y="989964"/>
                </a:lnTo>
                <a:lnTo>
                  <a:pt x="7077456" y="987474"/>
                </a:lnTo>
                <a:lnTo>
                  <a:pt x="7118604" y="983043"/>
                </a:lnTo>
                <a:lnTo>
                  <a:pt x="7159752" y="976686"/>
                </a:lnTo>
                <a:lnTo>
                  <a:pt x="7200900" y="968429"/>
                </a:lnTo>
                <a:lnTo>
                  <a:pt x="7242048" y="958304"/>
                </a:lnTo>
                <a:lnTo>
                  <a:pt x="7283196" y="946352"/>
                </a:lnTo>
                <a:lnTo>
                  <a:pt x="7324344" y="932620"/>
                </a:lnTo>
                <a:lnTo>
                  <a:pt x="7365492" y="917162"/>
                </a:lnTo>
                <a:lnTo>
                  <a:pt x="7406640" y="900038"/>
                </a:lnTo>
                <a:lnTo>
                  <a:pt x="7447788" y="881317"/>
                </a:lnTo>
                <a:lnTo>
                  <a:pt x="7488936" y="861073"/>
                </a:lnTo>
                <a:lnTo>
                  <a:pt x="7530084" y="839385"/>
                </a:lnTo>
                <a:lnTo>
                  <a:pt x="7571232" y="816338"/>
                </a:lnTo>
                <a:lnTo>
                  <a:pt x="7612380" y="792025"/>
                </a:lnTo>
                <a:lnTo>
                  <a:pt x="7653528" y="766540"/>
                </a:lnTo>
                <a:lnTo>
                  <a:pt x="7694676" y="739984"/>
                </a:lnTo>
                <a:lnTo>
                  <a:pt x="7735824" y="712463"/>
                </a:lnTo>
                <a:lnTo>
                  <a:pt x="7776972" y="684085"/>
                </a:lnTo>
                <a:lnTo>
                  <a:pt x="7818120" y="654961"/>
                </a:lnTo>
                <a:lnTo>
                  <a:pt x="7859268" y="625207"/>
                </a:lnTo>
                <a:lnTo>
                  <a:pt x="7900416" y="594940"/>
                </a:lnTo>
                <a:lnTo>
                  <a:pt x="7941564" y="564279"/>
                </a:lnTo>
                <a:lnTo>
                  <a:pt x="7982712" y="533346"/>
                </a:lnTo>
                <a:lnTo>
                  <a:pt x="8023860" y="502263"/>
                </a:lnTo>
                <a:lnTo>
                  <a:pt x="8065008" y="471152"/>
                </a:lnTo>
                <a:lnTo>
                  <a:pt x="8106156" y="440137"/>
                </a:lnTo>
                <a:lnTo>
                  <a:pt x="8147304" y="409338"/>
                </a:lnTo>
                <a:lnTo>
                  <a:pt x="8188452" y="378879"/>
                </a:lnTo>
                <a:lnTo>
                  <a:pt x="8229600" y="348879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22" name="codex-p14-rate-density-20-0">
            <a:extLst>
              <a:ext uri="{FF2B5EF4-FFF2-40B4-BE49-F238E27FC236}">
                <a16:creationId xmlns:a16="http://schemas.microsoft.com/office/drawing/2014/main" id="{EADF9733-A7AC-4AA4-8BFA-8BF067AB777F}"/>
              </a:ext>
            </a:extLst>
          </p:cNvPr>
          <p:cNvSpPr>
            <a:spLocks noGrp="1"/>
          </p:cNvSpPr>
          <p:nvPr/>
        </p:nvSpPr>
        <p:spPr>
          <a:xfrm>
            <a:off x="2924175" y="4759004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3" name="codex-p14-rate-density-20-1">
            <a:extLst>
              <a:ext uri="{FF2B5EF4-FFF2-40B4-BE49-F238E27FC236}">
                <a16:creationId xmlns:a16="http://schemas.microsoft.com/office/drawing/2014/main" id="{4E4233C5-9EA6-44E2-A94F-E0ED5EC63CBB}"/>
              </a:ext>
            </a:extLst>
          </p:cNvPr>
          <p:cNvSpPr>
            <a:spLocks noGrp="1"/>
          </p:cNvSpPr>
          <p:nvPr/>
        </p:nvSpPr>
        <p:spPr>
          <a:xfrm>
            <a:off x="3335655" y="4508831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4" name="codex-p14-rate-density-20-2">
            <a:extLst>
              <a:ext uri="{FF2B5EF4-FFF2-40B4-BE49-F238E27FC236}">
                <a16:creationId xmlns:a16="http://schemas.microsoft.com/office/drawing/2014/main" id="{6247B167-5341-462C-82E2-3BBEBCCF321D}"/>
              </a:ext>
            </a:extLst>
          </p:cNvPr>
          <p:cNvSpPr>
            <a:spLocks noGrp="1"/>
          </p:cNvSpPr>
          <p:nvPr/>
        </p:nvSpPr>
        <p:spPr>
          <a:xfrm>
            <a:off x="3747135" y="441012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5" name="codex-p14-rate-density-20-3">
            <a:extLst>
              <a:ext uri="{FF2B5EF4-FFF2-40B4-BE49-F238E27FC236}">
                <a16:creationId xmlns:a16="http://schemas.microsoft.com/office/drawing/2014/main" id="{AA1002F6-A3F6-4A41-9523-DD7F9C9A15B1}"/>
              </a:ext>
            </a:extLst>
          </p:cNvPr>
          <p:cNvSpPr>
            <a:spLocks noGrp="1"/>
          </p:cNvSpPr>
          <p:nvPr/>
        </p:nvSpPr>
        <p:spPr>
          <a:xfrm>
            <a:off x="4158615" y="4500587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6" name="codex-p14-rate-density-20-4">
            <a:extLst>
              <a:ext uri="{FF2B5EF4-FFF2-40B4-BE49-F238E27FC236}">
                <a16:creationId xmlns:a16="http://schemas.microsoft.com/office/drawing/2014/main" id="{7AC65647-8470-4447-BD35-227FB714FEA7}"/>
              </a:ext>
            </a:extLst>
          </p:cNvPr>
          <p:cNvSpPr>
            <a:spLocks noGrp="1"/>
          </p:cNvSpPr>
          <p:nvPr/>
        </p:nvSpPr>
        <p:spPr>
          <a:xfrm>
            <a:off x="4570095" y="474566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7" name="codex-p14-rate-density-20-5">
            <a:extLst>
              <a:ext uri="{FF2B5EF4-FFF2-40B4-BE49-F238E27FC236}">
                <a16:creationId xmlns:a16="http://schemas.microsoft.com/office/drawing/2014/main" id="{29651756-BD65-458E-911E-C89BD950A3F9}"/>
              </a:ext>
            </a:extLst>
          </p:cNvPr>
          <p:cNvSpPr>
            <a:spLocks noGrp="1"/>
          </p:cNvSpPr>
          <p:nvPr/>
        </p:nvSpPr>
        <p:spPr>
          <a:xfrm>
            <a:off x="4981575" y="5051746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8" name="codex-p14-rate-density-20-6">
            <a:extLst>
              <a:ext uri="{FF2B5EF4-FFF2-40B4-BE49-F238E27FC236}">
                <a16:creationId xmlns:a16="http://schemas.microsoft.com/office/drawing/2014/main" id="{5AA85ED5-8438-419A-B6B0-D1F0BA1BFD10}"/>
              </a:ext>
            </a:extLst>
          </p:cNvPr>
          <p:cNvSpPr>
            <a:spLocks noGrp="1"/>
          </p:cNvSpPr>
          <p:nvPr/>
        </p:nvSpPr>
        <p:spPr>
          <a:xfrm>
            <a:off x="5393055" y="5301919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9" name="codex-p14-rate-density-20-7">
            <a:extLst>
              <a:ext uri="{FF2B5EF4-FFF2-40B4-BE49-F238E27FC236}">
                <a16:creationId xmlns:a16="http://schemas.microsoft.com/office/drawing/2014/main" id="{D4B57186-9C5E-4855-8582-C8383A080C20}"/>
              </a:ext>
            </a:extLst>
          </p:cNvPr>
          <p:cNvSpPr>
            <a:spLocks noGrp="1"/>
          </p:cNvSpPr>
          <p:nvPr/>
        </p:nvSpPr>
        <p:spPr>
          <a:xfrm>
            <a:off x="5804535" y="540062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0" name="codex-p14-rate-density-20-8">
            <a:extLst>
              <a:ext uri="{FF2B5EF4-FFF2-40B4-BE49-F238E27FC236}">
                <a16:creationId xmlns:a16="http://schemas.microsoft.com/office/drawing/2014/main" id="{41AC06EE-9A48-4D86-BDE5-2083A7092B5C}"/>
              </a:ext>
            </a:extLst>
          </p:cNvPr>
          <p:cNvSpPr>
            <a:spLocks noGrp="1"/>
          </p:cNvSpPr>
          <p:nvPr/>
        </p:nvSpPr>
        <p:spPr>
          <a:xfrm>
            <a:off x="6216015" y="5310163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1" name="codex-p14-rate-density-20-9">
            <a:extLst>
              <a:ext uri="{FF2B5EF4-FFF2-40B4-BE49-F238E27FC236}">
                <a16:creationId xmlns:a16="http://schemas.microsoft.com/office/drawing/2014/main" id="{55178046-C9D4-448A-AFC2-43D90B89C4A6}"/>
              </a:ext>
            </a:extLst>
          </p:cNvPr>
          <p:cNvSpPr>
            <a:spLocks noGrp="1"/>
          </p:cNvSpPr>
          <p:nvPr/>
        </p:nvSpPr>
        <p:spPr>
          <a:xfrm>
            <a:off x="6627495" y="506508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2" name="codex-p14-rate-density-20-10">
            <a:extLst>
              <a:ext uri="{FF2B5EF4-FFF2-40B4-BE49-F238E27FC236}">
                <a16:creationId xmlns:a16="http://schemas.microsoft.com/office/drawing/2014/main" id="{8A3BCC52-4C56-46E8-943A-C6C68A6958FF}"/>
              </a:ext>
            </a:extLst>
          </p:cNvPr>
          <p:cNvSpPr>
            <a:spLocks noGrp="1"/>
          </p:cNvSpPr>
          <p:nvPr/>
        </p:nvSpPr>
        <p:spPr>
          <a:xfrm>
            <a:off x="7038975" y="4759004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3" name="codex-p14-rate-density-20-11">
            <a:extLst>
              <a:ext uri="{FF2B5EF4-FFF2-40B4-BE49-F238E27FC236}">
                <a16:creationId xmlns:a16="http://schemas.microsoft.com/office/drawing/2014/main" id="{784C7901-E27E-4751-AFEC-1F6934D9835A}"/>
              </a:ext>
            </a:extLst>
          </p:cNvPr>
          <p:cNvSpPr>
            <a:spLocks noGrp="1"/>
          </p:cNvSpPr>
          <p:nvPr/>
        </p:nvSpPr>
        <p:spPr>
          <a:xfrm>
            <a:off x="7450455" y="4508831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4" name="codex-p14-rate-density-20-12">
            <a:extLst>
              <a:ext uri="{FF2B5EF4-FFF2-40B4-BE49-F238E27FC236}">
                <a16:creationId xmlns:a16="http://schemas.microsoft.com/office/drawing/2014/main" id="{33D15132-C8A2-452E-B5C5-6AABB55E7435}"/>
              </a:ext>
            </a:extLst>
          </p:cNvPr>
          <p:cNvSpPr>
            <a:spLocks noGrp="1"/>
          </p:cNvSpPr>
          <p:nvPr/>
        </p:nvSpPr>
        <p:spPr>
          <a:xfrm>
            <a:off x="7861935" y="441012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5" name="codex-p14-rate-density-20-13">
            <a:extLst>
              <a:ext uri="{FF2B5EF4-FFF2-40B4-BE49-F238E27FC236}">
                <a16:creationId xmlns:a16="http://schemas.microsoft.com/office/drawing/2014/main" id="{9484A3C9-FCCF-45DA-9775-D27301B489AD}"/>
              </a:ext>
            </a:extLst>
          </p:cNvPr>
          <p:cNvSpPr>
            <a:spLocks noGrp="1"/>
          </p:cNvSpPr>
          <p:nvPr/>
        </p:nvSpPr>
        <p:spPr>
          <a:xfrm>
            <a:off x="8273415" y="4500587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6" name="codex-p14-rate-density-20-14">
            <a:extLst>
              <a:ext uri="{FF2B5EF4-FFF2-40B4-BE49-F238E27FC236}">
                <a16:creationId xmlns:a16="http://schemas.microsoft.com/office/drawing/2014/main" id="{7C8F1963-D990-4B18-8248-234F103598F2}"/>
              </a:ext>
            </a:extLst>
          </p:cNvPr>
          <p:cNvSpPr>
            <a:spLocks noGrp="1"/>
          </p:cNvSpPr>
          <p:nvPr/>
        </p:nvSpPr>
        <p:spPr>
          <a:xfrm>
            <a:off x="8684895" y="474566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7" name="codex-p14-rate-density-20-15">
            <a:extLst>
              <a:ext uri="{FF2B5EF4-FFF2-40B4-BE49-F238E27FC236}">
                <a16:creationId xmlns:a16="http://schemas.microsoft.com/office/drawing/2014/main" id="{3C332D3E-32A3-4C42-95B2-5F44F11B50E0}"/>
              </a:ext>
            </a:extLst>
          </p:cNvPr>
          <p:cNvSpPr>
            <a:spLocks noGrp="1"/>
          </p:cNvSpPr>
          <p:nvPr/>
        </p:nvSpPr>
        <p:spPr>
          <a:xfrm>
            <a:off x="9096375" y="5051746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8" name="codex-p14-rate-density-20-16">
            <a:extLst>
              <a:ext uri="{FF2B5EF4-FFF2-40B4-BE49-F238E27FC236}">
                <a16:creationId xmlns:a16="http://schemas.microsoft.com/office/drawing/2014/main" id="{C9871C1E-3D8C-4E4C-8C75-092D1914895E}"/>
              </a:ext>
            </a:extLst>
          </p:cNvPr>
          <p:cNvSpPr>
            <a:spLocks noGrp="1"/>
          </p:cNvSpPr>
          <p:nvPr/>
        </p:nvSpPr>
        <p:spPr>
          <a:xfrm>
            <a:off x="9507855" y="5301919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9" name="codex-p14-rate-density-20-17">
            <a:extLst>
              <a:ext uri="{FF2B5EF4-FFF2-40B4-BE49-F238E27FC236}">
                <a16:creationId xmlns:a16="http://schemas.microsoft.com/office/drawing/2014/main" id="{157C42E1-3976-4526-95DB-BF95AA57C261}"/>
              </a:ext>
            </a:extLst>
          </p:cNvPr>
          <p:cNvSpPr>
            <a:spLocks noGrp="1"/>
          </p:cNvSpPr>
          <p:nvPr/>
        </p:nvSpPr>
        <p:spPr>
          <a:xfrm>
            <a:off x="9919335" y="540062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40" name="codex-p14-rate-density-20-18">
            <a:extLst>
              <a:ext uri="{FF2B5EF4-FFF2-40B4-BE49-F238E27FC236}">
                <a16:creationId xmlns:a16="http://schemas.microsoft.com/office/drawing/2014/main" id="{EB8AD632-F149-4A6F-AFC1-F3DA8F2A30BB}"/>
              </a:ext>
            </a:extLst>
          </p:cNvPr>
          <p:cNvSpPr>
            <a:spLocks noGrp="1"/>
          </p:cNvSpPr>
          <p:nvPr/>
        </p:nvSpPr>
        <p:spPr>
          <a:xfrm>
            <a:off x="10330815" y="5310163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41" name="codex-p14-rate-density-20-19">
            <a:extLst>
              <a:ext uri="{FF2B5EF4-FFF2-40B4-BE49-F238E27FC236}">
                <a16:creationId xmlns:a16="http://schemas.microsoft.com/office/drawing/2014/main" id="{CEC2437B-439C-43C0-AA27-3C207A56CE42}"/>
              </a:ext>
            </a:extLst>
          </p:cNvPr>
          <p:cNvSpPr>
            <a:spLocks noGrp="1"/>
          </p:cNvSpPr>
          <p:nvPr/>
        </p:nvSpPr>
        <p:spPr>
          <a:xfrm>
            <a:off x="10742295" y="506508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42" name="codex-p14-image-caption">
            <a:extLst>
              <a:ext uri="{FF2B5EF4-FFF2-40B4-BE49-F238E27FC236}">
                <a16:creationId xmlns:a16="http://schemas.microsoft.com/office/drawing/2014/main" id="{EA4630C3-21BD-4BE5-8991-D3D5D8943887}"/>
              </a:ext>
            </a:extLst>
          </p:cNvPr>
          <p:cNvSpPr>
            <a:spLocks noGrp="1"/>
          </p:cNvSpPr>
          <p:nvPr/>
        </p:nvSpPr>
        <p:spPr>
          <a:xfrm>
            <a:off x="2819400" y="5572125"/>
            <a:ext cx="8096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 s</a:t>
            </a:r>
          </a:p>
        </p:txBody>
      </p:sp>
      <p:sp>
        <p:nvSpPr>
          <p:cNvPr id="43" name="codex-p14-image-caption">
            <a:extLst>
              <a:ext uri="{FF2B5EF4-FFF2-40B4-BE49-F238E27FC236}">
                <a16:creationId xmlns:a16="http://schemas.microsoft.com/office/drawing/2014/main" id="{7BA4FE81-CC43-4B36-9E27-EEFDE3B60327}"/>
              </a:ext>
            </a:extLst>
          </p:cNvPr>
          <p:cNvSpPr>
            <a:spLocks noGrp="1"/>
          </p:cNvSpPr>
          <p:nvPr/>
        </p:nvSpPr>
        <p:spPr>
          <a:xfrm>
            <a:off x="10820400" y="5572125"/>
            <a:ext cx="76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44" name="codex-p14-image-caption">
            <a:extLst>
              <a:ext uri="{FF2B5EF4-FFF2-40B4-BE49-F238E27FC236}">
                <a16:creationId xmlns:a16="http://schemas.microsoft.com/office/drawing/2014/main" id="{5EAFAACC-8103-4A1E-B1E1-E0A70952AFC9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记录间隔变短，每秒样本更多。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codex-p17-image-caption">
            <a:extLst>
              <a:ext uri="{FF2B5EF4-FFF2-40B4-BE49-F238E27FC236}">
                <a16:creationId xmlns:a16="http://schemas.microsoft.com/office/drawing/2014/main" id="{84DA72FF-4FE2-4DDA-9EB2-4984D9C967A3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 [0,8) 分成8段。</a:t>
            </a:r>
          </a:p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区间 [n,n+1) 的编号为n（n=0～7）。</a:t>
            </a:r>
          </a:p>
        </p:txBody>
      </p:sp>
      <p:sp>
        <p:nvSpPr>
          <p:cNvPr id="6" name="codex-p17-evidence-boundary">
            <a:extLst>
              <a:ext uri="{FF2B5EF4-FFF2-40B4-BE49-F238E27FC236}">
                <a16:creationId xmlns:a16="http://schemas.microsoft.com/office/drawing/2014/main" id="{7313A13C-50C9-4D72-8EA6-BE01B4C4CD6D}"/>
              </a:ext>
            </a:extLst>
          </p:cNvPr>
          <p:cNvSpPr>
            <a:spLocks noGrp="1"/>
          </p:cNvSpPr>
          <p:nvPr/>
        </p:nvSpPr>
        <p:spPr>
          <a:xfrm>
            <a:off x="10668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7" name="codex-p17-image-caption">
            <a:extLst>
              <a:ext uri="{FF2B5EF4-FFF2-40B4-BE49-F238E27FC236}">
                <a16:creationId xmlns:a16="http://schemas.microsoft.com/office/drawing/2014/main" id="{BDA5E7A2-AFA0-490F-A49D-7AB0474027CD}"/>
              </a:ext>
            </a:extLst>
          </p:cNvPr>
          <p:cNvSpPr>
            <a:spLocks noGrp="1"/>
          </p:cNvSpPr>
          <p:nvPr/>
        </p:nvSpPr>
        <p:spPr>
          <a:xfrm>
            <a:off x="14763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8" name="codex-p17-image-caption">
            <a:extLst>
              <a:ext uri="{FF2B5EF4-FFF2-40B4-BE49-F238E27FC236}">
                <a16:creationId xmlns:a16="http://schemas.microsoft.com/office/drawing/2014/main" id="{5F7615E9-B6FE-4F11-9961-F36F84D50ABD}"/>
              </a:ext>
            </a:extLst>
          </p:cNvPr>
          <p:cNvSpPr>
            <a:spLocks noGrp="1"/>
          </p:cNvSpPr>
          <p:nvPr/>
        </p:nvSpPr>
        <p:spPr>
          <a:xfrm>
            <a:off x="9239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codex-p17-evidence-boundary">
            <a:extLst>
              <a:ext uri="{FF2B5EF4-FFF2-40B4-BE49-F238E27FC236}">
                <a16:creationId xmlns:a16="http://schemas.microsoft.com/office/drawing/2014/main" id="{C9C9AFBB-B3EA-431C-8767-023262E97736}"/>
              </a:ext>
            </a:extLst>
          </p:cNvPr>
          <p:cNvSpPr>
            <a:spLocks noGrp="1"/>
          </p:cNvSpPr>
          <p:nvPr/>
        </p:nvSpPr>
        <p:spPr>
          <a:xfrm>
            <a:off x="23241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0" name="codex-p17-image-caption">
            <a:extLst>
              <a:ext uri="{FF2B5EF4-FFF2-40B4-BE49-F238E27FC236}">
                <a16:creationId xmlns:a16="http://schemas.microsoft.com/office/drawing/2014/main" id="{D288B248-2FF0-4A0D-8A56-975CC5F76765}"/>
              </a:ext>
            </a:extLst>
          </p:cNvPr>
          <p:cNvSpPr>
            <a:spLocks noGrp="1"/>
          </p:cNvSpPr>
          <p:nvPr/>
        </p:nvSpPr>
        <p:spPr>
          <a:xfrm>
            <a:off x="27336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1" name="codex-p17-image-caption">
            <a:extLst>
              <a:ext uri="{FF2B5EF4-FFF2-40B4-BE49-F238E27FC236}">
                <a16:creationId xmlns:a16="http://schemas.microsoft.com/office/drawing/2014/main" id="{7D315912-CB17-4A93-BC63-3B28D2791D1A}"/>
              </a:ext>
            </a:extLst>
          </p:cNvPr>
          <p:cNvSpPr>
            <a:spLocks noGrp="1"/>
          </p:cNvSpPr>
          <p:nvPr/>
        </p:nvSpPr>
        <p:spPr>
          <a:xfrm>
            <a:off x="21812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2" name="codex-p17-evidence-boundary">
            <a:extLst>
              <a:ext uri="{FF2B5EF4-FFF2-40B4-BE49-F238E27FC236}">
                <a16:creationId xmlns:a16="http://schemas.microsoft.com/office/drawing/2014/main" id="{72BECB4A-20D3-42E2-9C12-7D4C203BC5BA}"/>
              </a:ext>
            </a:extLst>
          </p:cNvPr>
          <p:cNvSpPr>
            <a:spLocks noGrp="1"/>
          </p:cNvSpPr>
          <p:nvPr/>
        </p:nvSpPr>
        <p:spPr>
          <a:xfrm>
            <a:off x="35814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3" name="codex-p17-image-caption">
            <a:extLst>
              <a:ext uri="{FF2B5EF4-FFF2-40B4-BE49-F238E27FC236}">
                <a16:creationId xmlns:a16="http://schemas.microsoft.com/office/drawing/2014/main" id="{0151335E-70C3-4508-B56E-5F9B822F85AE}"/>
              </a:ext>
            </a:extLst>
          </p:cNvPr>
          <p:cNvSpPr>
            <a:spLocks noGrp="1"/>
          </p:cNvSpPr>
          <p:nvPr/>
        </p:nvSpPr>
        <p:spPr>
          <a:xfrm>
            <a:off x="39909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codex-p17-image-caption">
            <a:extLst>
              <a:ext uri="{FF2B5EF4-FFF2-40B4-BE49-F238E27FC236}">
                <a16:creationId xmlns:a16="http://schemas.microsoft.com/office/drawing/2014/main" id="{1287FF11-CADD-4361-A125-0D3F19AEB49F}"/>
              </a:ext>
            </a:extLst>
          </p:cNvPr>
          <p:cNvSpPr>
            <a:spLocks noGrp="1"/>
          </p:cNvSpPr>
          <p:nvPr/>
        </p:nvSpPr>
        <p:spPr>
          <a:xfrm>
            <a:off x="34385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5" name="codex-p17-evidence-boundary">
            <a:extLst>
              <a:ext uri="{FF2B5EF4-FFF2-40B4-BE49-F238E27FC236}">
                <a16:creationId xmlns:a16="http://schemas.microsoft.com/office/drawing/2014/main" id="{BF387892-8440-49C1-876D-76A120EE3250}"/>
              </a:ext>
            </a:extLst>
          </p:cNvPr>
          <p:cNvSpPr>
            <a:spLocks noGrp="1"/>
          </p:cNvSpPr>
          <p:nvPr/>
        </p:nvSpPr>
        <p:spPr>
          <a:xfrm>
            <a:off x="4838700" y="3648075"/>
            <a:ext cx="1257300" cy="904875"/>
          </a:xfrm>
          <a:prstGeom prst="rect">
            <a:avLst/>
          </a:prstGeom>
          <a:noFill/>
          <a:ln w="28575">
            <a:solidFill>
              <a:srgbClr val="8C64E1"/>
            </a:solidFill>
          </a:ln>
        </p:spPr>
      </p:sp>
      <p:sp>
        <p:nvSpPr>
          <p:cNvPr id="16" name="codex-p17-image-caption">
            <a:extLst>
              <a:ext uri="{FF2B5EF4-FFF2-40B4-BE49-F238E27FC236}">
                <a16:creationId xmlns:a16="http://schemas.microsoft.com/office/drawing/2014/main" id="{ECE53258-D62F-4F87-9928-F0EF3C1B01C9}"/>
              </a:ext>
            </a:extLst>
          </p:cNvPr>
          <p:cNvSpPr>
            <a:spLocks noGrp="1"/>
          </p:cNvSpPr>
          <p:nvPr/>
        </p:nvSpPr>
        <p:spPr>
          <a:xfrm>
            <a:off x="52482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7" name="codex-p17-image-caption">
            <a:extLst>
              <a:ext uri="{FF2B5EF4-FFF2-40B4-BE49-F238E27FC236}">
                <a16:creationId xmlns:a16="http://schemas.microsoft.com/office/drawing/2014/main" id="{3793B3AF-A27C-457A-9209-11FD7BC5AD66}"/>
              </a:ext>
            </a:extLst>
          </p:cNvPr>
          <p:cNvSpPr>
            <a:spLocks noGrp="1"/>
          </p:cNvSpPr>
          <p:nvPr/>
        </p:nvSpPr>
        <p:spPr>
          <a:xfrm>
            <a:off x="46958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codex-p17-evidence-boundary">
            <a:extLst>
              <a:ext uri="{FF2B5EF4-FFF2-40B4-BE49-F238E27FC236}">
                <a16:creationId xmlns:a16="http://schemas.microsoft.com/office/drawing/2014/main" id="{98A177B6-B79B-4CAC-8D2F-8FE22D60E4D4}"/>
              </a:ext>
            </a:extLst>
          </p:cNvPr>
          <p:cNvSpPr>
            <a:spLocks noGrp="1"/>
          </p:cNvSpPr>
          <p:nvPr/>
        </p:nvSpPr>
        <p:spPr>
          <a:xfrm>
            <a:off x="60960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9" name="codex-p17-image-caption">
            <a:extLst>
              <a:ext uri="{FF2B5EF4-FFF2-40B4-BE49-F238E27FC236}">
                <a16:creationId xmlns:a16="http://schemas.microsoft.com/office/drawing/2014/main" id="{FA409ECB-BA51-4205-A26D-D238CBB4C2A8}"/>
              </a:ext>
            </a:extLst>
          </p:cNvPr>
          <p:cNvSpPr>
            <a:spLocks noGrp="1"/>
          </p:cNvSpPr>
          <p:nvPr/>
        </p:nvSpPr>
        <p:spPr>
          <a:xfrm>
            <a:off x="65055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20" name="codex-p17-image-caption">
            <a:extLst>
              <a:ext uri="{FF2B5EF4-FFF2-40B4-BE49-F238E27FC236}">
                <a16:creationId xmlns:a16="http://schemas.microsoft.com/office/drawing/2014/main" id="{4FBCA587-F06C-4E15-8038-1524EA0F78A4}"/>
              </a:ext>
            </a:extLst>
          </p:cNvPr>
          <p:cNvSpPr>
            <a:spLocks noGrp="1"/>
          </p:cNvSpPr>
          <p:nvPr/>
        </p:nvSpPr>
        <p:spPr>
          <a:xfrm>
            <a:off x="59531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1" name="codex-p17-evidence-boundary">
            <a:extLst>
              <a:ext uri="{FF2B5EF4-FFF2-40B4-BE49-F238E27FC236}">
                <a16:creationId xmlns:a16="http://schemas.microsoft.com/office/drawing/2014/main" id="{DDBCE7A3-F953-4229-AB16-8C0A0323EB0A}"/>
              </a:ext>
            </a:extLst>
          </p:cNvPr>
          <p:cNvSpPr>
            <a:spLocks noGrp="1"/>
          </p:cNvSpPr>
          <p:nvPr/>
        </p:nvSpPr>
        <p:spPr>
          <a:xfrm>
            <a:off x="73533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2" name="codex-p17-image-caption">
            <a:extLst>
              <a:ext uri="{FF2B5EF4-FFF2-40B4-BE49-F238E27FC236}">
                <a16:creationId xmlns:a16="http://schemas.microsoft.com/office/drawing/2014/main" id="{E17B7511-C850-42C4-9819-2FFC7D4EC5D8}"/>
              </a:ext>
            </a:extLst>
          </p:cNvPr>
          <p:cNvSpPr>
            <a:spLocks noGrp="1"/>
          </p:cNvSpPr>
          <p:nvPr/>
        </p:nvSpPr>
        <p:spPr>
          <a:xfrm>
            <a:off x="77628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23" name="codex-p17-image-caption">
            <a:extLst>
              <a:ext uri="{FF2B5EF4-FFF2-40B4-BE49-F238E27FC236}">
                <a16:creationId xmlns:a16="http://schemas.microsoft.com/office/drawing/2014/main" id="{1B138C35-5A36-4CDC-B4D0-C51AA7D2925B}"/>
              </a:ext>
            </a:extLst>
          </p:cNvPr>
          <p:cNvSpPr>
            <a:spLocks noGrp="1"/>
          </p:cNvSpPr>
          <p:nvPr/>
        </p:nvSpPr>
        <p:spPr>
          <a:xfrm>
            <a:off x="72104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4" name="codex-p17-evidence-boundary">
            <a:extLst>
              <a:ext uri="{FF2B5EF4-FFF2-40B4-BE49-F238E27FC236}">
                <a16:creationId xmlns:a16="http://schemas.microsoft.com/office/drawing/2014/main" id="{3EDCDBA4-7ED2-4A9D-BCB5-E74E920D7761}"/>
              </a:ext>
            </a:extLst>
          </p:cNvPr>
          <p:cNvSpPr>
            <a:spLocks noGrp="1"/>
          </p:cNvSpPr>
          <p:nvPr/>
        </p:nvSpPr>
        <p:spPr>
          <a:xfrm>
            <a:off x="86106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5" name="codex-p17-image-caption">
            <a:extLst>
              <a:ext uri="{FF2B5EF4-FFF2-40B4-BE49-F238E27FC236}">
                <a16:creationId xmlns:a16="http://schemas.microsoft.com/office/drawing/2014/main" id="{802D076F-2336-4942-966B-0B32FCD176AF}"/>
              </a:ext>
            </a:extLst>
          </p:cNvPr>
          <p:cNvSpPr>
            <a:spLocks noGrp="1"/>
          </p:cNvSpPr>
          <p:nvPr/>
        </p:nvSpPr>
        <p:spPr>
          <a:xfrm>
            <a:off x="90201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26" name="codex-p17-image-caption">
            <a:extLst>
              <a:ext uri="{FF2B5EF4-FFF2-40B4-BE49-F238E27FC236}">
                <a16:creationId xmlns:a16="http://schemas.microsoft.com/office/drawing/2014/main" id="{7AE7DFD4-2F1F-4D11-A692-D2E783217762}"/>
              </a:ext>
            </a:extLst>
          </p:cNvPr>
          <p:cNvSpPr>
            <a:spLocks noGrp="1"/>
          </p:cNvSpPr>
          <p:nvPr/>
        </p:nvSpPr>
        <p:spPr>
          <a:xfrm>
            <a:off x="84677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27" name="codex-p17-evidence-boundary">
            <a:extLst>
              <a:ext uri="{FF2B5EF4-FFF2-40B4-BE49-F238E27FC236}">
                <a16:creationId xmlns:a16="http://schemas.microsoft.com/office/drawing/2014/main" id="{D07A7791-EB2B-4F63-98E9-7F614A7E2D6B}"/>
              </a:ext>
            </a:extLst>
          </p:cNvPr>
          <p:cNvSpPr>
            <a:spLocks noGrp="1"/>
          </p:cNvSpPr>
          <p:nvPr/>
        </p:nvSpPr>
        <p:spPr>
          <a:xfrm>
            <a:off x="98679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8" name="codex-p17-image-caption">
            <a:extLst>
              <a:ext uri="{FF2B5EF4-FFF2-40B4-BE49-F238E27FC236}">
                <a16:creationId xmlns:a16="http://schemas.microsoft.com/office/drawing/2014/main" id="{3D77A582-23AA-404F-972B-E8455951660E}"/>
              </a:ext>
            </a:extLst>
          </p:cNvPr>
          <p:cNvSpPr>
            <a:spLocks noGrp="1"/>
          </p:cNvSpPr>
          <p:nvPr/>
        </p:nvSpPr>
        <p:spPr>
          <a:xfrm>
            <a:off x="102774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29" name="codex-p17-image-caption">
            <a:extLst>
              <a:ext uri="{FF2B5EF4-FFF2-40B4-BE49-F238E27FC236}">
                <a16:creationId xmlns:a16="http://schemas.microsoft.com/office/drawing/2014/main" id="{99F0FEF9-EE1A-49F9-87FB-3F235A6771E0}"/>
              </a:ext>
            </a:extLst>
          </p:cNvPr>
          <p:cNvSpPr>
            <a:spLocks noGrp="1"/>
          </p:cNvSpPr>
          <p:nvPr/>
        </p:nvSpPr>
        <p:spPr>
          <a:xfrm>
            <a:off x="97250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30" name="codex-p17-image-caption">
            <a:extLst>
              <a:ext uri="{FF2B5EF4-FFF2-40B4-BE49-F238E27FC236}">
                <a16:creationId xmlns:a16="http://schemas.microsoft.com/office/drawing/2014/main" id="{95E8DC29-A7C6-439B-A686-F9234727AE6E}"/>
              </a:ext>
            </a:extLst>
          </p:cNvPr>
          <p:cNvSpPr>
            <a:spLocks noGrp="1"/>
          </p:cNvSpPr>
          <p:nvPr/>
        </p:nvSpPr>
        <p:spPr>
          <a:xfrm>
            <a:off x="109823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31" name="codex-p17-input-3.71">
            <a:extLst>
              <a:ext uri="{FF2B5EF4-FFF2-40B4-BE49-F238E27FC236}">
                <a16:creationId xmlns:a16="http://schemas.microsoft.com/office/drawing/2014/main" id="{BE447931-50FC-4C08-9830-32C348CC24FB}"/>
              </a:ext>
            </a:extLst>
          </p:cNvPr>
          <p:cNvSpPr>
            <a:spLocks noGrp="1"/>
          </p:cNvSpPr>
          <p:nvPr/>
        </p:nvSpPr>
        <p:spPr>
          <a:xfrm>
            <a:off x="5683758" y="3248025"/>
            <a:ext cx="95250" cy="952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</p:sp>
      <p:sp>
        <p:nvSpPr>
          <p:cNvPr id="32" name="codex-p17-relationship">
            <a:extLst>
              <a:ext uri="{FF2B5EF4-FFF2-40B4-BE49-F238E27FC236}">
                <a16:creationId xmlns:a16="http://schemas.microsoft.com/office/drawing/2014/main" id="{1B1812E5-0619-48B9-89CA-C17262EC6FB6}"/>
              </a:ext>
            </a:extLst>
          </p:cNvPr>
          <p:cNvSpPr>
            <a:spLocks noGrp="1"/>
          </p:cNvSpPr>
          <p:nvPr/>
        </p:nvSpPr>
        <p:spPr>
          <a:xfrm>
            <a:off x="5731383" y="3343275"/>
            <a:ext cx="9525" cy="266700"/>
          </a:xfrm>
          <a:custGeom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</p:sp>
      <p:sp>
        <p:nvSpPr>
          <p:cNvPr id="33" name="codex-p17-image-caption">
            <a:extLst>
              <a:ext uri="{FF2B5EF4-FFF2-40B4-BE49-F238E27FC236}">
                <a16:creationId xmlns:a16="http://schemas.microsoft.com/office/drawing/2014/main" id="{EED7140E-899D-4B60-A164-1C4B2E1EBF69}"/>
              </a:ext>
            </a:extLst>
          </p:cNvPr>
          <p:cNvSpPr>
            <a:spLocks noGrp="1"/>
          </p:cNvSpPr>
          <p:nvPr/>
        </p:nvSpPr>
        <p:spPr>
          <a:xfrm>
            <a:off x="5331333" y="2743200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3.71</a:t>
            </a:r>
          </a:p>
        </p:txBody>
      </p:sp>
      <p:sp>
        <p:nvSpPr>
          <p:cNvPr id="34" name="codex-p17-image-caption">
            <a:extLst>
              <a:ext uri="{FF2B5EF4-FFF2-40B4-BE49-F238E27FC236}">
                <a16:creationId xmlns:a16="http://schemas.microsoft.com/office/drawing/2014/main" id="{ACF8C432-879A-46A6-8BBB-D8130ECA03C7}"/>
              </a:ext>
            </a:extLst>
          </p:cNvPr>
          <p:cNvSpPr>
            <a:spLocks noGrp="1"/>
          </p:cNvSpPr>
          <p:nvPr/>
        </p:nvSpPr>
        <p:spPr>
          <a:xfrm>
            <a:off x="609600" y="5730621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3.71落在 [3,4)，所以等级编号是3。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量化：把每个样本归入一个代表值。</a:t>
            </a:r>
          </a:p>
        </p:txBody>
      </p:sp>
      <p:sp>
        <p:nvSpPr>
          <p:cNvPr id="5" name="codex-p18-image-caption">
            <a:extLst>
              <a:ext uri="{FF2B5EF4-FFF2-40B4-BE49-F238E27FC236}">
                <a16:creationId xmlns:a16="http://schemas.microsoft.com/office/drawing/2014/main" id="{FBFA17C6-B9E3-44D4-96B2-0D90A43D612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输入3.71属于 [3,4)，等级编号为L3。</a:t>
            </a:r>
          </a:p>
        </p:txBody>
      </p:sp>
      <p:sp>
        <p:nvSpPr>
          <p:cNvPr id="6" name="codex-p18-grade-3-interval">
            <a:extLst>
              <a:ext uri="{FF2B5EF4-FFF2-40B4-BE49-F238E27FC236}">
                <a16:creationId xmlns:a16="http://schemas.microsoft.com/office/drawing/2014/main" id="{D850D0B6-0A8D-471E-9BEC-53F3D5EBF5C3}"/>
              </a:ext>
            </a:extLst>
          </p:cNvPr>
          <p:cNvSpPr>
            <a:spLocks noGrp="1"/>
          </p:cNvSpPr>
          <p:nvPr/>
        </p:nvSpPr>
        <p:spPr>
          <a:xfrm>
            <a:off x="2247900" y="3057525"/>
            <a:ext cx="6191250" cy="11430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7" name="codex-p18-image-caption">
            <a:extLst>
              <a:ext uri="{FF2B5EF4-FFF2-40B4-BE49-F238E27FC236}">
                <a16:creationId xmlns:a16="http://schemas.microsoft.com/office/drawing/2014/main" id="{F709E432-D717-4F4F-92C8-3DA9ACF13831}"/>
              </a:ext>
            </a:extLst>
          </p:cNvPr>
          <p:cNvSpPr>
            <a:spLocks noGrp="1"/>
          </p:cNvSpPr>
          <p:nvPr/>
        </p:nvSpPr>
        <p:spPr>
          <a:xfrm>
            <a:off x="2057400" y="4333875"/>
            <a:ext cx="809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8" name="codex-p18-image-caption">
            <a:extLst>
              <a:ext uri="{FF2B5EF4-FFF2-40B4-BE49-F238E27FC236}">
                <a16:creationId xmlns:a16="http://schemas.microsoft.com/office/drawing/2014/main" id="{7A357209-CD64-4F43-9506-A2B772D5D0B2}"/>
              </a:ext>
            </a:extLst>
          </p:cNvPr>
          <p:cNvSpPr>
            <a:spLocks noGrp="1"/>
          </p:cNvSpPr>
          <p:nvPr/>
        </p:nvSpPr>
        <p:spPr>
          <a:xfrm>
            <a:off x="8248650" y="4333875"/>
            <a:ext cx="809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" name="codex-p18-midpoint-3.5">
            <a:extLst>
              <a:ext uri="{FF2B5EF4-FFF2-40B4-BE49-F238E27FC236}">
                <a16:creationId xmlns:a16="http://schemas.microsoft.com/office/drawing/2014/main" id="{46608586-6E67-4FDE-8A37-3CD2939DC823}"/>
              </a:ext>
            </a:extLst>
          </p:cNvPr>
          <p:cNvSpPr>
            <a:spLocks noGrp="1"/>
          </p:cNvSpPr>
          <p:nvPr/>
        </p:nvSpPr>
        <p:spPr>
          <a:xfrm>
            <a:off x="5295900" y="3600450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0" name="codex-p18-image-caption">
            <a:extLst>
              <a:ext uri="{FF2B5EF4-FFF2-40B4-BE49-F238E27FC236}">
                <a16:creationId xmlns:a16="http://schemas.microsoft.com/office/drawing/2014/main" id="{46F3EC51-0865-449C-B507-C5050669291E}"/>
              </a:ext>
            </a:extLst>
          </p:cNvPr>
          <p:cNvSpPr>
            <a:spLocks noGrp="1"/>
          </p:cNvSpPr>
          <p:nvPr/>
        </p:nvSpPr>
        <p:spPr>
          <a:xfrm>
            <a:off x="4200525" y="466725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代表幅度3.5</a:t>
            </a:r>
          </a:p>
        </p:txBody>
      </p:sp>
      <p:sp>
        <p:nvSpPr>
          <p:cNvPr id="11" name="codex-p18-input-3.71">
            <a:extLst>
              <a:ext uri="{FF2B5EF4-FFF2-40B4-BE49-F238E27FC236}">
                <a16:creationId xmlns:a16="http://schemas.microsoft.com/office/drawing/2014/main" id="{81D2EE77-C441-404E-8AA0-393697B814D4}"/>
              </a:ext>
            </a:extLst>
          </p:cNvPr>
          <p:cNvSpPr>
            <a:spLocks noGrp="1"/>
          </p:cNvSpPr>
          <p:nvPr/>
        </p:nvSpPr>
        <p:spPr>
          <a:xfrm>
            <a:off x="6596063" y="3600450"/>
            <a:ext cx="95250" cy="952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</p:sp>
      <p:sp>
        <p:nvSpPr>
          <p:cNvPr id="12" name="codex-p18-image-caption">
            <a:extLst>
              <a:ext uri="{FF2B5EF4-FFF2-40B4-BE49-F238E27FC236}">
                <a16:creationId xmlns:a16="http://schemas.microsoft.com/office/drawing/2014/main" id="{A86D45E5-72F0-4EF0-ABF1-67C447A45497}"/>
              </a:ext>
            </a:extLst>
          </p:cNvPr>
          <p:cNvSpPr>
            <a:spLocks noGrp="1"/>
          </p:cNvSpPr>
          <p:nvPr/>
        </p:nvSpPr>
        <p:spPr>
          <a:xfrm>
            <a:off x="6410325" y="2390775"/>
            <a:ext cx="2495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原值3.71</a:t>
            </a:r>
          </a:p>
        </p:txBody>
      </p:sp>
      <p:sp>
        <p:nvSpPr>
          <p:cNvPr id="13" name="codex-p18-relationship">
            <a:extLst>
              <a:ext uri="{FF2B5EF4-FFF2-40B4-BE49-F238E27FC236}">
                <a16:creationId xmlns:a16="http://schemas.microsoft.com/office/drawing/2014/main" id="{95D493F6-247A-49A3-AD80-4FFDA559CACE}"/>
              </a:ext>
            </a:extLst>
          </p:cNvPr>
          <p:cNvSpPr>
            <a:spLocks noGrp="1"/>
          </p:cNvSpPr>
          <p:nvPr/>
        </p:nvSpPr>
        <p:spPr>
          <a:xfrm>
            <a:off x="6643688" y="2924175"/>
            <a:ext cx="71438" cy="619125"/>
          </a:xfrm>
          <a:custGeom>
            <a:pathLst>
              <a:path w="71438" h="619125">
                <a:moveTo>
                  <a:pt x="71438" y="0"/>
                </a:moveTo>
                <a:lnTo>
                  <a:pt x="0" y="619125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</p:sp>
      <p:sp>
        <p:nvSpPr>
          <p:cNvPr id="14" name="codex-p18-image-caption">
            <a:extLst>
              <a:ext uri="{FF2B5EF4-FFF2-40B4-BE49-F238E27FC236}">
                <a16:creationId xmlns:a16="http://schemas.microsoft.com/office/drawing/2014/main" id="{0BF09F5E-2086-42F1-98C1-7EC55EC877F0}"/>
              </a:ext>
            </a:extLst>
          </p:cNvPr>
          <p:cNvSpPr>
            <a:spLocks noGrp="1"/>
          </p:cNvSpPr>
          <p:nvPr/>
        </p:nvSpPr>
        <p:spPr>
          <a:xfrm>
            <a:off x="609600" y="5721096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按本课规则，以区间中点3.5近似3.71。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  <p:sp>
        <p:nvSpPr>
          <p:cNvPr id="59" name="codex-q19-image-caption">
            <a:extLst>
              <a:ext uri="{FF2B5EF4-FFF2-40B4-BE49-F238E27FC236}">
                <a16:creationId xmlns:a16="http://schemas.microsoft.com/office/drawing/2014/main" id="{30CAD11F-3B79-4C90-90F4-1D765E65D60A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沿采样顺序，用3 bit写出各等级的码字。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15584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8个等级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bit可以写出8种不同的编码：000～111。</a:t>
            </a:r>
          </a:p>
        </p:txBody>
      </p:sp>
      <p:sp>
        <p:nvSpPr>
          <p:cNvPr id="23" name="codex-reveal21-image-caption">
            <a:extLst>
              <a:ext uri="{FF2B5EF4-FFF2-40B4-BE49-F238E27FC236}">
                <a16:creationId xmlns:a16="http://schemas.microsoft.com/office/drawing/2014/main" id="{4EF97C1F-2CAB-42AC-9758-6F756EC094C0}"/>
              </a:ext>
            </a:extLst>
          </p:cNvPr>
          <p:cNvSpPr>
            <a:spLocks noGrp="1"/>
          </p:cNvSpPr>
          <p:nvPr/>
        </p:nvSpPr>
        <p:spPr>
          <a:xfrm>
            <a:off x="3381375" y="1682496"/>
            <a:ext cx="809625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= 2³，所以至少需要3 bit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codex-p22-image-caption">
            <a:extLst>
              <a:ext uri="{FF2B5EF4-FFF2-40B4-BE49-F238E27FC236}">
                <a16:creationId xmlns:a16="http://schemas.microsoft.com/office/drawing/2014/main" id="{8FEB2592-76F5-4AC8-B040-0C6908345905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同一输入3.71；范围 [0,8)，每档中点作代表值。</a:t>
            </a:r>
          </a:p>
        </p:txBody>
      </p:sp>
      <p:sp>
        <p:nvSpPr>
          <p:cNvPr id="6" name="codex-p22-image-caption">
            <a:extLst>
              <a:ext uri="{FF2B5EF4-FFF2-40B4-BE49-F238E27FC236}">
                <a16:creationId xmlns:a16="http://schemas.microsoft.com/office/drawing/2014/main" id="{218F97C5-23E9-4E53-A343-44104D7CB4F9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bit：8个等级</a:t>
            </a:r>
          </a:p>
        </p:txBody>
      </p:sp>
      <p:sp>
        <p:nvSpPr>
          <p:cNvPr id="7" name="codex-p22-image-caption">
            <a:extLst>
              <a:ext uri="{FF2B5EF4-FFF2-40B4-BE49-F238E27FC236}">
                <a16:creationId xmlns:a16="http://schemas.microsoft.com/office/drawing/2014/main" id="{5737FBB6-64D6-4F78-9241-3ADB0EA3B993}"/>
              </a:ext>
            </a:extLst>
          </p:cNvPr>
          <p:cNvSpPr>
            <a:spLocks noGrp="1"/>
          </p:cNvSpPr>
          <p:nvPr/>
        </p:nvSpPr>
        <p:spPr>
          <a:xfrm>
            <a:off x="676275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bit：16个等级</a:t>
            </a:r>
          </a:p>
        </p:txBody>
      </p:sp>
      <p:sp>
        <p:nvSpPr>
          <p:cNvPr id="8" name="codex-p22-representative-8-0">
            <a:extLst>
              <a:ext uri="{FF2B5EF4-FFF2-40B4-BE49-F238E27FC236}">
                <a16:creationId xmlns:a16="http://schemas.microsoft.com/office/drawing/2014/main" id="{2BFEB260-F7F0-438E-AF35-B97954139E50}"/>
              </a:ext>
            </a:extLst>
          </p:cNvPr>
          <p:cNvSpPr>
            <a:spLocks noGrp="1"/>
          </p:cNvSpPr>
          <p:nvPr/>
        </p:nvSpPr>
        <p:spPr>
          <a:xfrm>
            <a:off x="952500" y="4866680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9" name="codex-p22-representative-8-1">
            <a:extLst>
              <a:ext uri="{FF2B5EF4-FFF2-40B4-BE49-F238E27FC236}">
                <a16:creationId xmlns:a16="http://schemas.microsoft.com/office/drawing/2014/main" id="{BDE0D1F6-2B0D-47D8-9A13-EAEA3E27EB38}"/>
              </a:ext>
            </a:extLst>
          </p:cNvPr>
          <p:cNvSpPr>
            <a:spLocks noGrp="1"/>
          </p:cNvSpPr>
          <p:nvPr/>
        </p:nvSpPr>
        <p:spPr>
          <a:xfrm>
            <a:off x="952500" y="4636889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0" name="codex-p22-representative-8-2">
            <a:extLst>
              <a:ext uri="{FF2B5EF4-FFF2-40B4-BE49-F238E27FC236}">
                <a16:creationId xmlns:a16="http://schemas.microsoft.com/office/drawing/2014/main" id="{51B92930-AEA6-4BAE-A87C-1B1225C6216D}"/>
              </a:ext>
            </a:extLst>
          </p:cNvPr>
          <p:cNvSpPr>
            <a:spLocks noGrp="1"/>
          </p:cNvSpPr>
          <p:nvPr/>
        </p:nvSpPr>
        <p:spPr>
          <a:xfrm>
            <a:off x="952500" y="4407098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1" name="codex-p22-representative-8-3">
            <a:extLst>
              <a:ext uri="{FF2B5EF4-FFF2-40B4-BE49-F238E27FC236}">
                <a16:creationId xmlns:a16="http://schemas.microsoft.com/office/drawing/2014/main" id="{CC50D6F2-71D8-4A57-ADF4-2DAE59444EEF}"/>
              </a:ext>
            </a:extLst>
          </p:cNvPr>
          <p:cNvSpPr>
            <a:spLocks noGrp="1"/>
          </p:cNvSpPr>
          <p:nvPr/>
        </p:nvSpPr>
        <p:spPr>
          <a:xfrm>
            <a:off x="952500" y="4177308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2" name="codex-p22-representative-8-4">
            <a:extLst>
              <a:ext uri="{FF2B5EF4-FFF2-40B4-BE49-F238E27FC236}">
                <a16:creationId xmlns:a16="http://schemas.microsoft.com/office/drawing/2014/main" id="{16DCCE91-17D3-4522-B30B-E93F0B844114}"/>
              </a:ext>
            </a:extLst>
          </p:cNvPr>
          <p:cNvSpPr>
            <a:spLocks noGrp="1"/>
          </p:cNvSpPr>
          <p:nvPr/>
        </p:nvSpPr>
        <p:spPr>
          <a:xfrm>
            <a:off x="952500" y="3947517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3" name="codex-p22-representative-8-5">
            <a:extLst>
              <a:ext uri="{FF2B5EF4-FFF2-40B4-BE49-F238E27FC236}">
                <a16:creationId xmlns:a16="http://schemas.microsoft.com/office/drawing/2014/main" id="{D5E277E4-9A06-4B53-AA22-FD4F1B1626B6}"/>
              </a:ext>
            </a:extLst>
          </p:cNvPr>
          <p:cNvSpPr>
            <a:spLocks noGrp="1"/>
          </p:cNvSpPr>
          <p:nvPr/>
        </p:nvSpPr>
        <p:spPr>
          <a:xfrm>
            <a:off x="952500" y="3717727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4" name="codex-p22-representative-8-6">
            <a:extLst>
              <a:ext uri="{FF2B5EF4-FFF2-40B4-BE49-F238E27FC236}">
                <a16:creationId xmlns:a16="http://schemas.microsoft.com/office/drawing/2014/main" id="{FBC51205-71C8-4710-9BD4-39D0D54DFAB0}"/>
              </a:ext>
            </a:extLst>
          </p:cNvPr>
          <p:cNvSpPr>
            <a:spLocks noGrp="1"/>
          </p:cNvSpPr>
          <p:nvPr/>
        </p:nvSpPr>
        <p:spPr>
          <a:xfrm>
            <a:off x="952500" y="3487936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5" name="codex-p22-representative-8-7">
            <a:extLst>
              <a:ext uri="{FF2B5EF4-FFF2-40B4-BE49-F238E27FC236}">
                <a16:creationId xmlns:a16="http://schemas.microsoft.com/office/drawing/2014/main" id="{C378AC14-10E6-4A25-BAF4-22332D53583A}"/>
              </a:ext>
            </a:extLst>
          </p:cNvPr>
          <p:cNvSpPr>
            <a:spLocks noGrp="1"/>
          </p:cNvSpPr>
          <p:nvPr/>
        </p:nvSpPr>
        <p:spPr>
          <a:xfrm>
            <a:off x="952500" y="3258145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6" name="codex-p22-image-caption">
            <a:extLst>
              <a:ext uri="{FF2B5EF4-FFF2-40B4-BE49-F238E27FC236}">
                <a16:creationId xmlns:a16="http://schemas.microsoft.com/office/drawing/2014/main" id="{07EEC4CA-C673-41BA-9F7A-BE50A85EC784}"/>
              </a:ext>
            </a:extLst>
          </p:cNvPr>
          <p:cNvSpPr>
            <a:spLocks noGrp="1"/>
          </p:cNvSpPr>
          <p:nvPr/>
        </p:nvSpPr>
        <p:spPr>
          <a:xfrm>
            <a:off x="952500" y="52768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所在区间 [3,4)</a:t>
            </a:r>
          </a:p>
        </p:txBody>
      </p:sp>
      <p:sp>
        <p:nvSpPr>
          <p:cNvPr id="17" name="codex-p22-image-caption">
            <a:extLst>
              <a:ext uri="{FF2B5EF4-FFF2-40B4-BE49-F238E27FC236}">
                <a16:creationId xmlns:a16="http://schemas.microsoft.com/office/drawing/2014/main" id="{D79043FE-D04E-463E-9816-D976B748FC0A}"/>
              </a:ext>
            </a:extLst>
          </p:cNvPr>
          <p:cNvSpPr>
            <a:spLocks noGrp="1"/>
          </p:cNvSpPr>
          <p:nvPr/>
        </p:nvSpPr>
        <p:spPr>
          <a:xfrm>
            <a:off x="952500" y="5778246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代表值3.5；误差0.21</a:t>
            </a:r>
          </a:p>
        </p:txBody>
      </p:sp>
      <p:sp>
        <p:nvSpPr>
          <p:cNvPr id="18" name="codex-p22-representative-16-0">
            <a:extLst>
              <a:ext uri="{FF2B5EF4-FFF2-40B4-BE49-F238E27FC236}">
                <a16:creationId xmlns:a16="http://schemas.microsoft.com/office/drawing/2014/main" id="{80EAB24F-49B6-4E30-8ECC-656C3F5E738C}"/>
              </a:ext>
            </a:extLst>
          </p:cNvPr>
          <p:cNvSpPr>
            <a:spLocks noGrp="1"/>
          </p:cNvSpPr>
          <p:nvPr/>
        </p:nvSpPr>
        <p:spPr>
          <a:xfrm>
            <a:off x="6762750" y="4924127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19" name="codex-p22-representative-16-1">
            <a:extLst>
              <a:ext uri="{FF2B5EF4-FFF2-40B4-BE49-F238E27FC236}">
                <a16:creationId xmlns:a16="http://schemas.microsoft.com/office/drawing/2014/main" id="{BFE419B8-039C-4DD5-81EC-269A8D4338C7}"/>
              </a:ext>
            </a:extLst>
          </p:cNvPr>
          <p:cNvSpPr>
            <a:spLocks noGrp="1"/>
          </p:cNvSpPr>
          <p:nvPr/>
        </p:nvSpPr>
        <p:spPr>
          <a:xfrm>
            <a:off x="6762750" y="4809232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0" name="codex-p22-representative-16-2">
            <a:extLst>
              <a:ext uri="{FF2B5EF4-FFF2-40B4-BE49-F238E27FC236}">
                <a16:creationId xmlns:a16="http://schemas.microsoft.com/office/drawing/2014/main" id="{C3A50EAE-EA8F-4654-9A55-5F7626B2AF95}"/>
              </a:ext>
            </a:extLst>
          </p:cNvPr>
          <p:cNvSpPr>
            <a:spLocks noGrp="1"/>
          </p:cNvSpPr>
          <p:nvPr/>
        </p:nvSpPr>
        <p:spPr>
          <a:xfrm>
            <a:off x="6762750" y="4694337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1" name="codex-p22-representative-16-3">
            <a:extLst>
              <a:ext uri="{FF2B5EF4-FFF2-40B4-BE49-F238E27FC236}">
                <a16:creationId xmlns:a16="http://schemas.microsoft.com/office/drawing/2014/main" id="{6DD56216-D471-45B5-88FE-DEAABDF83E12}"/>
              </a:ext>
            </a:extLst>
          </p:cNvPr>
          <p:cNvSpPr>
            <a:spLocks noGrp="1"/>
          </p:cNvSpPr>
          <p:nvPr/>
        </p:nvSpPr>
        <p:spPr>
          <a:xfrm>
            <a:off x="6762750" y="4579441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2" name="codex-p22-representative-16-4">
            <a:extLst>
              <a:ext uri="{FF2B5EF4-FFF2-40B4-BE49-F238E27FC236}">
                <a16:creationId xmlns:a16="http://schemas.microsoft.com/office/drawing/2014/main" id="{02A4B372-52EB-4CF9-B89E-ABC056B45273}"/>
              </a:ext>
            </a:extLst>
          </p:cNvPr>
          <p:cNvSpPr>
            <a:spLocks noGrp="1"/>
          </p:cNvSpPr>
          <p:nvPr/>
        </p:nvSpPr>
        <p:spPr>
          <a:xfrm>
            <a:off x="6762750" y="4464546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3" name="codex-p22-representative-16-5">
            <a:extLst>
              <a:ext uri="{FF2B5EF4-FFF2-40B4-BE49-F238E27FC236}">
                <a16:creationId xmlns:a16="http://schemas.microsoft.com/office/drawing/2014/main" id="{9D8FD3A5-D6F7-4545-B349-CF48976A25DD}"/>
              </a:ext>
            </a:extLst>
          </p:cNvPr>
          <p:cNvSpPr>
            <a:spLocks noGrp="1"/>
          </p:cNvSpPr>
          <p:nvPr/>
        </p:nvSpPr>
        <p:spPr>
          <a:xfrm>
            <a:off x="6762750" y="4349651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4" name="codex-p22-representative-16-6">
            <a:extLst>
              <a:ext uri="{FF2B5EF4-FFF2-40B4-BE49-F238E27FC236}">
                <a16:creationId xmlns:a16="http://schemas.microsoft.com/office/drawing/2014/main" id="{59596617-927B-4AFA-82AC-235A7227EBD9}"/>
              </a:ext>
            </a:extLst>
          </p:cNvPr>
          <p:cNvSpPr>
            <a:spLocks noGrp="1"/>
          </p:cNvSpPr>
          <p:nvPr/>
        </p:nvSpPr>
        <p:spPr>
          <a:xfrm>
            <a:off x="6762750" y="4234755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5" name="codex-p22-representative-16-7">
            <a:extLst>
              <a:ext uri="{FF2B5EF4-FFF2-40B4-BE49-F238E27FC236}">
                <a16:creationId xmlns:a16="http://schemas.microsoft.com/office/drawing/2014/main" id="{737A4FC4-3395-4F95-81EB-B55E7A2DB75F}"/>
              </a:ext>
            </a:extLst>
          </p:cNvPr>
          <p:cNvSpPr>
            <a:spLocks noGrp="1"/>
          </p:cNvSpPr>
          <p:nvPr/>
        </p:nvSpPr>
        <p:spPr>
          <a:xfrm>
            <a:off x="6762750" y="4119860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6" name="codex-p22-representative-16-8">
            <a:extLst>
              <a:ext uri="{FF2B5EF4-FFF2-40B4-BE49-F238E27FC236}">
                <a16:creationId xmlns:a16="http://schemas.microsoft.com/office/drawing/2014/main" id="{A7AF3660-8C00-4BE7-BB7C-CCA00118362F}"/>
              </a:ext>
            </a:extLst>
          </p:cNvPr>
          <p:cNvSpPr>
            <a:spLocks noGrp="1"/>
          </p:cNvSpPr>
          <p:nvPr/>
        </p:nvSpPr>
        <p:spPr>
          <a:xfrm>
            <a:off x="6762750" y="4004965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7" name="codex-p22-representative-16-9">
            <a:extLst>
              <a:ext uri="{FF2B5EF4-FFF2-40B4-BE49-F238E27FC236}">
                <a16:creationId xmlns:a16="http://schemas.microsoft.com/office/drawing/2014/main" id="{9B4453E9-8895-4379-A593-DA2608AC7428}"/>
              </a:ext>
            </a:extLst>
          </p:cNvPr>
          <p:cNvSpPr>
            <a:spLocks noGrp="1"/>
          </p:cNvSpPr>
          <p:nvPr/>
        </p:nvSpPr>
        <p:spPr>
          <a:xfrm>
            <a:off x="6762750" y="3890070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8" name="codex-p22-representative-16-10">
            <a:extLst>
              <a:ext uri="{FF2B5EF4-FFF2-40B4-BE49-F238E27FC236}">
                <a16:creationId xmlns:a16="http://schemas.microsoft.com/office/drawing/2014/main" id="{107F0D75-13D2-4CAA-95EE-BF944D7C4C48}"/>
              </a:ext>
            </a:extLst>
          </p:cNvPr>
          <p:cNvSpPr>
            <a:spLocks noGrp="1"/>
          </p:cNvSpPr>
          <p:nvPr/>
        </p:nvSpPr>
        <p:spPr>
          <a:xfrm>
            <a:off x="6762750" y="3775174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9" name="codex-p22-representative-16-11">
            <a:extLst>
              <a:ext uri="{FF2B5EF4-FFF2-40B4-BE49-F238E27FC236}">
                <a16:creationId xmlns:a16="http://schemas.microsoft.com/office/drawing/2014/main" id="{5C5EFD8E-D73E-4ADA-ADA0-E31D32EA4297}"/>
              </a:ext>
            </a:extLst>
          </p:cNvPr>
          <p:cNvSpPr>
            <a:spLocks noGrp="1"/>
          </p:cNvSpPr>
          <p:nvPr/>
        </p:nvSpPr>
        <p:spPr>
          <a:xfrm>
            <a:off x="6762750" y="3660279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0" name="codex-p22-representative-16-12">
            <a:extLst>
              <a:ext uri="{FF2B5EF4-FFF2-40B4-BE49-F238E27FC236}">
                <a16:creationId xmlns:a16="http://schemas.microsoft.com/office/drawing/2014/main" id="{C51E29B7-154F-4BD2-878D-2F8185D37525}"/>
              </a:ext>
            </a:extLst>
          </p:cNvPr>
          <p:cNvSpPr>
            <a:spLocks noGrp="1"/>
          </p:cNvSpPr>
          <p:nvPr/>
        </p:nvSpPr>
        <p:spPr>
          <a:xfrm>
            <a:off x="6762750" y="3545384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1" name="codex-p22-representative-16-13">
            <a:extLst>
              <a:ext uri="{FF2B5EF4-FFF2-40B4-BE49-F238E27FC236}">
                <a16:creationId xmlns:a16="http://schemas.microsoft.com/office/drawing/2014/main" id="{8650D9F3-3196-4ACB-9D97-27960A752151}"/>
              </a:ext>
            </a:extLst>
          </p:cNvPr>
          <p:cNvSpPr>
            <a:spLocks noGrp="1"/>
          </p:cNvSpPr>
          <p:nvPr/>
        </p:nvSpPr>
        <p:spPr>
          <a:xfrm>
            <a:off x="6762750" y="3430488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2" name="codex-p22-representative-16-14">
            <a:extLst>
              <a:ext uri="{FF2B5EF4-FFF2-40B4-BE49-F238E27FC236}">
                <a16:creationId xmlns:a16="http://schemas.microsoft.com/office/drawing/2014/main" id="{B380893A-A810-434D-AC6F-F549E3148AB7}"/>
              </a:ext>
            </a:extLst>
          </p:cNvPr>
          <p:cNvSpPr>
            <a:spLocks noGrp="1"/>
          </p:cNvSpPr>
          <p:nvPr/>
        </p:nvSpPr>
        <p:spPr>
          <a:xfrm>
            <a:off x="6762750" y="3315593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3" name="codex-p22-representative-16-15">
            <a:extLst>
              <a:ext uri="{FF2B5EF4-FFF2-40B4-BE49-F238E27FC236}">
                <a16:creationId xmlns:a16="http://schemas.microsoft.com/office/drawing/2014/main" id="{9C85B712-095F-43EB-8576-E88020C339ED}"/>
              </a:ext>
            </a:extLst>
          </p:cNvPr>
          <p:cNvSpPr>
            <a:spLocks noGrp="1"/>
          </p:cNvSpPr>
          <p:nvPr/>
        </p:nvSpPr>
        <p:spPr>
          <a:xfrm>
            <a:off x="6762750" y="3200698"/>
            <a:ext cx="4286250" cy="9525"/>
          </a:xfrm>
          <a:custGeom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4" name="codex-p22-image-caption">
            <a:extLst>
              <a:ext uri="{FF2B5EF4-FFF2-40B4-BE49-F238E27FC236}">
                <a16:creationId xmlns:a16="http://schemas.microsoft.com/office/drawing/2014/main" id="{7B80849C-C46D-4AB6-9639-AAF1D7FC9ED6}"/>
              </a:ext>
            </a:extLst>
          </p:cNvPr>
          <p:cNvSpPr>
            <a:spLocks noGrp="1"/>
          </p:cNvSpPr>
          <p:nvPr/>
        </p:nvSpPr>
        <p:spPr>
          <a:xfrm>
            <a:off x="6762750" y="52768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所在区间 [3.5,4)</a:t>
            </a:r>
          </a:p>
        </p:txBody>
      </p:sp>
      <p:sp>
        <p:nvSpPr>
          <p:cNvPr id="35" name="codex-p22-image-caption">
            <a:extLst>
              <a:ext uri="{FF2B5EF4-FFF2-40B4-BE49-F238E27FC236}">
                <a16:creationId xmlns:a16="http://schemas.microsoft.com/office/drawing/2014/main" id="{9E0B3EF1-52BB-4CA5-BA19-6A01E67659AC}"/>
              </a:ext>
            </a:extLst>
          </p:cNvPr>
          <p:cNvSpPr>
            <a:spLocks noGrp="1"/>
          </p:cNvSpPr>
          <p:nvPr/>
        </p:nvSpPr>
        <p:spPr>
          <a:xfrm>
            <a:off x="6762750" y="5778246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代表值3.75；误差0.04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609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演示C：3 bit变4 bit，样本会变多吗？</a:t>
            </a:r>
          </a:p>
        </p:txBody>
      </p:sp>
      <p:sp>
        <p:nvSpPr>
          <p:cNvPr id="5" name="codex-p24-image-caption">
            <a:extLst>
              <a:ext uri="{FF2B5EF4-FFF2-40B4-BE49-F238E27FC236}">
                <a16:creationId xmlns:a16="http://schemas.microsoft.com/office/drawing/2014/main" id="{6E4D3229-7A24-42E5-B2E1-A28E728A6864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输入、采样率和时长不变，只将3 bit改为4 bit。</a:t>
            </a:r>
          </a:p>
        </p:txBody>
      </p:sp>
      <p:sp>
        <p:nvSpPr>
          <p:cNvPr id="6" name="codex-p24-image-caption">
            <a:extLst>
              <a:ext uri="{FF2B5EF4-FFF2-40B4-BE49-F238E27FC236}">
                <a16:creationId xmlns:a16="http://schemas.microsoft.com/office/drawing/2014/main" id="{EF8E73D6-F57F-4D03-A214-D839B258F29C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285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</a:t>
            </a:r>
          </a:p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8个代表值</a:t>
            </a:r>
          </a:p>
        </p:txBody>
      </p:sp>
      <p:sp>
        <p:nvSpPr>
          <p:cNvPr id="7" name="codex-p24-quant-grid-3-0">
            <a:extLst>
              <a:ext uri="{FF2B5EF4-FFF2-40B4-BE49-F238E27FC236}">
                <a16:creationId xmlns:a16="http://schemas.microsoft.com/office/drawing/2014/main" id="{45C84C1C-007B-4668-8D1C-1C9CAFFD37D1}"/>
              </a:ext>
            </a:extLst>
          </p:cNvPr>
          <p:cNvSpPr>
            <a:spLocks noGrp="1"/>
          </p:cNvSpPr>
          <p:nvPr/>
        </p:nvSpPr>
        <p:spPr>
          <a:xfrm>
            <a:off x="4048125" y="3637359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8" name="codex-p24-quant-grid-3-1">
            <a:extLst>
              <a:ext uri="{FF2B5EF4-FFF2-40B4-BE49-F238E27FC236}">
                <a16:creationId xmlns:a16="http://schemas.microsoft.com/office/drawing/2014/main" id="{A8E09DC7-864C-44AF-B7CD-00AFEA577974}"/>
              </a:ext>
            </a:extLst>
          </p:cNvPr>
          <p:cNvSpPr>
            <a:spLocks noGrp="1"/>
          </p:cNvSpPr>
          <p:nvPr/>
        </p:nvSpPr>
        <p:spPr>
          <a:xfrm>
            <a:off x="4048125" y="3482578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9" name="codex-p24-quant-grid-3-2">
            <a:extLst>
              <a:ext uri="{FF2B5EF4-FFF2-40B4-BE49-F238E27FC236}">
                <a16:creationId xmlns:a16="http://schemas.microsoft.com/office/drawing/2014/main" id="{EB51AD75-342E-42F5-9C60-2CD447BA6287}"/>
              </a:ext>
            </a:extLst>
          </p:cNvPr>
          <p:cNvSpPr>
            <a:spLocks noGrp="1"/>
          </p:cNvSpPr>
          <p:nvPr/>
        </p:nvSpPr>
        <p:spPr>
          <a:xfrm>
            <a:off x="4048125" y="3327797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10" name="codex-p24-quant-grid-3-3">
            <a:extLst>
              <a:ext uri="{FF2B5EF4-FFF2-40B4-BE49-F238E27FC236}">
                <a16:creationId xmlns:a16="http://schemas.microsoft.com/office/drawing/2014/main" id="{3EA1D495-FC3F-499F-BE41-2D17C840D1B6}"/>
              </a:ext>
            </a:extLst>
          </p:cNvPr>
          <p:cNvSpPr>
            <a:spLocks noGrp="1"/>
          </p:cNvSpPr>
          <p:nvPr/>
        </p:nvSpPr>
        <p:spPr>
          <a:xfrm>
            <a:off x="4048125" y="3173016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11" name="codex-p24-quant-grid-3-4">
            <a:extLst>
              <a:ext uri="{FF2B5EF4-FFF2-40B4-BE49-F238E27FC236}">
                <a16:creationId xmlns:a16="http://schemas.microsoft.com/office/drawing/2014/main" id="{4FA3A0D9-C337-454A-AAEB-6061B604FBF5}"/>
              </a:ext>
            </a:extLst>
          </p:cNvPr>
          <p:cNvSpPr>
            <a:spLocks noGrp="1"/>
          </p:cNvSpPr>
          <p:nvPr/>
        </p:nvSpPr>
        <p:spPr>
          <a:xfrm>
            <a:off x="4048125" y="3018234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12" name="codex-p24-quant-grid-3-5">
            <a:extLst>
              <a:ext uri="{FF2B5EF4-FFF2-40B4-BE49-F238E27FC236}">
                <a16:creationId xmlns:a16="http://schemas.microsoft.com/office/drawing/2014/main" id="{D3CD2CD5-EB09-42F9-89CE-ECA4AF0537EF}"/>
              </a:ext>
            </a:extLst>
          </p:cNvPr>
          <p:cNvSpPr>
            <a:spLocks noGrp="1"/>
          </p:cNvSpPr>
          <p:nvPr/>
        </p:nvSpPr>
        <p:spPr>
          <a:xfrm>
            <a:off x="4048125" y="2863453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13" name="codex-p24-quant-grid-3-6">
            <a:extLst>
              <a:ext uri="{FF2B5EF4-FFF2-40B4-BE49-F238E27FC236}">
                <a16:creationId xmlns:a16="http://schemas.microsoft.com/office/drawing/2014/main" id="{1CD650F9-2D6E-42F8-B136-DD542B94E694}"/>
              </a:ext>
            </a:extLst>
          </p:cNvPr>
          <p:cNvSpPr>
            <a:spLocks noGrp="1"/>
          </p:cNvSpPr>
          <p:nvPr/>
        </p:nvSpPr>
        <p:spPr>
          <a:xfrm>
            <a:off x="4048125" y="2708672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14" name="codex-p24-quant-grid-3-7">
            <a:extLst>
              <a:ext uri="{FF2B5EF4-FFF2-40B4-BE49-F238E27FC236}">
                <a16:creationId xmlns:a16="http://schemas.microsoft.com/office/drawing/2014/main" id="{245236A8-794D-451A-B614-C108003D27CD}"/>
              </a:ext>
            </a:extLst>
          </p:cNvPr>
          <p:cNvSpPr>
            <a:spLocks noGrp="1"/>
          </p:cNvSpPr>
          <p:nvPr/>
        </p:nvSpPr>
        <p:spPr>
          <a:xfrm>
            <a:off x="4048125" y="2553891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15" name="codex-p24-relationship">
            <a:extLst>
              <a:ext uri="{FF2B5EF4-FFF2-40B4-BE49-F238E27FC236}">
                <a16:creationId xmlns:a16="http://schemas.microsoft.com/office/drawing/2014/main" id="{C9F5D202-B3CA-4361-B453-1188BCA4B75E}"/>
              </a:ext>
            </a:extLst>
          </p:cNvPr>
          <p:cNvSpPr>
            <a:spLocks noGrp="1"/>
          </p:cNvSpPr>
          <p:nvPr/>
        </p:nvSpPr>
        <p:spPr>
          <a:xfrm>
            <a:off x="4191000" y="3140512"/>
            <a:ext cx="9525" cy="32504"/>
          </a:xfrm>
          <a:custGeom>
            <a:pathLst>
              <a:path w="9525" h="32504">
                <a:moveTo>
                  <a:pt x="0" y="0"/>
                </a:moveTo>
                <a:lnTo>
                  <a:pt x="0" y="32504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16" name="codex-p24-original-3-0">
            <a:extLst>
              <a:ext uri="{FF2B5EF4-FFF2-40B4-BE49-F238E27FC236}">
                <a16:creationId xmlns:a16="http://schemas.microsoft.com/office/drawing/2014/main" id="{64E87E68-005A-4165-A881-05A542806724}"/>
              </a:ext>
            </a:extLst>
          </p:cNvPr>
          <p:cNvSpPr>
            <a:spLocks noGrp="1"/>
          </p:cNvSpPr>
          <p:nvPr/>
        </p:nvSpPr>
        <p:spPr>
          <a:xfrm>
            <a:off x="4143375" y="3092887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17" name="codex-p24-quantized-3-0">
            <a:extLst>
              <a:ext uri="{FF2B5EF4-FFF2-40B4-BE49-F238E27FC236}">
                <a16:creationId xmlns:a16="http://schemas.microsoft.com/office/drawing/2014/main" id="{47EC3B43-6AAC-4806-B0EC-8025E2756D34}"/>
              </a:ext>
            </a:extLst>
          </p:cNvPr>
          <p:cNvSpPr>
            <a:spLocks noGrp="1"/>
          </p:cNvSpPr>
          <p:nvPr/>
        </p:nvSpPr>
        <p:spPr>
          <a:xfrm>
            <a:off x="4143375" y="3125391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8" name="codex-p24-relationship">
            <a:extLst>
              <a:ext uri="{FF2B5EF4-FFF2-40B4-BE49-F238E27FC236}">
                <a16:creationId xmlns:a16="http://schemas.microsoft.com/office/drawing/2014/main" id="{DABD6FA6-56DB-40CB-A6C4-E080F6A0F518}"/>
              </a:ext>
            </a:extLst>
          </p:cNvPr>
          <p:cNvSpPr>
            <a:spLocks noGrp="1"/>
          </p:cNvSpPr>
          <p:nvPr/>
        </p:nvSpPr>
        <p:spPr>
          <a:xfrm>
            <a:off x="4953000" y="2863453"/>
            <a:ext cx="9525" cy="46434"/>
          </a:xfrm>
          <a:custGeom>
            <a:pathLst>
              <a:path w="9525" h="46434">
                <a:moveTo>
                  <a:pt x="0" y="4643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19" name="codex-p24-original-3-1">
            <a:extLst>
              <a:ext uri="{FF2B5EF4-FFF2-40B4-BE49-F238E27FC236}">
                <a16:creationId xmlns:a16="http://schemas.microsoft.com/office/drawing/2014/main" id="{A2B4DCC5-08A1-4F8D-B093-79115AA40A3E}"/>
              </a:ext>
            </a:extLst>
          </p:cNvPr>
          <p:cNvSpPr>
            <a:spLocks noGrp="1"/>
          </p:cNvSpPr>
          <p:nvPr/>
        </p:nvSpPr>
        <p:spPr>
          <a:xfrm>
            <a:off x="4905375" y="2862263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20" name="codex-p24-quantized-3-1">
            <a:extLst>
              <a:ext uri="{FF2B5EF4-FFF2-40B4-BE49-F238E27FC236}">
                <a16:creationId xmlns:a16="http://schemas.microsoft.com/office/drawing/2014/main" id="{6C518C14-A291-48AD-8D49-8928F0CC6958}"/>
              </a:ext>
            </a:extLst>
          </p:cNvPr>
          <p:cNvSpPr>
            <a:spLocks noGrp="1"/>
          </p:cNvSpPr>
          <p:nvPr/>
        </p:nvSpPr>
        <p:spPr>
          <a:xfrm>
            <a:off x="4905375" y="2815828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21" name="codex-p24-relationship">
            <a:extLst>
              <a:ext uri="{FF2B5EF4-FFF2-40B4-BE49-F238E27FC236}">
                <a16:creationId xmlns:a16="http://schemas.microsoft.com/office/drawing/2014/main" id="{BA467B28-E096-4537-889A-3D5CBE3D9D1D}"/>
              </a:ext>
            </a:extLst>
          </p:cNvPr>
          <p:cNvSpPr>
            <a:spLocks noGrp="1"/>
          </p:cNvSpPr>
          <p:nvPr/>
        </p:nvSpPr>
        <p:spPr>
          <a:xfrm>
            <a:off x="5715000" y="2553891"/>
            <a:ext cx="9525" cy="61913"/>
          </a:xfrm>
          <a:custGeom>
            <a:pathLst>
              <a:path w="9525" h="61913">
                <a:moveTo>
                  <a:pt x="0" y="6191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22" name="codex-p24-original-3-2">
            <a:extLst>
              <a:ext uri="{FF2B5EF4-FFF2-40B4-BE49-F238E27FC236}">
                <a16:creationId xmlns:a16="http://schemas.microsoft.com/office/drawing/2014/main" id="{0EB240C2-2A9D-425D-94D4-679F98032DB6}"/>
              </a:ext>
            </a:extLst>
          </p:cNvPr>
          <p:cNvSpPr>
            <a:spLocks noGrp="1"/>
          </p:cNvSpPr>
          <p:nvPr/>
        </p:nvSpPr>
        <p:spPr>
          <a:xfrm>
            <a:off x="5667375" y="2568178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23" name="codex-p24-quantized-3-2">
            <a:extLst>
              <a:ext uri="{FF2B5EF4-FFF2-40B4-BE49-F238E27FC236}">
                <a16:creationId xmlns:a16="http://schemas.microsoft.com/office/drawing/2014/main" id="{3B699358-003C-4B94-A264-3D02A28EE937}"/>
              </a:ext>
            </a:extLst>
          </p:cNvPr>
          <p:cNvSpPr>
            <a:spLocks noGrp="1"/>
          </p:cNvSpPr>
          <p:nvPr/>
        </p:nvSpPr>
        <p:spPr>
          <a:xfrm>
            <a:off x="5667375" y="2506266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24" name="codex-p24-relationship">
            <a:extLst>
              <a:ext uri="{FF2B5EF4-FFF2-40B4-BE49-F238E27FC236}">
                <a16:creationId xmlns:a16="http://schemas.microsoft.com/office/drawing/2014/main" id="{5C5E0084-EFC0-4456-9B02-5F9F41A2ECCF}"/>
              </a:ext>
            </a:extLst>
          </p:cNvPr>
          <p:cNvSpPr>
            <a:spLocks noGrp="1"/>
          </p:cNvSpPr>
          <p:nvPr/>
        </p:nvSpPr>
        <p:spPr>
          <a:xfrm>
            <a:off x="6477000" y="2708672"/>
            <a:ext cx="9525" cy="15478"/>
          </a:xfrm>
          <a:custGeom>
            <a:pathLst>
              <a:path w="9525" h="15478">
                <a:moveTo>
                  <a:pt x="0" y="1547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25" name="codex-p24-original-3-3">
            <a:extLst>
              <a:ext uri="{FF2B5EF4-FFF2-40B4-BE49-F238E27FC236}">
                <a16:creationId xmlns:a16="http://schemas.microsoft.com/office/drawing/2014/main" id="{E9978C57-E801-47AF-99EC-5C94535AE6F8}"/>
              </a:ext>
            </a:extLst>
          </p:cNvPr>
          <p:cNvSpPr>
            <a:spLocks noGrp="1"/>
          </p:cNvSpPr>
          <p:nvPr/>
        </p:nvSpPr>
        <p:spPr>
          <a:xfrm>
            <a:off x="6429375" y="267652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26" name="codex-p24-quantized-3-3">
            <a:extLst>
              <a:ext uri="{FF2B5EF4-FFF2-40B4-BE49-F238E27FC236}">
                <a16:creationId xmlns:a16="http://schemas.microsoft.com/office/drawing/2014/main" id="{EF033F70-1E63-4B1F-96BE-ACF3C4D50FE9}"/>
              </a:ext>
            </a:extLst>
          </p:cNvPr>
          <p:cNvSpPr>
            <a:spLocks noGrp="1"/>
          </p:cNvSpPr>
          <p:nvPr/>
        </p:nvSpPr>
        <p:spPr>
          <a:xfrm>
            <a:off x="6429375" y="2661047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27" name="codex-p24-relationship">
            <a:extLst>
              <a:ext uri="{FF2B5EF4-FFF2-40B4-BE49-F238E27FC236}">
                <a16:creationId xmlns:a16="http://schemas.microsoft.com/office/drawing/2014/main" id="{C5719B45-8990-4FF5-AF1C-77C0DC852BFE}"/>
              </a:ext>
            </a:extLst>
          </p:cNvPr>
          <p:cNvSpPr>
            <a:spLocks noGrp="1"/>
          </p:cNvSpPr>
          <p:nvPr/>
        </p:nvSpPr>
        <p:spPr>
          <a:xfrm>
            <a:off x="7239000" y="3018234"/>
            <a:ext cx="9525" cy="54173"/>
          </a:xfrm>
          <a:custGeom>
            <a:pathLst>
              <a:path w="9525" h="54173">
                <a:moveTo>
                  <a:pt x="0" y="54173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28" name="codex-p24-original-3-4">
            <a:extLst>
              <a:ext uri="{FF2B5EF4-FFF2-40B4-BE49-F238E27FC236}">
                <a16:creationId xmlns:a16="http://schemas.microsoft.com/office/drawing/2014/main" id="{60781163-35A1-4B9D-BAED-71EBBEF957C1}"/>
              </a:ext>
            </a:extLst>
          </p:cNvPr>
          <p:cNvSpPr>
            <a:spLocks noGrp="1"/>
          </p:cNvSpPr>
          <p:nvPr/>
        </p:nvSpPr>
        <p:spPr>
          <a:xfrm>
            <a:off x="7191375" y="3024783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29" name="codex-p24-quantized-3-4">
            <a:extLst>
              <a:ext uri="{FF2B5EF4-FFF2-40B4-BE49-F238E27FC236}">
                <a16:creationId xmlns:a16="http://schemas.microsoft.com/office/drawing/2014/main" id="{D4294C8E-DF5F-4F2F-8474-3EBBFAE3C22E}"/>
              </a:ext>
            </a:extLst>
          </p:cNvPr>
          <p:cNvSpPr>
            <a:spLocks noGrp="1"/>
          </p:cNvSpPr>
          <p:nvPr/>
        </p:nvSpPr>
        <p:spPr>
          <a:xfrm>
            <a:off x="7191375" y="2970609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30" name="codex-p24-relationship">
            <a:extLst>
              <a:ext uri="{FF2B5EF4-FFF2-40B4-BE49-F238E27FC236}">
                <a16:creationId xmlns:a16="http://schemas.microsoft.com/office/drawing/2014/main" id="{EE6D6137-C29F-45A2-9CFA-5FC9707FF4BA}"/>
              </a:ext>
            </a:extLst>
          </p:cNvPr>
          <p:cNvSpPr>
            <a:spLocks noGrp="1"/>
          </p:cNvSpPr>
          <p:nvPr/>
        </p:nvSpPr>
        <p:spPr>
          <a:xfrm>
            <a:off x="8001000" y="3327797"/>
            <a:ext cx="9525" cy="30956"/>
          </a:xfrm>
          <a:custGeom>
            <a:pathLst>
              <a:path w="9525" h="30956">
                <a:moveTo>
                  <a:pt x="0" y="3095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31" name="codex-p24-original-3-5">
            <a:extLst>
              <a:ext uri="{FF2B5EF4-FFF2-40B4-BE49-F238E27FC236}">
                <a16:creationId xmlns:a16="http://schemas.microsoft.com/office/drawing/2014/main" id="{AC7F58D7-4D7A-453A-8756-08A651C10965}"/>
              </a:ext>
            </a:extLst>
          </p:cNvPr>
          <p:cNvSpPr>
            <a:spLocks noGrp="1"/>
          </p:cNvSpPr>
          <p:nvPr/>
        </p:nvSpPr>
        <p:spPr>
          <a:xfrm>
            <a:off x="7953375" y="3311128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32" name="codex-p24-quantized-3-5">
            <a:extLst>
              <a:ext uri="{FF2B5EF4-FFF2-40B4-BE49-F238E27FC236}">
                <a16:creationId xmlns:a16="http://schemas.microsoft.com/office/drawing/2014/main" id="{7BA8F592-7F2B-457E-9665-890CD1B5CFC3}"/>
              </a:ext>
            </a:extLst>
          </p:cNvPr>
          <p:cNvSpPr>
            <a:spLocks noGrp="1"/>
          </p:cNvSpPr>
          <p:nvPr/>
        </p:nvSpPr>
        <p:spPr>
          <a:xfrm>
            <a:off x="7953375" y="3280172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33" name="codex-p24-relationship">
            <a:extLst>
              <a:ext uri="{FF2B5EF4-FFF2-40B4-BE49-F238E27FC236}">
                <a16:creationId xmlns:a16="http://schemas.microsoft.com/office/drawing/2014/main" id="{955231CA-6342-4414-BA68-968AA21042B9}"/>
              </a:ext>
            </a:extLst>
          </p:cNvPr>
          <p:cNvSpPr>
            <a:spLocks noGrp="1"/>
          </p:cNvSpPr>
          <p:nvPr/>
        </p:nvSpPr>
        <p:spPr>
          <a:xfrm>
            <a:off x="8763000" y="3614142"/>
            <a:ext cx="9525" cy="23217"/>
          </a:xfrm>
          <a:custGeom>
            <a:pathLst>
              <a:path w="9525" h="23217">
                <a:moveTo>
                  <a:pt x="0" y="0"/>
                </a:moveTo>
                <a:lnTo>
                  <a:pt x="0" y="23217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34" name="codex-p24-original-3-6">
            <a:extLst>
              <a:ext uri="{FF2B5EF4-FFF2-40B4-BE49-F238E27FC236}">
                <a16:creationId xmlns:a16="http://schemas.microsoft.com/office/drawing/2014/main" id="{02E980A1-303D-4FDA-8EC1-3606819BE75A}"/>
              </a:ext>
            </a:extLst>
          </p:cNvPr>
          <p:cNvSpPr>
            <a:spLocks noGrp="1"/>
          </p:cNvSpPr>
          <p:nvPr/>
        </p:nvSpPr>
        <p:spPr>
          <a:xfrm>
            <a:off x="8715375" y="3566517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35" name="codex-p24-quantized-3-6">
            <a:extLst>
              <a:ext uri="{FF2B5EF4-FFF2-40B4-BE49-F238E27FC236}">
                <a16:creationId xmlns:a16="http://schemas.microsoft.com/office/drawing/2014/main" id="{F0E48D47-BA30-4A09-98F9-842D3687E57E}"/>
              </a:ext>
            </a:extLst>
          </p:cNvPr>
          <p:cNvSpPr>
            <a:spLocks noGrp="1"/>
          </p:cNvSpPr>
          <p:nvPr/>
        </p:nvSpPr>
        <p:spPr>
          <a:xfrm>
            <a:off x="8715375" y="3589734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36" name="codex-p24-relationship">
            <a:extLst>
              <a:ext uri="{FF2B5EF4-FFF2-40B4-BE49-F238E27FC236}">
                <a16:creationId xmlns:a16="http://schemas.microsoft.com/office/drawing/2014/main" id="{80E47625-4AEA-4123-952C-863567FF027A}"/>
              </a:ext>
            </a:extLst>
          </p:cNvPr>
          <p:cNvSpPr>
            <a:spLocks noGrp="1"/>
          </p:cNvSpPr>
          <p:nvPr/>
        </p:nvSpPr>
        <p:spPr>
          <a:xfrm>
            <a:off x="9525000" y="3482578"/>
            <a:ext cx="9525" cy="15478"/>
          </a:xfrm>
          <a:custGeom>
            <a:pathLst>
              <a:path w="9525" h="15478">
                <a:moveTo>
                  <a:pt x="0" y="1547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37" name="codex-p24-original-3-7">
            <a:extLst>
              <a:ext uri="{FF2B5EF4-FFF2-40B4-BE49-F238E27FC236}">
                <a16:creationId xmlns:a16="http://schemas.microsoft.com/office/drawing/2014/main" id="{7CD250A6-8DA2-4D37-B50E-B543C5892614}"/>
              </a:ext>
            </a:extLst>
          </p:cNvPr>
          <p:cNvSpPr>
            <a:spLocks noGrp="1"/>
          </p:cNvSpPr>
          <p:nvPr/>
        </p:nvSpPr>
        <p:spPr>
          <a:xfrm>
            <a:off x="9477375" y="3450431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38" name="codex-p24-quantized-3-7">
            <a:extLst>
              <a:ext uri="{FF2B5EF4-FFF2-40B4-BE49-F238E27FC236}">
                <a16:creationId xmlns:a16="http://schemas.microsoft.com/office/drawing/2014/main" id="{B3E9A296-38E4-4F06-A07A-BF9C7398EBA9}"/>
              </a:ext>
            </a:extLst>
          </p:cNvPr>
          <p:cNvSpPr>
            <a:spLocks noGrp="1"/>
          </p:cNvSpPr>
          <p:nvPr/>
        </p:nvSpPr>
        <p:spPr>
          <a:xfrm>
            <a:off x="9477375" y="3434953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39" name="codex-p24-relationship">
            <a:extLst>
              <a:ext uri="{FF2B5EF4-FFF2-40B4-BE49-F238E27FC236}">
                <a16:creationId xmlns:a16="http://schemas.microsoft.com/office/drawing/2014/main" id="{AC7CE98B-26FA-47A7-A53C-768F4343CDC9}"/>
              </a:ext>
            </a:extLst>
          </p:cNvPr>
          <p:cNvSpPr>
            <a:spLocks noGrp="1"/>
          </p:cNvSpPr>
          <p:nvPr/>
        </p:nvSpPr>
        <p:spPr>
          <a:xfrm>
            <a:off x="10287000" y="3173016"/>
            <a:ext cx="9525" cy="46434"/>
          </a:xfrm>
          <a:custGeom>
            <a:pathLst>
              <a:path w="9525" h="46434">
                <a:moveTo>
                  <a:pt x="0" y="4643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40" name="codex-p24-original-3-8">
            <a:extLst>
              <a:ext uri="{FF2B5EF4-FFF2-40B4-BE49-F238E27FC236}">
                <a16:creationId xmlns:a16="http://schemas.microsoft.com/office/drawing/2014/main" id="{13CB1E46-DA68-4297-9534-332BA77F77DC}"/>
              </a:ext>
            </a:extLst>
          </p:cNvPr>
          <p:cNvSpPr>
            <a:spLocks noGrp="1"/>
          </p:cNvSpPr>
          <p:nvPr/>
        </p:nvSpPr>
        <p:spPr>
          <a:xfrm>
            <a:off x="10239375" y="317182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41" name="codex-p24-quantized-3-8">
            <a:extLst>
              <a:ext uri="{FF2B5EF4-FFF2-40B4-BE49-F238E27FC236}">
                <a16:creationId xmlns:a16="http://schemas.microsoft.com/office/drawing/2014/main" id="{389A3D53-8417-41CC-9097-48916BA61A7C}"/>
              </a:ext>
            </a:extLst>
          </p:cNvPr>
          <p:cNvSpPr>
            <a:spLocks noGrp="1"/>
          </p:cNvSpPr>
          <p:nvPr/>
        </p:nvSpPr>
        <p:spPr>
          <a:xfrm>
            <a:off x="10239375" y="3125391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42" name="codex-p24-relationship">
            <a:extLst>
              <a:ext uri="{FF2B5EF4-FFF2-40B4-BE49-F238E27FC236}">
                <a16:creationId xmlns:a16="http://schemas.microsoft.com/office/drawing/2014/main" id="{A2844010-CFEB-4470-ABC3-71BC7144AD85}"/>
              </a:ext>
            </a:extLst>
          </p:cNvPr>
          <p:cNvSpPr>
            <a:spLocks noGrp="1"/>
          </p:cNvSpPr>
          <p:nvPr/>
        </p:nvSpPr>
        <p:spPr>
          <a:xfrm>
            <a:off x="11049000" y="2971800"/>
            <a:ext cx="9525" cy="46434"/>
          </a:xfrm>
          <a:custGeom>
            <a:pathLst>
              <a:path w="9525" h="46434">
                <a:moveTo>
                  <a:pt x="0" y="0"/>
                </a:moveTo>
                <a:lnTo>
                  <a:pt x="0" y="46434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43" name="codex-p24-original-3-9">
            <a:extLst>
              <a:ext uri="{FF2B5EF4-FFF2-40B4-BE49-F238E27FC236}">
                <a16:creationId xmlns:a16="http://schemas.microsoft.com/office/drawing/2014/main" id="{B7DBC858-7CA8-4B3D-980D-8B9256535D1F}"/>
              </a:ext>
            </a:extLst>
          </p:cNvPr>
          <p:cNvSpPr>
            <a:spLocks noGrp="1"/>
          </p:cNvSpPr>
          <p:nvPr/>
        </p:nvSpPr>
        <p:spPr>
          <a:xfrm>
            <a:off x="11001375" y="29241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44" name="codex-p24-quantized-3-9">
            <a:extLst>
              <a:ext uri="{FF2B5EF4-FFF2-40B4-BE49-F238E27FC236}">
                <a16:creationId xmlns:a16="http://schemas.microsoft.com/office/drawing/2014/main" id="{C12F0FDE-069C-41BE-B57A-5D020DB0AE72}"/>
              </a:ext>
            </a:extLst>
          </p:cNvPr>
          <p:cNvSpPr>
            <a:spLocks noGrp="1"/>
          </p:cNvSpPr>
          <p:nvPr/>
        </p:nvSpPr>
        <p:spPr>
          <a:xfrm>
            <a:off x="11001375" y="2970609"/>
            <a:ext cx="95250" cy="95250"/>
          </a:xfrm>
          <a:prstGeom prst="ellipse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45" name="codex-p24-image-caption">
            <a:extLst>
              <a:ext uri="{FF2B5EF4-FFF2-40B4-BE49-F238E27FC236}">
                <a16:creationId xmlns:a16="http://schemas.microsoft.com/office/drawing/2014/main" id="{205B43D2-8F71-4038-9908-5E75961DA3FE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285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</a:t>
            </a:r>
          </a:p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16个代表值</a:t>
            </a:r>
          </a:p>
        </p:txBody>
      </p:sp>
      <p:sp>
        <p:nvSpPr>
          <p:cNvPr id="46" name="codex-p24-quant-grid-4-0">
            <a:extLst>
              <a:ext uri="{FF2B5EF4-FFF2-40B4-BE49-F238E27FC236}">
                <a16:creationId xmlns:a16="http://schemas.microsoft.com/office/drawing/2014/main" id="{82014AFA-D95C-46A0-8568-1D0DAD4F53D2}"/>
              </a:ext>
            </a:extLst>
          </p:cNvPr>
          <p:cNvSpPr>
            <a:spLocks noGrp="1"/>
          </p:cNvSpPr>
          <p:nvPr/>
        </p:nvSpPr>
        <p:spPr>
          <a:xfrm>
            <a:off x="4048125" y="5390555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47" name="codex-p24-quant-grid-4-1">
            <a:extLst>
              <a:ext uri="{FF2B5EF4-FFF2-40B4-BE49-F238E27FC236}">
                <a16:creationId xmlns:a16="http://schemas.microsoft.com/office/drawing/2014/main" id="{2B9101E3-1B09-42C1-BF07-FA9DD35A4816}"/>
              </a:ext>
            </a:extLst>
          </p:cNvPr>
          <p:cNvSpPr>
            <a:spLocks noGrp="1"/>
          </p:cNvSpPr>
          <p:nvPr/>
        </p:nvSpPr>
        <p:spPr>
          <a:xfrm>
            <a:off x="4048125" y="5313164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48" name="codex-p24-quant-grid-4-2">
            <a:extLst>
              <a:ext uri="{FF2B5EF4-FFF2-40B4-BE49-F238E27FC236}">
                <a16:creationId xmlns:a16="http://schemas.microsoft.com/office/drawing/2014/main" id="{5C8F7F8A-4802-444B-92CC-67CE7A02C15C}"/>
              </a:ext>
            </a:extLst>
          </p:cNvPr>
          <p:cNvSpPr>
            <a:spLocks noGrp="1"/>
          </p:cNvSpPr>
          <p:nvPr/>
        </p:nvSpPr>
        <p:spPr>
          <a:xfrm>
            <a:off x="4048125" y="5235773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49" name="codex-p24-quant-grid-4-3">
            <a:extLst>
              <a:ext uri="{FF2B5EF4-FFF2-40B4-BE49-F238E27FC236}">
                <a16:creationId xmlns:a16="http://schemas.microsoft.com/office/drawing/2014/main" id="{D98ECB47-F81F-4A77-A906-EBE8748E9B2A}"/>
              </a:ext>
            </a:extLst>
          </p:cNvPr>
          <p:cNvSpPr>
            <a:spLocks noGrp="1"/>
          </p:cNvSpPr>
          <p:nvPr/>
        </p:nvSpPr>
        <p:spPr>
          <a:xfrm>
            <a:off x="4048125" y="5158383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0" name="codex-p24-quant-grid-4-4">
            <a:extLst>
              <a:ext uri="{FF2B5EF4-FFF2-40B4-BE49-F238E27FC236}">
                <a16:creationId xmlns:a16="http://schemas.microsoft.com/office/drawing/2014/main" id="{F2D0853D-4D28-4CD1-BF21-B62D05845E75}"/>
              </a:ext>
            </a:extLst>
          </p:cNvPr>
          <p:cNvSpPr>
            <a:spLocks noGrp="1"/>
          </p:cNvSpPr>
          <p:nvPr/>
        </p:nvSpPr>
        <p:spPr>
          <a:xfrm>
            <a:off x="4048125" y="5080992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1" name="codex-p24-quant-grid-4-5">
            <a:extLst>
              <a:ext uri="{FF2B5EF4-FFF2-40B4-BE49-F238E27FC236}">
                <a16:creationId xmlns:a16="http://schemas.microsoft.com/office/drawing/2014/main" id="{97B41309-4BA1-49A3-A3AD-E42022E0800B}"/>
              </a:ext>
            </a:extLst>
          </p:cNvPr>
          <p:cNvSpPr>
            <a:spLocks noGrp="1"/>
          </p:cNvSpPr>
          <p:nvPr/>
        </p:nvSpPr>
        <p:spPr>
          <a:xfrm>
            <a:off x="4048125" y="5003602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2" name="codex-p24-quant-grid-4-6">
            <a:extLst>
              <a:ext uri="{FF2B5EF4-FFF2-40B4-BE49-F238E27FC236}">
                <a16:creationId xmlns:a16="http://schemas.microsoft.com/office/drawing/2014/main" id="{E4A1ADD0-9DAB-4B33-8520-D4FF1EE56E32}"/>
              </a:ext>
            </a:extLst>
          </p:cNvPr>
          <p:cNvSpPr>
            <a:spLocks noGrp="1"/>
          </p:cNvSpPr>
          <p:nvPr/>
        </p:nvSpPr>
        <p:spPr>
          <a:xfrm>
            <a:off x="4048125" y="4926211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3" name="codex-p24-quant-grid-4-7">
            <a:extLst>
              <a:ext uri="{FF2B5EF4-FFF2-40B4-BE49-F238E27FC236}">
                <a16:creationId xmlns:a16="http://schemas.microsoft.com/office/drawing/2014/main" id="{AA8E5B27-135E-418A-BDC6-1F39F089EB45}"/>
              </a:ext>
            </a:extLst>
          </p:cNvPr>
          <p:cNvSpPr>
            <a:spLocks noGrp="1"/>
          </p:cNvSpPr>
          <p:nvPr/>
        </p:nvSpPr>
        <p:spPr>
          <a:xfrm>
            <a:off x="4048125" y="4848820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4" name="codex-p24-quant-grid-4-8">
            <a:extLst>
              <a:ext uri="{FF2B5EF4-FFF2-40B4-BE49-F238E27FC236}">
                <a16:creationId xmlns:a16="http://schemas.microsoft.com/office/drawing/2014/main" id="{0B26ED88-8E20-44BA-A1B5-6D942327A430}"/>
              </a:ext>
            </a:extLst>
          </p:cNvPr>
          <p:cNvSpPr>
            <a:spLocks noGrp="1"/>
          </p:cNvSpPr>
          <p:nvPr/>
        </p:nvSpPr>
        <p:spPr>
          <a:xfrm>
            <a:off x="4048125" y="4771430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5" name="codex-p24-quant-grid-4-9">
            <a:extLst>
              <a:ext uri="{FF2B5EF4-FFF2-40B4-BE49-F238E27FC236}">
                <a16:creationId xmlns:a16="http://schemas.microsoft.com/office/drawing/2014/main" id="{7C5C45C7-F65B-4080-A974-86B5676E5270}"/>
              </a:ext>
            </a:extLst>
          </p:cNvPr>
          <p:cNvSpPr>
            <a:spLocks noGrp="1"/>
          </p:cNvSpPr>
          <p:nvPr/>
        </p:nvSpPr>
        <p:spPr>
          <a:xfrm>
            <a:off x="4048125" y="4694039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6" name="codex-p24-quant-grid-4-10">
            <a:extLst>
              <a:ext uri="{FF2B5EF4-FFF2-40B4-BE49-F238E27FC236}">
                <a16:creationId xmlns:a16="http://schemas.microsoft.com/office/drawing/2014/main" id="{C8FB2E7C-278F-4F0E-88D6-FE5E2A980453}"/>
              </a:ext>
            </a:extLst>
          </p:cNvPr>
          <p:cNvSpPr>
            <a:spLocks noGrp="1"/>
          </p:cNvSpPr>
          <p:nvPr/>
        </p:nvSpPr>
        <p:spPr>
          <a:xfrm>
            <a:off x="4048125" y="4616648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7" name="codex-p24-quant-grid-4-11">
            <a:extLst>
              <a:ext uri="{FF2B5EF4-FFF2-40B4-BE49-F238E27FC236}">
                <a16:creationId xmlns:a16="http://schemas.microsoft.com/office/drawing/2014/main" id="{4E4121F2-7167-4414-9733-F9102C5B54B9}"/>
              </a:ext>
            </a:extLst>
          </p:cNvPr>
          <p:cNvSpPr>
            <a:spLocks noGrp="1"/>
          </p:cNvSpPr>
          <p:nvPr/>
        </p:nvSpPr>
        <p:spPr>
          <a:xfrm>
            <a:off x="4048125" y="4539258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8" name="codex-p24-quant-grid-4-12">
            <a:extLst>
              <a:ext uri="{FF2B5EF4-FFF2-40B4-BE49-F238E27FC236}">
                <a16:creationId xmlns:a16="http://schemas.microsoft.com/office/drawing/2014/main" id="{AC0932C5-6C0F-4698-9601-4C46F63835E3}"/>
              </a:ext>
            </a:extLst>
          </p:cNvPr>
          <p:cNvSpPr>
            <a:spLocks noGrp="1"/>
          </p:cNvSpPr>
          <p:nvPr/>
        </p:nvSpPr>
        <p:spPr>
          <a:xfrm>
            <a:off x="4048125" y="4461867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59" name="codex-p24-quant-grid-4-13">
            <a:extLst>
              <a:ext uri="{FF2B5EF4-FFF2-40B4-BE49-F238E27FC236}">
                <a16:creationId xmlns:a16="http://schemas.microsoft.com/office/drawing/2014/main" id="{EB575635-B527-46F1-9632-0B3F06864040}"/>
              </a:ext>
            </a:extLst>
          </p:cNvPr>
          <p:cNvSpPr>
            <a:spLocks noGrp="1"/>
          </p:cNvSpPr>
          <p:nvPr/>
        </p:nvSpPr>
        <p:spPr>
          <a:xfrm>
            <a:off x="4048125" y="4384477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60" name="codex-p24-quant-grid-4-14">
            <a:extLst>
              <a:ext uri="{FF2B5EF4-FFF2-40B4-BE49-F238E27FC236}">
                <a16:creationId xmlns:a16="http://schemas.microsoft.com/office/drawing/2014/main" id="{DF5ADFD2-80E6-4480-98BE-A6C238B823E3}"/>
              </a:ext>
            </a:extLst>
          </p:cNvPr>
          <p:cNvSpPr>
            <a:spLocks noGrp="1"/>
          </p:cNvSpPr>
          <p:nvPr/>
        </p:nvSpPr>
        <p:spPr>
          <a:xfrm>
            <a:off x="4048125" y="4307086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61" name="codex-p24-quant-grid-4-15">
            <a:extLst>
              <a:ext uri="{FF2B5EF4-FFF2-40B4-BE49-F238E27FC236}">
                <a16:creationId xmlns:a16="http://schemas.microsoft.com/office/drawing/2014/main" id="{887079B4-1C0A-4D6C-A6FB-341E72407043}"/>
              </a:ext>
            </a:extLst>
          </p:cNvPr>
          <p:cNvSpPr>
            <a:spLocks noGrp="1"/>
          </p:cNvSpPr>
          <p:nvPr/>
        </p:nvSpPr>
        <p:spPr>
          <a:xfrm>
            <a:off x="4048125" y="4229695"/>
            <a:ext cx="7286625" cy="9525"/>
          </a:xfrm>
          <a:custGeom>
            <a:pathLst>
              <a:path w="7286625" h="9525">
                <a:moveTo>
                  <a:pt x="0" y="0"/>
                </a:moveTo>
                <a:lnTo>
                  <a:pt x="7286625" y="0"/>
                </a:lnTo>
              </a:path>
            </a:pathLst>
          </a:custGeom>
          <a:noFill/>
          <a:ln w="9525">
            <a:solidFill>
              <a:srgbClr val="D7D7DE"/>
            </a:solidFill>
          </a:ln>
        </p:spPr>
      </p:sp>
      <p:sp>
        <p:nvSpPr>
          <p:cNvPr id="62" name="codex-p24-relationship">
            <a:extLst>
              <a:ext uri="{FF2B5EF4-FFF2-40B4-BE49-F238E27FC236}">
                <a16:creationId xmlns:a16="http://schemas.microsoft.com/office/drawing/2014/main" id="{1374836F-B5F9-488D-B8D4-35B2D06B84BA}"/>
              </a:ext>
            </a:extLst>
          </p:cNvPr>
          <p:cNvSpPr>
            <a:spLocks noGrp="1"/>
          </p:cNvSpPr>
          <p:nvPr/>
        </p:nvSpPr>
        <p:spPr>
          <a:xfrm>
            <a:off x="4191000" y="4848820"/>
            <a:ext cx="9525" cy="9525"/>
          </a:xfrm>
          <a:custGeom>
            <a:pathLst>
              <a:path w="9525" h="9525">
                <a:moveTo>
                  <a:pt x="0" y="619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63" name="codex-p24-original-4-0">
            <a:extLst>
              <a:ext uri="{FF2B5EF4-FFF2-40B4-BE49-F238E27FC236}">
                <a16:creationId xmlns:a16="http://schemas.microsoft.com/office/drawing/2014/main" id="{B049D126-811D-4786-9248-8EDFF2B35D2E}"/>
              </a:ext>
            </a:extLst>
          </p:cNvPr>
          <p:cNvSpPr>
            <a:spLocks noGrp="1"/>
          </p:cNvSpPr>
          <p:nvPr/>
        </p:nvSpPr>
        <p:spPr>
          <a:xfrm>
            <a:off x="4143375" y="4807387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64" name="codex-p24-quantized-4-0">
            <a:extLst>
              <a:ext uri="{FF2B5EF4-FFF2-40B4-BE49-F238E27FC236}">
                <a16:creationId xmlns:a16="http://schemas.microsoft.com/office/drawing/2014/main" id="{F3D50F98-C06E-46B9-BACD-9F281FE6C39A}"/>
              </a:ext>
            </a:extLst>
          </p:cNvPr>
          <p:cNvSpPr>
            <a:spLocks noGrp="1"/>
          </p:cNvSpPr>
          <p:nvPr/>
        </p:nvSpPr>
        <p:spPr>
          <a:xfrm>
            <a:off x="4143375" y="480119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65" name="codex-p24-relationship">
            <a:extLst>
              <a:ext uri="{FF2B5EF4-FFF2-40B4-BE49-F238E27FC236}">
                <a16:creationId xmlns:a16="http://schemas.microsoft.com/office/drawing/2014/main" id="{E5B15DB7-C9FD-4E6B-9BC4-2D2F33025C45}"/>
              </a:ext>
            </a:extLst>
          </p:cNvPr>
          <p:cNvSpPr>
            <a:spLocks noGrp="1"/>
          </p:cNvSpPr>
          <p:nvPr/>
        </p:nvSpPr>
        <p:spPr>
          <a:xfrm>
            <a:off x="4953000" y="4616648"/>
            <a:ext cx="9525" cy="9525"/>
          </a:xfrm>
          <a:custGeom>
            <a:pathLst>
              <a:path w="9525" h="9525">
                <a:moveTo>
                  <a:pt x="0" y="773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66" name="codex-p24-original-4-1">
            <a:extLst>
              <a:ext uri="{FF2B5EF4-FFF2-40B4-BE49-F238E27FC236}">
                <a16:creationId xmlns:a16="http://schemas.microsoft.com/office/drawing/2014/main" id="{A629F72B-5726-4D0E-B11A-A70439D8039A}"/>
              </a:ext>
            </a:extLst>
          </p:cNvPr>
          <p:cNvSpPr>
            <a:spLocks noGrp="1"/>
          </p:cNvSpPr>
          <p:nvPr/>
        </p:nvSpPr>
        <p:spPr>
          <a:xfrm>
            <a:off x="4905375" y="4576763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67" name="codex-p24-quantized-4-1">
            <a:extLst>
              <a:ext uri="{FF2B5EF4-FFF2-40B4-BE49-F238E27FC236}">
                <a16:creationId xmlns:a16="http://schemas.microsoft.com/office/drawing/2014/main" id="{3EFCBEAF-5675-4373-A7FC-2531E47CC604}"/>
              </a:ext>
            </a:extLst>
          </p:cNvPr>
          <p:cNvSpPr>
            <a:spLocks noGrp="1"/>
          </p:cNvSpPr>
          <p:nvPr/>
        </p:nvSpPr>
        <p:spPr>
          <a:xfrm>
            <a:off x="4905375" y="4569023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68" name="codex-p24-relationship">
            <a:extLst>
              <a:ext uri="{FF2B5EF4-FFF2-40B4-BE49-F238E27FC236}">
                <a16:creationId xmlns:a16="http://schemas.microsoft.com/office/drawing/2014/main" id="{BB732ED1-9C4B-4528-97A1-A07042715DCB}"/>
              </a:ext>
            </a:extLst>
          </p:cNvPr>
          <p:cNvSpPr>
            <a:spLocks noGrp="1"/>
          </p:cNvSpPr>
          <p:nvPr/>
        </p:nvSpPr>
        <p:spPr>
          <a:xfrm>
            <a:off x="5715000" y="4307086"/>
            <a:ext cx="9525" cy="23217"/>
          </a:xfrm>
          <a:custGeom>
            <a:pathLst>
              <a:path w="9525" h="23217">
                <a:moveTo>
                  <a:pt x="0" y="23217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69" name="codex-p24-original-4-2">
            <a:extLst>
              <a:ext uri="{FF2B5EF4-FFF2-40B4-BE49-F238E27FC236}">
                <a16:creationId xmlns:a16="http://schemas.microsoft.com/office/drawing/2014/main" id="{DA730468-62F6-4B50-81B7-80B1631F8527}"/>
              </a:ext>
            </a:extLst>
          </p:cNvPr>
          <p:cNvSpPr>
            <a:spLocks noGrp="1"/>
          </p:cNvSpPr>
          <p:nvPr/>
        </p:nvSpPr>
        <p:spPr>
          <a:xfrm>
            <a:off x="5667375" y="4282678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70" name="codex-p24-quantized-4-2">
            <a:extLst>
              <a:ext uri="{FF2B5EF4-FFF2-40B4-BE49-F238E27FC236}">
                <a16:creationId xmlns:a16="http://schemas.microsoft.com/office/drawing/2014/main" id="{8DCA0088-9A9C-4A4F-81DD-71B81DE9EE8F}"/>
              </a:ext>
            </a:extLst>
          </p:cNvPr>
          <p:cNvSpPr>
            <a:spLocks noGrp="1"/>
          </p:cNvSpPr>
          <p:nvPr/>
        </p:nvSpPr>
        <p:spPr>
          <a:xfrm>
            <a:off x="5667375" y="4259461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1" name="codex-p24-relationship">
            <a:extLst>
              <a:ext uri="{FF2B5EF4-FFF2-40B4-BE49-F238E27FC236}">
                <a16:creationId xmlns:a16="http://schemas.microsoft.com/office/drawing/2014/main" id="{D39A2748-4568-4BC6-92E3-A0A1DCB4A8E9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9525" cy="23217"/>
          </a:xfrm>
          <a:custGeom>
            <a:pathLst>
              <a:path w="9525" h="23217">
                <a:moveTo>
                  <a:pt x="0" y="0"/>
                </a:moveTo>
                <a:lnTo>
                  <a:pt x="0" y="23217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72" name="codex-p24-original-4-3">
            <a:extLst>
              <a:ext uri="{FF2B5EF4-FFF2-40B4-BE49-F238E27FC236}">
                <a16:creationId xmlns:a16="http://schemas.microsoft.com/office/drawing/2014/main" id="{F54E9ADB-5CD2-4F57-8C58-A65BDF4D3698}"/>
              </a:ext>
            </a:extLst>
          </p:cNvPr>
          <p:cNvSpPr>
            <a:spLocks noGrp="1"/>
          </p:cNvSpPr>
          <p:nvPr/>
        </p:nvSpPr>
        <p:spPr>
          <a:xfrm>
            <a:off x="6429375" y="439102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73" name="codex-p24-quantized-4-3">
            <a:extLst>
              <a:ext uri="{FF2B5EF4-FFF2-40B4-BE49-F238E27FC236}">
                <a16:creationId xmlns:a16="http://schemas.microsoft.com/office/drawing/2014/main" id="{89BF8A9E-3B4F-4CB9-A9A8-67CD9EB6B925}"/>
              </a:ext>
            </a:extLst>
          </p:cNvPr>
          <p:cNvSpPr>
            <a:spLocks noGrp="1"/>
          </p:cNvSpPr>
          <p:nvPr/>
        </p:nvSpPr>
        <p:spPr>
          <a:xfrm>
            <a:off x="6429375" y="4414242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4" name="codex-p24-relationship">
            <a:extLst>
              <a:ext uri="{FF2B5EF4-FFF2-40B4-BE49-F238E27FC236}">
                <a16:creationId xmlns:a16="http://schemas.microsoft.com/office/drawing/2014/main" id="{BDAF9647-615D-49A5-9A84-CBF44170750C}"/>
              </a:ext>
            </a:extLst>
          </p:cNvPr>
          <p:cNvSpPr>
            <a:spLocks noGrp="1"/>
          </p:cNvSpPr>
          <p:nvPr/>
        </p:nvSpPr>
        <p:spPr>
          <a:xfrm>
            <a:off x="7239000" y="4771430"/>
            <a:ext cx="9525" cy="15478"/>
          </a:xfrm>
          <a:custGeom>
            <a:pathLst>
              <a:path w="9525" h="15478">
                <a:moveTo>
                  <a:pt x="0" y="1547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75" name="codex-p24-original-4-4">
            <a:extLst>
              <a:ext uri="{FF2B5EF4-FFF2-40B4-BE49-F238E27FC236}">
                <a16:creationId xmlns:a16="http://schemas.microsoft.com/office/drawing/2014/main" id="{5DE1C0A6-E7D1-46DA-8D66-4CFF9A047957}"/>
              </a:ext>
            </a:extLst>
          </p:cNvPr>
          <p:cNvSpPr>
            <a:spLocks noGrp="1"/>
          </p:cNvSpPr>
          <p:nvPr/>
        </p:nvSpPr>
        <p:spPr>
          <a:xfrm>
            <a:off x="7191375" y="4739283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76" name="codex-p24-quantized-4-4">
            <a:extLst>
              <a:ext uri="{FF2B5EF4-FFF2-40B4-BE49-F238E27FC236}">
                <a16:creationId xmlns:a16="http://schemas.microsoft.com/office/drawing/2014/main" id="{BBC66E1A-C36B-4397-82BB-E7C5A391D25E}"/>
              </a:ext>
            </a:extLst>
          </p:cNvPr>
          <p:cNvSpPr>
            <a:spLocks noGrp="1"/>
          </p:cNvSpPr>
          <p:nvPr/>
        </p:nvSpPr>
        <p:spPr>
          <a:xfrm>
            <a:off x="7191375" y="4723805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77" name="codex-p24-relationship">
            <a:extLst>
              <a:ext uri="{FF2B5EF4-FFF2-40B4-BE49-F238E27FC236}">
                <a16:creationId xmlns:a16="http://schemas.microsoft.com/office/drawing/2014/main" id="{7B5DA956-C15D-4E94-A9F3-9AA0332EDB79}"/>
              </a:ext>
            </a:extLst>
          </p:cNvPr>
          <p:cNvSpPr>
            <a:spLocks noGrp="1"/>
          </p:cNvSpPr>
          <p:nvPr/>
        </p:nvSpPr>
        <p:spPr>
          <a:xfrm>
            <a:off x="8001000" y="5073253"/>
            <a:ext cx="9525" cy="9525"/>
          </a:xfrm>
          <a:custGeom>
            <a:pathLst>
              <a:path w="9525" h="9525">
                <a:moveTo>
                  <a:pt x="0" y="0"/>
                </a:moveTo>
                <a:lnTo>
                  <a:pt x="0" y="7739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78" name="codex-p24-original-4-5">
            <a:extLst>
              <a:ext uri="{FF2B5EF4-FFF2-40B4-BE49-F238E27FC236}">
                <a16:creationId xmlns:a16="http://schemas.microsoft.com/office/drawing/2014/main" id="{55BA19BA-2976-4869-AD8D-65C8E9E2A5DA}"/>
              </a:ext>
            </a:extLst>
          </p:cNvPr>
          <p:cNvSpPr>
            <a:spLocks noGrp="1"/>
          </p:cNvSpPr>
          <p:nvPr/>
        </p:nvSpPr>
        <p:spPr>
          <a:xfrm>
            <a:off x="7953375" y="5025628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79" name="codex-p24-quantized-4-5">
            <a:extLst>
              <a:ext uri="{FF2B5EF4-FFF2-40B4-BE49-F238E27FC236}">
                <a16:creationId xmlns:a16="http://schemas.microsoft.com/office/drawing/2014/main" id="{9AFA32E2-21A8-4016-92DC-83E3C6AE7F75}"/>
              </a:ext>
            </a:extLst>
          </p:cNvPr>
          <p:cNvSpPr>
            <a:spLocks noGrp="1"/>
          </p:cNvSpPr>
          <p:nvPr/>
        </p:nvSpPr>
        <p:spPr>
          <a:xfrm>
            <a:off x="7953375" y="5033367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0" name="codex-p24-relationship">
            <a:extLst>
              <a:ext uri="{FF2B5EF4-FFF2-40B4-BE49-F238E27FC236}">
                <a16:creationId xmlns:a16="http://schemas.microsoft.com/office/drawing/2014/main" id="{B5356637-0D48-49FF-8068-72C79E5A5507}"/>
              </a:ext>
            </a:extLst>
          </p:cNvPr>
          <p:cNvSpPr>
            <a:spLocks noGrp="1"/>
          </p:cNvSpPr>
          <p:nvPr/>
        </p:nvSpPr>
        <p:spPr>
          <a:xfrm>
            <a:off x="8763000" y="5313164"/>
            <a:ext cx="9525" cy="15478"/>
          </a:xfrm>
          <a:custGeom>
            <a:pathLst>
              <a:path w="9525" h="15478">
                <a:moveTo>
                  <a:pt x="0" y="1547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81" name="codex-p24-original-4-6">
            <a:extLst>
              <a:ext uri="{FF2B5EF4-FFF2-40B4-BE49-F238E27FC236}">
                <a16:creationId xmlns:a16="http://schemas.microsoft.com/office/drawing/2014/main" id="{7A16EEEA-0F57-47DE-BE3B-D7013BA8F1B6}"/>
              </a:ext>
            </a:extLst>
          </p:cNvPr>
          <p:cNvSpPr>
            <a:spLocks noGrp="1"/>
          </p:cNvSpPr>
          <p:nvPr/>
        </p:nvSpPr>
        <p:spPr>
          <a:xfrm>
            <a:off x="8715375" y="5281017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82" name="codex-p24-quantized-4-6">
            <a:extLst>
              <a:ext uri="{FF2B5EF4-FFF2-40B4-BE49-F238E27FC236}">
                <a16:creationId xmlns:a16="http://schemas.microsoft.com/office/drawing/2014/main" id="{C2E9CE30-3A28-400F-87E0-CEE70332928C}"/>
              </a:ext>
            </a:extLst>
          </p:cNvPr>
          <p:cNvSpPr>
            <a:spLocks noGrp="1"/>
          </p:cNvSpPr>
          <p:nvPr/>
        </p:nvSpPr>
        <p:spPr>
          <a:xfrm>
            <a:off x="8715375" y="5265539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3" name="codex-p24-relationship">
            <a:extLst>
              <a:ext uri="{FF2B5EF4-FFF2-40B4-BE49-F238E27FC236}">
                <a16:creationId xmlns:a16="http://schemas.microsoft.com/office/drawing/2014/main" id="{8160C41B-7F5F-40E7-AF61-9CF2965F8B7C}"/>
              </a:ext>
            </a:extLst>
          </p:cNvPr>
          <p:cNvSpPr>
            <a:spLocks noGrp="1"/>
          </p:cNvSpPr>
          <p:nvPr/>
        </p:nvSpPr>
        <p:spPr>
          <a:xfrm>
            <a:off x="9525000" y="5212556"/>
            <a:ext cx="9525" cy="23217"/>
          </a:xfrm>
          <a:custGeom>
            <a:pathLst>
              <a:path w="9525" h="23217">
                <a:moveTo>
                  <a:pt x="0" y="0"/>
                </a:moveTo>
                <a:lnTo>
                  <a:pt x="0" y="23217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84" name="codex-p24-original-4-7">
            <a:extLst>
              <a:ext uri="{FF2B5EF4-FFF2-40B4-BE49-F238E27FC236}">
                <a16:creationId xmlns:a16="http://schemas.microsoft.com/office/drawing/2014/main" id="{EE3D0635-4AEB-4A75-808D-BA60BBC3C938}"/>
              </a:ext>
            </a:extLst>
          </p:cNvPr>
          <p:cNvSpPr>
            <a:spLocks noGrp="1"/>
          </p:cNvSpPr>
          <p:nvPr/>
        </p:nvSpPr>
        <p:spPr>
          <a:xfrm>
            <a:off x="9477375" y="5164931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85" name="codex-p24-quantized-4-7">
            <a:extLst>
              <a:ext uri="{FF2B5EF4-FFF2-40B4-BE49-F238E27FC236}">
                <a16:creationId xmlns:a16="http://schemas.microsoft.com/office/drawing/2014/main" id="{93C7D041-3363-4048-ACF2-3135F7CB0CA3}"/>
              </a:ext>
            </a:extLst>
          </p:cNvPr>
          <p:cNvSpPr>
            <a:spLocks noGrp="1"/>
          </p:cNvSpPr>
          <p:nvPr/>
        </p:nvSpPr>
        <p:spPr>
          <a:xfrm>
            <a:off x="9477375" y="5188148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6" name="codex-p24-relationship">
            <a:extLst>
              <a:ext uri="{FF2B5EF4-FFF2-40B4-BE49-F238E27FC236}">
                <a16:creationId xmlns:a16="http://schemas.microsoft.com/office/drawing/2014/main" id="{BDBCBCFC-87CE-4B42-925C-64234B8BC9CD}"/>
              </a:ext>
            </a:extLst>
          </p:cNvPr>
          <p:cNvSpPr>
            <a:spLocks noGrp="1"/>
          </p:cNvSpPr>
          <p:nvPr/>
        </p:nvSpPr>
        <p:spPr>
          <a:xfrm>
            <a:off x="10287000" y="4926211"/>
            <a:ext cx="9525" cy="9525"/>
          </a:xfrm>
          <a:custGeom>
            <a:pathLst>
              <a:path w="9525" h="9525">
                <a:moveTo>
                  <a:pt x="0" y="773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87" name="codex-p24-original-4-8">
            <a:extLst>
              <a:ext uri="{FF2B5EF4-FFF2-40B4-BE49-F238E27FC236}">
                <a16:creationId xmlns:a16="http://schemas.microsoft.com/office/drawing/2014/main" id="{B9438F72-4BBF-477B-A191-5F1796CBF968}"/>
              </a:ext>
            </a:extLst>
          </p:cNvPr>
          <p:cNvSpPr>
            <a:spLocks noGrp="1"/>
          </p:cNvSpPr>
          <p:nvPr/>
        </p:nvSpPr>
        <p:spPr>
          <a:xfrm>
            <a:off x="10239375" y="488632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88" name="codex-p24-quantized-4-8">
            <a:extLst>
              <a:ext uri="{FF2B5EF4-FFF2-40B4-BE49-F238E27FC236}">
                <a16:creationId xmlns:a16="http://schemas.microsoft.com/office/drawing/2014/main" id="{BBEC8C89-0F5C-40DF-BBA0-7EDC7FDA4258}"/>
              </a:ext>
            </a:extLst>
          </p:cNvPr>
          <p:cNvSpPr>
            <a:spLocks noGrp="1"/>
          </p:cNvSpPr>
          <p:nvPr/>
        </p:nvSpPr>
        <p:spPr>
          <a:xfrm>
            <a:off x="10239375" y="4878586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89" name="codex-p24-relationship">
            <a:extLst>
              <a:ext uri="{FF2B5EF4-FFF2-40B4-BE49-F238E27FC236}">
                <a16:creationId xmlns:a16="http://schemas.microsoft.com/office/drawing/2014/main" id="{D71A6D3C-B428-4542-9BB9-F157B035CEB3}"/>
              </a:ext>
            </a:extLst>
          </p:cNvPr>
          <p:cNvSpPr>
            <a:spLocks noGrp="1"/>
          </p:cNvSpPr>
          <p:nvPr/>
        </p:nvSpPr>
        <p:spPr>
          <a:xfrm>
            <a:off x="11049000" y="4686300"/>
            <a:ext cx="9525" cy="9525"/>
          </a:xfrm>
          <a:custGeom>
            <a:pathLst>
              <a:path w="9525" h="9525">
                <a:moveTo>
                  <a:pt x="0" y="0"/>
                </a:moveTo>
                <a:lnTo>
                  <a:pt x="0" y="7739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90" name="codex-p24-original-4-9">
            <a:extLst>
              <a:ext uri="{FF2B5EF4-FFF2-40B4-BE49-F238E27FC236}">
                <a16:creationId xmlns:a16="http://schemas.microsoft.com/office/drawing/2014/main" id="{3A564E6F-948B-4B67-8392-AE099FA7BE7D}"/>
              </a:ext>
            </a:extLst>
          </p:cNvPr>
          <p:cNvSpPr>
            <a:spLocks noGrp="1"/>
          </p:cNvSpPr>
          <p:nvPr/>
        </p:nvSpPr>
        <p:spPr>
          <a:xfrm>
            <a:off x="11001375" y="4638675"/>
            <a:ext cx="95250" cy="952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62626"/>
            </a:solidFill>
          </a:ln>
        </p:spPr>
      </p:sp>
      <p:sp>
        <p:nvSpPr>
          <p:cNvPr id="91" name="codex-p24-quantized-4-9">
            <a:extLst>
              <a:ext uri="{FF2B5EF4-FFF2-40B4-BE49-F238E27FC236}">
                <a16:creationId xmlns:a16="http://schemas.microsoft.com/office/drawing/2014/main" id="{A96D1C14-B5EF-4495-96B7-C7AE320E5480}"/>
              </a:ext>
            </a:extLst>
          </p:cNvPr>
          <p:cNvSpPr>
            <a:spLocks noGrp="1"/>
          </p:cNvSpPr>
          <p:nvPr/>
        </p:nvSpPr>
        <p:spPr>
          <a:xfrm>
            <a:off x="11001375" y="4646414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92" name="codex-p24-image-caption">
            <a:extLst>
              <a:ext uri="{FF2B5EF4-FFF2-40B4-BE49-F238E27FC236}">
                <a16:creationId xmlns:a16="http://schemas.microsoft.com/office/drawing/2014/main" id="{FE28BD65-662F-40E5-9311-7DE2A16DDBDC}"/>
              </a:ext>
            </a:extLst>
          </p:cNvPr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空心点是原值，实心点是代表值；两行的记录时刻一一对应。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codex-p28-evidence-boundary">
            <a:extLst>
              <a:ext uri="{FF2B5EF4-FFF2-40B4-BE49-F238E27FC236}">
                <a16:creationId xmlns:a16="http://schemas.microsoft.com/office/drawing/2014/main" id="{17DE6972-97C5-4FBF-80F0-67CEBF0EFB7F}"/>
              </a:ext>
            </a:extLst>
          </p:cNvPr>
          <p:cNvSpPr>
            <a:spLocks noGrp="1"/>
          </p:cNvSpPr>
          <p:nvPr/>
        </p:nvSpPr>
        <p:spPr>
          <a:xfrm>
            <a:off x="609600" y="2581275"/>
            <a:ext cx="2362200" cy="8191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6" name="codex-p28-image-caption">
            <a:extLst>
              <a:ext uri="{FF2B5EF4-FFF2-40B4-BE49-F238E27FC236}">
                <a16:creationId xmlns:a16="http://schemas.microsoft.com/office/drawing/2014/main" id="{CC4E989E-53B2-45C9-8A82-E248438F9677}"/>
              </a:ext>
            </a:extLst>
          </p:cNvPr>
          <p:cNvSpPr>
            <a:spLocks noGrp="1"/>
          </p:cNvSpPr>
          <p:nvPr/>
        </p:nvSpPr>
        <p:spPr>
          <a:xfrm>
            <a:off x="7429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数字样本</a:t>
            </a:r>
          </a:p>
        </p:txBody>
      </p:sp>
      <p:sp>
        <p:nvSpPr>
          <p:cNvPr id="7" name="codex-p28-playback-flow">
            <a:extLst>
              <a:ext uri="{FF2B5EF4-FFF2-40B4-BE49-F238E27FC236}">
                <a16:creationId xmlns:a16="http://schemas.microsoft.com/office/drawing/2014/main" id="{7C72EC06-C8CC-4FF6-AF49-1A61D811D778}"/>
              </a:ext>
            </a:extLst>
          </p:cNvPr>
          <p:cNvSpPr>
            <a:spLocks noGrp="1"/>
          </p:cNvSpPr>
          <p:nvPr/>
        </p:nvSpPr>
        <p:spPr>
          <a:xfrm>
            <a:off x="3048000" y="2886075"/>
            <a:ext cx="304800" cy="20955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8" name="codex-p28-evidence-boundary">
            <a:extLst>
              <a:ext uri="{FF2B5EF4-FFF2-40B4-BE49-F238E27FC236}">
                <a16:creationId xmlns:a16="http://schemas.microsoft.com/office/drawing/2014/main" id="{B659428B-4C3F-455F-B1E9-50176115E3A7}"/>
              </a:ext>
            </a:extLst>
          </p:cNvPr>
          <p:cNvSpPr>
            <a:spLocks noGrp="1"/>
          </p:cNvSpPr>
          <p:nvPr/>
        </p:nvSpPr>
        <p:spPr>
          <a:xfrm>
            <a:off x="3429000" y="2581275"/>
            <a:ext cx="2362200" cy="81915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9" name="codex-p28-image-caption">
            <a:extLst>
              <a:ext uri="{FF2B5EF4-FFF2-40B4-BE49-F238E27FC236}">
                <a16:creationId xmlns:a16="http://schemas.microsoft.com/office/drawing/2014/main" id="{FD38A540-4D87-4AE1-8FB0-A7DB402E415C}"/>
              </a:ext>
            </a:extLst>
          </p:cNvPr>
          <p:cNvSpPr>
            <a:spLocks noGrp="1"/>
          </p:cNvSpPr>
          <p:nvPr/>
        </p:nvSpPr>
        <p:spPr>
          <a:xfrm>
            <a:off x="35623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DAC</a:t>
            </a:r>
          </a:p>
        </p:txBody>
      </p:sp>
      <p:sp>
        <p:nvSpPr>
          <p:cNvPr id="10" name="codex-p28-playback-flow">
            <a:extLst>
              <a:ext uri="{FF2B5EF4-FFF2-40B4-BE49-F238E27FC236}">
                <a16:creationId xmlns:a16="http://schemas.microsoft.com/office/drawing/2014/main" id="{79CE4DD8-3EBA-47A2-A7D5-FD26FA0C6D78}"/>
              </a:ext>
            </a:extLst>
          </p:cNvPr>
          <p:cNvSpPr>
            <a:spLocks noGrp="1"/>
          </p:cNvSpPr>
          <p:nvPr/>
        </p:nvSpPr>
        <p:spPr>
          <a:xfrm>
            <a:off x="5867400" y="2886075"/>
            <a:ext cx="304800" cy="20955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1" name="codex-p28-evidence-boundary">
            <a:extLst>
              <a:ext uri="{FF2B5EF4-FFF2-40B4-BE49-F238E27FC236}">
                <a16:creationId xmlns:a16="http://schemas.microsoft.com/office/drawing/2014/main" id="{C1E29241-3B4B-47DE-862B-B3BA8CB5379E}"/>
              </a:ext>
            </a:extLst>
          </p:cNvPr>
          <p:cNvSpPr>
            <a:spLocks noGrp="1"/>
          </p:cNvSpPr>
          <p:nvPr/>
        </p:nvSpPr>
        <p:spPr>
          <a:xfrm>
            <a:off x="6248400" y="2581275"/>
            <a:ext cx="2362200" cy="8191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2" name="codex-p28-image-caption">
            <a:extLst>
              <a:ext uri="{FF2B5EF4-FFF2-40B4-BE49-F238E27FC236}">
                <a16:creationId xmlns:a16="http://schemas.microsoft.com/office/drawing/2014/main" id="{8E0C8E20-AFFC-426B-988C-E44C7D3D7AD7}"/>
              </a:ext>
            </a:extLst>
          </p:cNvPr>
          <p:cNvSpPr>
            <a:spLocks noGrp="1"/>
          </p:cNvSpPr>
          <p:nvPr/>
        </p:nvSpPr>
        <p:spPr>
          <a:xfrm>
            <a:off x="63817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连续电信号</a:t>
            </a:r>
          </a:p>
        </p:txBody>
      </p:sp>
      <p:sp>
        <p:nvSpPr>
          <p:cNvPr id="13" name="codex-p28-playback-flow">
            <a:extLst>
              <a:ext uri="{FF2B5EF4-FFF2-40B4-BE49-F238E27FC236}">
                <a16:creationId xmlns:a16="http://schemas.microsoft.com/office/drawing/2014/main" id="{CE755BFE-F0F7-4F60-AAAB-FF418ABAAFF9}"/>
              </a:ext>
            </a:extLst>
          </p:cNvPr>
          <p:cNvSpPr>
            <a:spLocks noGrp="1"/>
          </p:cNvSpPr>
          <p:nvPr/>
        </p:nvSpPr>
        <p:spPr>
          <a:xfrm>
            <a:off x="8686800" y="2886075"/>
            <a:ext cx="304800" cy="20955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4" name="codex-p28-evidence-boundary">
            <a:extLst>
              <a:ext uri="{FF2B5EF4-FFF2-40B4-BE49-F238E27FC236}">
                <a16:creationId xmlns:a16="http://schemas.microsoft.com/office/drawing/2014/main" id="{77B1F4E8-A6FA-49F3-832D-C24037177B0D}"/>
              </a:ext>
            </a:extLst>
          </p:cNvPr>
          <p:cNvSpPr>
            <a:spLocks noGrp="1"/>
          </p:cNvSpPr>
          <p:nvPr/>
        </p:nvSpPr>
        <p:spPr>
          <a:xfrm>
            <a:off x="9067800" y="2581275"/>
            <a:ext cx="2362200" cy="81915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15" name="codex-p28-image-caption">
            <a:extLst>
              <a:ext uri="{FF2B5EF4-FFF2-40B4-BE49-F238E27FC236}">
                <a16:creationId xmlns:a16="http://schemas.microsoft.com/office/drawing/2014/main" id="{531CD763-5F37-4A97-8583-3B1BCD4E6985}"/>
              </a:ext>
            </a:extLst>
          </p:cNvPr>
          <p:cNvSpPr>
            <a:spLocks noGrp="1"/>
          </p:cNvSpPr>
          <p:nvPr/>
        </p:nvSpPr>
        <p:spPr>
          <a:xfrm>
            <a:off x="92011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扬声器</a:t>
            </a:r>
          </a:p>
        </p:txBody>
      </p:sp>
      <p:sp>
        <p:nvSpPr>
          <p:cNvPr id="16" name="codex-p28-image-caption">
            <a:extLst>
              <a:ext uri="{FF2B5EF4-FFF2-40B4-BE49-F238E27FC236}">
                <a16:creationId xmlns:a16="http://schemas.microsoft.com/office/drawing/2014/main" id="{70F56B4F-4C14-4E8E-B6BC-8A9485969BC5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播放将数字样本转换为电信号，再让扬声器产生声波。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存储位宽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codex-p31-image-caption">
            <a:extLst>
              <a:ext uri="{FF2B5EF4-FFF2-40B4-BE49-F238E27FC236}">
                <a16:creationId xmlns:a16="http://schemas.microsoft.com/office/drawing/2014/main" id="{6F64002A-E769-4C8D-B44C-DAE2BDC5778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PCM样本数据量（Byte）</a:t>
            </a:r>
          </a:p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= 采样率 × 时长 × 声道数 × 存储位宽 ÷ 8</a:t>
            </a:r>
          </a:p>
        </p:txBody>
      </p:sp>
      <p:sp>
        <p:nvSpPr>
          <p:cNvPr id="6" name="codex-p31-evidence-boundary">
            <a:extLst>
              <a:ext uri="{FF2B5EF4-FFF2-40B4-BE49-F238E27FC236}">
                <a16:creationId xmlns:a16="http://schemas.microsoft.com/office/drawing/2014/main" id="{B18821E7-0305-42EC-B8C6-69880405A45B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2362200" cy="11620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7" name="codex-p31-image-caption">
            <a:extLst>
              <a:ext uri="{FF2B5EF4-FFF2-40B4-BE49-F238E27FC236}">
                <a16:creationId xmlns:a16="http://schemas.microsoft.com/office/drawing/2014/main" id="{02A987A8-8E4F-4D21-8D84-F3AF440BF763}"/>
              </a:ext>
            </a:extLst>
          </p:cNvPr>
          <p:cNvSpPr>
            <a:spLocks noGrp="1"/>
          </p:cNvSpPr>
          <p:nvPr/>
        </p:nvSpPr>
        <p:spPr>
          <a:xfrm>
            <a:off x="7620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</a:t>
            </a:r>
          </a:p>
        </p:txBody>
      </p:sp>
      <p:sp>
        <p:nvSpPr>
          <p:cNvPr id="8" name="codex-p31-image-caption">
            <a:extLst>
              <a:ext uri="{FF2B5EF4-FFF2-40B4-BE49-F238E27FC236}">
                <a16:creationId xmlns:a16="http://schemas.microsoft.com/office/drawing/2014/main" id="{8712ED58-C3A6-4C13-839B-A31A48698D47}"/>
              </a:ext>
            </a:extLst>
          </p:cNvPr>
          <p:cNvSpPr>
            <a:spLocks noGrp="1"/>
          </p:cNvSpPr>
          <p:nvPr/>
        </p:nvSpPr>
        <p:spPr>
          <a:xfrm>
            <a:off x="7620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 / 秒</a:t>
            </a:r>
          </a:p>
        </p:txBody>
      </p:sp>
      <p:sp>
        <p:nvSpPr>
          <p:cNvPr id="9" name="codex-p31-image-caption">
            <a:extLst>
              <a:ext uri="{FF2B5EF4-FFF2-40B4-BE49-F238E27FC236}">
                <a16:creationId xmlns:a16="http://schemas.microsoft.com/office/drawing/2014/main" id="{9A0259FE-DE24-46A3-9247-33B0B94A1A06}"/>
              </a:ext>
            </a:extLst>
          </p:cNvPr>
          <p:cNvSpPr>
            <a:spLocks noGrp="1"/>
          </p:cNvSpPr>
          <p:nvPr/>
        </p:nvSpPr>
        <p:spPr>
          <a:xfrm>
            <a:off x="3057525" y="3571875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</a:t>
            </a:r>
          </a:p>
        </p:txBody>
      </p:sp>
      <p:sp>
        <p:nvSpPr>
          <p:cNvPr id="10" name="codex-p31-evidence-boundary">
            <a:extLst>
              <a:ext uri="{FF2B5EF4-FFF2-40B4-BE49-F238E27FC236}">
                <a16:creationId xmlns:a16="http://schemas.microsoft.com/office/drawing/2014/main" id="{E53AC851-EB3A-45A9-B8B7-624E8B0F6083}"/>
              </a:ext>
            </a:extLst>
          </p:cNvPr>
          <p:cNvSpPr>
            <a:spLocks noGrp="1"/>
          </p:cNvSpPr>
          <p:nvPr/>
        </p:nvSpPr>
        <p:spPr>
          <a:xfrm>
            <a:off x="3352800" y="3228975"/>
            <a:ext cx="2362200" cy="11620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1" name="codex-p31-image-caption">
            <a:extLst>
              <a:ext uri="{FF2B5EF4-FFF2-40B4-BE49-F238E27FC236}">
                <a16:creationId xmlns:a16="http://schemas.microsoft.com/office/drawing/2014/main" id="{ED8F9903-92F5-449F-B8CD-BC9A51795B4F}"/>
              </a:ext>
            </a:extLst>
          </p:cNvPr>
          <p:cNvSpPr>
            <a:spLocks noGrp="1"/>
          </p:cNvSpPr>
          <p:nvPr/>
        </p:nvSpPr>
        <p:spPr>
          <a:xfrm>
            <a:off x="35052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时长</a:t>
            </a:r>
          </a:p>
        </p:txBody>
      </p:sp>
      <p:sp>
        <p:nvSpPr>
          <p:cNvPr id="12" name="codex-p31-image-caption">
            <a:extLst>
              <a:ext uri="{FF2B5EF4-FFF2-40B4-BE49-F238E27FC236}">
                <a16:creationId xmlns:a16="http://schemas.microsoft.com/office/drawing/2014/main" id="{0733B45E-36E0-474F-944F-EC1C6A4BF244}"/>
              </a:ext>
            </a:extLst>
          </p:cNvPr>
          <p:cNvSpPr>
            <a:spLocks noGrp="1"/>
          </p:cNvSpPr>
          <p:nvPr/>
        </p:nvSpPr>
        <p:spPr>
          <a:xfrm>
            <a:off x="35052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秒</a:t>
            </a:r>
          </a:p>
        </p:txBody>
      </p:sp>
      <p:sp>
        <p:nvSpPr>
          <p:cNvPr id="13" name="codex-p31-image-caption">
            <a:extLst>
              <a:ext uri="{FF2B5EF4-FFF2-40B4-BE49-F238E27FC236}">
                <a16:creationId xmlns:a16="http://schemas.microsoft.com/office/drawing/2014/main" id="{843B0ACA-EB46-4247-82B8-5CEA909BF622}"/>
              </a:ext>
            </a:extLst>
          </p:cNvPr>
          <p:cNvSpPr>
            <a:spLocks noGrp="1"/>
          </p:cNvSpPr>
          <p:nvPr/>
        </p:nvSpPr>
        <p:spPr>
          <a:xfrm>
            <a:off x="5800725" y="3571875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</a:t>
            </a:r>
          </a:p>
        </p:txBody>
      </p:sp>
      <p:sp>
        <p:nvSpPr>
          <p:cNvPr id="14" name="codex-p31-evidence-boundary">
            <a:extLst>
              <a:ext uri="{FF2B5EF4-FFF2-40B4-BE49-F238E27FC236}">
                <a16:creationId xmlns:a16="http://schemas.microsoft.com/office/drawing/2014/main" id="{EC660BA6-A4FC-49DC-A944-6EBEFCA98836}"/>
              </a:ext>
            </a:extLst>
          </p:cNvPr>
          <p:cNvSpPr>
            <a:spLocks noGrp="1"/>
          </p:cNvSpPr>
          <p:nvPr/>
        </p:nvSpPr>
        <p:spPr>
          <a:xfrm>
            <a:off x="6096000" y="3228975"/>
            <a:ext cx="2362200" cy="11620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5" name="codex-p31-image-caption">
            <a:extLst>
              <a:ext uri="{FF2B5EF4-FFF2-40B4-BE49-F238E27FC236}">
                <a16:creationId xmlns:a16="http://schemas.microsoft.com/office/drawing/2014/main" id="{E968F0AC-FACE-4BD9-8279-54A5DFF67580}"/>
              </a:ext>
            </a:extLst>
          </p:cNvPr>
          <p:cNvSpPr>
            <a:spLocks noGrp="1"/>
          </p:cNvSpPr>
          <p:nvPr/>
        </p:nvSpPr>
        <p:spPr>
          <a:xfrm>
            <a:off x="62484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声道数</a:t>
            </a:r>
          </a:p>
        </p:txBody>
      </p:sp>
      <p:sp>
        <p:nvSpPr>
          <p:cNvPr id="16" name="codex-p31-image-caption">
            <a:extLst>
              <a:ext uri="{FF2B5EF4-FFF2-40B4-BE49-F238E27FC236}">
                <a16:creationId xmlns:a16="http://schemas.microsoft.com/office/drawing/2014/main" id="{D7061A2E-973C-4A71-B1A1-1BBCD487A870}"/>
              </a:ext>
            </a:extLst>
          </p:cNvPr>
          <p:cNvSpPr>
            <a:spLocks noGrp="1"/>
          </p:cNvSpPr>
          <p:nvPr/>
        </p:nvSpPr>
        <p:spPr>
          <a:xfrm>
            <a:off x="62484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每时刻几路</a:t>
            </a:r>
          </a:p>
        </p:txBody>
      </p:sp>
      <p:sp>
        <p:nvSpPr>
          <p:cNvPr id="17" name="codex-p31-image-caption">
            <a:extLst>
              <a:ext uri="{FF2B5EF4-FFF2-40B4-BE49-F238E27FC236}">
                <a16:creationId xmlns:a16="http://schemas.microsoft.com/office/drawing/2014/main" id="{CDF2BF3A-4AD0-4652-84E7-E13DEAD594AD}"/>
              </a:ext>
            </a:extLst>
          </p:cNvPr>
          <p:cNvSpPr>
            <a:spLocks noGrp="1"/>
          </p:cNvSpPr>
          <p:nvPr/>
        </p:nvSpPr>
        <p:spPr>
          <a:xfrm>
            <a:off x="8543925" y="3571875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</a:t>
            </a:r>
          </a:p>
        </p:txBody>
      </p:sp>
      <p:sp>
        <p:nvSpPr>
          <p:cNvPr id="18" name="codex-p31-evidence-boundary">
            <a:extLst>
              <a:ext uri="{FF2B5EF4-FFF2-40B4-BE49-F238E27FC236}">
                <a16:creationId xmlns:a16="http://schemas.microsoft.com/office/drawing/2014/main" id="{01A5183D-2299-4785-9238-A28B8C15FBF0}"/>
              </a:ext>
            </a:extLst>
          </p:cNvPr>
          <p:cNvSpPr>
            <a:spLocks noGrp="1"/>
          </p:cNvSpPr>
          <p:nvPr/>
        </p:nvSpPr>
        <p:spPr>
          <a:xfrm>
            <a:off x="8839200" y="3228975"/>
            <a:ext cx="2362200" cy="116205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19" name="codex-p31-image-caption">
            <a:extLst>
              <a:ext uri="{FF2B5EF4-FFF2-40B4-BE49-F238E27FC236}">
                <a16:creationId xmlns:a16="http://schemas.microsoft.com/office/drawing/2014/main" id="{C907AB8B-CA8B-4A46-9398-22FEAFB1533C}"/>
              </a:ext>
            </a:extLst>
          </p:cNvPr>
          <p:cNvSpPr>
            <a:spLocks noGrp="1"/>
          </p:cNvSpPr>
          <p:nvPr/>
        </p:nvSpPr>
        <p:spPr>
          <a:xfrm>
            <a:off x="89916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存储位宽</a:t>
            </a:r>
          </a:p>
        </p:txBody>
      </p:sp>
      <p:sp>
        <p:nvSpPr>
          <p:cNvPr id="20" name="codex-p31-image-caption">
            <a:extLst>
              <a:ext uri="{FF2B5EF4-FFF2-40B4-BE49-F238E27FC236}">
                <a16:creationId xmlns:a16="http://schemas.microsoft.com/office/drawing/2014/main" id="{C1385815-4351-4580-8EFB-AB7625A7521B}"/>
              </a:ext>
            </a:extLst>
          </p:cNvPr>
          <p:cNvSpPr>
            <a:spLocks noGrp="1"/>
          </p:cNvSpPr>
          <p:nvPr/>
        </p:nvSpPr>
        <p:spPr>
          <a:xfrm>
            <a:off x="89916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bit / 样本</a:t>
            </a:r>
          </a:p>
        </p:txBody>
      </p:sp>
      <p:sp>
        <p:nvSpPr>
          <p:cNvPr id="21" name="codex-p31-image-caption">
            <a:extLst>
              <a:ext uri="{FF2B5EF4-FFF2-40B4-BE49-F238E27FC236}">
                <a16:creationId xmlns:a16="http://schemas.microsoft.com/office/drawing/2014/main" id="{D00F12ED-E75D-4FFA-9D44-810A3948C0B4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前三项相乘，得到所有声道的样本总数。</a:t>
            </a:r>
          </a:p>
        </p:txBody>
      </p:sp>
      <p:sp>
        <p:nvSpPr>
          <p:cNvPr id="22" name="codex-p31-image-caption">
            <a:extLst>
              <a:ext uri="{FF2B5EF4-FFF2-40B4-BE49-F238E27FC236}">
                <a16:creationId xmlns:a16="http://schemas.microsoft.com/office/drawing/2014/main" id="{95FE44F8-6F8F-4CBC-AF96-A9A04E13E011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再乘存储bit/样本，最后按8 bit = 1 Byte换算。</a:t>
            </a:r>
          </a:p>
        </p:txBody>
      </p:sp>
      <p:sp>
        <p:nvSpPr>
          <p:cNvPr id="23" name="codex-p31-image-caption">
            <a:extLst>
              <a:ext uri="{FF2B5EF4-FFF2-40B4-BE49-F238E27FC236}">
                <a16:creationId xmlns:a16="http://schemas.microsoft.com/office/drawing/2014/main" id="{3DBFD230-C447-41E2-8127-E1AAC3DAF5B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固定存储位宽的未压缩PCM；不含文件头等结构。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声音怎么进入电脑？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② 采样和量化有什么不同？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③ PCM为什么有大小差别？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单位换算：1 MiB = 1024² Byte；1 MB = 1,000,000 Byte。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编辑音轨和输出声道，有什么不同？</a:t>
            </a:r>
          </a:p>
        </p:txBody>
      </p:sp>
      <p:sp>
        <p:nvSpPr>
          <p:cNvPr id="5" name="codex-p41-image-caption">
            <a:extLst>
              <a:ext uri="{FF2B5EF4-FFF2-40B4-BE49-F238E27FC236}">
                <a16:creationId xmlns:a16="http://schemas.microsoft.com/office/drawing/2014/main" id="{2FC3BCA5-CD36-472D-B9B4-42CEBA86DFF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编辑工程：2条音轨</a:t>
            </a:r>
          </a:p>
        </p:txBody>
      </p:sp>
      <p:sp>
        <p:nvSpPr>
          <p:cNvPr id="6" name="codex-p41-image-caption">
            <a:extLst>
              <a:ext uri="{FF2B5EF4-FFF2-40B4-BE49-F238E27FC236}">
                <a16:creationId xmlns:a16="http://schemas.microsoft.com/office/drawing/2014/main" id="{8205D2FE-3F7B-4B1D-A1F5-8A2F00FE5CCD}"/>
              </a:ext>
            </a:extLst>
          </p:cNvPr>
          <p:cNvSpPr>
            <a:spLocks noGrp="1"/>
          </p:cNvSpPr>
          <p:nvPr/>
        </p:nvSpPr>
        <p:spPr>
          <a:xfrm>
            <a:off x="6800850" y="17621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模型：导出2个声道</a:t>
            </a:r>
          </a:p>
        </p:txBody>
      </p:sp>
      <p:pic>
        <p:nvPicPr>
          <p:cNvPr id="7" name="codex-p41-">
            <a:extLst>
              <a:ext uri="{FF2B5EF4-FFF2-40B4-BE49-F238E27FC236}">
                <a16:creationId xmlns:a16="http://schemas.microsoft.com/office/drawing/2014/main" id="{9531D2F4-9EDF-4A2B-A7A2-E7E7F1F4CF66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609600" y="2762250"/>
            <a:ext cx="5715000" cy="2080018"/>
          </a:xfrm>
          <a:prstGeom prst="rect">
            <a:avLst/>
          </a:prstGeom>
        </p:spPr>
      </p:pic>
      <p:sp>
        <p:nvSpPr>
          <p:cNvPr id="8" name="codex-p41-image-caption">
            <a:extLst>
              <a:ext uri="{FF2B5EF4-FFF2-40B4-BE49-F238E27FC236}">
                <a16:creationId xmlns:a16="http://schemas.microsoft.com/office/drawing/2014/main" id="{52BA7F16-8325-4017-A605-0DF92DFE906C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5772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看左侧两个独立控制区</a:t>
            </a:r>
          </a:p>
        </p:txBody>
      </p:sp>
      <p:sp>
        <p:nvSpPr>
          <p:cNvPr id="9" name="codex-p41-track-control-focus">
            <a:extLst>
              <a:ext uri="{FF2B5EF4-FFF2-40B4-BE49-F238E27FC236}">
                <a16:creationId xmlns:a16="http://schemas.microsoft.com/office/drawing/2014/main" id="{EC4C11D2-BE99-4E51-B24D-5AE9026B705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1019175" cy="2080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0" name="codex-p41-image-caption">
            <a:extLst>
              <a:ext uri="{FF2B5EF4-FFF2-40B4-BE49-F238E27FC236}">
                <a16:creationId xmlns:a16="http://schemas.microsoft.com/office/drawing/2014/main" id="{248487D6-E8C8-4DF5-A498-2C016973E057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577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此例：1条单声道音轨 + 1条立体声音轨</a:t>
            </a:r>
          </a:p>
        </p:txBody>
      </p:sp>
      <p:sp>
        <p:nvSpPr>
          <p:cNvPr id="11" name="codex-p41-mixing-operation">
            <a:extLst>
              <a:ext uri="{FF2B5EF4-FFF2-40B4-BE49-F238E27FC236}">
                <a16:creationId xmlns:a16="http://schemas.microsoft.com/office/drawing/2014/main" id="{047BE99F-EDFD-4502-B95E-41F4F6D13712}"/>
              </a:ext>
            </a:extLst>
          </p:cNvPr>
          <p:cNvSpPr>
            <a:spLocks noGrp="1"/>
          </p:cNvSpPr>
          <p:nvPr/>
        </p:nvSpPr>
        <p:spPr>
          <a:xfrm>
            <a:off x="7029450" y="2752725"/>
            <a:ext cx="1190625" cy="151447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2" name="codex-p41-image-caption">
            <a:extLst>
              <a:ext uri="{FF2B5EF4-FFF2-40B4-BE49-F238E27FC236}">
                <a16:creationId xmlns:a16="http://schemas.microsoft.com/office/drawing/2014/main" id="{DF3997AB-3ACA-443B-BDBD-5047776BAA97}"/>
              </a:ext>
            </a:extLst>
          </p:cNvPr>
          <p:cNvSpPr>
            <a:spLocks noGrp="1"/>
          </p:cNvSpPr>
          <p:nvPr/>
        </p:nvSpPr>
        <p:spPr>
          <a:xfrm>
            <a:off x="7191375" y="329565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混音</a:t>
            </a:r>
          </a:p>
        </p:txBody>
      </p:sp>
      <p:sp>
        <p:nvSpPr>
          <p:cNvPr id="13" name="codex-p41-relationship">
            <a:extLst>
              <a:ext uri="{FF2B5EF4-FFF2-40B4-BE49-F238E27FC236}">
                <a16:creationId xmlns:a16="http://schemas.microsoft.com/office/drawing/2014/main" id="{EE8834C8-4861-43E7-849E-F4DD4B6FAAFC}"/>
              </a:ext>
            </a:extLst>
          </p:cNvPr>
          <p:cNvSpPr>
            <a:spLocks noGrp="1"/>
          </p:cNvSpPr>
          <p:nvPr/>
        </p:nvSpPr>
        <p:spPr>
          <a:xfrm>
            <a:off x="6400800" y="2895600"/>
            <a:ext cx="609600" cy="285750"/>
          </a:xfrm>
          <a:custGeom>
            <a:pathLst>
              <a:path w="609600" h="285750">
                <a:moveTo>
                  <a:pt x="0" y="0"/>
                </a:moveTo>
                <a:lnTo>
                  <a:pt x="609600" y="2857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4" name="codex-p41-relationship">
            <a:extLst>
              <a:ext uri="{FF2B5EF4-FFF2-40B4-BE49-F238E27FC236}">
                <a16:creationId xmlns:a16="http://schemas.microsoft.com/office/drawing/2014/main" id="{3ADB8765-99F7-457A-AFE2-75D129CAB0C6}"/>
              </a:ext>
            </a:extLst>
          </p:cNvPr>
          <p:cNvSpPr>
            <a:spLocks noGrp="1"/>
          </p:cNvSpPr>
          <p:nvPr/>
        </p:nvSpPr>
        <p:spPr>
          <a:xfrm>
            <a:off x="6400800" y="3800475"/>
            <a:ext cx="609600" cy="304800"/>
          </a:xfrm>
          <a:custGeom>
            <a:pathLst>
              <a:path w="609600" h="304800">
                <a:moveTo>
                  <a:pt x="0" y="304800"/>
                </a:moveTo>
                <a:lnTo>
                  <a:pt x="609600" y="0"/>
                </a:lnTo>
              </a:path>
            </a:pathLst>
          </a:custGeom>
          <a:noFill/>
          <a:ln w="19050">
            <a:solidFill>
              <a:srgbClr val="007C9B"/>
            </a:solidFill>
          </a:ln>
        </p:spPr>
      </p:sp>
      <p:sp>
        <p:nvSpPr>
          <p:cNvPr id="15" name="codex-p41-relationship">
            <a:extLst>
              <a:ext uri="{FF2B5EF4-FFF2-40B4-BE49-F238E27FC236}">
                <a16:creationId xmlns:a16="http://schemas.microsoft.com/office/drawing/2014/main" id="{987131EA-D63A-4886-999F-3C1F76AD71F5}"/>
              </a:ext>
            </a:extLst>
          </p:cNvPr>
          <p:cNvSpPr>
            <a:spLocks noGrp="1"/>
          </p:cNvSpPr>
          <p:nvPr/>
        </p:nvSpPr>
        <p:spPr>
          <a:xfrm>
            <a:off x="8220075" y="3505200"/>
            <a:ext cx="342900" cy="9525"/>
          </a:xfrm>
          <a:custGeom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6" name="codex-p41-relationship">
            <a:extLst>
              <a:ext uri="{FF2B5EF4-FFF2-40B4-BE49-F238E27FC236}">
                <a16:creationId xmlns:a16="http://schemas.microsoft.com/office/drawing/2014/main" id="{88FE2DD6-8E45-468D-94D9-C4EE93F362B6}"/>
              </a:ext>
            </a:extLst>
          </p:cNvPr>
          <p:cNvSpPr>
            <a:spLocks noGrp="1"/>
          </p:cNvSpPr>
          <p:nvPr/>
        </p:nvSpPr>
        <p:spPr>
          <a:xfrm>
            <a:off x="8562975" y="2905125"/>
            <a:ext cx="9525" cy="1266825"/>
          </a:xfrm>
          <a:custGeom>
            <a:pathLst>
              <a:path w="952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7" name="codex-p41-relationship">
            <a:extLst>
              <a:ext uri="{FF2B5EF4-FFF2-40B4-BE49-F238E27FC236}">
                <a16:creationId xmlns:a16="http://schemas.microsoft.com/office/drawing/2014/main" id="{5EFB48BF-DB97-4750-ACD5-6962F4C6E536}"/>
              </a:ext>
            </a:extLst>
          </p:cNvPr>
          <p:cNvSpPr>
            <a:spLocks noGrp="1"/>
          </p:cNvSpPr>
          <p:nvPr/>
        </p:nvSpPr>
        <p:spPr>
          <a:xfrm>
            <a:off x="8562975" y="2905125"/>
            <a:ext cx="247650" cy="9525"/>
          </a:xfrm>
          <a:custGeom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p41-relationship">
            <a:extLst>
              <a:ext uri="{FF2B5EF4-FFF2-40B4-BE49-F238E27FC236}">
                <a16:creationId xmlns:a16="http://schemas.microsoft.com/office/drawing/2014/main" id="{06980392-D9EB-42FA-A590-D2E5DB4E7DFD}"/>
              </a:ext>
            </a:extLst>
          </p:cNvPr>
          <p:cNvSpPr>
            <a:spLocks noGrp="1"/>
          </p:cNvSpPr>
          <p:nvPr/>
        </p:nvSpPr>
        <p:spPr>
          <a:xfrm>
            <a:off x="8562975" y="4171950"/>
            <a:ext cx="247650" cy="9525"/>
          </a:xfrm>
          <a:custGeom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9" name="codex-p41-image-caption">
            <a:extLst>
              <a:ext uri="{FF2B5EF4-FFF2-40B4-BE49-F238E27FC236}">
                <a16:creationId xmlns:a16="http://schemas.microsoft.com/office/drawing/2014/main" id="{84E33E0D-FA02-4C46-A0C5-2BC9278FB5EA}"/>
              </a:ext>
            </a:extLst>
          </p:cNvPr>
          <p:cNvSpPr>
            <a:spLocks noGrp="1"/>
          </p:cNvSpPr>
          <p:nvPr/>
        </p:nvSpPr>
        <p:spPr>
          <a:xfrm>
            <a:off x="8724900" y="244792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L</a:t>
            </a:r>
          </a:p>
        </p:txBody>
      </p:sp>
      <p:sp>
        <p:nvSpPr>
          <p:cNvPr id="20" name="codex-p41-mixed-output-0">
            <a:extLst>
              <a:ext uri="{FF2B5EF4-FFF2-40B4-BE49-F238E27FC236}">
                <a16:creationId xmlns:a16="http://schemas.microsoft.com/office/drawing/2014/main" id="{2B942FC9-F0FB-4E99-AA51-7E5670DB84F1}"/>
              </a:ext>
            </a:extLst>
          </p:cNvPr>
          <p:cNvSpPr>
            <a:spLocks noGrp="1"/>
          </p:cNvSpPr>
          <p:nvPr/>
        </p:nvSpPr>
        <p:spPr>
          <a:xfrm>
            <a:off x="9039225" y="2627411"/>
            <a:ext cx="2333625" cy="555428"/>
          </a:xfrm>
          <a:custGeom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1" name="codex-p41-image-caption">
            <a:extLst>
              <a:ext uri="{FF2B5EF4-FFF2-40B4-BE49-F238E27FC236}">
                <a16:creationId xmlns:a16="http://schemas.microsoft.com/office/drawing/2014/main" id="{9F4EE3C2-1643-4702-8AA6-29215A9E7DCE}"/>
              </a:ext>
            </a:extLst>
          </p:cNvPr>
          <p:cNvSpPr>
            <a:spLocks noGrp="1"/>
          </p:cNvSpPr>
          <p:nvPr/>
        </p:nvSpPr>
        <p:spPr>
          <a:xfrm>
            <a:off x="8724900" y="37147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22" name="codex-p41-mixed-output-1">
            <a:extLst>
              <a:ext uri="{FF2B5EF4-FFF2-40B4-BE49-F238E27FC236}">
                <a16:creationId xmlns:a16="http://schemas.microsoft.com/office/drawing/2014/main" id="{0999854B-1F2B-45FD-8529-3FDD5B316AE4}"/>
              </a:ext>
            </a:extLst>
          </p:cNvPr>
          <p:cNvSpPr>
            <a:spLocks noGrp="1"/>
          </p:cNvSpPr>
          <p:nvPr/>
        </p:nvSpPr>
        <p:spPr>
          <a:xfrm>
            <a:off x="9039225" y="3894236"/>
            <a:ext cx="2333625" cy="555428"/>
          </a:xfrm>
          <a:custGeom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3" name="codex-p41-image-caption">
            <a:extLst>
              <a:ext uri="{FF2B5EF4-FFF2-40B4-BE49-F238E27FC236}">
                <a16:creationId xmlns:a16="http://schemas.microsoft.com/office/drawing/2014/main" id="{200D4A01-CDAF-45D9-80AC-448A6FFE3F07}"/>
              </a:ext>
            </a:extLst>
          </p:cNvPr>
          <p:cNvSpPr>
            <a:spLocks noGrp="1"/>
          </p:cNvSpPr>
          <p:nvPr/>
        </p:nvSpPr>
        <p:spPr>
          <a:xfrm>
            <a:off x="6800850" y="5019675"/>
            <a:ext cx="4762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L、R都可包含两条音轨的内容</a:t>
            </a:r>
          </a:p>
        </p:txBody>
      </p:sp>
      <p:sp>
        <p:nvSpPr>
          <p:cNvPr id="24" name="codex-p41-image-caption">
            <a:extLst>
              <a:ext uri="{FF2B5EF4-FFF2-40B4-BE49-F238E27FC236}">
                <a16:creationId xmlns:a16="http://schemas.microsoft.com/office/drawing/2014/main" id="{F7EEBD4D-503F-491F-9953-8A8D8560B1D9}"/>
              </a:ext>
            </a:extLst>
          </p:cNvPr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容量由导出的声道数决定；编辑工程的音轨数另行统计。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codex-p43-image-caption">
            <a:extLst>
              <a:ext uri="{FF2B5EF4-FFF2-40B4-BE49-F238E27FC236}">
                <a16:creationId xmlns:a16="http://schemas.microsoft.com/office/drawing/2014/main" id="{F2798C86-4ED2-41B6-B475-C3387BB6BA2F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同一录音：采样率、存储位宽和时长不变。</a:t>
            </a:r>
          </a:p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只将双声道改为单声道。</a:t>
            </a:r>
          </a:p>
        </p:txBody>
      </p:sp>
      <p:sp>
        <p:nvSpPr>
          <p:cNvPr id="6" name="codex-p43-image-caption">
            <a:extLst>
              <a:ext uri="{FF2B5EF4-FFF2-40B4-BE49-F238E27FC236}">
                <a16:creationId xmlns:a16="http://schemas.microsoft.com/office/drawing/2014/main" id="{CFD8DB6B-CB20-4913-8029-CECCECAF3911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5257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双声道：2路</a:t>
            </a:r>
          </a:p>
        </p:txBody>
      </p:sp>
      <p:sp>
        <p:nvSpPr>
          <p:cNvPr id="7" name="codex-p43-image-caption">
            <a:extLst>
              <a:ext uri="{FF2B5EF4-FFF2-40B4-BE49-F238E27FC236}">
                <a16:creationId xmlns:a16="http://schemas.microsoft.com/office/drawing/2014/main" id="{8368B08A-4B90-4FCD-9FCA-B5B990F67E52}"/>
              </a:ext>
            </a:extLst>
          </p:cNvPr>
          <p:cNvSpPr>
            <a:spLocks noGrp="1"/>
          </p:cNvSpPr>
          <p:nvPr/>
        </p:nvSpPr>
        <p:spPr>
          <a:xfrm>
            <a:off x="6724650" y="296227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单声道：1路</a:t>
            </a:r>
          </a:p>
        </p:txBody>
      </p:sp>
      <p:sp>
        <p:nvSpPr>
          <p:cNvPr id="8" name="codex-p43-evidence-boundary">
            <a:extLst>
              <a:ext uri="{FF2B5EF4-FFF2-40B4-BE49-F238E27FC236}">
                <a16:creationId xmlns:a16="http://schemas.microsoft.com/office/drawing/2014/main" id="{6B777483-D657-4D94-97D4-A8D130CBF6BB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4857750" cy="50482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9" name="codex-p43-evidence-boundary">
            <a:extLst>
              <a:ext uri="{FF2B5EF4-FFF2-40B4-BE49-F238E27FC236}">
                <a16:creationId xmlns:a16="http://schemas.microsoft.com/office/drawing/2014/main" id="{E2456FDA-D1B8-4938-9C04-5C59317BA447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4857750" cy="50482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0" name="codex-p43-evidence-boundary">
            <a:extLst>
              <a:ext uri="{FF2B5EF4-FFF2-40B4-BE49-F238E27FC236}">
                <a16:creationId xmlns:a16="http://schemas.microsoft.com/office/drawing/2014/main" id="{46A1F6B2-ACB1-40F6-BD5F-7B4C17CC9CBA}"/>
              </a:ext>
            </a:extLst>
          </p:cNvPr>
          <p:cNvSpPr>
            <a:spLocks noGrp="1"/>
          </p:cNvSpPr>
          <p:nvPr/>
        </p:nvSpPr>
        <p:spPr>
          <a:xfrm>
            <a:off x="6724650" y="4152900"/>
            <a:ext cx="4857750" cy="5048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11" name="codex-p43-image-caption">
            <a:extLst>
              <a:ext uri="{FF2B5EF4-FFF2-40B4-BE49-F238E27FC236}">
                <a16:creationId xmlns:a16="http://schemas.microsoft.com/office/drawing/2014/main" id="{7E3B26C4-B522-48DF-B30D-26DD9A5F4AC1}"/>
              </a:ext>
            </a:extLst>
          </p:cNvPr>
          <p:cNvSpPr>
            <a:spLocks noGrp="1"/>
          </p:cNvSpPr>
          <p:nvPr/>
        </p:nvSpPr>
        <p:spPr>
          <a:xfrm>
            <a:off x="609600" y="5778246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固定宽度PCM：输出声道数减半，样本数据量随之减半。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10分钟视频，为什么远小于6.44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为什么重复内容更容易压缩？</a:t>
            </a:r>
          </a:p>
        </p:txBody>
      </p:sp>
      <p:sp>
        <p:nvSpPr>
          <p:cNvPr id="5" name="codex-p53-image-caption">
            <a:extLst>
              <a:ext uri="{FF2B5EF4-FFF2-40B4-BE49-F238E27FC236}">
                <a16:creationId xmlns:a16="http://schemas.microsoft.com/office/drawing/2014/main" id="{4D7A22DC-9CA2-4220-9F21-EA9B1423E2F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高度重复的内容</a:t>
            </a:r>
          </a:p>
        </p:txBody>
      </p:sp>
      <p:sp>
        <p:nvSpPr>
          <p:cNvPr id="6" name="codex-p53-image-caption">
            <a:extLst>
              <a:ext uri="{FF2B5EF4-FFF2-40B4-BE49-F238E27FC236}">
                <a16:creationId xmlns:a16="http://schemas.microsoft.com/office/drawing/2014/main" id="{AD573E0B-597A-4DD5-B078-B4194CE55031}"/>
              </a:ext>
            </a:extLst>
          </p:cNvPr>
          <p:cNvSpPr>
            <a:spLocks noGrp="1"/>
          </p:cNvSpPr>
          <p:nvPr/>
        </p:nvSpPr>
        <p:spPr>
          <a:xfrm>
            <a:off x="6724650" y="176212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变化复杂的内容</a:t>
            </a:r>
          </a:p>
        </p:txBody>
      </p:sp>
      <p:sp>
        <p:nvSpPr>
          <p:cNvPr id="7" name="codex-p53-image-caption">
            <a:extLst>
              <a:ext uri="{FF2B5EF4-FFF2-40B4-BE49-F238E27FC236}">
                <a16:creationId xmlns:a16="http://schemas.microsoft.com/office/drawing/2014/main" id="{2722CEBC-1F93-4575-9B6A-444041E07AFC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5257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AAAAAAAAAA…</a:t>
            </a:r>
          </a:p>
        </p:txBody>
      </p:sp>
      <p:sp>
        <p:nvSpPr>
          <p:cNvPr id="8" name="codex-p53-image-caption">
            <a:extLst>
              <a:ext uri="{FF2B5EF4-FFF2-40B4-BE49-F238E27FC236}">
                <a16:creationId xmlns:a16="http://schemas.microsoft.com/office/drawing/2014/main" id="{B6B10457-6D84-4EBD-9F2D-8FD49DBC606D}"/>
              </a:ext>
            </a:extLst>
          </p:cNvPr>
          <p:cNvSpPr>
            <a:spLocks noGrp="1"/>
          </p:cNvSpPr>
          <p:nvPr/>
        </p:nvSpPr>
        <p:spPr>
          <a:xfrm>
            <a:off x="6724650" y="274320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AX3Q9P8F2…</a:t>
            </a:r>
          </a:p>
        </p:txBody>
      </p:sp>
      <p:sp>
        <p:nvSpPr>
          <p:cNvPr id="9" name="codex-p53-image-caption">
            <a:extLst>
              <a:ext uri="{FF2B5EF4-FFF2-40B4-BE49-F238E27FC236}">
                <a16:creationId xmlns:a16="http://schemas.microsoft.com/office/drawing/2014/main" id="{72CC0B81-A9C6-47E8-B90E-FE7D1078B66C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5257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能用重复次数简短地表达</a:t>
            </a:r>
          </a:p>
        </p:txBody>
      </p:sp>
      <p:sp>
        <p:nvSpPr>
          <p:cNvPr id="10" name="codex-p53-image-caption">
            <a:extLst>
              <a:ext uri="{FF2B5EF4-FFF2-40B4-BE49-F238E27FC236}">
                <a16:creationId xmlns:a16="http://schemas.microsoft.com/office/drawing/2014/main" id="{F4E951EF-A981-4217-8170-609E47D3F7AB}"/>
              </a:ext>
            </a:extLst>
          </p:cNvPr>
          <p:cNvSpPr>
            <a:spLocks noGrp="1"/>
          </p:cNvSpPr>
          <p:nvPr/>
        </p:nvSpPr>
        <p:spPr>
          <a:xfrm>
            <a:off x="6724650" y="41719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通常需要更多信息描述变化</a:t>
            </a:r>
          </a:p>
        </p:txBody>
      </p:sp>
      <p:sp>
        <p:nvSpPr>
          <p:cNvPr id="11" name="codex-p53-image-caption">
            <a:extLst>
              <a:ext uri="{FF2B5EF4-FFF2-40B4-BE49-F238E27FC236}">
                <a16:creationId xmlns:a16="http://schemas.microsoft.com/office/drawing/2014/main" id="{8236A053-1FB5-4081-8160-7995C728FD9B}"/>
              </a:ext>
            </a:extLst>
          </p:cNvPr>
          <p:cNvSpPr>
            <a:spLocks noGrp="1"/>
          </p:cNvSpPr>
          <p:nvPr/>
        </p:nvSpPr>
        <p:spPr>
          <a:xfrm>
            <a:off x="609600" y="5778246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压缩效果取决于内容和算法；不能仅根据原始文件大小判断。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300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两种压缩：怎样区分“无损”和“有损”？</a:t>
            </a:r>
          </a:p>
        </p:txBody>
      </p:sp>
      <p:sp>
        <p:nvSpPr>
          <p:cNvPr id="5" name="codex-p58-relationship">
            <a:extLst>
              <a:ext uri="{FF2B5EF4-FFF2-40B4-BE49-F238E27FC236}">
                <a16:creationId xmlns:a16="http://schemas.microsoft.com/office/drawing/2014/main" id="{126E405D-E178-4FEF-B8C2-8691C81F18CC}"/>
              </a:ext>
            </a:extLst>
          </p:cNvPr>
          <p:cNvSpPr>
            <a:spLocks noGrp="1"/>
          </p:cNvSpPr>
          <p:nvPr/>
        </p:nvSpPr>
        <p:spPr>
          <a:xfrm>
            <a:off x="6076950" y="1628775"/>
            <a:ext cx="9525" cy="3771900"/>
          </a:xfrm>
          <a:custGeom>
            <a:pathLst>
              <a:path w="9525" h="3771900">
                <a:moveTo>
                  <a:pt x="0" y="0"/>
                </a:moveTo>
                <a:lnTo>
                  <a:pt x="0" y="3771900"/>
                </a:lnTo>
              </a:path>
            </a:pathLst>
          </a:custGeom>
          <a:noFill/>
          <a:ln w="19050">
            <a:solidFill>
              <a:srgbClr val="D7D7DE"/>
            </a:solidFill>
          </a:ln>
        </p:spPr>
      </p:sp>
      <p:sp>
        <p:nvSpPr>
          <p:cNvPr id="6" name="codex-p58-image-caption">
            <a:extLst>
              <a:ext uri="{FF2B5EF4-FFF2-40B4-BE49-F238E27FC236}">
                <a16:creationId xmlns:a16="http://schemas.microsoft.com/office/drawing/2014/main" id="{01F38FAB-D328-4508-B9C8-7A6047052732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50768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8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无损压缩</a:t>
            </a:r>
          </a:p>
        </p:txBody>
      </p:sp>
      <p:sp>
        <p:nvSpPr>
          <p:cNvPr id="7" name="codex-p58-image-caption">
            <a:extLst>
              <a:ext uri="{FF2B5EF4-FFF2-40B4-BE49-F238E27FC236}">
                <a16:creationId xmlns:a16="http://schemas.microsoft.com/office/drawing/2014/main" id="{88EF86CE-4588-4CEA-9B7E-644E4EB0E369}"/>
              </a:ext>
            </a:extLst>
          </p:cNvPr>
          <p:cNvSpPr>
            <a:spLocks noGrp="1"/>
          </p:cNvSpPr>
          <p:nvPr/>
        </p:nvSpPr>
        <p:spPr>
          <a:xfrm>
            <a:off x="6457950" y="1733550"/>
            <a:ext cx="4857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8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有损压缩</a:t>
            </a:r>
          </a:p>
        </p:txBody>
      </p:sp>
      <p:sp>
        <p:nvSpPr>
          <p:cNvPr id="8" name="codex-p58-image-caption">
            <a:extLst>
              <a:ext uri="{FF2B5EF4-FFF2-40B4-BE49-F238E27FC236}">
                <a16:creationId xmlns:a16="http://schemas.microsoft.com/office/drawing/2014/main" id="{6727A923-EAF6-4E40-A370-6EB3CB464001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5076825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还原以后，与原始数据完全一致。</a:t>
            </a:r>
          </a:p>
          <a:p>
            <a:r>
              <a:t/>
            </a:r>
          </a:p>
          <a:p>
            <a:pPr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适合：文档、程序、精确备份。</a:t>
            </a:r>
          </a:p>
        </p:txBody>
      </p:sp>
      <p:sp>
        <p:nvSpPr>
          <p:cNvPr id="9" name="codex-p58-image-caption">
            <a:extLst>
              <a:ext uri="{FF2B5EF4-FFF2-40B4-BE49-F238E27FC236}">
                <a16:creationId xmlns:a16="http://schemas.microsoft.com/office/drawing/2014/main" id="{CEBC4EEA-314F-4E6C-9E8F-097A3CA527D8}"/>
              </a:ext>
            </a:extLst>
          </p:cNvPr>
          <p:cNvSpPr>
            <a:spLocks noGrp="1"/>
          </p:cNvSpPr>
          <p:nvPr/>
        </p:nvSpPr>
        <p:spPr>
          <a:xfrm>
            <a:off x="6457950" y="2743200"/>
            <a:ext cx="512445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还原以后，不能完全恢复原始数据。</a:t>
            </a:r>
          </a:p>
          <a:p>
            <a:r>
              <a:t/>
            </a:r>
          </a:p>
          <a:p>
            <a:pPr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适合：可接受部分失真的音视频。</a:t>
            </a:r>
          </a:p>
        </p:txBody>
      </p:sp>
      <p:sp>
        <p:nvSpPr>
          <p:cNvPr id="10" name="codex-p58-image-caption">
            <a:extLst>
              <a:ext uri="{FF2B5EF4-FFF2-40B4-BE49-F238E27FC236}">
                <a16:creationId xmlns:a16="http://schemas.microsoft.com/office/drawing/2014/main" id="{B42C626F-FC02-4B53-83A1-806FBA8EF376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107918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是不是压得越小就一定越好？</a:t>
            </a:r>
          </a:p>
        </p:txBody>
      </p:sp>
      <p:pic>
        <p:nvPicPr>
          <p:cNvPr id="5" name="codex-p65-">
            <a:extLst>
              <a:ext uri="{FF2B5EF4-FFF2-40B4-BE49-F238E27FC236}">
                <a16:creationId xmlns:a16="http://schemas.microsoft.com/office/drawing/2014/main" id="{B557EBC7-5DAA-4C02-83FE-36E57BD19559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p65-">
            <a:extLst>
              <a:ext uri="{FF2B5EF4-FFF2-40B4-BE49-F238E27FC236}">
                <a16:creationId xmlns:a16="http://schemas.microsoft.com/office/drawing/2014/main" id="{5CDFBF41-BFB6-4CE6-9AE7-A5861719413A}"/>
              </a:ext>
            </a:extLst>
          </p:cNvPr>
          <p:cNvPicPr>
            <a:picLocks noChangeAspect="1"/>
          </p:cNvPicPr>
          <p:nvPr/>
        </p:nvPicPr>
        <p:blipFill>
          <a:blip r:embed="rIdCodex4"/>
          <a:stretch/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p65-image-caption">
            <a:extLst>
              <a:ext uri="{FF2B5EF4-FFF2-40B4-BE49-F238E27FC236}">
                <a16:creationId xmlns:a16="http://schemas.microsoft.com/office/drawing/2014/main" id="{B9092497-FE95-4F8C-BBCC-315D6CD8C351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重要文档长期备份</a:t>
            </a:r>
          </a:p>
        </p:txBody>
      </p:sp>
      <p:sp>
        <p:nvSpPr>
          <p:cNvPr id="8" name="codex-p65-image-caption">
            <a:extLst>
              <a:ext uri="{FF2B5EF4-FFF2-40B4-BE49-F238E27FC236}">
                <a16:creationId xmlns:a16="http://schemas.microsoft.com/office/drawing/2014/main" id="{286ED555-9CC5-4317-99E4-667D4DA7D9B2}"/>
              </a:ext>
            </a:extLst>
          </p:cNvPr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实时视频通话</a:t>
            </a:r>
          </a:p>
        </p:txBody>
      </p:sp>
      <p:sp>
        <p:nvSpPr>
          <p:cNvPr id="9" name="codex-p65-image-caption">
            <a:extLst>
              <a:ext uri="{FF2B5EF4-FFF2-40B4-BE49-F238E27FC236}">
                <a16:creationId xmlns:a16="http://schemas.microsoft.com/office/drawing/2014/main" id="{4E0565C5-5D91-4F84-9897-0A48B2124548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5257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优先完整恢复、可靠保存</a:t>
            </a:r>
          </a:p>
        </p:txBody>
      </p:sp>
      <p:sp>
        <p:nvSpPr>
          <p:cNvPr id="10" name="codex-p65-image-caption">
            <a:extLst>
              <a:ext uri="{FF2B5EF4-FFF2-40B4-BE49-F238E27FC236}">
                <a16:creationId xmlns:a16="http://schemas.microsoft.com/office/drawing/2014/main" id="{89952347-DE26-4A27-965A-CF02F61D04D1}"/>
              </a:ext>
            </a:extLst>
          </p:cNvPr>
          <p:cNvSpPr>
            <a:spLocks noGrp="1"/>
          </p:cNvSpPr>
          <p:nvPr/>
        </p:nvSpPr>
        <p:spPr>
          <a:xfrm>
            <a:off x="6724650" y="4924425"/>
            <a:ext cx="4857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兼顾质量、延迟与传输量</a:t>
            </a:r>
          </a:p>
        </p:txBody>
      </p:sp>
      <p:sp>
        <p:nvSpPr>
          <p:cNvPr id="11" name="codex-p65-image-caption">
            <a:extLst>
              <a:ext uri="{FF2B5EF4-FFF2-40B4-BE49-F238E27FC236}">
                <a16:creationId xmlns:a16="http://schemas.microsoft.com/office/drawing/2014/main" id="{DD7F8593-1D65-4F9D-B958-A4C7A37E935D}"/>
              </a:ext>
            </a:extLst>
          </p:cNvPr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选择依据是任务要求，文件大小只是其中一个条件。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可选拓展：采样不足时会发生什么？</a:t>
            </a:r>
          </a:p>
        </p:txBody>
      </p:sp>
      <p:sp>
        <p:nvSpPr>
          <p:cNvPr id="5" name="codex-p69-image-caption">
            <a:extLst>
              <a:ext uri="{FF2B5EF4-FFF2-40B4-BE49-F238E27FC236}">
                <a16:creationId xmlns:a16="http://schemas.microsoft.com/office/drawing/2014/main" id="{0EA23B74-B4A6-41AE-9A0F-4BF11B7C032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三个样本：时刻0、0.5、1 s，幅度1、−1、1。</a:t>
            </a:r>
          </a:p>
        </p:txBody>
      </p:sp>
      <p:sp>
        <p:nvSpPr>
          <p:cNvPr id="6" name="codex-p69-image-caption">
            <a:extLst>
              <a:ext uri="{FF2B5EF4-FFF2-40B4-BE49-F238E27FC236}">
                <a16:creationId xmlns:a16="http://schemas.microsoft.com/office/drawing/2014/main" id="{3CDDEFA2-02A3-464D-A137-7683196AEF0F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波形A</a:t>
            </a:r>
          </a:p>
        </p:txBody>
      </p:sp>
      <p:sp>
        <p:nvSpPr>
          <p:cNvPr id="7" name="codex-p69-relationship">
            <a:extLst>
              <a:ext uri="{FF2B5EF4-FFF2-40B4-BE49-F238E27FC236}">
                <a16:creationId xmlns:a16="http://schemas.microsoft.com/office/drawing/2014/main" id="{A87F7DAF-0AE2-4544-92A1-F0202C0FCCC8}"/>
              </a:ext>
            </a:extLst>
          </p:cNvPr>
          <p:cNvSpPr>
            <a:spLocks noGrp="1"/>
          </p:cNvSpPr>
          <p:nvPr/>
        </p:nvSpPr>
        <p:spPr>
          <a:xfrm>
            <a:off x="2667000" y="3295650"/>
            <a:ext cx="8477250" cy="9525"/>
          </a:xfrm>
          <a:custGeom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8" name="codex-p69-same-alias-point-0-0">
            <a:extLst>
              <a:ext uri="{FF2B5EF4-FFF2-40B4-BE49-F238E27FC236}">
                <a16:creationId xmlns:a16="http://schemas.microsoft.com/office/drawing/2014/main" id="{54795076-1727-46A2-B11A-4EFC5242CB7B}"/>
              </a:ext>
            </a:extLst>
          </p:cNvPr>
          <p:cNvSpPr>
            <a:spLocks noGrp="1"/>
          </p:cNvSpPr>
          <p:nvPr/>
        </p:nvSpPr>
        <p:spPr>
          <a:xfrm>
            <a:off x="2771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9" name="codex-p69-image-caption">
            <a:extLst>
              <a:ext uri="{FF2B5EF4-FFF2-40B4-BE49-F238E27FC236}">
                <a16:creationId xmlns:a16="http://schemas.microsoft.com/office/drawing/2014/main" id="{1E7D32B4-8437-4615-B770-D1EC0F65EA5E}"/>
              </a:ext>
            </a:extLst>
          </p:cNvPr>
          <p:cNvSpPr>
            <a:spLocks noGrp="1"/>
          </p:cNvSpPr>
          <p:nvPr/>
        </p:nvSpPr>
        <p:spPr>
          <a:xfrm>
            <a:off x="2571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 s</a:t>
            </a:r>
          </a:p>
        </p:txBody>
      </p:sp>
      <p:sp>
        <p:nvSpPr>
          <p:cNvPr id="10" name="codex-p69-same-alias-point-0-1">
            <a:extLst>
              <a:ext uri="{FF2B5EF4-FFF2-40B4-BE49-F238E27FC236}">
                <a16:creationId xmlns:a16="http://schemas.microsoft.com/office/drawing/2014/main" id="{C249674F-FB64-4485-9C75-84200363EC07}"/>
              </a:ext>
            </a:extLst>
          </p:cNvPr>
          <p:cNvSpPr>
            <a:spLocks noGrp="1"/>
          </p:cNvSpPr>
          <p:nvPr/>
        </p:nvSpPr>
        <p:spPr>
          <a:xfrm>
            <a:off x="6772275" y="386715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1" name="codex-p69-image-caption">
            <a:extLst>
              <a:ext uri="{FF2B5EF4-FFF2-40B4-BE49-F238E27FC236}">
                <a16:creationId xmlns:a16="http://schemas.microsoft.com/office/drawing/2014/main" id="{2FBECA51-D019-4CBF-9971-137259B4B5D9}"/>
              </a:ext>
            </a:extLst>
          </p:cNvPr>
          <p:cNvSpPr>
            <a:spLocks noGrp="1"/>
          </p:cNvSpPr>
          <p:nvPr/>
        </p:nvSpPr>
        <p:spPr>
          <a:xfrm>
            <a:off x="65722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 s</a:t>
            </a:r>
          </a:p>
        </p:txBody>
      </p:sp>
      <p:sp>
        <p:nvSpPr>
          <p:cNvPr id="12" name="codex-p69-same-alias-point-0-2">
            <a:extLst>
              <a:ext uri="{FF2B5EF4-FFF2-40B4-BE49-F238E27FC236}">
                <a16:creationId xmlns:a16="http://schemas.microsoft.com/office/drawing/2014/main" id="{CFAD0B0A-F06C-4BCC-94FB-A4CCA66D67F5}"/>
              </a:ext>
            </a:extLst>
          </p:cNvPr>
          <p:cNvSpPr>
            <a:spLocks noGrp="1"/>
          </p:cNvSpPr>
          <p:nvPr/>
        </p:nvSpPr>
        <p:spPr>
          <a:xfrm>
            <a:off x="10772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3" name="codex-p69-image-caption">
            <a:extLst>
              <a:ext uri="{FF2B5EF4-FFF2-40B4-BE49-F238E27FC236}">
                <a16:creationId xmlns:a16="http://schemas.microsoft.com/office/drawing/2014/main" id="{3532BCA5-2175-4ABA-A330-02FAF3E5894B}"/>
              </a:ext>
            </a:extLst>
          </p:cNvPr>
          <p:cNvSpPr>
            <a:spLocks noGrp="1"/>
          </p:cNvSpPr>
          <p:nvPr/>
        </p:nvSpPr>
        <p:spPr>
          <a:xfrm>
            <a:off x="10572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4" name="codex-p69-signal">
            <a:extLst>
              <a:ext uri="{FF2B5EF4-FFF2-40B4-BE49-F238E27FC236}">
                <a16:creationId xmlns:a16="http://schemas.microsoft.com/office/drawing/2014/main" id="{B16BC0B1-FC1B-4F9C-9495-06B2FC09CB60}"/>
              </a:ext>
            </a:extLst>
          </p:cNvPr>
          <p:cNvSpPr>
            <a:spLocks noGrp="1"/>
          </p:cNvSpPr>
          <p:nvPr/>
        </p:nvSpPr>
        <p:spPr>
          <a:xfrm>
            <a:off x="2819400" y="2676525"/>
            <a:ext cx="8001000" cy="1238250"/>
          </a:xfrm>
          <a:custGeom>
            <a:pathLst>
              <a:path w="8001000" h="1238250">
                <a:moveTo>
                  <a:pt x="0" y="0"/>
                </a:moveTo>
                <a:lnTo>
                  <a:pt x="33338" y="212"/>
                </a:lnTo>
                <a:lnTo>
                  <a:pt x="66675" y="848"/>
                </a:lnTo>
                <a:lnTo>
                  <a:pt x="100013" y="1909"/>
                </a:lnTo>
                <a:lnTo>
                  <a:pt x="133350" y="3392"/>
                </a:lnTo>
                <a:lnTo>
                  <a:pt x="166688" y="5297"/>
                </a:lnTo>
                <a:lnTo>
                  <a:pt x="200025" y="7622"/>
                </a:lnTo>
                <a:lnTo>
                  <a:pt x="233363" y="10367"/>
                </a:lnTo>
                <a:lnTo>
                  <a:pt x="266700" y="13529"/>
                </a:lnTo>
                <a:lnTo>
                  <a:pt x="300038" y="17106"/>
                </a:lnTo>
                <a:lnTo>
                  <a:pt x="333375" y="21096"/>
                </a:lnTo>
                <a:lnTo>
                  <a:pt x="366713" y="25496"/>
                </a:lnTo>
                <a:lnTo>
                  <a:pt x="400050" y="30302"/>
                </a:lnTo>
                <a:lnTo>
                  <a:pt x="433388" y="35512"/>
                </a:lnTo>
                <a:lnTo>
                  <a:pt x="466725" y="41122"/>
                </a:lnTo>
                <a:lnTo>
                  <a:pt x="500063" y="47128"/>
                </a:lnTo>
                <a:lnTo>
                  <a:pt x="533400" y="53526"/>
                </a:lnTo>
                <a:lnTo>
                  <a:pt x="566738" y="60312"/>
                </a:lnTo>
                <a:lnTo>
                  <a:pt x="600075" y="67481"/>
                </a:lnTo>
                <a:lnTo>
                  <a:pt x="633413" y="75027"/>
                </a:lnTo>
                <a:lnTo>
                  <a:pt x="666750" y="82947"/>
                </a:lnTo>
                <a:lnTo>
                  <a:pt x="700088" y="91234"/>
                </a:lnTo>
                <a:lnTo>
                  <a:pt x="733425" y="99883"/>
                </a:lnTo>
                <a:lnTo>
                  <a:pt x="766763" y="108888"/>
                </a:lnTo>
                <a:lnTo>
                  <a:pt x="800100" y="118242"/>
                </a:lnTo>
                <a:lnTo>
                  <a:pt x="833438" y="127940"/>
                </a:lnTo>
                <a:lnTo>
                  <a:pt x="866775" y="137975"/>
                </a:lnTo>
                <a:lnTo>
                  <a:pt x="900113" y="148339"/>
                </a:lnTo>
                <a:lnTo>
                  <a:pt x="933450" y="159025"/>
                </a:lnTo>
                <a:lnTo>
                  <a:pt x="966788" y="170028"/>
                </a:lnTo>
                <a:lnTo>
                  <a:pt x="1000125" y="181338"/>
                </a:lnTo>
                <a:lnTo>
                  <a:pt x="1033463" y="192947"/>
                </a:lnTo>
                <a:lnTo>
                  <a:pt x="1066800" y="204850"/>
                </a:lnTo>
                <a:lnTo>
                  <a:pt x="1100138" y="217035"/>
                </a:lnTo>
                <a:lnTo>
                  <a:pt x="1133475" y="229497"/>
                </a:lnTo>
                <a:lnTo>
                  <a:pt x="1166813" y="242226"/>
                </a:lnTo>
                <a:lnTo>
                  <a:pt x="1200150" y="255212"/>
                </a:lnTo>
                <a:lnTo>
                  <a:pt x="1233488" y="268449"/>
                </a:lnTo>
                <a:lnTo>
                  <a:pt x="1266825" y="281925"/>
                </a:lnTo>
                <a:lnTo>
                  <a:pt x="1300163" y="295633"/>
                </a:lnTo>
                <a:lnTo>
                  <a:pt x="1333500" y="309563"/>
                </a:lnTo>
                <a:lnTo>
                  <a:pt x="1366838" y="323704"/>
                </a:lnTo>
                <a:lnTo>
                  <a:pt x="1400175" y="338048"/>
                </a:lnTo>
                <a:lnTo>
                  <a:pt x="1433513" y="352585"/>
                </a:lnTo>
                <a:lnTo>
                  <a:pt x="1466850" y="367304"/>
                </a:lnTo>
                <a:lnTo>
                  <a:pt x="1500188" y="382196"/>
                </a:lnTo>
                <a:lnTo>
                  <a:pt x="1533525" y="397250"/>
                </a:lnTo>
                <a:lnTo>
                  <a:pt x="1566863" y="412457"/>
                </a:lnTo>
                <a:lnTo>
                  <a:pt x="1600200" y="427805"/>
                </a:lnTo>
                <a:lnTo>
                  <a:pt x="1633538" y="443284"/>
                </a:lnTo>
                <a:lnTo>
                  <a:pt x="1666875" y="458884"/>
                </a:lnTo>
                <a:lnTo>
                  <a:pt x="1700213" y="474593"/>
                </a:lnTo>
                <a:lnTo>
                  <a:pt x="1733550" y="490402"/>
                </a:lnTo>
                <a:lnTo>
                  <a:pt x="1766888" y="506298"/>
                </a:lnTo>
                <a:lnTo>
                  <a:pt x="1800225" y="522273"/>
                </a:lnTo>
                <a:lnTo>
                  <a:pt x="1833563" y="538313"/>
                </a:lnTo>
                <a:lnTo>
                  <a:pt x="1866900" y="554409"/>
                </a:lnTo>
                <a:lnTo>
                  <a:pt x="1900238" y="570549"/>
                </a:lnTo>
                <a:lnTo>
                  <a:pt x="1933575" y="586723"/>
                </a:lnTo>
                <a:lnTo>
                  <a:pt x="1966913" y="602918"/>
                </a:lnTo>
                <a:lnTo>
                  <a:pt x="2000250" y="619125"/>
                </a:lnTo>
                <a:lnTo>
                  <a:pt x="2033588" y="635332"/>
                </a:lnTo>
                <a:lnTo>
                  <a:pt x="2066925" y="651527"/>
                </a:lnTo>
                <a:lnTo>
                  <a:pt x="2100263" y="667701"/>
                </a:lnTo>
                <a:lnTo>
                  <a:pt x="2133600" y="683841"/>
                </a:lnTo>
                <a:lnTo>
                  <a:pt x="2166938" y="699937"/>
                </a:lnTo>
                <a:lnTo>
                  <a:pt x="2200275" y="715977"/>
                </a:lnTo>
                <a:lnTo>
                  <a:pt x="2233613" y="731952"/>
                </a:lnTo>
                <a:lnTo>
                  <a:pt x="2266950" y="747848"/>
                </a:lnTo>
                <a:lnTo>
                  <a:pt x="2300288" y="763657"/>
                </a:lnTo>
                <a:lnTo>
                  <a:pt x="2333625" y="779366"/>
                </a:lnTo>
                <a:lnTo>
                  <a:pt x="2366963" y="794966"/>
                </a:lnTo>
                <a:lnTo>
                  <a:pt x="2400300" y="810445"/>
                </a:lnTo>
                <a:lnTo>
                  <a:pt x="2433638" y="825793"/>
                </a:lnTo>
                <a:lnTo>
                  <a:pt x="2466975" y="841000"/>
                </a:lnTo>
                <a:lnTo>
                  <a:pt x="2500313" y="856054"/>
                </a:lnTo>
                <a:lnTo>
                  <a:pt x="2533650" y="870946"/>
                </a:lnTo>
                <a:lnTo>
                  <a:pt x="2566988" y="885665"/>
                </a:lnTo>
                <a:lnTo>
                  <a:pt x="2600325" y="900202"/>
                </a:lnTo>
                <a:lnTo>
                  <a:pt x="2633663" y="914546"/>
                </a:lnTo>
                <a:lnTo>
                  <a:pt x="2667000" y="928688"/>
                </a:lnTo>
                <a:lnTo>
                  <a:pt x="2700338" y="942617"/>
                </a:lnTo>
                <a:lnTo>
                  <a:pt x="2733675" y="956325"/>
                </a:lnTo>
                <a:lnTo>
                  <a:pt x="2767013" y="969801"/>
                </a:lnTo>
                <a:lnTo>
                  <a:pt x="2800350" y="983038"/>
                </a:lnTo>
                <a:lnTo>
                  <a:pt x="2833688" y="996024"/>
                </a:lnTo>
                <a:lnTo>
                  <a:pt x="2867025" y="1008753"/>
                </a:lnTo>
                <a:lnTo>
                  <a:pt x="2900363" y="1021215"/>
                </a:lnTo>
                <a:lnTo>
                  <a:pt x="2933700" y="1033400"/>
                </a:lnTo>
                <a:lnTo>
                  <a:pt x="2967038" y="1045303"/>
                </a:lnTo>
                <a:lnTo>
                  <a:pt x="3000375" y="1056912"/>
                </a:lnTo>
                <a:lnTo>
                  <a:pt x="3033713" y="1068222"/>
                </a:lnTo>
                <a:lnTo>
                  <a:pt x="3067050" y="1079225"/>
                </a:lnTo>
                <a:lnTo>
                  <a:pt x="3100388" y="1089911"/>
                </a:lnTo>
                <a:lnTo>
                  <a:pt x="3133725" y="1100275"/>
                </a:lnTo>
                <a:lnTo>
                  <a:pt x="3167063" y="1110310"/>
                </a:lnTo>
                <a:lnTo>
                  <a:pt x="3200400" y="1120008"/>
                </a:lnTo>
                <a:lnTo>
                  <a:pt x="3233738" y="1129362"/>
                </a:lnTo>
                <a:lnTo>
                  <a:pt x="3267075" y="1138367"/>
                </a:lnTo>
                <a:lnTo>
                  <a:pt x="3300413" y="1147016"/>
                </a:lnTo>
                <a:lnTo>
                  <a:pt x="3333750" y="1155303"/>
                </a:lnTo>
                <a:lnTo>
                  <a:pt x="3367088" y="1163223"/>
                </a:lnTo>
                <a:lnTo>
                  <a:pt x="3400425" y="1170769"/>
                </a:lnTo>
                <a:lnTo>
                  <a:pt x="3433763" y="1177938"/>
                </a:lnTo>
                <a:lnTo>
                  <a:pt x="3467100" y="1184724"/>
                </a:lnTo>
                <a:lnTo>
                  <a:pt x="3500438" y="1191122"/>
                </a:lnTo>
                <a:lnTo>
                  <a:pt x="3533775" y="1197128"/>
                </a:lnTo>
                <a:lnTo>
                  <a:pt x="3567113" y="1202738"/>
                </a:lnTo>
                <a:lnTo>
                  <a:pt x="3600450" y="1207948"/>
                </a:lnTo>
                <a:lnTo>
                  <a:pt x="3633788" y="1212754"/>
                </a:lnTo>
                <a:lnTo>
                  <a:pt x="3667125" y="1217154"/>
                </a:lnTo>
                <a:lnTo>
                  <a:pt x="3700463" y="1221144"/>
                </a:lnTo>
                <a:lnTo>
                  <a:pt x="3733800" y="1224721"/>
                </a:lnTo>
                <a:lnTo>
                  <a:pt x="3767138" y="1227883"/>
                </a:lnTo>
                <a:lnTo>
                  <a:pt x="3800475" y="1230628"/>
                </a:lnTo>
                <a:lnTo>
                  <a:pt x="3833813" y="1232953"/>
                </a:lnTo>
                <a:lnTo>
                  <a:pt x="3867150" y="1234858"/>
                </a:lnTo>
                <a:lnTo>
                  <a:pt x="3900488" y="1236341"/>
                </a:lnTo>
                <a:lnTo>
                  <a:pt x="3933825" y="1237402"/>
                </a:lnTo>
                <a:lnTo>
                  <a:pt x="3967163" y="1238038"/>
                </a:lnTo>
                <a:lnTo>
                  <a:pt x="4000500" y="1238250"/>
                </a:lnTo>
                <a:lnTo>
                  <a:pt x="4033838" y="1238038"/>
                </a:lnTo>
                <a:lnTo>
                  <a:pt x="4067175" y="1237402"/>
                </a:lnTo>
                <a:lnTo>
                  <a:pt x="4100513" y="1236341"/>
                </a:lnTo>
                <a:lnTo>
                  <a:pt x="4133850" y="1234858"/>
                </a:lnTo>
                <a:lnTo>
                  <a:pt x="4167188" y="1232953"/>
                </a:lnTo>
                <a:lnTo>
                  <a:pt x="4200525" y="1230628"/>
                </a:lnTo>
                <a:lnTo>
                  <a:pt x="4233863" y="1227883"/>
                </a:lnTo>
                <a:lnTo>
                  <a:pt x="4267200" y="1224721"/>
                </a:lnTo>
                <a:lnTo>
                  <a:pt x="4300538" y="1221144"/>
                </a:lnTo>
                <a:lnTo>
                  <a:pt x="4333875" y="1217154"/>
                </a:lnTo>
                <a:lnTo>
                  <a:pt x="4367213" y="1212754"/>
                </a:lnTo>
                <a:lnTo>
                  <a:pt x="4400550" y="1207948"/>
                </a:lnTo>
                <a:lnTo>
                  <a:pt x="4433888" y="1202738"/>
                </a:lnTo>
                <a:lnTo>
                  <a:pt x="4467225" y="1197128"/>
                </a:lnTo>
                <a:lnTo>
                  <a:pt x="4500563" y="1191122"/>
                </a:lnTo>
                <a:lnTo>
                  <a:pt x="4533900" y="1184724"/>
                </a:lnTo>
                <a:lnTo>
                  <a:pt x="4567238" y="1177938"/>
                </a:lnTo>
                <a:lnTo>
                  <a:pt x="4600575" y="1170769"/>
                </a:lnTo>
                <a:lnTo>
                  <a:pt x="4633913" y="1163223"/>
                </a:lnTo>
                <a:lnTo>
                  <a:pt x="4667250" y="1155303"/>
                </a:lnTo>
                <a:lnTo>
                  <a:pt x="4700588" y="1147016"/>
                </a:lnTo>
                <a:lnTo>
                  <a:pt x="4733925" y="1138367"/>
                </a:lnTo>
                <a:lnTo>
                  <a:pt x="4767263" y="1129362"/>
                </a:lnTo>
                <a:lnTo>
                  <a:pt x="4800600" y="1120008"/>
                </a:lnTo>
                <a:lnTo>
                  <a:pt x="4833938" y="1110310"/>
                </a:lnTo>
                <a:lnTo>
                  <a:pt x="4867275" y="1100275"/>
                </a:lnTo>
                <a:lnTo>
                  <a:pt x="4900613" y="1089911"/>
                </a:lnTo>
                <a:lnTo>
                  <a:pt x="4933950" y="1079225"/>
                </a:lnTo>
                <a:lnTo>
                  <a:pt x="4967288" y="1068222"/>
                </a:lnTo>
                <a:lnTo>
                  <a:pt x="5000625" y="1056912"/>
                </a:lnTo>
                <a:lnTo>
                  <a:pt x="5033963" y="1045303"/>
                </a:lnTo>
                <a:lnTo>
                  <a:pt x="5067300" y="1033400"/>
                </a:lnTo>
                <a:lnTo>
                  <a:pt x="5100638" y="1021215"/>
                </a:lnTo>
                <a:lnTo>
                  <a:pt x="5133975" y="1008753"/>
                </a:lnTo>
                <a:lnTo>
                  <a:pt x="5167313" y="996024"/>
                </a:lnTo>
                <a:lnTo>
                  <a:pt x="5200650" y="983038"/>
                </a:lnTo>
                <a:lnTo>
                  <a:pt x="5233988" y="969801"/>
                </a:lnTo>
                <a:lnTo>
                  <a:pt x="5267325" y="956325"/>
                </a:lnTo>
                <a:lnTo>
                  <a:pt x="5300663" y="942617"/>
                </a:lnTo>
                <a:lnTo>
                  <a:pt x="5334000" y="928688"/>
                </a:lnTo>
                <a:lnTo>
                  <a:pt x="5367338" y="914546"/>
                </a:lnTo>
                <a:lnTo>
                  <a:pt x="5400675" y="900202"/>
                </a:lnTo>
                <a:lnTo>
                  <a:pt x="5434013" y="885665"/>
                </a:lnTo>
                <a:lnTo>
                  <a:pt x="5467350" y="870946"/>
                </a:lnTo>
                <a:lnTo>
                  <a:pt x="5500688" y="856054"/>
                </a:lnTo>
                <a:lnTo>
                  <a:pt x="5534025" y="841000"/>
                </a:lnTo>
                <a:lnTo>
                  <a:pt x="5567363" y="825793"/>
                </a:lnTo>
                <a:lnTo>
                  <a:pt x="5600700" y="810445"/>
                </a:lnTo>
                <a:lnTo>
                  <a:pt x="5634038" y="794966"/>
                </a:lnTo>
                <a:lnTo>
                  <a:pt x="5667375" y="779366"/>
                </a:lnTo>
                <a:lnTo>
                  <a:pt x="5700713" y="763657"/>
                </a:lnTo>
                <a:lnTo>
                  <a:pt x="5734050" y="747848"/>
                </a:lnTo>
                <a:lnTo>
                  <a:pt x="5767388" y="731952"/>
                </a:lnTo>
                <a:lnTo>
                  <a:pt x="5800725" y="715977"/>
                </a:lnTo>
                <a:lnTo>
                  <a:pt x="5834063" y="699937"/>
                </a:lnTo>
                <a:lnTo>
                  <a:pt x="5867400" y="683841"/>
                </a:lnTo>
                <a:lnTo>
                  <a:pt x="5900738" y="667701"/>
                </a:lnTo>
                <a:lnTo>
                  <a:pt x="5934075" y="651527"/>
                </a:lnTo>
                <a:lnTo>
                  <a:pt x="5967413" y="635332"/>
                </a:lnTo>
                <a:lnTo>
                  <a:pt x="6000750" y="619125"/>
                </a:lnTo>
                <a:lnTo>
                  <a:pt x="6034088" y="602918"/>
                </a:lnTo>
                <a:lnTo>
                  <a:pt x="6067425" y="586723"/>
                </a:lnTo>
                <a:lnTo>
                  <a:pt x="6100763" y="570549"/>
                </a:lnTo>
                <a:lnTo>
                  <a:pt x="6134100" y="554409"/>
                </a:lnTo>
                <a:lnTo>
                  <a:pt x="6167438" y="538313"/>
                </a:lnTo>
                <a:lnTo>
                  <a:pt x="6200775" y="522273"/>
                </a:lnTo>
                <a:lnTo>
                  <a:pt x="6234113" y="506298"/>
                </a:lnTo>
                <a:lnTo>
                  <a:pt x="6267450" y="490402"/>
                </a:lnTo>
                <a:lnTo>
                  <a:pt x="6300788" y="474593"/>
                </a:lnTo>
                <a:lnTo>
                  <a:pt x="6334125" y="458884"/>
                </a:lnTo>
                <a:lnTo>
                  <a:pt x="6367463" y="443284"/>
                </a:lnTo>
                <a:lnTo>
                  <a:pt x="6400800" y="427805"/>
                </a:lnTo>
                <a:lnTo>
                  <a:pt x="6434138" y="412457"/>
                </a:lnTo>
                <a:lnTo>
                  <a:pt x="6467475" y="397250"/>
                </a:lnTo>
                <a:lnTo>
                  <a:pt x="6500813" y="382196"/>
                </a:lnTo>
                <a:lnTo>
                  <a:pt x="6534150" y="367304"/>
                </a:lnTo>
                <a:lnTo>
                  <a:pt x="6567488" y="352585"/>
                </a:lnTo>
                <a:lnTo>
                  <a:pt x="6600825" y="338048"/>
                </a:lnTo>
                <a:lnTo>
                  <a:pt x="6634163" y="323704"/>
                </a:lnTo>
                <a:lnTo>
                  <a:pt x="6667500" y="309563"/>
                </a:lnTo>
                <a:lnTo>
                  <a:pt x="6700838" y="295633"/>
                </a:lnTo>
                <a:lnTo>
                  <a:pt x="6734175" y="281925"/>
                </a:lnTo>
                <a:lnTo>
                  <a:pt x="6767513" y="268449"/>
                </a:lnTo>
                <a:lnTo>
                  <a:pt x="6800850" y="255212"/>
                </a:lnTo>
                <a:lnTo>
                  <a:pt x="6834188" y="242226"/>
                </a:lnTo>
                <a:lnTo>
                  <a:pt x="6867525" y="229497"/>
                </a:lnTo>
                <a:lnTo>
                  <a:pt x="6900863" y="217035"/>
                </a:lnTo>
                <a:lnTo>
                  <a:pt x="6934200" y="204850"/>
                </a:lnTo>
                <a:lnTo>
                  <a:pt x="6967538" y="192947"/>
                </a:lnTo>
                <a:lnTo>
                  <a:pt x="7000875" y="181338"/>
                </a:lnTo>
                <a:lnTo>
                  <a:pt x="7034213" y="170028"/>
                </a:lnTo>
                <a:lnTo>
                  <a:pt x="7067550" y="159025"/>
                </a:lnTo>
                <a:lnTo>
                  <a:pt x="7100888" y="148339"/>
                </a:lnTo>
                <a:lnTo>
                  <a:pt x="7134225" y="137975"/>
                </a:lnTo>
                <a:lnTo>
                  <a:pt x="7167563" y="127940"/>
                </a:lnTo>
                <a:lnTo>
                  <a:pt x="7200900" y="118242"/>
                </a:lnTo>
                <a:lnTo>
                  <a:pt x="7234238" y="108888"/>
                </a:lnTo>
                <a:lnTo>
                  <a:pt x="7267575" y="99883"/>
                </a:lnTo>
                <a:lnTo>
                  <a:pt x="7300913" y="91234"/>
                </a:lnTo>
                <a:lnTo>
                  <a:pt x="7334250" y="82947"/>
                </a:lnTo>
                <a:lnTo>
                  <a:pt x="7367588" y="75027"/>
                </a:lnTo>
                <a:lnTo>
                  <a:pt x="7400925" y="67481"/>
                </a:lnTo>
                <a:lnTo>
                  <a:pt x="7434263" y="60312"/>
                </a:lnTo>
                <a:lnTo>
                  <a:pt x="7467600" y="53526"/>
                </a:lnTo>
                <a:lnTo>
                  <a:pt x="7500938" y="47128"/>
                </a:lnTo>
                <a:lnTo>
                  <a:pt x="7534275" y="41122"/>
                </a:lnTo>
                <a:lnTo>
                  <a:pt x="7567613" y="35512"/>
                </a:lnTo>
                <a:lnTo>
                  <a:pt x="7600950" y="30302"/>
                </a:lnTo>
                <a:lnTo>
                  <a:pt x="7634288" y="25496"/>
                </a:lnTo>
                <a:lnTo>
                  <a:pt x="7667625" y="21096"/>
                </a:lnTo>
                <a:lnTo>
                  <a:pt x="7700963" y="17106"/>
                </a:lnTo>
                <a:lnTo>
                  <a:pt x="7734300" y="13529"/>
                </a:lnTo>
                <a:lnTo>
                  <a:pt x="7767638" y="10367"/>
                </a:lnTo>
                <a:lnTo>
                  <a:pt x="7800975" y="7622"/>
                </a:lnTo>
                <a:lnTo>
                  <a:pt x="7834313" y="5297"/>
                </a:lnTo>
                <a:lnTo>
                  <a:pt x="7867650" y="3392"/>
                </a:lnTo>
                <a:lnTo>
                  <a:pt x="7900988" y="1909"/>
                </a:lnTo>
                <a:lnTo>
                  <a:pt x="7934325" y="848"/>
                </a:lnTo>
                <a:lnTo>
                  <a:pt x="7967663" y="212"/>
                </a:lnTo>
                <a:lnTo>
                  <a:pt x="80010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p69-image-caption">
            <a:extLst>
              <a:ext uri="{FF2B5EF4-FFF2-40B4-BE49-F238E27FC236}">
                <a16:creationId xmlns:a16="http://schemas.microsoft.com/office/drawing/2014/main" id="{9928D967-4134-4250-AF80-268087D9D871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波形B</a:t>
            </a:r>
          </a:p>
        </p:txBody>
      </p:sp>
      <p:sp>
        <p:nvSpPr>
          <p:cNvPr id="16" name="codex-p69-relationship">
            <a:extLst>
              <a:ext uri="{FF2B5EF4-FFF2-40B4-BE49-F238E27FC236}">
                <a16:creationId xmlns:a16="http://schemas.microsoft.com/office/drawing/2014/main" id="{C589F7CC-B37B-4C53-BFD6-5F04600478E9}"/>
              </a:ext>
            </a:extLst>
          </p:cNvPr>
          <p:cNvSpPr>
            <a:spLocks noGrp="1"/>
          </p:cNvSpPr>
          <p:nvPr/>
        </p:nvSpPr>
        <p:spPr>
          <a:xfrm>
            <a:off x="2667000" y="5095875"/>
            <a:ext cx="8477250" cy="9525"/>
          </a:xfrm>
          <a:custGeom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7" name="codex-p69-same-alias-point-1-0">
            <a:extLst>
              <a:ext uri="{FF2B5EF4-FFF2-40B4-BE49-F238E27FC236}">
                <a16:creationId xmlns:a16="http://schemas.microsoft.com/office/drawing/2014/main" id="{261C76BA-AECA-43F1-8358-E592AF109447}"/>
              </a:ext>
            </a:extLst>
          </p:cNvPr>
          <p:cNvSpPr>
            <a:spLocks noGrp="1"/>
          </p:cNvSpPr>
          <p:nvPr/>
        </p:nvSpPr>
        <p:spPr>
          <a:xfrm>
            <a:off x="2771775" y="4429125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8" name="codex-p69-same-alias-point-1-1">
            <a:extLst>
              <a:ext uri="{FF2B5EF4-FFF2-40B4-BE49-F238E27FC236}">
                <a16:creationId xmlns:a16="http://schemas.microsoft.com/office/drawing/2014/main" id="{410BBD91-A374-41C7-9D8E-BACDC15DE62C}"/>
              </a:ext>
            </a:extLst>
          </p:cNvPr>
          <p:cNvSpPr>
            <a:spLocks noGrp="1"/>
          </p:cNvSpPr>
          <p:nvPr/>
        </p:nvSpPr>
        <p:spPr>
          <a:xfrm>
            <a:off x="6772275" y="5667375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9" name="codex-p69-same-alias-point-1-2">
            <a:extLst>
              <a:ext uri="{FF2B5EF4-FFF2-40B4-BE49-F238E27FC236}">
                <a16:creationId xmlns:a16="http://schemas.microsoft.com/office/drawing/2014/main" id="{2512B8EE-E676-411B-92FF-568DC3C1315F}"/>
              </a:ext>
            </a:extLst>
          </p:cNvPr>
          <p:cNvSpPr>
            <a:spLocks noGrp="1"/>
          </p:cNvSpPr>
          <p:nvPr/>
        </p:nvSpPr>
        <p:spPr>
          <a:xfrm>
            <a:off x="10772775" y="4429125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20" name="codex-p69-signal">
            <a:extLst>
              <a:ext uri="{FF2B5EF4-FFF2-40B4-BE49-F238E27FC236}">
                <a16:creationId xmlns:a16="http://schemas.microsoft.com/office/drawing/2014/main" id="{A3AEFAEA-0F84-4CC3-985C-79EC0E05495C}"/>
              </a:ext>
            </a:extLst>
          </p:cNvPr>
          <p:cNvSpPr>
            <a:spLocks noGrp="1"/>
          </p:cNvSpPr>
          <p:nvPr/>
        </p:nvSpPr>
        <p:spPr>
          <a:xfrm>
            <a:off x="2819400" y="4476750"/>
            <a:ext cx="8001000" cy="1238250"/>
          </a:xfrm>
          <a:custGeom>
            <a:pathLst>
              <a:path w="8001000" h="1238250">
                <a:moveTo>
                  <a:pt x="0" y="0"/>
                </a:moveTo>
                <a:lnTo>
                  <a:pt x="33338" y="1909"/>
                </a:lnTo>
                <a:lnTo>
                  <a:pt x="66675" y="7622"/>
                </a:lnTo>
                <a:lnTo>
                  <a:pt x="100013" y="17106"/>
                </a:lnTo>
                <a:lnTo>
                  <a:pt x="133350" y="30302"/>
                </a:lnTo>
                <a:lnTo>
                  <a:pt x="166688" y="47128"/>
                </a:lnTo>
                <a:lnTo>
                  <a:pt x="200025" y="67481"/>
                </a:lnTo>
                <a:lnTo>
                  <a:pt x="233363" y="91234"/>
                </a:lnTo>
                <a:lnTo>
                  <a:pt x="266700" y="118242"/>
                </a:lnTo>
                <a:lnTo>
                  <a:pt x="300038" y="148339"/>
                </a:lnTo>
                <a:lnTo>
                  <a:pt x="333375" y="181338"/>
                </a:lnTo>
                <a:lnTo>
                  <a:pt x="366713" y="217035"/>
                </a:lnTo>
                <a:lnTo>
                  <a:pt x="400050" y="255212"/>
                </a:lnTo>
                <a:lnTo>
                  <a:pt x="433388" y="295633"/>
                </a:lnTo>
                <a:lnTo>
                  <a:pt x="466725" y="338048"/>
                </a:lnTo>
                <a:lnTo>
                  <a:pt x="500063" y="382196"/>
                </a:lnTo>
                <a:lnTo>
                  <a:pt x="533400" y="427805"/>
                </a:lnTo>
                <a:lnTo>
                  <a:pt x="566738" y="474593"/>
                </a:lnTo>
                <a:lnTo>
                  <a:pt x="600075" y="522273"/>
                </a:lnTo>
                <a:lnTo>
                  <a:pt x="633413" y="570549"/>
                </a:lnTo>
                <a:lnTo>
                  <a:pt x="666750" y="619125"/>
                </a:lnTo>
                <a:lnTo>
                  <a:pt x="700088" y="667701"/>
                </a:lnTo>
                <a:lnTo>
                  <a:pt x="733425" y="715977"/>
                </a:lnTo>
                <a:lnTo>
                  <a:pt x="766763" y="763657"/>
                </a:lnTo>
                <a:lnTo>
                  <a:pt x="800100" y="810445"/>
                </a:lnTo>
                <a:lnTo>
                  <a:pt x="833438" y="856054"/>
                </a:lnTo>
                <a:lnTo>
                  <a:pt x="866775" y="900202"/>
                </a:lnTo>
                <a:lnTo>
                  <a:pt x="900113" y="942617"/>
                </a:lnTo>
                <a:lnTo>
                  <a:pt x="933450" y="983038"/>
                </a:lnTo>
                <a:lnTo>
                  <a:pt x="966788" y="1021215"/>
                </a:lnTo>
                <a:lnTo>
                  <a:pt x="1000125" y="1056912"/>
                </a:lnTo>
                <a:lnTo>
                  <a:pt x="1033463" y="1089911"/>
                </a:lnTo>
                <a:lnTo>
                  <a:pt x="1066800" y="1120008"/>
                </a:lnTo>
                <a:lnTo>
                  <a:pt x="1100138" y="1147016"/>
                </a:lnTo>
                <a:lnTo>
                  <a:pt x="1133475" y="1170769"/>
                </a:lnTo>
                <a:lnTo>
                  <a:pt x="1166813" y="1191122"/>
                </a:lnTo>
                <a:lnTo>
                  <a:pt x="1200150" y="1207948"/>
                </a:lnTo>
                <a:lnTo>
                  <a:pt x="1233488" y="1221144"/>
                </a:lnTo>
                <a:lnTo>
                  <a:pt x="1266825" y="1230628"/>
                </a:lnTo>
                <a:lnTo>
                  <a:pt x="1300163" y="1236341"/>
                </a:lnTo>
                <a:lnTo>
                  <a:pt x="1333500" y="1238250"/>
                </a:lnTo>
                <a:lnTo>
                  <a:pt x="1366838" y="1236341"/>
                </a:lnTo>
                <a:lnTo>
                  <a:pt x="1400175" y="1230628"/>
                </a:lnTo>
                <a:lnTo>
                  <a:pt x="1433513" y="1221144"/>
                </a:lnTo>
                <a:lnTo>
                  <a:pt x="1466850" y="1207948"/>
                </a:lnTo>
                <a:lnTo>
                  <a:pt x="1500188" y="1191122"/>
                </a:lnTo>
                <a:lnTo>
                  <a:pt x="1533525" y="1170769"/>
                </a:lnTo>
                <a:lnTo>
                  <a:pt x="1566863" y="1147016"/>
                </a:lnTo>
                <a:lnTo>
                  <a:pt x="1600200" y="1120008"/>
                </a:lnTo>
                <a:lnTo>
                  <a:pt x="1633538" y="1089911"/>
                </a:lnTo>
                <a:lnTo>
                  <a:pt x="1666875" y="1056912"/>
                </a:lnTo>
                <a:lnTo>
                  <a:pt x="1700213" y="1021215"/>
                </a:lnTo>
                <a:lnTo>
                  <a:pt x="1733550" y="983038"/>
                </a:lnTo>
                <a:lnTo>
                  <a:pt x="1766888" y="942617"/>
                </a:lnTo>
                <a:lnTo>
                  <a:pt x="1800225" y="900202"/>
                </a:lnTo>
                <a:lnTo>
                  <a:pt x="1833563" y="856054"/>
                </a:lnTo>
                <a:lnTo>
                  <a:pt x="1866900" y="810445"/>
                </a:lnTo>
                <a:lnTo>
                  <a:pt x="1900238" y="763657"/>
                </a:lnTo>
                <a:lnTo>
                  <a:pt x="1933575" y="715977"/>
                </a:lnTo>
                <a:lnTo>
                  <a:pt x="1966913" y="667701"/>
                </a:lnTo>
                <a:lnTo>
                  <a:pt x="2000250" y="619125"/>
                </a:lnTo>
                <a:lnTo>
                  <a:pt x="2033588" y="570549"/>
                </a:lnTo>
                <a:lnTo>
                  <a:pt x="2066925" y="522273"/>
                </a:lnTo>
                <a:lnTo>
                  <a:pt x="2100263" y="474593"/>
                </a:lnTo>
                <a:lnTo>
                  <a:pt x="2133600" y="427805"/>
                </a:lnTo>
                <a:lnTo>
                  <a:pt x="2166938" y="382196"/>
                </a:lnTo>
                <a:lnTo>
                  <a:pt x="2200275" y="338048"/>
                </a:lnTo>
                <a:lnTo>
                  <a:pt x="2233613" y="295633"/>
                </a:lnTo>
                <a:lnTo>
                  <a:pt x="2266950" y="255212"/>
                </a:lnTo>
                <a:lnTo>
                  <a:pt x="2300288" y="217035"/>
                </a:lnTo>
                <a:lnTo>
                  <a:pt x="2333625" y="181338"/>
                </a:lnTo>
                <a:lnTo>
                  <a:pt x="2366963" y="148339"/>
                </a:lnTo>
                <a:lnTo>
                  <a:pt x="2400300" y="118242"/>
                </a:lnTo>
                <a:lnTo>
                  <a:pt x="2433638" y="91234"/>
                </a:lnTo>
                <a:lnTo>
                  <a:pt x="2466975" y="67481"/>
                </a:lnTo>
                <a:lnTo>
                  <a:pt x="2500313" y="47128"/>
                </a:lnTo>
                <a:lnTo>
                  <a:pt x="2533650" y="30302"/>
                </a:lnTo>
                <a:lnTo>
                  <a:pt x="2566988" y="17106"/>
                </a:lnTo>
                <a:lnTo>
                  <a:pt x="2600325" y="7622"/>
                </a:lnTo>
                <a:lnTo>
                  <a:pt x="2633663" y="1909"/>
                </a:lnTo>
                <a:lnTo>
                  <a:pt x="2667000" y="0"/>
                </a:lnTo>
                <a:lnTo>
                  <a:pt x="2700338" y="1909"/>
                </a:lnTo>
                <a:lnTo>
                  <a:pt x="2733675" y="7622"/>
                </a:lnTo>
                <a:lnTo>
                  <a:pt x="2767013" y="17106"/>
                </a:lnTo>
                <a:lnTo>
                  <a:pt x="2800350" y="30302"/>
                </a:lnTo>
                <a:lnTo>
                  <a:pt x="2833688" y="47128"/>
                </a:lnTo>
                <a:lnTo>
                  <a:pt x="2867025" y="67481"/>
                </a:lnTo>
                <a:lnTo>
                  <a:pt x="2900363" y="91234"/>
                </a:lnTo>
                <a:lnTo>
                  <a:pt x="2933700" y="118242"/>
                </a:lnTo>
                <a:lnTo>
                  <a:pt x="2967038" y="148339"/>
                </a:lnTo>
                <a:lnTo>
                  <a:pt x="3000375" y="181338"/>
                </a:lnTo>
                <a:lnTo>
                  <a:pt x="3033713" y="217035"/>
                </a:lnTo>
                <a:lnTo>
                  <a:pt x="3067050" y="255212"/>
                </a:lnTo>
                <a:lnTo>
                  <a:pt x="3100388" y="295633"/>
                </a:lnTo>
                <a:lnTo>
                  <a:pt x="3133725" y="338048"/>
                </a:lnTo>
                <a:lnTo>
                  <a:pt x="3167063" y="382196"/>
                </a:lnTo>
                <a:lnTo>
                  <a:pt x="3200400" y="427805"/>
                </a:lnTo>
                <a:lnTo>
                  <a:pt x="3233738" y="474593"/>
                </a:lnTo>
                <a:lnTo>
                  <a:pt x="3267075" y="522273"/>
                </a:lnTo>
                <a:lnTo>
                  <a:pt x="3300413" y="570549"/>
                </a:lnTo>
                <a:lnTo>
                  <a:pt x="3333750" y="619125"/>
                </a:lnTo>
                <a:lnTo>
                  <a:pt x="3367088" y="667701"/>
                </a:lnTo>
                <a:lnTo>
                  <a:pt x="3400425" y="715977"/>
                </a:lnTo>
                <a:lnTo>
                  <a:pt x="3433763" y="763657"/>
                </a:lnTo>
                <a:lnTo>
                  <a:pt x="3467100" y="810445"/>
                </a:lnTo>
                <a:lnTo>
                  <a:pt x="3500438" y="856054"/>
                </a:lnTo>
                <a:lnTo>
                  <a:pt x="3533775" y="900202"/>
                </a:lnTo>
                <a:lnTo>
                  <a:pt x="3567113" y="942617"/>
                </a:lnTo>
                <a:lnTo>
                  <a:pt x="3600450" y="983038"/>
                </a:lnTo>
                <a:lnTo>
                  <a:pt x="3633788" y="1021215"/>
                </a:lnTo>
                <a:lnTo>
                  <a:pt x="3667125" y="1056912"/>
                </a:lnTo>
                <a:lnTo>
                  <a:pt x="3700463" y="1089911"/>
                </a:lnTo>
                <a:lnTo>
                  <a:pt x="3733800" y="1120008"/>
                </a:lnTo>
                <a:lnTo>
                  <a:pt x="3767138" y="1147016"/>
                </a:lnTo>
                <a:lnTo>
                  <a:pt x="3800475" y="1170769"/>
                </a:lnTo>
                <a:lnTo>
                  <a:pt x="3833813" y="1191122"/>
                </a:lnTo>
                <a:lnTo>
                  <a:pt x="3867150" y="1207948"/>
                </a:lnTo>
                <a:lnTo>
                  <a:pt x="3900488" y="1221144"/>
                </a:lnTo>
                <a:lnTo>
                  <a:pt x="3933825" y="1230628"/>
                </a:lnTo>
                <a:lnTo>
                  <a:pt x="3967163" y="1236341"/>
                </a:lnTo>
                <a:lnTo>
                  <a:pt x="4000500" y="1238250"/>
                </a:lnTo>
                <a:lnTo>
                  <a:pt x="4033838" y="1236341"/>
                </a:lnTo>
                <a:lnTo>
                  <a:pt x="4067175" y="1230628"/>
                </a:lnTo>
                <a:lnTo>
                  <a:pt x="4100513" y="1221144"/>
                </a:lnTo>
                <a:lnTo>
                  <a:pt x="4133850" y="1207948"/>
                </a:lnTo>
                <a:lnTo>
                  <a:pt x="4167188" y="1191122"/>
                </a:lnTo>
                <a:lnTo>
                  <a:pt x="4200525" y="1170769"/>
                </a:lnTo>
                <a:lnTo>
                  <a:pt x="4233863" y="1147016"/>
                </a:lnTo>
                <a:lnTo>
                  <a:pt x="4267200" y="1120008"/>
                </a:lnTo>
                <a:lnTo>
                  <a:pt x="4300538" y="1089911"/>
                </a:lnTo>
                <a:lnTo>
                  <a:pt x="4333875" y="1056912"/>
                </a:lnTo>
                <a:lnTo>
                  <a:pt x="4367213" y="1021215"/>
                </a:lnTo>
                <a:lnTo>
                  <a:pt x="4400550" y="983038"/>
                </a:lnTo>
                <a:lnTo>
                  <a:pt x="4433888" y="942617"/>
                </a:lnTo>
                <a:lnTo>
                  <a:pt x="4467225" y="900202"/>
                </a:lnTo>
                <a:lnTo>
                  <a:pt x="4500563" y="856054"/>
                </a:lnTo>
                <a:lnTo>
                  <a:pt x="4533900" y="810445"/>
                </a:lnTo>
                <a:lnTo>
                  <a:pt x="4567238" y="763657"/>
                </a:lnTo>
                <a:lnTo>
                  <a:pt x="4600575" y="715977"/>
                </a:lnTo>
                <a:lnTo>
                  <a:pt x="4633913" y="667701"/>
                </a:lnTo>
                <a:lnTo>
                  <a:pt x="4667250" y="619125"/>
                </a:lnTo>
                <a:lnTo>
                  <a:pt x="4700588" y="570549"/>
                </a:lnTo>
                <a:lnTo>
                  <a:pt x="4733925" y="522273"/>
                </a:lnTo>
                <a:lnTo>
                  <a:pt x="4767263" y="474593"/>
                </a:lnTo>
                <a:lnTo>
                  <a:pt x="4800600" y="427805"/>
                </a:lnTo>
                <a:lnTo>
                  <a:pt x="4833938" y="382196"/>
                </a:lnTo>
                <a:lnTo>
                  <a:pt x="4867275" y="338048"/>
                </a:lnTo>
                <a:lnTo>
                  <a:pt x="4900613" y="295633"/>
                </a:lnTo>
                <a:lnTo>
                  <a:pt x="4933950" y="255212"/>
                </a:lnTo>
                <a:lnTo>
                  <a:pt x="4967288" y="217035"/>
                </a:lnTo>
                <a:lnTo>
                  <a:pt x="5000625" y="181338"/>
                </a:lnTo>
                <a:lnTo>
                  <a:pt x="5033963" y="148339"/>
                </a:lnTo>
                <a:lnTo>
                  <a:pt x="5067300" y="118242"/>
                </a:lnTo>
                <a:lnTo>
                  <a:pt x="5100638" y="91234"/>
                </a:lnTo>
                <a:lnTo>
                  <a:pt x="5133975" y="67481"/>
                </a:lnTo>
                <a:lnTo>
                  <a:pt x="5167313" y="47128"/>
                </a:lnTo>
                <a:lnTo>
                  <a:pt x="5200650" y="30302"/>
                </a:lnTo>
                <a:lnTo>
                  <a:pt x="5233988" y="17106"/>
                </a:lnTo>
                <a:lnTo>
                  <a:pt x="5267325" y="7622"/>
                </a:lnTo>
                <a:lnTo>
                  <a:pt x="5300663" y="1909"/>
                </a:lnTo>
                <a:lnTo>
                  <a:pt x="5334000" y="0"/>
                </a:lnTo>
                <a:lnTo>
                  <a:pt x="5367338" y="1909"/>
                </a:lnTo>
                <a:lnTo>
                  <a:pt x="5400675" y="7622"/>
                </a:lnTo>
                <a:lnTo>
                  <a:pt x="5434013" y="17106"/>
                </a:lnTo>
                <a:lnTo>
                  <a:pt x="5467350" y="30302"/>
                </a:lnTo>
                <a:lnTo>
                  <a:pt x="5500688" y="47128"/>
                </a:lnTo>
                <a:lnTo>
                  <a:pt x="5534025" y="67481"/>
                </a:lnTo>
                <a:lnTo>
                  <a:pt x="5567363" y="91234"/>
                </a:lnTo>
                <a:lnTo>
                  <a:pt x="5600700" y="118242"/>
                </a:lnTo>
                <a:lnTo>
                  <a:pt x="5634038" y="148339"/>
                </a:lnTo>
                <a:lnTo>
                  <a:pt x="5667375" y="181338"/>
                </a:lnTo>
                <a:lnTo>
                  <a:pt x="5700713" y="217035"/>
                </a:lnTo>
                <a:lnTo>
                  <a:pt x="5734050" y="255212"/>
                </a:lnTo>
                <a:lnTo>
                  <a:pt x="5767388" y="295633"/>
                </a:lnTo>
                <a:lnTo>
                  <a:pt x="5800725" y="338048"/>
                </a:lnTo>
                <a:lnTo>
                  <a:pt x="5834063" y="382196"/>
                </a:lnTo>
                <a:lnTo>
                  <a:pt x="5867400" y="427805"/>
                </a:lnTo>
                <a:lnTo>
                  <a:pt x="5900738" y="474593"/>
                </a:lnTo>
                <a:lnTo>
                  <a:pt x="5934075" y="522273"/>
                </a:lnTo>
                <a:lnTo>
                  <a:pt x="5967413" y="570549"/>
                </a:lnTo>
                <a:lnTo>
                  <a:pt x="6000750" y="619125"/>
                </a:lnTo>
                <a:lnTo>
                  <a:pt x="6034088" y="667701"/>
                </a:lnTo>
                <a:lnTo>
                  <a:pt x="6067425" y="715977"/>
                </a:lnTo>
                <a:lnTo>
                  <a:pt x="6100763" y="763657"/>
                </a:lnTo>
                <a:lnTo>
                  <a:pt x="6134100" y="810445"/>
                </a:lnTo>
                <a:lnTo>
                  <a:pt x="6167438" y="856054"/>
                </a:lnTo>
                <a:lnTo>
                  <a:pt x="6200775" y="900202"/>
                </a:lnTo>
                <a:lnTo>
                  <a:pt x="6234113" y="942617"/>
                </a:lnTo>
                <a:lnTo>
                  <a:pt x="6267450" y="983038"/>
                </a:lnTo>
                <a:lnTo>
                  <a:pt x="6300788" y="1021215"/>
                </a:lnTo>
                <a:lnTo>
                  <a:pt x="6334125" y="1056912"/>
                </a:lnTo>
                <a:lnTo>
                  <a:pt x="6367463" y="1089911"/>
                </a:lnTo>
                <a:lnTo>
                  <a:pt x="6400800" y="1120008"/>
                </a:lnTo>
                <a:lnTo>
                  <a:pt x="6434138" y="1147016"/>
                </a:lnTo>
                <a:lnTo>
                  <a:pt x="6467475" y="1170769"/>
                </a:lnTo>
                <a:lnTo>
                  <a:pt x="6500813" y="1191122"/>
                </a:lnTo>
                <a:lnTo>
                  <a:pt x="6534150" y="1207948"/>
                </a:lnTo>
                <a:lnTo>
                  <a:pt x="6567488" y="1221144"/>
                </a:lnTo>
                <a:lnTo>
                  <a:pt x="6600825" y="1230628"/>
                </a:lnTo>
                <a:lnTo>
                  <a:pt x="6634163" y="1236341"/>
                </a:lnTo>
                <a:lnTo>
                  <a:pt x="6667500" y="1238250"/>
                </a:lnTo>
                <a:lnTo>
                  <a:pt x="6700838" y="1236341"/>
                </a:lnTo>
                <a:lnTo>
                  <a:pt x="6734175" y="1230628"/>
                </a:lnTo>
                <a:lnTo>
                  <a:pt x="6767513" y="1221144"/>
                </a:lnTo>
                <a:lnTo>
                  <a:pt x="6800850" y="1207948"/>
                </a:lnTo>
                <a:lnTo>
                  <a:pt x="6834188" y="1191122"/>
                </a:lnTo>
                <a:lnTo>
                  <a:pt x="6867525" y="1170769"/>
                </a:lnTo>
                <a:lnTo>
                  <a:pt x="6900863" y="1147016"/>
                </a:lnTo>
                <a:lnTo>
                  <a:pt x="6934200" y="1120008"/>
                </a:lnTo>
                <a:lnTo>
                  <a:pt x="6967538" y="1089911"/>
                </a:lnTo>
                <a:lnTo>
                  <a:pt x="7000875" y="1056912"/>
                </a:lnTo>
                <a:lnTo>
                  <a:pt x="7034213" y="1021215"/>
                </a:lnTo>
                <a:lnTo>
                  <a:pt x="7067550" y="983038"/>
                </a:lnTo>
                <a:lnTo>
                  <a:pt x="7100888" y="942617"/>
                </a:lnTo>
                <a:lnTo>
                  <a:pt x="7134225" y="900202"/>
                </a:lnTo>
                <a:lnTo>
                  <a:pt x="7167563" y="856054"/>
                </a:lnTo>
                <a:lnTo>
                  <a:pt x="7200900" y="810445"/>
                </a:lnTo>
                <a:lnTo>
                  <a:pt x="7234238" y="763657"/>
                </a:lnTo>
                <a:lnTo>
                  <a:pt x="7267575" y="715977"/>
                </a:lnTo>
                <a:lnTo>
                  <a:pt x="7300913" y="667701"/>
                </a:lnTo>
                <a:lnTo>
                  <a:pt x="7334250" y="619125"/>
                </a:lnTo>
                <a:lnTo>
                  <a:pt x="7367588" y="570549"/>
                </a:lnTo>
                <a:lnTo>
                  <a:pt x="7400925" y="522273"/>
                </a:lnTo>
                <a:lnTo>
                  <a:pt x="7434263" y="474593"/>
                </a:lnTo>
                <a:lnTo>
                  <a:pt x="7467600" y="427805"/>
                </a:lnTo>
                <a:lnTo>
                  <a:pt x="7500938" y="382196"/>
                </a:lnTo>
                <a:lnTo>
                  <a:pt x="7534275" y="338048"/>
                </a:lnTo>
                <a:lnTo>
                  <a:pt x="7567613" y="295633"/>
                </a:lnTo>
                <a:lnTo>
                  <a:pt x="7600950" y="255212"/>
                </a:lnTo>
                <a:lnTo>
                  <a:pt x="7634288" y="217035"/>
                </a:lnTo>
                <a:lnTo>
                  <a:pt x="7667625" y="181338"/>
                </a:lnTo>
                <a:lnTo>
                  <a:pt x="7700963" y="148339"/>
                </a:lnTo>
                <a:lnTo>
                  <a:pt x="7734300" y="118242"/>
                </a:lnTo>
                <a:lnTo>
                  <a:pt x="7767638" y="91234"/>
                </a:lnTo>
                <a:lnTo>
                  <a:pt x="7800975" y="67481"/>
                </a:lnTo>
                <a:lnTo>
                  <a:pt x="7834313" y="47128"/>
                </a:lnTo>
                <a:lnTo>
                  <a:pt x="7867650" y="30302"/>
                </a:lnTo>
                <a:lnTo>
                  <a:pt x="7900988" y="17106"/>
                </a:lnTo>
                <a:lnTo>
                  <a:pt x="7934325" y="7622"/>
                </a:lnTo>
                <a:lnTo>
                  <a:pt x="7967663" y="1909"/>
                </a:lnTo>
                <a:lnTo>
                  <a:pt x="8001000" y="0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1" name="codex-p69-image-caption">
            <a:extLst>
              <a:ext uri="{FF2B5EF4-FFF2-40B4-BE49-F238E27FC236}">
                <a16:creationId xmlns:a16="http://schemas.microsoft.com/office/drawing/2014/main" id="{3193B164-DD39-454F-879A-D19CA18F9694}"/>
              </a:ext>
            </a:extLst>
          </p:cNvPr>
          <p:cNvSpPr>
            <a:spLocks noGrp="1"/>
          </p:cNvSpPr>
          <p:nvPr/>
        </p:nvSpPr>
        <p:spPr>
          <a:xfrm>
            <a:off x="609600" y="5816346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仅凭这三个点，不能唯一确定中间的连续变化。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可选拓展：编码与压缩有何区别？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声音首先是什么？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声音和电脑里的音频文件，是同一种量吗？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麦克风把声波变成什么？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连续电信号，怎样变成数字？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波形图画的是“声音的传播路线”吗？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演示B：放大波形，会看见采样点吗？</a:t>
            </a:r>
          </a:p>
        </p:txBody>
      </p:sp>
      <p:sp>
        <p:nvSpPr>
          <p:cNvPr id="5" name="codex-q12-image-caption">
            <a:extLst>
              <a:ext uri="{FF2B5EF4-FFF2-40B4-BE49-F238E27FC236}">
                <a16:creationId xmlns:a16="http://schemas.microsoft.com/office/drawing/2014/main" id="{DD3E57EA-B1E6-4166-8A69-49CC3A5CC783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同一段示意信号：左侧全段，右侧放大红框。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 Hz和2 Hz，一秒内取几个样本？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提高采样率，改变的是时间轴上的什么？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把振幅划分成0～7，共几个等级？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codex-q17-image-caption">
            <a:extLst>
              <a:ext uri="{FF2B5EF4-FFF2-40B4-BE49-F238E27FC236}">
                <a16:creationId xmlns:a16="http://schemas.microsoft.com/office/drawing/2014/main" id="{E47E7676-D7C9-42D9-A37B-2033C254BB0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 [0,8) 分成8段。</a:t>
            </a:r>
          </a:p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区间 [n,n+1) 的编号为n（n=0～7）。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量化等级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55" name="codex-q19-image-caption">
            <a:extLst>
              <a:ext uri="{FF2B5EF4-FFF2-40B4-BE49-F238E27FC236}">
                <a16:creationId xmlns:a16="http://schemas.microsoft.com/office/drawing/2014/main" id="{30CAD11F-3B79-4C90-90F4-1D765E65D60A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沿采样顺序，用3 bit写出各等级的码字。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8个等级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codex-q22-image-caption">
            <a:extLst>
              <a:ext uri="{FF2B5EF4-FFF2-40B4-BE49-F238E27FC236}">
                <a16:creationId xmlns:a16="http://schemas.microsoft.com/office/drawing/2014/main" id="{FB71C708-5136-4545-A4B7-8A4CDDAC6A7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同一输入3.71；范围 [0,8)，每档中点作代表值。</a:t>
            </a:r>
          </a:p>
        </p:txBody>
      </p:sp>
      <p:sp>
        <p:nvSpPr>
          <p:cNvPr id="6" name="codex-q22-image-caption">
            <a:extLst>
              <a:ext uri="{FF2B5EF4-FFF2-40B4-BE49-F238E27FC236}">
                <a16:creationId xmlns:a16="http://schemas.microsoft.com/office/drawing/2014/main" id="{C99D3BA8-B8D8-4FEE-B7D4-88ACB3FE182F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 bit：8个等级</a:t>
            </a:r>
          </a:p>
        </p:txBody>
      </p:sp>
      <p:sp>
        <p:nvSpPr>
          <p:cNvPr id="7" name="codex-q22-image-caption">
            <a:extLst>
              <a:ext uri="{FF2B5EF4-FFF2-40B4-BE49-F238E27FC236}">
                <a16:creationId xmlns:a16="http://schemas.microsoft.com/office/drawing/2014/main" id="{FDA8733F-AF56-4FC9-AAC4-CE52FFCBA464}"/>
              </a:ext>
            </a:extLst>
          </p:cNvPr>
          <p:cNvSpPr>
            <a:spLocks noGrp="1"/>
          </p:cNvSpPr>
          <p:nvPr/>
        </p:nvSpPr>
        <p:spPr>
          <a:xfrm>
            <a:off x="676275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bit：16个等级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演示C：3 bit变4 bit，样本会变多吗？</a:t>
            </a:r>
          </a:p>
        </p:txBody>
      </p:sp>
      <p:sp>
        <p:nvSpPr>
          <p:cNvPr id="5" name="codex-q24-image-caption">
            <a:extLst>
              <a:ext uri="{FF2B5EF4-FFF2-40B4-BE49-F238E27FC236}">
                <a16:creationId xmlns:a16="http://schemas.microsoft.com/office/drawing/2014/main" id="{40BBA36F-2FAD-40B9-8EB7-D2DFCB108A7E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输入、采样率和时长不变，只将3 bit改为4 bit。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采样更多、等级更密，就一定听得更好吗？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PCM样本和WAV文件，是一回事吗？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存储位宽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声道数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时长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未压缩PCM数据量公式，从哪里来？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1-tree-root">
            <a:extLst>
              <a:ext uri="{FF2B5EF4-FFF2-40B4-BE49-F238E27FC236}">
                <a16:creationId xmlns:a16="http://schemas.microsoft.com/office/drawing/2014/main" id="{7692EAE7-034B-4080-BBC6-89C39D3C8C7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1-tree-root-edge">
            <a:extLst>
              <a:ext uri="{FF2B5EF4-FFF2-40B4-BE49-F238E27FC236}">
                <a16:creationId xmlns:a16="http://schemas.microsoft.com/office/drawing/2014/main" id="{D9461AC4-941B-4FF6-8E86-2D8C633E092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1-tree-spine">
            <a:extLst>
              <a:ext uri="{FF2B5EF4-FFF2-40B4-BE49-F238E27FC236}">
                <a16:creationId xmlns:a16="http://schemas.microsoft.com/office/drawing/2014/main" id="{CD74870F-303E-4730-A8EA-A29381393606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1-tree-edge-0">
            <a:extLst>
              <a:ext uri="{FF2B5EF4-FFF2-40B4-BE49-F238E27FC236}">
                <a16:creationId xmlns:a16="http://schemas.microsoft.com/office/drawing/2014/main" id="{BA2FD458-CC55-40C0-A0ED-182D9AA400F9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1-tree-node-0">
            <a:extLst>
              <a:ext uri="{FF2B5EF4-FFF2-40B4-BE49-F238E27FC236}">
                <a16:creationId xmlns:a16="http://schemas.microsoft.com/office/drawing/2014/main" id="{811CD76D-9939-4622-B233-3E5997E79449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1-tree-description-0">
            <a:extLst>
              <a:ext uri="{FF2B5EF4-FFF2-40B4-BE49-F238E27FC236}">
                <a16:creationId xmlns:a16="http://schemas.microsoft.com/office/drawing/2014/main" id="{6A1AF6CE-1E18-4FB1-ABC7-840357D7D52E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1-tree-new-focus">
            <a:extLst>
              <a:ext uri="{FF2B5EF4-FFF2-40B4-BE49-F238E27FC236}">
                <a16:creationId xmlns:a16="http://schemas.microsoft.com/office/drawing/2014/main" id="{98AE2BBB-F63A-4057-B626-3CD3752B3704}"/>
              </a:ext>
            </a:extLst>
          </p:cNvPr>
          <p:cNvSpPr>
            <a:spLocks noGrp="1"/>
          </p:cNvSpPr>
          <p:nvPr/>
        </p:nvSpPr>
        <p:spPr>
          <a:xfrm>
            <a:off x="3667125" y="167640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2" name="codex-tree1-tree-focus-label">
            <a:extLst>
              <a:ext uri="{FF2B5EF4-FFF2-40B4-BE49-F238E27FC236}">
                <a16:creationId xmlns:a16="http://schemas.microsoft.com/office/drawing/2014/main" id="{9EF3D5C8-FA66-4A40-BB3A-8A17FFB8528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2-tree-root">
            <a:extLst>
              <a:ext uri="{FF2B5EF4-FFF2-40B4-BE49-F238E27FC236}">
                <a16:creationId xmlns:a16="http://schemas.microsoft.com/office/drawing/2014/main" id="{FAAE333C-ECFA-4BE8-A454-73E99D2FD6DA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2-tree-root-edge">
            <a:extLst>
              <a:ext uri="{FF2B5EF4-FFF2-40B4-BE49-F238E27FC236}">
                <a16:creationId xmlns:a16="http://schemas.microsoft.com/office/drawing/2014/main" id="{B7EC3336-1364-49FB-A9DC-4AC3863901CB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2-tree-spine">
            <a:extLst>
              <a:ext uri="{FF2B5EF4-FFF2-40B4-BE49-F238E27FC236}">
                <a16:creationId xmlns:a16="http://schemas.microsoft.com/office/drawing/2014/main" id="{206C39BF-F481-41E7-9A33-BE1BE9E0A2EE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2-tree-edge-0">
            <a:extLst>
              <a:ext uri="{FF2B5EF4-FFF2-40B4-BE49-F238E27FC236}">
                <a16:creationId xmlns:a16="http://schemas.microsoft.com/office/drawing/2014/main" id="{225C4597-ABE1-4580-B84B-3CBAC09039CA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2-tree-node-0">
            <a:extLst>
              <a:ext uri="{FF2B5EF4-FFF2-40B4-BE49-F238E27FC236}">
                <a16:creationId xmlns:a16="http://schemas.microsoft.com/office/drawing/2014/main" id="{DA6EAABF-4B68-494A-9A34-77EDF9B1A232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2-tree-description-0">
            <a:extLst>
              <a:ext uri="{FF2B5EF4-FFF2-40B4-BE49-F238E27FC236}">
                <a16:creationId xmlns:a16="http://schemas.microsoft.com/office/drawing/2014/main" id="{B242322F-BBA6-472A-A0ED-D721B5FBD8EE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2-tree-edge-1">
            <a:extLst>
              <a:ext uri="{FF2B5EF4-FFF2-40B4-BE49-F238E27FC236}">
                <a16:creationId xmlns:a16="http://schemas.microsoft.com/office/drawing/2014/main" id="{5A1DA475-D01A-494C-B6AC-268534C9BAB4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2-tree-node-1">
            <a:extLst>
              <a:ext uri="{FF2B5EF4-FFF2-40B4-BE49-F238E27FC236}">
                <a16:creationId xmlns:a16="http://schemas.microsoft.com/office/drawing/2014/main" id="{632326AD-1FD1-4BC7-9632-2D734954D001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2-tree-description-1">
            <a:extLst>
              <a:ext uri="{FF2B5EF4-FFF2-40B4-BE49-F238E27FC236}">
                <a16:creationId xmlns:a16="http://schemas.microsoft.com/office/drawing/2014/main" id="{5D9A4B05-344C-433B-A48F-3B274E2DEDCA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2-tree-new-focus">
            <a:extLst>
              <a:ext uri="{FF2B5EF4-FFF2-40B4-BE49-F238E27FC236}">
                <a16:creationId xmlns:a16="http://schemas.microsoft.com/office/drawing/2014/main" id="{1ECDB61A-AEB8-4662-A687-AC35F97D7FCC}"/>
              </a:ext>
            </a:extLst>
          </p:cNvPr>
          <p:cNvSpPr>
            <a:spLocks noGrp="1"/>
          </p:cNvSpPr>
          <p:nvPr/>
        </p:nvSpPr>
        <p:spPr>
          <a:xfrm>
            <a:off x="3667125" y="237172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5" name="codex-tree2-tree-focus-label">
            <a:extLst>
              <a:ext uri="{FF2B5EF4-FFF2-40B4-BE49-F238E27FC236}">
                <a16:creationId xmlns:a16="http://schemas.microsoft.com/office/drawing/2014/main" id="{1799382B-1831-4CDD-AB2E-A3CB39571D97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3-tree-root">
            <a:extLst>
              <a:ext uri="{FF2B5EF4-FFF2-40B4-BE49-F238E27FC236}">
                <a16:creationId xmlns:a16="http://schemas.microsoft.com/office/drawing/2014/main" id="{CD2CC205-6152-45E3-BF4D-19ED192710AD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3-tree-root-edge">
            <a:extLst>
              <a:ext uri="{FF2B5EF4-FFF2-40B4-BE49-F238E27FC236}">
                <a16:creationId xmlns:a16="http://schemas.microsoft.com/office/drawing/2014/main" id="{22C3744A-51A6-4790-87B3-D693D7079D37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3-tree-spine">
            <a:extLst>
              <a:ext uri="{FF2B5EF4-FFF2-40B4-BE49-F238E27FC236}">
                <a16:creationId xmlns:a16="http://schemas.microsoft.com/office/drawing/2014/main" id="{95EDEAAB-6CA8-466C-8EA6-DE5D42424B1B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3-tree-edge-0">
            <a:extLst>
              <a:ext uri="{FF2B5EF4-FFF2-40B4-BE49-F238E27FC236}">
                <a16:creationId xmlns:a16="http://schemas.microsoft.com/office/drawing/2014/main" id="{319667C8-6037-4B97-AB6F-4CA69D81C554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3-tree-node-0">
            <a:extLst>
              <a:ext uri="{FF2B5EF4-FFF2-40B4-BE49-F238E27FC236}">
                <a16:creationId xmlns:a16="http://schemas.microsoft.com/office/drawing/2014/main" id="{F034FF6F-BE91-426E-BB7C-5F9461026E17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3-tree-description-0">
            <a:extLst>
              <a:ext uri="{FF2B5EF4-FFF2-40B4-BE49-F238E27FC236}">
                <a16:creationId xmlns:a16="http://schemas.microsoft.com/office/drawing/2014/main" id="{F0FCAB81-5069-4A92-B475-73677B433F72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3-tree-edge-1">
            <a:extLst>
              <a:ext uri="{FF2B5EF4-FFF2-40B4-BE49-F238E27FC236}">
                <a16:creationId xmlns:a16="http://schemas.microsoft.com/office/drawing/2014/main" id="{E25397A4-5ACA-4261-AA07-5DC0B7450111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3-tree-node-1">
            <a:extLst>
              <a:ext uri="{FF2B5EF4-FFF2-40B4-BE49-F238E27FC236}">
                <a16:creationId xmlns:a16="http://schemas.microsoft.com/office/drawing/2014/main" id="{9FA9E6D9-610F-4508-AAED-EF7DB052D49F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3-tree-description-1">
            <a:extLst>
              <a:ext uri="{FF2B5EF4-FFF2-40B4-BE49-F238E27FC236}">
                <a16:creationId xmlns:a16="http://schemas.microsoft.com/office/drawing/2014/main" id="{B334697C-988B-4DB6-8115-9227F0AE9487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3-tree-edge-2">
            <a:extLst>
              <a:ext uri="{FF2B5EF4-FFF2-40B4-BE49-F238E27FC236}">
                <a16:creationId xmlns:a16="http://schemas.microsoft.com/office/drawing/2014/main" id="{752A0CBD-33F7-43D7-81E6-0CF1BDC49282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3-tree-node-2">
            <a:extLst>
              <a:ext uri="{FF2B5EF4-FFF2-40B4-BE49-F238E27FC236}">
                <a16:creationId xmlns:a16="http://schemas.microsoft.com/office/drawing/2014/main" id="{F2129456-8B07-4E80-A3FB-F2D5FCD84EBF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3-tree-description-2">
            <a:extLst>
              <a:ext uri="{FF2B5EF4-FFF2-40B4-BE49-F238E27FC236}">
                <a16:creationId xmlns:a16="http://schemas.microsoft.com/office/drawing/2014/main" id="{94995F3C-2DEF-4DC9-87C0-4D6C764A77B1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3-tree-new-focus">
            <a:extLst>
              <a:ext uri="{FF2B5EF4-FFF2-40B4-BE49-F238E27FC236}">
                <a16:creationId xmlns:a16="http://schemas.microsoft.com/office/drawing/2014/main" id="{9141DD09-EEE8-43AC-9446-0F25A4720FD8}"/>
              </a:ext>
            </a:extLst>
          </p:cNvPr>
          <p:cNvSpPr>
            <a:spLocks noGrp="1"/>
          </p:cNvSpPr>
          <p:nvPr/>
        </p:nvSpPr>
        <p:spPr>
          <a:xfrm>
            <a:off x="3667125" y="306705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8" name="codex-tree3-tree-focus-label">
            <a:extLst>
              <a:ext uri="{FF2B5EF4-FFF2-40B4-BE49-F238E27FC236}">
                <a16:creationId xmlns:a16="http://schemas.microsoft.com/office/drawing/2014/main" id="{A57A5CAA-03D7-4224-9A71-5646F96D48E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48,000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16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60 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codex-q43-image-caption">
            <a:extLst>
              <a:ext uri="{FF2B5EF4-FFF2-40B4-BE49-F238E27FC236}">
                <a16:creationId xmlns:a16="http://schemas.microsoft.com/office/drawing/2014/main" id="{5E364C8E-0D1B-4A2B-847C-D7E817DA9980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同一录音：采样率、存储位宽和时长不变。</a:t>
            </a:r>
          </a:p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只将双声道改为单声道。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图像采样与声音采样，哪里相同？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10分钟、每秒25帧，要保存多少张画面？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为什么要压缩？先想两种真实需求。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“中国”重复100次，有没有更简短的写法？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为什么重复内容更容易压缩？</a:t>
            </a:r>
          </a:p>
        </p:txBody>
      </p:sp>
      <p:sp>
        <p:nvSpPr>
          <p:cNvPr id="5" name="codex-q53-image-caption">
            <a:extLst>
              <a:ext uri="{FF2B5EF4-FFF2-40B4-BE49-F238E27FC236}">
                <a16:creationId xmlns:a16="http://schemas.microsoft.com/office/drawing/2014/main" id="{F2B9637F-2DDB-43AA-B202-387F4F0AE7AD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高度重复的内容</a:t>
            </a:r>
          </a:p>
        </p:txBody>
      </p:sp>
      <p:sp>
        <p:nvSpPr>
          <p:cNvPr id="6" name="codex-q53-image-caption">
            <a:extLst>
              <a:ext uri="{FF2B5EF4-FFF2-40B4-BE49-F238E27FC236}">
                <a16:creationId xmlns:a16="http://schemas.microsoft.com/office/drawing/2014/main" id="{35D11074-BF5C-43A4-BE6C-647EF09BA00B}"/>
              </a:ext>
            </a:extLst>
          </p:cNvPr>
          <p:cNvSpPr>
            <a:spLocks noGrp="1"/>
          </p:cNvSpPr>
          <p:nvPr/>
        </p:nvSpPr>
        <p:spPr>
          <a:xfrm>
            <a:off x="6724650" y="176212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变化复杂的内容</a:t>
            </a:r>
          </a:p>
        </p:txBody>
      </p:sp>
      <p:sp>
        <p:nvSpPr>
          <p:cNvPr id="7" name="codex-q53-image-caption">
            <a:extLst>
              <a:ext uri="{FF2B5EF4-FFF2-40B4-BE49-F238E27FC236}">
                <a16:creationId xmlns:a16="http://schemas.microsoft.com/office/drawing/2014/main" id="{03B8BC7A-55AD-4B04-A312-893DAEEB2212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5257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AAAAAAAAAA…</a:t>
            </a:r>
          </a:p>
        </p:txBody>
      </p:sp>
      <p:sp>
        <p:nvSpPr>
          <p:cNvPr id="8" name="codex-q53-image-caption">
            <a:extLst>
              <a:ext uri="{FF2B5EF4-FFF2-40B4-BE49-F238E27FC236}">
                <a16:creationId xmlns:a16="http://schemas.microsoft.com/office/drawing/2014/main" id="{EEB1123B-5E09-4B0C-BFAB-97B1C2AF2A1D}"/>
              </a:ext>
            </a:extLst>
          </p:cNvPr>
          <p:cNvSpPr>
            <a:spLocks noGrp="1"/>
          </p:cNvSpPr>
          <p:nvPr/>
        </p:nvSpPr>
        <p:spPr>
          <a:xfrm>
            <a:off x="6724650" y="274320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AX3Q9P8F2…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压缩到底改变了什么？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两种压缩：怎样区分“无损”和“有损”？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ZIP / 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rPr>
              <a:t>MP3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WAV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rPr>
              <a:t>MP4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已经压成MP3、JPG，再用RAR压一遍呢？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是不是压得越小就一定越好？</a:t>
            </a:r>
          </a:p>
        </p:txBody>
      </p:sp>
      <p:pic>
        <p:nvPicPr>
          <p:cNvPr id="5" name="codex-q65-">
            <a:extLst>
              <a:ext uri="{FF2B5EF4-FFF2-40B4-BE49-F238E27FC236}">
                <a16:creationId xmlns:a16="http://schemas.microsoft.com/office/drawing/2014/main" id="{02F458F0-A0AC-4918-900D-CB5F556A2294}"/>
              </a:ext>
            </a:extLst>
          </p:cNvPr>
          <p:cNvPicPr>
            <a:picLocks noChangeAspect="1"/>
          </p:cNvPicPr>
          <p:nvPr/>
        </p:nvPicPr>
        <p:blipFill>
          <a:blip r:embed="rIdCodex5"/>
          <a:stretch/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q65-">
            <a:extLst>
              <a:ext uri="{FF2B5EF4-FFF2-40B4-BE49-F238E27FC236}">
                <a16:creationId xmlns:a16="http://schemas.microsoft.com/office/drawing/2014/main" id="{AB935884-08C1-45DD-A65A-4F9F14F1175C}"/>
              </a:ext>
            </a:extLst>
          </p:cNvPr>
          <p:cNvPicPr>
            <a:picLocks noChangeAspect="1"/>
          </p:cNvPicPr>
          <p:nvPr/>
        </p:nvPicPr>
        <p:blipFill>
          <a:blip r:embed="rIdCodex6"/>
          <a:stretch/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q65-image-caption">
            <a:extLst>
              <a:ext uri="{FF2B5EF4-FFF2-40B4-BE49-F238E27FC236}">
                <a16:creationId xmlns:a16="http://schemas.microsoft.com/office/drawing/2014/main" id="{E4494003-8E0D-4088-A717-1B6BC5B23F70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重要文档长期备份</a:t>
            </a:r>
          </a:p>
        </p:txBody>
      </p:sp>
      <p:sp>
        <p:nvSpPr>
          <p:cNvPr id="8" name="codex-q65-image-caption">
            <a:extLst>
              <a:ext uri="{FF2B5EF4-FFF2-40B4-BE49-F238E27FC236}">
                <a16:creationId xmlns:a16="http://schemas.microsoft.com/office/drawing/2014/main" id="{27EC78D5-DA89-43F9-B187-461B525183F1}"/>
              </a:ext>
            </a:extLst>
          </p:cNvPr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实时视频通话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4-tree-root">
            <a:extLst>
              <a:ext uri="{FF2B5EF4-FFF2-40B4-BE49-F238E27FC236}">
                <a16:creationId xmlns:a16="http://schemas.microsoft.com/office/drawing/2014/main" id="{326C81EB-574F-4108-9C1B-D5E92342FE5B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4-tree-root-edge">
            <a:extLst>
              <a:ext uri="{FF2B5EF4-FFF2-40B4-BE49-F238E27FC236}">
                <a16:creationId xmlns:a16="http://schemas.microsoft.com/office/drawing/2014/main" id="{E6D60AC9-08EB-4410-8CF1-620719B27005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4-tree-spine">
            <a:extLst>
              <a:ext uri="{FF2B5EF4-FFF2-40B4-BE49-F238E27FC236}">
                <a16:creationId xmlns:a16="http://schemas.microsoft.com/office/drawing/2014/main" id="{051E8DDF-4CA7-4DB2-B586-CE7B217E4376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4-tree-edge-0">
            <a:extLst>
              <a:ext uri="{FF2B5EF4-FFF2-40B4-BE49-F238E27FC236}">
                <a16:creationId xmlns:a16="http://schemas.microsoft.com/office/drawing/2014/main" id="{D1C15F3F-0920-4846-AA46-5DBCD8042DEC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4-tree-node-0">
            <a:extLst>
              <a:ext uri="{FF2B5EF4-FFF2-40B4-BE49-F238E27FC236}">
                <a16:creationId xmlns:a16="http://schemas.microsoft.com/office/drawing/2014/main" id="{D7DE4078-3188-4AFB-9640-60BF454C6D35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4-tree-description-0">
            <a:extLst>
              <a:ext uri="{FF2B5EF4-FFF2-40B4-BE49-F238E27FC236}">
                <a16:creationId xmlns:a16="http://schemas.microsoft.com/office/drawing/2014/main" id="{465F0DF9-71F9-47CD-AD91-7F86BCB170B5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4-tree-edge-1">
            <a:extLst>
              <a:ext uri="{FF2B5EF4-FFF2-40B4-BE49-F238E27FC236}">
                <a16:creationId xmlns:a16="http://schemas.microsoft.com/office/drawing/2014/main" id="{36A48445-044A-42F5-AEE6-E560E761FE0E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4-tree-node-1">
            <a:extLst>
              <a:ext uri="{FF2B5EF4-FFF2-40B4-BE49-F238E27FC236}">
                <a16:creationId xmlns:a16="http://schemas.microsoft.com/office/drawing/2014/main" id="{B9A7E353-AB93-4BEE-AC73-01B765AFD38B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4-tree-description-1">
            <a:extLst>
              <a:ext uri="{FF2B5EF4-FFF2-40B4-BE49-F238E27FC236}">
                <a16:creationId xmlns:a16="http://schemas.microsoft.com/office/drawing/2014/main" id="{6CB376E4-F3C1-4E24-B255-BC8FD95AB96E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4-tree-edge-2">
            <a:extLst>
              <a:ext uri="{FF2B5EF4-FFF2-40B4-BE49-F238E27FC236}">
                <a16:creationId xmlns:a16="http://schemas.microsoft.com/office/drawing/2014/main" id="{1C40B8B5-8CE6-4FAF-93FC-0C0578F714F3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4-tree-node-2">
            <a:extLst>
              <a:ext uri="{FF2B5EF4-FFF2-40B4-BE49-F238E27FC236}">
                <a16:creationId xmlns:a16="http://schemas.microsoft.com/office/drawing/2014/main" id="{4F7AD8D9-EF84-405C-87B9-CDA2EE69CF1D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4-tree-description-2">
            <a:extLst>
              <a:ext uri="{FF2B5EF4-FFF2-40B4-BE49-F238E27FC236}">
                <a16:creationId xmlns:a16="http://schemas.microsoft.com/office/drawing/2014/main" id="{ED068E6A-CF16-495B-B8E3-3644A15E2409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4-tree-edge-3">
            <a:extLst>
              <a:ext uri="{FF2B5EF4-FFF2-40B4-BE49-F238E27FC236}">
                <a16:creationId xmlns:a16="http://schemas.microsoft.com/office/drawing/2014/main" id="{965A82A6-8F0E-4848-B605-A4EE1B330DB5}"/>
              </a:ext>
            </a:extLst>
          </p:cNvPr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4-tree-node-3">
            <a:extLst>
              <a:ext uri="{FF2B5EF4-FFF2-40B4-BE49-F238E27FC236}">
                <a16:creationId xmlns:a16="http://schemas.microsoft.com/office/drawing/2014/main" id="{A94AFC78-3CF3-4926-802A-6F85E34A44FA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逐帧未压缩视频</a:t>
            </a:r>
          </a:p>
        </p:txBody>
      </p:sp>
      <p:sp>
        <p:nvSpPr>
          <p:cNvPr id="19" name="codex-tree4-tree-description-3">
            <a:extLst>
              <a:ext uri="{FF2B5EF4-FFF2-40B4-BE49-F238E27FC236}">
                <a16:creationId xmlns:a16="http://schemas.microsoft.com/office/drawing/2014/main" id="{1E312116-4929-4823-9871-1DD233BE91F2}"/>
              </a:ext>
            </a:extLst>
          </p:cNvPr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单帧像素数据量 × 总帧数</a:t>
            </a:r>
          </a:p>
        </p:txBody>
      </p:sp>
      <p:sp>
        <p:nvSpPr>
          <p:cNvPr id="20" name="codex-tree4-tree-new-focus">
            <a:extLst>
              <a:ext uri="{FF2B5EF4-FFF2-40B4-BE49-F238E27FC236}">
                <a16:creationId xmlns:a16="http://schemas.microsoft.com/office/drawing/2014/main" id="{92734314-954C-4184-B26F-556B1FD8AA63}"/>
              </a:ext>
            </a:extLst>
          </p:cNvPr>
          <p:cNvSpPr>
            <a:spLocks noGrp="1"/>
          </p:cNvSpPr>
          <p:nvPr/>
        </p:nvSpPr>
        <p:spPr>
          <a:xfrm>
            <a:off x="3667125" y="376237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1" name="codex-tree4-tree-focus-label">
            <a:extLst>
              <a:ext uri="{FF2B5EF4-FFF2-40B4-BE49-F238E27FC236}">
                <a16:creationId xmlns:a16="http://schemas.microsoft.com/office/drawing/2014/main" id="{88AB69B8-9400-4231-BE07-E08DCC89C16D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5-tree-root">
            <a:extLst>
              <a:ext uri="{FF2B5EF4-FFF2-40B4-BE49-F238E27FC236}">
                <a16:creationId xmlns:a16="http://schemas.microsoft.com/office/drawing/2014/main" id="{16C7784D-2A05-4042-A95E-1FC7C087A023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5-tree-root-edge">
            <a:extLst>
              <a:ext uri="{FF2B5EF4-FFF2-40B4-BE49-F238E27FC236}">
                <a16:creationId xmlns:a16="http://schemas.microsoft.com/office/drawing/2014/main" id="{C98351E2-9625-451F-8352-96703802B0C2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5-tree-spine">
            <a:extLst>
              <a:ext uri="{FF2B5EF4-FFF2-40B4-BE49-F238E27FC236}">
                <a16:creationId xmlns:a16="http://schemas.microsoft.com/office/drawing/2014/main" id="{038E005F-4D49-495B-9A93-CF949E3EFF97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5-tree-edge-0">
            <a:extLst>
              <a:ext uri="{FF2B5EF4-FFF2-40B4-BE49-F238E27FC236}">
                <a16:creationId xmlns:a16="http://schemas.microsoft.com/office/drawing/2014/main" id="{439B448F-27CC-44B9-A617-B21E66CD78E7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5-tree-node-0">
            <a:extLst>
              <a:ext uri="{FF2B5EF4-FFF2-40B4-BE49-F238E27FC236}">
                <a16:creationId xmlns:a16="http://schemas.microsoft.com/office/drawing/2014/main" id="{576672D6-381A-41D0-9A12-C7A007DC15D9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5-tree-description-0">
            <a:extLst>
              <a:ext uri="{FF2B5EF4-FFF2-40B4-BE49-F238E27FC236}">
                <a16:creationId xmlns:a16="http://schemas.microsoft.com/office/drawing/2014/main" id="{45561DDE-AFC6-4E1B-9A9F-60BCABC8C5BA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5-tree-edge-1">
            <a:extLst>
              <a:ext uri="{FF2B5EF4-FFF2-40B4-BE49-F238E27FC236}">
                <a16:creationId xmlns:a16="http://schemas.microsoft.com/office/drawing/2014/main" id="{26C88488-9754-406A-BABD-2486A1EC6504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5-tree-node-1">
            <a:extLst>
              <a:ext uri="{FF2B5EF4-FFF2-40B4-BE49-F238E27FC236}">
                <a16:creationId xmlns:a16="http://schemas.microsoft.com/office/drawing/2014/main" id="{9EF8F37B-27A9-4B0C-A169-F1DCC5B7A067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5-tree-description-1">
            <a:extLst>
              <a:ext uri="{FF2B5EF4-FFF2-40B4-BE49-F238E27FC236}">
                <a16:creationId xmlns:a16="http://schemas.microsoft.com/office/drawing/2014/main" id="{7F71C985-F4FE-4A31-8F86-4AD3AA4959B4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5-tree-edge-2">
            <a:extLst>
              <a:ext uri="{FF2B5EF4-FFF2-40B4-BE49-F238E27FC236}">
                <a16:creationId xmlns:a16="http://schemas.microsoft.com/office/drawing/2014/main" id="{EC53FEE1-7F85-4349-843E-AE1FDB7FA41B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5-tree-node-2">
            <a:extLst>
              <a:ext uri="{FF2B5EF4-FFF2-40B4-BE49-F238E27FC236}">
                <a16:creationId xmlns:a16="http://schemas.microsoft.com/office/drawing/2014/main" id="{DB377A62-0224-4841-8E20-C349CAF9D45B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5-tree-description-2">
            <a:extLst>
              <a:ext uri="{FF2B5EF4-FFF2-40B4-BE49-F238E27FC236}">
                <a16:creationId xmlns:a16="http://schemas.microsoft.com/office/drawing/2014/main" id="{F2EC3955-72A8-4CF2-9190-C6E9B08B6C6E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5-tree-edge-3">
            <a:extLst>
              <a:ext uri="{FF2B5EF4-FFF2-40B4-BE49-F238E27FC236}">
                <a16:creationId xmlns:a16="http://schemas.microsoft.com/office/drawing/2014/main" id="{C4834534-498D-45CC-A10C-9E29E7C1AA67}"/>
              </a:ext>
            </a:extLst>
          </p:cNvPr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5-tree-node-3">
            <a:extLst>
              <a:ext uri="{FF2B5EF4-FFF2-40B4-BE49-F238E27FC236}">
                <a16:creationId xmlns:a16="http://schemas.microsoft.com/office/drawing/2014/main" id="{5C9CE3C9-17DE-4F78-BF4F-BC7C02C481C9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逐帧未压缩视频</a:t>
            </a:r>
          </a:p>
        </p:txBody>
      </p:sp>
      <p:sp>
        <p:nvSpPr>
          <p:cNvPr id="19" name="codex-tree5-tree-description-3">
            <a:extLst>
              <a:ext uri="{FF2B5EF4-FFF2-40B4-BE49-F238E27FC236}">
                <a16:creationId xmlns:a16="http://schemas.microsoft.com/office/drawing/2014/main" id="{02BBF8B2-BDD9-473D-BA1E-45359A98AE64}"/>
              </a:ext>
            </a:extLst>
          </p:cNvPr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单帧像素数据量 × 总帧数</a:t>
            </a:r>
          </a:p>
        </p:txBody>
      </p:sp>
      <p:sp>
        <p:nvSpPr>
          <p:cNvPr id="20" name="codex-tree5-tree-edge-4">
            <a:extLst>
              <a:ext uri="{FF2B5EF4-FFF2-40B4-BE49-F238E27FC236}">
                <a16:creationId xmlns:a16="http://schemas.microsoft.com/office/drawing/2014/main" id="{34309227-1875-4CE8-B655-A705F29ADE83}"/>
              </a:ext>
            </a:extLst>
          </p:cNvPr>
          <p:cNvSpPr>
            <a:spLocks noGrp="1"/>
          </p:cNvSpPr>
          <p:nvPr/>
        </p:nvSpPr>
        <p:spPr>
          <a:xfrm>
            <a:off x="3381375" y="47720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codex-tree5-tree-node-4">
            <a:extLst>
              <a:ext uri="{FF2B5EF4-FFF2-40B4-BE49-F238E27FC236}">
                <a16:creationId xmlns:a16="http://schemas.microsoft.com/office/drawing/2014/main" id="{71FB9EEC-C103-404C-9B22-6819DF9631FA}"/>
              </a:ext>
            </a:extLst>
          </p:cNvPr>
          <p:cNvSpPr>
            <a:spLocks noGrp="1"/>
          </p:cNvSpPr>
          <p:nvPr/>
        </p:nvSpPr>
        <p:spPr>
          <a:xfrm>
            <a:off x="3752850" y="45434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压缩的目的</a:t>
            </a:r>
          </a:p>
        </p:txBody>
      </p:sp>
      <p:sp>
        <p:nvSpPr>
          <p:cNvPr id="22" name="codex-tree5-tree-description-4">
            <a:extLst>
              <a:ext uri="{FF2B5EF4-FFF2-40B4-BE49-F238E27FC236}">
                <a16:creationId xmlns:a16="http://schemas.microsoft.com/office/drawing/2014/main" id="{91B1B11B-EEE2-4B3C-B6A2-2E0FE9ABEA37}"/>
              </a:ext>
            </a:extLst>
          </p:cNvPr>
          <p:cNvSpPr>
            <a:spLocks noGrp="1"/>
          </p:cNvSpPr>
          <p:nvPr/>
        </p:nvSpPr>
        <p:spPr>
          <a:xfrm>
            <a:off x="6772275" y="45434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节省空间；减少传输数据量</a:t>
            </a:r>
          </a:p>
        </p:txBody>
      </p:sp>
      <p:sp>
        <p:nvSpPr>
          <p:cNvPr id="23" name="codex-tree5-tree-new-focus">
            <a:extLst>
              <a:ext uri="{FF2B5EF4-FFF2-40B4-BE49-F238E27FC236}">
                <a16:creationId xmlns:a16="http://schemas.microsoft.com/office/drawing/2014/main" id="{C008A336-6203-4EDD-B077-20CEC73568AF}"/>
              </a:ext>
            </a:extLst>
          </p:cNvPr>
          <p:cNvSpPr>
            <a:spLocks noGrp="1"/>
          </p:cNvSpPr>
          <p:nvPr/>
        </p:nvSpPr>
        <p:spPr>
          <a:xfrm>
            <a:off x="3667125" y="445770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4" name="codex-tree5-tree-focus-label">
            <a:extLst>
              <a:ext uri="{FF2B5EF4-FFF2-40B4-BE49-F238E27FC236}">
                <a16:creationId xmlns:a16="http://schemas.microsoft.com/office/drawing/2014/main" id="{3E85AE3F-4980-4FE1-92B2-D9AFDCC2B85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6-tree-root">
            <a:extLst>
              <a:ext uri="{FF2B5EF4-FFF2-40B4-BE49-F238E27FC236}">
                <a16:creationId xmlns:a16="http://schemas.microsoft.com/office/drawing/2014/main" id="{9AEE54F5-1899-49E1-8F75-6C4DABD428E8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6-tree-root-edge">
            <a:extLst>
              <a:ext uri="{FF2B5EF4-FFF2-40B4-BE49-F238E27FC236}">
                <a16:creationId xmlns:a16="http://schemas.microsoft.com/office/drawing/2014/main" id="{62076FE9-7E66-44B1-861C-85F0C2FF3FA4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6-tree-spine">
            <a:extLst>
              <a:ext uri="{FF2B5EF4-FFF2-40B4-BE49-F238E27FC236}">
                <a16:creationId xmlns:a16="http://schemas.microsoft.com/office/drawing/2014/main" id="{29C6F7F5-A143-4BDD-9158-1C9BB4A38DE0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6-tree-edge-0">
            <a:extLst>
              <a:ext uri="{FF2B5EF4-FFF2-40B4-BE49-F238E27FC236}">
                <a16:creationId xmlns:a16="http://schemas.microsoft.com/office/drawing/2014/main" id="{E4F695CC-B603-484B-9717-5DEA656FAB3C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6-tree-node-0">
            <a:extLst>
              <a:ext uri="{FF2B5EF4-FFF2-40B4-BE49-F238E27FC236}">
                <a16:creationId xmlns:a16="http://schemas.microsoft.com/office/drawing/2014/main" id="{5E0A9E02-C61A-49A4-88E1-F100CA19B74A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6-tree-description-0">
            <a:extLst>
              <a:ext uri="{FF2B5EF4-FFF2-40B4-BE49-F238E27FC236}">
                <a16:creationId xmlns:a16="http://schemas.microsoft.com/office/drawing/2014/main" id="{33BB115F-6695-4A07-9D39-7E4141D612E8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6-tree-edge-1">
            <a:extLst>
              <a:ext uri="{FF2B5EF4-FFF2-40B4-BE49-F238E27FC236}">
                <a16:creationId xmlns:a16="http://schemas.microsoft.com/office/drawing/2014/main" id="{F5F33500-54D3-4CA1-9D1A-E8BB56BD6364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6-tree-node-1">
            <a:extLst>
              <a:ext uri="{FF2B5EF4-FFF2-40B4-BE49-F238E27FC236}">
                <a16:creationId xmlns:a16="http://schemas.microsoft.com/office/drawing/2014/main" id="{722C5B4F-3169-4293-BDF8-1FDE4E64327B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6-tree-description-1">
            <a:extLst>
              <a:ext uri="{FF2B5EF4-FFF2-40B4-BE49-F238E27FC236}">
                <a16:creationId xmlns:a16="http://schemas.microsoft.com/office/drawing/2014/main" id="{04C79610-6189-4ACD-8F3E-397ACEC625C9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6-tree-edge-2">
            <a:extLst>
              <a:ext uri="{FF2B5EF4-FFF2-40B4-BE49-F238E27FC236}">
                <a16:creationId xmlns:a16="http://schemas.microsoft.com/office/drawing/2014/main" id="{C9D0BCC5-505A-4112-9C31-1DF3944FD70F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6-tree-node-2">
            <a:extLst>
              <a:ext uri="{FF2B5EF4-FFF2-40B4-BE49-F238E27FC236}">
                <a16:creationId xmlns:a16="http://schemas.microsoft.com/office/drawing/2014/main" id="{1BE36E38-6B79-48CD-B136-D824C16BCC67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6-tree-description-2">
            <a:extLst>
              <a:ext uri="{FF2B5EF4-FFF2-40B4-BE49-F238E27FC236}">
                <a16:creationId xmlns:a16="http://schemas.microsoft.com/office/drawing/2014/main" id="{AEE1F058-BA64-429D-83D9-54C1AC1E83B4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6-tree-edge-3">
            <a:extLst>
              <a:ext uri="{FF2B5EF4-FFF2-40B4-BE49-F238E27FC236}">
                <a16:creationId xmlns:a16="http://schemas.microsoft.com/office/drawing/2014/main" id="{1B26E706-0A12-4442-9610-21F86311D571}"/>
              </a:ext>
            </a:extLst>
          </p:cNvPr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6-tree-node-3">
            <a:extLst>
              <a:ext uri="{FF2B5EF4-FFF2-40B4-BE49-F238E27FC236}">
                <a16:creationId xmlns:a16="http://schemas.microsoft.com/office/drawing/2014/main" id="{6CB0760A-F15E-47F6-A8C9-D73B6F7674DB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逐帧未压缩视频</a:t>
            </a:r>
          </a:p>
        </p:txBody>
      </p:sp>
      <p:sp>
        <p:nvSpPr>
          <p:cNvPr id="19" name="codex-tree6-tree-description-3">
            <a:extLst>
              <a:ext uri="{FF2B5EF4-FFF2-40B4-BE49-F238E27FC236}">
                <a16:creationId xmlns:a16="http://schemas.microsoft.com/office/drawing/2014/main" id="{B5279829-B496-42CC-9502-EFC354FC13FD}"/>
              </a:ext>
            </a:extLst>
          </p:cNvPr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单帧像素数据量 × 总帧数</a:t>
            </a:r>
          </a:p>
        </p:txBody>
      </p:sp>
      <p:sp>
        <p:nvSpPr>
          <p:cNvPr id="20" name="codex-tree6-tree-edge-4">
            <a:extLst>
              <a:ext uri="{FF2B5EF4-FFF2-40B4-BE49-F238E27FC236}">
                <a16:creationId xmlns:a16="http://schemas.microsoft.com/office/drawing/2014/main" id="{6C90E4C6-8033-4B8A-8090-01F9607118B2}"/>
              </a:ext>
            </a:extLst>
          </p:cNvPr>
          <p:cNvSpPr>
            <a:spLocks noGrp="1"/>
          </p:cNvSpPr>
          <p:nvPr/>
        </p:nvSpPr>
        <p:spPr>
          <a:xfrm>
            <a:off x="3381375" y="47720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codex-tree6-tree-node-4">
            <a:extLst>
              <a:ext uri="{FF2B5EF4-FFF2-40B4-BE49-F238E27FC236}">
                <a16:creationId xmlns:a16="http://schemas.microsoft.com/office/drawing/2014/main" id="{6700728D-954D-49E9-B22E-47ADEAF2A5F6}"/>
              </a:ext>
            </a:extLst>
          </p:cNvPr>
          <p:cNvSpPr>
            <a:spLocks noGrp="1"/>
          </p:cNvSpPr>
          <p:nvPr/>
        </p:nvSpPr>
        <p:spPr>
          <a:xfrm>
            <a:off x="3752850" y="45434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压缩的目的</a:t>
            </a:r>
          </a:p>
        </p:txBody>
      </p:sp>
      <p:sp>
        <p:nvSpPr>
          <p:cNvPr id="22" name="codex-tree6-tree-description-4">
            <a:extLst>
              <a:ext uri="{FF2B5EF4-FFF2-40B4-BE49-F238E27FC236}">
                <a16:creationId xmlns:a16="http://schemas.microsoft.com/office/drawing/2014/main" id="{6E22995F-24EB-4A69-9D9E-111B1FDBCAFF}"/>
              </a:ext>
            </a:extLst>
          </p:cNvPr>
          <p:cNvSpPr>
            <a:spLocks noGrp="1"/>
          </p:cNvSpPr>
          <p:nvPr/>
        </p:nvSpPr>
        <p:spPr>
          <a:xfrm>
            <a:off x="6772275" y="45434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节省空间；减少传输数据量</a:t>
            </a:r>
          </a:p>
        </p:txBody>
      </p:sp>
      <p:sp>
        <p:nvSpPr>
          <p:cNvPr id="23" name="codex-tree6-tree-edge-5">
            <a:extLst>
              <a:ext uri="{FF2B5EF4-FFF2-40B4-BE49-F238E27FC236}">
                <a16:creationId xmlns:a16="http://schemas.microsoft.com/office/drawing/2014/main" id="{07710BF6-61DE-4786-AF0A-84CED87920F9}"/>
              </a:ext>
            </a:extLst>
          </p:cNvPr>
          <p:cNvSpPr>
            <a:spLocks noGrp="1"/>
          </p:cNvSpPr>
          <p:nvPr/>
        </p:nvSpPr>
        <p:spPr>
          <a:xfrm>
            <a:off x="3381375" y="54673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4" name="codex-tree6-tree-node-5">
            <a:extLst>
              <a:ext uri="{FF2B5EF4-FFF2-40B4-BE49-F238E27FC236}">
                <a16:creationId xmlns:a16="http://schemas.microsoft.com/office/drawing/2014/main" id="{F028AC00-733F-4DA4-9062-922D77F2B2A3}"/>
              </a:ext>
            </a:extLst>
          </p:cNvPr>
          <p:cNvSpPr>
            <a:spLocks noGrp="1"/>
          </p:cNvSpPr>
          <p:nvPr/>
        </p:nvSpPr>
        <p:spPr>
          <a:xfrm>
            <a:off x="3752850" y="52387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压缩的恢复标准</a:t>
            </a:r>
          </a:p>
        </p:txBody>
      </p:sp>
      <p:sp>
        <p:nvSpPr>
          <p:cNvPr id="25" name="codex-tree6-tree-description-5">
            <a:extLst>
              <a:ext uri="{FF2B5EF4-FFF2-40B4-BE49-F238E27FC236}">
                <a16:creationId xmlns:a16="http://schemas.microsoft.com/office/drawing/2014/main" id="{D95269A3-CFC2-4822-9E8A-B3ED1F660C28}"/>
              </a:ext>
            </a:extLst>
          </p:cNvPr>
          <p:cNvSpPr>
            <a:spLocks noGrp="1"/>
          </p:cNvSpPr>
          <p:nvPr/>
        </p:nvSpPr>
        <p:spPr>
          <a:xfrm>
            <a:off x="6772275" y="52387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无损：逐字节一致；有损：允许损失</a:t>
            </a:r>
          </a:p>
        </p:txBody>
      </p:sp>
      <p:sp>
        <p:nvSpPr>
          <p:cNvPr id="26" name="codex-tree6-tree-new-focus">
            <a:extLst>
              <a:ext uri="{FF2B5EF4-FFF2-40B4-BE49-F238E27FC236}">
                <a16:creationId xmlns:a16="http://schemas.microsoft.com/office/drawing/2014/main" id="{112AA396-B789-450A-B4C3-98AA309E5A35}"/>
              </a:ext>
            </a:extLst>
          </p:cNvPr>
          <p:cNvSpPr>
            <a:spLocks noGrp="1"/>
          </p:cNvSpPr>
          <p:nvPr/>
        </p:nvSpPr>
        <p:spPr>
          <a:xfrm>
            <a:off x="3667125" y="515302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7" name="codex-tree6-tree-focus-label">
            <a:extLst>
              <a:ext uri="{FF2B5EF4-FFF2-40B4-BE49-F238E27FC236}">
                <a16:creationId xmlns:a16="http://schemas.microsoft.com/office/drawing/2014/main" id="{0D446026-A865-4ED4-A292-EEEB30B6E49F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可选拓展：采样不足时会发生什么？</a:t>
            </a:r>
          </a:p>
        </p:txBody>
      </p:sp>
      <p:sp>
        <p:nvSpPr>
          <p:cNvPr id="5" name="codex-q69-image-caption">
            <a:extLst>
              <a:ext uri="{FF2B5EF4-FFF2-40B4-BE49-F238E27FC236}">
                <a16:creationId xmlns:a16="http://schemas.microsoft.com/office/drawing/2014/main" id="{CF910E05-C200-440C-B7C9-132302E0DCE6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三个样本：时刻0、0.5、1 s，幅度1、−1、1。</a:t>
            </a:r>
          </a:p>
        </p:txBody>
      </p:sp>
      <p:sp>
        <p:nvSpPr>
          <p:cNvPr id="6" name="codex-q69-image-caption">
            <a:extLst>
              <a:ext uri="{FF2B5EF4-FFF2-40B4-BE49-F238E27FC236}">
                <a16:creationId xmlns:a16="http://schemas.microsoft.com/office/drawing/2014/main" id="{7C61AC6F-7997-492D-9955-37FF7B4AE549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波形A</a:t>
            </a:r>
          </a:p>
        </p:txBody>
      </p:sp>
      <p:sp>
        <p:nvSpPr>
          <p:cNvPr id="7" name="codex-q69-relationship">
            <a:extLst>
              <a:ext uri="{FF2B5EF4-FFF2-40B4-BE49-F238E27FC236}">
                <a16:creationId xmlns:a16="http://schemas.microsoft.com/office/drawing/2014/main" id="{5FB9C111-1BA6-41D0-9B4D-8A6C6D3DA8CA}"/>
              </a:ext>
            </a:extLst>
          </p:cNvPr>
          <p:cNvSpPr>
            <a:spLocks noGrp="1"/>
          </p:cNvSpPr>
          <p:nvPr/>
        </p:nvSpPr>
        <p:spPr>
          <a:xfrm>
            <a:off x="2667000" y="3295650"/>
            <a:ext cx="8477250" cy="9525"/>
          </a:xfrm>
          <a:custGeom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8" name="codex-q69-same-alias-point-0-0">
            <a:extLst>
              <a:ext uri="{FF2B5EF4-FFF2-40B4-BE49-F238E27FC236}">
                <a16:creationId xmlns:a16="http://schemas.microsoft.com/office/drawing/2014/main" id="{B216AACC-898D-4E7E-AF9B-8AC6B0D9727C}"/>
              </a:ext>
            </a:extLst>
          </p:cNvPr>
          <p:cNvSpPr>
            <a:spLocks noGrp="1"/>
          </p:cNvSpPr>
          <p:nvPr/>
        </p:nvSpPr>
        <p:spPr>
          <a:xfrm>
            <a:off x="2771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9" name="codex-q69-image-caption">
            <a:extLst>
              <a:ext uri="{FF2B5EF4-FFF2-40B4-BE49-F238E27FC236}">
                <a16:creationId xmlns:a16="http://schemas.microsoft.com/office/drawing/2014/main" id="{ADFD2116-A888-4402-86D4-1239209651AD}"/>
              </a:ext>
            </a:extLst>
          </p:cNvPr>
          <p:cNvSpPr>
            <a:spLocks noGrp="1"/>
          </p:cNvSpPr>
          <p:nvPr/>
        </p:nvSpPr>
        <p:spPr>
          <a:xfrm>
            <a:off x="2571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 s</a:t>
            </a:r>
          </a:p>
        </p:txBody>
      </p:sp>
      <p:sp>
        <p:nvSpPr>
          <p:cNvPr id="10" name="codex-q69-same-alias-point-0-1">
            <a:extLst>
              <a:ext uri="{FF2B5EF4-FFF2-40B4-BE49-F238E27FC236}">
                <a16:creationId xmlns:a16="http://schemas.microsoft.com/office/drawing/2014/main" id="{19FEBFB8-BFA0-4185-9783-E11E56E7CA13}"/>
              </a:ext>
            </a:extLst>
          </p:cNvPr>
          <p:cNvSpPr>
            <a:spLocks noGrp="1"/>
          </p:cNvSpPr>
          <p:nvPr/>
        </p:nvSpPr>
        <p:spPr>
          <a:xfrm>
            <a:off x="6772275" y="386715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1" name="codex-q69-image-caption">
            <a:extLst>
              <a:ext uri="{FF2B5EF4-FFF2-40B4-BE49-F238E27FC236}">
                <a16:creationId xmlns:a16="http://schemas.microsoft.com/office/drawing/2014/main" id="{311FC363-C911-4A6D-9BED-9955A6238810}"/>
              </a:ext>
            </a:extLst>
          </p:cNvPr>
          <p:cNvSpPr>
            <a:spLocks noGrp="1"/>
          </p:cNvSpPr>
          <p:nvPr/>
        </p:nvSpPr>
        <p:spPr>
          <a:xfrm>
            <a:off x="65722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 s</a:t>
            </a:r>
          </a:p>
        </p:txBody>
      </p:sp>
      <p:sp>
        <p:nvSpPr>
          <p:cNvPr id="12" name="codex-q69-same-alias-point-0-2">
            <a:extLst>
              <a:ext uri="{FF2B5EF4-FFF2-40B4-BE49-F238E27FC236}">
                <a16:creationId xmlns:a16="http://schemas.microsoft.com/office/drawing/2014/main" id="{1ACA24C2-9316-452C-B4AF-2FBA4A87B9B8}"/>
              </a:ext>
            </a:extLst>
          </p:cNvPr>
          <p:cNvSpPr>
            <a:spLocks noGrp="1"/>
          </p:cNvSpPr>
          <p:nvPr/>
        </p:nvSpPr>
        <p:spPr>
          <a:xfrm>
            <a:off x="10772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3" name="codex-q69-image-caption">
            <a:extLst>
              <a:ext uri="{FF2B5EF4-FFF2-40B4-BE49-F238E27FC236}">
                <a16:creationId xmlns:a16="http://schemas.microsoft.com/office/drawing/2014/main" id="{8216BF3D-845C-4EBD-8D94-1616235BC9DB}"/>
              </a:ext>
            </a:extLst>
          </p:cNvPr>
          <p:cNvSpPr>
            <a:spLocks noGrp="1"/>
          </p:cNvSpPr>
          <p:nvPr/>
        </p:nvSpPr>
        <p:spPr>
          <a:xfrm>
            <a:off x="10572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108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