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  <a:p/>
          <a:p>
            <a: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  <a:p/>
          <a:p>
            <a:r>
              <a:t>[视觉优化] 波形为区别音轨与输出通道的示意图，不是混音运算曲线。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  <a:p/>
          <a:p>
            <a: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27632"/>
            <a:ext cx="10652760" cy="3538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5202936"/>
            <a:ext cx="2971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① 音叉振动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5202936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② 空气中的声压变化传开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5202936"/>
            <a:ext cx="30175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③ 麦克风接收声音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43600"/>
            <a:ext cx="106527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6251B1"/>
                </a:solidFill>
                <a:latin typeface="Alibaba PuHuiTi 3.0 55 Regular"/>
              </a:defRPr>
            </a:pPr>
            <a:r>
              <a:t>注意：声波不是一条在空间里弯曲前进的线。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9291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2075688"/>
            <a:ext cx="0" cy="281635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598163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同一个位置，信号随时间变化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3306954"/>
            <a:ext cx="91440" cy="135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3173553"/>
            <a:ext cx="91440" cy="13340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3044831"/>
            <a:ext cx="91440" cy="1287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2923027"/>
            <a:ext cx="91440" cy="1218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2810256"/>
            <a:ext cx="91440" cy="1127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2708482"/>
            <a:ext cx="91440" cy="1017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91640" y="2619471"/>
            <a:ext cx="91440" cy="890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544773"/>
            <a:ext cx="91439" cy="7469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2485684"/>
            <a:ext cx="91441" cy="590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2443234"/>
            <a:ext cx="91440" cy="4245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2418160"/>
            <a:ext cx="91440" cy="25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2410897"/>
            <a:ext cx="91440" cy="72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2410897"/>
            <a:ext cx="91440" cy="106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2421572"/>
            <a:ext cx="91440" cy="284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23160" y="2449999"/>
            <a:ext cx="91440" cy="456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4600" y="2495684"/>
            <a:ext cx="91440" cy="621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2557833"/>
            <a:ext cx="91440" cy="775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2635366"/>
            <a:ext cx="91440" cy="915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726934"/>
            <a:ext cx="91440" cy="10401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2830946"/>
            <a:ext cx="91440" cy="11464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945594"/>
            <a:ext cx="91440" cy="1232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3068883"/>
            <a:ext cx="91440" cy="1297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4680" y="3198672"/>
            <a:ext cx="91440" cy="1340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3332703"/>
            <a:ext cx="91440" cy="13594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3468647"/>
            <a:ext cx="91440" cy="1354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29000" y="3604140"/>
            <a:ext cx="91440" cy="1326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0440" y="3736827"/>
            <a:ext cx="91440" cy="1275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1880" y="3864401"/>
            <a:ext cx="91440" cy="1202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03320" y="3984643"/>
            <a:ext cx="91440" cy="1108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4095465"/>
            <a:ext cx="91440" cy="994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4194939"/>
            <a:ext cx="91439" cy="8639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77639" y="4281335"/>
            <a:ext cx="91441" cy="718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353152"/>
            <a:ext cx="91440" cy="5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4409142"/>
            <a:ext cx="91440" cy="391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4448330"/>
            <a:ext cx="91440" cy="217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3400" y="4470036"/>
            <a:ext cx="91440" cy="3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34840" y="4459803"/>
            <a:ext cx="91440" cy="1408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6280" y="4428041"/>
            <a:ext cx="91440" cy="31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617720" y="4379149"/>
            <a:ext cx="91440" cy="488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09160" y="4313978"/>
            <a:ext cx="91440" cy="651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00600" y="4233660"/>
            <a:ext cx="91440" cy="8031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92040" y="4139592"/>
            <a:ext cx="91440" cy="940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83480" y="4033408"/>
            <a:ext cx="91440" cy="106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74920" y="3916956"/>
            <a:ext cx="91440" cy="1164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66360" y="3792259"/>
            <a:ext cx="91440" cy="124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57800" y="3661486"/>
            <a:ext cx="91440" cy="1307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9240" y="3526909"/>
            <a:ext cx="91439" cy="1345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40679" y="3390868"/>
            <a:ext cx="91441" cy="136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32120" y="3255729"/>
            <a:ext cx="91440" cy="13513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23560" y="3123841"/>
            <a:ext cx="91440" cy="131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15000" y="2997496"/>
            <a:ext cx="91440" cy="12634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06440" y="2878891"/>
            <a:ext cx="91440" cy="1186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97880" y="2770088"/>
            <a:ext cx="91440" cy="1088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89320" y="2672979"/>
            <a:ext cx="91440" cy="971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0760" y="2589251"/>
            <a:ext cx="91440" cy="837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72200" y="2520360"/>
            <a:ext cx="91440" cy="688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63640" y="2467505"/>
            <a:ext cx="91439" cy="528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55079" y="2431603"/>
            <a:ext cx="91441" cy="359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2413279"/>
            <a:ext cx="91439" cy="18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37959" y="2412851"/>
            <a:ext cx="91441" cy="4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9400" y="2412851"/>
            <a:ext cx="91440" cy="174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20840" y="2430328"/>
            <a:ext cx="91440" cy="350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12280" y="2465404"/>
            <a:ext cx="91440" cy="520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903720" y="2517471"/>
            <a:ext cx="91440" cy="681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2585623"/>
            <a:ext cx="91440" cy="830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2668676"/>
            <a:ext cx="91440" cy="9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178040" y="2765184"/>
            <a:ext cx="91440" cy="1082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69480" y="2873472"/>
            <a:ext cx="91440" cy="118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360920" y="2991656"/>
            <a:ext cx="91439" cy="12602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59" y="3117681"/>
            <a:ext cx="91441" cy="1316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249357"/>
            <a:ext cx="91440" cy="135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35240" y="3384394"/>
            <a:ext cx="91439" cy="136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520445"/>
            <a:ext cx="91441" cy="13470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18120" y="3655145"/>
            <a:ext cx="91440" cy="13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09560" y="3786152"/>
            <a:ext cx="91440" cy="1250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0" y="3911188"/>
            <a:ext cx="91440" cy="1168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92440" y="4028081"/>
            <a:ext cx="91439" cy="1067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83879" y="4134796"/>
            <a:ext cx="91441" cy="946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75320" y="4229480"/>
            <a:ext cx="91440" cy="8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66760" y="4310487"/>
            <a:ext cx="91440" cy="659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58200" y="4376407"/>
            <a:ext cx="91440" cy="496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49640" y="4426095"/>
            <a:ext cx="91440" cy="325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1080" y="4458688"/>
            <a:ext cx="91439" cy="1493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19" y="4470626"/>
            <a:ext cx="91441" cy="29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23960" y="4449764"/>
            <a:ext cx="91440" cy="208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15400" y="4411395"/>
            <a:ext cx="91440" cy="383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06840" y="4356186"/>
            <a:ext cx="91440" cy="55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98280" y="4285096"/>
            <a:ext cx="91440" cy="710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89720" y="4199362"/>
            <a:ext cx="91440" cy="8573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81160" y="4100474"/>
            <a:ext cx="91440" cy="98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72600" y="3990150"/>
            <a:ext cx="91440" cy="110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64040" y="3870310"/>
            <a:ext cx="91440" cy="1198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55480" y="3743036"/>
            <a:ext cx="91440" cy="1272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646920" y="3610541"/>
            <a:ext cx="91439" cy="1324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738359" y="3475128"/>
            <a:ext cx="91441" cy="13541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829800" y="3339152"/>
            <a:ext cx="91440" cy="1359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21240" y="3204977"/>
            <a:ext cx="91440" cy="1341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12680" y="3074934"/>
            <a:ext cx="91440" cy="1300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04120" y="2951285"/>
            <a:ext cx="91440" cy="1236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95560" y="2836180"/>
            <a:ext cx="91440" cy="1151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波形不是声音在空间里走过的弯曲路线。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编辑工程：两条音轨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2552" y="1664208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混音导出：两个声道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2487168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633472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319272" y="2820093"/>
            <a:ext cx="21838" cy="374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341110" y="2783862"/>
            <a:ext cx="21838" cy="362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362948" y="2749941"/>
            <a:ext cx="21838" cy="339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384786" y="2719398"/>
            <a:ext cx="21838" cy="305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406624" y="2693189"/>
            <a:ext cx="21838" cy="26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8462" y="2672138"/>
            <a:ext cx="21838" cy="21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50300" y="2656906"/>
            <a:ext cx="21838" cy="1523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72138" y="2647971"/>
            <a:ext cx="21838" cy="89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493976" y="2645613"/>
            <a:ext cx="21838" cy="23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15814" y="2645613"/>
            <a:ext cx="21838" cy="42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537652" y="2649906"/>
            <a:ext cx="21838" cy="108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59490" y="2660716"/>
            <a:ext cx="21838" cy="169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581328" y="2677703"/>
            <a:ext cx="21838" cy="226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03166" y="2700334"/>
            <a:ext cx="21838" cy="275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25004" y="2727899"/>
            <a:ext cx="21838" cy="316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46842" y="2759532"/>
            <a:ext cx="21838" cy="347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68680" y="2794240"/>
            <a:ext cx="21838" cy="3669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90518" y="2830934"/>
            <a:ext cx="21838" cy="375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12356" y="2868462"/>
            <a:ext cx="21838" cy="37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34194" y="2905646"/>
            <a:ext cx="21838" cy="356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56032" y="2941319"/>
            <a:ext cx="21838" cy="33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77870" y="2974360"/>
            <a:ext cx="21838" cy="293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99708" y="3003733"/>
            <a:ext cx="21838" cy="247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21546" y="3028515"/>
            <a:ext cx="21838" cy="194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3384" y="3047930"/>
            <a:ext cx="21838" cy="134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65222" y="3061366"/>
            <a:ext cx="21838" cy="7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87060" y="3068403"/>
            <a:ext cx="21838" cy="41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908898" y="3062602"/>
            <a:ext cx="21838" cy="62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930736" y="3049947"/>
            <a:ext cx="21838" cy="126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52574" y="3031250"/>
            <a:ext cx="21838" cy="18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974412" y="3007099"/>
            <a:ext cx="21838" cy="241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96250" y="2978252"/>
            <a:ext cx="21838" cy="28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018088" y="2945615"/>
            <a:ext cx="21838" cy="326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039926" y="2910211"/>
            <a:ext cx="21838" cy="354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061764" y="2873153"/>
            <a:ext cx="21838" cy="3705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083602" y="2835604"/>
            <a:ext cx="21838" cy="375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105440" y="2798741"/>
            <a:ext cx="21838" cy="368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127278" y="2763724"/>
            <a:ext cx="21838" cy="350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149116" y="2731650"/>
            <a:ext cx="21838" cy="32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170954" y="2703526"/>
            <a:ext cx="21838" cy="2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192792" y="2680236"/>
            <a:ext cx="21838" cy="232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214630" y="2662510"/>
            <a:ext cx="21838" cy="1772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36468" y="2650906"/>
            <a:ext cx="21839" cy="116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58307" y="2645786"/>
            <a:ext cx="21838" cy="51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280145" y="2645786"/>
            <a:ext cx="21838" cy="15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301983" y="2647313"/>
            <a:ext cx="21838" cy="81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23821" y="2655437"/>
            <a:ext cx="21838" cy="144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345659" y="2669904"/>
            <a:ext cx="21838" cy="2035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67497" y="2690260"/>
            <a:ext cx="21838" cy="256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389335" y="2715866"/>
            <a:ext cx="21838" cy="300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411173" y="2745918"/>
            <a:ext cx="21838" cy="335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433011" y="2779473"/>
            <a:ext cx="21838" cy="360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454849" y="2815476"/>
            <a:ext cx="21838" cy="37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476687" y="2852800"/>
            <a:ext cx="21838" cy="374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498525" y="2890270"/>
            <a:ext cx="21838" cy="364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520363" y="2926712"/>
            <a:ext cx="21838" cy="342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542201" y="2960981"/>
            <a:ext cx="21838" cy="3102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564039" y="2992002"/>
            <a:ext cx="21838" cy="2679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585877" y="3018801"/>
            <a:ext cx="21838" cy="2173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607715" y="3040536"/>
            <a:ext cx="21838" cy="1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629553" y="3056526"/>
            <a:ext cx="21838" cy="97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651391" y="3066267"/>
            <a:ext cx="21838" cy="31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673229" y="3065991"/>
            <a:ext cx="21838" cy="346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695067" y="3055981"/>
            <a:ext cx="21838" cy="1001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716905" y="3039741"/>
            <a:ext cx="21838" cy="162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738743" y="3017780"/>
            <a:ext cx="21838" cy="2196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760581" y="2990787"/>
            <a:ext cx="21838" cy="269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782419" y="2959611"/>
            <a:ext cx="21838" cy="311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804257" y="2925229"/>
            <a:ext cx="21838" cy="3438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826095" y="2888721"/>
            <a:ext cx="21838" cy="3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847933" y="2851233"/>
            <a:ext cx="21838" cy="374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869771" y="2813942"/>
            <a:ext cx="21838" cy="372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891609" y="2778018"/>
            <a:ext cx="21838" cy="359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913447" y="2744589"/>
            <a:ext cx="21838" cy="3342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935285" y="2714704"/>
            <a:ext cx="21838" cy="298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57123" y="2689302"/>
            <a:ext cx="21838" cy="254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8961" y="2669180"/>
            <a:ext cx="21838" cy="201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00799" y="2654969"/>
            <a:ext cx="21838" cy="142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22637" y="2647116"/>
            <a:ext cx="21838" cy="78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5044475" y="2645867"/>
            <a:ext cx="21838" cy="12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66313" y="2645867"/>
            <a:ext cx="21838" cy="53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088151" y="2651262"/>
            <a:ext cx="21838" cy="118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109989" y="2663130"/>
            <a:ext cx="21838" cy="1797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131827" y="2681100"/>
            <a:ext cx="21838" cy="235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153665" y="2704607"/>
            <a:ext cx="21839" cy="283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859536" y="3502152"/>
            <a:ext cx="448056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9264" y="3648456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6" name="Connector 95"/>
          <p:cNvCxnSpPr/>
          <p:nvPr/>
        </p:nvCxnSpPr>
        <p:spPr>
          <a:xfrm flipV="1">
            <a:off x="3319272" y="3740210"/>
            <a:ext cx="21838" cy="125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341110" y="3728340"/>
            <a:ext cx="21838" cy="118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362948" y="3717257"/>
            <a:ext cx="21838" cy="11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384786" y="3707022"/>
            <a:ext cx="21838" cy="102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406624" y="3697690"/>
            <a:ext cx="21838" cy="93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3428462" y="3689314"/>
            <a:ext cx="21838" cy="83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450300" y="3681937"/>
            <a:ext cx="21838" cy="7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472138" y="3675601"/>
            <a:ext cx="21838" cy="63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493976" y="3670341"/>
            <a:ext cx="21838" cy="52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515814" y="3666185"/>
            <a:ext cx="21838" cy="41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537652" y="3663155"/>
            <a:ext cx="21838" cy="30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3559490" y="3661269"/>
            <a:ext cx="21838" cy="18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3581328" y="3660536"/>
            <a:ext cx="21838" cy="7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3603166" y="3660536"/>
            <a:ext cx="21838" cy="4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625004" y="3660961"/>
            <a:ext cx="21838" cy="15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646842" y="3662541"/>
            <a:ext cx="21838" cy="2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668680" y="3665267"/>
            <a:ext cx="21838" cy="38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690518" y="3669126"/>
            <a:ext cx="21838" cy="4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712356" y="3674095"/>
            <a:ext cx="21838" cy="60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734194" y="3680148"/>
            <a:ext cx="21838" cy="71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756032" y="3687251"/>
            <a:ext cx="21838" cy="8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777870" y="3695365"/>
            <a:ext cx="21838" cy="908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799708" y="3704448"/>
            <a:ext cx="21838" cy="9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821546" y="3714447"/>
            <a:ext cx="21838" cy="10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843384" y="3725310"/>
            <a:ext cx="21838" cy="116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865222" y="3736977"/>
            <a:ext cx="21838" cy="124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3887060" y="3749384"/>
            <a:ext cx="21838" cy="130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908898" y="3762463"/>
            <a:ext cx="21838" cy="136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930736" y="3776144"/>
            <a:ext cx="21838" cy="142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952574" y="3790350"/>
            <a:ext cx="21838" cy="146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974412" y="3805005"/>
            <a:ext cx="21838" cy="150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996250" y="3820028"/>
            <a:ext cx="21838" cy="15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018088" y="3835338"/>
            <a:ext cx="21838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4039926" y="3850851"/>
            <a:ext cx="21838" cy="156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061764" y="3866482"/>
            <a:ext cx="21838" cy="15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083602" y="3882146"/>
            <a:ext cx="21838" cy="156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105440" y="3897757"/>
            <a:ext cx="21838" cy="154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127278" y="3913230"/>
            <a:ext cx="21838" cy="15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149116" y="3928480"/>
            <a:ext cx="21838" cy="149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170954" y="3943425"/>
            <a:ext cx="21838" cy="1455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192792" y="3957982"/>
            <a:ext cx="21838" cy="140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214630" y="3972072"/>
            <a:ext cx="21838" cy="135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236468" y="3985618"/>
            <a:ext cx="21839" cy="12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4258307" y="3998546"/>
            <a:ext cx="21838" cy="12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280145" y="4010786"/>
            <a:ext cx="21838" cy="11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4301983" y="4022271"/>
            <a:ext cx="21838" cy="106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4323821" y="4032937"/>
            <a:ext cx="21838" cy="97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345659" y="4042727"/>
            <a:ext cx="21838" cy="88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4367497" y="4051587"/>
            <a:ext cx="21838" cy="7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389335" y="4059469"/>
            <a:ext cx="21838" cy="6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411173" y="4066330"/>
            <a:ext cx="21838" cy="58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433011" y="4072132"/>
            <a:ext cx="21838" cy="4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454849" y="4076844"/>
            <a:ext cx="21838" cy="3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476687" y="4080439"/>
            <a:ext cx="21838" cy="246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498525" y="4082899"/>
            <a:ext cx="21838" cy="1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520363" y="4084209"/>
            <a:ext cx="21838" cy="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4542201" y="4083360"/>
            <a:ext cx="21838" cy="10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4564039" y="4081206"/>
            <a:ext cx="21838" cy="2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4585877" y="4077911"/>
            <a:ext cx="21838" cy="32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4607715" y="4073494"/>
            <a:ext cx="21838" cy="44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4629553" y="4067979"/>
            <a:ext cx="21838" cy="5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4651391" y="4061397"/>
            <a:ext cx="21838" cy="6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4673229" y="4053783"/>
            <a:ext cx="21838" cy="76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4695067" y="4045178"/>
            <a:ext cx="21838" cy="86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4716905" y="4035631"/>
            <a:ext cx="21838" cy="95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4738743" y="4025192"/>
            <a:ext cx="21838" cy="104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4760581" y="4013920"/>
            <a:ext cx="21838" cy="112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4782419" y="4001875"/>
            <a:ext cx="21838" cy="120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804257" y="3989123"/>
            <a:ext cx="21838" cy="127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826095" y="3975734"/>
            <a:ext cx="21838" cy="133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847933" y="3961781"/>
            <a:ext cx="21838" cy="139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869771" y="3947341"/>
            <a:ext cx="21838" cy="144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891609" y="3932491"/>
            <a:ext cx="21838" cy="148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4913447" y="3917314"/>
            <a:ext cx="21838" cy="151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4935285" y="3901892"/>
            <a:ext cx="21838" cy="154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4957123" y="3886310"/>
            <a:ext cx="21838" cy="155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4978961" y="3870652"/>
            <a:ext cx="21838" cy="1565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000799" y="3855004"/>
            <a:ext cx="21838" cy="156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022637" y="3839451"/>
            <a:ext cx="21838" cy="155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044475" y="3824079"/>
            <a:ext cx="21838" cy="15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066313" y="3808971"/>
            <a:ext cx="21838" cy="15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5088151" y="3794210"/>
            <a:ext cx="21838" cy="14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5109989" y="3779877"/>
            <a:ext cx="21838" cy="143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5131827" y="3766049"/>
            <a:ext cx="21838" cy="13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153665" y="3752803"/>
            <a:ext cx="21839" cy="132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5504688" y="3218688"/>
            <a:ext cx="9418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5532120" y="2761488"/>
            <a:ext cx="896112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混合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638544" y="2487168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766560" y="2633472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cxnSp>
        <p:nvCxnSpPr>
          <p:cNvPr id="185" name="Connector 184"/>
          <p:cNvCxnSpPr/>
          <p:nvPr/>
        </p:nvCxnSpPr>
        <p:spPr>
          <a:xfrm flipV="1">
            <a:off x="8311896" y="2829380"/>
            <a:ext cx="32488" cy="2812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8344384" y="2801758"/>
            <a:ext cx="32488" cy="276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8376872" y="2775122"/>
            <a:ext cx="32488" cy="2663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8409360" y="2749941"/>
            <a:ext cx="32488" cy="25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8441848" y="2726662"/>
            <a:ext cx="32488" cy="2327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8474336" y="2705696"/>
            <a:ext cx="32488" cy="209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8506824" y="2687414"/>
            <a:ext cx="32488" cy="18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8539312" y="2672138"/>
            <a:ext cx="32488" cy="152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8571800" y="2660139"/>
            <a:ext cx="32488" cy="119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604288" y="2651629"/>
            <a:ext cx="32488" cy="85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636776" y="2646758"/>
            <a:ext cx="32489" cy="48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669265" y="2645613"/>
            <a:ext cx="32488" cy="11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8701753" y="2645613"/>
            <a:ext cx="32488" cy="26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8734241" y="2648213"/>
            <a:ext cx="32488" cy="6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766729" y="2654513"/>
            <a:ext cx="32488" cy="98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799217" y="2664401"/>
            <a:ext cx="32488" cy="133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831705" y="2677703"/>
            <a:ext cx="32488" cy="164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864193" y="2694183"/>
            <a:ext cx="32488" cy="1936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896681" y="2713550"/>
            <a:ext cx="32488" cy="21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929169" y="2735462"/>
            <a:ext cx="32488" cy="240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961657" y="2759532"/>
            <a:ext cx="32488" cy="2580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994145" y="2785333"/>
            <a:ext cx="32489" cy="27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9026634" y="2812410"/>
            <a:ext cx="32488" cy="278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059122" y="2840284"/>
            <a:ext cx="32488" cy="281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091610" y="2868462"/>
            <a:ext cx="32488" cy="27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124098" y="2896447"/>
            <a:ext cx="32488" cy="272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56586" y="2923743"/>
            <a:ext cx="32488" cy="2612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189074" y="2949868"/>
            <a:ext cx="32488" cy="244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221562" y="2974360"/>
            <a:ext cx="32488" cy="22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254050" y="2996786"/>
            <a:ext cx="32488" cy="19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286538" y="3016750"/>
            <a:ext cx="32488" cy="1714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319026" y="3033899"/>
            <a:ext cx="32489" cy="14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351515" y="3047930"/>
            <a:ext cx="32488" cy="106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384003" y="3058594"/>
            <a:ext cx="32488" cy="71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416491" y="3065703"/>
            <a:ext cx="32488" cy="34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448979" y="3068819"/>
            <a:ext cx="32488" cy="3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9481467" y="3064771"/>
            <a:ext cx="32488" cy="40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9513955" y="3057059"/>
            <a:ext cx="32488" cy="77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 flipV="1">
            <a:off x="9546443" y="3045819"/>
            <a:ext cx="32488" cy="1124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V="1">
            <a:off x="9578931" y="3031250"/>
            <a:ext cx="32488" cy="145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 flipV="1">
            <a:off x="9611419" y="3013609"/>
            <a:ext cx="32488" cy="176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 flipV="1">
            <a:off x="9643907" y="2993209"/>
            <a:ext cx="32488" cy="204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 flipV="1">
            <a:off x="9676395" y="2970410"/>
            <a:ext cx="32489" cy="227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9708884" y="2945615"/>
            <a:ext cx="32488" cy="24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9741372" y="2919262"/>
            <a:ext cx="32488" cy="26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9773860" y="2891817"/>
            <a:ext cx="32488" cy="2744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9806348" y="2863766"/>
            <a:ext cx="32488" cy="28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838836" y="2835604"/>
            <a:ext cx="32488" cy="281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9871324" y="2807828"/>
            <a:ext cx="32488" cy="27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9903812" y="2780931"/>
            <a:ext cx="32488" cy="26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936300" y="2755388"/>
            <a:ext cx="32488" cy="25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968788" y="2731650"/>
            <a:ext cx="32488" cy="237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10001276" y="2710136"/>
            <a:ext cx="32488" cy="215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10033764" y="2691227"/>
            <a:ext cx="32489" cy="189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10066253" y="2675258"/>
            <a:ext cx="32488" cy="1596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10098741" y="2662510"/>
            <a:ext cx="32488" cy="12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10131229" y="2653210"/>
            <a:ext cx="32488" cy="930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10163717" y="2647520"/>
            <a:ext cx="32488" cy="569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10196205" y="2645543"/>
            <a:ext cx="32488" cy="19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0228693" y="2645543"/>
            <a:ext cx="32488" cy="177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0261181" y="2647313"/>
            <a:ext cx="32488" cy="54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0293669" y="2652798"/>
            <a:ext cx="32488" cy="91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0326157" y="2661902"/>
            <a:ext cx="32488" cy="125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0358645" y="2674463"/>
            <a:ext cx="32489" cy="157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0391134" y="2690260"/>
            <a:ext cx="32488" cy="187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0423622" y="2709014"/>
            <a:ext cx="32488" cy="213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0456110" y="2730392"/>
            <a:ext cx="32488" cy="236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0488598" y="2754018"/>
            <a:ext cx="32488" cy="2545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0521086" y="2779473"/>
            <a:ext cx="32488" cy="2683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0553574" y="2806307"/>
            <a:ext cx="32488" cy="277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0586062" y="2834046"/>
            <a:ext cx="32488" cy="28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0618550" y="2862199"/>
            <a:ext cx="32488" cy="28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0651038" y="2890270"/>
            <a:ext cx="32488" cy="274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0683526" y="2917761"/>
            <a:ext cx="32488" cy="264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0716014" y="2944187"/>
            <a:ext cx="32489" cy="248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0748503" y="2969081"/>
            <a:ext cx="32488" cy="229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780991" y="2992002"/>
            <a:ext cx="32488" cy="20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0813479" y="3012545"/>
            <a:ext cx="32488" cy="1780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0845967" y="3030348"/>
            <a:ext cx="32488" cy="147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0878455" y="3045095"/>
            <a:ext cx="32488" cy="114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0910943" y="3056526"/>
            <a:ext cx="32488" cy="791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0943431" y="3064438"/>
            <a:ext cx="32488" cy="4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0975919" y="3068692"/>
            <a:ext cx="32488" cy="52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1008407" y="3065991"/>
            <a:ext cx="32488" cy="32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1040895" y="3059083"/>
            <a:ext cx="32489" cy="69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ectangle 269"/>
          <p:cNvSpPr/>
          <p:nvPr/>
        </p:nvSpPr>
        <p:spPr>
          <a:xfrm>
            <a:off x="6638544" y="3502152"/>
            <a:ext cx="457200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6766560" y="3648456"/>
            <a:ext cx="13990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cxnSp>
        <p:nvCxnSpPr>
          <p:cNvPr id="272" name="Connector 271"/>
          <p:cNvCxnSpPr/>
          <p:nvPr/>
        </p:nvCxnSpPr>
        <p:spPr>
          <a:xfrm flipV="1">
            <a:off x="8311896" y="3747087"/>
            <a:ext cx="32488" cy="237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8344384" y="3725525"/>
            <a:ext cx="32488" cy="215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8376872" y="3706561"/>
            <a:ext cx="32488" cy="189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8409360" y="3690530"/>
            <a:ext cx="32488" cy="1603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8441848" y="3677716"/>
            <a:ext cx="32488" cy="128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8474336" y="3668344"/>
            <a:ext cx="32488" cy="93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8506824" y="3662582"/>
            <a:ext cx="32488" cy="576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8539312" y="3660530"/>
            <a:ext cx="32488" cy="2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8571800" y="3660530"/>
            <a:ext cx="32488" cy="1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8604288" y="3662225"/>
            <a:ext cx="32488" cy="5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8636776" y="3667636"/>
            <a:ext cx="32489" cy="903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8669265" y="3676669"/>
            <a:ext cx="32488" cy="124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8701753" y="3689164"/>
            <a:ext cx="32488" cy="157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8734241" y="3704899"/>
            <a:ext cx="32488" cy="1869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8766729" y="3723597"/>
            <a:ext cx="32488" cy="21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8799217" y="3744926"/>
            <a:ext cx="32488" cy="235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8831705" y="3768511"/>
            <a:ext cx="32488" cy="254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8864193" y="3793934"/>
            <a:ext cx="32488" cy="268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8896681" y="3820745"/>
            <a:ext cx="32488" cy="27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8929169" y="3848471"/>
            <a:ext cx="32488" cy="28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8961657" y="3876621"/>
            <a:ext cx="32488" cy="280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8994145" y="3904698"/>
            <a:ext cx="32489" cy="27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9026634" y="3932206"/>
            <a:ext cx="32488" cy="264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9059122" y="3958658"/>
            <a:ext cx="32488" cy="24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9091610" y="3983586"/>
            <a:ext cx="32488" cy="2296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9124098" y="4006551"/>
            <a:ext cx="32488" cy="2059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9156586" y="4027145"/>
            <a:ext cx="32488" cy="178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9189074" y="4045006"/>
            <a:ext cx="32488" cy="148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9221562" y="4059816"/>
            <a:ext cx="32488" cy="114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254050" y="4071315"/>
            <a:ext cx="32488" cy="79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9286538" y="4079299"/>
            <a:ext cx="32488" cy="43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9319026" y="4083628"/>
            <a:ext cx="32489" cy="5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9351515" y="4081076"/>
            <a:ext cx="32488" cy="31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9384003" y="4074241"/>
            <a:ext cx="32488" cy="68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9416491" y="4063839"/>
            <a:ext cx="32488" cy="1040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9448979" y="4050055"/>
            <a:ext cx="32488" cy="1378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9481467" y="4033131"/>
            <a:ext cx="32488" cy="169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9513955" y="4013368"/>
            <a:ext cx="32488" cy="197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9546443" y="3991115"/>
            <a:ext cx="32488" cy="222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9578931" y="3966764"/>
            <a:ext cx="32488" cy="243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9611419" y="3940746"/>
            <a:ext cx="32488" cy="26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9643907" y="3913522"/>
            <a:ext cx="32488" cy="272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9676395" y="3885572"/>
            <a:ext cx="32489" cy="279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9708884" y="3857391"/>
            <a:ext cx="32488" cy="2818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9741372" y="3829477"/>
            <a:ext cx="32488" cy="27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9773860" y="3802323"/>
            <a:ext cx="32488" cy="27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9806348" y="3776409"/>
            <a:ext cx="32488" cy="259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9838836" y="3752194"/>
            <a:ext cx="32488" cy="242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9871324" y="3730105"/>
            <a:ext cx="32488" cy="220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9903812" y="3710533"/>
            <a:ext cx="32488" cy="1957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9936300" y="3693824"/>
            <a:ext cx="32488" cy="16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9968788" y="3680273"/>
            <a:ext cx="32488" cy="135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10001276" y="3670120"/>
            <a:ext cx="32488" cy="101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10033764" y="3663544"/>
            <a:ext cx="32489" cy="65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10066253" y="3660662"/>
            <a:ext cx="32488" cy="28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0098741" y="3660662"/>
            <a:ext cx="32488" cy="86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0131229" y="3661525"/>
            <a:ext cx="32488" cy="45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0163717" y="3666117"/>
            <a:ext cx="32488" cy="823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0196205" y="3674356"/>
            <a:ext cx="32488" cy="117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0228693" y="3686099"/>
            <a:ext cx="32488" cy="150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0261181" y="3701136"/>
            <a:ext cx="32488" cy="1806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0293669" y="3719202"/>
            <a:ext cx="32488" cy="207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0326157" y="3739978"/>
            <a:ext cx="32488" cy="23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0358645" y="3763096"/>
            <a:ext cx="32489" cy="2505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0391134" y="3788148"/>
            <a:ext cx="32488" cy="265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0423622" y="3814691"/>
            <a:ext cx="32488" cy="275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0456110" y="3842255"/>
            <a:ext cx="32488" cy="2809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0488598" y="3870354"/>
            <a:ext cx="32488" cy="2813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0521086" y="3898491"/>
            <a:ext cx="32488" cy="2767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10553574" y="3926167"/>
            <a:ext cx="32488" cy="267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10586062" y="3952895"/>
            <a:ext cx="32488" cy="253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10618550" y="3978201"/>
            <a:ext cx="32488" cy="234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10651038" y="4001639"/>
            <a:ext cx="32488" cy="211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10683526" y="4022793"/>
            <a:ext cx="32488" cy="184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0716014" y="4041290"/>
            <a:ext cx="32489" cy="1551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0748503" y="4056803"/>
            <a:ext cx="32488" cy="122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10780991" y="4069057"/>
            <a:ext cx="32488" cy="8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0813479" y="4077837"/>
            <a:ext cx="32488" cy="51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0845967" y="4082987"/>
            <a:ext cx="32488" cy="14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0878455" y="4082097"/>
            <a:ext cx="32488" cy="23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10910943" y="4076073"/>
            <a:ext cx="32488" cy="602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0943431" y="4066450"/>
            <a:ext cx="32488" cy="96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0975919" y="4053399"/>
            <a:ext cx="32488" cy="130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1008407" y="4037149"/>
            <a:ext cx="32488" cy="1625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11040895" y="4017988"/>
            <a:ext cx="32489" cy="191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两条编辑音轨可以混合成两路输出；决定PCM数据量的是输出声道数。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第1帧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6664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64992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第2帧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0952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07024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第3帧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4905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第4帧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39528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0937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第5帧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帧率25 fps：每秒显示25张画面。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056632"/>
            <a:ext cx="78181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2200">
                <a:solidFill>
                  <a:srgbClr val="8C64E1"/>
                </a:solidFill>
                <a:latin typeface="Alibaba PuHuiTi 3.0 115 Black"/>
              </a:defRPr>
            </a:pPr>
            <a:r>
              <a:t>球在画面中的位置逐帧变化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9848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74136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78424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82712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87000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A 纯色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700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362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7685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00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700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6362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7685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00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700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6362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76856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334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700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6362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2024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7685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3347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9008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4670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033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6362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2024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7685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3347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9008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670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033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700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6362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2024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7685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3347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9008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4670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033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087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B 色块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474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041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60720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17336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3056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87183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38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908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474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041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76072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17336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73952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305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87183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4380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908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0474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041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1733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739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305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187183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4380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9087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4748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04104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607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1733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7395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8305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187183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80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9087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4748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40410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1733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7395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305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87183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43800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690872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04748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0410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7607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1733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739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305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87183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5438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9087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3135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C 复杂图案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53135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8796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4458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6012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95781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1443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67104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2766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8428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53135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879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24458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60120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5781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1443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71048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02766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8428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5313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8879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24458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60120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95781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31443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67104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027664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38428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3135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8879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24458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0120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957816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31443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67104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02766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38428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3135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8879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24458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60120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95781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31443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67104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02766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38428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5313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8879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24458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6012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95781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31443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67104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02766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38428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3135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想一想：哪幅图最容易用几条规则完整表示？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BMP（课堂例：未压缩）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JPG（常见有损）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保存每个像素的颜色信息。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可能占用较多空间。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对图像进行近似表示。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文件可能明显更小，但不能逐像素完全还原。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有损不等于看起来一定明显变差；质量与参数有关。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声音编码与数据压缩·视觉迭代v8.3.7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