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9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320" r:id="rId18"/>
    <p:sldId id="321" r:id="rId19"/>
    <p:sldId id="322" r:id="rId20"/>
    <p:sldId id="323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324" r:id="rId41"/>
    <p:sldId id="325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34" r:id="rId59"/>
    <p:sldId id="335" r:id="rId60"/>
    <p:sldId id="305" r:id="rId61"/>
    <p:sldId id="306" r:id="rId62"/>
    <p:sldId id="307" r:id="rId63"/>
    <p:sldId id="336" r:id="rId64"/>
    <p:sldId id="328" r:id="rId65"/>
    <p:sldId id="337" r:id="rId66"/>
    <p:sldId id="347" r:id="rId67"/>
    <p:sldId id="308" r:id="rId68"/>
    <p:sldId id="309" r:id="rId69"/>
    <p:sldId id="310" r:id="rId70"/>
    <p:sldId id="311" r:id="rId71"/>
    <p:sldId id="340" r:id="rId72"/>
    <p:sldId id="341" r:id="rId73"/>
    <p:sldId id="344" r:id="rId74"/>
    <p:sldId id="312" r:id="rId75"/>
    <p:sldId id="313" r:id="rId76"/>
    <p:sldId id="314" r:id="rId77"/>
    <p:sldId id="315" r:id="rId78"/>
    <p:sldId id="342" r:id="rId79"/>
    <p:sldId id="343" r:id="rId80"/>
    <p:sldId id="316" r:id="rId81"/>
    <p:sldId id="317" r:id="rId82"/>
    <p:sldId id="331" r:id="rId83"/>
    <p:sldId id="332" r:id="rId84"/>
    <p:sldId id="333" r:id="rId85"/>
    <p:sldId id="318" r:id="rId86"/>
    <p:sldId id="350" r:id="rId87"/>
    <p:sldId id="349" r:id="rId88"/>
  </p:sldIdLst>
  <p:sldSz cx="12192000" cy="6858000"/>
  <p:notesSz cx="6858000" cy="9144000"/>
  <p:custDataLst>
    <p:tags r:id="rId9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41A1"/>
    <a:srgbClr val="5EA1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3" Type="http://schemas.openxmlformats.org/officeDocument/2006/relationships/tags" Target="tags/tag1.xml"/><Relationship Id="rId92" Type="http://schemas.openxmlformats.org/officeDocument/2006/relationships/tableStyles" Target="tableStyles.xml"/><Relationship Id="rId91" Type="http://schemas.openxmlformats.org/officeDocument/2006/relationships/viewProps" Target="viewProps.xml"/><Relationship Id="rId90" Type="http://schemas.openxmlformats.org/officeDocument/2006/relationships/presProps" Target="presProps.xml"/><Relationship Id="rId9" Type="http://schemas.openxmlformats.org/officeDocument/2006/relationships/slide" Target="slides/slide6.xml"/><Relationship Id="rId89" Type="http://schemas.openxmlformats.org/officeDocument/2006/relationships/handoutMaster" Target="handoutMasters/handoutMaster1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从字符编码转入图像编码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Q0 / opening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前面讨论过字符怎样保存。今天换成图像：这只熊猫看起来有轮廓、颜色和明暗，计算机记录的是什么？先别急着说二进制，下一页从放大眼睛开始观察。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沿用course-design.qmd Q0的衔接逻辑。熊猫图来自用户提供的assets/pandas.jpg，属于数字角色插图；本版未生成替代图片。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熊猫图不断放大，会看到什么？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预测，观察原图真实像素的放大结果。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先看这张熊猫图。不断放大它，会看到更多细节，还是会出现别的现象？红框圈出了眼睛里很小的一块。先说预测，再看这一块的放大结果。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可能预测“更清楚”，也可能说“看到小格”。让学生指认一个像素。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看到更多格子，就等于得到更多原始细节吗？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如果把熊猫图印在纸上，相机怎样把它记录下来？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Q1；00:00:43–00:02:48；Snip 3–5。本版采用course-design.qmd当前课堂实施方案，熊猫数据与新增活动的来源分别注明。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本页按原始像素作最近邻式放大；一般查看器也可能插值，本课不把像素格大小当成物体真实尺寸。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熊猫图不断放大，会看到什么？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预测，观察原图真实像素的放大结果。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右边放大的是红框中的16×16个原始像素，直接把每个像素画成一个色块。现在能找到绿色眼睛的边界吗？这些小格就是位图的图像单元，叫像素。没有在格子之间补颜色，也没有生成新的细节。先记住这个观察，后面用它解释放大的限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可能预测“更清楚”，也可能说“看到小格”。让学生指认一个像素。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看到更多格子，就等于得到更多原始细节吗？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如果把熊猫图印在纸上，相机怎样把它记录下来？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Q1；00:00:43–00:02:48；Snip 3–5。本版采用course-design.qmd当前课堂实施方案，熊猫数据与新增活动的来源分别注明。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本页按原始像素作最近邻式放大；一般查看器也可能插值，本课不把像素格大小当成物体真实尺寸。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相机怎样记录纸上的熊猫图？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从纸面反射光过渡到传感器采样。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设想把这张熊猫图印在纸上，再用相机拍下来。眼睛为什么能看见纸上的图案？进入相机的又是什么？先说光走过的路径。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学生会说纸上的图案、颜色或光进入相机。追问镜头与传感器分别做什么。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镜头主要负责成像，哪个部件感光？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把取样位置排成8×8的网格。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Q2；00:02:48–00:06:12；Snip 6–7。本版采用course-design.qmd当前课堂实施方案，熊猫数据与新增活动的来源分别注明。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原素材为数字角色插图。本页是“打印后再拍摄”的思想实验，不把这张JPEG冒充实拍照片。后续对已解码图片做区域平均与量化，以演示采样和量化的不同作用。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相机怎样记录纸上的熊猫图？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从纸面反射光过渡到传感器采样。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光照到纸面，反射光经镜头进入相机，在图像传感器上成像。相机记录的是光的信息。我们接下来用一个很简化的模型：在有限位置采集信息，每处留下一个局部样本。先留一个问题：采样位置是不是越多越好？算完数据量再回来回答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学生会说纸上的图案、颜色或光进入相机。追问镜头与传感器分别做什么。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镜头主要负责成像，哪个部件感光？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把取样位置排成8×8的网格。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Q2；00:02:48–00:06:12；Snip 6–7。本版采用course-design.qmd当前课堂实施方案，熊猫数据与新增活动的来源分别注明。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原素材为数字角色插图。本页是“打印后再拍摄”的思想实验，不把这张JPEG冒充实拍照片。后续对已解码图片做区域平均与量化，以演示采样和量化的不同作用。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为什么写 8×8，而不只写 64？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Q3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数采样位置，比较总数与二维排列。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网格横向8个位置，纵向8个位置。总数是多少？只写64，能知道横向和纵向各有几个吗？想一想，4×16也有64个位置。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总数64；只写64还不能知道二维形状。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8×8与4×16的像素总数相同，形状也相同吗？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位置已经确定，每处的颜色怎样表示？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Q3；00:06:12–00:06:45；Snip 7–8。本版采用course-design.qmd当前课堂实施方案，熊猫数据与新增活动的来源分别注明。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本课图像分辨率指横向像素数×纵向像素数；不要与显示器PPI或打印DPI混用。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为什么写 8×8，而不只写 64？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Q3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数采样位置，比较总数与二维排列。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8×8告诉我们两个方向的数量，也保留了排列形状。8乘8一共64个位置。按一定的空间位置取得样本，叫采样；本课用横向像素数乘纵向像素数表示图像分辨率。后续每格只保留一个代表值。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总数64；只写64还不能知道二维形状。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8×8与4×16的像素总数相同，形状也相同吗？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位置已经确定，每处的颜色怎样表示？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Q3；00:06:12–00:06:45；Snip 7–8。本版采用course-design.qmd当前课堂实施方案，熊猫数据与新增活动的来源分别注明。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本课图像分辨率指横向像素数×纵向像素数；不要与显示器PPI或打印DPI混用。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采样后，每格的颜色怎样记录？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Q4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用一个真实区域的平均色作中间证据，再观察有限颜色的映射。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先只看红框这一格。我们把这块区域的颜色取平均，得到右边的样本色。现在规定只能从下方四种颜色里选一种，你会选哪一个？先比较，再说理由。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会选接近的浅色，也可能认为平均色必须原样保存。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如果平均色不在四种颜色里，这个实验允许直接保存它吗？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先问区分四种状态至少需要几bit，再把颜色编号换成码字。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Q4；00:06:45–00:09:00；Snip 8–9。本版采用course-design.qmd当前课堂实施方案，熊猫数据与新增活动的来源分别注明。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本实验先在原JPEG解码RGB值上计算区域算术平均，再按RGB欧氏距离选最近调色板颜色。它是可复算的课堂模型，不等同于真实相机的滤色、曝光、去马赛克和色彩管理。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采样后，每格的颜色怎样记录？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Q4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用一个真实区域的平均色作中间证据，再观察有限颜色的映射。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这一格在第2行第3列，平均色更接近第三种可选色。把取得的样本映射到规定的有限等级，叫量化。请注意：取了哪些位置的样本，与最后允许用哪些颜色，是两个决定。下一页把同一规则用到全部64个位置。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会选接近的浅色，也可能认为平均色必须原样保存。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如果平均色不在四种颜色里，这个实验允许直接保存它吗？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先问区分四种状态至少需要几bit，再把颜色编号换成码字。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Q4；00:06:45–00:09:00；Snip 8–9。本版采用course-design.qmd当前课堂实施方案，熊猫数据与新增活动的来源分别注明。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本实验先在原JPEG解码RGB值上计算区域算术平均，再按RGB欧氏距离选最近调色板颜色。它是可复算的课堂模型，不等同于真实相机的滤色、曝光、去马赛克和色彩管理。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把同一规则应用到64个样本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Q4 / evidence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用一个真实区域的平均色作中间证据，再观察有限颜色的映射。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从左到右看：先确定8×8个位置，取得每个区域的样本，这里用区域平均色表示；再把每一个平均色映射到四种可选颜色。中间图还没有限制成四种颜色。我们在已存在的数字图片上演示这两种作用，真实相机的采集过程更复杂。现在取得了有限颜色，下一步才讨论每种颜色至少用几位来编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会选接近的浅色，也可能认为平均色必须原样保存。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如果平均色不在四种颜色里，这个实验允许直接保存它吗？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先问区分四种状态至少需要几bit，再把颜色编号换成码字。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Q4；00:06:45–00:09:00；Snip 8–9。本版采用course-design.qmd当前课堂实施方案，熊猫数据与新增活动的来源分别注明。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四种颜色，至少需要几个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Q5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判断颜色状态数，建立四色码表。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现在要给一个像素的颜色编码。该数的是整幅图的64个位置，还是这个像素可能取的四种颜色？先试一位够不够，再给出最少位数。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可能把64个位置当状态数；也可能把4种颜色直接当4bit。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一个像素需要区分几种颜色状态？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按同一张码表替换每个颜色编号。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Q5；00:09:00–00:13:35；Snip 9–10。本版采用course-design.qmd当前课堂实施方案，熊猫数据与新增活动的来源分别注明。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最少位数基于已知四色表与固定长度像素码字；调色板自身的存储成本另计。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四种颜色，至少需要几个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Q5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判断颜色状态数，建立四色码表。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1bit只有两种码字，不够区分四种颜色。2bit有00、01、10、11，刚好够。我们按图中从深到浅的顺序编号0、1、2、3，再对应这四个码字。这里的对应关系是全班约定的，编码与解码时要一致。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可能把64个位置当状态数；也可能把4种颜色直接当4bit。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一个像素需要区分几种颜色状态？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按同一张码表替换每个颜色编号。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Q5；00:09:00–00:13:35；Snip 9–10。本版采用course-design.qmd当前课堂实施方案，熊猫数据与新增活动的来源分别注明。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最少位数基于已知四色表与固定长度像素码字；调色板自身的存储成本另计。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怎样编码？位深度又是多少？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Q6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聚焦第四行，核对编号与二进制码字，不要求一次读完整幅矩阵。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先只看红框中的第四行，其他行暂时不读。把颜色编号换成码字，每个像素都要保留几位？试着把0、1、2、3各找一个出来。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能对应四种码字；可能混淆每像素位数与全图总位数。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编号3写成11后，颜色改变了吗？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表示方法清楚了，再改进熊猫的轮廓。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Q6；00:13:35–00:14:46；Snip 10。本版采用course-design.qmd当前课堂实施方案，熊猫数据与新增活动的来源分别注明。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位深度表示每像素位数；编号转成码字不改变已确定的代表色，整图位数还需乘像素数。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怎样编码？位深度又是多少？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Q6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聚焦第四行，核对编号与二进制码字，不要求一次读完整幅矩阵。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第四行的3、3、2、0、1、2、1、1，分别换成11、11、10、00、01、10、01、01。下面各行照同一规则处理。编号换成二进制码字叫编码；每个像素使用2bit，这个位数叫位深度。整幅图的总位数还要乘像素个数。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能对应四种码字；可能混淆每像素位数与全图总位数。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编号3写成11后，颜色改变了吗？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表示方法清楚了，再改进熊猫的轮廓。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Q6；00:13:35–00:14:46；Snip 10。本版采用course-design.qmd当前课堂实施方案，熊猫数据与新增活动的来源分别注明。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位深度表示每像素位数；编号转成码字不改变已确定的代表色，整图位数还需乘像素数。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[下一步] 进入T1，先收集学生总结和证据，再逐枝更新知识树。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T1</a:t>
            </a:r>
          </a:p>
          <a:p>
            <a:r>
              <a:t>[阶段] question</a:t>
            </a:r>
          </a:p>
          <a:p>
            <a:r>
              <a:t>[教师逐字稿] 我们怎样把熊猫图变成码字？用刚才的网格、色块和码表作证据。 先自己想20秒，再请两位同学各说一条结论和依据。若只有术语没有依据，追问是哪张网格、色块、码表或算式支持它。教师归纳准确后才依次揭示。本检查点含总结与更新约90秒。</a:t>
            </a:r>
          </a:p>
          <a:p>
            <a:r>
              <a:t>[课堂操作] 先收集学生独立总结和证据，再翻页。</a:t>
            </a:r>
          </a:p>
          <a:p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T1</a:t>
            </a:r>
          </a:p>
          <a:p>
            <a:r>
              <a:t>[阶段] answer</a:t>
            </a:r>
          </a:p>
          <a:p>
            <a:r>
              <a:t>[教师逐字稿] 先让学生指着8×8网格说出取了哪些位置，再加上采样这一枝。分辨率写两个方向的数量，64只告诉我们总数。树的连线表示本课图像编码涉及的概念，不表示这些词可以任意交换次序。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T1</a:t>
            </a:r>
          </a:p>
          <a:p>
            <a:r>
              <a:t>[阶段] answer</a:t>
            </a:r>
          </a:p>
          <a:p>
            <a:r>
              <a:t>[教师逐字稿] 请学生指出平均色与代表色的差别，再加量化这一枝。取样位置与可选颜色是两个决定；原来的采样枝仍留在相同位置。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T1</a:t>
            </a:r>
          </a:p>
          <a:p>
            <a:r>
              <a:t>[阶段] answer</a:t>
            </a:r>
          </a:p>
          <a:p>
            <a:r>
              <a:t>[教师逐字稿] 请学生用编号0到码字00说明编码。加入编码枝，强调本课三个动作的顺序为采样、量化、编码。2ⁿ表示n位的状态容量；需要L种颜色时应满足2ⁿ≥L。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怎样让数字熊猫更接近原图？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Q7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控制取样范围、显示大小、调色板，只增加空间采样。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先看8×8的熊猫，眼睛和嘴部有些难辨认。你会怎么改？若有人提出增加颜色，先记下来。这一轮保持四种颜色不变，只改变取样位置的数量。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增加格子；位深度不变。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横、纵都扩大2倍，总像素数变成几倍？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从新矩阵选一段，让学生按码表读码。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Q7；00:14:46–00:17:43；Snip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增加真实空间采样通常保留更多细节；插值放大不会凭空恢复原始信息。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怎样让数字熊猫更接近原图？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Q7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控制取样范围、显示大小、调色板，只增加空间采样。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两幅图取的是同一个头部范围，显示大小也相同。横、纵都从8增到16，格子变小，轮廓和五官能表示得更细。颜色仍是同一组四种，因此每格仍然是2bit。右图从原图重新计算16×16个样本，没有把左边的64个格子直接放大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增加格子；位深度不变。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横、纵都扩大2倍，总像素数变成几倍？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从新矩阵选一段，让学生按码表读码。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Q7；00:14:46–00:17:43；Snip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增加真实空间采样通常保留更多细节；插值放大不会凭空恢复原始信息。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红框里的8个像素，怎样编码？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Q7-read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从16×16矩阵读取确定的8格，建立可核对的编码练习。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这次只读红框中的一段：从上往下第6行，从左往右第5到12列，共8格。先读颜色编号，再按右上方的码表换成二进制。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可能选错行列或遗漏前导0。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红框里的8个像素一共多少bit？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从新矩阵选一段，让学生按码表读码。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Q7；00:14:46–00:17:43；Snip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增加真实空间采样通常保留更多细节；插值放大不会凭空恢复原始信息。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红框里的8个像素，怎样编码？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Q7-read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从16×16矩阵读取确定的8格，建立可核对的编码练习。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8个编号依次是3、3、1、0、0、1、3、0。对应码字是11、11、01、00、00、01、11、00。每像素2bit，8个像素共16bit，也就是2B。红框只是这一行的一段，整幅图仍然有16×16个像素。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可能选错行列或遗漏前导0。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红框里的8个像素一共多少bit？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从新矩阵选一段，让学生按码表读码。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Q7；00:14:46–00:17:43；Snip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增加真实空间采样通常保留更多细节；插值放大不会凭空恢复原始信息。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位图和矢量图放大后有什么不同？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Q8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比较两类图形的放大边缘；把讨论收回位图。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刚才的熊猫用像素格表示。继续放大位图，边缘会怎样？再想一条用图形描述保存的矢量线：改变显示尺寸时，边界怎样画出来？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位图边缘出现格子；矢量边界可随显示大小重新绘制。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本课随后计算的对象是哪一类图？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回到16×16熊猫图，保持位置不变再改变颜色。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Q8；00:17:43–00:18:51；逐字稿。本版采用course-design.qmd当前课堂实施方案，熊猫数据与新增活动的来源分别注明。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矢量描述可以按目标尺寸重新栅格化；最终屏幕仍由像素显示。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[45分钟路径] 可选页，默认跳过本问及其揭示；加课时才保留思考和反馈。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位图和矢量图放大后有什么不同？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Q8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比较两类图形的放大边缘；把讨论收回位图。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左边用像素点阵表示边缘，放大后格子也被放大；右边保留的是可重新绘制的图形描述，可以按新的显示尺寸绘出边界。我们接下来继续讨论位图的数据。矢量图最终在屏幕上显示时也会被栅格化，并不是屏幕没有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位图边缘出现格子；矢量边界可随显示大小重新绘制。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本课随后计算的对象是哪一类图？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回到16×16熊猫图，保持位置不变再改变颜色。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Q8；00:17:43–00:18:51；逐字稿。本版采用course-design.qmd当前课堂实施方案，熊猫数据与新增活动的来源分别注明。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矢量描述可以按目标尺寸重新栅格化；最终屏幕仍由像素显示。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[45分钟路径] 可选页，默认跳过本问及其揭示；加课时才保留思考和反馈。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格子不变，颜色还能怎样改进？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Q9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控制16×16采样值不变，比较四、六色量化。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现在两幅图必须都保持16×16个格子。四种颜色有些生硬，还能改什么？先看眼睛周围和脸颊，想一想给量化增加哪些选择。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增加颜色等级；不能把增加颜色说成增加像素。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这次改变的是格子数量，还是每格可以选择的颜色？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六种状态引出最少3bit。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Q9；00:18:51–00:20:37；Snip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格子不变，颜色还能怎样改进？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Q9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控制16×16采样值不变，比较四、六色量化。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右边保留原有四种颜色，又增加两种中间色。位置和每格的样本都没变，只是可选颜色更多了。一些明暗过渡因此能表达得更接近原图。接下来判断：一个像素若可能取六种颜色，原来的2bit够不够？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增加颜色等级；不能把增加颜色说成增加像素。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这次改变的是格子数量，还是每格可以选择的颜色？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六种状态引出最少3bit。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Q9；00:18:51–00:20:37；Snip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同一个样本，增加两种近似选择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Q9 / evidence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控制16×16采样值不变，比较四、六色量化。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红框指向第10行第13列。把它的样本平均色单独放大。四色时，最近的是原调色板编号0；增加两种中间色后，编号4更接近这个样本。样本没有重算，取样位置也没有变。即使投影颜色不容易分清，也能用这个规则解释：原来的选择都保留，多两个选择不会让最近距离更大。这里不要求学生计算颜色距离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增加颜色等级；不能把增加颜色说成增加像素。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这次改变的是格子数量，还是每格可以选择的颜色？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六种状态引出最少3bit。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Q9；00:18:51–00:20:37；Snip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六种颜色，至少需要几个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Q9-capacity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控制16×16采样值不变，比较四、六色量化。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现在只看一个格子：它有六种可能的颜色。两位够吗？三位有几种码字？找出最少而且够用的位数。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增加颜色等级；不能把增加颜色说成增加像素。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这次改变的是格子数量，还是每格可以选择的颜色？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六种状态引出最少3bit。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Q9；00:18:51–00:20:37；Snip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六种颜色，至少需要几个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Q9-capacity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控制16×16采样值不变，比较四、六色量化。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2的2次方是4，小于6，不够。2的3次方是8，足够容纳六种颜色，所以最少3bit。可以给编号0到5分别使用000到101，110和111暂时不用。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增加颜色等级；不能把增加颜色说成增加像素。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这次改变的是格子数量，还是每格可以选择的颜色？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六种状态引出最少3bit。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Q9；00:18:51–00:20:37；Snip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三轮熊猫实验说明了什么？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Q10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回顾三轮实验的变量、步骤与结果。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先回忆三轮实验。第一轮是怎样把图变成码字的？第二轮改了什么，第三轮又改了什么？先在纸上填出三个步骤，再说分辨率提高后格子怎样变化。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采样、量化、编码；分辨率提高；颜色等级增加；n位最多2^n种。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第二轮变了哪个量？第三轮又保持了什么？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更细、更丰富都要付出存储代价，回收“像素能否盲目增加”的悬问。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Q10；00:20:37–00:22:29；Snip 11、13。本版采用course-design.qmd当前课堂实施方案，熊猫数据与新增活动的来源分别注明。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分辨率与位深度分别作用于本课的取样位置和可表示颜色；2ⁿ是上限，并非每幅图必须用满。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三轮熊猫实验说明了什么？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Q10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回顾三轮实验的变量、步骤与结果。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第一轮建立采样、量化、编码的模型。第二轮只增加空间采样，格子更小；第三轮保持格子不变，增加可选颜色。请对照自己写的词，说明每个步骤处理的是什么。增加采样要从保有细节的原始对象取得新样本，不能把旧格子插值放大当成重新拍摄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采样、量化、编码；分辨率提高；颜色等级增加；n位最多2^n种。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第二轮变了哪个量？第三轮又保持了什么？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更细、更丰富都要付出存储代价，回收“像素能否盲目增加”的悬问。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Q10；00:20:37–00:22:29；Snip 11、13。本版采用course-design.qmd当前课堂实施方案，熊猫数据与新增活动的来源分别注明。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分辨率与位深度分别作用于本课的取样位置和可表示颜色；2ⁿ是上限，并非每幅图必须用满。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颜色种类、位深度怎样联系？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Q10-capacity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回顾三轮实验的变量、步骤与结果。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继续填写：四种颜色变成六种，最少位数怎样变？推广到n个bit，最多能表示多少种颜色？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采样、量化、编码；分辨率提高；颜色等级增加；n位最多2^n种。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第二轮变了哪个量？第三轮又保持了什么？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更细、更丰富都要付出存储代价，回收“像素能否盲目增加”的悬问。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Q10；00:20:37–00:22:29；Snip 11、13。本版采用course-design.qmd当前课堂实施方案，熊猫数据与新增活动的来源分别注明。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分辨率与位深度分别作用于本课的取样位置和可表示颜色；2ⁿ是上限，并非每幅图必须用满。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颜色种类、位深度怎样联系？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Q10-capacity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回顾三轮实验的变量、步骤与结果。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本实验从2bit变成3bit。位深度n最多表示2的n次方种颜色。增加颜色种类时，只有超过原有位数的容量，才必须增加位数。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采样、量化、编码；分辨率提高；颜色等级增加；n位最多2^n种。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第二轮变了哪个量？第三轮又保持了什么？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更细、更丰富都要付出存储代价，回收“像素能否盲目增加”的悬问。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Q10；00:20:37–00:22:29；Snip 11、13。本版采用course-design.qmd当前课堂实施方案，熊猫数据与新增活动的来源分别注明。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分辨率与位深度分别作用于本课的取样位置和可表示颜色；2ⁿ是上限，并非每幅图必须用满。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三幅图的像素码字，各占几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Q11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三例计算再归纳总位数公式。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这次只统计未压缩的像素码字，不算文件头或调色板。三轮分别有多少个像素，每个像素用了几位？先列出三个乘法。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学生可能只相加；使用人数乘每人巧克力的原课类比解释相乘。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像素数相当于人数，位深度相当于每人份数；结果单位是什么？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从bit换成B，让公式的单位完整。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Q11；00:22:29–00:25:14；Snip 14–15。本版采用course-design.qmd当前课堂实施方案，熊猫数据与新增活动的来源分别注明。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三幅图的像素码字，各占几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Q11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三例计算再归纳总位数公式。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第一幅8×8，共64个像素，每个2bit，得到128bit。第二幅16×16，每个仍是2bit，得到512bit。第三幅还是256个像素，但每个3bit，得到768bit。好比人数乘每人巧克力数，像素总数乘每像素位数，就是总bit。这就是增加分辨率和颜色等级的存储代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学生可能只相加；使用人数乘每人巧克力的原课类比解释相乘。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像素数相当于人数，位深度相当于每人份数；结果单位是什么？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从bit换成B，让公式的单位完整。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Q11；00:22:29–00:25:14；Snip 14–15。本版采用course-design.qmd当前课堂实施方案，熊猫数据与新增活动的来源分别注明。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要用 B 表示数据量，怎样换算？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Q12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把128、512、768bit换成16、64、96B，再归纳。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前一页是128、512和768bit。若题目要求用B作单位，应该乘8还是除8？写出三个结果，再归纳一般式。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除以8；进一步按1024换算。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题目求bit时还要除以8吗？求KB时还需要哪一步？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用不同颜色数练习寻找位深度再代公式。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Q12；00:25:14–00:26:28；Snip 15–16。本版采用course-design.qmd当前课堂实施方案，熊猫数据与新增活动的来源分别注明。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BMP 完整文件还可能有文件头、信息头、调色板和行填充。参见 https://learn.microsoft.com/en-us/windows/win32/gdi/bitmap-storage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要用 B 表示数据量，怎样换算？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Q12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把128、512、768bit换成16、64、96B，再归纳。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1B等于8bit，因此分别除8，得到16B、64B和96B。一般式是横向像素数乘纵向像素数乘位深度，再除8。继续除1024可换成KB。这只算像素码字连续排列的理想数据量，完整文件还需要别的信息。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除以8；进一步按1024换算。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题目求bit时还要除以8吗？求KB时还需要哪一步？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用不同颜色数练习寻找位深度再代公式。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Q12；00:25:14–00:26:28；Snip 15–16。本版采用course-design.qmd当前课堂实施方案，熊猫数据与新增活动的来源分别注明。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BMP 完整文件还可能有文件头、信息头、调色板和行填充。参见 https://learn.microsoft.com/en-us/windows/win32/gdi/bitmap-storage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[下一步] 进入T2，先收集学生总结和证据，再逐枝更新知识树。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T2</a:t>
            </a:r>
          </a:p>
          <a:p>
            <a:r>
              <a:t>[阶段] question</a:t>
            </a:r>
          </a:p>
          <a:p>
            <a:r>
              <a:t>[教师逐字稿] 三轮实验的像素码字为什么占用不同空间？用算式说明。 先自己想20秒，再请两位同学各说一条结论和依据。若只有术语没有依据，追问是哪张网格、色块、码表或算式支持它。教师归纳准确后才依次揭示。本检查点含总结与更新约45秒。</a:t>
            </a:r>
          </a:p>
          <a:p>
            <a:r>
              <a:t>[课堂操作] 先收集学生独立总结和证据，再翻页。</a:t>
            </a:r>
          </a:p>
          <a:p>
            <a:r>
              <a:t>[来源] course-design.qmd C4a／T2；熊猫实验数据与技术边界见C4。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T2</a:t>
            </a:r>
          </a:p>
          <a:p>
            <a:r>
              <a:t>[阶段] answer</a:t>
            </a:r>
          </a:p>
          <a:p>
            <a:r>
              <a:t>[教师逐字稿] 听学生用三轮实验解释乘法和除8，再把像素数据量接到树上。它结合采样枝的像素数和编码枝的每像素位数。这里只统计理想未压缩像素码字，不能作为完整文件大小。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C4a／T2；熊猫实验数据与技术边界见C4。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黑白、16 色、256 色各要几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Q13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填写位深度和B单位算式，不要求约分。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先别看答案。黑白只有两种状态，需要几位？16 色和 256 色分别找哪个 2 的幂？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黑白1bit、16色4bit、256色8bit；M×N是像素数。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颜色数与位深度是一回事吗？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24位真彩色沿用同一公式，但需要解释24的构成。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Q13；00:26:28–00:28:25；Snip 17–18。本版采用course-design.qmd当前课堂实施方案，熊猫数据与新增活动的来源分别注明。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黑白、16 色、256 色各要几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Q13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填写位深度和B单位算式，不要求约分。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黑白 1 bit，16 色 4 bit，256 色 8 bit。若分辨率是 M×N，代入前页公式即可得到理想像素数据量。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黑白1bit、16色4bit、256色8bit；M×N是像素数。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颜色数与位深度是一回事吗？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24位真彩色沿用同一公式，但需要解释24的构成。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Q13；00:26:28–00:28:25；Snip 17–18。本版采用course-design.qmd当前课堂实施方案，熊猫数据与新增活动的来源分别注明。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24位真彩色，最多有多少种颜色？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Q14-formula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先补24位真彩色一列，再解释RGB三个通道和组合。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刚才已经算过黑白、16色和256色。现在直接给位深度24，请写出最多颜色数，再列M×N图像的像素数据量。先不用求出颜色数的十进制值。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24位最多2^24种，数据量M×N×24÷8；RGB各8位、各256级。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三个通道各256级，是相加还是相乘？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回到熊猫的眼睛，读取一个真实像素的RGB值。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Q14；00:28:25–00:31:13；Snip 19。本版采用course-design.qmd当前课堂实施方案，熊猫数据与新增活动的来源分别注明。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此处24位RGB为三个8位通道、不含透明通道；调色板编号和RGB通道值采用不同解释规则。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[45分钟路径] 可选页，默认跳过本问及其揭示；加课时才保留思考和反馈。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24位真彩色，最多有多少种颜色？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Q14-formula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先补24位真彩色一列，再解释RGB三个通道和组合。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24位最多表示2的24次方种颜色，数据量是M×N×24除8字节。计算方法完全相同。为什么照片常用24位？下一页看红、绿、蓝三个通道怎样组成它。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24位最多2^24种，数据量M×N×24÷8；RGB各8位、各256级。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三个通道各256级，是相加还是相乘？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回到熊猫的眼睛，读取一个真实像素的RGB值。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Q14；00:28:25–00:31:13；Snip 19。本版采用course-design.qmd当前课堂实施方案，熊猫数据与新增活动的来源分别注明。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此处24位RGB为三个8位通道、不含透明通道；调色板编号和RGB通道值采用不同解释规则。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[45分钟路径] 可选页，默认跳过本问及其揭示；加课时才保留思考和反馈。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24 位 RGB 怎样表示丰富的颜色？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Q14-rgb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先补24位真彩色一列，再解释RGB三个通道和组合。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R、G、B各使用8bit，一个通道有多少个等级？三个通道组合，最多有多少种颜色？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24位最多2^24种，数据量M×N×24÷8；RGB各8位、各256级。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三个通道各256级，是相加还是相乘？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回到熊猫的眼睛，读取一个真实像素的RGB值。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Q14；00:28:25–00:31:13；Snip 19。本版采用course-design.qmd当前课堂实施方案，熊猫数据与新增活动的来源分别注明。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此处24位RGB为三个8位通道、不含透明通道；调色板编号和RGB通道值采用不同解释规则。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24 位 RGB 怎样表示丰富的颜色？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Q14-rgb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先补24位真彩色一列，再解释RGB三个通道和组合。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每个通道8bit，可以取0到255，共256级。三个通道的等级独立组合，所以一共有256×256×256种组合，等于2的24次方。每个像素的总位数是8+8+8=24。这里说的是不带透明通道的24位RGB模型；软件中的“8位/通道”不要误读成整像素只有8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24位最多2^24种，数据量M×N×24÷8；RGB各8位、各256级。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三个通道各256级，是相加还是相乘？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回到熊猫的眼睛，读取一个真实像素的RGB值。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Q14；00:28:25–00:31:13；Snip 19。本版采用course-design.qmd当前课堂实施方案，熊猫数据与新增活动的来源分别注明。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此处24位RGB为三个8位通道、不含透明通道；调色板编号和RGB通道值采用不同解释规则。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同一种颜色，为什么有2bit和24bit？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Q14-compare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比较调色板编号与RGB通道值，衔接两个位深度模型。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同一块深色，刚才可以用00表示，现在又能写成三个8位通道。它的颜色没变，为什么位数不同？先想：00本身能告诉别人这是什么颜色吗？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可能以为所有颜色都只需2bit，或认为同色位数必须相同。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如果把同一四色图保存成24位RGB，每像素仍只占2bit吗？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用眼睛里的真实像素练习RGB通道编码。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Q14；00:28:25–00:31:13；Snip 19。本版采用course-design.qmd当前课堂实施方案，熊猫数据与新增活动的来源分别注明。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这里只比较本课理想固定长度模型。调色板自身也需要保存或事先共享，不计入前面的像素码字数据量。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同一种颜色，为什么有2bit和24bit？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Q14-compare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比较调色板编号与RGB通道值，衔接两个位深度模型。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2bit记录的是四色表里的编号，还必须知道约定的码表才能查到颜色。24位RGB直接记录R、G、B三个通道值。这块颜色是36、33、27，所以是三个8位。两种表示的规则不同；位深度不能脱离表示方案来讨论。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可能以为所有颜色都只需2bit，或认为同色位数必须相同。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如果把同一四色图保存成24位RGB，每像素仍只占2bit吗？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用眼睛里的真实像素练习RGB通道编码。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Q14；00:28:25–00:31:13；Snip 19。本版采用course-design.qmd当前课堂实施方案，熊猫数据与新增活动的来源分别注明。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这里只比较本课理想固定长度模型。调色板自身也需要保存或事先共享，不计入前面的像素码字数据量。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R=138，怎样写成8位二进制？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Q15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用位权表逐步推导真实R通道的8位表示。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红框中心的像素读出R为138、G为179、B为111。先只换算R通道。下表从左到右给出8个位权，哪些位置填1，合起来正好是138？给30秒写在纸上。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可能遗漏某一位或把十进制数字逐个编码。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如果把最左边的1改成0，表示的数少了多少？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从一个像素的3bytes，推广到整幅图的像素数据量。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R通道换算留30秒；其余通道口头核对。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Q15；00:30:06–00:31:13；Snip 20。本版采用course-design.qmd当前课堂实施方案，熊猫数据与新增活动的来源分别注明。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Pillow将原JPEG解码为RGB，零起始坐标(x,y)=(422,230)。JPEG内部通常采用有损压缩表示；本例的24位RGB是解码后的像素视图。不同解码器的舍入可能产生极小差别。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R=138，怎样写成8位二进制？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Q15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用位权表逐步推导真实R通道的8位表示。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138等于128加8加2。对应的三个位置填1，其余填0，得到10001010。每个通道固定8位；请用同样方法检查G和B。下一页给出完整的三个通道，尤其留意B通道前面的0。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可能遗漏某一位或把十进制数字逐个编码。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如果把最左边的1改成0，表示的数少了多少？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从一个像素的3bytes，推广到整幅图的像素数据量。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Q15；00:30:06–00:31:13；Snip 20。本版采用course-design.qmd当前课堂实施方案，熊猫数据与新增活动的来源分别注明。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Pillow将原JPEG解码为RGB，零起始坐标(x,y)=(422,230)。JPEG内部通常采用有损压缩表示；本例的24位RGB是解码后的像素视图。不同解码器的舍入可能产生极小差别。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一个RGB像素：三个8位通道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Q15 / evidence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用位权表逐步推导真实R通道的8位表示。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这是同一个眼睛像素的完整RGB表示。R刚才已经算过，G等于128加32加16加2加1，B等于64加32加8加4加2加1。注意B前面的0也必须写，它让每个通道都保持8位。三个通道总共24bit，也就是3bytes。这里读取的是JPEG解码后的像素，不是说JPEG内部直接按这个顺序存放每像素的三个字节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可能遗漏某一位或把十进制数字逐个编码。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如果把最左边的1改成0，表示的数少了多少？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从一个像素的3bytes，推广到整幅图的像素数据量。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Q15；00:30:06–00:31:13；Snip 20。本版采用course-design.qmd当前课堂实施方案，熊猫数据与新增活动的来源分别注明。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500×333 的 24 位图像有多大？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Q16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在明确假定的尺寸下计算未压缩像素数据量。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另外给出一幅假定图像：500×333像素，每像素24bit。先列式再算，用B和KB分别表示。这组尺寸是计算题的条件。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有人遗漏除8或除1024。正确结果499500B≈487.79KB。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这个公式包含文件头、行填充、压缩等影响吗？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回到开场，用像素解释放大；存储代价解释像素不应盲目追高。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独立计算60–90秒，听两种解法后翻页。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Q16；00:31:13–00:33:09；Snip 20。本版采用course-design.qmd当前课堂实施方案，熊猫数据与新增活动的来源分别注明。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500×333 的 24 位图像有多大？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Q16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在明确假定的尺寸下计算未压缩像素数据量。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500乘333是像素数，乘24得到bit，除8得到499500B，再除1024约487.79KB。算的是未压缩像素码字的有效载荷。下一页把它与完整文件大小分开。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有人遗漏除8或除1024。正确结果499500B≈487.79KB。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这个公式包含文件头、行填充、压缩等影响吗？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回到开场，用像素解释放大；存储代价解释像素不应盲目追高。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Q16；00:31:13–00:33:09；Snip 20。本版采用course-design.qmd当前课堂实施方案，熊猫数据与新增活动的来源分别注明。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公式计算的是像素数据量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Q16 / evidence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在明确假定的尺寸下计算未压缩像素数据量。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刚才的公式只统计像素码字连续排列后的理想数据量。文件可能增加头部、调色板和行填充；压缩又会改变数据的保存方式。所以不能直接把磁盘上的JPEG文件大小代入这个公式倒推位深度。500×333是本题假定尺寸，熊猫原JPEG实际是886×1000；原课文件属性截图不再用于熊猫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有人遗漏除8或除1024。正确结果499500B≈487.79KB。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这个公式包含文件头、行填充、压缩等影响吗？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回到开场，用像素解释放大；存储代价解释像素不应盲目追高。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Q16；00:31:13–00:33:09；Snip 20。本版采用course-design.qmd当前课堂实施方案，熊猫数据与新增活动的来源分别注明。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放大熊猫图，就能看清新细节吗？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Q17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以同一眼部像素区解释显示放大与真实采样的差别。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回到开头的眼睛。把图显示得更大，图像文件记录的原始信息增加了吗？如果想得到更多真实拍摄细节，应该在拍摄时做什么？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把有限像素放大，并未增加采集到的原始细节。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拍摄时提高真实采样分辨率，与拍好后放大是同一件事吗？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已有像素决定了可还原的内容。把像素码字交给别人，他能唯一画出图像吗？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Q17；00:33:09–00:33:39；Snip 21。本版采用course-design.qmd当前课堂实施方案，熊猫数据与新增活动的来源分别注明。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显示放大或插值不能重新采集原场景；拍摄质量还受镜头、对焦和光照影响。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放大熊猫图，就能看清新细节吗？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Q17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以同一眼部像素区解释显示放大与真实采样的差别。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右边仍是左边红框中已有的16×16个像素，只是显示得更大。软件也可以插入中间值让边缘平滑，但并未重新采集原始细节。拍摄时可以适当提高真实采样分辨率，同时考虑镜头、对焦、光照与存储代价。现有数字插图能放大到多清楚，同样受原始信息限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把有限像素放大，并未增加采集到的原始细节。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拍摄时提高真实采样分辨率，与拍好后放大是同一件事吗？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已有像素决定了可还原的内容。把像素码字交给别人，他能唯一画出图像吗？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Q17；00:33:09–00:33:39；Snip 21。本版采用course-design.qmd当前课堂实施方案，熊猫数据与新增活动的来源分别注明。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显示放大或插值不能重新采集原场景；拍摄质量还受镜头、对焦和光照影响。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T3</a:t>
            </a:r>
          </a:p>
          <a:p>
            <a:r>
              <a:t>[阶段] question</a:t>
            </a:r>
          </a:p>
          <a:p>
            <a:r>
              <a:t>[教师逐字稿] 同色为何可以用不同位数？同一码字为何可以画出不同排列？各举一条证据。 先自己想20秒，再请两位同学各说一条结论和依据。若只有术语没有依据，追问是哪张网格、色块、码表或算式支持它。教师归纳准确后才依次揭示。本检查点含总结与更新约75秒。</a:t>
            </a:r>
          </a:p>
          <a:p>
            <a:r>
              <a:t>[课堂操作] 先收集学生独立总结和证据，再翻页。</a:t>
            </a:r>
          </a:p>
          <a:p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T3</a:t>
            </a:r>
          </a:p>
          <a:p>
            <a:r>
              <a:t>[阶段] answer</a:t>
            </a:r>
          </a:p>
          <a:p>
            <a:r>
              <a:t>[教师逐字稿] 先让学生解释为什么同一颜色既能用00也能用三个8位数表示，再加颜色表示这一枝。00依赖码表；24位RGB记录三个通道值，不含alpha。它补充编码枝：位数取决于表示方案。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只有这些码字，能唯一画出图像吗？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Q18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把一串像素码字还原成小图，通过两种有效排列发现二维尺寸的作用。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现在把这8个像素当成一幅完整小图的数据，不要求沿用前面那一行的摆法。每个像素2bit，颜色对应关系已经给出，读取顺序也约定好了。请画出一种符合条件的图，判断别人是否一定会和你画得一样。先独立画，再和同桌比较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可能直接沿用先前的一行8格，也可能画4×2或2×4；误以为16bit本身会告诉我们哪里换行。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若约定每行4个像素，8个像素一共有几行？再从图读回码字检验。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规则解释了怎样读回数字图像；再回到图像的来源，比较自然光的连续变化与数字表示。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独立画图30–45秒，同桌核对后揭示；整个解码环节约3分钟。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只有这些码字，能唯一画出图像吗？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Q18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把一串像素码字还原成小图，通过两种有效排列发现二维尺寸的作用。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左边每行放4个，共2行；右边每行放2个，共4行。请按每行从左到右、各行从上到下的顺序把两幅图读回去，得到的都是11、11、01、00、00、01、11、00。两种排列都满足题目给出的条件。因此，像素数相同、码字相同，还不能唯一确定二维排列；需要确定横向和纵向的尺寸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可能直接沿用先前的一行8格，也可能画4×2或2×4；误以为16bit本身会告诉我们哪里换行。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若约定每行4个像素，8个像素一共有几行？再从图读回码字检验。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规则解释了怎样读回数字图像；再回到图像的来源，比较自然光的连续变化与数字表示。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还原图像，需要数据和解释规则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Q18 / evidence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把一串像素码字还原成小图，通过两种有效排列发现二维尺寸的作用。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前面算出的16bit，只是这8个像素的码字。要解释它，还需要知道二维尺寸、每像素几位、颜色怎样对应以及读取顺序。某些信息写在文件中，某些由格式或通信双方约定，不要求都另存一份。本页明确按横4纵2排列，把结果再读回去检查。注意，读回的是已经记录的像素，采样和量化丢掉的信息不会因此回来。下一问回到自然光：在变成这些有限位置、有限等级之前，它怎样变化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可能直接沿用先前的一行8格，也可能画4×2或2×4；误以为16bit本身会告诉我们哪里换行。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若约定每行4个像素，8个像素一共有几行？再从图读回码字检验。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规则解释了怎样读回数字图像；再回到图像的来源，比较自然光的连续变化与数字表示。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[下一步] 进入T3，先收集学生总结和证据，再逐枝更新知识树。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T3</a:t>
            </a:r>
          </a:p>
          <a:p>
            <a:r>
              <a:t>[阶段] answer</a:t>
            </a:r>
          </a:p>
          <a:p>
            <a:r>
              <a:t>[教师逐字稿] 先让学生解释为什么同一颜色既能用00也能用三个8位数表示，再加颜色表示这一枝。00依赖码表；24位RGB记录三个通道值，不含alpha。它补充编码枝：位数取决于表示方案。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T3</a:t>
            </a:r>
          </a:p>
          <a:p>
            <a:r>
              <a:t>[阶段] answer</a:t>
            </a:r>
          </a:p>
          <a:p>
            <a:r>
              <a:t>[教师逐字稿] 请两位学生把4×2和2×4都读回同一码字，再添加解码枝。尺寸控制分行，码表控制颜色，位数和顺序控制怎样读。总数与行宽可推出行数；解码不能撤销采样和量化损失。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采样</a:t>
            </a:r>
            <a:r>
              <a:rPr lang="en-US" altLang="zh-CN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、</a:t>
            </a:r>
            <a:r>
              <a:rPr lang="zh-CN" altLang="en-US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量化</a:t>
            </a:r>
            <a:r>
              <a:rPr lang="en-US" altLang="zh-CN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、</a:t>
            </a:r>
            <a:r>
              <a:rPr lang="zh-CN" altLang="en-US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编码是图像数字化的三个步骤</a:t>
            </a:r>
            <a:r>
              <a:rPr lang="en-US" altLang="zh-CN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，</a:t>
            </a:r>
            <a:endParaRPr lang="en-US" altLang="zh-CN" sz="1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altLang="en-US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它们将真实世界里连续的光强分布</a:t>
            </a:r>
            <a:r>
              <a:rPr lang="en-US" altLang="zh-CN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，</a:t>
            </a:r>
            <a:r>
              <a:rPr lang="zh-CN" altLang="en-US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转变成了计算机能存储的像素矩阵</a:t>
            </a:r>
            <a:r>
              <a:rPr lang="en-US" altLang="zh-CN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。</a:t>
            </a:r>
            <a:endParaRPr lang="en-US" altLang="zh-CN" sz="1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endParaRPr lang="en-US" altLang="zh-CN" sz="1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altLang="en-US" sz="1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这个“连续变离散”的过程</a:t>
            </a:r>
            <a:r>
              <a:rPr lang="en-US" altLang="zh-CN" sz="1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，</a:t>
            </a:r>
            <a:r>
              <a:rPr lang="zh-CN" altLang="en-US" sz="1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是图像领域独有的吗</a:t>
            </a:r>
            <a:r>
              <a:rPr lang="en-US" altLang="zh-CN" sz="1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？</a:t>
            </a:r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这些例子主要随时间还是空间变化？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Q19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按指定观察情境分类，避免按物理量名称机械分类。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刚才已经知道怎样按规则读回数字图像。再回到记录之前的自然现象。看清每一行指定的观察情境：同一地点一天的气温、固定位置不同时刻的声波、水下不同深度的压强、房间不同位置的光照。分别主要看时间变化，还是空间变化？先按给定情境分类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能按给定情境分类；可能以为温度只能随时间、光照只能随空间。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如果改看同一时刻不同地点的温度，横轴还应该是时间吗？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采样后的有限位置与量化后的有限等级，引出数字量。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Q19；00:37:19–00:41:41；Snip 26。本版采用course-design.qmd当前课堂实施方案，熊猫数据与新增活动的来源分别注明。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在本课连续量模型中讨论温度等物理量；仪表数字读数的跳变不等于实际物理量只能跳变。概念连线不是实测温度曲线。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[45分钟路径] 可选页，默认跳过本问及其揭示；加课时才保留思考和反馈。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这些例子主要随时间还是空间变化？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Q19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按指定观察情境分类，避免按物理量名称机械分类。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前两行在同一位置比较不同时刻，因此主要随时间；后两行在不同位置比较，因此主要随空间。分类取决于这次观察的情境。接下来还要问：这些量只能取几个固定数值吗？连续变化才是建立模拟量概念的关键。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能按给定情境分类；可能以为温度只能随时间、光照只能随空间。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如果改看同一时刻不同地点的温度，横轴还应该是时间吗？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采样后的有限位置与量化后的有限等级，引出数字量。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Q19；00:37:19–00:41:41；Snip 26。本版采用course-design.qmd当前课堂实施方案，熊猫数据与新增活动的来源分别注明。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在本课连续量模型中讨论温度等物理量；仪表数字读数的跳变不等于实际物理量只能跳变。概念连线不是实测温度曲线。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[45分钟路径] 可选页，默认跳过本问及其揭示；加课时才保留思考和反馈。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温度从25到26，只能跳着变化吗？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Q19-continuous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从可取中间值的具体问题形成连续量的模型。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某处温度在这段时间由25摄氏度变成26摄氏度。中间可能经过25.5吗？还可能经过25.51吗？不要先看温度计显示了几位，要想实际温度的变化。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学生可能把数字温度计显示的跳变当成实际温度只能跳变。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仪表只显示一位小数，能证明实际温度只能取这些数吗？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回看图像采样和量化，说明哪些选择变得离散。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Q19；00:37:19–00:41:41；Snip 26。本版采用course-design.qmd当前课堂实施方案，熊猫数据与新增活动的来源分别注明。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曲线是课堂概念示意，不是测量数据；不以“任意点有值”作为数学连续性的定义。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温度从25到26，只能跳着变化吗？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Q19-continuous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从可取中间值的具体问题形成连续量的模型。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在本课的连续模型里，温度可以经过这些中间值。仪表只显示整数或一位小数，是读数方式的限制。我们用连续变化的物理量描述温度、声波或光照，称为模拟量。下一页对照图像中的取样位置和有限颜色等级。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学生可能把数字温度计显示的跳变当成实际温度只能跳变。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仪表只显示一位小数，能证明实际温度只能取这些数吗？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回看图像采样和量化，说明哪些选择变得离散。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Q19；00:37:19–00:41:41；Snip 26。本版采用course-design.qmd当前课堂实施方案，熊猫数据与新增活动的来源分别注明。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曲线是课堂概念示意，不是测量数据；不以“任意点有值”作为数学连续性的定义。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数字量与模拟量有什么不同？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Q20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比较连续曲线与采样位置、有限等级、二进制码字的关系。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回看图像模型：位置按格子取样，颜色只能从有限几种里选。这与刚才的连续变化有什么不同？最后怎样写成可保存的码字？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数字数据采用离散状态；0/1是编码符号，不表示只能存数值0和1。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多个bit组成码字后，能不能表示138？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回扣熊猫图思想实验，完整说出信息数字化过程。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Q20；00:41:41–00:43:11；Snip 27。本版采用course-design.qmd当前课堂实施方案，熊猫数据与新增活动的来源分别注明。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离散的层次与采样方式有关；课堂示意用于区分连续变化与有限状态，不等于所有数字信号只有两个电平。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数字量与模拟量有什么不同？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Q20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比较连续曲线与采样位置、有限等级、二进制码字的关系。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采样把空间位置离散化，量化把每个位置的值映射到有限等级，再用码字表示。例如00、01、10、11是四种码字；每一位只有0或1，但多个位能够表示许多不同数值。数字量强调离散表示，不能理解成计算机只能存0和1两个数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数字数据采用离散状态；0/1是编码符号，不表示只能存数值0和1。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多个bit组成码字后，能不能表示138？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回扣熊猫图思想实验，完整说出信息数字化过程。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Q20；00:41:41–00:43:11；Snip 27。本版采用course-design.qmd当前课堂实施方案，熊猫数据与新增活动的来源分别注明。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离散的层次与采样方式有关；课堂示意用于区分连续变化与有限状态，不等于所有数字信号只有两个电平。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图像怎样从模拟量变成数字量？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Q21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口头补完整条链，再解释每个步骤做了什么。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回顾纸上的熊猫图被相机记录的思想实验。反射光怎样一步步变成可保存的数字图像？请依次说出三个动作，再说每一步解决什么问题。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采样、量化、编码，得到数字图像；称为信息数字化。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哪个环节决定采样位置，哪个环节决定有限的颜色等级？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先用32B预算题检查颜色容量和数据量，完成T4总结与E1独立迁移，再布置课后练习。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综合应用留60秒，要求写条件和单位。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Q21；00:43:11–00:43:32；Snip 27。本版采用course-design.qmd当前课堂实施方案，熊猫数据与新增活动的来源分别注明。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先讨论打印图的反射光到数字图像，再以理想未压缩像素数据预算作迁移；不把文件完整大小混入预算。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图像怎样从模拟量变成数字量？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Q21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口头补完整条链，再解释每个步骤做了什么。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现在请完整说出这条链：光经过采样、量化、编码，成为可以存储的数字图像。采样解决在哪些位置取样，量化解决怎样用有限等级表示，编码解决怎样写成码字。这就是信息数字化。分辨率和位深度决定本课简化模型里的像素数据量，也分别影响空间细节和颜色表达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采样、量化、编码，得到数字图像；称为信息数字化。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哪个环节决定采样位置，哪个环节决定有限的颜色等级？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先用32B预算题检查颜色容量和数据量，完成T4总结与E1独立迁移，再布置课后练习。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Q21；00:43:11–00:43:32；Snip 27。本版采用course-design.qmd当前课堂实施方案，熊猫数据与新增活动的来源分别注明。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先讨论打印图的反射光到数字图像，再以理想未压缩像素数据预算作迁移；不把文件完整大小混入预算。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只允许32 B，该怎样选择参数？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Q21-budget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同时运用颜色容量与像素数据量，诊断不满足条件的方案。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离开前完成这一题。仍用四种颜色，采用固定长度编码，只算未压缩像素码字，最多32B。四个方案可以选哪些？写出像素数乘位深度再除8，别只看像素个数。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容易只算字节数而误选C，或只选恰好32B的B而漏选D。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最多32B是否要求一定用满32B？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课后继续练习并写明单位。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综合应用留60秒，要求写条件和单位。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Q21；00:43:11–00:43:32；Snip 27。本版采用course-design.qmd当前课堂实施方案，熊猫数据与新增活动的来源分别注明。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四个方案覆盖同一取景范围，M、N分别为横纵采样数；本题只比较能否满足约束，不宣称B在所有视觉目标上最好。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只允许32 B，该怎样选择参数？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Q21-budget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同时运用颜色容量与像素数据量，诊断不满足条件的方案。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A是16乘16乘2除8，等于64B，超过限制。B是16乘8乘2除8，等于32B，可以。C虽然只有32B，但1bit只能区分两种颜色，达不到四种颜色的要求。D是8乘8乘2除8，等于16B，也可以。B比D保留更多采样位置，但长宽采样数不同。决定之前要同时核对颜色容量和数据量，不能只看字节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容易只算字节数而误选C，或只选恰好32B的B而漏选D。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最多32B是否要求一定用满32B？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课后继续练习并写明单位。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Q21；00:43:11–00:43:32；Snip 27。本版采用course-design.qmd当前课堂实施方案，熊猫数据与新增活动的来源分别注明。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四个方案覆盖同一取景范围，M、N分别为横纵采样数；本题只比较能否满足约束，不宣称B在所有视觉目标上最好。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[下一步] 进入T4，先收集学生总结和证据，再逐枝更新知识树。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新图像能满足 50 B 预算吗？</a:t>
            </a:r>
          </a:p>
          <a:p>
            <a:r>
              <a:t>[内部编号] E1</a:t>
            </a:r>
          </a:p>
          <a:p>
            <a:r>
              <a:t>[阶段] question</a:t>
            </a:r>
          </a:p>
          <a:p>
            <a:r>
              <a:t>[教师逐字稿] 换一组没有算过的数据。请独立写最少位数、判断依据、数据量和预算结论，再写一句这个结果能否当作完整PNG文件大小。给60秒；不讨论、不先报答案。教师先收齐或拍下原答，再揭示。</a:t>
            </a:r>
          </a:p>
          <a:p>
            <a:r>
              <a:t>[课堂操作] 先收集学生独立总结和证据，再翻页。</a:t>
            </a:r>
          </a:p>
          <a:p>
            <a:r>
              <a:t>[来源] course-design.qmd C4a／E1；熊猫实验数据与技术边界见C4。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新图像能满足 50 B 预算吗？</a:t>
            </a:r>
          </a:p>
          <a:p>
            <a:r>
              <a:t>[内部编号] E1</a:t>
            </a:r>
          </a:p>
          <a:p>
            <a:r>
              <a:t>[阶段] answer</a:t>
            </a:r>
          </a:p>
          <a:p>
            <a:r>
              <a:t>[教师逐字稿] 两位的四种状态不足以区分五色，三位够用。120个像素各三位，是360bit，换成45B，满足50B预算。先核对前三项，不让学生覆盖原答案。再请一人解释还剩下的文件大小问题。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C4a／E1；熊猫实验数据与技术边界见C4。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新图像能满足 50 B 预算吗？</a:t>
            </a:r>
          </a:p>
          <a:p>
            <a:r>
              <a:t>[内部编号] E1</a:t>
            </a:r>
          </a:p>
          <a:p>
            <a:r>
              <a:t>[阶段] evidence</a:t>
            </a:r>
          </a:p>
          <a:p>
            <a:r>
              <a:t>[教师逐字稿] 45B只计理想像素码字。PNG还有格式结构与压缩，不能据此得到完整文件大小。容量、列式单位、预算、文件边界各一项，至少三项且容量正确视为达到本次退出标准。记录实际匿名错误类别；本次文件构建不能填写学生达标人数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C4a／E1；熊猫实验数据与技术边界见C4。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课后检查位深度、像素数据量和放大的边界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Q22 / exit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课后完成这三题。第一题写判断最少固定码长的不等式，第二题列式并写单位，第三题用原始信息解释。这是补充作业；刚才的E1已在课堂独立收答。答案保留在教师材料，学生完成后再核对。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[参考答案] 1. 3bit，4&lt;6≤8。2. 800×600×24÷8=1440000B。3. 没有；插值增加像素数量，不等于增加真实采集的细节。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[来源] 原课作业位置00:43:32以后；题目为重建补充，不冒充原题。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课后检查位深度、像素数据量和放大的边界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Q22 / exit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课后完成这三题。第一题写判断最少固定码长的不等式，第二题列式并写单位，第三题用原始信息解释。这是补充作业；刚才的E1已在课堂独立收答。答案保留在教师材料，学生完成后再核对。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[参考答案] 1. 3bit，4&lt;6≤8。2. 800×600×24÷8=1440000B。3. 没有；插值增加像素数量，不等于增加真实采集的细节。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[来源] 原课作业位置00:43:32以后；题目为重建补充，不冒充原题。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6D41A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3600" b="1">
              <a:solidFill>
                <a:srgbClr val="6D41A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904875" y="2238375"/>
            <a:ext cx="7334250" cy="2238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6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6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一只熊猫怎样变成</a:t>
            </a:r>
            <a:endParaRPr sz="6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algn="l">
              <a:defRPr sz="6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6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二进制数据？</a:t>
            </a:r>
            <a:endParaRPr sz="6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75" y="2203543"/>
            <a:ext cx="2762250" cy="3117664"/>
          </a:xfrm>
          <a:prstGeom prst="rect">
            <a:avLst/>
          </a:prstGeom>
        </p:spPr>
      </p:pic>
      <p:sp>
        <p:nvSpPr>
          <p:cNvPr id="6" name="text-4"/>
          <p:cNvSpPr>
            <a:spLocks noGrp="1"/>
          </p:cNvSpPr>
          <p:nvPr/>
        </p:nvSpPr>
        <p:spPr>
          <a:xfrm>
            <a:off x="952500" y="5143500"/>
            <a:ext cx="704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7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37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从像素到图像数据</a:t>
            </a:r>
            <a:endParaRPr sz="37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熊猫图不断放大，会看到什么？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952500" y="2000250"/>
            <a:ext cx="3429000" cy="34290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2583656" y="3429000"/>
            <a:ext cx="190500" cy="1905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857250" y="581025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预测红框区域的放大结果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5" name="Rectangle 264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熊猫图不断放大，会看到什么？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268" name="Picture 267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952500" y="2000250"/>
            <a:ext cx="3429000" cy="34290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2583656" y="3429000"/>
            <a:ext cx="190500" cy="1905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857250" y="581025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预测红框区域的放大结果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334250" y="2047875"/>
            <a:ext cx="209550" cy="209550"/>
          </a:xfrm>
          <a:prstGeom prst="rect">
            <a:avLst/>
          </a:prstGeom>
          <a:solidFill>
            <a:srgbClr val="FBFCFE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543800" y="2047875"/>
            <a:ext cx="209550" cy="209550"/>
          </a:xfrm>
          <a:prstGeom prst="rect">
            <a:avLst/>
          </a:prstGeom>
          <a:solidFill>
            <a:srgbClr val="E8EAE9"/>
          </a:solidFill>
          <a:ln w="0">
            <a:noFill/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753350" y="2047875"/>
            <a:ext cx="209550" cy="209550"/>
          </a:xfrm>
          <a:prstGeom prst="rect">
            <a:avLst/>
          </a:prstGeom>
          <a:solidFill>
            <a:srgbClr val="F6FDF6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962900" y="2047875"/>
            <a:ext cx="209550" cy="209550"/>
          </a:xfrm>
          <a:prstGeom prst="rect">
            <a:avLst/>
          </a:prstGeom>
          <a:solidFill>
            <a:srgbClr val="D8E4D8"/>
          </a:solidFill>
          <a:ln w="0">
            <a:noFill/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8172450" y="2047875"/>
            <a:ext cx="209550" cy="209550"/>
          </a:xfrm>
          <a:prstGeom prst="rect">
            <a:avLst/>
          </a:prstGeom>
          <a:solidFill>
            <a:srgbClr val="7E8F7F"/>
          </a:solidFill>
          <a:ln w="0">
            <a:noFill/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8382000" y="2047875"/>
            <a:ext cx="209550" cy="209550"/>
          </a:xfrm>
          <a:prstGeom prst="rect">
            <a:avLst/>
          </a:prstGeom>
          <a:solidFill>
            <a:srgbClr val="112712"/>
          </a:solidFill>
          <a:ln w="0">
            <a:noFill/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8591550" y="2047875"/>
            <a:ext cx="209550" cy="209550"/>
          </a:xfrm>
          <a:prstGeom prst="rect">
            <a:avLst/>
          </a:prstGeom>
          <a:solidFill>
            <a:srgbClr val="0F2910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801100" y="2047875"/>
            <a:ext cx="209550" cy="209550"/>
          </a:xfrm>
          <a:prstGeom prst="rect">
            <a:avLst/>
          </a:prstGeom>
          <a:solidFill>
            <a:srgbClr val="0F290E"/>
          </a:solidFill>
          <a:ln w="0">
            <a:noFill/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9010650" y="2047875"/>
            <a:ext cx="209550" cy="209550"/>
          </a:xfrm>
          <a:prstGeom prst="rect">
            <a:avLst/>
          </a:prstGeom>
          <a:solidFill>
            <a:srgbClr val="163317"/>
          </a:solidFill>
          <a:ln w="0">
            <a:noFill/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9220200" y="2047875"/>
            <a:ext cx="209550" cy="209550"/>
          </a:xfrm>
          <a:prstGeom prst="rect">
            <a:avLst/>
          </a:prstGeom>
          <a:solidFill>
            <a:srgbClr val="08240B"/>
          </a:solidFill>
          <a:ln w="0">
            <a:noFill/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9429750" y="2047875"/>
            <a:ext cx="209550" cy="209550"/>
          </a:xfrm>
          <a:prstGeom prst="rect">
            <a:avLst/>
          </a:prstGeom>
          <a:solidFill>
            <a:srgbClr val="001700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639300" y="2047875"/>
            <a:ext cx="209550" cy="209550"/>
          </a:xfrm>
          <a:prstGeom prst="rect">
            <a:avLst/>
          </a:prstGeom>
          <a:solidFill>
            <a:srgbClr val="051E09"/>
          </a:solidFill>
          <a:ln w="0">
            <a:noFill/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848850" y="2047875"/>
            <a:ext cx="209550" cy="209550"/>
          </a:xfrm>
          <a:prstGeom prst="rect">
            <a:avLst/>
          </a:prstGeom>
          <a:solidFill>
            <a:srgbClr val="243B27"/>
          </a:solidFill>
          <a:ln w="0">
            <a:noFill/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058400" y="2047875"/>
            <a:ext cx="209550" cy="209550"/>
          </a:xfrm>
          <a:prstGeom prst="rect">
            <a:avLst/>
          </a:prstGeom>
          <a:solidFill>
            <a:srgbClr val="7A8F7E"/>
          </a:solidFill>
          <a:ln w="0">
            <a:noFill/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0267950" y="2047875"/>
            <a:ext cx="209550" cy="209550"/>
          </a:xfrm>
          <a:prstGeom prst="rect">
            <a:avLst/>
          </a:prstGeom>
          <a:solidFill>
            <a:srgbClr val="E9F9EE"/>
          </a:solidFill>
          <a:ln w="0">
            <a:noFill/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0477500" y="2047875"/>
            <a:ext cx="209550" cy="209550"/>
          </a:xfrm>
          <a:prstGeom prst="rect">
            <a:avLst/>
          </a:prstGeom>
          <a:solidFill>
            <a:srgbClr val="EAF0EC"/>
          </a:solidFill>
          <a:ln w="0">
            <a:noFill/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334250" y="2257425"/>
            <a:ext cx="209550" cy="209550"/>
          </a:xfrm>
          <a:prstGeom prst="rect">
            <a:avLst/>
          </a:prstGeom>
          <a:solidFill>
            <a:srgbClr val="D7DDD9"/>
          </a:solidFill>
          <a:ln w="0">
            <a:noFill/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7543800" y="2257425"/>
            <a:ext cx="209550" cy="209550"/>
          </a:xfrm>
          <a:prstGeom prst="rect">
            <a:avLst/>
          </a:prstGeom>
          <a:solidFill>
            <a:srgbClr val="F4FEF6"/>
          </a:solidFill>
          <a:ln w="0">
            <a:noFill/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753350" y="2257425"/>
            <a:ext cx="209550" cy="209550"/>
          </a:xfrm>
          <a:prstGeom prst="rect">
            <a:avLst/>
          </a:prstGeom>
          <a:solidFill>
            <a:srgbClr val="E4F2E5"/>
          </a:solidFill>
          <a:ln w="0">
            <a:noFill/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962900" y="2257425"/>
            <a:ext cx="209550" cy="209550"/>
          </a:xfrm>
          <a:prstGeom prst="rect">
            <a:avLst/>
          </a:prstGeom>
          <a:solidFill>
            <a:srgbClr val="425542"/>
          </a:solidFill>
          <a:ln w="0">
            <a:noFill/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8172450" y="2257425"/>
            <a:ext cx="209550" cy="209550"/>
          </a:xfrm>
          <a:prstGeom prst="rect">
            <a:avLst/>
          </a:prstGeom>
          <a:solidFill>
            <a:srgbClr val="001000"/>
          </a:solidFill>
          <a:ln w="0">
            <a:noFill/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8382000" y="2257425"/>
            <a:ext cx="209550" cy="209550"/>
          </a:xfrm>
          <a:prstGeom prst="rect">
            <a:avLst/>
          </a:prstGeom>
          <a:solidFill>
            <a:srgbClr val="112E10"/>
          </a:solidFill>
          <a:ln w="0">
            <a:noFill/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8591550" y="2257425"/>
            <a:ext cx="209550" cy="209550"/>
          </a:xfrm>
          <a:prstGeom prst="rect">
            <a:avLst/>
          </a:prstGeom>
          <a:solidFill>
            <a:srgbClr val="2A4C2B"/>
          </a:solidFill>
          <a:ln w="0">
            <a:noFill/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8801100" y="2257425"/>
            <a:ext cx="209550" cy="209550"/>
          </a:xfrm>
          <a:prstGeom prst="rect">
            <a:avLst/>
          </a:prstGeom>
          <a:solidFill>
            <a:srgbClr val="335733"/>
          </a:solidFill>
          <a:ln w="0">
            <a:noFill/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9010650" y="2257425"/>
            <a:ext cx="209550" cy="209550"/>
          </a:xfrm>
          <a:prstGeom prst="rect">
            <a:avLst/>
          </a:prstGeom>
          <a:solidFill>
            <a:srgbClr val="2E542F"/>
          </a:solidFill>
          <a:ln w="0">
            <a:noFill/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9220200" y="2257425"/>
            <a:ext cx="209550" cy="209550"/>
          </a:xfrm>
          <a:prstGeom prst="rect">
            <a:avLst/>
          </a:prstGeom>
          <a:solidFill>
            <a:srgbClr val="183E19"/>
          </a:solidFill>
          <a:ln w="0">
            <a:noFill/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9429750" y="2257425"/>
            <a:ext cx="209550" cy="209550"/>
          </a:xfrm>
          <a:prstGeom prst="rect">
            <a:avLst/>
          </a:prstGeom>
          <a:solidFill>
            <a:srgbClr val="193E1C"/>
          </a:solidFill>
          <a:ln w="0">
            <a:noFill/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9639300" y="2257425"/>
            <a:ext cx="209550" cy="209550"/>
          </a:xfrm>
          <a:prstGeom prst="rect">
            <a:avLst/>
          </a:prstGeom>
          <a:solidFill>
            <a:srgbClr val="1F4222"/>
          </a:solidFill>
          <a:ln w="0">
            <a:noFill/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9848850" y="2257425"/>
            <a:ext cx="209550" cy="209550"/>
          </a:xfrm>
          <a:prstGeom prst="rect">
            <a:avLst/>
          </a:prstGeom>
          <a:solidFill>
            <a:srgbClr val="001E00"/>
          </a:solidFill>
          <a:ln w="0">
            <a:noFill/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0058400" y="2257425"/>
            <a:ext cx="209550" cy="209550"/>
          </a:xfrm>
          <a:prstGeom prst="rect">
            <a:avLst/>
          </a:prstGeom>
          <a:solidFill>
            <a:srgbClr val="0B290D"/>
          </a:solidFill>
          <a:ln w="0">
            <a:noFill/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0267950" y="2257425"/>
            <a:ext cx="209550" cy="209550"/>
          </a:xfrm>
          <a:prstGeom prst="rect">
            <a:avLst/>
          </a:prstGeom>
          <a:solidFill>
            <a:srgbClr val="637A66"/>
          </a:solidFill>
          <a:ln w="0">
            <a:noFill/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0477500" y="2257425"/>
            <a:ext cx="209550" cy="209550"/>
          </a:xfrm>
          <a:prstGeom prst="rect">
            <a:avLst/>
          </a:prstGeom>
          <a:solidFill>
            <a:srgbClr val="DDE8E2"/>
          </a:solidFill>
          <a:ln w="0">
            <a:noFill/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7334250" y="2466975"/>
            <a:ext cx="209550" cy="209550"/>
          </a:xfrm>
          <a:prstGeom prst="rect">
            <a:avLst/>
          </a:prstGeom>
          <a:solidFill>
            <a:srgbClr val="F5FFF7"/>
          </a:solidFill>
          <a:ln w="0">
            <a:noFill/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7543800" y="2466975"/>
            <a:ext cx="209550" cy="209550"/>
          </a:xfrm>
          <a:prstGeom prst="rect">
            <a:avLst/>
          </a:prstGeom>
          <a:solidFill>
            <a:srgbClr val="E2F0E3"/>
          </a:solidFill>
          <a:ln w="0">
            <a:noFill/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7753350" y="2466975"/>
            <a:ext cx="209550" cy="209550"/>
          </a:xfrm>
          <a:prstGeom prst="rect">
            <a:avLst/>
          </a:prstGeom>
          <a:solidFill>
            <a:srgbClr val="627562"/>
          </a:solidFill>
          <a:ln w="0">
            <a:noFill/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7962900" y="2466975"/>
            <a:ext cx="209550" cy="209550"/>
          </a:xfrm>
          <a:prstGeom prst="rect">
            <a:avLst/>
          </a:prstGeom>
          <a:solidFill>
            <a:srgbClr val="0A2208"/>
          </a:solidFill>
          <a:ln w="0">
            <a:noFill/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8172450" y="2466975"/>
            <a:ext cx="209550" cy="209550"/>
          </a:xfrm>
          <a:prstGeom prst="rect">
            <a:avLst/>
          </a:prstGeom>
          <a:solidFill>
            <a:srgbClr val="1A3919"/>
          </a:solidFill>
          <a:ln w="0">
            <a:noFill/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8382000" y="2466975"/>
            <a:ext cx="209550" cy="209550"/>
          </a:xfrm>
          <a:prstGeom prst="rect">
            <a:avLst/>
          </a:prstGeom>
          <a:solidFill>
            <a:srgbClr val="4F734D"/>
          </a:solidFill>
          <a:ln w="0">
            <a:noFill/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8591550" y="2466975"/>
            <a:ext cx="209550" cy="209550"/>
          </a:xfrm>
          <a:prstGeom prst="rect">
            <a:avLst/>
          </a:prstGeom>
          <a:solidFill>
            <a:srgbClr val="335C32"/>
          </a:solidFill>
          <a:ln w="0">
            <a:noFill/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8801100" y="2466975"/>
            <a:ext cx="209550" cy="209550"/>
          </a:xfrm>
          <a:prstGeom prst="rect">
            <a:avLst/>
          </a:prstGeom>
          <a:solidFill>
            <a:srgbClr val="3D6B3D"/>
          </a:solidFill>
          <a:ln w="0">
            <a:noFill/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9010650" y="2466975"/>
            <a:ext cx="209550" cy="209550"/>
          </a:xfrm>
          <a:prstGeom prst="rect">
            <a:avLst/>
          </a:prstGeom>
          <a:solidFill>
            <a:srgbClr val="578557"/>
          </a:solidFill>
          <a:ln w="0">
            <a:noFill/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9220200" y="2466975"/>
            <a:ext cx="209550" cy="209550"/>
          </a:xfrm>
          <a:prstGeom prst="rect">
            <a:avLst/>
          </a:prstGeom>
          <a:solidFill>
            <a:srgbClr val="49784A"/>
          </a:solidFill>
          <a:ln w="0">
            <a:noFill/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9429750" y="2466975"/>
            <a:ext cx="209550" cy="209550"/>
          </a:xfrm>
          <a:prstGeom prst="rect">
            <a:avLst/>
          </a:prstGeom>
          <a:solidFill>
            <a:srgbClr val="316032"/>
          </a:solidFill>
          <a:ln w="0">
            <a:noFill/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9639300" y="2466975"/>
            <a:ext cx="209550" cy="209550"/>
          </a:xfrm>
          <a:prstGeom prst="rect">
            <a:avLst/>
          </a:prstGeom>
          <a:solidFill>
            <a:srgbClr val="356237"/>
          </a:solidFill>
          <a:ln w="0">
            <a:noFill/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9848850" y="2466975"/>
            <a:ext cx="209550" cy="209550"/>
          </a:xfrm>
          <a:prstGeom prst="rect">
            <a:avLst/>
          </a:prstGeom>
          <a:solidFill>
            <a:srgbClr val="27542B"/>
          </a:solidFill>
          <a:ln w="0">
            <a:noFill/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0058400" y="2466975"/>
            <a:ext cx="209550" cy="209550"/>
          </a:xfrm>
          <a:prstGeom prst="rect">
            <a:avLst/>
          </a:prstGeom>
          <a:solidFill>
            <a:srgbClr val="09310C"/>
          </a:solidFill>
          <a:ln w="0">
            <a:noFill/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0267950" y="2466975"/>
            <a:ext cx="209550" cy="209550"/>
          </a:xfrm>
          <a:prstGeom prst="rect">
            <a:avLst/>
          </a:prstGeom>
          <a:solidFill>
            <a:srgbClr val="032105"/>
          </a:solidFill>
          <a:ln w="0">
            <a:noFill/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0477500" y="2466975"/>
            <a:ext cx="209550" cy="209550"/>
          </a:xfrm>
          <a:prstGeom prst="rect">
            <a:avLst/>
          </a:prstGeom>
          <a:solidFill>
            <a:srgbClr val="8D9A91"/>
          </a:solidFill>
          <a:ln w="0">
            <a:noFill/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7334250" y="2676525"/>
            <a:ext cx="209550" cy="209550"/>
          </a:xfrm>
          <a:prstGeom prst="rect">
            <a:avLst/>
          </a:prstGeom>
          <a:solidFill>
            <a:srgbClr val="F6FFF2"/>
          </a:solidFill>
          <a:ln w="0">
            <a:noFill/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7543800" y="2676525"/>
            <a:ext cx="209550" cy="209550"/>
          </a:xfrm>
          <a:prstGeom prst="rect">
            <a:avLst/>
          </a:prstGeom>
          <a:solidFill>
            <a:srgbClr val="9DB09C"/>
          </a:solidFill>
          <a:ln w="0">
            <a:noFill/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7753350" y="2676525"/>
            <a:ext cx="209550" cy="209550"/>
          </a:xfrm>
          <a:prstGeom prst="rect">
            <a:avLst/>
          </a:prstGeom>
          <a:solidFill>
            <a:srgbClr val="001700"/>
          </a:solidFill>
          <a:ln w="0">
            <a:noFill/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7962900" y="2676525"/>
            <a:ext cx="209550" cy="209550"/>
          </a:xfrm>
          <a:prstGeom prst="rect">
            <a:avLst/>
          </a:prstGeom>
          <a:solidFill>
            <a:srgbClr val="284529"/>
          </a:solidFill>
          <a:ln w="0">
            <a:noFill/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8172450" y="2676525"/>
            <a:ext cx="209550" cy="209550"/>
          </a:xfrm>
          <a:prstGeom prst="rect">
            <a:avLst/>
          </a:prstGeom>
          <a:solidFill>
            <a:srgbClr val="3B5A3B"/>
          </a:solidFill>
          <a:ln w="0">
            <a:noFill/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8382000" y="2676525"/>
            <a:ext cx="209550" cy="209550"/>
          </a:xfrm>
          <a:prstGeom prst="rect">
            <a:avLst/>
          </a:prstGeom>
          <a:solidFill>
            <a:srgbClr val="628463"/>
          </a:solidFill>
          <a:ln w="0">
            <a:noFill/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8591550" y="2676525"/>
            <a:ext cx="209550" cy="209550"/>
          </a:xfrm>
          <a:prstGeom prst="rect">
            <a:avLst/>
          </a:prstGeom>
          <a:solidFill>
            <a:srgbClr val="769875"/>
          </a:solidFill>
          <a:ln w="0">
            <a:noFill/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8801100" y="2676525"/>
            <a:ext cx="209550" cy="209550"/>
          </a:xfrm>
          <a:prstGeom prst="rect">
            <a:avLst/>
          </a:prstGeom>
          <a:solidFill>
            <a:srgbClr val="3F613C"/>
          </a:solidFill>
          <a:ln w="0">
            <a:noFill/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9010650" y="2676525"/>
            <a:ext cx="209550" cy="209550"/>
          </a:xfrm>
          <a:prstGeom prst="rect">
            <a:avLst/>
          </a:prstGeom>
          <a:solidFill>
            <a:srgbClr val="2D4F2A"/>
          </a:solidFill>
          <a:ln w="0">
            <a:noFill/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9220200" y="2676525"/>
            <a:ext cx="209550" cy="209550"/>
          </a:xfrm>
          <a:prstGeom prst="rect">
            <a:avLst/>
          </a:prstGeom>
          <a:solidFill>
            <a:srgbClr val="31562D"/>
          </a:solidFill>
          <a:ln w="0">
            <a:noFill/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9429750" y="2676525"/>
            <a:ext cx="209550" cy="209550"/>
          </a:xfrm>
          <a:prstGeom prst="rect">
            <a:avLst/>
          </a:prstGeom>
          <a:solidFill>
            <a:srgbClr val="547D51"/>
          </a:solidFill>
          <a:ln w="0">
            <a:noFill/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9639300" y="2676525"/>
            <a:ext cx="209550" cy="209550"/>
          </a:xfrm>
          <a:prstGeom prst="rect">
            <a:avLst/>
          </a:prstGeom>
          <a:solidFill>
            <a:srgbClr val="669466"/>
          </a:solidFill>
          <a:ln w="0">
            <a:noFill/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9848850" y="2676525"/>
            <a:ext cx="209550" cy="209550"/>
          </a:xfrm>
          <a:prstGeom prst="rect">
            <a:avLst/>
          </a:prstGeom>
          <a:solidFill>
            <a:srgbClr val="4C7C4C"/>
          </a:solidFill>
          <a:ln w="0">
            <a:noFill/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0058400" y="2676525"/>
            <a:ext cx="209550" cy="209550"/>
          </a:xfrm>
          <a:prstGeom prst="rect">
            <a:avLst/>
          </a:prstGeom>
          <a:solidFill>
            <a:srgbClr val="285C2B"/>
          </a:solidFill>
          <a:ln w="0">
            <a:noFill/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0267950" y="2676525"/>
            <a:ext cx="209550" cy="209550"/>
          </a:xfrm>
          <a:prstGeom prst="rect">
            <a:avLst/>
          </a:prstGeom>
          <a:solidFill>
            <a:srgbClr val="244E28"/>
          </a:solidFill>
          <a:ln w="0">
            <a:noFill/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0477500" y="2676525"/>
            <a:ext cx="209550" cy="209550"/>
          </a:xfrm>
          <a:prstGeom prst="rect">
            <a:avLst/>
          </a:prstGeom>
          <a:solidFill>
            <a:srgbClr val="233829"/>
          </a:solidFill>
          <a:ln w="0">
            <a:noFill/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7334250" y="2886075"/>
            <a:ext cx="209550" cy="209550"/>
          </a:xfrm>
          <a:prstGeom prst="rect">
            <a:avLst/>
          </a:prstGeom>
          <a:solidFill>
            <a:srgbClr val="EAFDDF"/>
          </a:solidFill>
          <a:ln w="0">
            <a:noFill/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7543800" y="2886075"/>
            <a:ext cx="209550" cy="209550"/>
          </a:xfrm>
          <a:prstGeom prst="rect">
            <a:avLst/>
          </a:prstGeom>
          <a:solidFill>
            <a:srgbClr val="405838"/>
          </a:solidFill>
          <a:ln w="0">
            <a:noFill/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7753350" y="2886075"/>
            <a:ext cx="209550" cy="209550"/>
          </a:xfrm>
          <a:prstGeom prst="rect">
            <a:avLst/>
          </a:prstGeom>
          <a:solidFill>
            <a:srgbClr val="021C00"/>
          </a:solidFill>
          <a:ln w="0">
            <a:noFill/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7962900" y="2886075"/>
            <a:ext cx="209550" cy="209550"/>
          </a:xfrm>
          <a:prstGeom prst="rect">
            <a:avLst/>
          </a:prstGeom>
          <a:solidFill>
            <a:srgbClr val="354F34"/>
          </a:solidFill>
          <a:ln w="0">
            <a:noFill/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8172450" y="2886075"/>
            <a:ext cx="209550" cy="209550"/>
          </a:xfrm>
          <a:prstGeom prst="rect">
            <a:avLst/>
          </a:prstGeom>
          <a:solidFill>
            <a:srgbClr val="7E9680"/>
          </a:solidFill>
          <a:ln w="0">
            <a:noFill/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8382000" y="2886075"/>
            <a:ext cx="209550" cy="209550"/>
          </a:xfrm>
          <a:prstGeom prst="rect">
            <a:avLst/>
          </a:prstGeom>
          <a:solidFill>
            <a:srgbClr val="CFE0CE"/>
          </a:solidFill>
          <a:ln w="0">
            <a:noFill/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8591550" y="2886075"/>
            <a:ext cx="209550" cy="209550"/>
          </a:xfrm>
          <a:prstGeom prst="rect">
            <a:avLst/>
          </a:prstGeom>
          <a:solidFill>
            <a:srgbClr val="DFEBDD"/>
          </a:solidFill>
          <a:ln w="0">
            <a:noFill/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8801100" y="2886075"/>
            <a:ext cx="209550" cy="209550"/>
          </a:xfrm>
          <a:prstGeom prst="rect">
            <a:avLst/>
          </a:prstGeom>
          <a:solidFill>
            <a:srgbClr val="4E5146"/>
          </a:solidFill>
          <a:ln w="0">
            <a:noFill/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9010650" y="2886075"/>
            <a:ext cx="209550" cy="209550"/>
          </a:xfrm>
          <a:prstGeom prst="rect">
            <a:avLst/>
          </a:prstGeom>
          <a:solidFill>
            <a:srgbClr val="000300"/>
          </a:solidFill>
          <a:ln w="0">
            <a:noFill/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9220200" y="2886075"/>
            <a:ext cx="209550" cy="209550"/>
          </a:xfrm>
          <a:prstGeom prst="rect">
            <a:avLst/>
          </a:prstGeom>
          <a:solidFill>
            <a:srgbClr val="000400"/>
          </a:solidFill>
          <a:ln w="0">
            <a:noFill/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9429750" y="2886075"/>
            <a:ext cx="209550" cy="209550"/>
          </a:xfrm>
          <a:prstGeom prst="rect">
            <a:avLst/>
          </a:prstGeom>
          <a:solidFill>
            <a:srgbClr val="16290D"/>
          </a:solidFill>
          <a:ln w="0">
            <a:noFill/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9639300" y="2886075"/>
            <a:ext cx="209550" cy="209550"/>
          </a:xfrm>
          <a:prstGeom prst="rect">
            <a:avLst/>
          </a:prstGeom>
          <a:solidFill>
            <a:srgbClr val="3D5D36"/>
          </a:solidFill>
          <a:ln w="0">
            <a:noFill/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9848850" y="2886075"/>
            <a:ext cx="209550" cy="209550"/>
          </a:xfrm>
          <a:prstGeom prst="rect">
            <a:avLst/>
          </a:prstGeom>
          <a:solidFill>
            <a:srgbClr val="77A775"/>
          </a:solidFill>
          <a:ln w="0">
            <a:noFill/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10058400" y="2886075"/>
            <a:ext cx="209550" cy="209550"/>
          </a:xfrm>
          <a:prstGeom prst="rect">
            <a:avLst/>
          </a:prstGeom>
          <a:solidFill>
            <a:srgbClr val="4B884D"/>
          </a:solidFill>
          <a:ln w="0">
            <a:noFill/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10267950" y="2886075"/>
            <a:ext cx="209550" cy="209550"/>
          </a:xfrm>
          <a:prstGeom prst="rect">
            <a:avLst/>
          </a:prstGeom>
          <a:solidFill>
            <a:srgbClr val="336937"/>
          </a:solidFill>
          <a:ln w="0">
            <a:noFill/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0477500" y="2886075"/>
            <a:ext cx="209550" cy="209550"/>
          </a:xfrm>
          <a:prstGeom prst="rect">
            <a:avLst/>
          </a:prstGeom>
          <a:solidFill>
            <a:srgbClr val="16341C"/>
          </a:solidFill>
          <a:ln w="0">
            <a:noFill/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7334250" y="3095625"/>
            <a:ext cx="209550" cy="209550"/>
          </a:xfrm>
          <a:prstGeom prst="rect">
            <a:avLst/>
          </a:prstGeom>
          <a:solidFill>
            <a:srgbClr val="C4D9BA"/>
          </a:solidFill>
          <a:ln w="0">
            <a:noFill/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7543800" y="3095625"/>
            <a:ext cx="209550" cy="209550"/>
          </a:xfrm>
          <a:prstGeom prst="rect">
            <a:avLst/>
          </a:prstGeom>
          <a:solidFill>
            <a:srgbClr val="1E3717"/>
          </a:solidFill>
          <a:ln w="0">
            <a:noFill/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7753350" y="3095625"/>
            <a:ext cx="209550" cy="209550"/>
          </a:xfrm>
          <a:prstGeom prst="rect">
            <a:avLst/>
          </a:prstGeom>
          <a:solidFill>
            <a:srgbClr val="193415"/>
          </a:solidFill>
          <a:ln w="0">
            <a:noFill/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7962900" y="3095625"/>
            <a:ext cx="209550" cy="209550"/>
          </a:xfrm>
          <a:prstGeom prst="rect">
            <a:avLst/>
          </a:prstGeom>
          <a:solidFill>
            <a:srgbClr val="3C563B"/>
          </a:solidFill>
          <a:ln w="0">
            <a:noFill/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8172450" y="3095625"/>
            <a:ext cx="209550" cy="209550"/>
          </a:xfrm>
          <a:prstGeom prst="rect">
            <a:avLst/>
          </a:prstGeom>
          <a:solidFill>
            <a:srgbClr val="96AC97"/>
          </a:solidFill>
          <a:ln w="0">
            <a:noFill/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8382000" y="3095625"/>
            <a:ext cx="209550" cy="209550"/>
          </a:xfrm>
          <a:prstGeom prst="rect">
            <a:avLst/>
          </a:prstGeom>
          <a:solidFill>
            <a:srgbClr val="F8FFF8"/>
          </a:solidFill>
          <a:ln w="0">
            <a:noFill/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8591550" y="3095625"/>
            <a:ext cx="209550" cy="209550"/>
          </a:xfrm>
          <a:prstGeom prst="rect">
            <a:avLst/>
          </a:prstGeom>
          <a:solidFill>
            <a:srgbClr val="F8FAF5"/>
          </a:solidFill>
          <a:ln w="0">
            <a:noFill/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8801100" y="3095625"/>
            <a:ext cx="209550" cy="209550"/>
          </a:xfrm>
          <a:prstGeom prst="rect">
            <a:avLst/>
          </a:prstGeom>
          <a:solidFill>
            <a:srgbClr val="A6A0A0"/>
          </a:solidFill>
          <a:ln w="0">
            <a:noFill/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9010650" y="3095625"/>
            <a:ext cx="209550" cy="209550"/>
          </a:xfrm>
          <a:prstGeom prst="rect">
            <a:avLst/>
          </a:prstGeom>
          <a:solidFill>
            <a:srgbClr val="120809"/>
          </a:solidFill>
          <a:ln w="0">
            <a:noFill/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9220200" y="3095625"/>
            <a:ext cx="209550" cy="209550"/>
          </a:xfrm>
          <a:prstGeom prst="rect">
            <a:avLst/>
          </a:prstGeom>
          <a:solidFill>
            <a:srgbClr val="060100"/>
          </a:solidFill>
          <a:ln w="0">
            <a:noFill/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9429750" y="3095625"/>
            <a:ext cx="209550" cy="209550"/>
          </a:xfrm>
          <a:prstGeom prst="rect">
            <a:avLst/>
          </a:prstGeom>
          <a:solidFill>
            <a:srgbClr val="000700"/>
          </a:solidFill>
          <a:ln w="0">
            <a:noFill/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9639300" y="3095625"/>
            <a:ext cx="209550" cy="209550"/>
          </a:xfrm>
          <a:prstGeom prst="rect">
            <a:avLst/>
          </a:prstGeom>
          <a:solidFill>
            <a:srgbClr val="001800"/>
          </a:solidFill>
          <a:ln w="0">
            <a:noFill/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9848850" y="3095625"/>
            <a:ext cx="209550" cy="209550"/>
          </a:xfrm>
          <a:prstGeom prst="rect">
            <a:avLst/>
          </a:prstGeom>
          <a:solidFill>
            <a:srgbClr val="598756"/>
          </a:solidFill>
          <a:ln w="0">
            <a:noFill/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10058400" y="3095625"/>
            <a:ext cx="209550" cy="209550"/>
          </a:xfrm>
          <a:prstGeom prst="rect">
            <a:avLst/>
          </a:prstGeom>
          <a:solidFill>
            <a:srgbClr val="67A969"/>
          </a:solidFill>
          <a:ln w="0">
            <a:noFill/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10267950" y="3095625"/>
            <a:ext cx="209550" cy="209550"/>
          </a:xfrm>
          <a:prstGeom prst="rect">
            <a:avLst/>
          </a:prstGeom>
          <a:solidFill>
            <a:srgbClr val="29662B"/>
          </a:solidFill>
          <a:ln w="0">
            <a:noFill/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0477500" y="3095625"/>
            <a:ext cx="209550" cy="209550"/>
          </a:xfrm>
          <a:prstGeom prst="rect">
            <a:avLst/>
          </a:prstGeom>
          <a:solidFill>
            <a:srgbClr val="133417"/>
          </a:solidFill>
          <a:ln w="0">
            <a:noFill/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7334250" y="3305175"/>
            <a:ext cx="209550" cy="209550"/>
          </a:xfrm>
          <a:prstGeom prst="rect">
            <a:avLst/>
          </a:prstGeom>
          <a:solidFill>
            <a:srgbClr val="A4B5A5"/>
          </a:solidFill>
          <a:ln w="0">
            <a:noFill/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7543800" y="3305175"/>
            <a:ext cx="209550" cy="209550"/>
          </a:xfrm>
          <a:prstGeom prst="rect">
            <a:avLst/>
          </a:prstGeom>
          <a:solidFill>
            <a:srgbClr val="011702"/>
          </a:solidFill>
          <a:ln w="0">
            <a:noFill/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7753350" y="3305175"/>
            <a:ext cx="209550" cy="209550"/>
          </a:xfrm>
          <a:prstGeom prst="rect">
            <a:avLst/>
          </a:prstGeom>
          <a:solidFill>
            <a:srgbClr val="1F391E"/>
          </a:solidFill>
          <a:ln w="0">
            <a:noFill/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7962900" y="3305175"/>
            <a:ext cx="209550" cy="209550"/>
          </a:xfrm>
          <a:prstGeom prst="rect">
            <a:avLst/>
          </a:prstGeom>
          <a:solidFill>
            <a:srgbClr val="395638"/>
          </a:solidFill>
          <a:ln w="0">
            <a:noFill/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8172450" y="3305175"/>
            <a:ext cx="209550" cy="209550"/>
          </a:xfrm>
          <a:prstGeom prst="rect">
            <a:avLst/>
          </a:prstGeom>
          <a:solidFill>
            <a:srgbClr val="8EA88D"/>
          </a:solidFill>
          <a:ln w="0">
            <a:noFill/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8382000" y="3305175"/>
            <a:ext cx="209550" cy="209550"/>
          </a:xfrm>
          <a:prstGeom prst="rect">
            <a:avLst/>
          </a:prstGeom>
          <a:solidFill>
            <a:srgbClr val="CBDCCA"/>
          </a:solidFill>
          <a:ln w="0">
            <a:noFill/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8591550" y="3305175"/>
            <a:ext cx="209550" cy="209550"/>
          </a:xfrm>
          <a:prstGeom prst="rect">
            <a:avLst/>
          </a:prstGeom>
          <a:solidFill>
            <a:srgbClr val="D1DBD2"/>
          </a:solidFill>
          <a:ln w="0">
            <a:noFill/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8801100" y="3305175"/>
            <a:ext cx="209550" cy="209550"/>
          </a:xfrm>
          <a:prstGeom prst="rect">
            <a:avLst/>
          </a:prstGeom>
          <a:solidFill>
            <a:srgbClr val="4C4C4E"/>
          </a:solidFill>
          <a:ln w="0">
            <a:noFill/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9010650" y="3305175"/>
            <a:ext cx="209550" cy="209550"/>
          </a:xfrm>
          <a:prstGeom prst="rect">
            <a:avLst/>
          </a:prstGeom>
          <a:solidFill>
            <a:srgbClr val="030004"/>
          </a:solidFill>
          <a:ln w="0">
            <a:noFill/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9220200" y="3305175"/>
            <a:ext cx="209550" cy="209550"/>
          </a:xfrm>
          <a:prstGeom prst="rect">
            <a:avLst/>
          </a:prstGeom>
          <a:solidFill>
            <a:srgbClr val="09080D"/>
          </a:solidFill>
          <a:ln w="0">
            <a:noFill/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9429750" y="3305175"/>
            <a:ext cx="209550" cy="209550"/>
          </a:xfrm>
          <a:prstGeom prst="rect">
            <a:avLst/>
          </a:prstGeom>
          <a:solidFill>
            <a:srgbClr val="000400"/>
          </a:solidFill>
          <a:ln w="0">
            <a:noFill/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9639300" y="3305175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9848850" y="3305175"/>
            <a:ext cx="209550" cy="209550"/>
          </a:xfrm>
          <a:prstGeom prst="rect">
            <a:avLst/>
          </a:prstGeom>
          <a:solidFill>
            <a:srgbClr val="225222"/>
          </a:solidFill>
          <a:ln w="0">
            <a:noFill/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10058400" y="3305175"/>
            <a:ext cx="209550" cy="209550"/>
          </a:xfrm>
          <a:prstGeom prst="rect">
            <a:avLst/>
          </a:prstGeom>
          <a:solidFill>
            <a:srgbClr val="79BA78"/>
          </a:solidFill>
          <a:ln w="0">
            <a:noFill/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10267950" y="3305175"/>
            <a:ext cx="209550" cy="209550"/>
          </a:xfrm>
          <a:prstGeom prst="rect">
            <a:avLst/>
          </a:prstGeom>
          <a:solidFill>
            <a:srgbClr val="559256"/>
          </a:solidFill>
          <a:ln w="0">
            <a:noFill/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0477500" y="3305175"/>
            <a:ext cx="209550" cy="209550"/>
          </a:xfrm>
          <a:prstGeom prst="rect">
            <a:avLst/>
          </a:prstGeom>
          <a:solidFill>
            <a:srgbClr val="244528"/>
          </a:solidFill>
          <a:ln w="0">
            <a:noFill/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7334250" y="3514725"/>
            <a:ext cx="209550" cy="209550"/>
          </a:xfrm>
          <a:prstGeom prst="rect">
            <a:avLst/>
          </a:prstGeom>
          <a:solidFill>
            <a:srgbClr val="9BA7A3"/>
          </a:solidFill>
          <a:ln w="0">
            <a:noFill/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7543800" y="3514725"/>
            <a:ext cx="209550" cy="209550"/>
          </a:xfrm>
          <a:prstGeom prst="rect">
            <a:avLst/>
          </a:prstGeom>
          <a:solidFill>
            <a:srgbClr val="081A0A"/>
          </a:solidFill>
          <a:ln w="0">
            <a:noFill/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7753350" y="3514725"/>
            <a:ext cx="209550" cy="209550"/>
          </a:xfrm>
          <a:prstGeom prst="rect">
            <a:avLst/>
          </a:prstGeom>
          <a:solidFill>
            <a:srgbClr val="2C462B"/>
          </a:solidFill>
          <a:ln w="0">
            <a:noFill/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7962900" y="3514725"/>
            <a:ext cx="209550" cy="209550"/>
          </a:xfrm>
          <a:prstGeom prst="rect">
            <a:avLst/>
          </a:prstGeom>
          <a:solidFill>
            <a:srgbClr val="486642"/>
          </a:solidFill>
          <a:ln w="0">
            <a:noFill/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8172450" y="3514725"/>
            <a:ext cx="209550" cy="209550"/>
          </a:xfrm>
          <a:prstGeom prst="rect">
            <a:avLst/>
          </a:prstGeom>
          <a:solidFill>
            <a:srgbClr val="607E58"/>
          </a:solidFill>
          <a:ln w="0">
            <a:noFill/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8382000" y="3514725"/>
            <a:ext cx="209550" cy="209550"/>
          </a:xfrm>
          <a:prstGeom prst="rect">
            <a:avLst/>
          </a:prstGeom>
          <a:solidFill>
            <a:srgbClr val="173012"/>
          </a:solidFill>
          <a:ln w="0">
            <a:noFill/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8591550" y="3514725"/>
            <a:ext cx="209550" cy="209550"/>
          </a:xfrm>
          <a:prstGeom prst="rect">
            <a:avLst/>
          </a:prstGeom>
          <a:solidFill>
            <a:srgbClr val="172816"/>
          </a:solidFill>
          <a:ln w="0">
            <a:noFill/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8801100" y="3514725"/>
            <a:ext cx="209550" cy="209550"/>
          </a:xfrm>
          <a:prstGeom prst="rect">
            <a:avLst/>
          </a:prstGeom>
          <a:solidFill>
            <a:srgbClr val="010703"/>
          </a:solidFill>
          <a:ln w="0">
            <a:noFill/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9010650" y="3514725"/>
            <a:ext cx="209550" cy="209550"/>
          </a:xfrm>
          <a:prstGeom prst="rect">
            <a:avLst/>
          </a:prstGeom>
          <a:solidFill>
            <a:srgbClr val="03070A"/>
          </a:solidFill>
          <a:ln w="0">
            <a:noFill/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9220200" y="3514725"/>
            <a:ext cx="209550" cy="209550"/>
          </a:xfrm>
          <a:prstGeom prst="rect">
            <a:avLst/>
          </a:prstGeom>
          <a:solidFill>
            <a:srgbClr val="000105"/>
          </a:solidFill>
          <a:ln w="0">
            <a:noFill/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9429750" y="3514725"/>
            <a:ext cx="209550" cy="209550"/>
          </a:xfrm>
          <a:prstGeom prst="rect">
            <a:avLst/>
          </a:prstGeom>
          <a:solidFill>
            <a:srgbClr val="011009"/>
          </a:solidFill>
          <a:ln w="0">
            <a:noFill/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9639300" y="3514725"/>
            <a:ext cx="209550" cy="209550"/>
          </a:xfrm>
          <a:prstGeom prst="rect">
            <a:avLst/>
          </a:prstGeom>
          <a:solidFill>
            <a:srgbClr val="001100"/>
          </a:solidFill>
          <a:ln w="0">
            <a:noFill/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9848850" y="3514725"/>
            <a:ext cx="209550" cy="209550"/>
          </a:xfrm>
          <a:prstGeom prst="rect">
            <a:avLst/>
          </a:prstGeom>
          <a:solidFill>
            <a:srgbClr val="174717"/>
          </a:solidFill>
          <a:ln w="0">
            <a:noFill/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10058400" y="3514725"/>
            <a:ext cx="209550" cy="209550"/>
          </a:xfrm>
          <a:prstGeom prst="rect">
            <a:avLst/>
          </a:prstGeom>
          <a:solidFill>
            <a:srgbClr val="7EC079"/>
          </a:solidFill>
          <a:ln w="0">
            <a:noFill/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10267950" y="3514725"/>
            <a:ext cx="209550" cy="209550"/>
          </a:xfrm>
          <a:prstGeom prst="rect">
            <a:avLst/>
          </a:prstGeom>
          <a:solidFill>
            <a:srgbClr val="5C9757"/>
          </a:solidFill>
          <a:ln w="0">
            <a:noFill/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0477500" y="3514725"/>
            <a:ext cx="209550" cy="209550"/>
          </a:xfrm>
          <a:prstGeom prst="rect">
            <a:avLst/>
          </a:prstGeom>
          <a:solidFill>
            <a:srgbClr val="3A593A"/>
          </a:solidFill>
          <a:ln w="0">
            <a:noFill/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7334250" y="3724275"/>
            <a:ext cx="209550" cy="209550"/>
          </a:xfrm>
          <a:prstGeom prst="rect">
            <a:avLst/>
          </a:prstGeom>
          <a:solidFill>
            <a:srgbClr val="ADB5B8"/>
          </a:solidFill>
          <a:ln w="0">
            <a:noFill/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7543800" y="3724275"/>
            <a:ext cx="209550" cy="209550"/>
          </a:xfrm>
          <a:prstGeom prst="rect">
            <a:avLst/>
          </a:prstGeom>
          <a:solidFill>
            <a:srgbClr val="021404"/>
          </a:solidFill>
          <a:ln w="0">
            <a:noFill/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7753350" y="3724275"/>
            <a:ext cx="209550" cy="209550"/>
          </a:xfrm>
          <a:prstGeom prst="rect">
            <a:avLst/>
          </a:prstGeom>
          <a:solidFill>
            <a:srgbClr val="1E3717"/>
          </a:solidFill>
          <a:ln w="0">
            <a:noFill/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7962900" y="3724275"/>
            <a:ext cx="209550" cy="209550"/>
          </a:xfrm>
          <a:prstGeom prst="rect">
            <a:avLst/>
          </a:prstGeom>
          <a:solidFill>
            <a:srgbClr val="4F7041"/>
          </a:solidFill>
          <a:ln w="0">
            <a:noFill/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8172450" y="3724275"/>
            <a:ext cx="209550" cy="209550"/>
          </a:xfrm>
          <a:prstGeom prst="rect">
            <a:avLst/>
          </a:prstGeom>
          <a:solidFill>
            <a:srgbClr val="729461"/>
          </a:solidFill>
          <a:ln w="0">
            <a:noFill/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8382000" y="3724275"/>
            <a:ext cx="209550" cy="209550"/>
          </a:xfrm>
          <a:prstGeom prst="rect">
            <a:avLst/>
          </a:prstGeom>
          <a:solidFill>
            <a:srgbClr val="254418"/>
          </a:solidFill>
          <a:ln w="0">
            <a:noFill/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8591550" y="3724275"/>
            <a:ext cx="209550" cy="209550"/>
          </a:xfrm>
          <a:prstGeom prst="rect">
            <a:avLst/>
          </a:prstGeom>
          <a:solidFill>
            <a:srgbClr val="001100"/>
          </a:solidFill>
          <a:ln w="0">
            <a:noFill/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8801100" y="3724275"/>
            <a:ext cx="209550" cy="209550"/>
          </a:xfrm>
          <a:prstGeom prst="rect">
            <a:avLst/>
          </a:prstGeom>
          <a:solidFill>
            <a:srgbClr val="000A00"/>
          </a:solidFill>
          <a:ln w="0">
            <a:noFill/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9010650" y="3724275"/>
            <a:ext cx="209550" cy="209550"/>
          </a:xfrm>
          <a:prstGeom prst="rect">
            <a:avLst/>
          </a:prstGeom>
          <a:solidFill>
            <a:srgbClr val="000902"/>
          </a:solidFill>
          <a:ln w="0">
            <a:noFill/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9220200" y="3724275"/>
            <a:ext cx="209550" cy="209550"/>
          </a:xfrm>
          <a:prstGeom prst="rect">
            <a:avLst/>
          </a:prstGeom>
          <a:solidFill>
            <a:srgbClr val="000400"/>
          </a:solidFill>
          <a:ln w="0">
            <a:noFill/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9429750" y="3724275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9639300" y="3724275"/>
            <a:ext cx="209550" cy="209550"/>
          </a:xfrm>
          <a:prstGeom prst="rect">
            <a:avLst/>
          </a:prstGeom>
          <a:solidFill>
            <a:srgbClr val="000E00"/>
          </a:solidFill>
          <a:ln w="0">
            <a:noFill/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9848850" y="3724275"/>
            <a:ext cx="209550" cy="209550"/>
          </a:xfrm>
          <a:prstGeom prst="rect">
            <a:avLst/>
          </a:prstGeom>
          <a:solidFill>
            <a:srgbClr val="41723B"/>
          </a:solidFill>
          <a:ln w="0">
            <a:noFill/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10058400" y="3724275"/>
            <a:ext cx="209550" cy="209550"/>
          </a:xfrm>
          <a:prstGeom prst="rect">
            <a:avLst/>
          </a:prstGeom>
          <a:solidFill>
            <a:srgbClr val="99D78A"/>
          </a:solidFill>
          <a:ln w="0">
            <a:noFill/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10267950" y="3724275"/>
            <a:ext cx="209550" cy="209550"/>
          </a:xfrm>
          <a:prstGeom prst="rect">
            <a:avLst/>
          </a:prstGeom>
          <a:solidFill>
            <a:srgbClr val="6AA35E"/>
          </a:solidFill>
          <a:ln w="0">
            <a:noFill/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0477500" y="3724275"/>
            <a:ext cx="209550" cy="209550"/>
          </a:xfrm>
          <a:prstGeom prst="rect">
            <a:avLst/>
          </a:prstGeom>
          <a:solidFill>
            <a:srgbClr val="304D2E"/>
          </a:solidFill>
          <a:ln w="0">
            <a:noFill/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7334250" y="3933825"/>
            <a:ext cx="209550" cy="209550"/>
          </a:xfrm>
          <a:prstGeom prst="rect">
            <a:avLst/>
          </a:prstGeom>
          <a:solidFill>
            <a:srgbClr val="CACFD2"/>
          </a:solidFill>
          <a:ln w="0">
            <a:noFill/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7543800" y="3933825"/>
            <a:ext cx="209550" cy="209550"/>
          </a:xfrm>
          <a:prstGeom prst="rect">
            <a:avLst/>
          </a:prstGeom>
          <a:solidFill>
            <a:srgbClr val="1B2918"/>
          </a:solidFill>
          <a:ln w="0">
            <a:noFill/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7753350" y="3933825"/>
            <a:ext cx="209550" cy="209550"/>
          </a:xfrm>
          <a:prstGeom prst="rect">
            <a:avLst/>
          </a:prstGeom>
          <a:solidFill>
            <a:srgbClr val="19330E"/>
          </a:solidFill>
          <a:ln w="0">
            <a:noFill/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7962900" y="3933825"/>
            <a:ext cx="209550" cy="209550"/>
          </a:xfrm>
          <a:prstGeom prst="rect">
            <a:avLst/>
          </a:prstGeom>
          <a:solidFill>
            <a:srgbClr val="42652F"/>
          </a:solidFill>
          <a:ln w="0">
            <a:noFill/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8172450" y="3933825"/>
            <a:ext cx="209550" cy="209550"/>
          </a:xfrm>
          <a:prstGeom prst="rect">
            <a:avLst/>
          </a:prstGeom>
          <a:solidFill>
            <a:srgbClr val="6B9154"/>
          </a:solidFill>
          <a:ln w="0">
            <a:noFill/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8382000" y="3933825"/>
            <a:ext cx="209550" cy="209550"/>
          </a:xfrm>
          <a:prstGeom prst="rect">
            <a:avLst/>
          </a:prstGeom>
          <a:solidFill>
            <a:srgbClr val="597F44"/>
          </a:solidFill>
          <a:ln w="0">
            <a:noFill/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8591550" y="3933825"/>
            <a:ext cx="209550" cy="209550"/>
          </a:xfrm>
          <a:prstGeom prst="rect">
            <a:avLst/>
          </a:prstGeom>
          <a:solidFill>
            <a:srgbClr val="000F00"/>
          </a:solidFill>
          <a:ln w="0">
            <a:noFill/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8801100" y="3933825"/>
            <a:ext cx="209550" cy="209550"/>
          </a:xfrm>
          <a:prstGeom prst="rect">
            <a:avLst/>
          </a:prstGeom>
          <a:solidFill>
            <a:srgbClr val="000D00"/>
          </a:solidFill>
          <a:ln w="0">
            <a:noFill/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9010650" y="3933825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9220200" y="3933825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9429750" y="3933825"/>
            <a:ext cx="209550" cy="209550"/>
          </a:xfrm>
          <a:prstGeom prst="rect">
            <a:avLst/>
          </a:prstGeom>
          <a:solidFill>
            <a:srgbClr val="000B00"/>
          </a:solidFill>
          <a:ln w="0">
            <a:noFill/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9639300" y="3933825"/>
            <a:ext cx="209550" cy="209550"/>
          </a:xfrm>
          <a:prstGeom prst="rect">
            <a:avLst/>
          </a:prstGeom>
          <a:solidFill>
            <a:srgbClr val="042B00"/>
          </a:solidFill>
          <a:ln w="0">
            <a:noFill/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9848850" y="3933825"/>
            <a:ext cx="209550" cy="209550"/>
          </a:xfrm>
          <a:prstGeom prst="rect">
            <a:avLst/>
          </a:prstGeom>
          <a:solidFill>
            <a:srgbClr val="79AB6C"/>
          </a:solidFill>
          <a:ln w="0">
            <a:noFill/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10058400" y="3933825"/>
            <a:ext cx="209550" cy="209550"/>
          </a:xfrm>
          <a:prstGeom prst="rect">
            <a:avLst/>
          </a:prstGeom>
          <a:solidFill>
            <a:srgbClr val="78B663"/>
          </a:solidFill>
          <a:ln w="0">
            <a:noFill/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10267950" y="3933825"/>
            <a:ext cx="209550" cy="209550"/>
          </a:xfrm>
          <a:prstGeom prst="rect">
            <a:avLst/>
          </a:prstGeom>
          <a:solidFill>
            <a:srgbClr val="5A8F47"/>
          </a:solidFill>
          <a:ln w="0">
            <a:noFill/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0477500" y="3933825"/>
            <a:ext cx="209550" cy="209550"/>
          </a:xfrm>
          <a:prstGeom prst="rect">
            <a:avLst/>
          </a:prstGeom>
          <a:solidFill>
            <a:srgbClr val="1A3516"/>
          </a:solidFill>
          <a:ln w="0">
            <a:noFill/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7334250" y="4143375"/>
            <a:ext cx="209550" cy="209550"/>
          </a:xfrm>
          <a:prstGeom prst="rect">
            <a:avLst/>
          </a:prstGeom>
          <a:solidFill>
            <a:srgbClr val="E1E6E0"/>
          </a:solidFill>
          <a:ln w="0">
            <a:noFill/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7543800" y="4143375"/>
            <a:ext cx="209550" cy="209550"/>
          </a:xfrm>
          <a:prstGeom prst="rect">
            <a:avLst/>
          </a:prstGeom>
          <a:solidFill>
            <a:srgbClr val="4E5C45"/>
          </a:solidFill>
          <a:ln w="0">
            <a:noFill/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7753350" y="4143375"/>
            <a:ext cx="209550" cy="209550"/>
          </a:xfrm>
          <a:prstGeom prst="rect">
            <a:avLst/>
          </a:prstGeom>
          <a:solidFill>
            <a:srgbClr val="041D00"/>
          </a:solidFill>
          <a:ln w="0">
            <a:noFill/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7962900" y="4143375"/>
            <a:ext cx="209550" cy="209550"/>
          </a:xfrm>
          <a:prstGeom prst="rect">
            <a:avLst/>
          </a:prstGeom>
          <a:solidFill>
            <a:srgbClr val="294A11"/>
          </a:solidFill>
          <a:ln w="0">
            <a:noFill/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8172450" y="4143375"/>
            <a:ext cx="209550" cy="209550"/>
          </a:xfrm>
          <a:prstGeom prst="rect">
            <a:avLst/>
          </a:prstGeom>
          <a:solidFill>
            <a:srgbClr val="5D8441"/>
          </a:solidFill>
          <a:ln w="0">
            <a:noFill/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8382000" y="4143375"/>
            <a:ext cx="209550" cy="209550"/>
          </a:xfrm>
          <a:prstGeom prst="rect">
            <a:avLst/>
          </a:prstGeom>
          <a:solidFill>
            <a:srgbClr val="8AB36F"/>
          </a:solidFill>
          <a:ln w="0">
            <a:noFill/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8591550" y="4143375"/>
            <a:ext cx="209550" cy="209550"/>
          </a:xfrm>
          <a:prstGeom prst="rect">
            <a:avLst/>
          </a:prstGeom>
          <a:solidFill>
            <a:srgbClr val="5B8344"/>
          </a:solidFill>
          <a:ln w="0">
            <a:noFill/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8801100" y="4143375"/>
            <a:ext cx="209550" cy="209550"/>
          </a:xfrm>
          <a:prstGeom prst="rect">
            <a:avLst/>
          </a:prstGeom>
          <a:solidFill>
            <a:srgbClr val="002100"/>
          </a:solidFill>
          <a:ln w="0">
            <a:noFill/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9010650" y="4143375"/>
            <a:ext cx="209550" cy="209550"/>
          </a:xfrm>
          <a:prstGeom prst="rect">
            <a:avLst/>
          </a:prstGeom>
          <a:solidFill>
            <a:srgbClr val="001400"/>
          </a:solidFill>
          <a:ln w="0">
            <a:noFill/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9220200" y="4143375"/>
            <a:ext cx="209550" cy="209550"/>
          </a:xfrm>
          <a:prstGeom prst="rect">
            <a:avLst/>
          </a:prstGeom>
          <a:solidFill>
            <a:srgbClr val="001400"/>
          </a:solidFill>
          <a:ln w="0">
            <a:noFill/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9429750" y="4143375"/>
            <a:ext cx="209550" cy="209550"/>
          </a:xfrm>
          <a:prstGeom prst="rect">
            <a:avLst/>
          </a:prstGeom>
          <a:solidFill>
            <a:srgbClr val="16370A"/>
          </a:solidFill>
          <a:ln w="0">
            <a:noFill/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9639300" y="4143375"/>
            <a:ext cx="209550" cy="209550"/>
          </a:xfrm>
          <a:prstGeom prst="rect">
            <a:avLst/>
          </a:prstGeom>
          <a:solidFill>
            <a:srgbClr val="749D63"/>
          </a:solidFill>
          <a:ln w="0">
            <a:noFill/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9848850" y="4143375"/>
            <a:ext cx="209550" cy="209550"/>
          </a:xfrm>
          <a:prstGeom prst="rect">
            <a:avLst/>
          </a:prstGeom>
          <a:solidFill>
            <a:srgbClr val="B1E39C"/>
          </a:solidFill>
          <a:ln w="0">
            <a:noFill/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10058400" y="4143375"/>
            <a:ext cx="209550" cy="209550"/>
          </a:xfrm>
          <a:prstGeom prst="rect">
            <a:avLst/>
          </a:prstGeom>
          <a:solidFill>
            <a:srgbClr val="7AB45F"/>
          </a:solidFill>
          <a:ln w="0">
            <a:noFill/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10267950" y="4143375"/>
            <a:ext cx="209550" cy="209550"/>
          </a:xfrm>
          <a:prstGeom prst="rect">
            <a:avLst/>
          </a:prstGeom>
          <a:solidFill>
            <a:srgbClr val="51833A"/>
          </a:solidFill>
          <a:ln w="0">
            <a:noFill/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0477500" y="4143375"/>
            <a:ext cx="209550" cy="209550"/>
          </a:xfrm>
          <a:prstGeom prst="rect">
            <a:avLst/>
          </a:prstGeom>
          <a:solidFill>
            <a:srgbClr val="142B0E"/>
          </a:solidFill>
          <a:ln w="0">
            <a:noFill/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7334250" y="4352925"/>
            <a:ext cx="209550" cy="209550"/>
          </a:xfrm>
          <a:prstGeom prst="rect">
            <a:avLst/>
          </a:prstGeom>
          <a:solidFill>
            <a:srgbClr val="E6E7DF"/>
          </a:solidFill>
          <a:ln w="0">
            <a:noFill/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7543800" y="4352925"/>
            <a:ext cx="209550" cy="209550"/>
          </a:xfrm>
          <a:prstGeom prst="rect">
            <a:avLst/>
          </a:prstGeom>
          <a:solidFill>
            <a:srgbClr val="8D9983"/>
          </a:solidFill>
          <a:ln w="0">
            <a:noFill/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7753350" y="4352925"/>
            <a:ext cx="209550" cy="209550"/>
          </a:xfrm>
          <a:prstGeom prst="rect">
            <a:avLst/>
          </a:prstGeom>
          <a:solidFill>
            <a:srgbClr val="081C00"/>
          </a:solidFill>
          <a:ln w="0">
            <a:noFill/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7962900" y="4352925"/>
            <a:ext cx="209550" cy="209550"/>
          </a:xfrm>
          <a:prstGeom prst="rect">
            <a:avLst/>
          </a:prstGeom>
          <a:solidFill>
            <a:srgbClr val="294713"/>
          </a:solidFill>
          <a:ln w="0">
            <a:noFill/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8172450" y="4352925"/>
            <a:ext cx="209550" cy="209550"/>
          </a:xfrm>
          <a:prstGeom prst="rect">
            <a:avLst/>
          </a:prstGeom>
          <a:solidFill>
            <a:srgbClr val="45692B"/>
          </a:solidFill>
          <a:ln w="0">
            <a:noFill/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8382000" y="4352925"/>
            <a:ext cx="209550" cy="209550"/>
          </a:xfrm>
          <a:prstGeom prst="rect">
            <a:avLst/>
          </a:prstGeom>
          <a:solidFill>
            <a:srgbClr val="5B8442"/>
          </a:solidFill>
          <a:ln w="0">
            <a:noFill/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8591550" y="4352925"/>
            <a:ext cx="209550" cy="209550"/>
          </a:xfrm>
          <a:prstGeom prst="rect">
            <a:avLst/>
          </a:prstGeom>
          <a:solidFill>
            <a:srgbClr val="A1CA88"/>
          </a:solidFill>
          <a:ln w="0">
            <a:noFill/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8801100" y="4352925"/>
            <a:ext cx="209550" cy="209550"/>
          </a:xfrm>
          <a:prstGeom prst="rect">
            <a:avLst/>
          </a:prstGeom>
          <a:solidFill>
            <a:srgbClr val="92B87B"/>
          </a:solidFill>
          <a:ln w="0">
            <a:noFill/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9010650" y="4352925"/>
            <a:ext cx="209550" cy="209550"/>
          </a:xfrm>
          <a:prstGeom prst="rect">
            <a:avLst/>
          </a:prstGeom>
          <a:solidFill>
            <a:srgbClr val="668C51"/>
          </a:solidFill>
          <a:ln w="0">
            <a:noFill/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9220200" y="4352925"/>
            <a:ext cx="209550" cy="209550"/>
          </a:xfrm>
          <a:prstGeom prst="rect">
            <a:avLst/>
          </a:prstGeom>
          <a:solidFill>
            <a:srgbClr val="658850"/>
          </a:solidFill>
          <a:ln w="0">
            <a:noFill/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9429750" y="4352925"/>
            <a:ext cx="209550" cy="209550"/>
          </a:xfrm>
          <a:prstGeom prst="rect">
            <a:avLst/>
          </a:prstGeom>
          <a:solidFill>
            <a:srgbClr val="9FC58C"/>
          </a:solidFill>
          <a:ln w="0">
            <a:noFill/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9639300" y="4352925"/>
            <a:ext cx="209550" cy="209550"/>
          </a:xfrm>
          <a:prstGeom prst="rect">
            <a:avLst/>
          </a:prstGeom>
          <a:solidFill>
            <a:srgbClr val="A7CF90"/>
          </a:solidFill>
          <a:ln w="0">
            <a:noFill/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9848850" y="4352925"/>
            <a:ext cx="209550" cy="209550"/>
          </a:xfrm>
          <a:prstGeom prst="rect">
            <a:avLst/>
          </a:prstGeom>
          <a:solidFill>
            <a:srgbClr val="6A9850"/>
          </a:solidFill>
          <a:ln w="0">
            <a:noFill/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10058400" y="4352925"/>
            <a:ext cx="209550" cy="209550"/>
          </a:xfrm>
          <a:prstGeom prst="rect">
            <a:avLst/>
          </a:prstGeom>
          <a:solidFill>
            <a:srgbClr val="619447"/>
          </a:solidFill>
          <a:ln w="0">
            <a:noFill/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10267950" y="4352925"/>
            <a:ext cx="209550" cy="209550"/>
          </a:xfrm>
          <a:prstGeom prst="rect">
            <a:avLst/>
          </a:prstGeom>
          <a:solidFill>
            <a:srgbClr val="214B0B"/>
          </a:solidFill>
          <a:ln w="0">
            <a:noFill/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0477500" y="4352925"/>
            <a:ext cx="209550" cy="209550"/>
          </a:xfrm>
          <a:prstGeom prst="rect">
            <a:avLst/>
          </a:prstGeom>
          <a:solidFill>
            <a:srgbClr val="1D2F15"/>
          </a:solidFill>
          <a:ln w="0">
            <a:noFill/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7334250" y="4562475"/>
            <a:ext cx="209550" cy="209550"/>
          </a:xfrm>
          <a:prstGeom prst="rect">
            <a:avLst/>
          </a:prstGeom>
          <a:solidFill>
            <a:srgbClr val="D8D8CE"/>
          </a:solidFill>
          <a:ln w="0">
            <a:noFill/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7543800" y="4562475"/>
            <a:ext cx="209550" cy="209550"/>
          </a:xfrm>
          <a:prstGeom prst="rect">
            <a:avLst/>
          </a:prstGeom>
          <a:solidFill>
            <a:srgbClr val="CCD3C3"/>
          </a:solidFill>
          <a:ln w="0">
            <a:noFill/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7753350" y="4562475"/>
            <a:ext cx="209550" cy="209550"/>
          </a:xfrm>
          <a:prstGeom prst="rect">
            <a:avLst/>
          </a:prstGeom>
          <a:solidFill>
            <a:srgbClr val="435138"/>
          </a:solidFill>
          <a:ln w="0">
            <a:noFill/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7962900" y="4562475"/>
            <a:ext cx="209550" cy="209550"/>
          </a:xfrm>
          <a:prstGeom prst="rect">
            <a:avLst/>
          </a:prstGeom>
          <a:solidFill>
            <a:srgbClr val="0A2200"/>
          </a:solidFill>
          <a:ln w="0">
            <a:noFill/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8172450" y="4562475"/>
            <a:ext cx="209550" cy="209550"/>
          </a:xfrm>
          <a:prstGeom prst="rect">
            <a:avLst/>
          </a:prstGeom>
          <a:solidFill>
            <a:srgbClr val="385529"/>
          </a:solidFill>
          <a:ln w="0">
            <a:noFill/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8382000" y="4562475"/>
            <a:ext cx="209550" cy="209550"/>
          </a:xfrm>
          <a:prstGeom prst="rect">
            <a:avLst/>
          </a:prstGeom>
          <a:solidFill>
            <a:srgbClr val="375926"/>
          </a:solidFill>
          <a:ln w="0">
            <a:noFill/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8591550" y="4562475"/>
            <a:ext cx="209550" cy="209550"/>
          </a:xfrm>
          <a:prstGeom prst="rect">
            <a:avLst/>
          </a:prstGeom>
          <a:solidFill>
            <a:srgbClr val="648A4F"/>
          </a:solidFill>
          <a:ln w="0">
            <a:noFill/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8801100" y="4562475"/>
            <a:ext cx="209550" cy="209550"/>
          </a:xfrm>
          <a:prstGeom prst="rect">
            <a:avLst/>
          </a:prstGeom>
          <a:solidFill>
            <a:srgbClr val="71975A"/>
          </a:solidFill>
          <a:ln w="0">
            <a:noFill/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9010650" y="4562475"/>
            <a:ext cx="209550" cy="209550"/>
          </a:xfrm>
          <a:prstGeom prst="rect">
            <a:avLst/>
          </a:prstGeom>
          <a:solidFill>
            <a:srgbClr val="9DC485"/>
          </a:solidFill>
          <a:ln w="0">
            <a:noFill/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9220200" y="4562475"/>
            <a:ext cx="209550" cy="209550"/>
          </a:xfrm>
          <a:prstGeom prst="rect">
            <a:avLst/>
          </a:prstGeom>
          <a:solidFill>
            <a:srgbClr val="91B575"/>
          </a:solidFill>
          <a:ln w="0">
            <a:noFill/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9429750" y="4562475"/>
            <a:ext cx="209550" cy="209550"/>
          </a:xfrm>
          <a:prstGeom prst="rect">
            <a:avLst/>
          </a:prstGeom>
          <a:solidFill>
            <a:srgbClr val="709456"/>
          </a:solidFill>
          <a:ln w="0">
            <a:noFill/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9639300" y="4562475"/>
            <a:ext cx="209550" cy="209550"/>
          </a:xfrm>
          <a:prstGeom prst="rect">
            <a:avLst/>
          </a:prstGeom>
          <a:solidFill>
            <a:srgbClr val="72985B"/>
          </a:solidFill>
          <a:ln w="0">
            <a:noFill/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9848850" y="4562475"/>
            <a:ext cx="209550" cy="209550"/>
          </a:xfrm>
          <a:prstGeom prst="rect">
            <a:avLst/>
          </a:prstGeom>
          <a:solidFill>
            <a:srgbClr val="588042"/>
          </a:solidFill>
          <a:ln w="0">
            <a:noFill/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10058400" y="4562475"/>
            <a:ext cx="209550" cy="209550"/>
          </a:xfrm>
          <a:prstGeom prst="rect">
            <a:avLst/>
          </a:prstGeom>
          <a:solidFill>
            <a:srgbClr val="1F460D"/>
          </a:solidFill>
          <a:ln w="0">
            <a:noFill/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10267950" y="4562475"/>
            <a:ext cx="209550" cy="209550"/>
          </a:xfrm>
          <a:prstGeom prst="rect">
            <a:avLst/>
          </a:prstGeom>
          <a:solidFill>
            <a:srgbClr val="0A2900"/>
          </a:solidFill>
          <a:ln w="0">
            <a:noFill/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0477500" y="4562475"/>
            <a:ext cx="209550" cy="209550"/>
          </a:xfrm>
          <a:prstGeom prst="rect">
            <a:avLst/>
          </a:prstGeom>
          <a:solidFill>
            <a:srgbClr val="6E7B67"/>
          </a:solidFill>
          <a:ln w="0">
            <a:noFill/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7334250" y="4772025"/>
            <a:ext cx="209550" cy="209550"/>
          </a:xfrm>
          <a:prstGeom prst="rect">
            <a:avLst/>
          </a:prstGeom>
          <a:solidFill>
            <a:srgbClr val="ADAAA3"/>
          </a:solidFill>
          <a:ln w="0">
            <a:noFill/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7543800" y="4772025"/>
            <a:ext cx="209550" cy="209550"/>
          </a:xfrm>
          <a:prstGeom prst="rect">
            <a:avLst/>
          </a:prstGeom>
          <a:solidFill>
            <a:srgbClr val="D9DCD5"/>
          </a:solidFill>
          <a:ln w="0">
            <a:noFill/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7753350" y="4772025"/>
            <a:ext cx="209550" cy="209550"/>
          </a:xfrm>
          <a:prstGeom prst="rect">
            <a:avLst/>
          </a:prstGeom>
          <a:solidFill>
            <a:srgbClr val="B5BDB2"/>
          </a:solidFill>
          <a:ln w="0">
            <a:noFill/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7962900" y="4772025"/>
            <a:ext cx="209550" cy="209550"/>
          </a:xfrm>
          <a:prstGeom prst="rect">
            <a:avLst/>
          </a:prstGeom>
          <a:solidFill>
            <a:srgbClr val="384637"/>
          </a:solidFill>
          <a:ln w="0">
            <a:noFill/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8172450" y="4772025"/>
            <a:ext cx="209550" cy="209550"/>
          </a:xfrm>
          <a:prstGeom prst="rect">
            <a:avLst/>
          </a:prstGeom>
          <a:solidFill>
            <a:srgbClr val="001200"/>
          </a:solidFill>
          <a:ln w="0">
            <a:noFill/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8382000" y="4772025"/>
            <a:ext cx="209550" cy="209550"/>
          </a:xfrm>
          <a:prstGeom prst="rect">
            <a:avLst/>
          </a:prstGeom>
          <a:solidFill>
            <a:srgbClr val="162F0F"/>
          </a:solidFill>
          <a:ln w="0">
            <a:noFill/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8591550" y="4772025"/>
            <a:ext cx="209550" cy="209550"/>
          </a:xfrm>
          <a:prstGeom prst="rect">
            <a:avLst/>
          </a:prstGeom>
          <a:solidFill>
            <a:srgbClr val="3E5D33"/>
          </a:solidFill>
          <a:ln w="0">
            <a:noFill/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8801100" y="4772025"/>
            <a:ext cx="209550" cy="209550"/>
          </a:xfrm>
          <a:prstGeom prst="rect">
            <a:avLst/>
          </a:prstGeom>
          <a:solidFill>
            <a:srgbClr val="466732"/>
          </a:solidFill>
          <a:ln w="0">
            <a:noFill/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9010650" y="4772025"/>
            <a:ext cx="209550" cy="209550"/>
          </a:xfrm>
          <a:prstGeom prst="rect">
            <a:avLst/>
          </a:prstGeom>
          <a:solidFill>
            <a:srgbClr val="507138"/>
          </a:solidFill>
          <a:ln w="0">
            <a:noFill/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9220200" y="4772025"/>
            <a:ext cx="209550" cy="209550"/>
          </a:xfrm>
          <a:prstGeom prst="rect">
            <a:avLst/>
          </a:prstGeom>
          <a:solidFill>
            <a:srgbClr val="4B6D31"/>
          </a:solidFill>
          <a:ln w="0">
            <a:noFill/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9429750" y="4772025"/>
            <a:ext cx="209550" cy="209550"/>
          </a:xfrm>
          <a:prstGeom prst="rect">
            <a:avLst/>
          </a:prstGeom>
          <a:solidFill>
            <a:srgbClr val="47682F"/>
          </a:solidFill>
          <a:ln w="0">
            <a:noFill/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9639300" y="4772025"/>
            <a:ext cx="209550" cy="209550"/>
          </a:xfrm>
          <a:prstGeom prst="rect">
            <a:avLst/>
          </a:prstGeom>
          <a:solidFill>
            <a:srgbClr val="3A5A28"/>
          </a:solidFill>
          <a:ln w="0">
            <a:noFill/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9848850" y="4772025"/>
            <a:ext cx="209550" cy="209550"/>
          </a:xfrm>
          <a:prstGeom prst="rect">
            <a:avLst/>
          </a:prstGeom>
          <a:solidFill>
            <a:srgbClr val="133206"/>
          </a:solidFill>
          <a:ln w="0">
            <a:noFill/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10058400" y="4772025"/>
            <a:ext cx="209550" cy="209550"/>
          </a:xfrm>
          <a:prstGeom prst="rect">
            <a:avLst/>
          </a:prstGeom>
          <a:solidFill>
            <a:srgbClr val="14320E"/>
          </a:solidFill>
          <a:ln w="0">
            <a:noFill/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10267950" y="4772025"/>
            <a:ext cx="209550" cy="209550"/>
          </a:xfrm>
          <a:prstGeom prst="rect">
            <a:avLst/>
          </a:prstGeom>
          <a:solidFill>
            <a:srgbClr val="4D644A"/>
          </a:solidFill>
          <a:ln w="0">
            <a:noFill/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0477500" y="4772025"/>
            <a:ext cx="209550" cy="209550"/>
          </a:xfrm>
          <a:prstGeom prst="rect">
            <a:avLst/>
          </a:prstGeom>
          <a:solidFill>
            <a:srgbClr val="BDC5B8"/>
          </a:solidFill>
          <a:ln w="0">
            <a:noFill/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7334250" y="4981575"/>
            <a:ext cx="209550" cy="209550"/>
          </a:xfrm>
          <a:prstGeom prst="rect">
            <a:avLst/>
          </a:prstGeom>
          <a:solidFill>
            <a:srgbClr val="B7B3B4"/>
          </a:solidFill>
          <a:ln w="0">
            <a:noFill/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7543800" y="4981575"/>
            <a:ext cx="209550" cy="209550"/>
          </a:xfrm>
          <a:prstGeom prst="rect">
            <a:avLst/>
          </a:prstGeom>
          <a:solidFill>
            <a:srgbClr val="ACA9B0"/>
          </a:solidFill>
          <a:ln w="0">
            <a:noFill/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7753350" y="4981575"/>
            <a:ext cx="209550" cy="209550"/>
          </a:xfrm>
          <a:prstGeom prst="rect">
            <a:avLst/>
          </a:prstGeom>
          <a:solidFill>
            <a:srgbClr val="BEBEC6"/>
          </a:solidFill>
          <a:ln w="0">
            <a:noFill/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7962900" y="4981575"/>
            <a:ext cx="209550" cy="209550"/>
          </a:xfrm>
          <a:prstGeom prst="rect">
            <a:avLst/>
          </a:prstGeom>
          <a:solidFill>
            <a:srgbClr val="C0C4CD"/>
          </a:solidFill>
          <a:ln w="0">
            <a:noFill/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8172450" y="4981575"/>
            <a:ext cx="209550" cy="209550"/>
          </a:xfrm>
          <a:prstGeom prst="rect">
            <a:avLst/>
          </a:prstGeom>
          <a:solidFill>
            <a:srgbClr val="5F696B"/>
          </a:solidFill>
          <a:ln w="0">
            <a:noFill/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8382000" y="4981575"/>
            <a:ext cx="209550" cy="209550"/>
          </a:xfrm>
          <a:prstGeom prst="rect">
            <a:avLst/>
          </a:prstGeom>
          <a:solidFill>
            <a:srgbClr val="14241A"/>
          </a:solidFill>
          <a:ln w="0">
            <a:noFill/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8591550" y="4981575"/>
            <a:ext cx="209550" cy="209550"/>
          </a:xfrm>
          <a:prstGeom prst="rect">
            <a:avLst/>
          </a:prstGeom>
          <a:solidFill>
            <a:srgbClr val="0E210D"/>
          </a:solidFill>
          <a:ln w="0">
            <a:noFill/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8801100" y="4981575"/>
            <a:ext cx="209550" cy="209550"/>
          </a:xfrm>
          <a:prstGeom prst="rect">
            <a:avLst/>
          </a:prstGeom>
          <a:solidFill>
            <a:srgbClr val="0F2705"/>
          </a:solidFill>
          <a:ln w="0">
            <a:noFill/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9010650" y="4981575"/>
            <a:ext cx="209550" cy="209550"/>
          </a:xfrm>
          <a:prstGeom prst="rect">
            <a:avLst/>
          </a:prstGeom>
          <a:solidFill>
            <a:srgbClr val="162F05"/>
          </a:solidFill>
          <a:ln w="0">
            <a:noFill/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9220200" y="4981575"/>
            <a:ext cx="209550" cy="209550"/>
          </a:xfrm>
          <a:prstGeom prst="rect">
            <a:avLst/>
          </a:prstGeom>
          <a:solidFill>
            <a:srgbClr val="163003"/>
          </a:solidFill>
          <a:ln w="0">
            <a:noFill/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9429750" y="4981575"/>
            <a:ext cx="209550" cy="209550"/>
          </a:xfrm>
          <a:prstGeom prst="rect">
            <a:avLst/>
          </a:prstGeom>
          <a:solidFill>
            <a:srgbClr val="112A00"/>
          </a:solidFill>
          <a:ln w="0">
            <a:noFill/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9639300" y="4981575"/>
            <a:ext cx="209550" cy="209550"/>
          </a:xfrm>
          <a:prstGeom prst="rect">
            <a:avLst/>
          </a:prstGeom>
          <a:solidFill>
            <a:srgbClr val="102808"/>
          </a:solidFill>
          <a:ln w="0">
            <a:noFill/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9848850" y="4981575"/>
            <a:ext cx="209550" cy="209550"/>
          </a:xfrm>
          <a:prstGeom prst="rect">
            <a:avLst/>
          </a:prstGeom>
          <a:solidFill>
            <a:srgbClr val="243721"/>
          </a:solidFill>
          <a:ln w="0">
            <a:noFill/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10058400" y="4981575"/>
            <a:ext cx="209550" cy="209550"/>
          </a:xfrm>
          <a:prstGeom prst="rect">
            <a:avLst/>
          </a:prstGeom>
          <a:solidFill>
            <a:srgbClr val="63746A"/>
          </a:solidFill>
          <a:ln w="0">
            <a:noFill/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10267950" y="4981575"/>
            <a:ext cx="209550" cy="209550"/>
          </a:xfrm>
          <a:prstGeom prst="rect">
            <a:avLst/>
          </a:prstGeom>
          <a:solidFill>
            <a:srgbClr val="B0BCB8"/>
          </a:solidFill>
          <a:ln w="0">
            <a:noFill/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0477500" y="4981575"/>
            <a:ext cx="209550" cy="209550"/>
          </a:xfrm>
          <a:prstGeom prst="rect">
            <a:avLst/>
          </a:prstGeom>
          <a:solidFill>
            <a:srgbClr val="A9AEA8"/>
          </a:solidFill>
          <a:ln w="0">
            <a:noFill/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7334250" y="5191125"/>
            <a:ext cx="209550" cy="209550"/>
          </a:xfrm>
          <a:prstGeom prst="rect">
            <a:avLst/>
          </a:prstGeom>
          <a:solidFill>
            <a:srgbClr val="6E676E"/>
          </a:solidFill>
          <a:ln w="0">
            <a:noFill/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7543800" y="5191125"/>
            <a:ext cx="209550" cy="209550"/>
          </a:xfrm>
          <a:prstGeom prst="rect">
            <a:avLst/>
          </a:prstGeom>
          <a:solidFill>
            <a:srgbClr val="807A86"/>
          </a:solidFill>
          <a:ln w="0">
            <a:noFill/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7753350" y="5191125"/>
            <a:ext cx="209550" cy="209550"/>
          </a:xfrm>
          <a:prstGeom prst="rect">
            <a:avLst/>
          </a:prstGeom>
          <a:solidFill>
            <a:srgbClr val="A39FAE"/>
          </a:solidFill>
          <a:ln w="0">
            <a:noFill/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7962900" y="5191125"/>
            <a:ext cx="209550" cy="209550"/>
          </a:xfrm>
          <a:prstGeom prst="rect">
            <a:avLst/>
          </a:prstGeom>
          <a:solidFill>
            <a:srgbClr val="A29FB0"/>
          </a:solidFill>
          <a:ln w="0">
            <a:noFill/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8172450" y="5191125"/>
            <a:ext cx="209550" cy="209550"/>
          </a:xfrm>
          <a:prstGeom prst="rect">
            <a:avLst/>
          </a:prstGeom>
          <a:solidFill>
            <a:srgbClr val="A9A8B6"/>
          </a:solidFill>
          <a:ln w="0">
            <a:noFill/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8382000" y="5191125"/>
            <a:ext cx="209550" cy="209550"/>
          </a:xfrm>
          <a:prstGeom prst="rect">
            <a:avLst/>
          </a:prstGeom>
          <a:solidFill>
            <a:srgbClr val="A8ADB1"/>
          </a:solidFill>
          <a:ln w="0">
            <a:noFill/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8591550" y="5191125"/>
            <a:ext cx="209550" cy="209550"/>
          </a:xfrm>
          <a:prstGeom prst="rect">
            <a:avLst/>
          </a:prstGeom>
          <a:solidFill>
            <a:srgbClr val="545E56"/>
          </a:solidFill>
          <a:ln w="0">
            <a:noFill/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8801100" y="5191125"/>
            <a:ext cx="209550" cy="209550"/>
          </a:xfrm>
          <a:prstGeom prst="rect">
            <a:avLst/>
          </a:prstGeom>
          <a:solidFill>
            <a:srgbClr val="35422E"/>
          </a:solidFill>
          <a:ln w="0">
            <a:noFill/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9010650" y="5191125"/>
            <a:ext cx="209550" cy="209550"/>
          </a:xfrm>
          <a:prstGeom prst="rect">
            <a:avLst/>
          </a:prstGeom>
          <a:solidFill>
            <a:srgbClr val="304025"/>
          </a:solidFill>
          <a:ln w="0">
            <a:noFill/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9220200" y="5191125"/>
            <a:ext cx="209550" cy="209550"/>
          </a:xfrm>
          <a:prstGeom prst="rect">
            <a:avLst/>
          </a:prstGeom>
          <a:solidFill>
            <a:srgbClr val="2D3D20"/>
          </a:solidFill>
          <a:ln w="0">
            <a:noFill/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9429750" y="5191125"/>
            <a:ext cx="209550" cy="209550"/>
          </a:xfrm>
          <a:prstGeom prst="rect">
            <a:avLst/>
          </a:prstGeom>
          <a:solidFill>
            <a:srgbClr val="3B4B30"/>
          </a:solidFill>
          <a:ln w="0">
            <a:noFill/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9639300" y="5191125"/>
            <a:ext cx="209550" cy="209550"/>
          </a:xfrm>
          <a:prstGeom prst="rect">
            <a:avLst/>
          </a:prstGeom>
          <a:solidFill>
            <a:srgbClr val="667361"/>
          </a:solidFill>
          <a:ln w="0">
            <a:noFill/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9848850" y="5191125"/>
            <a:ext cx="209550" cy="209550"/>
          </a:xfrm>
          <a:prstGeom prst="rect">
            <a:avLst/>
          </a:prstGeom>
          <a:solidFill>
            <a:srgbClr val="99A49C"/>
          </a:solidFill>
          <a:ln w="0">
            <a:noFill/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10058400" y="5191125"/>
            <a:ext cx="209550" cy="209550"/>
          </a:xfrm>
          <a:prstGeom prst="rect">
            <a:avLst/>
          </a:prstGeom>
          <a:solidFill>
            <a:srgbClr val="A8B0B3"/>
          </a:solidFill>
          <a:ln w="0">
            <a:noFill/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10267950" y="5191125"/>
            <a:ext cx="209550" cy="209550"/>
          </a:xfrm>
          <a:prstGeom prst="rect">
            <a:avLst/>
          </a:prstGeom>
          <a:solidFill>
            <a:srgbClr val="9A9FA5"/>
          </a:solidFill>
          <a:ln w="0">
            <a:noFill/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10477500" y="5191125"/>
            <a:ext cx="209550" cy="209550"/>
          </a:xfrm>
          <a:prstGeom prst="rect">
            <a:avLst/>
          </a:prstGeom>
          <a:solidFill>
            <a:srgbClr val="929292"/>
          </a:solidFill>
          <a:ln w="0">
            <a:noFill/>
            <a:prstDash val="solid"/>
          </a:ln>
        </p:spPr>
      </p:sp>
      <p:sp>
        <p:nvSpPr>
          <p:cNvPr id="263" name="text-261"/>
          <p:cNvSpPr>
            <a:spLocks noGrp="1"/>
          </p:cNvSpPr>
          <p:nvPr/>
        </p:nvSpPr>
        <p:spPr>
          <a:xfrm>
            <a:off x="6667500" y="5810250"/>
            <a:ext cx="4810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像素：位图中的图像单元</a:t>
            </a:r>
            <a:endParaRPr sz="2400" b="1">
              <a:solidFill>
                <a:srgbClr val="FF000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4" name="Straight Connector 263"/>
          <p:cNvSpPr>
            <a:spLocks noGrp="1"/>
          </p:cNvSpPr>
          <p:nvPr/>
        </p:nvSpPr>
        <p:spPr>
          <a:xfrm>
            <a:off x="4457700" y="3571875"/>
            <a:ext cx="2543175" cy="0"/>
          </a:xfrm>
          <a:prstGeom prst="line">
            <a:avLst/>
          </a:prstGeom>
          <a:ln w="19050">
            <a:solidFill>
              <a:srgbClr val="C8C3D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相机怎样记录纸上的熊猫图？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328" y="1905000"/>
            <a:ext cx="3038094" cy="3429000"/>
          </a:xfrm>
          <a:prstGeom prst="rect">
            <a:avLst/>
          </a:prstGeom>
        </p:spPr>
      </p:pic>
      <p:sp>
        <p:nvSpPr>
          <p:cNvPr id="5" name="text-3"/>
          <p:cNvSpPr>
            <a:spLocks noGrp="1"/>
          </p:cNvSpPr>
          <p:nvPr/>
        </p:nvSpPr>
        <p:spPr>
          <a:xfrm>
            <a:off x="857250" y="5810250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把图印在纸上，再用相机拍摄。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相机怎样记录纸上的熊猫图？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328" y="1905000"/>
            <a:ext cx="3038094" cy="3429000"/>
          </a:xfrm>
          <a:prstGeom prst="rect">
            <a:avLst/>
          </a:prstGeom>
        </p:spPr>
      </p:pic>
      <p:sp>
        <p:nvSpPr>
          <p:cNvPr id="5" name="text-3"/>
          <p:cNvSpPr>
            <a:spLocks noGrp="1"/>
          </p:cNvSpPr>
          <p:nvPr/>
        </p:nvSpPr>
        <p:spPr>
          <a:xfrm>
            <a:off x="857250" y="5810250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把图印在纸上，再用相机拍摄。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4"/>
          <p:cNvSpPr>
            <a:spLocks noGrp="1"/>
          </p:cNvSpPr>
          <p:nvPr/>
        </p:nvSpPr>
        <p:spPr>
          <a:xfrm>
            <a:off x="4667250" y="25717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反射光 → 镜头 → 图像传感器</a:t>
            </a:r>
            <a:endParaRPr sz="26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5"/>
          <p:cNvSpPr>
            <a:spLocks noGrp="1"/>
          </p:cNvSpPr>
          <p:nvPr/>
        </p:nvSpPr>
        <p:spPr>
          <a:xfrm>
            <a:off x="4667250" y="326009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相机</a:t>
            </a:r>
            <a:r>
              <a:rPr lang="zh-CN"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只能</a:t>
            </a: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在有限位置采集光的信息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text-6"/>
          <p:cNvSpPr>
            <a:spLocks noGrp="1"/>
          </p:cNvSpPr>
          <p:nvPr/>
        </p:nvSpPr>
        <p:spPr>
          <a:xfrm>
            <a:off x="4667250" y="3948430"/>
            <a:ext cx="676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每处留下一个局部样本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为什么写 8×8，而不只写 64？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952500" y="2047875"/>
            <a:ext cx="3352800" cy="3352800"/>
          </a:xfrm>
          <a:prstGeom prst="rect">
            <a:avLst/>
          </a:prstGeom>
        </p:spPr>
      </p:pic>
      <p:sp>
        <p:nvSpPr>
          <p:cNvPr id="5" name="Straight Connector 4"/>
          <p:cNvSpPr>
            <a:spLocks noGrp="1"/>
          </p:cNvSpPr>
          <p:nvPr/>
        </p:nvSpPr>
        <p:spPr>
          <a:xfrm>
            <a:off x="9525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6" name="Straight Connector 5"/>
          <p:cNvSpPr>
            <a:spLocks noGrp="1"/>
          </p:cNvSpPr>
          <p:nvPr/>
        </p:nvSpPr>
        <p:spPr>
          <a:xfrm>
            <a:off x="952500" y="20478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7" name="Straight Connector 6"/>
          <p:cNvSpPr>
            <a:spLocks noGrp="1"/>
          </p:cNvSpPr>
          <p:nvPr/>
        </p:nvSpPr>
        <p:spPr>
          <a:xfrm>
            <a:off x="13716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952500" y="24669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17907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952500" y="28860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22098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952500" y="33051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26289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952500" y="37242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30480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952500" y="41433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34671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952500" y="45624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38862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952500" y="49815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1" name="Straight Connector 20"/>
          <p:cNvSpPr>
            <a:spLocks noGrp="1"/>
          </p:cNvSpPr>
          <p:nvPr/>
        </p:nvSpPr>
        <p:spPr>
          <a:xfrm>
            <a:off x="43053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952500" y="54006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3" name="text-21"/>
          <p:cNvSpPr>
            <a:spLocks noGrp="1"/>
          </p:cNvSpPr>
          <p:nvPr/>
        </p:nvSpPr>
        <p:spPr>
          <a:xfrm>
            <a:off x="857250" y="5810250"/>
            <a:ext cx="4667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横向8个；纵向8个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ectangle 2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332105" y="608330"/>
            <a:ext cx="11732895" cy="7042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为什么写 8×8，而不只写 64？</a:t>
            </a: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只写总数会丢失排列</a:t>
            </a: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信息</a:t>
            </a:r>
            <a:endParaRPr lang="zh-CN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952500" y="2047875"/>
            <a:ext cx="3352800" cy="3352800"/>
          </a:xfrm>
          <a:prstGeom prst="rect">
            <a:avLst/>
          </a:prstGeom>
        </p:spPr>
      </p:pic>
      <p:sp>
        <p:nvSpPr>
          <p:cNvPr id="5" name="Straight Connector 4"/>
          <p:cNvSpPr>
            <a:spLocks noGrp="1"/>
          </p:cNvSpPr>
          <p:nvPr/>
        </p:nvSpPr>
        <p:spPr>
          <a:xfrm>
            <a:off x="9525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6" name="Straight Connector 5"/>
          <p:cNvSpPr>
            <a:spLocks noGrp="1"/>
          </p:cNvSpPr>
          <p:nvPr/>
        </p:nvSpPr>
        <p:spPr>
          <a:xfrm>
            <a:off x="952500" y="20478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7" name="Straight Connector 6"/>
          <p:cNvSpPr>
            <a:spLocks noGrp="1"/>
          </p:cNvSpPr>
          <p:nvPr/>
        </p:nvSpPr>
        <p:spPr>
          <a:xfrm>
            <a:off x="13716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952500" y="24669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17907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952500" y="28860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22098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952500" y="33051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26289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952500" y="37242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30480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952500" y="41433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34671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952500" y="45624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38862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952500" y="49815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1" name="Straight Connector 20"/>
          <p:cNvSpPr>
            <a:spLocks noGrp="1"/>
          </p:cNvSpPr>
          <p:nvPr/>
        </p:nvSpPr>
        <p:spPr>
          <a:xfrm>
            <a:off x="43053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952500" y="54006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3" name="text-21"/>
          <p:cNvSpPr>
            <a:spLocks noGrp="1"/>
          </p:cNvSpPr>
          <p:nvPr/>
        </p:nvSpPr>
        <p:spPr>
          <a:xfrm>
            <a:off x="857250" y="5810250"/>
            <a:ext cx="4667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横向8个；纵向8个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4" name="text-22"/>
          <p:cNvSpPr>
            <a:spLocks noGrp="1"/>
          </p:cNvSpPr>
          <p:nvPr/>
        </p:nvSpPr>
        <p:spPr>
          <a:xfrm>
            <a:off x="5210175" y="2524125"/>
            <a:ext cx="50006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8×8 = 64 个位置</a:t>
            </a:r>
            <a:endParaRPr sz="30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" name="text-23"/>
          <p:cNvSpPr>
            <a:spLocks noGrp="1"/>
          </p:cNvSpPr>
          <p:nvPr/>
        </p:nvSpPr>
        <p:spPr>
          <a:xfrm>
            <a:off x="5210175" y="3301365"/>
            <a:ext cx="50006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8×8保留二维排列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" name="text-24"/>
          <p:cNvSpPr>
            <a:spLocks noGrp="1"/>
          </p:cNvSpPr>
          <p:nvPr/>
        </p:nvSpPr>
        <p:spPr>
          <a:xfrm>
            <a:off x="5210175" y="4078605"/>
            <a:ext cx="606234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按一定空间位置</a:t>
            </a: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取得样本：</a:t>
            </a:r>
            <a:r>
              <a:rPr lang="zh-CN" sz="24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图像的</a:t>
            </a:r>
            <a:r>
              <a:rPr sz="24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</a:t>
            </a:r>
            <a:r>
              <a:rPr lang="en-US" sz="2400" b="0" baseline="3000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p22</a:t>
            </a:r>
            <a:endParaRPr lang="en-US" sz="2400" b="0" baseline="30000">
              <a:solidFill>
                <a:srgbClr val="FF000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angle 31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采样后，每格的颜色怎样记录？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762000" y="1952625"/>
            <a:ext cx="3048000" cy="3048000"/>
          </a:xfrm>
          <a:prstGeom prst="rect">
            <a:avLst/>
          </a:prstGeom>
        </p:spPr>
      </p:pic>
      <p:sp>
        <p:nvSpPr>
          <p:cNvPr id="5" name="Straight Connector 4"/>
          <p:cNvSpPr>
            <a:spLocks noGrp="1"/>
          </p:cNvSpPr>
          <p:nvPr/>
        </p:nvSpPr>
        <p:spPr>
          <a:xfrm>
            <a:off x="762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6" name="Straight Connector 5"/>
          <p:cNvSpPr>
            <a:spLocks noGrp="1"/>
          </p:cNvSpPr>
          <p:nvPr/>
        </p:nvSpPr>
        <p:spPr>
          <a:xfrm>
            <a:off x="762000" y="1952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7" name="Straight Connector 6"/>
          <p:cNvSpPr>
            <a:spLocks noGrp="1"/>
          </p:cNvSpPr>
          <p:nvPr/>
        </p:nvSpPr>
        <p:spPr>
          <a:xfrm>
            <a:off x="1143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762000" y="2333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1524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762000" y="2714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1905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762000" y="3095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2286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762000" y="3476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2667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762000" y="3857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3048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762000" y="4238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3429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762000" y="4619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1" name="Straight Connector 20"/>
          <p:cNvSpPr>
            <a:spLocks noGrp="1"/>
          </p:cNvSpPr>
          <p:nvPr/>
        </p:nvSpPr>
        <p:spPr>
          <a:xfrm>
            <a:off x="3810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762000" y="5000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524000" y="2333625"/>
            <a:ext cx="381000" cy="3810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24" name="text-22"/>
          <p:cNvSpPr>
            <a:spLocks noGrp="1"/>
          </p:cNvSpPr>
          <p:nvPr/>
        </p:nvSpPr>
        <p:spPr>
          <a:xfrm>
            <a:off x="762000" y="5286375"/>
            <a:ext cx="381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第2行，第3列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5" name="text-23"/>
          <p:cNvSpPr>
            <a:spLocks noGrp="1"/>
          </p:cNvSpPr>
          <p:nvPr/>
        </p:nvSpPr>
        <p:spPr>
          <a:xfrm>
            <a:off x="5238750" y="171450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这一格的平均色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5238750" y="2428875"/>
            <a:ext cx="1428750" cy="1143000"/>
          </a:xfrm>
          <a:prstGeom prst="rect">
            <a:avLst/>
          </a:prstGeom>
          <a:solidFill>
            <a:srgbClr val="C6C3BF"/>
          </a:solidFill>
          <a:ln w="0">
            <a:noFill/>
            <a:prstDash val="solid"/>
          </a:ln>
        </p:spPr>
      </p:sp>
      <p:sp>
        <p:nvSpPr>
          <p:cNvPr id="27" name="text-25"/>
          <p:cNvSpPr>
            <a:spLocks noGrp="1"/>
          </p:cNvSpPr>
          <p:nvPr/>
        </p:nvSpPr>
        <p:spPr>
          <a:xfrm>
            <a:off x="7239000" y="2381250"/>
            <a:ext cx="282194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只能从下方4色中</a:t>
            </a:r>
            <a:endParaRPr sz="24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选一种</a:t>
            </a:r>
            <a:r>
              <a:rPr sz="2475" b="1">
                <a:solidFill>
                  <a:srgbClr val="262626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55 Regular" panose="00020600040101010101" charset="-122"/>
              </a:rPr>
              <a:t>近似</a:t>
            </a: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。</a:t>
            </a:r>
            <a:endParaRPr sz="24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5238750" y="4095750"/>
            <a:ext cx="742950" cy="7429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6591300" y="4095750"/>
            <a:ext cx="742950" cy="7429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943850" y="4095750"/>
            <a:ext cx="742950" cy="7429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9296400" y="4095750"/>
            <a:ext cx="742950" cy="7429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Rectangle 33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采样后，每格的颜色怎样记录？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762000" y="1952625"/>
            <a:ext cx="3048000" cy="3048000"/>
          </a:xfrm>
          <a:prstGeom prst="rect">
            <a:avLst/>
          </a:prstGeom>
        </p:spPr>
      </p:pic>
      <p:sp>
        <p:nvSpPr>
          <p:cNvPr id="5" name="Straight Connector 4"/>
          <p:cNvSpPr>
            <a:spLocks noGrp="1"/>
          </p:cNvSpPr>
          <p:nvPr/>
        </p:nvSpPr>
        <p:spPr>
          <a:xfrm>
            <a:off x="762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6" name="Straight Connector 5"/>
          <p:cNvSpPr>
            <a:spLocks noGrp="1"/>
          </p:cNvSpPr>
          <p:nvPr/>
        </p:nvSpPr>
        <p:spPr>
          <a:xfrm>
            <a:off x="762000" y="1952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7" name="Straight Connector 6"/>
          <p:cNvSpPr>
            <a:spLocks noGrp="1"/>
          </p:cNvSpPr>
          <p:nvPr/>
        </p:nvSpPr>
        <p:spPr>
          <a:xfrm>
            <a:off x="1143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762000" y="2333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1524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762000" y="2714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1905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762000" y="3095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2286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762000" y="3476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2667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762000" y="3857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3048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762000" y="4238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3429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762000" y="4619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1" name="Straight Connector 20"/>
          <p:cNvSpPr>
            <a:spLocks noGrp="1"/>
          </p:cNvSpPr>
          <p:nvPr/>
        </p:nvSpPr>
        <p:spPr>
          <a:xfrm>
            <a:off x="3810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762000" y="5000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524000" y="2333625"/>
            <a:ext cx="381000" cy="3810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24" name="text-22"/>
          <p:cNvSpPr>
            <a:spLocks noGrp="1"/>
          </p:cNvSpPr>
          <p:nvPr/>
        </p:nvSpPr>
        <p:spPr>
          <a:xfrm>
            <a:off x="762000" y="5286375"/>
            <a:ext cx="381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第2行，第3列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5" name="text-23"/>
          <p:cNvSpPr>
            <a:spLocks noGrp="1"/>
          </p:cNvSpPr>
          <p:nvPr/>
        </p:nvSpPr>
        <p:spPr>
          <a:xfrm>
            <a:off x="5238750" y="171450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这一格的平均色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5238750" y="2428875"/>
            <a:ext cx="1428750" cy="1143000"/>
          </a:xfrm>
          <a:prstGeom prst="rect">
            <a:avLst/>
          </a:prstGeom>
          <a:solidFill>
            <a:srgbClr val="C6C3BF"/>
          </a:solidFill>
          <a:ln w="0">
            <a:noFill/>
            <a:prstDash val="solid"/>
          </a:ln>
        </p:spPr>
      </p:sp>
      <p:sp>
        <p:nvSpPr>
          <p:cNvPr id="27" name="text-25"/>
          <p:cNvSpPr>
            <a:spLocks noGrp="1"/>
          </p:cNvSpPr>
          <p:nvPr/>
        </p:nvSpPr>
        <p:spPr>
          <a:xfrm>
            <a:off x="7239000" y="2381250"/>
            <a:ext cx="4095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只能从下方4色中</a:t>
            </a:r>
            <a:endParaRPr sz="24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选一种近似。</a:t>
            </a:r>
            <a:endParaRPr sz="24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5238750" y="4095750"/>
            <a:ext cx="742950" cy="7429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6591300" y="4095750"/>
            <a:ext cx="742950" cy="7429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943850" y="4095750"/>
            <a:ext cx="742950" cy="7429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9296400" y="4095750"/>
            <a:ext cx="742950" cy="7429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7943850" y="4095750"/>
            <a:ext cx="742950" cy="742950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33" name="text-31"/>
          <p:cNvSpPr>
            <a:spLocks noGrp="1"/>
          </p:cNvSpPr>
          <p:nvPr/>
        </p:nvSpPr>
        <p:spPr>
          <a:xfrm>
            <a:off x="5238750" y="5429250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00" b="1">
                <a:solidFill>
                  <a:schemeClr val="tx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映射到有限等级：</a:t>
            </a:r>
            <a:r>
              <a:rPr lang="zh-CN" sz="27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图像的</a:t>
            </a:r>
            <a:r>
              <a:rPr sz="27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量化</a:t>
            </a:r>
            <a:r>
              <a:rPr lang="en-US" sz="2700" b="1" baseline="30000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p22</a:t>
            </a:r>
            <a:endParaRPr lang="en-US" sz="2700" b="1" baseline="30000">
              <a:solidFill>
                <a:srgbClr val="FF000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9" name="Rectangle 13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把同一规则应用到64个样本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42" name="Picture 141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762000" y="2286000"/>
            <a:ext cx="2667000" cy="26670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4667250" y="2286000"/>
            <a:ext cx="333375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5000625" y="2286000"/>
            <a:ext cx="333375" cy="333375"/>
          </a:xfrm>
          <a:prstGeom prst="rect">
            <a:avLst/>
          </a:prstGeom>
          <a:solidFill>
            <a:srgbClr val="F8F8F7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334000" y="2286000"/>
            <a:ext cx="333375" cy="333375"/>
          </a:xfrm>
          <a:prstGeom prst="rect">
            <a:avLst/>
          </a:prstGeom>
          <a:solidFill>
            <a:srgbClr val="FEFEF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5667375" y="2286000"/>
            <a:ext cx="333375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6000750" y="2286000"/>
            <a:ext cx="333375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6334125" y="2286000"/>
            <a:ext cx="333375" cy="333375"/>
          </a:xfrm>
          <a:prstGeom prst="rect">
            <a:avLst/>
          </a:prstGeom>
          <a:solidFill>
            <a:srgbClr val="FDFDFC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6667500" y="2286000"/>
            <a:ext cx="333375" cy="333375"/>
          </a:xfrm>
          <a:prstGeom prst="rect">
            <a:avLst/>
          </a:prstGeom>
          <a:solidFill>
            <a:srgbClr val="ECECEC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7000875" y="2286000"/>
            <a:ext cx="333375" cy="333375"/>
          </a:xfrm>
          <a:prstGeom prst="rect">
            <a:avLst/>
          </a:prstGeom>
          <a:solidFill>
            <a:srgbClr val="393835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667250" y="2619375"/>
            <a:ext cx="333375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000625" y="2619375"/>
            <a:ext cx="333375" cy="333375"/>
          </a:xfrm>
          <a:prstGeom prst="rect">
            <a:avLst/>
          </a:prstGeom>
          <a:solidFill>
            <a:srgbClr val="7F7B78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5334000" y="2619375"/>
            <a:ext cx="333375" cy="333375"/>
          </a:xfrm>
          <a:prstGeom prst="rect">
            <a:avLst/>
          </a:prstGeom>
          <a:solidFill>
            <a:srgbClr val="C6C3B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5667375" y="2619375"/>
            <a:ext cx="333375" cy="333375"/>
          </a:xfrm>
          <a:prstGeom prst="rect">
            <a:avLst/>
          </a:prstGeom>
          <a:solidFill>
            <a:srgbClr val="F9F7F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6000750" y="2619375"/>
            <a:ext cx="333375" cy="333375"/>
          </a:xfrm>
          <a:prstGeom prst="rect">
            <a:avLst/>
          </a:prstGeom>
          <a:solidFill>
            <a:srgbClr val="F9F7F2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334125" y="2619375"/>
            <a:ext cx="333375" cy="333375"/>
          </a:xfrm>
          <a:prstGeom prst="rect">
            <a:avLst/>
          </a:prstGeom>
          <a:solidFill>
            <a:srgbClr val="DFDCD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6667500" y="2619375"/>
            <a:ext cx="333375" cy="333375"/>
          </a:xfrm>
          <a:prstGeom prst="rect">
            <a:avLst/>
          </a:prstGeom>
          <a:solidFill>
            <a:srgbClr val="FCFBF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000875" y="2619375"/>
            <a:ext cx="333375" cy="333375"/>
          </a:xfrm>
          <a:prstGeom prst="rect">
            <a:avLst/>
          </a:prstGeom>
          <a:solidFill>
            <a:srgbClr val="6F6E6D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4667250" y="2952750"/>
            <a:ext cx="333375" cy="333375"/>
          </a:xfrm>
          <a:prstGeom prst="rect">
            <a:avLst/>
          </a:prstGeom>
          <a:solidFill>
            <a:srgbClr val="FDFDFC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5000625" y="2952750"/>
            <a:ext cx="333375" cy="333375"/>
          </a:xfrm>
          <a:prstGeom prst="rect">
            <a:avLst/>
          </a:prstGeom>
          <a:solidFill>
            <a:srgbClr val="F3F1E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5334000" y="2952750"/>
            <a:ext cx="333375" cy="333375"/>
          </a:xfrm>
          <a:prstGeom prst="rect">
            <a:avLst/>
          </a:prstGeom>
          <a:solidFill>
            <a:srgbClr val="F4F1E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5667375" y="2952750"/>
            <a:ext cx="333375" cy="333375"/>
          </a:xfrm>
          <a:prstGeom prst="rect">
            <a:avLst/>
          </a:prstGeom>
          <a:solidFill>
            <a:srgbClr val="827D7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6000750" y="2952750"/>
            <a:ext cx="333375" cy="333375"/>
          </a:xfrm>
          <a:prstGeom prst="rect">
            <a:avLst/>
          </a:prstGeom>
          <a:solidFill>
            <a:srgbClr val="706C68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6334125" y="2952750"/>
            <a:ext cx="333375" cy="333375"/>
          </a:xfrm>
          <a:prstGeom prst="rect">
            <a:avLst/>
          </a:prstGeom>
          <a:solidFill>
            <a:srgbClr val="A4A09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6667500" y="2952750"/>
            <a:ext cx="333375" cy="333375"/>
          </a:xfrm>
          <a:prstGeom prst="rect">
            <a:avLst/>
          </a:prstGeom>
          <a:solidFill>
            <a:srgbClr val="716E6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7000875" y="2952750"/>
            <a:ext cx="333375" cy="333375"/>
          </a:xfrm>
          <a:prstGeom prst="rect">
            <a:avLst/>
          </a:prstGeom>
          <a:solidFill>
            <a:srgbClr val="7A787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4667250" y="3286125"/>
            <a:ext cx="333375" cy="333375"/>
          </a:xfrm>
          <a:prstGeom prst="rect">
            <a:avLst/>
          </a:prstGeom>
          <a:solidFill>
            <a:srgbClr val="D7D5D2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5000625" y="3286125"/>
            <a:ext cx="333375" cy="333375"/>
          </a:xfrm>
          <a:prstGeom prst="rect">
            <a:avLst/>
          </a:prstGeom>
          <a:solidFill>
            <a:srgbClr val="ECEAE5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5334000" y="3286125"/>
            <a:ext cx="333375" cy="333375"/>
          </a:xfrm>
          <a:prstGeom prst="rect">
            <a:avLst/>
          </a:prstGeom>
          <a:solidFill>
            <a:srgbClr val="C9C3B9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5667375" y="3286125"/>
            <a:ext cx="333375" cy="333375"/>
          </a:xfrm>
          <a:prstGeom prst="rect">
            <a:avLst/>
          </a:prstGeom>
          <a:solidFill>
            <a:srgbClr val="47454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6000750" y="3286125"/>
            <a:ext cx="333375" cy="333375"/>
          </a:xfrm>
          <a:prstGeom prst="rect">
            <a:avLst/>
          </a:prstGeom>
          <a:solidFill>
            <a:srgbClr val="7E7E7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6334125" y="3286125"/>
            <a:ext cx="333375" cy="333375"/>
          </a:xfrm>
          <a:prstGeom prst="rect">
            <a:avLst/>
          </a:prstGeom>
          <a:solidFill>
            <a:srgbClr val="BBBBB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6667500" y="3286125"/>
            <a:ext cx="333375" cy="333375"/>
          </a:xfrm>
          <a:prstGeom prst="rect">
            <a:avLst/>
          </a:prstGeom>
          <a:solidFill>
            <a:srgbClr val="575652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7000875" y="3286125"/>
            <a:ext cx="333375" cy="333375"/>
          </a:xfrm>
          <a:prstGeom prst="rect">
            <a:avLst/>
          </a:prstGeom>
          <a:solidFill>
            <a:srgbClr val="686560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4667250" y="3619500"/>
            <a:ext cx="333375" cy="333375"/>
          </a:xfrm>
          <a:prstGeom prst="rect">
            <a:avLst/>
          </a:prstGeom>
          <a:solidFill>
            <a:srgbClr val="6E6865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5000625" y="3619500"/>
            <a:ext cx="333375" cy="333375"/>
          </a:xfrm>
          <a:prstGeom prst="rect">
            <a:avLst/>
          </a:prstGeom>
          <a:solidFill>
            <a:srgbClr val="CBC8C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5334000" y="3619500"/>
            <a:ext cx="333375" cy="333375"/>
          </a:xfrm>
          <a:prstGeom prst="rect">
            <a:avLst/>
          </a:prstGeom>
          <a:solidFill>
            <a:srgbClr val="E1DED7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5667375" y="3619500"/>
            <a:ext cx="333375" cy="333375"/>
          </a:xfrm>
          <a:prstGeom prst="rect">
            <a:avLst/>
          </a:prstGeom>
          <a:solidFill>
            <a:srgbClr val="A79F94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6000750" y="3619500"/>
            <a:ext cx="333375" cy="333375"/>
          </a:xfrm>
          <a:prstGeom prst="rect">
            <a:avLst/>
          </a:prstGeom>
          <a:solidFill>
            <a:srgbClr val="C7C2B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6334125" y="3619500"/>
            <a:ext cx="333375" cy="333375"/>
          </a:xfrm>
          <a:prstGeom prst="rect">
            <a:avLst/>
          </a:prstGeom>
          <a:solidFill>
            <a:srgbClr val="7A746D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6667500" y="3619500"/>
            <a:ext cx="333375" cy="333375"/>
          </a:xfrm>
          <a:prstGeom prst="rect">
            <a:avLst/>
          </a:prstGeom>
          <a:solidFill>
            <a:srgbClr val="80797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7000875" y="3619500"/>
            <a:ext cx="333375" cy="333375"/>
          </a:xfrm>
          <a:prstGeom prst="rect">
            <a:avLst/>
          </a:prstGeom>
          <a:solidFill>
            <a:srgbClr val="706E6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4667250" y="3952875"/>
            <a:ext cx="333375" cy="333375"/>
          </a:xfrm>
          <a:prstGeom prst="rect">
            <a:avLst/>
          </a:prstGeom>
          <a:solidFill>
            <a:srgbClr val="312B28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5000625" y="3952875"/>
            <a:ext cx="333375" cy="333375"/>
          </a:xfrm>
          <a:prstGeom prst="rect">
            <a:avLst/>
          </a:prstGeom>
          <a:solidFill>
            <a:srgbClr val="5E5955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5334000" y="3952875"/>
            <a:ext cx="333375" cy="333375"/>
          </a:xfrm>
          <a:prstGeom prst="rect">
            <a:avLst/>
          </a:prstGeom>
          <a:solidFill>
            <a:srgbClr val="ABA7A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5667375" y="3952875"/>
            <a:ext cx="333375" cy="333375"/>
          </a:xfrm>
          <a:prstGeom prst="rect">
            <a:avLst/>
          </a:prstGeom>
          <a:solidFill>
            <a:srgbClr val="A19C97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6000750" y="3952875"/>
            <a:ext cx="333375" cy="333375"/>
          </a:xfrm>
          <a:prstGeom prst="rect">
            <a:avLst/>
          </a:prstGeom>
          <a:solidFill>
            <a:srgbClr val="B6B1A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6334125" y="3952875"/>
            <a:ext cx="333375" cy="333375"/>
          </a:xfrm>
          <a:prstGeom prst="rect">
            <a:avLst/>
          </a:prstGeom>
          <a:solidFill>
            <a:srgbClr val="7A736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6667500" y="3952875"/>
            <a:ext cx="333375" cy="333375"/>
          </a:xfrm>
          <a:prstGeom prst="rect">
            <a:avLst/>
          </a:prstGeom>
          <a:solidFill>
            <a:srgbClr val="92908D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7000875" y="3952875"/>
            <a:ext cx="333375" cy="333375"/>
          </a:xfrm>
          <a:prstGeom prst="rect">
            <a:avLst/>
          </a:prstGeom>
          <a:solidFill>
            <a:srgbClr val="494845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4667250" y="4286250"/>
            <a:ext cx="333375" cy="333375"/>
          </a:xfrm>
          <a:prstGeom prst="rect">
            <a:avLst/>
          </a:prstGeom>
          <a:solidFill>
            <a:srgbClr val="322C28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5000625" y="4286250"/>
            <a:ext cx="333375" cy="333375"/>
          </a:xfrm>
          <a:prstGeom prst="rect">
            <a:avLst/>
          </a:prstGeom>
          <a:solidFill>
            <a:srgbClr val="27231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5334000" y="4286250"/>
            <a:ext cx="333375" cy="333375"/>
          </a:xfrm>
          <a:prstGeom prst="rect">
            <a:avLst/>
          </a:prstGeom>
          <a:solidFill>
            <a:srgbClr val="35322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5667375" y="4286250"/>
            <a:ext cx="333375" cy="333375"/>
          </a:xfrm>
          <a:prstGeom prst="rect">
            <a:avLst/>
          </a:prstGeom>
          <a:solidFill>
            <a:srgbClr val="73726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6000750" y="4286250"/>
            <a:ext cx="333375" cy="333375"/>
          </a:xfrm>
          <a:prstGeom prst="rect">
            <a:avLst/>
          </a:prstGeom>
          <a:solidFill>
            <a:srgbClr val="9A989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6334125" y="4286250"/>
            <a:ext cx="333375" cy="333375"/>
          </a:xfrm>
          <a:prstGeom prst="rect">
            <a:avLst/>
          </a:prstGeom>
          <a:solidFill>
            <a:srgbClr val="939290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6667500" y="4286250"/>
            <a:ext cx="333375" cy="333375"/>
          </a:xfrm>
          <a:prstGeom prst="rect">
            <a:avLst/>
          </a:prstGeom>
          <a:solidFill>
            <a:srgbClr val="6D6D6C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7000875" y="4286250"/>
            <a:ext cx="333375" cy="333375"/>
          </a:xfrm>
          <a:prstGeom prst="rect">
            <a:avLst/>
          </a:prstGeom>
          <a:solidFill>
            <a:srgbClr val="1C1B18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4667250" y="4619625"/>
            <a:ext cx="333375" cy="333375"/>
          </a:xfrm>
          <a:prstGeom prst="rect">
            <a:avLst/>
          </a:prstGeom>
          <a:solidFill>
            <a:srgbClr val="342E2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5000625" y="4619625"/>
            <a:ext cx="333375" cy="333375"/>
          </a:xfrm>
          <a:prstGeom prst="rect">
            <a:avLst/>
          </a:prstGeom>
          <a:solidFill>
            <a:srgbClr val="2C272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5334000" y="4619625"/>
            <a:ext cx="333375" cy="333375"/>
          </a:xfrm>
          <a:prstGeom prst="rect">
            <a:avLst/>
          </a:prstGeom>
          <a:solidFill>
            <a:srgbClr val="231F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5667375" y="4619625"/>
            <a:ext cx="333375" cy="333375"/>
          </a:xfrm>
          <a:prstGeom prst="rect">
            <a:avLst/>
          </a:prstGeom>
          <a:solidFill>
            <a:srgbClr val="1B1815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6000750" y="4619625"/>
            <a:ext cx="333375" cy="333375"/>
          </a:xfrm>
          <a:prstGeom prst="rect">
            <a:avLst/>
          </a:prstGeom>
          <a:solidFill>
            <a:srgbClr val="24232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6334125" y="4619625"/>
            <a:ext cx="333375" cy="333375"/>
          </a:xfrm>
          <a:prstGeom prst="rect">
            <a:avLst/>
          </a:prstGeom>
          <a:solidFill>
            <a:srgbClr val="2C2C2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6667500" y="4619625"/>
            <a:ext cx="333375" cy="333375"/>
          </a:xfrm>
          <a:prstGeom prst="rect">
            <a:avLst/>
          </a:prstGeom>
          <a:solidFill>
            <a:srgbClr val="171614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7000875" y="4619625"/>
            <a:ext cx="333375" cy="333375"/>
          </a:xfrm>
          <a:prstGeom prst="rect">
            <a:avLst/>
          </a:prstGeom>
          <a:solidFill>
            <a:srgbClr val="1A1814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8572500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8905875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9239250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9572625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9906000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10239375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10572750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10906125" y="2286000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8572500" y="261937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8905875" y="261937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9239250" y="2619375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9572625" y="261937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9906000" y="261937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10239375" y="261937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10572750" y="261937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10906125" y="261937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8572500" y="295275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8905875" y="295275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9239250" y="295275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9572625" y="29527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9906000" y="29527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10239375" y="2952750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10572750" y="29527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10906125" y="29527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8572500" y="328612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8905875" y="328612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9239250" y="3286125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9572625" y="32861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9906000" y="328612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10239375" y="3286125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10572750" y="328612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10906125" y="328612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8572500" y="361950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8905875" y="3619500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9239250" y="36195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9572625" y="3619500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9906000" y="3619500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10239375" y="361950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10572750" y="361950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10906125" y="361950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8572500" y="395287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8905875" y="395287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9239250" y="3952875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9572625" y="3952875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9906000" y="3952875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10239375" y="395287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10572750" y="395287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10906125" y="395287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8572500" y="4286250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8905875" y="4286250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9239250" y="4286250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9572625" y="42862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9906000" y="4286250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10239375" y="42862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10572750" y="42862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10906125" y="4286250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8572500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8905875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9239250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9572625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9906000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10239375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10572750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10906125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text-131"/>
          <p:cNvSpPr>
            <a:spLocks noGrp="1"/>
          </p:cNvSpPr>
          <p:nvPr/>
        </p:nvSpPr>
        <p:spPr>
          <a:xfrm>
            <a:off x="762000" y="166687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原图同一区域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4" name="text-132"/>
          <p:cNvSpPr>
            <a:spLocks noGrp="1"/>
          </p:cNvSpPr>
          <p:nvPr/>
        </p:nvSpPr>
        <p:spPr>
          <a:xfrm>
            <a:off x="4667250" y="166687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每格的平均色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5" name="text-133"/>
          <p:cNvSpPr>
            <a:spLocks noGrp="1"/>
          </p:cNvSpPr>
          <p:nvPr/>
        </p:nvSpPr>
        <p:spPr>
          <a:xfrm>
            <a:off x="8572500" y="166687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限制为4种颜色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6" name="text-134"/>
          <p:cNvSpPr>
            <a:spLocks noGrp="1"/>
          </p:cNvSpPr>
          <p:nvPr/>
        </p:nvSpPr>
        <p:spPr>
          <a:xfrm>
            <a:off x="3714750" y="3238500"/>
            <a:ext cx="762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</a:t>
            </a:r>
            <a:endParaRPr sz="36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7" name="text-135"/>
          <p:cNvSpPr>
            <a:spLocks noGrp="1"/>
          </p:cNvSpPr>
          <p:nvPr/>
        </p:nvSpPr>
        <p:spPr>
          <a:xfrm>
            <a:off x="7620000" y="3238500"/>
            <a:ext cx="762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</a:t>
            </a:r>
            <a:endParaRPr sz="36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8" name="text-136"/>
          <p:cNvSpPr>
            <a:spLocks noGrp="1"/>
          </p:cNvSpPr>
          <p:nvPr/>
        </p:nvSpPr>
        <p:spPr>
          <a:xfrm>
            <a:off x="857250" y="561975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采样确定位置；量化选择有限颜色。</a:t>
            </a:r>
            <a:endParaRPr sz="27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四种颜色，至少需要几个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8097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每个像素只能从这四种颜色中选一种。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4" name="Table 13"/>
          <p:cNvGraphicFramePr/>
          <p:nvPr/>
        </p:nvGraphicFramePr>
        <p:xfrm>
          <a:off x="857250" y="3333750"/>
          <a:ext cx="10477500" cy="1714500"/>
        </p:xfrm>
        <a:graphic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颜色编号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3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二进制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>
            <a:spLocks noGrp="1"/>
          </p:cNvSpPr>
          <p:nvPr/>
        </p:nvSpPr>
        <p:spPr>
          <a:xfrm>
            <a:off x="3667125" y="2667000"/>
            <a:ext cx="666750" cy="4762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62625" y="2667000"/>
            <a:ext cx="666750" cy="4762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858125" y="2667000"/>
            <a:ext cx="666750" cy="4762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9953625" y="2667000"/>
            <a:ext cx="666750" cy="4762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四种颜色，至少需要几个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8097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每个像素只能从这四种颜色中选一种。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5" name="Table 14"/>
          <p:cNvGraphicFramePr/>
          <p:nvPr/>
        </p:nvGraphicFramePr>
        <p:xfrm>
          <a:off x="857250" y="3333750"/>
          <a:ext cx="10477500" cy="1714500"/>
        </p:xfrm>
        <a:graphic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颜色编号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3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二进制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01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11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>
            <a:spLocks noGrp="1"/>
          </p:cNvSpPr>
          <p:nvPr/>
        </p:nvSpPr>
        <p:spPr>
          <a:xfrm>
            <a:off x="3667125" y="2667000"/>
            <a:ext cx="666750" cy="4762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62625" y="2667000"/>
            <a:ext cx="666750" cy="4762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858125" y="2667000"/>
            <a:ext cx="666750" cy="4762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9953625" y="2667000"/>
            <a:ext cx="666750" cy="4762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text-8"/>
          <p:cNvSpPr>
            <a:spLocks noGrp="1"/>
          </p:cNvSpPr>
          <p:nvPr/>
        </p:nvSpPr>
        <p:spPr>
          <a:xfrm>
            <a:off x="1714500" y="5572125"/>
            <a:ext cx="9048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2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2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 bit 有 4 种状态，刚好够用</a:t>
            </a:r>
            <a:endParaRPr sz="32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5" name="Rectangle 134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怎样编码？位深度又是多少？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2763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text-6"/>
          <p:cNvSpPr>
            <a:spLocks noGrp="1"/>
          </p:cNvSpPr>
          <p:nvPr/>
        </p:nvSpPr>
        <p:spPr>
          <a:xfrm>
            <a:off x="12763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6954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text-8"/>
          <p:cNvSpPr>
            <a:spLocks noGrp="1"/>
          </p:cNvSpPr>
          <p:nvPr/>
        </p:nvSpPr>
        <p:spPr>
          <a:xfrm>
            <a:off x="16954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1145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text-10"/>
          <p:cNvSpPr>
            <a:spLocks noGrp="1"/>
          </p:cNvSpPr>
          <p:nvPr/>
        </p:nvSpPr>
        <p:spPr>
          <a:xfrm>
            <a:off x="21145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25336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text-12"/>
          <p:cNvSpPr>
            <a:spLocks noGrp="1"/>
          </p:cNvSpPr>
          <p:nvPr/>
        </p:nvSpPr>
        <p:spPr>
          <a:xfrm>
            <a:off x="25336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29527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text-14"/>
          <p:cNvSpPr>
            <a:spLocks noGrp="1"/>
          </p:cNvSpPr>
          <p:nvPr/>
        </p:nvSpPr>
        <p:spPr>
          <a:xfrm>
            <a:off x="29527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33718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text-16"/>
          <p:cNvSpPr>
            <a:spLocks noGrp="1"/>
          </p:cNvSpPr>
          <p:nvPr/>
        </p:nvSpPr>
        <p:spPr>
          <a:xfrm>
            <a:off x="33718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3790950" y="21431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text-18"/>
          <p:cNvSpPr>
            <a:spLocks noGrp="1"/>
          </p:cNvSpPr>
          <p:nvPr/>
        </p:nvSpPr>
        <p:spPr>
          <a:xfrm>
            <a:off x="37909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572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text-20"/>
          <p:cNvSpPr>
            <a:spLocks noGrp="1"/>
          </p:cNvSpPr>
          <p:nvPr/>
        </p:nvSpPr>
        <p:spPr>
          <a:xfrm>
            <a:off x="8572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276350" y="25622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text-22"/>
          <p:cNvSpPr>
            <a:spLocks noGrp="1"/>
          </p:cNvSpPr>
          <p:nvPr/>
        </p:nvSpPr>
        <p:spPr>
          <a:xfrm>
            <a:off x="12763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695450" y="25622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text-24"/>
          <p:cNvSpPr>
            <a:spLocks noGrp="1"/>
          </p:cNvSpPr>
          <p:nvPr/>
        </p:nvSpPr>
        <p:spPr>
          <a:xfrm>
            <a:off x="16954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21145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text-26"/>
          <p:cNvSpPr>
            <a:spLocks noGrp="1"/>
          </p:cNvSpPr>
          <p:nvPr/>
        </p:nvSpPr>
        <p:spPr>
          <a:xfrm>
            <a:off x="21145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25336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text-28"/>
          <p:cNvSpPr>
            <a:spLocks noGrp="1"/>
          </p:cNvSpPr>
          <p:nvPr/>
        </p:nvSpPr>
        <p:spPr>
          <a:xfrm>
            <a:off x="25336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29527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text-30"/>
          <p:cNvSpPr>
            <a:spLocks noGrp="1"/>
          </p:cNvSpPr>
          <p:nvPr/>
        </p:nvSpPr>
        <p:spPr>
          <a:xfrm>
            <a:off x="29527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33718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text-32"/>
          <p:cNvSpPr>
            <a:spLocks noGrp="1"/>
          </p:cNvSpPr>
          <p:nvPr/>
        </p:nvSpPr>
        <p:spPr>
          <a:xfrm>
            <a:off x="33718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3790950" y="25622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text-34"/>
          <p:cNvSpPr>
            <a:spLocks noGrp="1"/>
          </p:cNvSpPr>
          <p:nvPr/>
        </p:nvSpPr>
        <p:spPr>
          <a:xfrm>
            <a:off x="37909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857250" y="29813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text-36"/>
          <p:cNvSpPr>
            <a:spLocks noGrp="1"/>
          </p:cNvSpPr>
          <p:nvPr/>
        </p:nvSpPr>
        <p:spPr>
          <a:xfrm>
            <a:off x="8572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1276350" y="29813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text-38"/>
          <p:cNvSpPr>
            <a:spLocks noGrp="1"/>
          </p:cNvSpPr>
          <p:nvPr/>
        </p:nvSpPr>
        <p:spPr>
          <a:xfrm>
            <a:off x="12763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0" name="Rectangle 39"/>
          <p:cNvSpPr>
            <a:spLocks noGrp="1"/>
          </p:cNvSpPr>
          <p:nvPr/>
        </p:nvSpPr>
        <p:spPr>
          <a:xfrm>
            <a:off x="1695450" y="29813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text-40"/>
          <p:cNvSpPr>
            <a:spLocks noGrp="1"/>
          </p:cNvSpPr>
          <p:nvPr/>
        </p:nvSpPr>
        <p:spPr>
          <a:xfrm>
            <a:off x="16954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2" name="Rectangle 41"/>
          <p:cNvSpPr>
            <a:spLocks noGrp="1"/>
          </p:cNvSpPr>
          <p:nvPr/>
        </p:nvSpPr>
        <p:spPr>
          <a:xfrm>
            <a:off x="21145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text-42"/>
          <p:cNvSpPr>
            <a:spLocks noGrp="1"/>
          </p:cNvSpPr>
          <p:nvPr/>
        </p:nvSpPr>
        <p:spPr>
          <a:xfrm>
            <a:off x="21145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4" name="Rectangle 43"/>
          <p:cNvSpPr>
            <a:spLocks noGrp="1"/>
          </p:cNvSpPr>
          <p:nvPr/>
        </p:nvSpPr>
        <p:spPr>
          <a:xfrm>
            <a:off x="25336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text-44"/>
          <p:cNvSpPr>
            <a:spLocks noGrp="1"/>
          </p:cNvSpPr>
          <p:nvPr/>
        </p:nvSpPr>
        <p:spPr>
          <a:xfrm>
            <a:off x="25336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6" name="Rectangle 45"/>
          <p:cNvSpPr>
            <a:spLocks noGrp="1"/>
          </p:cNvSpPr>
          <p:nvPr/>
        </p:nvSpPr>
        <p:spPr>
          <a:xfrm>
            <a:off x="2952750" y="29813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text-46"/>
          <p:cNvSpPr>
            <a:spLocks noGrp="1"/>
          </p:cNvSpPr>
          <p:nvPr/>
        </p:nvSpPr>
        <p:spPr>
          <a:xfrm>
            <a:off x="29527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8" name="Rectangle 47"/>
          <p:cNvSpPr>
            <a:spLocks noGrp="1"/>
          </p:cNvSpPr>
          <p:nvPr/>
        </p:nvSpPr>
        <p:spPr>
          <a:xfrm>
            <a:off x="33718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text-48"/>
          <p:cNvSpPr>
            <a:spLocks noGrp="1"/>
          </p:cNvSpPr>
          <p:nvPr/>
        </p:nvSpPr>
        <p:spPr>
          <a:xfrm>
            <a:off x="33718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0" name="Rectangle 49"/>
          <p:cNvSpPr>
            <a:spLocks noGrp="1"/>
          </p:cNvSpPr>
          <p:nvPr/>
        </p:nvSpPr>
        <p:spPr>
          <a:xfrm>
            <a:off x="37909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text-50"/>
          <p:cNvSpPr>
            <a:spLocks noGrp="1"/>
          </p:cNvSpPr>
          <p:nvPr/>
        </p:nvSpPr>
        <p:spPr>
          <a:xfrm>
            <a:off x="37909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2" name="Rectangle 51"/>
          <p:cNvSpPr>
            <a:spLocks noGrp="1"/>
          </p:cNvSpPr>
          <p:nvPr/>
        </p:nvSpPr>
        <p:spPr>
          <a:xfrm>
            <a:off x="857250" y="34004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text-52"/>
          <p:cNvSpPr>
            <a:spLocks noGrp="1"/>
          </p:cNvSpPr>
          <p:nvPr/>
        </p:nvSpPr>
        <p:spPr>
          <a:xfrm>
            <a:off x="8572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4" name="Rectangle 53"/>
          <p:cNvSpPr>
            <a:spLocks noGrp="1"/>
          </p:cNvSpPr>
          <p:nvPr/>
        </p:nvSpPr>
        <p:spPr>
          <a:xfrm>
            <a:off x="1276350" y="34004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text-54"/>
          <p:cNvSpPr>
            <a:spLocks noGrp="1"/>
          </p:cNvSpPr>
          <p:nvPr/>
        </p:nvSpPr>
        <p:spPr>
          <a:xfrm>
            <a:off x="12763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6" name="Rectangle 55"/>
          <p:cNvSpPr>
            <a:spLocks noGrp="1"/>
          </p:cNvSpPr>
          <p:nvPr/>
        </p:nvSpPr>
        <p:spPr>
          <a:xfrm>
            <a:off x="1695450" y="34004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text-56"/>
          <p:cNvSpPr>
            <a:spLocks noGrp="1"/>
          </p:cNvSpPr>
          <p:nvPr/>
        </p:nvSpPr>
        <p:spPr>
          <a:xfrm>
            <a:off x="16954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8" name="Rectangle 57"/>
          <p:cNvSpPr>
            <a:spLocks noGrp="1"/>
          </p:cNvSpPr>
          <p:nvPr/>
        </p:nvSpPr>
        <p:spPr>
          <a:xfrm>
            <a:off x="2114550" y="34004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text-58"/>
          <p:cNvSpPr>
            <a:spLocks noGrp="1"/>
          </p:cNvSpPr>
          <p:nvPr/>
        </p:nvSpPr>
        <p:spPr>
          <a:xfrm>
            <a:off x="21145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0" name="Rectangle 59"/>
          <p:cNvSpPr>
            <a:spLocks noGrp="1"/>
          </p:cNvSpPr>
          <p:nvPr/>
        </p:nvSpPr>
        <p:spPr>
          <a:xfrm>
            <a:off x="2533650" y="34004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text-60"/>
          <p:cNvSpPr>
            <a:spLocks noGrp="1"/>
          </p:cNvSpPr>
          <p:nvPr/>
        </p:nvSpPr>
        <p:spPr>
          <a:xfrm>
            <a:off x="25336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2" name="Rectangle 61"/>
          <p:cNvSpPr>
            <a:spLocks noGrp="1"/>
          </p:cNvSpPr>
          <p:nvPr/>
        </p:nvSpPr>
        <p:spPr>
          <a:xfrm>
            <a:off x="2952750" y="34004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text-62"/>
          <p:cNvSpPr>
            <a:spLocks noGrp="1"/>
          </p:cNvSpPr>
          <p:nvPr/>
        </p:nvSpPr>
        <p:spPr>
          <a:xfrm>
            <a:off x="29527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4" name="Rectangle 63"/>
          <p:cNvSpPr>
            <a:spLocks noGrp="1"/>
          </p:cNvSpPr>
          <p:nvPr/>
        </p:nvSpPr>
        <p:spPr>
          <a:xfrm>
            <a:off x="3371850" y="34004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text-64"/>
          <p:cNvSpPr>
            <a:spLocks noGrp="1"/>
          </p:cNvSpPr>
          <p:nvPr/>
        </p:nvSpPr>
        <p:spPr>
          <a:xfrm>
            <a:off x="33718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6" name="Rectangle 65"/>
          <p:cNvSpPr>
            <a:spLocks noGrp="1"/>
          </p:cNvSpPr>
          <p:nvPr/>
        </p:nvSpPr>
        <p:spPr>
          <a:xfrm>
            <a:off x="3790950" y="34004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text-66"/>
          <p:cNvSpPr>
            <a:spLocks noGrp="1"/>
          </p:cNvSpPr>
          <p:nvPr/>
        </p:nvSpPr>
        <p:spPr>
          <a:xfrm>
            <a:off x="37909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8" name="Rectangle 67"/>
          <p:cNvSpPr>
            <a:spLocks noGrp="1"/>
          </p:cNvSpPr>
          <p:nvPr/>
        </p:nvSpPr>
        <p:spPr>
          <a:xfrm>
            <a:off x="8572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text-68"/>
          <p:cNvSpPr>
            <a:spLocks noGrp="1"/>
          </p:cNvSpPr>
          <p:nvPr/>
        </p:nvSpPr>
        <p:spPr>
          <a:xfrm>
            <a:off x="8572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0" name="Rectangle 69"/>
          <p:cNvSpPr>
            <a:spLocks noGrp="1"/>
          </p:cNvSpPr>
          <p:nvPr/>
        </p:nvSpPr>
        <p:spPr>
          <a:xfrm>
            <a:off x="1276350" y="38195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text-70"/>
          <p:cNvSpPr>
            <a:spLocks noGrp="1"/>
          </p:cNvSpPr>
          <p:nvPr/>
        </p:nvSpPr>
        <p:spPr>
          <a:xfrm>
            <a:off x="12763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2" name="Rectangle 71"/>
          <p:cNvSpPr>
            <a:spLocks noGrp="1"/>
          </p:cNvSpPr>
          <p:nvPr/>
        </p:nvSpPr>
        <p:spPr>
          <a:xfrm>
            <a:off x="1695450" y="38195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text-72"/>
          <p:cNvSpPr>
            <a:spLocks noGrp="1"/>
          </p:cNvSpPr>
          <p:nvPr/>
        </p:nvSpPr>
        <p:spPr>
          <a:xfrm>
            <a:off x="16954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4" name="Rectangle 73"/>
          <p:cNvSpPr>
            <a:spLocks noGrp="1"/>
          </p:cNvSpPr>
          <p:nvPr/>
        </p:nvSpPr>
        <p:spPr>
          <a:xfrm>
            <a:off x="2114550" y="38195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text-74"/>
          <p:cNvSpPr>
            <a:spLocks noGrp="1"/>
          </p:cNvSpPr>
          <p:nvPr/>
        </p:nvSpPr>
        <p:spPr>
          <a:xfrm>
            <a:off x="21145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6" name="Rectangle 75"/>
          <p:cNvSpPr>
            <a:spLocks noGrp="1"/>
          </p:cNvSpPr>
          <p:nvPr/>
        </p:nvSpPr>
        <p:spPr>
          <a:xfrm>
            <a:off x="2533650" y="38195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text-76"/>
          <p:cNvSpPr>
            <a:spLocks noGrp="1"/>
          </p:cNvSpPr>
          <p:nvPr/>
        </p:nvSpPr>
        <p:spPr>
          <a:xfrm>
            <a:off x="25336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8" name="Rectangle 77"/>
          <p:cNvSpPr>
            <a:spLocks noGrp="1"/>
          </p:cNvSpPr>
          <p:nvPr/>
        </p:nvSpPr>
        <p:spPr>
          <a:xfrm>
            <a:off x="29527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text-78"/>
          <p:cNvSpPr>
            <a:spLocks noGrp="1"/>
          </p:cNvSpPr>
          <p:nvPr/>
        </p:nvSpPr>
        <p:spPr>
          <a:xfrm>
            <a:off x="29527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0" name="Rectangle 79"/>
          <p:cNvSpPr>
            <a:spLocks noGrp="1"/>
          </p:cNvSpPr>
          <p:nvPr/>
        </p:nvSpPr>
        <p:spPr>
          <a:xfrm>
            <a:off x="33718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text-80"/>
          <p:cNvSpPr>
            <a:spLocks noGrp="1"/>
          </p:cNvSpPr>
          <p:nvPr/>
        </p:nvSpPr>
        <p:spPr>
          <a:xfrm>
            <a:off x="33718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2" name="Rectangle 81"/>
          <p:cNvSpPr>
            <a:spLocks noGrp="1"/>
          </p:cNvSpPr>
          <p:nvPr/>
        </p:nvSpPr>
        <p:spPr>
          <a:xfrm>
            <a:off x="37909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text-82"/>
          <p:cNvSpPr>
            <a:spLocks noGrp="1"/>
          </p:cNvSpPr>
          <p:nvPr/>
        </p:nvSpPr>
        <p:spPr>
          <a:xfrm>
            <a:off x="37909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4" name="Rectangle 83"/>
          <p:cNvSpPr>
            <a:spLocks noGrp="1"/>
          </p:cNvSpPr>
          <p:nvPr/>
        </p:nvSpPr>
        <p:spPr>
          <a:xfrm>
            <a:off x="857250" y="42386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text-84"/>
          <p:cNvSpPr>
            <a:spLocks noGrp="1"/>
          </p:cNvSpPr>
          <p:nvPr/>
        </p:nvSpPr>
        <p:spPr>
          <a:xfrm>
            <a:off x="8572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6" name="Rectangle 85"/>
          <p:cNvSpPr>
            <a:spLocks noGrp="1"/>
          </p:cNvSpPr>
          <p:nvPr/>
        </p:nvSpPr>
        <p:spPr>
          <a:xfrm>
            <a:off x="1276350" y="42386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text-86"/>
          <p:cNvSpPr>
            <a:spLocks noGrp="1"/>
          </p:cNvSpPr>
          <p:nvPr/>
        </p:nvSpPr>
        <p:spPr>
          <a:xfrm>
            <a:off x="12763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8" name="Rectangle 87"/>
          <p:cNvSpPr>
            <a:spLocks noGrp="1"/>
          </p:cNvSpPr>
          <p:nvPr/>
        </p:nvSpPr>
        <p:spPr>
          <a:xfrm>
            <a:off x="1695450" y="42386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text-88"/>
          <p:cNvSpPr>
            <a:spLocks noGrp="1"/>
          </p:cNvSpPr>
          <p:nvPr/>
        </p:nvSpPr>
        <p:spPr>
          <a:xfrm>
            <a:off x="16954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0" name="Rectangle 89"/>
          <p:cNvSpPr>
            <a:spLocks noGrp="1"/>
          </p:cNvSpPr>
          <p:nvPr/>
        </p:nvSpPr>
        <p:spPr>
          <a:xfrm>
            <a:off x="2114550" y="42386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text-90"/>
          <p:cNvSpPr>
            <a:spLocks noGrp="1"/>
          </p:cNvSpPr>
          <p:nvPr/>
        </p:nvSpPr>
        <p:spPr>
          <a:xfrm>
            <a:off x="21145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2" name="Rectangle 91"/>
          <p:cNvSpPr>
            <a:spLocks noGrp="1"/>
          </p:cNvSpPr>
          <p:nvPr/>
        </p:nvSpPr>
        <p:spPr>
          <a:xfrm>
            <a:off x="2533650" y="42386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text-92"/>
          <p:cNvSpPr>
            <a:spLocks noGrp="1"/>
          </p:cNvSpPr>
          <p:nvPr/>
        </p:nvSpPr>
        <p:spPr>
          <a:xfrm>
            <a:off x="25336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4" name="Rectangle 93"/>
          <p:cNvSpPr>
            <a:spLocks noGrp="1"/>
          </p:cNvSpPr>
          <p:nvPr/>
        </p:nvSpPr>
        <p:spPr>
          <a:xfrm>
            <a:off x="2952750" y="42386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text-94"/>
          <p:cNvSpPr>
            <a:spLocks noGrp="1"/>
          </p:cNvSpPr>
          <p:nvPr/>
        </p:nvSpPr>
        <p:spPr>
          <a:xfrm>
            <a:off x="29527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6" name="Rectangle 95"/>
          <p:cNvSpPr>
            <a:spLocks noGrp="1"/>
          </p:cNvSpPr>
          <p:nvPr/>
        </p:nvSpPr>
        <p:spPr>
          <a:xfrm>
            <a:off x="3371850" y="42386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text-96"/>
          <p:cNvSpPr>
            <a:spLocks noGrp="1"/>
          </p:cNvSpPr>
          <p:nvPr/>
        </p:nvSpPr>
        <p:spPr>
          <a:xfrm>
            <a:off x="33718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8" name="Rectangle 97"/>
          <p:cNvSpPr>
            <a:spLocks noGrp="1"/>
          </p:cNvSpPr>
          <p:nvPr/>
        </p:nvSpPr>
        <p:spPr>
          <a:xfrm>
            <a:off x="3790950" y="42386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text-98"/>
          <p:cNvSpPr>
            <a:spLocks noGrp="1"/>
          </p:cNvSpPr>
          <p:nvPr/>
        </p:nvSpPr>
        <p:spPr>
          <a:xfrm>
            <a:off x="37909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0" name="Rectangle 99"/>
          <p:cNvSpPr>
            <a:spLocks noGrp="1"/>
          </p:cNvSpPr>
          <p:nvPr/>
        </p:nvSpPr>
        <p:spPr>
          <a:xfrm>
            <a:off x="8572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text-100"/>
          <p:cNvSpPr>
            <a:spLocks noGrp="1"/>
          </p:cNvSpPr>
          <p:nvPr/>
        </p:nvSpPr>
        <p:spPr>
          <a:xfrm>
            <a:off x="8572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2" name="Rectangle 101"/>
          <p:cNvSpPr>
            <a:spLocks noGrp="1"/>
          </p:cNvSpPr>
          <p:nvPr/>
        </p:nvSpPr>
        <p:spPr>
          <a:xfrm>
            <a:off x="12763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text-102"/>
          <p:cNvSpPr>
            <a:spLocks noGrp="1"/>
          </p:cNvSpPr>
          <p:nvPr/>
        </p:nvSpPr>
        <p:spPr>
          <a:xfrm>
            <a:off x="12763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4" name="Rectangle 103"/>
          <p:cNvSpPr>
            <a:spLocks noGrp="1"/>
          </p:cNvSpPr>
          <p:nvPr/>
        </p:nvSpPr>
        <p:spPr>
          <a:xfrm>
            <a:off x="16954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text-104"/>
          <p:cNvSpPr>
            <a:spLocks noGrp="1"/>
          </p:cNvSpPr>
          <p:nvPr/>
        </p:nvSpPr>
        <p:spPr>
          <a:xfrm>
            <a:off x="16954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6" name="Rectangle 105"/>
          <p:cNvSpPr>
            <a:spLocks noGrp="1"/>
          </p:cNvSpPr>
          <p:nvPr/>
        </p:nvSpPr>
        <p:spPr>
          <a:xfrm>
            <a:off x="2114550" y="46577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text-106"/>
          <p:cNvSpPr>
            <a:spLocks noGrp="1"/>
          </p:cNvSpPr>
          <p:nvPr/>
        </p:nvSpPr>
        <p:spPr>
          <a:xfrm>
            <a:off x="21145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8" name="Rectangle 107"/>
          <p:cNvSpPr>
            <a:spLocks noGrp="1"/>
          </p:cNvSpPr>
          <p:nvPr/>
        </p:nvSpPr>
        <p:spPr>
          <a:xfrm>
            <a:off x="2533650" y="46577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text-108"/>
          <p:cNvSpPr>
            <a:spLocks noGrp="1"/>
          </p:cNvSpPr>
          <p:nvPr/>
        </p:nvSpPr>
        <p:spPr>
          <a:xfrm>
            <a:off x="25336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0" name="Rectangle 109"/>
          <p:cNvSpPr>
            <a:spLocks noGrp="1"/>
          </p:cNvSpPr>
          <p:nvPr/>
        </p:nvSpPr>
        <p:spPr>
          <a:xfrm>
            <a:off x="2952750" y="46577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text-110"/>
          <p:cNvSpPr>
            <a:spLocks noGrp="1"/>
          </p:cNvSpPr>
          <p:nvPr/>
        </p:nvSpPr>
        <p:spPr>
          <a:xfrm>
            <a:off x="29527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2" name="Rectangle 111"/>
          <p:cNvSpPr>
            <a:spLocks noGrp="1"/>
          </p:cNvSpPr>
          <p:nvPr/>
        </p:nvSpPr>
        <p:spPr>
          <a:xfrm>
            <a:off x="3371850" y="46577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text-112"/>
          <p:cNvSpPr>
            <a:spLocks noGrp="1"/>
          </p:cNvSpPr>
          <p:nvPr/>
        </p:nvSpPr>
        <p:spPr>
          <a:xfrm>
            <a:off x="33718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4" name="Rectangle 113"/>
          <p:cNvSpPr>
            <a:spLocks noGrp="1"/>
          </p:cNvSpPr>
          <p:nvPr/>
        </p:nvSpPr>
        <p:spPr>
          <a:xfrm>
            <a:off x="37909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text-114"/>
          <p:cNvSpPr>
            <a:spLocks noGrp="1"/>
          </p:cNvSpPr>
          <p:nvPr/>
        </p:nvSpPr>
        <p:spPr>
          <a:xfrm>
            <a:off x="37909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6" name="Rectangle 115"/>
          <p:cNvSpPr>
            <a:spLocks noGrp="1"/>
          </p:cNvSpPr>
          <p:nvPr/>
        </p:nvSpPr>
        <p:spPr>
          <a:xfrm>
            <a:off x="8572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text-116"/>
          <p:cNvSpPr>
            <a:spLocks noGrp="1"/>
          </p:cNvSpPr>
          <p:nvPr/>
        </p:nvSpPr>
        <p:spPr>
          <a:xfrm>
            <a:off x="8572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8" name="Rectangle 117"/>
          <p:cNvSpPr>
            <a:spLocks noGrp="1"/>
          </p:cNvSpPr>
          <p:nvPr/>
        </p:nvSpPr>
        <p:spPr>
          <a:xfrm>
            <a:off x="12763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text-118"/>
          <p:cNvSpPr>
            <a:spLocks noGrp="1"/>
          </p:cNvSpPr>
          <p:nvPr/>
        </p:nvSpPr>
        <p:spPr>
          <a:xfrm>
            <a:off x="12763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0" name="Rectangle 119"/>
          <p:cNvSpPr>
            <a:spLocks noGrp="1"/>
          </p:cNvSpPr>
          <p:nvPr/>
        </p:nvSpPr>
        <p:spPr>
          <a:xfrm>
            <a:off x="16954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text-120"/>
          <p:cNvSpPr>
            <a:spLocks noGrp="1"/>
          </p:cNvSpPr>
          <p:nvPr/>
        </p:nvSpPr>
        <p:spPr>
          <a:xfrm>
            <a:off x="16954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2" name="Rectangle 121"/>
          <p:cNvSpPr>
            <a:spLocks noGrp="1"/>
          </p:cNvSpPr>
          <p:nvPr/>
        </p:nvSpPr>
        <p:spPr>
          <a:xfrm>
            <a:off x="21145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text-122"/>
          <p:cNvSpPr>
            <a:spLocks noGrp="1"/>
          </p:cNvSpPr>
          <p:nvPr/>
        </p:nvSpPr>
        <p:spPr>
          <a:xfrm>
            <a:off x="21145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4" name="Rectangle 123"/>
          <p:cNvSpPr>
            <a:spLocks noGrp="1"/>
          </p:cNvSpPr>
          <p:nvPr/>
        </p:nvSpPr>
        <p:spPr>
          <a:xfrm>
            <a:off x="25336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text-124"/>
          <p:cNvSpPr>
            <a:spLocks noGrp="1"/>
          </p:cNvSpPr>
          <p:nvPr/>
        </p:nvSpPr>
        <p:spPr>
          <a:xfrm>
            <a:off x="25336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6" name="Rectangle 125"/>
          <p:cNvSpPr>
            <a:spLocks noGrp="1"/>
          </p:cNvSpPr>
          <p:nvPr/>
        </p:nvSpPr>
        <p:spPr>
          <a:xfrm>
            <a:off x="29527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text-126"/>
          <p:cNvSpPr>
            <a:spLocks noGrp="1"/>
          </p:cNvSpPr>
          <p:nvPr/>
        </p:nvSpPr>
        <p:spPr>
          <a:xfrm>
            <a:off x="29527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8" name="Rectangle 127"/>
          <p:cNvSpPr>
            <a:spLocks noGrp="1"/>
          </p:cNvSpPr>
          <p:nvPr/>
        </p:nvSpPr>
        <p:spPr>
          <a:xfrm>
            <a:off x="33718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text-128"/>
          <p:cNvSpPr>
            <a:spLocks noGrp="1"/>
          </p:cNvSpPr>
          <p:nvPr/>
        </p:nvSpPr>
        <p:spPr>
          <a:xfrm>
            <a:off x="33718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0" name="Rectangle 129"/>
          <p:cNvSpPr>
            <a:spLocks noGrp="1"/>
          </p:cNvSpPr>
          <p:nvPr/>
        </p:nvSpPr>
        <p:spPr>
          <a:xfrm>
            <a:off x="37909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text-130"/>
          <p:cNvSpPr>
            <a:spLocks noGrp="1"/>
          </p:cNvSpPr>
          <p:nvPr/>
        </p:nvSpPr>
        <p:spPr>
          <a:xfrm>
            <a:off x="37909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2" name="Rectangle 131"/>
          <p:cNvSpPr>
            <a:spLocks noGrp="1"/>
          </p:cNvSpPr>
          <p:nvPr/>
        </p:nvSpPr>
        <p:spPr>
          <a:xfrm>
            <a:off x="857250" y="3400425"/>
            <a:ext cx="3352800" cy="4191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133" name="text-132"/>
          <p:cNvSpPr>
            <a:spLocks noGrp="1"/>
          </p:cNvSpPr>
          <p:nvPr/>
        </p:nvSpPr>
        <p:spPr>
          <a:xfrm>
            <a:off x="857250" y="1619250"/>
            <a:ext cx="3905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颜色编号</a:t>
            </a:r>
            <a:endParaRPr sz="24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4" name="text-133"/>
          <p:cNvSpPr>
            <a:spLocks noGrp="1"/>
          </p:cNvSpPr>
          <p:nvPr/>
        </p:nvSpPr>
        <p:spPr>
          <a:xfrm>
            <a:off x="857250" y="5829300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每个像素用几个bit？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" name="Rectangle 26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怎样编码？位深度又是多少？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2763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text-6"/>
          <p:cNvSpPr>
            <a:spLocks noGrp="1"/>
          </p:cNvSpPr>
          <p:nvPr/>
        </p:nvSpPr>
        <p:spPr>
          <a:xfrm>
            <a:off x="12763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6954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text-8"/>
          <p:cNvSpPr>
            <a:spLocks noGrp="1"/>
          </p:cNvSpPr>
          <p:nvPr/>
        </p:nvSpPr>
        <p:spPr>
          <a:xfrm>
            <a:off x="16954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1145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text-10"/>
          <p:cNvSpPr>
            <a:spLocks noGrp="1"/>
          </p:cNvSpPr>
          <p:nvPr/>
        </p:nvSpPr>
        <p:spPr>
          <a:xfrm>
            <a:off x="21145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25336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text-12"/>
          <p:cNvSpPr>
            <a:spLocks noGrp="1"/>
          </p:cNvSpPr>
          <p:nvPr/>
        </p:nvSpPr>
        <p:spPr>
          <a:xfrm>
            <a:off x="25336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29527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text-14"/>
          <p:cNvSpPr>
            <a:spLocks noGrp="1"/>
          </p:cNvSpPr>
          <p:nvPr/>
        </p:nvSpPr>
        <p:spPr>
          <a:xfrm>
            <a:off x="29527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33718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text-16"/>
          <p:cNvSpPr>
            <a:spLocks noGrp="1"/>
          </p:cNvSpPr>
          <p:nvPr/>
        </p:nvSpPr>
        <p:spPr>
          <a:xfrm>
            <a:off x="33718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3790950" y="21431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text-18"/>
          <p:cNvSpPr>
            <a:spLocks noGrp="1"/>
          </p:cNvSpPr>
          <p:nvPr/>
        </p:nvSpPr>
        <p:spPr>
          <a:xfrm>
            <a:off x="37909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572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text-20"/>
          <p:cNvSpPr>
            <a:spLocks noGrp="1"/>
          </p:cNvSpPr>
          <p:nvPr/>
        </p:nvSpPr>
        <p:spPr>
          <a:xfrm>
            <a:off x="8572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276350" y="25622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text-22"/>
          <p:cNvSpPr>
            <a:spLocks noGrp="1"/>
          </p:cNvSpPr>
          <p:nvPr/>
        </p:nvSpPr>
        <p:spPr>
          <a:xfrm>
            <a:off x="12763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695450" y="25622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text-24"/>
          <p:cNvSpPr>
            <a:spLocks noGrp="1"/>
          </p:cNvSpPr>
          <p:nvPr/>
        </p:nvSpPr>
        <p:spPr>
          <a:xfrm>
            <a:off x="16954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21145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text-26"/>
          <p:cNvSpPr>
            <a:spLocks noGrp="1"/>
          </p:cNvSpPr>
          <p:nvPr/>
        </p:nvSpPr>
        <p:spPr>
          <a:xfrm>
            <a:off x="21145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25336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text-28"/>
          <p:cNvSpPr>
            <a:spLocks noGrp="1"/>
          </p:cNvSpPr>
          <p:nvPr/>
        </p:nvSpPr>
        <p:spPr>
          <a:xfrm>
            <a:off x="25336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29527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text-30"/>
          <p:cNvSpPr>
            <a:spLocks noGrp="1"/>
          </p:cNvSpPr>
          <p:nvPr/>
        </p:nvSpPr>
        <p:spPr>
          <a:xfrm>
            <a:off x="29527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33718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text-32"/>
          <p:cNvSpPr>
            <a:spLocks noGrp="1"/>
          </p:cNvSpPr>
          <p:nvPr/>
        </p:nvSpPr>
        <p:spPr>
          <a:xfrm>
            <a:off x="33718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3790950" y="25622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text-34"/>
          <p:cNvSpPr>
            <a:spLocks noGrp="1"/>
          </p:cNvSpPr>
          <p:nvPr/>
        </p:nvSpPr>
        <p:spPr>
          <a:xfrm>
            <a:off x="37909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857250" y="29813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text-36"/>
          <p:cNvSpPr>
            <a:spLocks noGrp="1"/>
          </p:cNvSpPr>
          <p:nvPr/>
        </p:nvSpPr>
        <p:spPr>
          <a:xfrm>
            <a:off x="8572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1276350" y="29813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text-38"/>
          <p:cNvSpPr>
            <a:spLocks noGrp="1"/>
          </p:cNvSpPr>
          <p:nvPr/>
        </p:nvSpPr>
        <p:spPr>
          <a:xfrm>
            <a:off x="12763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0" name="Rectangle 39"/>
          <p:cNvSpPr>
            <a:spLocks noGrp="1"/>
          </p:cNvSpPr>
          <p:nvPr/>
        </p:nvSpPr>
        <p:spPr>
          <a:xfrm>
            <a:off x="1695450" y="29813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text-40"/>
          <p:cNvSpPr>
            <a:spLocks noGrp="1"/>
          </p:cNvSpPr>
          <p:nvPr/>
        </p:nvSpPr>
        <p:spPr>
          <a:xfrm>
            <a:off x="16954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2" name="Rectangle 41"/>
          <p:cNvSpPr>
            <a:spLocks noGrp="1"/>
          </p:cNvSpPr>
          <p:nvPr/>
        </p:nvSpPr>
        <p:spPr>
          <a:xfrm>
            <a:off x="21145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text-42"/>
          <p:cNvSpPr>
            <a:spLocks noGrp="1"/>
          </p:cNvSpPr>
          <p:nvPr/>
        </p:nvSpPr>
        <p:spPr>
          <a:xfrm>
            <a:off x="21145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4" name="Rectangle 43"/>
          <p:cNvSpPr>
            <a:spLocks noGrp="1"/>
          </p:cNvSpPr>
          <p:nvPr/>
        </p:nvSpPr>
        <p:spPr>
          <a:xfrm>
            <a:off x="25336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text-44"/>
          <p:cNvSpPr>
            <a:spLocks noGrp="1"/>
          </p:cNvSpPr>
          <p:nvPr/>
        </p:nvSpPr>
        <p:spPr>
          <a:xfrm>
            <a:off x="25336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6" name="Rectangle 45"/>
          <p:cNvSpPr>
            <a:spLocks noGrp="1"/>
          </p:cNvSpPr>
          <p:nvPr/>
        </p:nvSpPr>
        <p:spPr>
          <a:xfrm>
            <a:off x="2952750" y="29813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text-46"/>
          <p:cNvSpPr>
            <a:spLocks noGrp="1"/>
          </p:cNvSpPr>
          <p:nvPr/>
        </p:nvSpPr>
        <p:spPr>
          <a:xfrm>
            <a:off x="29527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8" name="Rectangle 47"/>
          <p:cNvSpPr>
            <a:spLocks noGrp="1"/>
          </p:cNvSpPr>
          <p:nvPr/>
        </p:nvSpPr>
        <p:spPr>
          <a:xfrm>
            <a:off x="33718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text-48"/>
          <p:cNvSpPr>
            <a:spLocks noGrp="1"/>
          </p:cNvSpPr>
          <p:nvPr/>
        </p:nvSpPr>
        <p:spPr>
          <a:xfrm>
            <a:off x="33718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0" name="Rectangle 49"/>
          <p:cNvSpPr>
            <a:spLocks noGrp="1"/>
          </p:cNvSpPr>
          <p:nvPr/>
        </p:nvSpPr>
        <p:spPr>
          <a:xfrm>
            <a:off x="37909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text-50"/>
          <p:cNvSpPr>
            <a:spLocks noGrp="1"/>
          </p:cNvSpPr>
          <p:nvPr/>
        </p:nvSpPr>
        <p:spPr>
          <a:xfrm>
            <a:off x="37909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2" name="Rectangle 51"/>
          <p:cNvSpPr>
            <a:spLocks noGrp="1"/>
          </p:cNvSpPr>
          <p:nvPr/>
        </p:nvSpPr>
        <p:spPr>
          <a:xfrm>
            <a:off x="857250" y="34004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text-52"/>
          <p:cNvSpPr>
            <a:spLocks noGrp="1"/>
          </p:cNvSpPr>
          <p:nvPr/>
        </p:nvSpPr>
        <p:spPr>
          <a:xfrm>
            <a:off x="8572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4" name="Rectangle 53"/>
          <p:cNvSpPr>
            <a:spLocks noGrp="1"/>
          </p:cNvSpPr>
          <p:nvPr/>
        </p:nvSpPr>
        <p:spPr>
          <a:xfrm>
            <a:off x="1276350" y="34004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text-54"/>
          <p:cNvSpPr>
            <a:spLocks noGrp="1"/>
          </p:cNvSpPr>
          <p:nvPr/>
        </p:nvSpPr>
        <p:spPr>
          <a:xfrm>
            <a:off x="12763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6" name="Rectangle 55"/>
          <p:cNvSpPr>
            <a:spLocks noGrp="1"/>
          </p:cNvSpPr>
          <p:nvPr/>
        </p:nvSpPr>
        <p:spPr>
          <a:xfrm>
            <a:off x="1695450" y="34004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text-56"/>
          <p:cNvSpPr>
            <a:spLocks noGrp="1"/>
          </p:cNvSpPr>
          <p:nvPr/>
        </p:nvSpPr>
        <p:spPr>
          <a:xfrm>
            <a:off x="16954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8" name="Rectangle 57"/>
          <p:cNvSpPr>
            <a:spLocks noGrp="1"/>
          </p:cNvSpPr>
          <p:nvPr/>
        </p:nvSpPr>
        <p:spPr>
          <a:xfrm>
            <a:off x="2114550" y="34004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text-58"/>
          <p:cNvSpPr>
            <a:spLocks noGrp="1"/>
          </p:cNvSpPr>
          <p:nvPr/>
        </p:nvSpPr>
        <p:spPr>
          <a:xfrm>
            <a:off x="21145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0" name="Rectangle 59"/>
          <p:cNvSpPr>
            <a:spLocks noGrp="1"/>
          </p:cNvSpPr>
          <p:nvPr/>
        </p:nvSpPr>
        <p:spPr>
          <a:xfrm>
            <a:off x="2533650" y="34004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text-60"/>
          <p:cNvSpPr>
            <a:spLocks noGrp="1"/>
          </p:cNvSpPr>
          <p:nvPr/>
        </p:nvSpPr>
        <p:spPr>
          <a:xfrm>
            <a:off x="25336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2" name="Rectangle 61"/>
          <p:cNvSpPr>
            <a:spLocks noGrp="1"/>
          </p:cNvSpPr>
          <p:nvPr/>
        </p:nvSpPr>
        <p:spPr>
          <a:xfrm>
            <a:off x="2952750" y="34004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text-62"/>
          <p:cNvSpPr>
            <a:spLocks noGrp="1"/>
          </p:cNvSpPr>
          <p:nvPr/>
        </p:nvSpPr>
        <p:spPr>
          <a:xfrm>
            <a:off x="29527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4" name="Rectangle 63"/>
          <p:cNvSpPr>
            <a:spLocks noGrp="1"/>
          </p:cNvSpPr>
          <p:nvPr/>
        </p:nvSpPr>
        <p:spPr>
          <a:xfrm>
            <a:off x="3371850" y="34004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text-64"/>
          <p:cNvSpPr>
            <a:spLocks noGrp="1"/>
          </p:cNvSpPr>
          <p:nvPr/>
        </p:nvSpPr>
        <p:spPr>
          <a:xfrm>
            <a:off x="33718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6" name="Rectangle 65"/>
          <p:cNvSpPr>
            <a:spLocks noGrp="1"/>
          </p:cNvSpPr>
          <p:nvPr/>
        </p:nvSpPr>
        <p:spPr>
          <a:xfrm>
            <a:off x="3790950" y="34004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text-66"/>
          <p:cNvSpPr>
            <a:spLocks noGrp="1"/>
          </p:cNvSpPr>
          <p:nvPr/>
        </p:nvSpPr>
        <p:spPr>
          <a:xfrm>
            <a:off x="37909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8" name="Rectangle 67"/>
          <p:cNvSpPr>
            <a:spLocks noGrp="1"/>
          </p:cNvSpPr>
          <p:nvPr/>
        </p:nvSpPr>
        <p:spPr>
          <a:xfrm>
            <a:off x="8572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text-68"/>
          <p:cNvSpPr>
            <a:spLocks noGrp="1"/>
          </p:cNvSpPr>
          <p:nvPr/>
        </p:nvSpPr>
        <p:spPr>
          <a:xfrm>
            <a:off x="8572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0" name="Rectangle 69"/>
          <p:cNvSpPr>
            <a:spLocks noGrp="1"/>
          </p:cNvSpPr>
          <p:nvPr/>
        </p:nvSpPr>
        <p:spPr>
          <a:xfrm>
            <a:off x="1276350" y="38195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text-70"/>
          <p:cNvSpPr>
            <a:spLocks noGrp="1"/>
          </p:cNvSpPr>
          <p:nvPr/>
        </p:nvSpPr>
        <p:spPr>
          <a:xfrm>
            <a:off x="12763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2" name="Rectangle 71"/>
          <p:cNvSpPr>
            <a:spLocks noGrp="1"/>
          </p:cNvSpPr>
          <p:nvPr/>
        </p:nvSpPr>
        <p:spPr>
          <a:xfrm>
            <a:off x="1695450" y="38195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text-72"/>
          <p:cNvSpPr>
            <a:spLocks noGrp="1"/>
          </p:cNvSpPr>
          <p:nvPr/>
        </p:nvSpPr>
        <p:spPr>
          <a:xfrm>
            <a:off x="16954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4" name="Rectangle 73"/>
          <p:cNvSpPr>
            <a:spLocks noGrp="1"/>
          </p:cNvSpPr>
          <p:nvPr/>
        </p:nvSpPr>
        <p:spPr>
          <a:xfrm>
            <a:off x="2114550" y="38195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text-74"/>
          <p:cNvSpPr>
            <a:spLocks noGrp="1"/>
          </p:cNvSpPr>
          <p:nvPr/>
        </p:nvSpPr>
        <p:spPr>
          <a:xfrm>
            <a:off x="21145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6" name="Rectangle 75"/>
          <p:cNvSpPr>
            <a:spLocks noGrp="1"/>
          </p:cNvSpPr>
          <p:nvPr/>
        </p:nvSpPr>
        <p:spPr>
          <a:xfrm>
            <a:off x="2533650" y="38195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text-76"/>
          <p:cNvSpPr>
            <a:spLocks noGrp="1"/>
          </p:cNvSpPr>
          <p:nvPr/>
        </p:nvSpPr>
        <p:spPr>
          <a:xfrm>
            <a:off x="25336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8" name="Rectangle 77"/>
          <p:cNvSpPr>
            <a:spLocks noGrp="1"/>
          </p:cNvSpPr>
          <p:nvPr/>
        </p:nvSpPr>
        <p:spPr>
          <a:xfrm>
            <a:off x="29527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text-78"/>
          <p:cNvSpPr>
            <a:spLocks noGrp="1"/>
          </p:cNvSpPr>
          <p:nvPr/>
        </p:nvSpPr>
        <p:spPr>
          <a:xfrm>
            <a:off x="29527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0" name="Rectangle 79"/>
          <p:cNvSpPr>
            <a:spLocks noGrp="1"/>
          </p:cNvSpPr>
          <p:nvPr/>
        </p:nvSpPr>
        <p:spPr>
          <a:xfrm>
            <a:off x="33718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text-80"/>
          <p:cNvSpPr>
            <a:spLocks noGrp="1"/>
          </p:cNvSpPr>
          <p:nvPr/>
        </p:nvSpPr>
        <p:spPr>
          <a:xfrm>
            <a:off x="33718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2" name="Rectangle 81"/>
          <p:cNvSpPr>
            <a:spLocks noGrp="1"/>
          </p:cNvSpPr>
          <p:nvPr/>
        </p:nvSpPr>
        <p:spPr>
          <a:xfrm>
            <a:off x="37909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text-82"/>
          <p:cNvSpPr>
            <a:spLocks noGrp="1"/>
          </p:cNvSpPr>
          <p:nvPr/>
        </p:nvSpPr>
        <p:spPr>
          <a:xfrm>
            <a:off x="37909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4" name="Rectangle 83"/>
          <p:cNvSpPr>
            <a:spLocks noGrp="1"/>
          </p:cNvSpPr>
          <p:nvPr/>
        </p:nvSpPr>
        <p:spPr>
          <a:xfrm>
            <a:off x="857250" y="42386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text-84"/>
          <p:cNvSpPr>
            <a:spLocks noGrp="1"/>
          </p:cNvSpPr>
          <p:nvPr/>
        </p:nvSpPr>
        <p:spPr>
          <a:xfrm>
            <a:off x="8572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6" name="Rectangle 85"/>
          <p:cNvSpPr>
            <a:spLocks noGrp="1"/>
          </p:cNvSpPr>
          <p:nvPr/>
        </p:nvSpPr>
        <p:spPr>
          <a:xfrm>
            <a:off x="1276350" y="42386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text-86"/>
          <p:cNvSpPr>
            <a:spLocks noGrp="1"/>
          </p:cNvSpPr>
          <p:nvPr/>
        </p:nvSpPr>
        <p:spPr>
          <a:xfrm>
            <a:off x="12763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8" name="Rectangle 87"/>
          <p:cNvSpPr>
            <a:spLocks noGrp="1"/>
          </p:cNvSpPr>
          <p:nvPr/>
        </p:nvSpPr>
        <p:spPr>
          <a:xfrm>
            <a:off x="1695450" y="42386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text-88"/>
          <p:cNvSpPr>
            <a:spLocks noGrp="1"/>
          </p:cNvSpPr>
          <p:nvPr/>
        </p:nvSpPr>
        <p:spPr>
          <a:xfrm>
            <a:off x="16954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0" name="Rectangle 89"/>
          <p:cNvSpPr>
            <a:spLocks noGrp="1"/>
          </p:cNvSpPr>
          <p:nvPr/>
        </p:nvSpPr>
        <p:spPr>
          <a:xfrm>
            <a:off x="2114550" y="42386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text-90"/>
          <p:cNvSpPr>
            <a:spLocks noGrp="1"/>
          </p:cNvSpPr>
          <p:nvPr/>
        </p:nvSpPr>
        <p:spPr>
          <a:xfrm>
            <a:off x="21145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2" name="Rectangle 91"/>
          <p:cNvSpPr>
            <a:spLocks noGrp="1"/>
          </p:cNvSpPr>
          <p:nvPr/>
        </p:nvSpPr>
        <p:spPr>
          <a:xfrm>
            <a:off x="2533650" y="42386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text-92"/>
          <p:cNvSpPr>
            <a:spLocks noGrp="1"/>
          </p:cNvSpPr>
          <p:nvPr/>
        </p:nvSpPr>
        <p:spPr>
          <a:xfrm>
            <a:off x="25336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4" name="Rectangle 93"/>
          <p:cNvSpPr>
            <a:spLocks noGrp="1"/>
          </p:cNvSpPr>
          <p:nvPr/>
        </p:nvSpPr>
        <p:spPr>
          <a:xfrm>
            <a:off x="2952750" y="42386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text-94"/>
          <p:cNvSpPr>
            <a:spLocks noGrp="1"/>
          </p:cNvSpPr>
          <p:nvPr/>
        </p:nvSpPr>
        <p:spPr>
          <a:xfrm>
            <a:off x="29527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6" name="Rectangle 95"/>
          <p:cNvSpPr>
            <a:spLocks noGrp="1"/>
          </p:cNvSpPr>
          <p:nvPr/>
        </p:nvSpPr>
        <p:spPr>
          <a:xfrm>
            <a:off x="3371850" y="42386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text-96"/>
          <p:cNvSpPr>
            <a:spLocks noGrp="1"/>
          </p:cNvSpPr>
          <p:nvPr/>
        </p:nvSpPr>
        <p:spPr>
          <a:xfrm>
            <a:off x="33718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8" name="Rectangle 97"/>
          <p:cNvSpPr>
            <a:spLocks noGrp="1"/>
          </p:cNvSpPr>
          <p:nvPr/>
        </p:nvSpPr>
        <p:spPr>
          <a:xfrm>
            <a:off x="3790950" y="42386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text-98"/>
          <p:cNvSpPr>
            <a:spLocks noGrp="1"/>
          </p:cNvSpPr>
          <p:nvPr/>
        </p:nvSpPr>
        <p:spPr>
          <a:xfrm>
            <a:off x="37909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0" name="Rectangle 99"/>
          <p:cNvSpPr>
            <a:spLocks noGrp="1"/>
          </p:cNvSpPr>
          <p:nvPr/>
        </p:nvSpPr>
        <p:spPr>
          <a:xfrm>
            <a:off x="8572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text-100"/>
          <p:cNvSpPr>
            <a:spLocks noGrp="1"/>
          </p:cNvSpPr>
          <p:nvPr/>
        </p:nvSpPr>
        <p:spPr>
          <a:xfrm>
            <a:off x="8572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2" name="Rectangle 101"/>
          <p:cNvSpPr>
            <a:spLocks noGrp="1"/>
          </p:cNvSpPr>
          <p:nvPr/>
        </p:nvSpPr>
        <p:spPr>
          <a:xfrm>
            <a:off x="12763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text-102"/>
          <p:cNvSpPr>
            <a:spLocks noGrp="1"/>
          </p:cNvSpPr>
          <p:nvPr/>
        </p:nvSpPr>
        <p:spPr>
          <a:xfrm>
            <a:off x="12763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4" name="Rectangle 103"/>
          <p:cNvSpPr>
            <a:spLocks noGrp="1"/>
          </p:cNvSpPr>
          <p:nvPr/>
        </p:nvSpPr>
        <p:spPr>
          <a:xfrm>
            <a:off x="16954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text-104"/>
          <p:cNvSpPr>
            <a:spLocks noGrp="1"/>
          </p:cNvSpPr>
          <p:nvPr/>
        </p:nvSpPr>
        <p:spPr>
          <a:xfrm>
            <a:off x="16954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6" name="Rectangle 105"/>
          <p:cNvSpPr>
            <a:spLocks noGrp="1"/>
          </p:cNvSpPr>
          <p:nvPr/>
        </p:nvSpPr>
        <p:spPr>
          <a:xfrm>
            <a:off x="2114550" y="46577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text-106"/>
          <p:cNvSpPr>
            <a:spLocks noGrp="1"/>
          </p:cNvSpPr>
          <p:nvPr/>
        </p:nvSpPr>
        <p:spPr>
          <a:xfrm>
            <a:off x="21145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8" name="Rectangle 107"/>
          <p:cNvSpPr>
            <a:spLocks noGrp="1"/>
          </p:cNvSpPr>
          <p:nvPr/>
        </p:nvSpPr>
        <p:spPr>
          <a:xfrm>
            <a:off x="2533650" y="46577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text-108"/>
          <p:cNvSpPr>
            <a:spLocks noGrp="1"/>
          </p:cNvSpPr>
          <p:nvPr/>
        </p:nvSpPr>
        <p:spPr>
          <a:xfrm>
            <a:off x="25336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0" name="Rectangle 109"/>
          <p:cNvSpPr>
            <a:spLocks noGrp="1"/>
          </p:cNvSpPr>
          <p:nvPr/>
        </p:nvSpPr>
        <p:spPr>
          <a:xfrm>
            <a:off x="2952750" y="46577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text-110"/>
          <p:cNvSpPr>
            <a:spLocks noGrp="1"/>
          </p:cNvSpPr>
          <p:nvPr/>
        </p:nvSpPr>
        <p:spPr>
          <a:xfrm>
            <a:off x="29527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2" name="Rectangle 111"/>
          <p:cNvSpPr>
            <a:spLocks noGrp="1"/>
          </p:cNvSpPr>
          <p:nvPr/>
        </p:nvSpPr>
        <p:spPr>
          <a:xfrm>
            <a:off x="3371850" y="46577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text-112"/>
          <p:cNvSpPr>
            <a:spLocks noGrp="1"/>
          </p:cNvSpPr>
          <p:nvPr/>
        </p:nvSpPr>
        <p:spPr>
          <a:xfrm>
            <a:off x="33718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4" name="Rectangle 113"/>
          <p:cNvSpPr>
            <a:spLocks noGrp="1"/>
          </p:cNvSpPr>
          <p:nvPr/>
        </p:nvSpPr>
        <p:spPr>
          <a:xfrm>
            <a:off x="37909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text-114"/>
          <p:cNvSpPr>
            <a:spLocks noGrp="1"/>
          </p:cNvSpPr>
          <p:nvPr/>
        </p:nvSpPr>
        <p:spPr>
          <a:xfrm>
            <a:off x="37909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6" name="Rectangle 115"/>
          <p:cNvSpPr>
            <a:spLocks noGrp="1"/>
          </p:cNvSpPr>
          <p:nvPr/>
        </p:nvSpPr>
        <p:spPr>
          <a:xfrm>
            <a:off x="8572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text-116"/>
          <p:cNvSpPr>
            <a:spLocks noGrp="1"/>
          </p:cNvSpPr>
          <p:nvPr/>
        </p:nvSpPr>
        <p:spPr>
          <a:xfrm>
            <a:off x="8572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8" name="Rectangle 117"/>
          <p:cNvSpPr>
            <a:spLocks noGrp="1"/>
          </p:cNvSpPr>
          <p:nvPr/>
        </p:nvSpPr>
        <p:spPr>
          <a:xfrm>
            <a:off x="12763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text-118"/>
          <p:cNvSpPr>
            <a:spLocks noGrp="1"/>
          </p:cNvSpPr>
          <p:nvPr/>
        </p:nvSpPr>
        <p:spPr>
          <a:xfrm>
            <a:off x="12763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0" name="Rectangle 119"/>
          <p:cNvSpPr>
            <a:spLocks noGrp="1"/>
          </p:cNvSpPr>
          <p:nvPr/>
        </p:nvSpPr>
        <p:spPr>
          <a:xfrm>
            <a:off x="16954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text-120"/>
          <p:cNvSpPr>
            <a:spLocks noGrp="1"/>
          </p:cNvSpPr>
          <p:nvPr/>
        </p:nvSpPr>
        <p:spPr>
          <a:xfrm>
            <a:off x="16954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2" name="Rectangle 121"/>
          <p:cNvSpPr>
            <a:spLocks noGrp="1"/>
          </p:cNvSpPr>
          <p:nvPr/>
        </p:nvSpPr>
        <p:spPr>
          <a:xfrm>
            <a:off x="21145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text-122"/>
          <p:cNvSpPr>
            <a:spLocks noGrp="1"/>
          </p:cNvSpPr>
          <p:nvPr/>
        </p:nvSpPr>
        <p:spPr>
          <a:xfrm>
            <a:off x="21145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4" name="Rectangle 123"/>
          <p:cNvSpPr>
            <a:spLocks noGrp="1"/>
          </p:cNvSpPr>
          <p:nvPr/>
        </p:nvSpPr>
        <p:spPr>
          <a:xfrm>
            <a:off x="25336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text-124"/>
          <p:cNvSpPr>
            <a:spLocks noGrp="1"/>
          </p:cNvSpPr>
          <p:nvPr/>
        </p:nvSpPr>
        <p:spPr>
          <a:xfrm>
            <a:off x="25336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6" name="Rectangle 125"/>
          <p:cNvSpPr>
            <a:spLocks noGrp="1"/>
          </p:cNvSpPr>
          <p:nvPr/>
        </p:nvSpPr>
        <p:spPr>
          <a:xfrm>
            <a:off x="29527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text-126"/>
          <p:cNvSpPr>
            <a:spLocks noGrp="1"/>
          </p:cNvSpPr>
          <p:nvPr/>
        </p:nvSpPr>
        <p:spPr>
          <a:xfrm>
            <a:off x="29527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8" name="Rectangle 127"/>
          <p:cNvSpPr>
            <a:spLocks noGrp="1"/>
          </p:cNvSpPr>
          <p:nvPr/>
        </p:nvSpPr>
        <p:spPr>
          <a:xfrm>
            <a:off x="33718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text-128"/>
          <p:cNvSpPr>
            <a:spLocks noGrp="1"/>
          </p:cNvSpPr>
          <p:nvPr/>
        </p:nvSpPr>
        <p:spPr>
          <a:xfrm>
            <a:off x="33718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0" name="Rectangle 129"/>
          <p:cNvSpPr>
            <a:spLocks noGrp="1"/>
          </p:cNvSpPr>
          <p:nvPr/>
        </p:nvSpPr>
        <p:spPr>
          <a:xfrm>
            <a:off x="37909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text-130"/>
          <p:cNvSpPr>
            <a:spLocks noGrp="1"/>
          </p:cNvSpPr>
          <p:nvPr/>
        </p:nvSpPr>
        <p:spPr>
          <a:xfrm>
            <a:off x="37909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2" name="Rectangle 131"/>
          <p:cNvSpPr>
            <a:spLocks noGrp="1"/>
          </p:cNvSpPr>
          <p:nvPr/>
        </p:nvSpPr>
        <p:spPr>
          <a:xfrm>
            <a:off x="857250" y="3400425"/>
            <a:ext cx="3352800" cy="4191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133" name="text-132"/>
          <p:cNvSpPr>
            <a:spLocks noGrp="1"/>
          </p:cNvSpPr>
          <p:nvPr/>
        </p:nvSpPr>
        <p:spPr>
          <a:xfrm>
            <a:off x="857250" y="1619250"/>
            <a:ext cx="3905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颜色编号</a:t>
            </a:r>
            <a:endParaRPr sz="24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4" name="text-133"/>
          <p:cNvSpPr>
            <a:spLocks noGrp="1"/>
          </p:cNvSpPr>
          <p:nvPr/>
        </p:nvSpPr>
        <p:spPr>
          <a:xfrm>
            <a:off x="857250" y="5829300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每个像素用几个bit？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5" name="Rectangle 134"/>
          <p:cNvSpPr>
            <a:spLocks noGrp="1"/>
          </p:cNvSpPr>
          <p:nvPr/>
        </p:nvSpPr>
        <p:spPr>
          <a:xfrm>
            <a:off x="70961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text-135"/>
          <p:cNvSpPr>
            <a:spLocks noGrp="1"/>
          </p:cNvSpPr>
          <p:nvPr/>
        </p:nvSpPr>
        <p:spPr>
          <a:xfrm>
            <a:off x="70961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7" name="Rectangle 136"/>
          <p:cNvSpPr>
            <a:spLocks noGrp="1"/>
          </p:cNvSpPr>
          <p:nvPr/>
        </p:nvSpPr>
        <p:spPr>
          <a:xfrm>
            <a:off x="75533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text-137"/>
          <p:cNvSpPr>
            <a:spLocks noGrp="1"/>
          </p:cNvSpPr>
          <p:nvPr/>
        </p:nvSpPr>
        <p:spPr>
          <a:xfrm>
            <a:off x="75533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9" name="Rectangle 138"/>
          <p:cNvSpPr>
            <a:spLocks noGrp="1"/>
          </p:cNvSpPr>
          <p:nvPr/>
        </p:nvSpPr>
        <p:spPr>
          <a:xfrm>
            <a:off x="80105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text-139"/>
          <p:cNvSpPr>
            <a:spLocks noGrp="1"/>
          </p:cNvSpPr>
          <p:nvPr/>
        </p:nvSpPr>
        <p:spPr>
          <a:xfrm>
            <a:off x="80105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1" name="Rectangle 140"/>
          <p:cNvSpPr>
            <a:spLocks noGrp="1"/>
          </p:cNvSpPr>
          <p:nvPr/>
        </p:nvSpPr>
        <p:spPr>
          <a:xfrm>
            <a:off x="84677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text-141"/>
          <p:cNvSpPr>
            <a:spLocks noGrp="1"/>
          </p:cNvSpPr>
          <p:nvPr/>
        </p:nvSpPr>
        <p:spPr>
          <a:xfrm>
            <a:off x="84677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3" name="Rectangle 142"/>
          <p:cNvSpPr>
            <a:spLocks noGrp="1"/>
          </p:cNvSpPr>
          <p:nvPr/>
        </p:nvSpPr>
        <p:spPr>
          <a:xfrm>
            <a:off x="89249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text-143"/>
          <p:cNvSpPr>
            <a:spLocks noGrp="1"/>
          </p:cNvSpPr>
          <p:nvPr/>
        </p:nvSpPr>
        <p:spPr>
          <a:xfrm>
            <a:off x="89249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5" name="Rectangle 144"/>
          <p:cNvSpPr>
            <a:spLocks noGrp="1"/>
          </p:cNvSpPr>
          <p:nvPr/>
        </p:nvSpPr>
        <p:spPr>
          <a:xfrm>
            <a:off x="93821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text-145"/>
          <p:cNvSpPr>
            <a:spLocks noGrp="1"/>
          </p:cNvSpPr>
          <p:nvPr/>
        </p:nvSpPr>
        <p:spPr>
          <a:xfrm>
            <a:off x="93821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7" name="Rectangle 146"/>
          <p:cNvSpPr>
            <a:spLocks noGrp="1"/>
          </p:cNvSpPr>
          <p:nvPr/>
        </p:nvSpPr>
        <p:spPr>
          <a:xfrm>
            <a:off x="98393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text-147"/>
          <p:cNvSpPr>
            <a:spLocks noGrp="1"/>
          </p:cNvSpPr>
          <p:nvPr/>
        </p:nvSpPr>
        <p:spPr>
          <a:xfrm>
            <a:off x="98393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9" name="Rectangle 148"/>
          <p:cNvSpPr>
            <a:spLocks noGrp="1"/>
          </p:cNvSpPr>
          <p:nvPr/>
        </p:nvSpPr>
        <p:spPr>
          <a:xfrm>
            <a:off x="102965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text-149"/>
          <p:cNvSpPr>
            <a:spLocks noGrp="1"/>
          </p:cNvSpPr>
          <p:nvPr/>
        </p:nvSpPr>
        <p:spPr>
          <a:xfrm>
            <a:off x="102965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51" name="Rectangle 150"/>
          <p:cNvSpPr>
            <a:spLocks noGrp="1"/>
          </p:cNvSpPr>
          <p:nvPr/>
        </p:nvSpPr>
        <p:spPr>
          <a:xfrm>
            <a:off x="70961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text-151"/>
          <p:cNvSpPr>
            <a:spLocks noGrp="1"/>
          </p:cNvSpPr>
          <p:nvPr/>
        </p:nvSpPr>
        <p:spPr>
          <a:xfrm>
            <a:off x="70961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53" name="Rectangle 152"/>
          <p:cNvSpPr>
            <a:spLocks noGrp="1"/>
          </p:cNvSpPr>
          <p:nvPr/>
        </p:nvSpPr>
        <p:spPr>
          <a:xfrm>
            <a:off x="75533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text-153"/>
          <p:cNvSpPr>
            <a:spLocks noGrp="1"/>
          </p:cNvSpPr>
          <p:nvPr/>
        </p:nvSpPr>
        <p:spPr>
          <a:xfrm>
            <a:off x="75533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55" name="Rectangle 154"/>
          <p:cNvSpPr>
            <a:spLocks noGrp="1"/>
          </p:cNvSpPr>
          <p:nvPr/>
        </p:nvSpPr>
        <p:spPr>
          <a:xfrm>
            <a:off x="80105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text-155"/>
          <p:cNvSpPr>
            <a:spLocks noGrp="1"/>
          </p:cNvSpPr>
          <p:nvPr/>
        </p:nvSpPr>
        <p:spPr>
          <a:xfrm>
            <a:off x="80105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57" name="Rectangle 156"/>
          <p:cNvSpPr>
            <a:spLocks noGrp="1"/>
          </p:cNvSpPr>
          <p:nvPr/>
        </p:nvSpPr>
        <p:spPr>
          <a:xfrm>
            <a:off x="84677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text-157"/>
          <p:cNvSpPr>
            <a:spLocks noGrp="1"/>
          </p:cNvSpPr>
          <p:nvPr/>
        </p:nvSpPr>
        <p:spPr>
          <a:xfrm>
            <a:off x="84677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59" name="Rectangle 158"/>
          <p:cNvSpPr>
            <a:spLocks noGrp="1"/>
          </p:cNvSpPr>
          <p:nvPr/>
        </p:nvSpPr>
        <p:spPr>
          <a:xfrm>
            <a:off x="89249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text-159"/>
          <p:cNvSpPr>
            <a:spLocks noGrp="1"/>
          </p:cNvSpPr>
          <p:nvPr/>
        </p:nvSpPr>
        <p:spPr>
          <a:xfrm>
            <a:off x="89249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1" name="Rectangle 160"/>
          <p:cNvSpPr>
            <a:spLocks noGrp="1"/>
          </p:cNvSpPr>
          <p:nvPr/>
        </p:nvSpPr>
        <p:spPr>
          <a:xfrm>
            <a:off x="93821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text-161"/>
          <p:cNvSpPr>
            <a:spLocks noGrp="1"/>
          </p:cNvSpPr>
          <p:nvPr/>
        </p:nvSpPr>
        <p:spPr>
          <a:xfrm>
            <a:off x="93821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3" name="Rectangle 162"/>
          <p:cNvSpPr>
            <a:spLocks noGrp="1"/>
          </p:cNvSpPr>
          <p:nvPr/>
        </p:nvSpPr>
        <p:spPr>
          <a:xfrm>
            <a:off x="98393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text-163"/>
          <p:cNvSpPr>
            <a:spLocks noGrp="1"/>
          </p:cNvSpPr>
          <p:nvPr/>
        </p:nvSpPr>
        <p:spPr>
          <a:xfrm>
            <a:off x="98393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5" name="Rectangle 164"/>
          <p:cNvSpPr>
            <a:spLocks noGrp="1"/>
          </p:cNvSpPr>
          <p:nvPr/>
        </p:nvSpPr>
        <p:spPr>
          <a:xfrm>
            <a:off x="102965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text-165"/>
          <p:cNvSpPr>
            <a:spLocks noGrp="1"/>
          </p:cNvSpPr>
          <p:nvPr/>
        </p:nvSpPr>
        <p:spPr>
          <a:xfrm>
            <a:off x="102965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7" name="Rectangle 166"/>
          <p:cNvSpPr>
            <a:spLocks noGrp="1"/>
          </p:cNvSpPr>
          <p:nvPr/>
        </p:nvSpPr>
        <p:spPr>
          <a:xfrm>
            <a:off x="70961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text-167"/>
          <p:cNvSpPr>
            <a:spLocks noGrp="1"/>
          </p:cNvSpPr>
          <p:nvPr/>
        </p:nvSpPr>
        <p:spPr>
          <a:xfrm>
            <a:off x="70961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9" name="Rectangle 168"/>
          <p:cNvSpPr>
            <a:spLocks noGrp="1"/>
          </p:cNvSpPr>
          <p:nvPr/>
        </p:nvSpPr>
        <p:spPr>
          <a:xfrm>
            <a:off x="75533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text-169"/>
          <p:cNvSpPr>
            <a:spLocks noGrp="1"/>
          </p:cNvSpPr>
          <p:nvPr/>
        </p:nvSpPr>
        <p:spPr>
          <a:xfrm>
            <a:off x="75533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1" name="Rectangle 170"/>
          <p:cNvSpPr>
            <a:spLocks noGrp="1"/>
          </p:cNvSpPr>
          <p:nvPr/>
        </p:nvSpPr>
        <p:spPr>
          <a:xfrm>
            <a:off x="80105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text-171"/>
          <p:cNvSpPr>
            <a:spLocks noGrp="1"/>
          </p:cNvSpPr>
          <p:nvPr/>
        </p:nvSpPr>
        <p:spPr>
          <a:xfrm>
            <a:off x="80105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3" name="Rectangle 172"/>
          <p:cNvSpPr>
            <a:spLocks noGrp="1"/>
          </p:cNvSpPr>
          <p:nvPr/>
        </p:nvSpPr>
        <p:spPr>
          <a:xfrm>
            <a:off x="84677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text-173"/>
          <p:cNvSpPr>
            <a:spLocks noGrp="1"/>
          </p:cNvSpPr>
          <p:nvPr/>
        </p:nvSpPr>
        <p:spPr>
          <a:xfrm>
            <a:off x="84677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5" name="Rectangle 174"/>
          <p:cNvSpPr>
            <a:spLocks noGrp="1"/>
          </p:cNvSpPr>
          <p:nvPr/>
        </p:nvSpPr>
        <p:spPr>
          <a:xfrm>
            <a:off x="89249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text-175"/>
          <p:cNvSpPr>
            <a:spLocks noGrp="1"/>
          </p:cNvSpPr>
          <p:nvPr/>
        </p:nvSpPr>
        <p:spPr>
          <a:xfrm>
            <a:off x="89249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7" name="Rectangle 176"/>
          <p:cNvSpPr>
            <a:spLocks noGrp="1"/>
          </p:cNvSpPr>
          <p:nvPr/>
        </p:nvSpPr>
        <p:spPr>
          <a:xfrm>
            <a:off x="93821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text-177"/>
          <p:cNvSpPr>
            <a:spLocks noGrp="1"/>
          </p:cNvSpPr>
          <p:nvPr/>
        </p:nvSpPr>
        <p:spPr>
          <a:xfrm>
            <a:off x="93821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9" name="Rectangle 178"/>
          <p:cNvSpPr>
            <a:spLocks noGrp="1"/>
          </p:cNvSpPr>
          <p:nvPr/>
        </p:nvSpPr>
        <p:spPr>
          <a:xfrm>
            <a:off x="98393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text-179"/>
          <p:cNvSpPr>
            <a:spLocks noGrp="1"/>
          </p:cNvSpPr>
          <p:nvPr/>
        </p:nvSpPr>
        <p:spPr>
          <a:xfrm>
            <a:off x="98393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1" name="Rectangle 180"/>
          <p:cNvSpPr>
            <a:spLocks noGrp="1"/>
          </p:cNvSpPr>
          <p:nvPr/>
        </p:nvSpPr>
        <p:spPr>
          <a:xfrm>
            <a:off x="102965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text-181"/>
          <p:cNvSpPr>
            <a:spLocks noGrp="1"/>
          </p:cNvSpPr>
          <p:nvPr/>
        </p:nvSpPr>
        <p:spPr>
          <a:xfrm>
            <a:off x="102965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3" name="Rectangle 182"/>
          <p:cNvSpPr>
            <a:spLocks noGrp="1"/>
          </p:cNvSpPr>
          <p:nvPr/>
        </p:nvSpPr>
        <p:spPr>
          <a:xfrm>
            <a:off x="70961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text-183"/>
          <p:cNvSpPr>
            <a:spLocks noGrp="1"/>
          </p:cNvSpPr>
          <p:nvPr/>
        </p:nvSpPr>
        <p:spPr>
          <a:xfrm>
            <a:off x="70961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5" name="Rectangle 184"/>
          <p:cNvSpPr>
            <a:spLocks noGrp="1"/>
          </p:cNvSpPr>
          <p:nvPr/>
        </p:nvSpPr>
        <p:spPr>
          <a:xfrm>
            <a:off x="75533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text-185"/>
          <p:cNvSpPr>
            <a:spLocks noGrp="1"/>
          </p:cNvSpPr>
          <p:nvPr/>
        </p:nvSpPr>
        <p:spPr>
          <a:xfrm>
            <a:off x="75533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7" name="Rectangle 186"/>
          <p:cNvSpPr>
            <a:spLocks noGrp="1"/>
          </p:cNvSpPr>
          <p:nvPr/>
        </p:nvSpPr>
        <p:spPr>
          <a:xfrm>
            <a:off x="80105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text-187"/>
          <p:cNvSpPr>
            <a:spLocks noGrp="1"/>
          </p:cNvSpPr>
          <p:nvPr/>
        </p:nvSpPr>
        <p:spPr>
          <a:xfrm>
            <a:off x="80105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9" name="Rectangle 188"/>
          <p:cNvSpPr>
            <a:spLocks noGrp="1"/>
          </p:cNvSpPr>
          <p:nvPr/>
        </p:nvSpPr>
        <p:spPr>
          <a:xfrm>
            <a:off x="84677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text-189"/>
          <p:cNvSpPr>
            <a:spLocks noGrp="1"/>
          </p:cNvSpPr>
          <p:nvPr/>
        </p:nvSpPr>
        <p:spPr>
          <a:xfrm>
            <a:off x="84677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1" name="Rectangle 190"/>
          <p:cNvSpPr>
            <a:spLocks noGrp="1"/>
          </p:cNvSpPr>
          <p:nvPr/>
        </p:nvSpPr>
        <p:spPr>
          <a:xfrm>
            <a:off x="89249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text-191"/>
          <p:cNvSpPr>
            <a:spLocks noGrp="1"/>
          </p:cNvSpPr>
          <p:nvPr/>
        </p:nvSpPr>
        <p:spPr>
          <a:xfrm>
            <a:off x="89249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3" name="Rectangle 192"/>
          <p:cNvSpPr>
            <a:spLocks noGrp="1"/>
          </p:cNvSpPr>
          <p:nvPr/>
        </p:nvSpPr>
        <p:spPr>
          <a:xfrm>
            <a:off x="93821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text-193"/>
          <p:cNvSpPr>
            <a:spLocks noGrp="1"/>
          </p:cNvSpPr>
          <p:nvPr/>
        </p:nvSpPr>
        <p:spPr>
          <a:xfrm>
            <a:off x="93821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5" name="Rectangle 194"/>
          <p:cNvSpPr>
            <a:spLocks noGrp="1"/>
          </p:cNvSpPr>
          <p:nvPr/>
        </p:nvSpPr>
        <p:spPr>
          <a:xfrm>
            <a:off x="98393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text-195"/>
          <p:cNvSpPr>
            <a:spLocks noGrp="1"/>
          </p:cNvSpPr>
          <p:nvPr/>
        </p:nvSpPr>
        <p:spPr>
          <a:xfrm>
            <a:off x="98393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7" name="Rectangle 196"/>
          <p:cNvSpPr>
            <a:spLocks noGrp="1"/>
          </p:cNvSpPr>
          <p:nvPr/>
        </p:nvSpPr>
        <p:spPr>
          <a:xfrm>
            <a:off x="102965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text-197"/>
          <p:cNvSpPr>
            <a:spLocks noGrp="1"/>
          </p:cNvSpPr>
          <p:nvPr/>
        </p:nvSpPr>
        <p:spPr>
          <a:xfrm>
            <a:off x="102965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9" name="Rectangle 198"/>
          <p:cNvSpPr>
            <a:spLocks noGrp="1"/>
          </p:cNvSpPr>
          <p:nvPr/>
        </p:nvSpPr>
        <p:spPr>
          <a:xfrm>
            <a:off x="70961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text-199"/>
          <p:cNvSpPr>
            <a:spLocks noGrp="1"/>
          </p:cNvSpPr>
          <p:nvPr/>
        </p:nvSpPr>
        <p:spPr>
          <a:xfrm>
            <a:off x="70961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1" name="Rectangle 200"/>
          <p:cNvSpPr>
            <a:spLocks noGrp="1"/>
          </p:cNvSpPr>
          <p:nvPr/>
        </p:nvSpPr>
        <p:spPr>
          <a:xfrm>
            <a:off x="75533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text-201"/>
          <p:cNvSpPr>
            <a:spLocks noGrp="1"/>
          </p:cNvSpPr>
          <p:nvPr/>
        </p:nvSpPr>
        <p:spPr>
          <a:xfrm>
            <a:off x="75533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3" name="Rectangle 202"/>
          <p:cNvSpPr>
            <a:spLocks noGrp="1"/>
          </p:cNvSpPr>
          <p:nvPr/>
        </p:nvSpPr>
        <p:spPr>
          <a:xfrm>
            <a:off x="80105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text-203"/>
          <p:cNvSpPr>
            <a:spLocks noGrp="1"/>
          </p:cNvSpPr>
          <p:nvPr/>
        </p:nvSpPr>
        <p:spPr>
          <a:xfrm>
            <a:off x="80105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5" name="Rectangle 204"/>
          <p:cNvSpPr>
            <a:spLocks noGrp="1"/>
          </p:cNvSpPr>
          <p:nvPr/>
        </p:nvSpPr>
        <p:spPr>
          <a:xfrm>
            <a:off x="84677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text-205"/>
          <p:cNvSpPr>
            <a:spLocks noGrp="1"/>
          </p:cNvSpPr>
          <p:nvPr/>
        </p:nvSpPr>
        <p:spPr>
          <a:xfrm>
            <a:off x="84677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7" name="Rectangle 206"/>
          <p:cNvSpPr>
            <a:spLocks noGrp="1"/>
          </p:cNvSpPr>
          <p:nvPr/>
        </p:nvSpPr>
        <p:spPr>
          <a:xfrm>
            <a:off x="89249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text-207"/>
          <p:cNvSpPr>
            <a:spLocks noGrp="1"/>
          </p:cNvSpPr>
          <p:nvPr/>
        </p:nvSpPr>
        <p:spPr>
          <a:xfrm>
            <a:off x="89249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9" name="Rectangle 208"/>
          <p:cNvSpPr>
            <a:spLocks noGrp="1"/>
          </p:cNvSpPr>
          <p:nvPr/>
        </p:nvSpPr>
        <p:spPr>
          <a:xfrm>
            <a:off x="93821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text-209"/>
          <p:cNvSpPr>
            <a:spLocks noGrp="1"/>
          </p:cNvSpPr>
          <p:nvPr/>
        </p:nvSpPr>
        <p:spPr>
          <a:xfrm>
            <a:off x="93821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11" name="Rectangle 210"/>
          <p:cNvSpPr>
            <a:spLocks noGrp="1"/>
          </p:cNvSpPr>
          <p:nvPr/>
        </p:nvSpPr>
        <p:spPr>
          <a:xfrm>
            <a:off x="98393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text-211"/>
          <p:cNvSpPr>
            <a:spLocks noGrp="1"/>
          </p:cNvSpPr>
          <p:nvPr/>
        </p:nvSpPr>
        <p:spPr>
          <a:xfrm>
            <a:off x="98393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13" name="Rectangle 212"/>
          <p:cNvSpPr>
            <a:spLocks noGrp="1"/>
          </p:cNvSpPr>
          <p:nvPr/>
        </p:nvSpPr>
        <p:spPr>
          <a:xfrm>
            <a:off x="102965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text-213"/>
          <p:cNvSpPr>
            <a:spLocks noGrp="1"/>
          </p:cNvSpPr>
          <p:nvPr/>
        </p:nvSpPr>
        <p:spPr>
          <a:xfrm>
            <a:off x="102965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15" name="Rectangle 214"/>
          <p:cNvSpPr>
            <a:spLocks noGrp="1"/>
          </p:cNvSpPr>
          <p:nvPr/>
        </p:nvSpPr>
        <p:spPr>
          <a:xfrm>
            <a:off x="70961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text-215"/>
          <p:cNvSpPr>
            <a:spLocks noGrp="1"/>
          </p:cNvSpPr>
          <p:nvPr/>
        </p:nvSpPr>
        <p:spPr>
          <a:xfrm>
            <a:off x="70961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17" name="Rectangle 216"/>
          <p:cNvSpPr>
            <a:spLocks noGrp="1"/>
          </p:cNvSpPr>
          <p:nvPr/>
        </p:nvSpPr>
        <p:spPr>
          <a:xfrm>
            <a:off x="75533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text-217"/>
          <p:cNvSpPr>
            <a:spLocks noGrp="1"/>
          </p:cNvSpPr>
          <p:nvPr/>
        </p:nvSpPr>
        <p:spPr>
          <a:xfrm>
            <a:off x="75533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19" name="Rectangle 218"/>
          <p:cNvSpPr>
            <a:spLocks noGrp="1"/>
          </p:cNvSpPr>
          <p:nvPr/>
        </p:nvSpPr>
        <p:spPr>
          <a:xfrm>
            <a:off x="80105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text-219"/>
          <p:cNvSpPr>
            <a:spLocks noGrp="1"/>
          </p:cNvSpPr>
          <p:nvPr/>
        </p:nvSpPr>
        <p:spPr>
          <a:xfrm>
            <a:off x="80105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1" name="Rectangle 220"/>
          <p:cNvSpPr>
            <a:spLocks noGrp="1"/>
          </p:cNvSpPr>
          <p:nvPr/>
        </p:nvSpPr>
        <p:spPr>
          <a:xfrm>
            <a:off x="84677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text-221"/>
          <p:cNvSpPr>
            <a:spLocks noGrp="1"/>
          </p:cNvSpPr>
          <p:nvPr/>
        </p:nvSpPr>
        <p:spPr>
          <a:xfrm>
            <a:off x="84677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3" name="Rectangle 222"/>
          <p:cNvSpPr>
            <a:spLocks noGrp="1"/>
          </p:cNvSpPr>
          <p:nvPr/>
        </p:nvSpPr>
        <p:spPr>
          <a:xfrm>
            <a:off x="89249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text-223"/>
          <p:cNvSpPr>
            <a:spLocks noGrp="1"/>
          </p:cNvSpPr>
          <p:nvPr/>
        </p:nvSpPr>
        <p:spPr>
          <a:xfrm>
            <a:off x="89249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5" name="Rectangle 224"/>
          <p:cNvSpPr>
            <a:spLocks noGrp="1"/>
          </p:cNvSpPr>
          <p:nvPr/>
        </p:nvSpPr>
        <p:spPr>
          <a:xfrm>
            <a:off x="93821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text-225"/>
          <p:cNvSpPr>
            <a:spLocks noGrp="1"/>
          </p:cNvSpPr>
          <p:nvPr/>
        </p:nvSpPr>
        <p:spPr>
          <a:xfrm>
            <a:off x="93821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7" name="Rectangle 226"/>
          <p:cNvSpPr>
            <a:spLocks noGrp="1"/>
          </p:cNvSpPr>
          <p:nvPr/>
        </p:nvSpPr>
        <p:spPr>
          <a:xfrm>
            <a:off x="98393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text-227"/>
          <p:cNvSpPr>
            <a:spLocks noGrp="1"/>
          </p:cNvSpPr>
          <p:nvPr/>
        </p:nvSpPr>
        <p:spPr>
          <a:xfrm>
            <a:off x="98393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9" name="Rectangle 228"/>
          <p:cNvSpPr>
            <a:spLocks noGrp="1"/>
          </p:cNvSpPr>
          <p:nvPr/>
        </p:nvSpPr>
        <p:spPr>
          <a:xfrm>
            <a:off x="102965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text-229"/>
          <p:cNvSpPr>
            <a:spLocks noGrp="1"/>
          </p:cNvSpPr>
          <p:nvPr/>
        </p:nvSpPr>
        <p:spPr>
          <a:xfrm>
            <a:off x="102965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1" name="Rectangle 230"/>
          <p:cNvSpPr>
            <a:spLocks noGrp="1"/>
          </p:cNvSpPr>
          <p:nvPr/>
        </p:nvSpPr>
        <p:spPr>
          <a:xfrm>
            <a:off x="70961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text-231"/>
          <p:cNvSpPr>
            <a:spLocks noGrp="1"/>
          </p:cNvSpPr>
          <p:nvPr/>
        </p:nvSpPr>
        <p:spPr>
          <a:xfrm>
            <a:off x="70961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3" name="Rectangle 232"/>
          <p:cNvSpPr>
            <a:spLocks noGrp="1"/>
          </p:cNvSpPr>
          <p:nvPr/>
        </p:nvSpPr>
        <p:spPr>
          <a:xfrm>
            <a:off x="75533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text-233"/>
          <p:cNvSpPr>
            <a:spLocks noGrp="1"/>
          </p:cNvSpPr>
          <p:nvPr/>
        </p:nvSpPr>
        <p:spPr>
          <a:xfrm>
            <a:off x="75533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5" name="Rectangle 234"/>
          <p:cNvSpPr>
            <a:spLocks noGrp="1"/>
          </p:cNvSpPr>
          <p:nvPr/>
        </p:nvSpPr>
        <p:spPr>
          <a:xfrm>
            <a:off x="80105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text-235"/>
          <p:cNvSpPr>
            <a:spLocks noGrp="1"/>
          </p:cNvSpPr>
          <p:nvPr/>
        </p:nvSpPr>
        <p:spPr>
          <a:xfrm>
            <a:off x="80105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7" name="Rectangle 236"/>
          <p:cNvSpPr>
            <a:spLocks noGrp="1"/>
          </p:cNvSpPr>
          <p:nvPr/>
        </p:nvSpPr>
        <p:spPr>
          <a:xfrm>
            <a:off x="84677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text-237"/>
          <p:cNvSpPr>
            <a:spLocks noGrp="1"/>
          </p:cNvSpPr>
          <p:nvPr/>
        </p:nvSpPr>
        <p:spPr>
          <a:xfrm>
            <a:off x="84677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9" name="Rectangle 238"/>
          <p:cNvSpPr>
            <a:spLocks noGrp="1"/>
          </p:cNvSpPr>
          <p:nvPr/>
        </p:nvSpPr>
        <p:spPr>
          <a:xfrm>
            <a:off x="89249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text-239"/>
          <p:cNvSpPr>
            <a:spLocks noGrp="1"/>
          </p:cNvSpPr>
          <p:nvPr/>
        </p:nvSpPr>
        <p:spPr>
          <a:xfrm>
            <a:off x="89249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1" name="Rectangle 240"/>
          <p:cNvSpPr>
            <a:spLocks noGrp="1"/>
          </p:cNvSpPr>
          <p:nvPr/>
        </p:nvSpPr>
        <p:spPr>
          <a:xfrm>
            <a:off x="93821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text-241"/>
          <p:cNvSpPr>
            <a:spLocks noGrp="1"/>
          </p:cNvSpPr>
          <p:nvPr/>
        </p:nvSpPr>
        <p:spPr>
          <a:xfrm>
            <a:off x="93821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3" name="Rectangle 242"/>
          <p:cNvSpPr>
            <a:spLocks noGrp="1"/>
          </p:cNvSpPr>
          <p:nvPr/>
        </p:nvSpPr>
        <p:spPr>
          <a:xfrm>
            <a:off x="98393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text-243"/>
          <p:cNvSpPr>
            <a:spLocks noGrp="1"/>
          </p:cNvSpPr>
          <p:nvPr/>
        </p:nvSpPr>
        <p:spPr>
          <a:xfrm>
            <a:off x="98393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5" name="Rectangle 244"/>
          <p:cNvSpPr>
            <a:spLocks noGrp="1"/>
          </p:cNvSpPr>
          <p:nvPr/>
        </p:nvSpPr>
        <p:spPr>
          <a:xfrm>
            <a:off x="102965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text-245"/>
          <p:cNvSpPr>
            <a:spLocks noGrp="1"/>
          </p:cNvSpPr>
          <p:nvPr/>
        </p:nvSpPr>
        <p:spPr>
          <a:xfrm>
            <a:off x="102965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7" name="Rectangle 246"/>
          <p:cNvSpPr>
            <a:spLocks noGrp="1"/>
          </p:cNvSpPr>
          <p:nvPr/>
        </p:nvSpPr>
        <p:spPr>
          <a:xfrm>
            <a:off x="70961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text-247"/>
          <p:cNvSpPr>
            <a:spLocks noGrp="1"/>
          </p:cNvSpPr>
          <p:nvPr/>
        </p:nvSpPr>
        <p:spPr>
          <a:xfrm>
            <a:off x="70961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9" name="Rectangle 248"/>
          <p:cNvSpPr>
            <a:spLocks noGrp="1"/>
          </p:cNvSpPr>
          <p:nvPr/>
        </p:nvSpPr>
        <p:spPr>
          <a:xfrm>
            <a:off x="75533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text-249"/>
          <p:cNvSpPr>
            <a:spLocks noGrp="1"/>
          </p:cNvSpPr>
          <p:nvPr/>
        </p:nvSpPr>
        <p:spPr>
          <a:xfrm>
            <a:off x="75533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1" name="Rectangle 250"/>
          <p:cNvSpPr>
            <a:spLocks noGrp="1"/>
          </p:cNvSpPr>
          <p:nvPr/>
        </p:nvSpPr>
        <p:spPr>
          <a:xfrm>
            <a:off x="80105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text-251"/>
          <p:cNvSpPr>
            <a:spLocks noGrp="1"/>
          </p:cNvSpPr>
          <p:nvPr/>
        </p:nvSpPr>
        <p:spPr>
          <a:xfrm>
            <a:off x="80105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3" name="Rectangle 252"/>
          <p:cNvSpPr>
            <a:spLocks noGrp="1"/>
          </p:cNvSpPr>
          <p:nvPr/>
        </p:nvSpPr>
        <p:spPr>
          <a:xfrm>
            <a:off x="84677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text-253"/>
          <p:cNvSpPr>
            <a:spLocks noGrp="1"/>
          </p:cNvSpPr>
          <p:nvPr/>
        </p:nvSpPr>
        <p:spPr>
          <a:xfrm>
            <a:off x="84677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5" name="Rectangle 254"/>
          <p:cNvSpPr>
            <a:spLocks noGrp="1"/>
          </p:cNvSpPr>
          <p:nvPr/>
        </p:nvSpPr>
        <p:spPr>
          <a:xfrm>
            <a:off x="89249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text-255"/>
          <p:cNvSpPr>
            <a:spLocks noGrp="1"/>
          </p:cNvSpPr>
          <p:nvPr/>
        </p:nvSpPr>
        <p:spPr>
          <a:xfrm>
            <a:off x="89249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7" name="Rectangle 256"/>
          <p:cNvSpPr>
            <a:spLocks noGrp="1"/>
          </p:cNvSpPr>
          <p:nvPr/>
        </p:nvSpPr>
        <p:spPr>
          <a:xfrm>
            <a:off x="93821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text-257"/>
          <p:cNvSpPr>
            <a:spLocks noGrp="1"/>
          </p:cNvSpPr>
          <p:nvPr/>
        </p:nvSpPr>
        <p:spPr>
          <a:xfrm>
            <a:off x="93821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9" name="Rectangle 258"/>
          <p:cNvSpPr>
            <a:spLocks noGrp="1"/>
          </p:cNvSpPr>
          <p:nvPr/>
        </p:nvSpPr>
        <p:spPr>
          <a:xfrm>
            <a:off x="98393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text-259"/>
          <p:cNvSpPr>
            <a:spLocks noGrp="1"/>
          </p:cNvSpPr>
          <p:nvPr/>
        </p:nvSpPr>
        <p:spPr>
          <a:xfrm>
            <a:off x="98393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1" name="Rectangle 260"/>
          <p:cNvSpPr>
            <a:spLocks noGrp="1"/>
          </p:cNvSpPr>
          <p:nvPr/>
        </p:nvSpPr>
        <p:spPr>
          <a:xfrm>
            <a:off x="102965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2" name="text-261"/>
          <p:cNvSpPr>
            <a:spLocks noGrp="1"/>
          </p:cNvSpPr>
          <p:nvPr/>
        </p:nvSpPr>
        <p:spPr>
          <a:xfrm>
            <a:off x="102965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3" name="Rectangle 262"/>
          <p:cNvSpPr>
            <a:spLocks noGrp="1"/>
          </p:cNvSpPr>
          <p:nvPr/>
        </p:nvSpPr>
        <p:spPr>
          <a:xfrm>
            <a:off x="7096125" y="3514725"/>
            <a:ext cx="3657600" cy="4572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264" name="text-263"/>
          <p:cNvSpPr>
            <a:spLocks noGrp="1"/>
          </p:cNvSpPr>
          <p:nvPr/>
        </p:nvSpPr>
        <p:spPr>
          <a:xfrm>
            <a:off x="6381750" y="161925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量化值 → 二进制码字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5" name="text-264"/>
          <p:cNvSpPr>
            <a:spLocks noGrp="1"/>
          </p:cNvSpPr>
          <p:nvPr/>
        </p:nvSpPr>
        <p:spPr>
          <a:xfrm>
            <a:off x="6381750" y="5857875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位深度：每像素 2 bit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1" name="Elbow Connector 10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12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focus-sampling"/>
          <p:cNvSpPr>
            <a:spLocks noGrp="1"/>
          </p:cNvSpPr>
          <p:nvPr/>
        </p:nvSpPr>
        <p:spPr>
          <a:xfrm>
            <a:off x="3209925" y="2152650"/>
            <a:ext cx="8362950" cy="5429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10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新学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6" name="Elbow Connector 15"/>
          <p:cNvCxnSpPr>
            <a:stCxn id="5" idx="3"/>
            <a:endCxn id="11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17" name="Elbow Connector 16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18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focus-sampling"/>
          <p:cNvSpPr>
            <a:spLocks noGrp="1"/>
          </p:cNvSpPr>
          <p:nvPr/>
        </p:nvSpPr>
        <p:spPr>
          <a:xfrm>
            <a:off x="3209925" y="2152650"/>
            <a:ext cx="8362950" cy="5429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focus-quantization"/>
          <p:cNvSpPr>
            <a:spLocks noGrp="1"/>
          </p:cNvSpPr>
          <p:nvPr/>
        </p:nvSpPr>
        <p:spPr>
          <a:xfrm>
            <a:off x="3209925" y="2724150"/>
            <a:ext cx="8362950" cy="5429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15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新学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1" name="Elbow Connector 20"/>
          <p:cNvCxnSpPr>
            <a:stCxn id="5" idx="3"/>
            <a:endCxn id="16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2" name="Elbow Connector 21"/>
          <p:cNvCxnSpPr>
            <a:stCxn id="5" idx="3"/>
            <a:endCxn id="11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3" name="Elbow Connector 22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24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focus-sampling"/>
          <p:cNvSpPr>
            <a:spLocks noGrp="1"/>
          </p:cNvSpPr>
          <p:nvPr/>
        </p:nvSpPr>
        <p:spPr>
          <a:xfrm>
            <a:off x="3209925" y="2152650"/>
            <a:ext cx="8362950" cy="5429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focus-quantization"/>
          <p:cNvSpPr>
            <a:spLocks noGrp="1"/>
          </p:cNvSpPr>
          <p:nvPr/>
        </p:nvSpPr>
        <p:spPr>
          <a:xfrm>
            <a:off x="3209925" y="2724150"/>
            <a:ext cx="8362950" cy="5429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5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9" name="focus-encoding"/>
          <p:cNvSpPr>
            <a:spLocks noGrp="1"/>
          </p:cNvSpPr>
          <p:nvPr/>
        </p:nvSpPr>
        <p:spPr>
          <a:xfrm>
            <a:off x="3209925" y="3295650"/>
            <a:ext cx="8362950" cy="5429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20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新学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" name="Rectangle 6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怎样让数字熊猫更接近原图？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001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4573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9145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23717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28289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2861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7433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4200525" y="20478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0001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457325" y="2505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914525" y="25050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23717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28289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2861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37433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200525" y="2505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00125" y="29622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457325" y="29622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914525" y="29622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23717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28289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3286125" y="29622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37433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42005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1000125" y="34194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1457325" y="34194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1914525" y="34194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2371725" y="34194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2828925" y="34194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3286125" y="34194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3743325" y="34194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4200525" y="34194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0001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457325" y="38766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914525" y="38766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2371725" y="38766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2828925" y="38766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32861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37433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42005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1000125" y="43338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457325" y="43338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914525" y="43338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2371725" y="43338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2828925" y="43338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3286125" y="43338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3743325" y="43338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4200525" y="43338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0001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4573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9145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2371725" y="4791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2828925" y="47910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3286125" y="4791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3743325" y="4791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42005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10001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4573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9145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23717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28289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32861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37433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42005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text-67"/>
          <p:cNvSpPr>
            <a:spLocks noGrp="1"/>
          </p:cNvSpPr>
          <p:nvPr/>
        </p:nvSpPr>
        <p:spPr>
          <a:xfrm>
            <a:off x="1000125" y="5829300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8×8   4色   2bit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6" name="Rectangle 32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怎样让数字熊猫更接近原图？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001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4573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9145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23717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28289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2861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7433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4200525" y="20478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0001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457325" y="2505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914525" y="25050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23717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28289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2861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37433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200525" y="2505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00125" y="29622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457325" y="29622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914525" y="29622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23717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28289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3286125" y="29622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37433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42005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1000125" y="34194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1457325" y="34194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1914525" y="34194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2371725" y="34194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2828925" y="34194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3286125" y="34194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3743325" y="34194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4200525" y="34194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0001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457325" y="38766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914525" y="38766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2371725" y="38766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2828925" y="38766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32861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37433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42005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1000125" y="43338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457325" y="43338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914525" y="43338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2371725" y="43338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2828925" y="43338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3286125" y="43338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3743325" y="43338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4200525" y="43338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0001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4573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9145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2371725" y="4791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2828925" y="47910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3286125" y="4791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3743325" y="4791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42005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10001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4573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9145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23717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28289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32861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37433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42005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text-67"/>
          <p:cNvSpPr>
            <a:spLocks noGrp="1"/>
          </p:cNvSpPr>
          <p:nvPr/>
        </p:nvSpPr>
        <p:spPr>
          <a:xfrm>
            <a:off x="1000125" y="5829300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8×8   4色   2bit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9" name="Rectangle 68"/>
          <p:cNvSpPr>
            <a:spLocks noGrp="1"/>
          </p:cNvSpPr>
          <p:nvPr/>
        </p:nvSpPr>
        <p:spPr>
          <a:xfrm>
            <a:off x="70961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73247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75533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77819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80105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82391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84677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86963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89249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91535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93821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96107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98393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10067925" y="2047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10296525" y="2047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10525125" y="2047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70961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73247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75533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77819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80105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82391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84677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86963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89249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91535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93821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96107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98393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100679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10296525" y="2276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10525125" y="2276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70961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73247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7553325" y="2505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7781925" y="2505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8010525" y="2505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82391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84677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86963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89249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91535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9382125" y="2505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9610725" y="2505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98393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100679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10296525" y="2505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10525125" y="2505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70961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73247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7553325" y="2733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7781925" y="2733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8010525" y="2733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82391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84677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86963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89249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91535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93821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96107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98393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100679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10296525" y="2733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10525125" y="2733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70961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73247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75533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77819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80105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82391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84677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8696325" y="29622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8924925" y="29622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9153525" y="2962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93821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9610725" y="29622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9839325" y="29622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100679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10296525" y="2962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10525125" y="2962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70961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73247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75533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77819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80105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82391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8467725" y="3190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8696325" y="3190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8924925" y="3190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9153525" y="3190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93821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9610725" y="3190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9839325" y="3190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10067925" y="3190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10296525" y="3190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10525125" y="3190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7096125" y="3419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7324725" y="3419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7553325" y="3419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7781925" y="3419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8010525" y="3419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8239125" y="3419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8467725" y="3419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8696325" y="3419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8924925" y="3419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9153525" y="3419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9382125" y="3419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9610725" y="3419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9839325" y="3419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10067925" y="3419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10296525" y="34194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10525125" y="3419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7096125" y="3648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7324725" y="3648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7553325" y="3648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7781925" y="3648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8010525" y="3648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8239125" y="3648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8467725" y="3648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8696325" y="3648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8924925" y="3648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9153525" y="3648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9382125" y="3648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9610725" y="3648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9839325" y="3648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10067925" y="3648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10296525" y="3648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10525125" y="3648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7096125" y="3876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7324725" y="3876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7553325" y="3876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7781925" y="3876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8010525" y="3876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8239125" y="3876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8467725" y="3876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8696325" y="3876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8924925" y="3876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9153525" y="3876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9382125" y="3876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9610725" y="3876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9839325" y="3876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10067925" y="3876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10296525" y="3876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10525125" y="3876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7096125" y="41052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7324725" y="4105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75533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77819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8010525" y="4105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8239125" y="4105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84677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86963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89249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91535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9382125" y="4105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9610725" y="4105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9839325" y="4105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100679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102965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10525125" y="4105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7096125" y="4333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7324725" y="4333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7553325" y="4333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77819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80105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82391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84677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86963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89249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9153525" y="4333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9382125" y="4333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9610725" y="4333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9839325" y="4333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100679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10296525" y="4333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10525125" y="4333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7096125" y="4562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7324725" y="4562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7553325" y="4562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7781925" y="4562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8010525" y="4562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8239125" y="45624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8467725" y="4562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8696325" y="45624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8924925" y="45624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9153525" y="45624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9382125" y="4562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9610725" y="4562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9839325" y="4562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10067925" y="45624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10296525" y="4562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10525125" y="4562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70961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73247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75533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77819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80105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8239125" y="4791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8467725" y="4791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8696325" y="4791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8924925" y="4791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9153525" y="4791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9382125" y="4791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9610725" y="4791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9839325" y="4791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10067925" y="4791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102965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105251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70961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73247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75533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77819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80105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82391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84677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8696325" y="5019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8924925" y="5019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9153525" y="5019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9382125" y="5019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9610725" y="5019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9839325" y="5019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100679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102965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105251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70961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73247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75533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77819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80105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82391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84677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86963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89249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91535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93821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96107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98393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100679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102965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105251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70961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73247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75533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77819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80105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82391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84677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86963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89249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91535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93821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96107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98393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100679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102965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105251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5" name="text-324"/>
          <p:cNvSpPr>
            <a:spLocks noGrp="1"/>
          </p:cNvSpPr>
          <p:nvPr/>
        </p:nvSpPr>
        <p:spPr>
          <a:xfrm>
            <a:off x="6905625" y="5829300"/>
            <a:ext cx="4619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16×16   4色   2bit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9" name="Rectangle 27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红框里的8个像素，怎样编码？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048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1334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3620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5906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8192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0478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2764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5050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7336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29622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1908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4194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6480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876675" y="2000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105275" y="2000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333875" y="2000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9048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1334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3620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5906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8192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0478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2764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5050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27336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29622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31908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34194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36480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38766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4105275" y="2228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4333875" y="2228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9048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1334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3620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590675" y="2457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819275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20478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22764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25050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27336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29622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31908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34194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36480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38766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41052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4333875" y="2457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9048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1334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362075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90675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819275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20478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22764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25050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27336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29622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31908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34194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36480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38766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4105275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4333875" y="2686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9048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1334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3620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15906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18192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0478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2764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5050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7336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2962275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31908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34194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36480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38766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4105275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4333875" y="2914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9048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11334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3620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15906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18192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0478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276475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5050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7336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2962275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31908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34194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6480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876675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4105275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43338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9048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11334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3620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15906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18192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20478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2276475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25050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27336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29622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1908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4194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6480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876675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4105275" y="3371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4333875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9048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11334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3620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15906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18192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20478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2276475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25050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27336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29622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1908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4194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6480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876675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41052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4333875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9048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11334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3620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15906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18192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20478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22764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25050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27336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29622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31908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34194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36480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3876675" y="3829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1052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333875" y="3829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904875" y="4057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11334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3620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15906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1819275" y="4057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2047875" y="4057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22764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25050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27336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29622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31908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34194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36480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38766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41052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43338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904875" y="4286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1133475" y="4286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3620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15906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18192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20478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22764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25050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27336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29622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31908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34194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36480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38766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41052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4333875" y="4286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9048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11334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3620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15906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18192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20478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22764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25050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27336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29622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31908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34194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36480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38766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41052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43338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9048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11334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3620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15906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18192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20478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22764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25050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27336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29622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31908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34194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36480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38766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41052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43338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9048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11334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3620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15906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18192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20478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22764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25050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27336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29622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31908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34194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36480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38766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41052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43338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904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11334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3620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15906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18192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2047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22764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25050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27336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29622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3190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34194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36480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38766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41052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4333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904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11334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3620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15906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18192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2047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22764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25050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27336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29622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3190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34194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36480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38766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41052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4333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1819275" y="3143250"/>
            <a:ext cx="1828800" cy="2286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261" name="text-260"/>
          <p:cNvSpPr>
            <a:spLocks noGrp="1"/>
          </p:cNvSpPr>
          <p:nvPr/>
        </p:nvSpPr>
        <p:spPr>
          <a:xfrm>
            <a:off x="762000" y="582930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第6行，第5–12列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2" name="Rectangle 261"/>
          <p:cNvSpPr>
            <a:spLocks noGrp="1"/>
          </p:cNvSpPr>
          <p:nvPr/>
        </p:nvSpPr>
        <p:spPr>
          <a:xfrm>
            <a:off x="5619750" y="1905000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3" name="text-262"/>
          <p:cNvSpPr>
            <a:spLocks noGrp="1"/>
          </p:cNvSpPr>
          <p:nvPr/>
        </p:nvSpPr>
        <p:spPr>
          <a:xfrm>
            <a:off x="613410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4" name="Rectangle 263"/>
          <p:cNvSpPr>
            <a:spLocks noGrp="1"/>
          </p:cNvSpPr>
          <p:nvPr/>
        </p:nvSpPr>
        <p:spPr>
          <a:xfrm>
            <a:off x="7048500" y="1905000"/>
            <a:ext cx="400050" cy="4000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5" name="text-264"/>
          <p:cNvSpPr>
            <a:spLocks noGrp="1"/>
          </p:cNvSpPr>
          <p:nvPr/>
        </p:nvSpPr>
        <p:spPr>
          <a:xfrm>
            <a:off x="756285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6" name="Rectangle 265"/>
          <p:cNvSpPr>
            <a:spLocks noGrp="1"/>
          </p:cNvSpPr>
          <p:nvPr/>
        </p:nvSpPr>
        <p:spPr>
          <a:xfrm>
            <a:off x="8477250" y="1905000"/>
            <a:ext cx="400050" cy="4000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7" name="text-266"/>
          <p:cNvSpPr>
            <a:spLocks noGrp="1"/>
          </p:cNvSpPr>
          <p:nvPr/>
        </p:nvSpPr>
        <p:spPr>
          <a:xfrm>
            <a:off x="899160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8" name="Rectangle 267"/>
          <p:cNvSpPr>
            <a:spLocks noGrp="1"/>
          </p:cNvSpPr>
          <p:nvPr/>
        </p:nvSpPr>
        <p:spPr>
          <a:xfrm>
            <a:off x="9906000" y="1905000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9" name="text-268"/>
          <p:cNvSpPr>
            <a:spLocks noGrp="1"/>
          </p:cNvSpPr>
          <p:nvPr/>
        </p:nvSpPr>
        <p:spPr>
          <a:xfrm>
            <a:off x="1042035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70" name="Rectangle 269"/>
          <p:cNvSpPr>
            <a:spLocks noGrp="1"/>
          </p:cNvSpPr>
          <p:nvPr/>
        </p:nvSpPr>
        <p:spPr>
          <a:xfrm>
            <a:off x="5619750" y="3143250"/>
            <a:ext cx="666750" cy="6667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6286500" y="3143250"/>
            <a:ext cx="666750" cy="6667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6953250" y="3143250"/>
            <a:ext cx="666750" cy="6667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7620000" y="3143250"/>
            <a:ext cx="666750" cy="666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8286750" y="3143250"/>
            <a:ext cx="666750" cy="666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8953500" y="3143250"/>
            <a:ext cx="666750" cy="6667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9620250" y="3143250"/>
            <a:ext cx="666750" cy="6667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10287000" y="3143250"/>
            <a:ext cx="666750" cy="666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8" name="text-277"/>
          <p:cNvSpPr>
            <a:spLocks noGrp="1"/>
          </p:cNvSpPr>
          <p:nvPr/>
        </p:nvSpPr>
        <p:spPr>
          <a:xfrm>
            <a:off x="5572125" y="4143375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从左到右写出每格的码字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8" name="Rectangle 287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红框里的8个像素，怎样编码？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048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1334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3620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5906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8192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0478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2764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5050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7336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29622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1908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4194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6480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876675" y="2000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105275" y="2000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333875" y="2000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9048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1334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3620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5906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8192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0478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2764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5050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27336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29622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31908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34194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36480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38766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4105275" y="2228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4333875" y="2228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9048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1334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3620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590675" y="2457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819275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20478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22764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25050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27336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29622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31908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34194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36480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38766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41052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4333875" y="2457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9048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1334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362075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90675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819275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20478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22764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25050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27336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29622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31908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34194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36480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38766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4105275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4333875" y="2686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9048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1334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3620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15906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18192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0478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2764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5050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7336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2962275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31908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34194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36480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38766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4105275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4333875" y="2914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9048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11334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3620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15906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18192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0478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276475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5050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7336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2962275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31908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34194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6480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876675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4105275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43338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9048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11334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3620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15906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18192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20478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2276475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25050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27336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29622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1908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4194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6480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876675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4105275" y="3371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4333875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9048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11334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3620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15906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18192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20478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2276475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25050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27336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29622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1908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4194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6480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876675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41052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4333875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9048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11334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3620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15906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18192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20478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22764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25050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27336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29622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31908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34194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36480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3876675" y="3829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1052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333875" y="3829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904875" y="4057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11334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3620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15906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1819275" y="4057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2047875" y="4057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22764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25050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27336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29622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31908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34194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36480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38766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41052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43338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904875" y="4286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1133475" y="4286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3620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15906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18192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20478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22764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25050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27336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29622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31908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34194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36480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38766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41052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4333875" y="4286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9048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11334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3620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15906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18192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20478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22764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25050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27336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29622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31908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34194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36480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38766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41052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43338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9048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11334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3620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15906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18192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20478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22764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25050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27336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29622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31908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34194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36480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38766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41052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43338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9048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11334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3620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15906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18192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20478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22764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25050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27336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29622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31908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34194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36480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38766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41052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43338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904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11334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3620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15906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18192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2047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22764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25050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27336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29622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3190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34194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36480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38766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41052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4333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904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11334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3620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15906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18192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2047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22764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25050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27336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29622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3190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34194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36480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38766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41052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4333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1819275" y="3143250"/>
            <a:ext cx="1828800" cy="2286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261" name="text-260"/>
          <p:cNvSpPr>
            <a:spLocks noGrp="1"/>
          </p:cNvSpPr>
          <p:nvPr/>
        </p:nvSpPr>
        <p:spPr>
          <a:xfrm>
            <a:off x="762000" y="582930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第6行，第5–12列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2" name="Rectangle 261"/>
          <p:cNvSpPr>
            <a:spLocks noGrp="1"/>
          </p:cNvSpPr>
          <p:nvPr/>
        </p:nvSpPr>
        <p:spPr>
          <a:xfrm>
            <a:off x="5619750" y="1905000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3" name="text-262"/>
          <p:cNvSpPr>
            <a:spLocks noGrp="1"/>
          </p:cNvSpPr>
          <p:nvPr/>
        </p:nvSpPr>
        <p:spPr>
          <a:xfrm>
            <a:off x="613410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4" name="Rectangle 263"/>
          <p:cNvSpPr>
            <a:spLocks noGrp="1"/>
          </p:cNvSpPr>
          <p:nvPr/>
        </p:nvSpPr>
        <p:spPr>
          <a:xfrm>
            <a:off x="7048500" y="1905000"/>
            <a:ext cx="400050" cy="4000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5" name="text-264"/>
          <p:cNvSpPr>
            <a:spLocks noGrp="1"/>
          </p:cNvSpPr>
          <p:nvPr/>
        </p:nvSpPr>
        <p:spPr>
          <a:xfrm>
            <a:off x="756285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6" name="Rectangle 265"/>
          <p:cNvSpPr>
            <a:spLocks noGrp="1"/>
          </p:cNvSpPr>
          <p:nvPr/>
        </p:nvSpPr>
        <p:spPr>
          <a:xfrm>
            <a:off x="8477250" y="1905000"/>
            <a:ext cx="400050" cy="4000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7" name="text-266"/>
          <p:cNvSpPr>
            <a:spLocks noGrp="1"/>
          </p:cNvSpPr>
          <p:nvPr/>
        </p:nvSpPr>
        <p:spPr>
          <a:xfrm>
            <a:off x="899160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8" name="Rectangle 267"/>
          <p:cNvSpPr>
            <a:spLocks noGrp="1"/>
          </p:cNvSpPr>
          <p:nvPr/>
        </p:nvSpPr>
        <p:spPr>
          <a:xfrm>
            <a:off x="9906000" y="1905000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9" name="text-268"/>
          <p:cNvSpPr>
            <a:spLocks noGrp="1"/>
          </p:cNvSpPr>
          <p:nvPr/>
        </p:nvSpPr>
        <p:spPr>
          <a:xfrm>
            <a:off x="1042035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70" name="Rectangle 269"/>
          <p:cNvSpPr>
            <a:spLocks noGrp="1"/>
          </p:cNvSpPr>
          <p:nvPr/>
        </p:nvSpPr>
        <p:spPr>
          <a:xfrm>
            <a:off x="5619750" y="3143250"/>
            <a:ext cx="666750" cy="6667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6286500" y="3143250"/>
            <a:ext cx="666750" cy="6667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6953250" y="3143250"/>
            <a:ext cx="666750" cy="6667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7620000" y="3143250"/>
            <a:ext cx="666750" cy="666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8286750" y="3143250"/>
            <a:ext cx="666750" cy="666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8953500" y="3143250"/>
            <a:ext cx="666750" cy="6667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9620250" y="3143250"/>
            <a:ext cx="666750" cy="6667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10287000" y="3143250"/>
            <a:ext cx="666750" cy="666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8" name="text-277"/>
          <p:cNvSpPr>
            <a:spLocks noGrp="1"/>
          </p:cNvSpPr>
          <p:nvPr/>
        </p:nvSpPr>
        <p:spPr>
          <a:xfrm>
            <a:off x="5572125" y="4143375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从左到右写出每格的码字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79" name="text-278"/>
          <p:cNvSpPr>
            <a:spLocks noGrp="1"/>
          </p:cNvSpPr>
          <p:nvPr/>
        </p:nvSpPr>
        <p:spPr>
          <a:xfrm>
            <a:off x="561975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0" name="text-279"/>
          <p:cNvSpPr>
            <a:spLocks noGrp="1"/>
          </p:cNvSpPr>
          <p:nvPr/>
        </p:nvSpPr>
        <p:spPr>
          <a:xfrm>
            <a:off x="628650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1" name="text-280"/>
          <p:cNvSpPr>
            <a:spLocks noGrp="1"/>
          </p:cNvSpPr>
          <p:nvPr/>
        </p:nvSpPr>
        <p:spPr>
          <a:xfrm>
            <a:off x="695325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2" name="text-281"/>
          <p:cNvSpPr>
            <a:spLocks noGrp="1"/>
          </p:cNvSpPr>
          <p:nvPr/>
        </p:nvSpPr>
        <p:spPr>
          <a:xfrm>
            <a:off x="762000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3" name="text-282"/>
          <p:cNvSpPr>
            <a:spLocks noGrp="1"/>
          </p:cNvSpPr>
          <p:nvPr/>
        </p:nvSpPr>
        <p:spPr>
          <a:xfrm>
            <a:off x="828675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4" name="text-283"/>
          <p:cNvSpPr>
            <a:spLocks noGrp="1"/>
          </p:cNvSpPr>
          <p:nvPr/>
        </p:nvSpPr>
        <p:spPr>
          <a:xfrm>
            <a:off x="895350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5" name="text-284"/>
          <p:cNvSpPr>
            <a:spLocks noGrp="1"/>
          </p:cNvSpPr>
          <p:nvPr/>
        </p:nvSpPr>
        <p:spPr>
          <a:xfrm>
            <a:off x="962025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6" name="text-285"/>
          <p:cNvSpPr>
            <a:spLocks noGrp="1"/>
          </p:cNvSpPr>
          <p:nvPr/>
        </p:nvSpPr>
        <p:spPr>
          <a:xfrm>
            <a:off x="1028700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7" name="text-286"/>
          <p:cNvSpPr>
            <a:spLocks noGrp="1"/>
          </p:cNvSpPr>
          <p:nvPr/>
        </p:nvSpPr>
        <p:spPr>
          <a:xfrm>
            <a:off x="5524500" y="581025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8×2 = 16 bit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位图和矢量图放大后有什么不同？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1143000" y="2047875"/>
            <a:ext cx="3619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位图</a:t>
            </a:r>
            <a:endParaRPr sz="3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000875" y="2047875"/>
            <a:ext cx="3619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矢量图</a:t>
            </a:r>
            <a:endParaRPr sz="3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952500" y="5715000"/>
            <a:ext cx="952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放大后，边缘会怎样？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Rectangle 34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位图和矢量图放大后有什么不同？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1143000" y="2047875"/>
            <a:ext cx="3619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位图</a:t>
            </a:r>
            <a:endParaRPr sz="3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000875" y="2047875"/>
            <a:ext cx="3619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矢量图</a:t>
            </a:r>
            <a:endParaRPr sz="3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952500" y="5715000"/>
            <a:ext cx="952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放大后，边缘会怎样？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381125" y="30003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781175" y="30003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181225" y="30003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581275" y="300037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981325" y="300037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381125" y="340042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781175" y="340042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2181225" y="340042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2581275" y="340042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2981325" y="340042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1381125" y="38004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1781175" y="380047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2181225" y="380047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2581275" y="38004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2981325" y="38004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381125" y="420052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781175" y="420052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2181225" y="420052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581275" y="420052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981325" y="420052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1381125" y="460057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1781175" y="46005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2181225" y="46005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2581275" y="46005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2981325" y="46005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Straight Connector 31"/>
          <p:cNvSpPr>
            <a:spLocks noGrp="1"/>
          </p:cNvSpPr>
          <p:nvPr/>
        </p:nvSpPr>
        <p:spPr>
          <a:xfrm flipV="1">
            <a:off x="7429500" y="2905125"/>
            <a:ext cx="2000250" cy="2000250"/>
          </a:xfrm>
          <a:prstGeom prst="line">
            <a:avLst/>
          </a:prstGeom>
          <a:ln w="66675">
            <a:solidFill>
              <a:srgbClr val="8C64E1"/>
            </a:solidFill>
            <a:prstDash val="solid"/>
          </a:ln>
        </p:spPr>
      </p:sp>
      <p:sp>
        <p:nvSpPr>
          <p:cNvPr id="33" name="text-32"/>
          <p:cNvSpPr>
            <a:spLocks noGrp="1"/>
          </p:cNvSpPr>
          <p:nvPr/>
        </p:nvSpPr>
        <p:spPr>
          <a:xfrm>
            <a:off x="3619500" y="4429125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像素点阵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4" name="text-33"/>
          <p:cNvSpPr>
            <a:spLocks noGrp="1"/>
          </p:cNvSpPr>
          <p:nvPr/>
        </p:nvSpPr>
        <p:spPr>
          <a:xfrm>
            <a:off x="8905875" y="4429125"/>
            <a:ext cx="247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重新绘制边界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1" name="Rectangle 260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格子不变，颜色还能怎样改进？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00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228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457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6859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9145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143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371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600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8289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0575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286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514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743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971925" y="1952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200525" y="1952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429125" y="1952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00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228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457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685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9145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143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371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600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2828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30575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3286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3514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3743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3971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4200525" y="2181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4429125" y="2181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0001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2287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4573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685925" y="2409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914525" y="2409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21431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23717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26003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28289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30575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32861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35147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37433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39719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42005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4429125" y="2409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000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228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4573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685925" y="2638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9145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2143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2371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26003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28289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30575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3286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3514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37433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39719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42005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4429125" y="2638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000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2287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4573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16859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19145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143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3717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6003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8289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3057525" y="2867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3286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35147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37433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39719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4200525" y="2867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4429125" y="2867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1000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12287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4573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16859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19145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143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3717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6003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8289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30575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3286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35147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7433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9719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4200525" y="3095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44291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10001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12287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4573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16859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19145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21431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23717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26003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28289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30575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2861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5147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7433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9719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4200525" y="3324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44291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10001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12287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4573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16859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19145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21431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23717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26003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28289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30575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2861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5147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7433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9719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42005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44291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10001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12287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4573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16859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19145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21431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23717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26003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28289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30575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32861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35147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37433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3971925" y="3781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2005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429125" y="3781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1000125" y="4010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12287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4573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1685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1914525" y="4010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2143125" y="4010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23717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26003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2828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30575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32861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35147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37433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3971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42005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44291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10001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12287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4573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1685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19145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21431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23717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26003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2828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30575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32861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35147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37433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3971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42005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44291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10001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12287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4573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16859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19145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21431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23717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26003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28289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30575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32861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35147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37433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39719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42005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44291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10001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12287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4573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16859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19145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21431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23717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26003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28289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30575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32861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35147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37433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39719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42005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44291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1000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12287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4573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16859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19145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2143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23717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26003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28289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30575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32861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35147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37433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39719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42005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4429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1000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1228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457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1685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1914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2143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2371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2600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2828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3057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3286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3514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3743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3971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4200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4429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1000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1228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457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1685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1914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2143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2371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2600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2828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3057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3286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3514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3743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3971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4200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4429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text-259"/>
          <p:cNvSpPr>
            <a:spLocks noGrp="1"/>
          </p:cNvSpPr>
          <p:nvPr/>
        </p:nvSpPr>
        <p:spPr>
          <a:xfrm>
            <a:off x="904875" y="5781675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16×16   4种颜色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8" name="Rectangle 517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格子不变，颜色还能怎样改进？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00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228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457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6859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9145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143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371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600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8289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0575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286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514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743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971925" y="1952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200525" y="1952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429125" y="1952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00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228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457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685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9145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143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371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600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2828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30575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3286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3514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3743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3971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4200525" y="2181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4429125" y="2181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0001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2287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4573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685925" y="2409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914525" y="2409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21431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23717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26003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28289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30575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32861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35147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37433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39719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42005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4429125" y="2409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000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228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4573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685925" y="2638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9145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2143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2371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26003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28289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30575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3286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3514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37433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39719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42005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4429125" y="2638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000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2287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4573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16859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19145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143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3717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6003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8289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3057525" y="2867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3286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35147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37433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39719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4200525" y="2867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4429125" y="2867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1000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12287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4573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16859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19145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143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3717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6003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8289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30575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3286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35147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7433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9719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4200525" y="3095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44291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10001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12287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4573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16859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19145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21431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23717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26003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28289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30575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2861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5147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7433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9719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4200525" y="3324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44291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10001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12287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4573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16859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19145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21431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23717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26003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28289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30575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2861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5147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7433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9719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42005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44291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10001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12287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4573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16859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19145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21431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23717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26003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28289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30575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32861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35147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37433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3971925" y="3781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2005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429125" y="3781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1000125" y="4010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12287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4573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1685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1914525" y="4010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2143125" y="4010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23717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26003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2828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30575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32861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35147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37433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3971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42005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44291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10001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12287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4573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1685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19145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21431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23717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26003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2828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30575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32861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35147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37433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3971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42005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44291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10001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12287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4573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16859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19145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21431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23717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26003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28289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30575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32861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35147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37433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39719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42005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44291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10001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12287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4573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16859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19145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21431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23717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26003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28289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30575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32861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35147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37433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39719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42005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44291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1000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12287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4573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16859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19145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2143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23717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26003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28289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30575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32861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35147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37433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39719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42005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4429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1000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1228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457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1685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1914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2143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2371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2600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2828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3057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3286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3514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3743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3971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4200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4429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1000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1228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457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1685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1914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2143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2371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2600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2828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3057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3286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3514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3743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3971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4200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4429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text-259"/>
          <p:cNvSpPr>
            <a:spLocks noGrp="1"/>
          </p:cNvSpPr>
          <p:nvPr/>
        </p:nvSpPr>
        <p:spPr>
          <a:xfrm>
            <a:off x="904875" y="5781675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16×16   4种颜色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1" name="Rectangle 260"/>
          <p:cNvSpPr>
            <a:spLocks noGrp="1"/>
          </p:cNvSpPr>
          <p:nvPr/>
        </p:nvSpPr>
        <p:spPr>
          <a:xfrm>
            <a:off x="7096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7324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7553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77819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80105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8239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8467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8696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89249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91535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9382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9610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9839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10067925" y="1952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10296525" y="1952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10525125" y="1952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7096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7324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7553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7781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80105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8239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8467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8696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8924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91535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9382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9610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9839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10067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10296525" y="2181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10525125" y="2181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70961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73247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75533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7781925" y="24098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8010525" y="2409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82391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84677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86963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89249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91535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93821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9610725" y="24098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98393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100679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102965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10525125" y="2409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7096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7324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75533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7781925" y="26384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80105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8239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8467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86963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89249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91535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9382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9610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98393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100679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102965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10525125" y="2638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5" name="Rectangle 324"/>
          <p:cNvSpPr>
            <a:spLocks noGrp="1"/>
          </p:cNvSpPr>
          <p:nvPr/>
        </p:nvSpPr>
        <p:spPr>
          <a:xfrm>
            <a:off x="7096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6" name="Rectangle 325"/>
          <p:cNvSpPr>
            <a:spLocks noGrp="1"/>
          </p:cNvSpPr>
          <p:nvPr/>
        </p:nvSpPr>
        <p:spPr>
          <a:xfrm>
            <a:off x="73247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7" name="Rectangle 326"/>
          <p:cNvSpPr>
            <a:spLocks noGrp="1"/>
          </p:cNvSpPr>
          <p:nvPr/>
        </p:nvSpPr>
        <p:spPr>
          <a:xfrm>
            <a:off x="75533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8" name="Rectangle 327"/>
          <p:cNvSpPr>
            <a:spLocks noGrp="1"/>
          </p:cNvSpPr>
          <p:nvPr/>
        </p:nvSpPr>
        <p:spPr>
          <a:xfrm>
            <a:off x="77819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9" name="Rectangle 328"/>
          <p:cNvSpPr>
            <a:spLocks noGrp="1"/>
          </p:cNvSpPr>
          <p:nvPr/>
        </p:nvSpPr>
        <p:spPr>
          <a:xfrm>
            <a:off x="80105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0" name="Rectangle 329"/>
          <p:cNvSpPr>
            <a:spLocks noGrp="1"/>
          </p:cNvSpPr>
          <p:nvPr/>
        </p:nvSpPr>
        <p:spPr>
          <a:xfrm>
            <a:off x="8239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1" name="Rectangle 330"/>
          <p:cNvSpPr>
            <a:spLocks noGrp="1"/>
          </p:cNvSpPr>
          <p:nvPr/>
        </p:nvSpPr>
        <p:spPr>
          <a:xfrm>
            <a:off x="84677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2" name="Rectangle 331"/>
          <p:cNvSpPr>
            <a:spLocks noGrp="1"/>
          </p:cNvSpPr>
          <p:nvPr/>
        </p:nvSpPr>
        <p:spPr>
          <a:xfrm>
            <a:off x="86963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3" name="Rectangle 332"/>
          <p:cNvSpPr>
            <a:spLocks noGrp="1"/>
          </p:cNvSpPr>
          <p:nvPr/>
        </p:nvSpPr>
        <p:spPr>
          <a:xfrm>
            <a:off x="8924925" y="2867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4" name="Rectangle 333"/>
          <p:cNvSpPr>
            <a:spLocks noGrp="1"/>
          </p:cNvSpPr>
          <p:nvPr/>
        </p:nvSpPr>
        <p:spPr>
          <a:xfrm>
            <a:off x="9153525" y="2867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5" name="Rectangle 334"/>
          <p:cNvSpPr>
            <a:spLocks noGrp="1"/>
          </p:cNvSpPr>
          <p:nvPr/>
        </p:nvSpPr>
        <p:spPr>
          <a:xfrm>
            <a:off x="9382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6" name="Rectangle 335"/>
          <p:cNvSpPr>
            <a:spLocks noGrp="1"/>
          </p:cNvSpPr>
          <p:nvPr/>
        </p:nvSpPr>
        <p:spPr>
          <a:xfrm>
            <a:off x="96107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7" name="Rectangle 336"/>
          <p:cNvSpPr>
            <a:spLocks noGrp="1"/>
          </p:cNvSpPr>
          <p:nvPr/>
        </p:nvSpPr>
        <p:spPr>
          <a:xfrm>
            <a:off x="9839325" y="2867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8" name="Rectangle 337"/>
          <p:cNvSpPr>
            <a:spLocks noGrp="1"/>
          </p:cNvSpPr>
          <p:nvPr/>
        </p:nvSpPr>
        <p:spPr>
          <a:xfrm>
            <a:off x="10067925" y="28670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9" name="Rectangle 338"/>
          <p:cNvSpPr>
            <a:spLocks noGrp="1"/>
          </p:cNvSpPr>
          <p:nvPr/>
        </p:nvSpPr>
        <p:spPr>
          <a:xfrm>
            <a:off x="10296525" y="28670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0" name="Rectangle 339"/>
          <p:cNvSpPr>
            <a:spLocks noGrp="1"/>
          </p:cNvSpPr>
          <p:nvPr/>
        </p:nvSpPr>
        <p:spPr>
          <a:xfrm>
            <a:off x="10525125" y="2867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1" name="Rectangle 340"/>
          <p:cNvSpPr>
            <a:spLocks noGrp="1"/>
          </p:cNvSpPr>
          <p:nvPr/>
        </p:nvSpPr>
        <p:spPr>
          <a:xfrm>
            <a:off x="7096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2" name="Rectangle 341"/>
          <p:cNvSpPr>
            <a:spLocks noGrp="1"/>
          </p:cNvSpPr>
          <p:nvPr/>
        </p:nvSpPr>
        <p:spPr>
          <a:xfrm>
            <a:off x="73247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3" name="Rectangle 342"/>
          <p:cNvSpPr>
            <a:spLocks noGrp="1"/>
          </p:cNvSpPr>
          <p:nvPr/>
        </p:nvSpPr>
        <p:spPr>
          <a:xfrm>
            <a:off x="75533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4" name="Rectangle 343"/>
          <p:cNvSpPr>
            <a:spLocks noGrp="1"/>
          </p:cNvSpPr>
          <p:nvPr/>
        </p:nvSpPr>
        <p:spPr>
          <a:xfrm>
            <a:off x="77819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5" name="Rectangle 344"/>
          <p:cNvSpPr>
            <a:spLocks noGrp="1"/>
          </p:cNvSpPr>
          <p:nvPr/>
        </p:nvSpPr>
        <p:spPr>
          <a:xfrm>
            <a:off x="80105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6" name="Rectangle 345"/>
          <p:cNvSpPr>
            <a:spLocks noGrp="1"/>
          </p:cNvSpPr>
          <p:nvPr/>
        </p:nvSpPr>
        <p:spPr>
          <a:xfrm>
            <a:off x="8239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7" name="Rectangle 346"/>
          <p:cNvSpPr>
            <a:spLocks noGrp="1"/>
          </p:cNvSpPr>
          <p:nvPr/>
        </p:nvSpPr>
        <p:spPr>
          <a:xfrm>
            <a:off x="8467725" y="30956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8" name="Rectangle 347"/>
          <p:cNvSpPr>
            <a:spLocks noGrp="1"/>
          </p:cNvSpPr>
          <p:nvPr/>
        </p:nvSpPr>
        <p:spPr>
          <a:xfrm>
            <a:off x="86963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9" name="Rectangle 348"/>
          <p:cNvSpPr>
            <a:spLocks noGrp="1"/>
          </p:cNvSpPr>
          <p:nvPr/>
        </p:nvSpPr>
        <p:spPr>
          <a:xfrm>
            <a:off x="89249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0" name="Rectangle 349"/>
          <p:cNvSpPr>
            <a:spLocks noGrp="1"/>
          </p:cNvSpPr>
          <p:nvPr/>
        </p:nvSpPr>
        <p:spPr>
          <a:xfrm>
            <a:off x="91535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1" name="Rectangle 350"/>
          <p:cNvSpPr>
            <a:spLocks noGrp="1"/>
          </p:cNvSpPr>
          <p:nvPr/>
        </p:nvSpPr>
        <p:spPr>
          <a:xfrm>
            <a:off x="9382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2" name="Rectangle 351"/>
          <p:cNvSpPr>
            <a:spLocks noGrp="1"/>
          </p:cNvSpPr>
          <p:nvPr/>
        </p:nvSpPr>
        <p:spPr>
          <a:xfrm>
            <a:off x="9610725" y="30956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3" name="Rectangle 352"/>
          <p:cNvSpPr>
            <a:spLocks noGrp="1"/>
          </p:cNvSpPr>
          <p:nvPr/>
        </p:nvSpPr>
        <p:spPr>
          <a:xfrm>
            <a:off x="98393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4" name="Rectangle 353"/>
          <p:cNvSpPr>
            <a:spLocks noGrp="1"/>
          </p:cNvSpPr>
          <p:nvPr/>
        </p:nvSpPr>
        <p:spPr>
          <a:xfrm>
            <a:off x="100679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5" name="Rectangle 354"/>
          <p:cNvSpPr>
            <a:spLocks noGrp="1"/>
          </p:cNvSpPr>
          <p:nvPr/>
        </p:nvSpPr>
        <p:spPr>
          <a:xfrm>
            <a:off x="10296525" y="30956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6" name="Rectangle 355"/>
          <p:cNvSpPr>
            <a:spLocks noGrp="1"/>
          </p:cNvSpPr>
          <p:nvPr/>
        </p:nvSpPr>
        <p:spPr>
          <a:xfrm>
            <a:off x="105251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7" name="Rectangle 356"/>
          <p:cNvSpPr>
            <a:spLocks noGrp="1"/>
          </p:cNvSpPr>
          <p:nvPr/>
        </p:nvSpPr>
        <p:spPr>
          <a:xfrm>
            <a:off x="70961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8" name="Rectangle 357"/>
          <p:cNvSpPr>
            <a:spLocks noGrp="1"/>
          </p:cNvSpPr>
          <p:nvPr/>
        </p:nvSpPr>
        <p:spPr>
          <a:xfrm>
            <a:off x="7324725" y="33242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9" name="Rectangle 358"/>
          <p:cNvSpPr>
            <a:spLocks noGrp="1"/>
          </p:cNvSpPr>
          <p:nvPr/>
        </p:nvSpPr>
        <p:spPr>
          <a:xfrm>
            <a:off x="75533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0" name="Rectangle 359"/>
          <p:cNvSpPr>
            <a:spLocks noGrp="1"/>
          </p:cNvSpPr>
          <p:nvPr/>
        </p:nvSpPr>
        <p:spPr>
          <a:xfrm>
            <a:off x="77819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1" name="Rectangle 360"/>
          <p:cNvSpPr>
            <a:spLocks noGrp="1"/>
          </p:cNvSpPr>
          <p:nvPr/>
        </p:nvSpPr>
        <p:spPr>
          <a:xfrm>
            <a:off x="80105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2" name="Rectangle 361"/>
          <p:cNvSpPr>
            <a:spLocks noGrp="1"/>
          </p:cNvSpPr>
          <p:nvPr/>
        </p:nvSpPr>
        <p:spPr>
          <a:xfrm>
            <a:off x="82391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3" name="Rectangle 362"/>
          <p:cNvSpPr>
            <a:spLocks noGrp="1"/>
          </p:cNvSpPr>
          <p:nvPr/>
        </p:nvSpPr>
        <p:spPr>
          <a:xfrm>
            <a:off x="84677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4" name="Rectangle 363"/>
          <p:cNvSpPr>
            <a:spLocks noGrp="1"/>
          </p:cNvSpPr>
          <p:nvPr/>
        </p:nvSpPr>
        <p:spPr>
          <a:xfrm>
            <a:off x="86963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5" name="Rectangle 364"/>
          <p:cNvSpPr>
            <a:spLocks noGrp="1"/>
          </p:cNvSpPr>
          <p:nvPr/>
        </p:nvSpPr>
        <p:spPr>
          <a:xfrm>
            <a:off x="89249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6" name="Rectangle 365"/>
          <p:cNvSpPr>
            <a:spLocks noGrp="1"/>
          </p:cNvSpPr>
          <p:nvPr/>
        </p:nvSpPr>
        <p:spPr>
          <a:xfrm>
            <a:off x="91535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7" name="Rectangle 366"/>
          <p:cNvSpPr>
            <a:spLocks noGrp="1"/>
          </p:cNvSpPr>
          <p:nvPr/>
        </p:nvSpPr>
        <p:spPr>
          <a:xfrm>
            <a:off x="93821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8" name="Rectangle 367"/>
          <p:cNvSpPr>
            <a:spLocks noGrp="1"/>
          </p:cNvSpPr>
          <p:nvPr/>
        </p:nvSpPr>
        <p:spPr>
          <a:xfrm>
            <a:off x="9610725" y="33242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9" name="Rectangle 368"/>
          <p:cNvSpPr>
            <a:spLocks noGrp="1"/>
          </p:cNvSpPr>
          <p:nvPr/>
        </p:nvSpPr>
        <p:spPr>
          <a:xfrm>
            <a:off x="98393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0" name="Rectangle 369"/>
          <p:cNvSpPr>
            <a:spLocks noGrp="1"/>
          </p:cNvSpPr>
          <p:nvPr/>
        </p:nvSpPr>
        <p:spPr>
          <a:xfrm>
            <a:off x="10067925" y="33242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1" name="Rectangle 370"/>
          <p:cNvSpPr>
            <a:spLocks noGrp="1"/>
          </p:cNvSpPr>
          <p:nvPr/>
        </p:nvSpPr>
        <p:spPr>
          <a:xfrm>
            <a:off x="10296525" y="3324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2" name="Rectangle 371"/>
          <p:cNvSpPr>
            <a:spLocks noGrp="1"/>
          </p:cNvSpPr>
          <p:nvPr/>
        </p:nvSpPr>
        <p:spPr>
          <a:xfrm>
            <a:off x="105251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3" name="Rectangle 372"/>
          <p:cNvSpPr>
            <a:spLocks noGrp="1"/>
          </p:cNvSpPr>
          <p:nvPr/>
        </p:nvSpPr>
        <p:spPr>
          <a:xfrm>
            <a:off x="7096125" y="35528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4" name="Rectangle 373"/>
          <p:cNvSpPr>
            <a:spLocks noGrp="1"/>
          </p:cNvSpPr>
          <p:nvPr/>
        </p:nvSpPr>
        <p:spPr>
          <a:xfrm>
            <a:off x="73247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5" name="Rectangle 374"/>
          <p:cNvSpPr>
            <a:spLocks noGrp="1"/>
          </p:cNvSpPr>
          <p:nvPr/>
        </p:nvSpPr>
        <p:spPr>
          <a:xfrm>
            <a:off x="7553325" y="35528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6" name="Rectangle 375"/>
          <p:cNvSpPr>
            <a:spLocks noGrp="1"/>
          </p:cNvSpPr>
          <p:nvPr/>
        </p:nvSpPr>
        <p:spPr>
          <a:xfrm>
            <a:off x="77819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7" name="Rectangle 376"/>
          <p:cNvSpPr>
            <a:spLocks noGrp="1"/>
          </p:cNvSpPr>
          <p:nvPr/>
        </p:nvSpPr>
        <p:spPr>
          <a:xfrm>
            <a:off x="80105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8" name="Rectangle 377"/>
          <p:cNvSpPr>
            <a:spLocks noGrp="1"/>
          </p:cNvSpPr>
          <p:nvPr/>
        </p:nvSpPr>
        <p:spPr>
          <a:xfrm>
            <a:off x="82391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9" name="Rectangle 378"/>
          <p:cNvSpPr>
            <a:spLocks noGrp="1"/>
          </p:cNvSpPr>
          <p:nvPr/>
        </p:nvSpPr>
        <p:spPr>
          <a:xfrm>
            <a:off x="84677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0" name="Rectangle 379"/>
          <p:cNvSpPr>
            <a:spLocks noGrp="1"/>
          </p:cNvSpPr>
          <p:nvPr/>
        </p:nvSpPr>
        <p:spPr>
          <a:xfrm>
            <a:off x="8696325" y="35528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1" name="Rectangle 380"/>
          <p:cNvSpPr>
            <a:spLocks noGrp="1"/>
          </p:cNvSpPr>
          <p:nvPr/>
        </p:nvSpPr>
        <p:spPr>
          <a:xfrm>
            <a:off x="8924925" y="35528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2" name="Rectangle 381"/>
          <p:cNvSpPr>
            <a:spLocks noGrp="1"/>
          </p:cNvSpPr>
          <p:nvPr/>
        </p:nvSpPr>
        <p:spPr>
          <a:xfrm>
            <a:off x="91535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3" name="Rectangle 382"/>
          <p:cNvSpPr>
            <a:spLocks noGrp="1"/>
          </p:cNvSpPr>
          <p:nvPr/>
        </p:nvSpPr>
        <p:spPr>
          <a:xfrm>
            <a:off x="93821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4" name="Rectangle 383"/>
          <p:cNvSpPr>
            <a:spLocks noGrp="1"/>
          </p:cNvSpPr>
          <p:nvPr/>
        </p:nvSpPr>
        <p:spPr>
          <a:xfrm>
            <a:off x="96107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5" name="Rectangle 384"/>
          <p:cNvSpPr>
            <a:spLocks noGrp="1"/>
          </p:cNvSpPr>
          <p:nvPr/>
        </p:nvSpPr>
        <p:spPr>
          <a:xfrm>
            <a:off x="98393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6" name="Rectangle 385"/>
          <p:cNvSpPr>
            <a:spLocks noGrp="1"/>
          </p:cNvSpPr>
          <p:nvPr/>
        </p:nvSpPr>
        <p:spPr>
          <a:xfrm>
            <a:off x="100679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7" name="Rectangle 386"/>
          <p:cNvSpPr>
            <a:spLocks noGrp="1"/>
          </p:cNvSpPr>
          <p:nvPr/>
        </p:nvSpPr>
        <p:spPr>
          <a:xfrm>
            <a:off x="102965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8" name="Rectangle 387"/>
          <p:cNvSpPr>
            <a:spLocks noGrp="1"/>
          </p:cNvSpPr>
          <p:nvPr/>
        </p:nvSpPr>
        <p:spPr>
          <a:xfrm>
            <a:off x="105251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9" name="Rectangle 388"/>
          <p:cNvSpPr>
            <a:spLocks noGrp="1"/>
          </p:cNvSpPr>
          <p:nvPr/>
        </p:nvSpPr>
        <p:spPr>
          <a:xfrm>
            <a:off x="70961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0" name="Rectangle 389"/>
          <p:cNvSpPr>
            <a:spLocks noGrp="1"/>
          </p:cNvSpPr>
          <p:nvPr/>
        </p:nvSpPr>
        <p:spPr>
          <a:xfrm>
            <a:off x="73247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1" name="Rectangle 390"/>
          <p:cNvSpPr>
            <a:spLocks noGrp="1"/>
          </p:cNvSpPr>
          <p:nvPr/>
        </p:nvSpPr>
        <p:spPr>
          <a:xfrm>
            <a:off x="7553325" y="37814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2" name="Rectangle 391"/>
          <p:cNvSpPr>
            <a:spLocks noGrp="1"/>
          </p:cNvSpPr>
          <p:nvPr/>
        </p:nvSpPr>
        <p:spPr>
          <a:xfrm>
            <a:off x="7781925" y="37814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3" name="Rectangle 392"/>
          <p:cNvSpPr>
            <a:spLocks noGrp="1"/>
          </p:cNvSpPr>
          <p:nvPr/>
        </p:nvSpPr>
        <p:spPr>
          <a:xfrm>
            <a:off x="80105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4" name="Rectangle 393"/>
          <p:cNvSpPr>
            <a:spLocks noGrp="1"/>
          </p:cNvSpPr>
          <p:nvPr/>
        </p:nvSpPr>
        <p:spPr>
          <a:xfrm>
            <a:off x="8239125" y="37814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5" name="Rectangle 394"/>
          <p:cNvSpPr>
            <a:spLocks noGrp="1"/>
          </p:cNvSpPr>
          <p:nvPr/>
        </p:nvSpPr>
        <p:spPr>
          <a:xfrm>
            <a:off x="84677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6" name="Rectangle 395"/>
          <p:cNvSpPr>
            <a:spLocks noGrp="1"/>
          </p:cNvSpPr>
          <p:nvPr/>
        </p:nvSpPr>
        <p:spPr>
          <a:xfrm>
            <a:off x="86963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7" name="Rectangle 396"/>
          <p:cNvSpPr>
            <a:spLocks noGrp="1"/>
          </p:cNvSpPr>
          <p:nvPr/>
        </p:nvSpPr>
        <p:spPr>
          <a:xfrm>
            <a:off x="89249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8" name="Rectangle 397"/>
          <p:cNvSpPr>
            <a:spLocks noGrp="1"/>
          </p:cNvSpPr>
          <p:nvPr/>
        </p:nvSpPr>
        <p:spPr>
          <a:xfrm>
            <a:off x="9153525" y="37814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9" name="Rectangle 398"/>
          <p:cNvSpPr>
            <a:spLocks noGrp="1"/>
          </p:cNvSpPr>
          <p:nvPr/>
        </p:nvSpPr>
        <p:spPr>
          <a:xfrm>
            <a:off x="93821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0" name="Rectangle 399"/>
          <p:cNvSpPr>
            <a:spLocks noGrp="1"/>
          </p:cNvSpPr>
          <p:nvPr/>
        </p:nvSpPr>
        <p:spPr>
          <a:xfrm>
            <a:off x="9610725" y="37814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1" name="Rectangle 400"/>
          <p:cNvSpPr>
            <a:spLocks noGrp="1"/>
          </p:cNvSpPr>
          <p:nvPr/>
        </p:nvSpPr>
        <p:spPr>
          <a:xfrm>
            <a:off x="98393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2" name="Rectangle 401"/>
          <p:cNvSpPr>
            <a:spLocks noGrp="1"/>
          </p:cNvSpPr>
          <p:nvPr/>
        </p:nvSpPr>
        <p:spPr>
          <a:xfrm>
            <a:off x="10067925" y="37814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3" name="Rectangle 402"/>
          <p:cNvSpPr>
            <a:spLocks noGrp="1"/>
          </p:cNvSpPr>
          <p:nvPr/>
        </p:nvSpPr>
        <p:spPr>
          <a:xfrm>
            <a:off x="102965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4" name="Rectangle 403"/>
          <p:cNvSpPr>
            <a:spLocks noGrp="1"/>
          </p:cNvSpPr>
          <p:nvPr/>
        </p:nvSpPr>
        <p:spPr>
          <a:xfrm>
            <a:off x="10525125" y="3781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5" name="Rectangle 404"/>
          <p:cNvSpPr>
            <a:spLocks noGrp="1"/>
          </p:cNvSpPr>
          <p:nvPr/>
        </p:nvSpPr>
        <p:spPr>
          <a:xfrm>
            <a:off x="7096125" y="4010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6" name="Rectangle 405"/>
          <p:cNvSpPr>
            <a:spLocks noGrp="1"/>
          </p:cNvSpPr>
          <p:nvPr/>
        </p:nvSpPr>
        <p:spPr>
          <a:xfrm>
            <a:off x="7324725" y="4010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7" name="Rectangle 406"/>
          <p:cNvSpPr>
            <a:spLocks noGrp="1"/>
          </p:cNvSpPr>
          <p:nvPr/>
        </p:nvSpPr>
        <p:spPr>
          <a:xfrm>
            <a:off x="75533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8" name="Rectangle 407"/>
          <p:cNvSpPr>
            <a:spLocks noGrp="1"/>
          </p:cNvSpPr>
          <p:nvPr/>
        </p:nvSpPr>
        <p:spPr>
          <a:xfrm>
            <a:off x="7781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9" name="Rectangle 408"/>
          <p:cNvSpPr>
            <a:spLocks noGrp="1"/>
          </p:cNvSpPr>
          <p:nvPr/>
        </p:nvSpPr>
        <p:spPr>
          <a:xfrm>
            <a:off x="8010525" y="40100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0" name="Rectangle 409"/>
          <p:cNvSpPr>
            <a:spLocks noGrp="1"/>
          </p:cNvSpPr>
          <p:nvPr/>
        </p:nvSpPr>
        <p:spPr>
          <a:xfrm>
            <a:off x="8239125" y="40100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1" name="Rectangle 410"/>
          <p:cNvSpPr>
            <a:spLocks noGrp="1"/>
          </p:cNvSpPr>
          <p:nvPr/>
        </p:nvSpPr>
        <p:spPr>
          <a:xfrm>
            <a:off x="8467725" y="40100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2" name="Rectangle 411"/>
          <p:cNvSpPr>
            <a:spLocks noGrp="1"/>
          </p:cNvSpPr>
          <p:nvPr/>
        </p:nvSpPr>
        <p:spPr>
          <a:xfrm>
            <a:off x="86963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3" name="Rectangle 412"/>
          <p:cNvSpPr>
            <a:spLocks noGrp="1"/>
          </p:cNvSpPr>
          <p:nvPr/>
        </p:nvSpPr>
        <p:spPr>
          <a:xfrm>
            <a:off x="8924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4" name="Rectangle 413"/>
          <p:cNvSpPr>
            <a:spLocks noGrp="1"/>
          </p:cNvSpPr>
          <p:nvPr/>
        </p:nvSpPr>
        <p:spPr>
          <a:xfrm>
            <a:off x="91535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5" name="Rectangle 414"/>
          <p:cNvSpPr>
            <a:spLocks noGrp="1"/>
          </p:cNvSpPr>
          <p:nvPr/>
        </p:nvSpPr>
        <p:spPr>
          <a:xfrm>
            <a:off x="93821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6" name="Rectangle 415"/>
          <p:cNvSpPr>
            <a:spLocks noGrp="1"/>
          </p:cNvSpPr>
          <p:nvPr/>
        </p:nvSpPr>
        <p:spPr>
          <a:xfrm>
            <a:off x="96107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7" name="Rectangle 416"/>
          <p:cNvSpPr>
            <a:spLocks noGrp="1"/>
          </p:cNvSpPr>
          <p:nvPr/>
        </p:nvSpPr>
        <p:spPr>
          <a:xfrm>
            <a:off x="9839325" y="4010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8" name="Rectangle 417"/>
          <p:cNvSpPr>
            <a:spLocks noGrp="1"/>
          </p:cNvSpPr>
          <p:nvPr/>
        </p:nvSpPr>
        <p:spPr>
          <a:xfrm>
            <a:off x="10067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9" name="Rectangle 418"/>
          <p:cNvSpPr>
            <a:spLocks noGrp="1"/>
          </p:cNvSpPr>
          <p:nvPr/>
        </p:nvSpPr>
        <p:spPr>
          <a:xfrm>
            <a:off x="102965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0" name="Rectangle 419"/>
          <p:cNvSpPr>
            <a:spLocks noGrp="1"/>
          </p:cNvSpPr>
          <p:nvPr/>
        </p:nvSpPr>
        <p:spPr>
          <a:xfrm>
            <a:off x="105251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1" name="Rectangle 420"/>
          <p:cNvSpPr>
            <a:spLocks noGrp="1"/>
          </p:cNvSpPr>
          <p:nvPr/>
        </p:nvSpPr>
        <p:spPr>
          <a:xfrm>
            <a:off x="70961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2" name="Rectangle 421"/>
          <p:cNvSpPr>
            <a:spLocks noGrp="1"/>
          </p:cNvSpPr>
          <p:nvPr/>
        </p:nvSpPr>
        <p:spPr>
          <a:xfrm>
            <a:off x="73247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3" name="Rectangle 422"/>
          <p:cNvSpPr>
            <a:spLocks noGrp="1"/>
          </p:cNvSpPr>
          <p:nvPr/>
        </p:nvSpPr>
        <p:spPr>
          <a:xfrm>
            <a:off x="7553325" y="42386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4" name="Rectangle 423"/>
          <p:cNvSpPr>
            <a:spLocks noGrp="1"/>
          </p:cNvSpPr>
          <p:nvPr/>
        </p:nvSpPr>
        <p:spPr>
          <a:xfrm>
            <a:off x="7781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5" name="Rectangle 424"/>
          <p:cNvSpPr>
            <a:spLocks noGrp="1"/>
          </p:cNvSpPr>
          <p:nvPr/>
        </p:nvSpPr>
        <p:spPr>
          <a:xfrm>
            <a:off x="80105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6" name="Rectangle 425"/>
          <p:cNvSpPr>
            <a:spLocks noGrp="1"/>
          </p:cNvSpPr>
          <p:nvPr/>
        </p:nvSpPr>
        <p:spPr>
          <a:xfrm>
            <a:off x="82391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7" name="Rectangle 426"/>
          <p:cNvSpPr>
            <a:spLocks noGrp="1"/>
          </p:cNvSpPr>
          <p:nvPr/>
        </p:nvSpPr>
        <p:spPr>
          <a:xfrm>
            <a:off x="84677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8" name="Rectangle 427"/>
          <p:cNvSpPr>
            <a:spLocks noGrp="1"/>
          </p:cNvSpPr>
          <p:nvPr/>
        </p:nvSpPr>
        <p:spPr>
          <a:xfrm>
            <a:off x="86963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9" name="Rectangle 428"/>
          <p:cNvSpPr>
            <a:spLocks noGrp="1"/>
          </p:cNvSpPr>
          <p:nvPr/>
        </p:nvSpPr>
        <p:spPr>
          <a:xfrm>
            <a:off x="8924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0" name="Rectangle 429"/>
          <p:cNvSpPr>
            <a:spLocks noGrp="1"/>
          </p:cNvSpPr>
          <p:nvPr/>
        </p:nvSpPr>
        <p:spPr>
          <a:xfrm>
            <a:off x="91535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1" name="Rectangle 430"/>
          <p:cNvSpPr>
            <a:spLocks noGrp="1"/>
          </p:cNvSpPr>
          <p:nvPr/>
        </p:nvSpPr>
        <p:spPr>
          <a:xfrm>
            <a:off x="93821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2" name="Rectangle 431"/>
          <p:cNvSpPr>
            <a:spLocks noGrp="1"/>
          </p:cNvSpPr>
          <p:nvPr/>
        </p:nvSpPr>
        <p:spPr>
          <a:xfrm>
            <a:off x="9610725" y="42386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3" name="Rectangle 432"/>
          <p:cNvSpPr>
            <a:spLocks noGrp="1"/>
          </p:cNvSpPr>
          <p:nvPr/>
        </p:nvSpPr>
        <p:spPr>
          <a:xfrm>
            <a:off x="98393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4" name="Rectangle 433"/>
          <p:cNvSpPr>
            <a:spLocks noGrp="1"/>
          </p:cNvSpPr>
          <p:nvPr/>
        </p:nvSpPr>
        <p:spPr>
          <a:xfrm>
            <a:off x="10067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5" name="Rectangle 434"/>
          <p:cNvSpPr>
            <a:spLocks noGrp="1"/>
          </p:cNvSpPr>
          <p:nvPr/>
        </p:nvSpPr>
        <p:spPr>
          <a:xfrm>
            <a:off x="102965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6" name="Rectangle 435"/>
          <p:cNvSpPr>
            <a:spLocks noGrp="1"/>
          </p:cNvSpPr>
          <p:nvPr/>
        </p:nvSpPr>
        <p:spPr>
          <a:xfrm>
            <a:off x="105251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7" name="Rectangle 436"/>
          <p:cNvSpPr>
            <a:spLocks noGrp="1"/>
          </p:cNvSpPr>
          <p:nvPr/>
        </p:nvSpPr>
        <p:spPr>
          <a:xfrm>
            <a:off x="70961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8" name="Rectangle 437"/>
          <p:cNvSpPr>
            <a:spLocks noGrp="1"/>
          </p:cNvSpPr>
          <p:nvPr/>
        </p:nvSpPr>
        <p:spPr>
          <a:xfrm>
            <a:off x="73247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9" name="Rectangle 438"/>
          <p:cNvSpPr>
            <a:spLocks noGrp="1"/>
          </p:cNvSpPr>
          <p:nvPr/>
        </p:nvSpPr>
        <p:spPr>
          <a:xfrm>
            <a:off x="75533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0" name="Rectangle 439"/>
          <p:cNvSpPr>
            <a:spLocks noGrp="1"/>
          </p:cNvSpPr>
          <p:nvPr/>
        </p:nvSpPr>
        <p:spPr>
          <a:xfrm>
            <a:off x="7781925" y="44672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1" name="Rectangle 440"/>
          <p:cNvSpPr>
            <a:spLocks noGrp="1"/>
          </p:cNvSpPr>
          <p:nvPr/>
        </p:nvSpPr>
        <p:spPr>
          <a:xfrm>
            <a:off x="80105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2" name="Rectangle 441"/>
          <p:cNvSpPr>
            <a:spLocks noGrp="1"/>
          </p:cNvSpPr>
          <p:nvPr/>
        </p:nvSpPr>
        <p:spPr>
          <a:xfrm>
            <a:off x="82391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3" name="Rectangle 442"/>
          <p:cNvSpPr>
            <a:spLocks noGrp="1"/>
          </p:cNvSpPr>
          <p:nvPr/>
        </p:nvSpPr>
        <p:spPr>
          <a:xfrm>
            <a:off x="84677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4" name="Rectangle 443"/>
          <p:cNvSpPr>
            <a:spLocks noGrp="1"/>
          </p:cNvSpPr>
          <p:nvPr/>
        </p:nvSpPr>
        <p:spPr>
          <a:xfrm>
            <a:off x="86963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5" name="Rectangle 444"/>
          <p:cNvSpPr>
            <a:spLocks noGrp="1"/>
          </p:cNvSpPr>
          <p:nvPr/>
        </p:nvSpPr>
        <p:spPr>
          <a:xfrm>
            <a:off x="89249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6" name="Rectangle 445"/>
          <p:cNvSpPr>
            <a:spLocks noGrp="1"/>
          </p:cNvSpPr>
          <p:nvPr/>
        </p:nvSpPr>
        <p:spPr>
          <a:xfrm>
            <a:off x="9153525" y="44672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7" name="Rectangle 446"/>
          <p:cNvSpPr>
            <a:spLocks noGrp="1"/>
          </p:cNvSpPr>
          <p:nvPr/>
        </p:nvSpPr>
        <p:spPr>
          <a:xfrm>
            <a:off x="93821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8" name="Rectangle 447"/>
          <p:cNvSpPr>
            <a:spLocks noGrp="1"/>
          </p:cNvSpPr>
          <p:nvPr/>
        </p:nvSpPr>
        <p:spPr>
          <a:xfrm>
            <a:off x="96107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9" name="Rectangle 448"/>
          <p:cNvSpPr>
            <a:spLocks noGrp="1"/>
          </p:cNvSpPr>
          <p:nvPr/>
        </p:nvSpPr>
        <p:spPr>
          <a:xfrm>
            <a:off x="98393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0" name="Rectangle 449"/>
          <p:cNvSpPr>
            <a:spLocks noGrp="1"/>
          </p:cNvSpPr>
          <p:nvPr/>
        </p:nvSpPr>
        <p:spPr>
          <a:xfrm>
            <a:off x="100679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1" name="Rectangle 450"/>
          <p:cNvSpPr>
            <a:spLocks noGrp="1"/>
          </p:cNvSpPr>
          <p:nvPr/>
        </p:nvSpPr>
        <p:spPr>
          <a:xfrm>
            <a:off x="10296525" y="44672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2" name="Rectangle 451"/>
          <p:cNvSpPr>
            <a:spLocks noGrp="1"/>
          </p:cNvSpPr>
          <p:nvPr/>
        </p:nvSpPr>
        <p:spPr>
          <a:xfrm>
            <a:off x="105251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3" name="Rectangle 452"/>
          <p:cNvSpPr>
            <a:spLocks noGrp="1"/>
          </p:cNvSpPr>
          <p:nvPr/>
        </p:nvSpPr>
        <p:spPr>
          <a:xfrm>
            <a:off x="70961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4" name="Rectangle 453"/>
          <p:cNvSpPr>
            <a:spLocks noGrp="1"/>
          </p:cNvSpPr>
          <p:nvPr/>
        </p:nvSpPr>
        <p:spPr>
          <a:xfrm>
            <a:off x="73247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5" name="Rectangle 454"/>
          <p:cNvSpPr>
            <a:spLocks noGrp="1"/>
          </p:cNvSpPr>
          <p:nvPr/>
        </p:nvSpPr>
        <p:spPr>
          <a:xfrm>
            <a:off x="75533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6" name="Rectangle 455"/>
          <p:cNvSpPr>
            <a:spLocks noGrp="1"/>
          </p:cNvSpPr>
          <p:nvPr/>
        </p:nvSpPr>
        <p:spPr>
          <a:xfrm>
            <a:off x="77819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7" name="Rectangle 456"/>
          <p:cNvSpPr>
            <a:spLocks noGrp="1"/>
          </p:cNvSpPr>
          <p:nvPr/>
        </p:nvSpPr>
        <p:spPr>
          <a:xfrm>
            <a:off x="80105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8" name="Rectangle 457"/>
          <p:cNvSpPr>
            <a:spLocks noGrp="1"/>
          </p:cNvSpPr>
          <p:nvPr/>
        </p:nvSpPr>
        <p:spPr>
          <a:xfrm>
            <a:off x="82391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9" name="Rectangle 458"/>
          <p:cNvSpPr>
            <a:spLocks noGrp="1"/>
          </p:cNvSpPr>
          <p:nvPr/>
        </p:nvSpPr>
        <p:spPr>
          <a:xfrm>
            <a:off x="84677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0" name="Rectangle 459"/>
          <p:cNvSpPr>
            <a:spLocks noGrp="1"/>
          </p:cNvSpPr>
          <p:nvPr/>
        </p:nvSpPr>
        <p:spPr>
          <a:xfrm>
            <a:off x="86963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1" name="Rectangle 460"/>
          <p:cNvSpPr>
            <a:spLocks noGrp="1"/>
          </p:cNvSpPr>
          <p:nvPr/>
        </p:nvSpPr>
        <p:spPr>
          <a:xfrm>
            <a:off x="89249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2" name="Rectangle 461"/>
          <p:cNvSpPr>
            <a:spLocks noGrp="1"/>
          </p:cNvSpPr>
          <p:nvPr/>
        </p:nvSpPr>
        <p:spPr>
          <a:xfrm>
            <a:off x="91535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3" name="Rectangle 462"/>
          <p:cNvSpPr>
            <a:spLocks noGrp="1"/>
          </p:cNvSpPr>
          <p:nvPr/>
        </p:nvSpPr>
        <p:spPr>
          <a:xfrm>
            <a:off x="93821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4" name="Rectangle 463"/>
          <p:cNvSpPr>
            <a:spLocks noGrp="1"/>
          </p:cNvSpPr>
          <p:nvPr/>
        </p:nvSpPr>
        <p:spPr>
          <a:xfrm>
            <a:off x="96107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5" name="Rectangle 464"/>
          <p:cNvSpPr>
            <a:spLocks noGrp="1"/>
          </p:cNvSpPr>
          <p:nvPr/>
        </p:nvSpPr>
        <p:spPr>
          <a:xfrm>
            <a:off x="98393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6" name="Rectangle 465"/>
          <p:cNvSpPr>
            <a:spLocks noGrp="1"/>
          </p:cNvSpPr>
          <p:nvPr/>
        </p:nvSpPr>
        <p:spPr>
          <a:xfrm>
            <a:off x="100679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7" name="Rectangle 466"/>
          <p:cNvSpPr>
            <a:spLocks noGrp="1"/>
          </p:cNvSpPr>
          <p:nvPr/>
        </p:nvSpPr>
        <p:spPr>
          <a:xfrm>
            <a:off x="102965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8" name="Rectangle 467"/>
          <p:cNvSpPr>
            <a:spLocks noGrp="1"/>
          </p:cNvSpPr>
          <p:nvPr/>
        </p:nvSpPr>
        <p:spPr>
          <a:xfrm>
            <a:off x="105251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9" name="Rectangle 468"/>
          <p:cNvSpPr>
            <a:spLocks noGrp="1"/>
          </p:cNvSpPr>
          <p:nvPr/>
        </p:nvSpPr>
        <p:spPr>
          <a:xfrm>
            <a:off x="7096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0" name="Rectangle 469"/>
          <p:cNvSpPr>
            <a:spLocks noGrp="1"/>
          </p:cNvSpPr>
          <p:nvPr/>
        </p:nvSpPr>
        <p:spPr>
          <a:xfrm>
            <a:off x="73247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1" name="Rectangle 470"/>
          <p:cNvSpPr>
            <a:spLocks noGrp="1"/>
          </p:cNvSpPr>
          <p:nvPr/>
        </p:nvSpPr>
        <p:spPr>
          <a:xfrm>
            <a:off x="75533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2" name="Rectangle 471"/>
          <p:cNvSpPr>
            <a:spLocks noGrp="1"/>
          </p:cNvSpPr>
          <p:nvPr/>
        </p:nvSpPr>
        <p:spPr>
          <a:xfrm>
            <a:off x="77819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3" name="Rectangle 472"/>
          <p:cNvSpPr>
            <a:spLocks noGrp="1"/>
          </p:cNvSpPr>
          <p:nvPr/>
        </p:nvSpPr>
        <p:spPr>
          <a:xfrm>
            <a:off x="80105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4" name="Rectangle 473"/>
          <p:cNvSpPr>
            <a:spLocks noGrp="1"/>
          </p:cNvSpPr>
          <p:nvPr/>
        </p:nvSpPr>
        <p:spPr>
          <a:xfrm>
            <a:off x="8239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5" name="Rectangle 474"/>
          <p:cNvSpPr>
            <a:spLocks noGrp="1"/>
          </p:cNvSpPr>
          <p:nvPr/>
        </p:nvSpPr>
        <p:spPr>
          <a:xfrm>
            <a:off x="84677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6" name="Rectangle 475"/>
          <p:cNvSpPr>
            <a:spLocks noGrp="1"/>
          </p:cNvSpPr>
          <p:nvPr/>
        </p:nvSpPr>
        <p:spPr>
          <a:xfrm>
            <a:off x="86963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7" name="Rectangle 476"/>
          <p:cNvSpPr>
            <a:spLocks noGrp="1"/>
          </p:cNvSpPr>
          <p:nvPr/>
        </p:nvSpPr>
        <p:spPr>
          <a:xfrm>
            <a:off x="89249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8" name="Rectangle 477"/>
          <p:cNvSpPr>
            <a:spLocks noGrp="1"/>
          </p:cNvSpPr>
          <p:nvPr/>
        </p:nvSpPr>
        <p:spPr>
          <a:xfrm>
            <a:off x="91535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9" name="Rectangle 478"/>
          <p:cNvSpPr>
            <a:spLocks noGrp="1"/>
          </p:cNvSpPr>
          <p:nvPr/>
        </p:nvSpPr>
        <p:spPr>
          <a:xfrm>
            <a:off x="93821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0" name="Rectangle 479"/>
          <p:cNvSpPr>
            <a:spLocks noGrp="1"/>
          </p:cNvSpPr>
          <p:nvPr/>
        </p:nvSpPr>
        <p:spPr>
          <a:xfrm>
            <a:off x="96107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1" name="Rectangle 480"/>
          <p:cNvSpPr>
            <a:spLocks noGrp="1"/>
          </p:cNvSpPr>
          <p:nvPr/>
        </p:nvSpPr>
        <p:spPr>
          <a:xfrm>
            <a:off x="98393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2" name="Rectangle 481"/>
          <p:cNvSpPr>
            <a:spLocks noGrp="1"/>
          </p:cNvSpPr>
          <p:nvPr/>
        </p:nvSpPr>
        <p:spPr>
          <a:xfrm>
            <a:off x="10067925" y="49244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3" name="Rectangle 482"/>
          <p:cNvSpPr>
            <a:spLocks noGrp="1"/>
          </p:cNvSpPr>
          <p:nvPr/>
        </p:nvSpPr>
        <p:spPr>
          <a:xfrm>
            <a:off x="102965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4" name="Rectangle 483"/>
          <p:cNvSpPr>
            <a:spLocks noGrp="1"/>
          </p:cNvSpPr>
          <p:nvPr/>
        </p:nvSpPr>
        <p:spPr>
          <a:xfrm>
            <a:off x="10525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5" name="Rectangle 484"/>
          <p:cNvSpPr>
            <a:spLocks noGrp="1"/>
          </p:cNvSpPr>
          <p:nvPr/>
        </p:nvSpPr>
        <p:spPr>
          <a:xfrm>
            <a:off x="7096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6" name="Rectangle 485"/>
          <p:cNvSpPr>
            <a:spLocks noGrp="1"/>
          </p:cNvSpPr>
          <p:nvPr/>
        </p:nvSpPr>
        <p:spPr>
          <a:xfrm>
            <a:off x="7324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7" name="Rectangle 486"/>
          <p:cNvSpPr>
            <a:spLocks noGrp="1"/>
          </p:cNvSpPr>
          <p:nvPr/>
        </p:nvSpPr>
        <p:spPr>
          <a:xfrm>
            <a:off x="7553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8" name="Rectangle 487"/>
          <p:cNvSpPr>
            <a:spLocks noGrp="1"/>
          </p:cNvSpPr>
          <p:nvPr/>
        </p:nvSpPr>
        <p:spPr>
          <a:xfrm>
            <a:off x="7781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9" name="Rectangle 488"/>
          <p:cNvSpPr>
            <a:spLocks noGrp="1"/>
          </p:cNvSpPr>
          <p:nvPr/>
        </p:nvSpPr>
        <p:spPr>
          <a:xfrm>
            <a:off x="8010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0" name="Rectangle 489"/>
          <p:cNvSpPr>
            <a:spLocks noGrp="1"/>
          </p:cNvSpPr>
          <p:nvPr/>
        </p:nvSpPr>
        <p:spPr>
          <a:xfrm>
            <a:off x="8239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1" name="Rectangle 490"/>
          <p:cNvSpPr>
            <a:spLocks noGrp="1"/>
          </p:cNvSpPr>
          <p:nvPr/>
        </p:nvSpPr>
        <p:spPr>
          <a:xfrm>
            <a:off x="8467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2" name="Rectangle 491"/>
          <p:cNvSpPr>
            <a:spLocks noGrp="1"/>
          </p:cNvSpPr>
          <p:nvPr/>
        </p:nvSpPr>
        <p:spPr>
          <a:xfrm>
            <a:off x="8696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3" name="Rectangle 492"/>
          <p:cNvSpPr>
            <a:spLocks noGrp="1"/>
          </p:cNvSpPr>
          <p:nvPr/>
        </p:nvSpPr>
        <p:spPr>
          <a:xfrm>
            <a:off x="8924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4" name="Rectangle 493"/>
          <p:cNvSpPr>
            <a:spLocks noGrp="1"/>
          </p:cNvSpPr>
          <p:nvPr/>
        </p:nvSpPr>
        <p:spPr>
          <a:xfrm>
            <a:off x="9153525" y="5153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5" name="Rectangle 494"/>
          <p:cNvSpPr>
            <a:spLocks noGrp="1"/>
          </p:cNvSpPr>
          <p:nvPr/>
        </p:nvSpPr>
        <p:spPr>
          <a:xfrm>
            <a:off x="9382125" y="5153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6" name="Rectangle 495"/>
          <p:cNvSpPr>
            <a:spLocks noGrp="1"/>
          </p:cNvSpPr>
          <p:nvPr/>
        </p:nvSpPr>
        <p:spPr>
          <a:xfrm>
            <a:off x="9610725" y="5153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7" name="Rectangle 496"/>
          <p:cNvSpPr>
            <a:spLocks noGrp="1"/>
          </p:cNvSpPr>
          <p:nvPr/>
        </p:nvSpPr>
        <p:spPr>
          <a:xfrm>
            <a:off x="9839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8" name="Rectangle 497"/>
          <p:cNvSpPr>
            <a:spLocks noGrp="1"/>
          </p:cNvSpPr>
          <p:nvPr/>
        </p:nvSpPr>
        <p:spPr>
          <a:xfrm>
            <a:off x="10067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9" name="Rectangle 498"/>
          <p:cNvSpPr>
            <a:spLocks noGrp="1"/>
          </p:cNvSpPr>
          <p:nvPr/>
        </p:nvSpPr>
        <p:spPr>
          <a:xfrm>
            <a:off x="10296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0" name="Rectangle 499"/>
          <p:cNvSpPr>
            <a:spLocks noGrp="1"/>
          </p:cNvSpPr>
          <p:nvPr/>
        </p:nvSpPr>
        <p:spPr>
          <a:xfrm>
            <a:off x="10525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1" name="Rectangle 500"/>
          <p:cNvSpPr>
            <a:spLocks noGrp="1"/>
          </p:cNvSpPr>
          <p:nvPr/>
        </p:nvSpPr>
        <p:spPr>
          <a:xfrm>
            <a:off x="7096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2" name="Rectangle 501"/>
          <p:cNvSpPr>
            <a:spLocks noGrp="1"/>
          </p:cNvSpPr>
          <p:nvPr/>
        </p:nvSpPr>
        <p:spPr>
          <a:xfrm>
            <a:off x="7324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3" name="Rectangle 502"/>
          <p:cNvSpPr>
            <a:spLocks noGrp="1"/>
          </p:cNvSpPr>
          <p:nvPr/>
        </p:nvSpPr>
        <p:spPr>
          <a:xfrm>
            <a:off x="7553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4" name="Rectangle 503"/>
          <p:cNvSpPr>
            <a:spLocks noGrp="1"/>
          </p:cNvSpPr>
          <p:nvPr/>
        </p:nvSpPr>
        <p:spPr>
          <a:xfrm>
            <a:off x="7781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5" name="Rectangle 504"/>
          <p:cNvSpPr>
            <a:spLocks noGrp="1"/>
          </p:cNvSpPr>
          <p:nvPr/>
        </p:nvSpPr>
        <p:spPr>
          <a:xfrm>
            <a:off x="8010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6" name="Rectangle 505"/>
          <p:cNvSpPr>
            <a:spLocks noGrp="1"/>
          </p:cNvSpPr>
          <p:nvPr/>
        </p:nvSpPr>
        <p:spPr>
          <a:xfrm>
            <a:off x="8239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7" name="Rectangle 506"/>
          <p:cNvSpPr>
            <a:spLocks noGrp="1"/>
          </p:cNvSpPr>
          <p:nvPr/>
        </p:nvSpPr>
        <p:spPr>
          <a:xfrm>
            <a:off x="8467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8" name="Rectangle 507"/>
          <p:cNvSpPr>
            <a:spLocks noGrp="1"/>
          </p:cNvSpPr>
          <p:nvPr/>
        </p:nvSpPr>
        <p:spPr>
          <a:xfrm>
            <a:off x="8696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9" name="Rectangle 508"/>
          <p:cNvSpPr>
            <a:spLocks noGrp="1"/>
          </p:cNvSpPr>
          <p:nvPr/>
        </p:nvSpPr>
        <p:spPr>
          <a:xfrm>
            <a:off x="8924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0" name="Rectangle 509"/>
          <p:cNvSpPr>
            <a:spLocks noGrp="1"/>
          </p:cNvSpPr>
          <p:nvPr/>
        </p:nvSpPr>
        <p:spPr>
          <a:xfrm>
            <a:off x="9153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1" name="Rectangle 510"/>
          <p:cNvSpPr>
            <a:spLocks noGrp="1"/>
          </p:cNvSpPr>
          <p:nvPr/>
        </p:nvSpPr>
        <p:spPr>
          <a:xfrm>
            <a:off x="9382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2" name="Rectangle 511"/>
          <p:cNvSpPr>
            <a:spLocks noGrp="1"/>
          </p:cNvSpPr>
          <p:nvPr/>
        </p:nvSpPr>
        <p:spPr>
          <a:xfrm>
            <a:off x="9610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3" name="Rectangle 512"/>
          <p:cNvSpPr>
            <a:spLocks noGrp="1"/>
          </p:cNvSpPr>
          <p:nvPr/>
        </p:nvSpPr>
        <p:spPr>
          <a:xfrm>
            <a:off x="9839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4" name="Rectangle 513"/>
          <p:cNvSpPr>
            <a:spLocks noGrp="1"/>
          </p:cNvSpPr>
          <p:nvPr/>
        </p:nvSpPr>
        <p:spPr>
          <a:xfrm>
            <a:off x="10067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5" name="Rectangle 514"/>
          <p:cNvSpPr>
            <a:spLocks noGrp="1"/>
          </p:cNvSpPr>
          <p:nvPr/>
        </p:nvSpPr>
        <p:spPr>
          <a:xfrm>
            <a:off x="10296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6" name="Rectangle 515"/>
          <p:cNvSpPr>
            <a:spLocks noGrp="1"/>
          </p:cNvSpPr>
          <p:nvPr/>
        </p:nvSpPr>
        <p:spPr>
          <a:xfrm>
            <a:off x="10525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7" name="text-516"/>
          <p:cNvSpPr>
            <a:spLocks noGrp="1"/>
          </p:cNvSpPr>
          <p:nvPr/>
        </p:nvSpPr>
        <p:spPr>
          <a:xfrm>
            <a:off x="6715125" y="578167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16×16   6种颜色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9" name="Rectangle 26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同一个样本，增加两种近似选择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7620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93345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1049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27635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4478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161925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17907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196215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1336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230505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24765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264795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28194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2990850" y="21907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3162300" y="21907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3333750" y="21907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620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9334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1049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2763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4478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16192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17907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19621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21336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23050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24765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26479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28194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29908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3162300" y="23622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3333750" y="23622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76200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93345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104900" y="25336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276350" y="25336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447800" y="25336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161925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179070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196215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213360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230505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2476500" y="25336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2647950" y="25336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281940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299085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3162300" y="25336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3333750" y="25336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76200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93345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104900" y="27051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276350" y="27051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447800" y="27051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161925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179070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196215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213360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230505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247650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264795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281940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299085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3162300" y="27051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3333750" y="27051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76200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93345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10490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127635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144780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161925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179070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1962150" y="28765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133600" y="28765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2305050" y="28765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247650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2647950" y="28765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2819400" y="28765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299085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3162300" y="28765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3333750" y="28765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76200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93345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10490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127635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144780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161925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1790700" y="30480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1962150" y="30480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133600" y="30480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2305050" y="30480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247650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2647950" y="30480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2819400" y="30480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2990850" y="30480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3162300" y="30480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3333750" y="30480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762000" y="32194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933450" y="32194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104900" y="32194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1276350" y="32194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1447800" y="32194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1619250" y="32194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1790700" y="32194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1962150" y="32194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2133600" y="32194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2305050" y="32194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2476500" y="32194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2647950" y="32194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2819400" y="32194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2990850" y="32194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3162300" y="32194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3333750" y="32194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762000" y="33909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933450" y="33909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104900" y="33909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1276350" y="33909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1447800" y="33909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1619250" y="33909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1790700" y="33909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1962150" y="33909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2133600" y="33909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2305050" y="33909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2476500" y="33909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2647950" y="33909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2819400" y="33909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2990850" y="33909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3162300" y="33909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3333750" y="33909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762000" y="35623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933450" y="35623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104900" y="35623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1276350" y="35623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1447800" y="35623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1619250" y="35623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1790700" y="35623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1962150" y="35623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2133600" y="35623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2305050" y="35623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2476500" y="35623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2647950" y="35623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2819400" y="35623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2990850" y="35623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3162300" y="35623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3333750" y="35623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762000" y="37338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933450" y="37338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10490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127635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1447800" y="37338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1619250" y="37338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179070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196215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213360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230505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2476500" y="37338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2647950" y="37338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2819400" y="37338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299085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316230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3333750" y="37338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762000" y="39052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933450" y="39052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104900" y="39052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127635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144780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161925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179070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196215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213360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2305050" y="39052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2476500" y="39052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2647950" y="39052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2819400" y="39052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299085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3162300" y="39052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3333750" y="39052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762000" y="40767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933450" y="40767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104900" y="40767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1276350" y="40767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1447800" y="40767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1619250" y="40767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1790700" y="40767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1962150" y="40767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2133600" y="40767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2305050" y="40767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2476500" y="40767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2647950" y="40767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2819400" y="40767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2990850" y="40767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3162300" y="40767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3333750" y="40767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76200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93345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10490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127635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144780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1619250" y="42481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1790700" y="42481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1962150" y="42481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2133600" y="42481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2305050" y="42481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2476500" y="42481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2647950" y="42481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2819400" y="42481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2990850" y="42481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316230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333375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76200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93345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10490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127635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144780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161925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179070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1962150" y="44196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2133600" y="44196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2305050" y="44196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2476500" y="44196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2647950" y="44196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2819400" y="44196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299085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316230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333375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7620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9334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1049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12763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14478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16192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17907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19621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21336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23050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24765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26479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28194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29908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31623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33337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7620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9334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1049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12763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14478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16192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17907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19621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21336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23050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24765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26479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28194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29908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31623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33337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2819400" y="3733800"/>
            <a:ext cx="171450" cy="171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261" name="text-260"/>
          <p:cNvSpPr>
            <a:spLocks noGrp="1"/>
          </p:cNvSpPr>
          <p:nvPr/>
        </p:nvSpPr>
        <p:spPr>
          <a:xfrm>
            <a:off x="762000" y="5286375"/>
            <a:ext cx="4095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第10行，第13列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2" name="text-261"/>
          <p:cNvSpPr>
            <a:spLocks noGrp="1"/>
          </p:cNvSpPr>
          <p:nvPr/>
        </p:nvSpPr>
        <p:spPr>
          <a:xfrm>
            <a:off x="4667250" y="2238375"/>
            <a:ext cx="204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样本平均色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3" name="Rectangle 262"/>
          <p:cNvSpPr>
            <a:spLocks noGrp="1"/>
          </p:cNvSpPr>
          <p:nvPr/>
        </p:nvSpPr>
        <p:spPr>
          <a:xfrm>
            <a:off x="4667250" y="3000375"/>
            <a:ext cx="1714500" cy="1428750"/>
          </a:xfrm>
          <a:prstGeom prst="rect">
            <a:avLst/>
          </a:prstGeom>
          <a:solidFill>
            <a:srgbClr val="4E4944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4" name="text-263"/>
          <p:cNvSpPr>
            <a:spLocks noGrp="1"/>
          </p:cNvSpPr>
          <p:nvPr/>
        </p:nvSpPr>
        <p:spPr>
          <a:xfrm>
            <a:off x="6905625" y="2238375"/>
            <a:ext cx="204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四色量化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5" name="Rectangle 264"/>
          <p:cNvSpPr>
            <a:spLocks noGrp="1"/>
          </p:cNvSpPr>
          <p:nvPr/>
        </p:nvSpPr>
        <p:spPr>
          <a:xfrm>
            <a:off x="6905625" y="3000375"/>
            <a:ext cx="1714500" cy="1428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6" name="text-265"/>
          <p:cNvSpPr>
            <a:spLocks noGrp="1"/>
          </p:cNvSpPr>
          <p:nvPr/>
        </p:nvSpPr>
        <p:spPr>
          <a:xfrm>
            <a:off x="9144000" y="2238375"/>
            <a:ext cx="204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六色量化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7" name="Rectangle 266"/>
          <p:cNvSpPr>
            <a:spLocks noGrp="1"/>
          </p:cNvSpPr>
          <p:nvPr/>
        </p:nvSpPr>
        <p:spPr>
          <a:xfrm>
            <a:off x="9144000" y="3000375"/>
            <a:ext cx="1714500" cy="142875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8" name="text-267"/>
          <p:cNvSpPr>
            <a:spLocks noGrp="1"/>
          </p:cNvSpPr>
          <p:nvPr/>
        </p:nvSpPr>
        <p:spPr>
          <a:xfrm>
            <a:off x="4429125" y="5286375"/>
            <a:ext cx="7143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位置和样本相同，改变的是可选颜色。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六种颜色，至少需要几个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809750" y="2714625"/>
            <a:ext cx="762000" cy="762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2876550" y="2714625"/>
            <a:ext cx="762000" cy="762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943350" y="2714625"/>
            <a:ext cx="762000" cy="7620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010150" y="2714625"/>
            <a:ext cx="762000" cy="762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6076950" y="2714625"/>
            <a:ext cx="762000" cy="7620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143750" y="2714625"/>
            <a:ext cx="762000" cy="7620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text-9"/>
          <p:cNvSpPr>
            <a:spLocks noGrp="1"/>
          </p:cNvSpPr>
          <p:nvPr/>
        </p:nvSpPr>
        <p:spPr>
          <a:xfrm>
            <a:off x="952500" y="1809750"/>
            <a:ext cx="9048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仍保持16×16个位置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六种颜色，至少需要几个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809750" y="2714625"/>
            <a:ext cx="762000" cy="762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2876550" y="2714625"/>
            <a:ext cx="762000" cy="762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943350" y="2714625"/>
            <a:ext cx="762000" cy="7620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010150" y="2714625"/>
            <a:ext cx="762000" cy="762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6076950" y="2714625"/>
            <a:ext cx="762000" cy="7620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143750" y="2714625"/>
            <a:ext cx="762000" cy="7620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text-9"/>
          <p:cNvSpPr>
            <a:spLocks noGrp="1"/>
          </p:cNvSpPr>
          <p:nvPr/>
        </p:nvSpPr>
        <p:spPr>
          <a:xfrm>
            <a:off x="952500" y="1809750"/>
            <a:ext cx="9048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仍保持16×16个位置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2286000" y="4238625"/>
            <a:ext cx="8096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2² = 4 &lt; 6 ≤ 8 = 2³</a:t>
            </a:r>
            <a:endParaRPr sz="36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" name="text-11"/>
          <p:cNvSpPr>
            <a:spLocks noGrp="1"/>
          </p:cNvSpPr>
          <p:nvPr/>
        </p:nvSpPr>
        <p:spPr>
          <a:xfrm>
            <a:off x="2286000" y="5334000"/>
            <a:ext cx="8572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最少3bit；8个码字中使用6个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6" name="Rectangle 58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三轮熊猫实验说明了什么？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0858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3144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5430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7716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0002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2288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457450" y="2000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8572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085850" y="2228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314450" y="2228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15430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7716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20002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22288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2457450" y="2228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857250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085850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314450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5430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7716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000250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2288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4574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857250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1085850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1314450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1543050" y="2686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1771650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2000250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2228850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2457450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8572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085850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314450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543050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771650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20002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22288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24574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857250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085850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314450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1543050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1771650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2000250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2228850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2457450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8572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0858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3144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43050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771650" y="3371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2000250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2228850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24574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8572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0858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3144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15430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17716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20002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22288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24574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40957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42100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43243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44386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45529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46672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47815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48958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50101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51244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52387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53530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54673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5581650" y="2000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56959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58102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40957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42100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43243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44386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45529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46672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47815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48958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50101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51244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52387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53530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54673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55816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5695950" y="2114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5810250" y="2114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40957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42100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43243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4438650" y="2228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4552950" y="2228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46672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47815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48958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50101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51244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52387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53530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54673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55816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56959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5810250" y="2228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40957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42100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43243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4438650" y="2343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45529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46672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47815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48958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50101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51244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52387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53530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54673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55816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56959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5810250" y="2343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40957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42100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43243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44386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45529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46672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47815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48958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50101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5124450" y="24574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52387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53530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54673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55816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5695950" y="24574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5810250" y="2457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40957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42100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43243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44386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45529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46672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47815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48958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50101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51244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52387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53530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54673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55816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5695950" y="25717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58102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40957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42100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43243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44386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45529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46672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47815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48958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50101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51244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52387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53530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54673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55816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5695950" y="26860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58102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40957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42100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43243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44386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45529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46672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47815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48958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50101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51244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52387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53530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54673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55816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56959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58102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40957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42100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43243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44386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45529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46672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47815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48958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50101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51244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52387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53530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54673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5581650" y="29146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56959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5810250" y="29146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4095750" y="30289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42100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43243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44386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4552950" y="30289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4667250" y="30289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47815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48958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50101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51244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52387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53530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54673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55816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56959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58102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40957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42100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43243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44386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45529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46672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47815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48958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50101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51244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52387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53530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54673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55816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56959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58102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40957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42100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43243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44386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45529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46672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47815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48958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50101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51244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52387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53530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54673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55816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56959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58102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40957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42100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43243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44386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45529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46672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47815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48958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50101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51244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52387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53530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54673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55816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56959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58102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40957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42100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43243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44386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45529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46672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47815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48958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50101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51244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52387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53530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54673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55816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56959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58102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4095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42100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43243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44386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45529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46672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47815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48958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50101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51244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5238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53530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54673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55816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56959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58102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4095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42100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43243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44386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45529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4667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47815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48958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50101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51244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5238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53530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54673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55816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56959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5810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73342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5" name="Rectangle 324"/>
          <p:cNvSpPr>
            <a:spLocks noGrp="1"/>
          </p:cNvSpPr>
          <p:nvPr/>
        </p:nvSpPr>
        <p:spPr>
          <a:xfrm>
            <a:off x="74485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6" name="Rectangle 325"/>
          <p:cNvSpPr>
            <a:spLocks noGrp="1"/>
          </p:cNvSpPr>
          <p:nvPr/>
        </p:nvSpPr>
        <p:spPr>
          <a:xfrm>
            <a:off x="75628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7" name="Rectangle 326"/>
          <p:cNvSpPr>
            <a:spLocks noGrp="1"/>
          </p:cNvSpPr>
          <p:nvPr/>
        </p:nvSpPr>
        <p:spPr>
          <a:xfrm>
            <a:off x="76771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8" name="Rectangle 327"/>
          <p:cNvSpPr>
            <a:spLocks noGrp="1"/>
          </p:cNvSpPr>
          <p:nvPr/>
        </p:nvSpPr>
        <p:spPr>
          <a:xfrm>
            <a:off x="77914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9" name="Rectangle 328"/>
          <p:cNvSpPr>
            <a:spLocks noGrp="1"/>
          </p:cNvSpPr>
          <p:nvPr/>
        </p:nvSpPr>
        <p:spPr>
          <a:xfrm>
            <a:off x="79057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0" name="Rectangle 329"/>
          <p:cNvSpPr>
            <a:spLocks noGrp="1"/>
          </p:cNvSpPr>
          <p:nvPr/>
        </p:nvSpPr>
        <p:spPr>
          <a:xfrm>
            <a:off x="80200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1" name="Rectangle 330"/>
          <p:cNvSpPr>
            <a:spLocks noGrp="1"/>
          </p:cNvSpPr>
          <p:nvPr/>
        </p:nvSpPr>
        <p:spPr>
          <a:xfrm>
            <a:off x="81343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2" name="Rectangle 331"/>
          <p:cNvSpPr>
            <a:spLocks noGrp="1"/>
          </p:cNvSpPr>
          <p:nvPr/>
        </p:nvSpPr>
        <p:spPr>
          <a:xfrm>
            <a:off x="82486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3" name="Rectangle 332"/>
          <p:cNvSpPr>
            <a:spLocks noGrp="1"/>
          </p:cNvSpPr>
          <p:nvPr/>
        </p:nvSpPr>
        <p:spPr>
          <a:xfrm>
            <a:off x="83629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4" name="Rectangle 333"/>
          <p:cNvSpPr>
            <a:spLocks noGrp="1"/>
          </p:cNvSpPr>
          <p:nvPr/>
        </p:nvSpPr>
        <p:spPr>
          <a:xfrm>
            <a:off x="84772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5" name="Rectangle 334"/>
          <p:cNvSpPr>
            <a:spLocks noGrp="1"/>
          </p:cNvSpPr>
          <p:nvPr/>
        </p:nvSpPr>
        <p:spPr>
          <a:xfrm>
            <a:off x="85915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6" name="Rectangle 335"/>
          <p:cNvSpPr>
            <a:spLocks noGrp="1"/>
          </p:cNvSpPr>
          <p:nvPr/>
        </p:nvSpPr>
        <p:spPr>
          <a:xfrm>
            <a:off x="87058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7" name="Rectangle 336"/>
          <p:cNvSpPr>
            <a:spLocks noGrp="1"/>
          </p:cNvSpPr>
          <p:nvPr/>
        </p:nvSpPr>
        <p:spPr>
          <a:xfrm>
            <a:off x="8820150" y="2000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8" name="Rectangle 337"/>
          <p:cNvSpPr>
            <a:spLocks noGrp="1"/>
          </p:cNvSpPr>
          <p:nvPr/>
        </p:nvSpPr>
        <p:spPr>
          <a:xfrm>
            <a:off x="89344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9" name="Rectangle 338"/>
          <p:cNvSpPr>
            <a:spLocks noGrp="1"/>
          </p:cNvSpPr>
          <p:nvPr/>
        </p:nvSpPr>
        <p:spPr>
          <a:xfrm>
            <a:off x="90487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0" name="Rectangle 339"/>
          <p:cNvSpPr>
            <a:spLocks noGrp="1"/>
          </p:cNvSpPr>
          <p:nvPr/>
        </p:nvSpPr>
        <p:spPr>
          <a:xfrm>
            <a:off x="73342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1" name="Rectangle 340"/>
          <p:cNvSpPr>
            <a:spLocks noGrp="1"/>
          </p:cNvSpPr>
          <p:nvPr/>
        </p:nvSpPr>
        <p:spPr>
          <a:xfrm>
            <a:off x="74485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2" name="Rectangle 341"/>
          <p:cNvSpPr>
            <a:spLocks noGrp="1"/>
          </p:cNvSpPr>
          <p:nvPr/>
        </p:nvSpPr>
        <p:spPr>
          <a:xfrm>
            <a:off x="75628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3" name="Rectangle 342"/>
          <p:cNvSpPr>
            <a:spLocks noGrp="1"/>
          </p:cNvSpPr>
          <p:nvPr/>
        </p:nvSpPr>
        <p:spPr>
          <a:xfrm>
            <a:off x="76771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4" name="Rectangle 343"/>
          <p:cNvSpPr>
            <a:spLocks noGrp="1"/>
          </p:cNvSpPr>
          <p:nvPr/>
        </p:nvSpPr>
        <p:spPr>
          <a:xfrm>
            <a:off x="77914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5" name="Rectangle 344"/>
          <p:cNvSpPr>
            <a:spLocks noGrp="1"/>
          </p:cNvSpPr>
          <p:nvPr/>
        </p:nvSpPr>
        <p:spPr>
          <a:xfrm>
            <a:off x="79057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6" name="Rectangle 345"/>
          <p:cNvSpPr>
            <a:spLocks noGrp="1"/>
          </p:cNvSpPr>
          <p:nvPr/>
        </p:nvSpPr>
        <p:spPr>
          <a:xfrm>
            <a:off x="80200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7" name="Rectangle 346"/>
          <p:cNvSpPr>
            <a:spLocks noGrp="1"/>
          </p:cNvSpPr>
          <p:nvPr/>
        </p:nvSpPr>
        <p:spPr>
          <a:xfrm>
            <a:off x="81343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8" name="Rectangle 347"/>
          <p:cNvSpPr>
            <a:spLocks noGrp="1"/>
          </p:cNvSpPr>
          <p:nvPr/>
        </p:nvSpPr>
        <p:spPr>
          <a:xfrm>
            <a:off x="82486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9" name="Rectangle 348"/>
          <p:cNvSpPr>
            <a:spLocks noGrp="1"/>
          </p:cNvSpPr>
          <p:nvPr/>
        </p:nvSpPr>
        <p:spPr>
          <a:xfrm>
            <a:off x="83629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0" name="Rectangle 349"/>
          <p:cNvSpPr>
            <a:spLocks noGrp="1"/>
          </p:cNvSpPr>
          <p:nvPr/>
        </p:nvSpPr>
        <p:spPr>
          <a:xfrm>
            <a:off x="84772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1" name="Rectangle 350"/>
          <p:cNvSpPr>
            <a:spLocks noGrp="1"/>
          </p:cNvSpPr>
          <p:nvPr/>
        </p:nvSpPr>
        <p:spPr>
          <a:xfrm>
            <a:off x="85915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2" name="Rectangle 351"/>
          <p:cNvSpPr>
            <a:spLocks noGrp="1"/>
          </p:cNvSpPr>
          <p:nvPr/>
        </p:nvSpPr>
        <p:spPr>
          <a:xfrm>
            <a:off x="87058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3" name="Rectangle 352"/>
          <p:cNvSpPr>
            <a:spLocks noGrp="1"/>
          </p:cNvSpPr>
          <p:nvPr/>
        </p:nvSpPr>
        <p:spPr>
          <a:xfrm>
            <a:off x="88201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4" name="Rectangle 353"/>
          <p:cNvSpPr>
            <a:spLocks noGrp="1"/>
          </p:cNvSpPr>
          <p:nvPr/>
        </p:nvSpPr>
        <p:spPr>
          <a:xfrm>
            <a:off x="8934450" y="2114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5" name="Rectangle 354"/>
          <p:cNvSpPr>
            <a:spLocks noGrp="1"/>
          </p:cNvSpPr>
          <p:nvPr/>
        </p:nvSpPr>
        <p:spPr>
          <a:xfrm>
            <a:off x="9048750" y="2114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6" name="Rectangle 355"/>
          <p:cNvSpPr>
            <a:spLocks noGrp="1"/>
          </p:cNvSpPr>
          <p:nvPr/>
        </p:nvSpPr>
        <p:spPr>
          <a:xfrm>
            <a:off x="73342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7" name="Rectangle 356"/>
          <p:cNvSpPr>
            <a:spLocks noGrp="1"/>
          </p:cNvSpPr>
          <p:nvPr/>
        </p:nvSpPr>
        <p:spPr>
          <a:xfrm>
            <a:off x="74485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8" name="Rectangle 357"/>
          <p:cNvSpPr>
            <a:spLocks noGrp="1"/>
          </p:cNvSpPr>
          <p:nvPr/>
        </p:nvSpPr>
        <p:spPr>
          <a:xfrm>
            <a:off x="75628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9" name="Rectangle 358"/>
          <p:cNvSpPr>
            <a:spLocks noGrp="1"/>
          </p:cNvSpPr>
          <p:nvPr/>
        </p:nvSpPr>
        <p:spPr>
          <a:xfrm>
            <a:off x="7677150" y="22288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0" name="Rectangle 359"/>
          <p:cNvSpPr>
            <a:spLocks noGrp="1"/>
          </p:cNvSpPr>
          <p:nvPr/>
        </p:nvSpPr>
        <p:spPr>
          <a:xfrm>
            <a:off x="7791450" y="2228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1" name="Rectangle 360"/>
          <p:cNvSpPr>
            <a:spLocks noGrp="1"/>
          </p:cNvSpPr>
          <p:nvPr/>
        </p:nvSpPr>
        <p:spPr>
          <a:xfrm>
            <a:off x="79057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2" name="Rectangle 361"/>
          <p:cNvSpPr>
            <a:spLocks noGrp="1"/>
          </p:cNvSpPr>
          <p:nvPr/>
        </p:nvSpPr>
        <p:spPr>
          <a:xfrm>
            <a:off x="80200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3" name="Rectangle 362"/>
          <p:cNvSpPr>
            <a:spLocks noGrp="1"/>
          </p:cNvSpPr>
          <p:nvPr/>
        </p:nvSpPr>
        <p:spPr>
          <a:xfrm>
            <a:off x="81343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4" name="Rectangle 363"/>
          <p:cNvSpPr>
            <a:spLocks noGrp="1"/>
          </p:cNvSpPr>
          <p:nvPr/>
        </p:nvSpPr>
        <p:spPr>
          <a:xfrm>
            <a:off x="82486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5" name="Rectangle 364"/>
          <p:cNvSpPr>
            <a:spLocks noGrp="1"/>
          </p:cNvSpPr>
          <p:nvPr/>
        </p:nvSpPr>
        <p:spPr>
          <a:xfrm>
            <a:off x="83629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6" name="Rectangle 365"/>
          <p:cNvSpPr>
            <a:spLocks noGrp="1"/>
          </p:cNvSpPr>
          <p:nvPr/>
        </p:nvSpPr>
        <p:spPr>
          <a:xfrm>
            <a:off x="84772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7" name="Rectangle 366"/>
          <p:cNvSpPr>
            <a:spLocks noGrp="1"/>
          </p:cNvSpPr>
          <p:nvPr/>
        </p:nvSpPr>
        <p:spPr>
          <a:xfrm>
            <a:off x="8591550" y="22288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8" name="Rectangle 367"/>
          <p:cNvSpPr>
            <a:spLocks noGrp="1"/>
          </p:cNvSpPr>
          <p:nvPr/>
        </p:nvSpPr>
        <p:spPr>
          <a:xfrm>
            <a:off x="87058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9" name="Rectangle 368"/>
          <p:cNvSpPr>
            <a:spLocks noGrp="1"/>
          </p:cNvSpPr>
          <p:nvPr/>
        </p:nvSpPr>
        <p:spPr>
          <a:xfrm>
            <a:off x="88201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0" name="Rectangle 369"/>
          <p:cNvSpPr>
            <a:spLocks noGrp="1"/>
          </p:cNvSpPr>
          <p:nvPr/>
        </p:nvSpPr>
        <p:spPr>
          <a:xfrm>
            <a:off x="89344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1" name="Rectangle 370"/>
          <p:cNvSpPr>
            <a:spLocks noGrp="1"/>
          </p:cNvSpPr>
          <p:nvPr/>
        </p:nvSpPr>
        <p:spPr>
          <a:xfrm>
            <a:off x="9048750" y="2228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2" name="Rectangle 371"/>
          <p:cNvSpPr>
            <a:spLocks noGrp="1"/>
          </p:cNvSpPr>
          <p:nvPr/>
        </p:nvSpPr>
        <p:spPr>
          <a:xfrm>
            <a:off x="73342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3" name="Rectangle 372"/>
          <p:cNvSpPr>
            <a:spLocks noGrp="1"/>
          </p:cNvSpPr>
          <p:nvPr/>
        </p:nvSpPr>
        <p:spPr>
          <a:xfrm>
            <a:off x="74485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4" name="Rectangle 373"/>
          <p:cNvSpPr>
            <a:spLocks noGrp="1"/>
          </p:cNvSpPr>
          <p:nvPr/>
        </p:nvSpPr>
        <p:spPr>
          <a:xfrm>
            <a:off x="75628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5" name="Rectangle 374"/>
          <p:cNvSpPr>
            <a:spLocks noGrp="1"/>
          </p:cNvSpPr>
          <p:nvPr/>
        </p:nvSpPr>
        <p:spPr>
          <a:xfrm>
            <a:off x="7677150" y="23431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6" name="Rectangle 375"/>
          <p:cNvSpPr>
            <a:spLocks noGrp="1"/>
          </p:cNvSpPr>
          <p:nvPr/>
        </p:nvSpPr>
        <p:spPr>
          <a:xfrm>
            <a:off x="77914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7" name="Rectangle 376"/>
          <p:cNvSpPr>
            <a:spLocks noGrp="1"/>
          </p:cNvSpPr>
          <p:nvPr/>
        </p:nvSpPr>
        <p:spPr>
          <a:xfrm>
            <a:off x="79057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8" name="Rectangle 377"/>
          <p:cNvSpPr>
            <a:spLocks noGrp="1"/>
          </p:cNvSpPr>
          <p:nvPr/>
        </p:nvSpPr>
        <p:spPr>
          <a:xfrm>
            <a:off x="80200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9" name="Rectangle 378"/>
          <p:cNvSpPr>
            <a:spLocks noGrp="1"/>
          </p:cNvSpPr>
          <p:nvPr/>
        </p:nvSpPr>
        <p:spPr>
          <a:xfrm>
            <a:off x="81343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0" name="Rectangle 379"/>
          <p:cNvSpPr>
            <a:spLocks noGrp="1"/>
          </p:cNvSpPr>
          <p:nvPr/>
        </p:nvSpPr>
        <p:spPr>
          <a:xfrm>
            <a:off x="82486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1" name="Rectangle 380"/>
          <p:cNvSpPr>
            <a:spLocks noGrp="1"/>
          </p:cNvSpPr>
          <p:nvPr/>
        </p:nvSpPr>
        <p:spPr>
          <a:xfrm>
            <a:off x="83629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2" name="Rectangle 381"/>
          <p:cNvSpPr>
            <a:spLocks noGrp="1"/>
          </p:cNvSpPr>
          <p:nvPr/>
        </p:nvSpPr>
        <p:spPr>
          <a:xfrm>
            <a:off x="84772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3" name="Rectangle 382"/>
          <p:cNvSpPr>
            <a:spLocks noGrp="1"/>
          </p:cNvSpPr>
          <p:nvPr/>
        </p:nvSpPr>
        <p:spPr>
          <a:xfrm>
            <a:off x="85915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4" name="Rectangle 383"/>
          <p:cNvSpPr>
            <a:spLocks noGrp="1"/>
          </p:cNvSpPr>
          <p:nvPr/>
        </p:nvSpPr>
        <p:spPr>
          <a:xfrm>
            <a:off x="87058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5" name="Rectangle 384"/>
          <p:cNvSpPr>
            <a:spLocks noGrp="1"/>
          </p:cNvSpPr>
          <p:nvPr/>
        </p:nvSpPr>
        <p:spPr>
          <a:xfrm>
            <a:off x="88201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6" name="Rectangle 385"/>
          <p:cNvSpPr>
            <a:spLocks noGrp="1"/>
          </p:cNvSpPr>
          <p:nvPr/>
        </p:nvSpPr>
        <p:spPr>
          <a:xfrm>
            <a:off x="89344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7" name="Rectangle 386"/>
          <p:cNvSpPr>
            <a:spLocks noGrp="1"/>
          </p:cNvSpPr>
          <p:nvPr/>
        </p:nvSpPr>
        <p:spPr>
          <a:xfrm>
            <a:off x="9048750" y="2343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8" name="Rectangle 387"/>
          <p:cNvSpPr>
            <a:spLocks noGrp="1"/>
          </p:cNvSpPr>
          <p:nvPr/>
        </p:nvSpPr>
        <p:spPr>
          <a:xfrm>
            <a:off x="73342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9" name="Rectangle 388"/>
          <p:cNvSpPr>
            <a:spLocks noGrp="1"/>
          </p:cNvSpPr>
          <p:nvPr/>
        </p:nvSpPr>
        <p:spPr>
          <a:xfrm>
            <a:off x="74485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0" name="Rectangle 389"/>
          <p:cNvSpPr>
            <a:spLocks noGrp="1"/>
          </p:cNvSpPr>
          <p:nvPr/>
        </p:nvSpPr>
        <p:spPr>
          <a:xfrm>
            <a:off x="75628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1" name="Rectangle 390"/>
          <p:cNvSpPr>
            <a:spLocks noGrp="1"/>
          </p:cNvSpPr>
          <p:nvPr/>
        </p:nvSpPr>
        <p:spPr>
          <a:xfrm>
            <a:off x="76771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2" name="Rectangle 391"/>
          <p:cNvSpPr>
            <a:spLocks noGrp="1"/>
          </p:cNvSpPr>
          <p:nvPr/>
        </p:nvSpPr>
        <p:spPr>
          <a:xfrm>
            <a:off x="77914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3" name="Rectangle 392"/>
          <p:cNvSpPr>
            <a:spLocks noGrp="1"/>
          </p:cNvSpPr>
          <p:nvPr/>
        </p:nvSpPr>
        <p:spPr>
          <a:xfrm>
            <a:off x="79057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4" name="Rectangle 393"/>
          <p:cNvSpPr>
            <a:spLocks noGrp="1"/>
          </p:cNvSpPr>
          <p:nvPr/>
        </p:nvSpPr>
        <p:spPr>
          <a:xfrm>
            <a:off x="80200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5" name="Rectangle 394"/>
          <p:cNvSpPr>
            <a:spLocks noGrp="1"/>
          </p:cNvSpPr>
          <p:nvPr/>
        </p:nvSpPr>
        <p:spPr>
          <a:xfrm>
            <a:off x="81343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6" name="Rectangle 395"/>
          <p:cNvSpPr>
            <a:spLocks noGrp="1"/>
          </p:cNvSpPr>
          <p:nvPr/>
        </p:nvSpPr>
        <p:spPr>
          <a:xfrm>
            <a:off x="8248650" y="2457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7" name="Rectangle 396"/>
          <p:cNvSpPr>
            <a:spLocks noGrp="1"/>
          </p:cNvSpPr>
          <p:nvPr/>
        </p:nvSpPr>
        <p:spPr>
          <a:xfrm>
            <a:off x="8362950" y="24574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8" name="Rectangle 397"/>
          <p:cNvSpPr>
            <a:spLocks noGrp="1"/>
          </p:cNvSpPr>
          <p:nvPr/>
        </p:nvSpPr>
        <p:spPr>
          <a:xfrm>
            <a:off x="84772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9" name="Rectangle 398"/>
          <p:cNvSpPr>
            <a:spLocks noGrp="1"/>
          </p:cNvSpPr>
          <p:nvPr/>
        </p:nvSpPr>
        <p:spPr>
          <a:xfrm>
            <a:off x="85915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0" name="Rectangle 399"/>
          <p:cNvSpPr>
            <a:spLocks noGrp="1"/>
          </p:cNvSpPr>
          <p:nvPr/>
        </p:nvSpPr>
        <p:spPr>
          <a:xfrm>
            <a:off x="8705850" y="2457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1" name="Rectangle 400"/>
          <p:cNvSpPr>
            <a:spLocks noGrp="1"/>
          </p:cNvSpPr>
          <p:nvPr/>
        </p:nvSpPr>
        <p:spPr>
          <a:xfrm>
            <a:off x="8820150" y="24574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2" name="Rectangle 401"/>
          <p:cNvSpPr>
            <a:spLocks noGrp="1"/>
          </p:cNvSpPr>
          <p:nvPr/>
        </p:nvSpPr>
        <p:spPr>
          <a:xfrm>
            <a:off x="8934450" y="24574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3" name="Rectangle 402"/>
          <p:cNvSpPr>
            <a:spLocks noGrp="1"/>
          </p:cNvSpPr>
          <p:nvPr/>
        </p:nvSpPr>
        <p:spPr>
          <a:xfrm>
            <a:off x="9048750" y="2457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4" name="Rectangle 403"/>
          <p:cNvSpPr>
            <a:spLocks noGrp="1"/>
          </p:cNvSpPr>
          <p:nvPr/>
        </p:nvSpPr>
        <p:spPr>
          <a:xfrm>
            <a:off x="73342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5" name="Rectangle 404"/>
          <p:cNvSpPr>
            <a:spLocks noGrp="1"/>
          </p:cNvSpPr>
          <p:nvPr/>
        </p:nvSpPr>
        <p:spPr>
          <a:xfrm>
            <a:off x="74485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6" name="Rectangle 405"/>
          <p:cNvSpPr>
            <a:spLocks noGrp="1"/>
          </p:cNvSpPr>
          <p:nvPr/>
        </p:nvSpPr>
        <p:spPr>
          <a:xfrm>
            <a:off x="75628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7" name="Rectangle 406"/>
          <p:cNvSpPr>
            <a:spLocks noGrp="1"/>
          </p:cNvSpPr>
          <p:nvPr/>
        </p:nvSpPr>
        <p:spPr>
          <a:xfrm>
            <a:off x="76771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8" name="Rectangle 407"/>
          <p:cNvSpPr>
            <a:spLocks noGrp="1"/>
          </p:cNvSpPr>
          <p:nvPr/>
        </p:nvSpPr>
        <p:spPr>
          <a:xfrm>
            <a:off x="77914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9" name="Rectangle 408"/>
          <p:cNvSpPr>
            <a:spLocks noGrp="1"/>
          </p:cNvSpPr>
          <p:nvPr/>
        </p:nvSpPr>
        <p:spPr>
          <a:xfrm>
            <a:off x="79057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0" name="Rectangle 409"/>
          <p:cNvSpPr>
            <a:spLocks noGrp="1"/>
          </p:cNvSpPr>
          <p:nvPr/>
        </p:nvSpPr>
        <p:spPr>
          <a:xfrm>
            <a:off x="8020050" y="25717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1" name="Rectangle 410"/>
          <p:cNvSpPr>
            <a:spLocks noGrp="1"/>
          </p:cNvSpPr>
          <p:nvPr/>
        </p:nvSpPr>
        <p:spPr>
          <a:xfrm>
            <a:off x="81343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2" name="Rectangle 411"/>
          <p:cNvSpPr>
            <a:spLocks noGrp="1"/>
          </p:cNvSpPr>
          <p:nvPr/>
        </p:nvSpPr>
        <p:spPr>
          <a:xfrm>
            <a:off x="82486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3" name="Rectangle 412"/>
          <p:cNvSpPr>
            <a:spLocks noGrp="1"/>
          </p:cNvSpPr>
          <p:nvPr/>
        </p:nvSpPr>
        <p:spPr>
          <a:xfrm>
            <a:off x="83629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4" name="Rectangle 413"/>
          <p:cNvSpPr>
            <a:spLocks noGrp="1"/>
          </p:cNvSpPr>
          <p:nvPr/>
        </p:nvSpPr>
        <p:spPr>
          <a:xfrm>
            <a:off x="84772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5" name="Rectangle 414"/>
          <p:cNvSpPr>
            <a:spLocks noGrp="1"/>
          </p:cNvSpPr>
          <p:nvPr/>
        </p:nvSpPr>
        <p:spPr>
          <a:xfrm>
            <a:off x="8591550" y="25717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6" name="Rectangle 415"/>
          <p:cNvSpPr>
            <a:spLocks noGrp="1"/>
          </p:cNvSpPr>
          <p:nvPr/>
        </p:nvSpPr>
        <p:spPr>
          <a:xfrm>
            <a:off x="87058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7" name="Rectangle 416"/>
          <p:cNvSpPr>
            <a:spLocks noGrp="1"/>
          </p:cNvSpPr>
          <p:nvPr/>
        </p:nvSpPr>
        <p:spPr>
          <a:xfrm>
            <a:off x="88201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8" name="Rectangle 417"/>
          <p:cNvSpPr>
            <a:spLocks noGrp="1"/>
          </p:cNvSpPr>
          <p:nvPr/>
        </p:nvSpPr>
        <p:spPr>
          <a:xfrm>
            <a:off x="8934450" y="25717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9" name="Rectangle 418"/>
          <p:cNvSpPr>
            <a:spLocks noGrp="1"/>
          </p:cNvSpPr>
          <p:nvPr/>
        </p:nvSpPr>
        <p:spPr>
          <a:xfrm>
            <a:off x="90487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0" name="Rectangle 419"/>
          <p:cNvSpPr>
            <a:spLocks noGrp="1"/>
          </p:cNvSpPr>
          <p:nvPr/>
        </p:nvSpPr>
        <p:spPr>
          <a:xfrm>
            <a:off x="73342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1" name="Rectangle 420"/>
          <p:cNvSpPr>
            <a:spLocks noGrp="1"/>
          </p:cNvSpPr>
          <p:nvPr/>
        </p:nvSpPr>
        <p:spPr>
          <a:xfrm>
            <a:off x="7448550" y="26860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2" name="Rectangle 421"/>
          <p:cNvSpPr>
            <a:spLocks noGrp="1"/>
          </p:cNvSpPr>
          <p:nvPr/>
        </p:nvSpPr>
        <p:spPr>
          <a:xfrm>
            <a:off x="75628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3" name="Rectangle 422"/>
          <p:cNvSpPr>
            <a:spLocks noGrp="1"/>
          </p:cNvSpPr>
          <p:nvPr/>
        </p:nvSpPr>
        <p:spPr>
          <a:xfrm>
            <a:off x="76771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4" name="Rectangle 423"/>
          <p:cNvSpPr>
            <a:spLocks noGrp="1"/>
          </p:cNvSpPr>
          <p:nvPr/>
        </p:nvSpPr>
        <p:spPr>
          <a:xfrm>
            <a:off x="77914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5" name="Rectangle 424"/>
          <p:cNvSpPr>
            <a:spLocks noGrp="1"/>
          </p:cNvSpPr>
          <p:nvPr/>
        </p:nvSpPr>
        <p:spPr>
          <a:xfrm>
            <a:off x="79057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6" name="Rectangle 425"/>
          <p:cNvSpPr>
            <a:spLocks noGrp="1"/>
          </p:cNvSpPr>
          <p:nvPr/>
        </p:nvSpPr>
        <p:spPr>
          <a:xfrm>
            <a:off x="80200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7" name="Rectangle 426"/>
          <p:cNvSpPr>
            <a:spLocks noGrp="1"/>
          </p:cNvSpPr>
          <p:nvPr/>
        </p:nvSpPr>
        <p:spPr>
          <a:xfrm>
            <a:off x="81343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8" name="Rectangle 427"/>
          <p:cNvSpPr>
            <a:spLocks noGrp="1"/>
          </p:cNvSpPr>
          <p:nvPr/>
        </p:nvSpPr>
        <p:spPr>
          <a:xfrm>
            <a:off x="82486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9" name="Rectangle 428"/>
          <p:cNvSpPr>
            <a:spLocks noGrp="1"/>
          </p:cNvSpPr>
          <p:nvPr/>
        </p:nvSpPr>
        <p:spPr>
          <a:xfrm>
            <a:off x="83629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0" name="Rectangle 429"/>
          <p:cNvSpPr>
            <a:spLocks noGrp="1"/>
          </p:cNvSpPr>
          <p:nvPr/>
        </p:nvSpPr>
        <p:spPr>
          <a:xfrm>
            <a:off x="84772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1" name="Rectangle 430"/>
          <p:cNvSpPr>
            <a:spLocks noGrp="1"/>
          </p:cNvSpPr>
          <p:nvPr/>
        </p:nvSpPr>
        <p:spPr>
          <a:xfrm>
            <a:off x="8591550" y="26860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2" name="Rectangle 431"/>
          <p:cNvSpPr>
            <a:spLocks noGrp="1"/>
          </p:cNvSpPr>
          <p:nvPr/>
        </p:nvSpPr>
        <p:spPr>
          <a:xfrm>
            <a:off x="87058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3" name="Rectangle 432"/>
          <p:cNvSpPr>
            <a:spLocks noGrp="1"/>
          </p:cNvSpPr>
          <p:nvPr/>
        </p:nvSpPr>
        <p:spPr>
          <a:xfrm>
            <a:off x="8820150" y="26860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4" name="Rectangle 433"/>
          <p:cNvSpPr>
            <a:spLocks noGrp="1"/>
          </p:cNvSpPr>
          <p:nvPr/>
        </p:nvSpPr>
        <p:spPr>
          <a:xfrm>
            <a:off x="8934450" y="26860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5" name="Rectangle 434"/>
          <p:cNvSpPr>
            <a:spLocks noGrp="1"/>
          </p:cNvSpPr>
          <p:nvPr/>
        </p:nvSpPr>
        <p:spPr>
          <a:xfrm>
            <a:off x="90487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6" name="Rectangle 435"/>
          <p:cNvSpPr>
            <a:spLocks noGrp="1"/>
          </p:cNvSpPr>
          <p:nvPr/>
        </p:nvSpPr>
        <p:spPr>
          <a:xfrm>
            <a:off x="7334250" y="28003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7" name="Rectangle 436"/>
          <p:cNvSpPr>
            <a:spLocks noGrp="1"/>
          </p:cNvSpPr>
          <p:nvPr/>
        </p:nvSpPr>
        <p:spPr>
          <a:xfrm>
            <a:off x="74485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8" name="Rectangle 437"/>
          <p:cNvSpPr>
            <a:spLocks noGrp="1"/>
          </p:cNvSpPr>
          <p:nvPr/>
        </p:nvSpPr>
        <p:spPr>
          <a:xfrm>
            <a:off x="7562850" y="28003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9" name="Rectangle 438"/>
          <p:cNvSpPr>
            <a:spLocks noGrp="1"/>
          </p:cNvSpPr>
          <p:nvPr/>
        </p:nvSpPr>
        <p:spPr>
          <a:xfrm>
            <a:off x="76771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0" name="Rectangle 439"/>
          <p:cNvSpPr>
            <a:spLocks noGrp="1"/>
          </p:cNvSpPr>
          <p:nvPr/>
        </p:nvSpPr>
        <p:spPr>
          <a:xfrm>
            <a:off x="77914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1" name="Rectangle 440"/>
          <p:cNvSpPr>
            <a:spLocks noGrp="1"/>
          </p:cNvSpPr>
          <p:nvPr/>
        </p:nvSpPr>
        <p:spPr>
          <a:xfrm>
            <a:off x="79057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2" name="Rectangle 441"/>
          <p:cNvSpPr>
            <a:spLocks noGrp="1"/>
          </p:cNvSpPr>
          <p:nvPr/>
        </p:nvSpPr>
        <p:spPr>
          <a:xfrm>
            <a:off x="80200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3" name="Rectangle 442"/>
          <p:cNvSpPr>
            <a:spLocks noGrp="1"/>
          </p:cNvSpPr>
          <p:nvPr/>
        </p:nvSpPr>
        <p:spPr>
          <a:xfrm>
            <a:off x="8134350" y="28003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4" name="Rectangle 443"/>
          <p:cNvSpPr>
            <a:spLocks noGrp="1"/>
          </p:cNvSpPr>
          <p:nvPr/>
        </p:nvSpPr>
        <p:spPr>
          <a:xfrm>
            <a:off x="8248650" y="28003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5" name="Rectangle 444"/>
          <p:cNvSpPr>
            <a:spLocks noGrp="1"/>
          </p:cNvSpPr>
          <p:nvPr/>
        </p:nvSpPr>
        <p:spPr>
          <a:xfrm>
            <a:off x="83629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6" name="Rectangle 445"/>
          <p:cNvSpPr>
            <a:spLocks noGrp="1"/>
          </p:cNvSpPr>
          <p:nvPr/>
        </p:nvSpPr>
        <p:spPr>
          <a:xfrm>
            <a:off x="84772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7" name="Rectangle 446"/>
          <p:cNvSpPr>
            <a:spLocks noGrp="1"/>
          </p:cNvSpPr>
          <p:nvPr/>
        </p:nvSpPr>
        <p:spPr>
          <a:xfrm>
            <a:off x="85915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8" name="Rectangle 447"/>
          <p:cNvSpPr>
            <a:spLocks noGrp="1"/>
          </p:cNvSpPr>
          <p:nvPr/>
        </p:nvSpPr>
        <p:spPr>
          <a:xfrm>
            <a:off x="87058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9" name="Rectangle 448"/>
          <p:cNvSpPr>
            <a:spLocks noGrp="1"/>
          </p:cNvSpPr>
          <p:nvPr/>
        </p:nvSpPr>
        <p:spPr>
          <a:xfrm>
            <a:off x="88201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0" name="Rectangle 449"/>
          <p:cNvSpPr>
            <a:spLocks noGrp="1"/>
          </p:cNvSpPr>
          <p:nvPr/>
        </p:nvSpPr>
        <p:spPr>
          <a:xfrm>
            <a:off x="89344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1" name="Rectangle 450"/>
          <p:cNvSpPr>
            <a:spLocks noGrp="1"/>
          </p:cNvSpPr>
          <p:nvPr/>
        </p:nvSpPr>
        <p:spPr>
          <a:xfrm>
            <a:off x="90487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2" name="Rectangle 451"/>
          <p:cNvSpPr>
            <a:spLocks noGrp="1"/>
          </p:cNvSpPr>
          <p:nvPr/>
        </p:nvSpPr>
        <p:spPr>
          <a:xfrm>
            <a:off x="73342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3" name="Rectangle 452"/>
          <p:cNvSpPr>
            <a:spLocks noGrp="1"/>
          </p:cNvSpPr>
          <p:nvPr/>
        </p:nvSpPr>
        <p:spPr>
          <a:xfrm>
            <a:off x="74485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4" name="Rectangle 453"/>
          <p:cNvSpPr>
            <a:spLocks noGrp="1"/>
          </p:cNvSpPr>
          <p:nvPr/>
        </p:nvSpPr>
        <p:spPr>
          <a:xfrm>
            <a:off x="75628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5" name="Rectangle 454"/>
          <p:cNvSpPr>
            <a:spLocks noGrp="1"/>
          </p:cNvSpPr>
          <p:nvPr/>
        </p:nvSpPr>
        <p:spPr>
          <a:xfrm>
            <a:off x="76771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6" name="Rectangle 455"/>
          <p:cNvSpPr>
            <a:spLocks noGrp="1"/>
          </p:cNvSpPr>
          <p:nvPr/>
        </p:nvSpPr>
        <p:spPr>
          <a:xfrm>
            <a:off x="77914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7" name="Rectangle 456"/>
          <p:cNvSpPr>
            <a:spLocks noGrp="1"/>
          </p:cNvSpPr>
          <p:nvPr/>
        </p:nvSpPr>
        <p:spPr>
          <a:xfrm>
            <a:off x="79057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8" name="Rectangle 457"/>
          <p:cNvSpPr>
            <a:spLocks noGrp="1"/>
          </p:cNvSpPr>
          <p:nvPr/>
        </p:nvSpPr>
        <p:spPr>
          <a:xfrm>
            <a:off x="80200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9" name="Rectangle 458"/>
          <p:cNvSpPr>
            <a:spLocks noGrp="1"/>
          </p:cNvSpPr>
          <p:nvPr/>
        </p:nvSpPr>
        <p:spPr>
          <a:xfrm>
            <a:off x="81343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0" name="Rectangle 459"/>
          <p:cNvSpPr>
            <a:spLocks noGrp="1"/>
          </p:cNvSpPr>
          <p:nvPr/>
        </p:nvSpPr>
        <p:spPr>
          <a:xfrm>
            <a:off x="82486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1" name="Rectangle 460"/>
          <p:cNvSpPr>
            <a:spLocks noGrp="1"/>
          </p:cNvSpPr>
          <p:nvPr/>
        </p:nvSpPr>
        <p:spPr>
          <a:xfrm>
            <a:off x="83629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2" name="Rectangle 461"/>
          <p:cNvSpPr>
            <a:spLocks noGrp="1"/>
          </p:cNvSpPr>
          <p:nvPr/>
        </p:nvSpPr>
        <p:spPr>
          <a:xfrm>
            <a:off x="84772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3" name="Rectangle 462"/>
          <p:cNvSpPr>
            <a:spLocks noGrp="1"/>
          </p:cNvSpPr>
          <p:nvPr/>
        </p:nvSpPr>
        <p:spPr>
          <a:xfrm>
            <a:off x="85915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4" name="Rectangle 463"/>
          <p:cNvSpPr>
            <a:spLocks noGrp="1"/>
          </p:cNvSpPr>
          <p:nvPr/>
        </p:nvSpPr>
        <p:spPr>
          <a:xfrm>
            <a:off x="87058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5" name="Rectangle 464"/>
          <p:cNvSpPr>
            <a:spLocks noGrp="1"/>
          </p:cNvSpPr>
          <p:nvPr/>
        </p:nvSpPr>
        <p:spPr>
          <a:xfrm>
            <a:off x="8820150" y="29146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6" name="Rectangle 465"/>
          <p:cNvSpPr>
            <a:spLocks noGrp="1"/>
          </p:cNvSpPr>
          <p:nvPr/>
        </p:nvSpPr>
        <p:spPr>
          <a:xfrm>
            <a:off x="89344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7" name="Rectangle 466"/>
          <p:cNvSpPr>
            <a:spLocks noGrp="1"/>
          </p:cNvSpPr>
          <p:nvPr/>
        </p:nvSpPr>
        <p:spPr>
          <a:xfrm>
            <a:off x="9048750" y="29146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8" name="Rectangle 467"/>
          <p:cNvSpPr>
            <a:spLocks noGrp="1"/>
          </p:cNvSpPr>
          <p:nvPr/>
        </p:nvSpPr>
        <p:spPr>
          <a:xfrm>
            <a:off x="7334250" y="30289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9" name="Rectangle 468"/>
          <p:cNvSpPr>
            <a:spLocks noGrp="1"/>
          </p:cNvSpPr>
          <p:nvPr/>
        </p:nvSpPr>
        <p:spPr>
          <a:xfrm>
            <a:off x="7448550" y="30289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0" name="Rectangle 469"/>
          <p:cNvSpPr>
            <a:spLocks noGrp="1"/>
          </p:cNvSpPr>
          <p:nvPr/>
        </p:nvSpPr>
        <p:spPr>
          <a:xfrm>
            <a:off x="75628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1" name="Rectangle 470"/>
          <p:cNvSpPr>
            <a:spLocks noGrp="1"/>
          </p:cNvSpPr>
          <p:nvPr/>
        </p:nvSpPr>
        <p:spPr>
          <a:xfrm>
            <a:off x="76771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2" name="Rectangle 471"/>
          <p:cNvSpPr>
            <a:spLocks noGrp="1"/>
          </p:cNvSpPr>
          <p:nvPr/>
        </p:nvSpPr>
        <p:spPr>
          <a:xfrm>
            <a:off x="7791450" y="30289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3" name="Rectangle 472"/>
          <p:cNvSpPr>
            <a:spLocks noGrp="1"/>
          </p:cNvSpPr>
          <p:nvPr/>
        </p:nvSpPr>
        <p:spPr>
          <a:xfrm>
            <a:off x="7905750" y="30289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4" name="Rectangle 473"/>
          <p:cNvSpPr>
            <a:spLocks noGrp="1"/>
          </p:cNvSpPr>
          <p:nvPr/>
        </p:nvSpPr>
        <p:spPr>
          <a:xfrm>
            <a:off x="8020050" y="30289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5" name="Rectangle 474"/>
          <p:cNvSpPr>
            <a:spLocks noGrp="1"/>
          </p:cNvSpPr>
          <p:nvPr/>
        </p:nvSpPr>
        <p:spPr>
          <a:xfrm>
            <a:off x="81343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6" name="Rectangle 475"/>
          <p:cNvSpPr>
            <a:spLocks noGrp="1"/>
          </p:cNvSpPr>
          <p:nvPr/>
        </p:nvSpPr>
        <p:spPr>
          <a:xfrm>
            <a:off x="82486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7" name="Rectangle 476"/>
          <p:cNvSpPr>
            <a:spLocks noGrp="1"/>
          </p:cNvSpPr>
          <p:nvPr/>
        </p:nvSpPr>
        <p:spPr>
          <a:xfrm>
            <a:off x="83629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8" name="Rectangle 477"/>
          <p:cNvSpPr>
            <a:spLocks noGrp="1"/>
          </p:cNvSpPr>
          <p:nvPr/>
        </p:nvSpPr>
        <p:spPr>
          <a:xfrm>
            <a:off x="84772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9" name="Rectangle 478"/>
          <p:cNvSpPr>
            <a:spLocks noGrp="1"/>
          </p:cNvSpPr>
          <p:nvPr/>
        </p:nvSpPr>
        <p:spPr>
          <a:xfrm>
            <a:off x="85915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0" name="Rectangle 479"/>
          <p:cNvSpPr>
            <a:spLocks noGrp="1"/>
          </p:cNvSpPr>
          <p:nvPr/>
        </p:nvSpPr>
        <p:spPr>
          <a:xfrm>
            <a:off x="8705850" y="30289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1" name="Rectangle 480"/>
          <p:cNvSpPr>
            <a:spLocks noGrp="1"/>
          </p:cNvSpPr>
          <p:nvPr/>
        </p:nvSpPr>
        <p:spPr>
          <a:xfrm>
            <a:off x="88201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2" name="Rectangle 481"/>
          <p:cNvSpPr>
            <a:spLocks noGrp="1"/>
          </p:cNvSpPr>
          <p:nvPr/>
        </p:nvSpPr>
        <p:spPr>
          <a:xfrm>
            <a:off x="89344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3" name="Rectangle 482"/>
          <p:cNvSpPr>
            <a:spLocks noGrp="1"/>
          </p:cNvSpPr>
          <p:nvPr/>
        </p:nvSpPr>
        <p:spPr>
          <a:xfrm>
            <a:off x="90487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4" name="Rectangle 483"/>
          <p:cNvSpPr>
            <a:spLocks noGrp="1"/>
          </p:cNvSpPr>
          <p:nvPr/>
        </p:nvSpPr>
        <p:spPr>
          <a:xfrm>
            <a:off x="73342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5" name="Rectangle 484"/>
          <p:cNvSpPr>
            <a:spLocks noGrp="1"/>
          </p:cNvSpPr>
          <p:nvPr/>
        </p:nvSpPr>
        <p:spPr>
          <a:xfrm>
            <a:off x="74485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6" name="Rectangle 485"/>
          <p:cNvSpPr>
            <a:spLocks noGrp="1"/>
          </p:cNvSpPr>
          <p:nvPr/>
        </p:nvSpPr>
        <p:spPr>
          <a:xfrm>
            <a:off x="7562850" y="31432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7" name="Rectangle 486"/>
          <p:cNvSpPr>
            <a:spLocks noGrp="1"/>
          </p:cNvSpPr>
          <p:nvPr/>
        </p:nvSpPr>
        <p:spPr>
          <a:xfrm>
            <a:off x="76771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8" name="Rectangle 487"/>
          <p:cNvSpPr>
            <a:spLocks noGrp="1"/>
          </p:cNvSpPr>
          <p:nvPr/>
        </p:nvSpPr>
        <p:spPr>
          <a:xfrm>
            <a:off x="77914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9" name="Rectangle 488"/>
          <p:cNvSpPr>
            <a:spLocks noGrp="1"/>
          </p:cNvSpPr>
          <p:nvPr/>
        </p:nvSpPr>
        <p:spPr>
          <a:xfrm>
            <a:off x="79057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0" name="Rectangle 489"/>
          <p:cNvSpPr>
            <a:spLocks noGrp="1"/>
          </p:cNvSpPr>
          <p:nvPr/>
        </p:nvSpPr>
        <p:spPr>
          <a:xfrm>
            <a:off x="80200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1" name="Rectangle 490"/>
          <p:cNvSpPr>
            <a:spLocks noGrp="1"/>
          </p:cNvSpPr>
          <p:nvPr/>
        </p:nvSpPr>
        <p:spPr>
          <a:xfrm>
            <a:off x="81343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2" name="Rectangle 491"/>
          <p:cNvSpPr>
            <a:spLocks noGrp="1"/>
          </p:cNvSpPr>
          <p:nvPr/>
        </p:nvSpPr>
        <p:spPr>
          <a:xfrm>
            <a:off x="82486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3" name="Rectangle 492"/>
          <p:cNvSpPr>
            <a:spLocks noGrp="1"/>
          </p:cNvSpPr>
          <p:nvPr/>
        </p:nvSpPr>
        <p:spPr>
          <a:xfrm>
            <a:off x="83629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4" name="Rectangle 493"/>
          <p:cNvSpPr>
            <a:spLocks noGrp="1"/>
          </p:cNvSpPr>
          <p:nvPr/>
        </p:nvSpPr>
        <p:spPr>
          <a:xfrm>
            <a:off x="84772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5" name="Rectangle 494"/>
          <p:cNvSpPr>
            <a:spLocks noGrp="1"/>
          </p:cNvSpPr>
          <p:nvPr/>
        </p:nvSpPr>
        <p:spPr>
          <a:xfrm>
            <a:off x="8591550" y="31432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6" name="Rectangle 495"/>
          <p:cNvSpPr>
            <a:spLocks noGrp="1"/>
          </p:cNvSpPr>
          <p:nvPr/>
        </p:nvSpPr>
        <p:spPr>
          <a:xfrm>
            <a:off x="87058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7" name="Rectangle 496"/>
          <p:cNvSpPr>
            <a:spLocks noGrp="1"/>
          </p:cNvSpPr>
          <p:nvPr/>
        </p:nvSpPr>
        <p:spPr>
          <a:xfrm>
            <a:off x="88201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8" name="Rectangle 497"/>
          <p:cNvSpPr>
            <a:spLocks noGrp="1"/>
          </p:cNvSpPr>
          <p:nvPr/>
        </p:nvSpPr>
        <p:spPr>
          <a:xfrm>
            <a:off x="89344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9" name="Rectangle 498"/>
          <p:cNvSpPr>
            <a:spLocks noGrp="1"/>
          </p:cNvSpPr>
          <p:nvPr/>
        </p:nvSpPr>
        <p:spPr>
          <a:xfrm>
            <a:off x="90487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0" name="Rectangle 499"/>
          <p:cNvSpPr>
            <a:spLocks noGrp="1"/>
          </p:cNvSpPr>
          <p:nvPr/>
        </p:nvSpPr>
        <p:spPr>
          <a:xfrm>
            <a:off x="73342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1" name="Rectangle 500"/>
          <p:cNvSpPr>
            <a:spLocks noGrp="1"/>
          </p:cNvSpPr>
          <p:nvPr/>
        </p:nvSpPr>
        <p:spPr>
          <a:xfrm>
            <a:off x="74485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2" name="Rectangle 501"/>
          <p:cNvSpPr>
            <a:spLocks noGrp="1"/>
          </p:cNvSpPr>
          <p:nvPr/>
        </p:nvSpPr>
        <p:spPr>
          <a:xfrm>
            <a:off x="75628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3" name="Rectangle 502"/>
          <p:cNvSpPr>
            <a:spLocks noGrp="1"/>
          </p:cNvSpPr>
          <p:nvPr/>
        </p:nvSpPr>
        <p:spPr>
          <a:xfrm>
            <a:off x="7677150" y="32575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4" name="Rectangle 503"/>
          <p:cNvSpPr>
            <a:spLocks noGrp="1"/>
          </p:cNvSpPr>
          <p:nvPr/>
        </p:nvSpPr>
        <p:spPr>
          <a:xfrm>
            <a:off x="77914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5" name="Rectangle 504"/>
          <p:cNvSpPr>
            <a:spLocks noGrp="1"/>
          </p:cNvSpPr>
          <p:nvPr/>
        </p:nvSpPr>
        <p:spPr>
          <a:xfrm>
            <a:off x="79057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6" name="Rectangle 505"/>
          <p:cNvSpPr>
            <a:spLocks noGrp="1"/>
          </p:cNvSpPr>
          <p:nvPr/>
        </p:nvSpPr>
        <p:spPr>
          <a:xfrm>
            <a:off x="80200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7" name="Rectangle 506"/>
          <p:cNvSpPr>
            <a:spLocks noGrp="1"/>
          </p:cNvSpPr>
          <p:nvPr/>
        </p:nvSpPr>
        <p:spPr>
          <a:xfrm>
            <a:off x="81343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8" name="Rectangle 507"/>
          <p:cNvSpPr>
            <a:spLocks noGrp="1"/>
          </p:cNvSpPr>
          <p:nvPr/>
        </p:nvSpPr>
        <p:spPr>
          <a:xfrm>
            <a:off x="82486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9" name="Rectangle 508"/>
          <p:cNvSpPr>
            <a:spLocks noGrp="1"/>
          </p:cNvSpPr>
          <p:nvPr/>
        </p:nvSpPr>
        <p:spPr>
          <a:xfrm>
            <a:off x="8362950" y="32575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0" name="Rectangle 509"/>
          <p:cNvSpPr>
            <a:spLocks noGrp="1"/>
          </p:cNvSpPr>
          <p:nvPr/>
        </p:nvSpPr>
        <p:spPr>
          <a:xfrm>
            <a:off x="84772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1" name="Rectangle 510"/>
          <p:cNvSpPr>
            <a:spLocks noGrp="1"/>
          </p:cNvSpPr>
          <p:nvPr/>
        </p:nvSpPr>
        <p:spPr>
          <a:xfrm>
            <a:off x="85915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2" name="Rectangle 511"/>
          <p:cNvSpPr>
            <a:spLocks noGrp="1"/>
          </p:cNvSpPr>
          <p:nvPr/>
        </p:nvSpPr>
        <p:spPr>
          <a:xfrm>
            <a:off x="87058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3" name="Rectangle 512"/>
          <p:cNvSpPr>
            <a:spLocks noGrp="1"/>
          </p:cNvSpPr>
          <p:nvPr/>
        </p:nvSpPr>
        <p:spPr>
          <a:xfrm>
            <a:off x="88201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4" name="Rectangle 513"/>
          <p:cNvSpPr>
            <a:spLocks noGrp="1"/>
          </p:cNvSpPr>
          <p:nvPr/>
        </p:nvSpPr>
        <p:spPr>
          <a:xfrm>
            <a:off x="8934450" y="32575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5" name="Rectangle 514"/>
          <p:cNvSpPr>
            <a:spLocks noGrp="1"/>
          </p:cNvSpPr>
          <p:nvPr/>
        </p:nvSpPr>
        <p:spPr>
          <a:xfrm>
            <a:off x="90487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6" name="Rectangle 515"/>
          <p:cNvSpPr>
            <a:spLocks noGrp="1"/>
          </p:cNvSpPr>
          <p:nvPr/>
        </p:nvSpPr>
        <p:spPr>
          <a:xfrm>
            <a:off x="73342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7" name="Rectangle 516"/>
          <p:cNvSpPr>
            <a:spLocks noGrp="1"/>
          </p:cNvSpPr>
          <p:nvPr/>
        </p:nvSpPr>
        <p:spPr>
          <a:xfrm>
            <a:off x="74485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8" name="Rectangle 517"/>
          <p:cNvSpPr>
            <a:spLocks noGrp="1"/>
          </p:cNvSpPr>
          <p:nvPr/>
        </p:nvSpPr>
        <p:spPr>
          <a:xfrm>
            <a:off x="75628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9" name="Rectangle 518"/>
          <p:cNvSpPr>
            <a:spLocks noGrp="1"/>
          </p:cNvSpPr>
          <p:nvPr/>
        </p:nvSpPr>
        <p:spPr>
          <a:xfrm>
            <a:off x="76771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0" name="Rectangle 519"/>
          <p:cNvSpPr>
            <a:spLocks noGrp="1"/>
          </p:cNvSpPr>
          <p:nvPr/>
        </p:nvSpPr>
        <p:spPr>
          <a:xfrm>
            <a:off x="77914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1" name="Rectangle 520"/>
          <p:cNvSpPr>
            <a:spLocks noGrp="1"/>
          </p:cNvSpPr>
          <p:nvPr/>
        </p:nvSpPr>
        <p:spPr>
          <a:xfrm>
            <a:off x="79057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2" name="Rectangle 521"/>
          <p:cNvSpPr>
            <a:spLocks noGrp="1"/>
          </p:cNvSpPr>
          <p:nvPr/>
        </p:nvSpPr>
        <p:spPr>
          <a:xfrm>
            <a:off x="80200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3" name="Rectangle 522"/>
          <p:cNvSpPr>
            <a:spLocks noGrp="1"/>
          </p:cNvSpPr>
          <p:nvPr/>
        </p:nvSpPr>
        <p:spPr>
          <a:xfrm>
            <a:off x="81343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4" name="Rectangle 523"/>
          <p:cNvSpPr>
            <a:spLocks noGrp="1"/>
          </p:cNvSpPr>
          <p:nvPr/>
        </p:nvSpPr>
        <p:spPr>
          <a:xfrm>
            <a:off x="82486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5" name="Rectangle 524"/>
          <p:cNvSpPr>
            <a:spLocks noGrp="1"/>
          </p:cNvSpPr>
          <p:nvPr/>
        </p:nvSpPr>
        <p:spPr>
          <a:xfrm>
            <a:off x="83629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6" name="Rectangle 525"/>
          <p:cNvSpPr>
            <a:spLocks noGrp="1"/>
          </p:cNvSpPr>
          <p:nvPr/>
        </p:nvSpPr>
        <p:spPr>
          <a:xfrm>
            <a:off x="84772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7" name="Rectangle 526"/>
          <p:cNvSpPr>
            <a:spLocks noGrp="1"/>
          </p:cNvSpPr>
          <p:nvPr/>
        </p:nvSpPr>
        <p:spPr>
          <a:xfrm>
            <a:off x="85915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8" name="Rectangle 527"/>
          <p:cNvSpPr>
            <a:spLocks noGrp="1"/>
          </p:cNvSpPr>
          <p:nvPr/>
        </p:nvSpPr>
        <p:spPr>
          <a:xfrm>
            <a:off x="87058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9" name="Rectangle 528"/>
          <p:cNvSpPr>
            <a:spLocks noGrp="1"/>
          </p:cNvSpPr>
          <p:nvPr/>
        </p:nvSpPr>
        <p:spPr>
          <a:xfrm>
            <a:off x="88201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0" name="Rectangle 529"/>
          <p:cNvSpPr>
            <a:spLocks noGrp="1"/>
          </p:cNvSpPr>
          <p:nvPr/>
        </p:nvSpPr>
        <p:spPr>
          <a:xfrm>
            <a:off x="89344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1" name="Rectangle 530"/>
          <p:cNvSpPr>
            <a:spLocks noGrp="1"/>
          </p:cNvSpPr>
          <p:nvPr/>
        </p:nvSpPr>
        <p:spPr>
          <a:xfrm>
            <a:off x="90487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2" name="Rectangle 531"/>
          <p:cNvSpPr>
            <a:spLocks noGrp="1"/>
          </p:cNvSpPr>
          <p:nvPr/>
        </p:nvSpPr>
        <p:spPr>
          <a:xfrm>
            <a:off x="73342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3" name="Rectangle 532"/>
          <p:cNvSpPr>
            <a:spLocks noGrp="1"/>
          </p:cNvSpPr>
          <p:nvPr/>
        </p:nvSpPr>
        <p:spPr>
          <a:xfrm>
            <a:off x="74485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4" name="Rectangle 533"/>
          <p:cNvSpPr>
            <a:spLocks noGrp="1"/>
          </p:cNvSpPr>
          <p:nvPr/>
        </p:nvSpPr>
        <p:spPr>
          <a:xfrm>
            <a:off x="75628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5" name="Rectangle 534"/>
          <p:cNvSpPr>
            <a:spLocks noGrp="1"/>
          </p:cNvSpPr>
          <p:nvPr/>
        </p:nvSpPr>
        <p:spPr>
          <a:xfrm>
            <a:off x="76771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6" name="Rectangle 535"/>
          <p:cNvSpPr>
            <a:spLocks noGrp="1"/>
          </p:cNvSpPr>
          <p:nvPr/>
        </p:nvSpPr>
        <p:spPr>
          <a:xfrm>
            <a:off x="77914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7" name="Rectangle 536"/>
          <p:cNvSpPr>
            <a:spLocks noGrp="1"/>
          </p:cNvSpPr>
          <p:nvPr/>
        </p:nvSpPr>
        <p:spPr>
          <a:xfrm>
            <a:off x="79057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8" name="Rectangle 537"/>
          <p:cNvSpPr>
            <a:spLocks noGrp="1"/>
          </p:cNvSpPr>
          <p:nvPr/>
        </p:nvSpPr>
        <p:spPr>
          <a:xfrm>
            <a:off x="80200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9" name="Rectangle 538"/>
          <p:cNvSpPr>
            <a:spLocks noGrp="1"/>
          </p:cNvSpPr>
          <p:nvPr/>
        </p:nvSpPr>
        <p:spPr>
          <a:xfrm>
            <a:off x="81343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0" name="Rectangle 539"/>
          <p:cNvSpPr>
            <a:spLocks noGrp="1"/>
          </p:cNvSpPr>
          <p:nvPr/>
        </p:nvSpPr>
        <p:spPr>
          <a:xfrm>
            <a:off x="82486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1" name="Rectangle 540"/>
          <p:cNvSpPr>
            <a:spLocks noGrp="1"/>
          </p:cNvSpPr>
          <p:nvPr/>
        </p:nvSpPr>
        <p:spPr>
          <a:xfrm>
            <a:off x="83629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2" name="Rectangle 541"/>
          <p:cNvSpPr>
            <a:spLocks noGrp="1"/>
          </p:cNvSpPr>
          <p:nvPr/>
        </p:nvSpPr>
        <p:spPr>
          <a:xfrm>
            <a:off x="84772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3" name="Rectangle 542"/>
          <p:cNvSpPr>
            <a:spLocks noGrp="1"/>
          </p:cNvSpPr>
          <p:nvPr/>
        </p:nvSpPr>
        <p:spPr>
          <a:xfrm>
            <a:off x="85915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4" name="Rectangle 543"/>
          <p:cNvSpPr>
            <a:spLocks noGrp="1"/>
          </p:cNvSpPr>
          <p:nvPr/>
        </p:nvSpPr>
        <p:spPr>
          <a:xfrm>
            <a:off x="87058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5" name="Rectangle 544"/>
          <p:cNvSpPr>
            <a:spLocks noGrp="1"/>
          </p:cNvSpPr>
          <p:nvPr/>
        </p:nvSpPr>
        <p:spPr>
          <a:xfrm>
            <a:off x="8820150" y="34861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6" name="Rectangle 545"/>
          <p:cNvSpPr>
            <a:spLocks noGrp="1"/>
          </p:cNvSpPr>
          <p:nvPr/>
        </p:nvSpPr>
        <p:spPr>
          <a:xfrm>
            <a:off x="89344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7" name="Rectangle 546"/>
          <p:cNvSpPr>
            <a:spLocks noGrp="1"/>
          </p:cNvSpPr>
          <p:nvPr/>
        </p:nvSpPr>
        <p:spPr>
          <a:xfrm>
            <a:off x="90487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8" name="Rectangle 547"/>
          <p:cNvSpPr>
            <a:spLocks noGrp="1"/>
          </p:cNvSpPr>
          <p:nvPr/>
        </p:nvSpPr>
        <p:spPr>
          <a:xfrm>
            <a:off x="73342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9" name="Rectangle 548"/>
          <p:cNvSpPr>
            <a:spLocks noGrp="1"/>
          </p:cNvSpPr>
          <p:nvPr/>
        </p:nvSpPr>
        <p:spPr>
          <a:xfrm>
            <a:off x="74485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0" name="Rectangle 549"/>
          <p:cNvSpPr>
            <a:spLocks noGrp="1"/>
          </p:cNvSpPr>
          <p:nvPr/>
        </p:nvSpPr>
        <p:spPr>
          <a:xfrm>
            <a:off x="75628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1" name="Rectangle 550"/>
          <p:cNvSpPr>
            <a:spLocks noGrp="1"/>
          </p:cNvSpPr>
          <p:nvPr/>
        </p:nvSpPr>
        <p:spPr>
          <a:xfrm>
            <a:off x="76771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2" name="Rectangle 551"/>
          <p:cNvSpPr>
            <a:spLocks noGrp="1"/>
          </p:cNvSpPr>
          <p:nvPr/>
        </p:nvSpPr>
        <p:spPr>
          <a:xfrm>
            <a:off x="77914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3" name="Rectangle 552"/>
          <p:cNvSpPr>
            <a:spLocks noGrp="1"/>
          </p:cNvSpPr>
          <p:nvPr/>
        </p:nvSpPr>
        <p:spPr>
          <a:xfrm>
            <a:off x="7905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4" name="Rectangle 553"/>
          <p:cNvSpPr>
            <a:spLocks noGrp="1"/>
          </p:cNvSpPr>
          <p:nvPr/>
        </p:nvSpPr>
        <p:spPr>
          <a:xfrm>
            <a:off x="80200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5" name="Rectangle 554"/>
          <p:cNvSpPr>
            <a:spLocks noGrp="1"/>
          </p:cNvSpPr>
          <p:nvPr/>
        </p:nvSpPr>
        <p:spPr>
          <a:xfrm>
            <a:off x="81343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6" name="Rectangle 555"/>
          <p:cNvSpPr>
            <a:spLocks noGrp="1"/>
          </p:cNvSpPr>
          <p:nvPr/>
        </p:nvSpPr>
        <p:spPr>
          <a:xfrm>
            <a:off x="82486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7" name="Rectangle 556"/>
          <p:cNvSpPr>
            <a:spLocks noGrp="1"/>
          </p:cNvSpPr>
          <p:nvPr/>
        </p:nvSpPr>
        <p:spPr>
          <a:xfrm>
            <a:off x="8362950" y="3600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8" name="Rectangle 557"/>
          <p:cNvSpPr>
            <a:spLocks noGrp="1"/>
          </p:cNvSpPr>
          <p:nvPr/>
        </p:nvSpPr>
        <p:spPr>
          <a:xfrm>
            <a:off x="8477250" y="3600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9" name="Rectangle 558"/>
          <p:cNvSpPr>
            <a:spLocks noGrp="1"/>
          </p:cNvSpPr>
          <p:nvPr/>
        </p:nvSpPr>
        <p:spPr>
          <a:xfrm>
            <a:off x="8591550" y="3600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0" name="Rectangle 559"/>
          <p:cNvSpPr>
            <a:spLocks noGrp="1"/>
          </p:cNvSpPr>
          <p:nvPr/>
        </p:nvSpPr>
        <p:spPr>
          <a:xfrm>
            <a:off x="87058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1" name="Rectangle 560"/>
          <p:cNvSpPr>
            <a:spLocks noGrp="1"/>
          </p:cNvSpPr>
          <p:nvPr/>
        </p:nvSpPr>
        <p:spPr>
          <a:xfrm>
            <a:off x="88201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2" name="Rectangle 561"/>
          <p:cNvSpPr>
            <a:spLocks noGrp="1"/>
          </p:cNvSpPr>
          <p:nvPr/>
        </p:nvSpPr>
        <p:spPr>
          <a:xfrm>
            <a:off x="89344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3" name="Rectangle 562"/>
          <p:cNvSpPr>
            <a:spLocks noGrp="1"/>
          </p:cNvSpPr>
          <p:nvPr/>
        </p:nvSpPr>
        <p:spPr>
          <a:xfrm>
            <a:off x="9048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4" name="Rectangle 563"/>
          <p:cNvSpPr>
            <a:spLocks noGrp="1"/>
          </p:cNvSpPr>
          <p:nvPr/>
        </p:nvSpPr>
        <p:spPr>
          <a:xfrm>
            <a:off x="7334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5" name="Rectangle 564"/>
          <p:cNvSpPr>
            <a:spLocks noGrp="1"/>
          </p:cNvSpPr>
          <p:nvPr/>
        </p:nvSpPr>
        <p:spPr>
          <a:xfrm>
            <a:off x="74485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6" name="Rectangle 565"/>
          <p:cNvSpPr>
            <a:spLocks noGrp="1"/>
          </p:cNvSpPr>
          <p:nvPr/>
        </p:nvSpPr>
        <p:spPr>
          <a:xfrm>
            <a:off x="75628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7" name="Rectangle 566"/>
          <p:cNvSpPr>
            <a:spLocks noGrp="1"/>
          </p:cNvSpPr>
          <p:nvPr/>
        </p:nvSpPr>
        <p:spPr>
          <a:xfrm>
            <a:off x="76771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8" name="Rectangle 567"/>
          <p:cNvSpPr>
            <a:spLocks noGrp="1"/>
          </p:cNvSpPr>
          <p:nvPr/>
        </p:nvSpPr>
        <p:spPr>
          <a:xfrm>
            <a:off x="77914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9" name="Rectangle 568"/>
          <p:cNvSpPr>
            <a:spLocks noGrp="1"/>
          </p:cNvSpPr>
          <p:nvPr/>
        </p:nvSpPr>
        <p:spPr>
          <a:xfrm>
            <a:off x="7905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0" name="Rectangle 569"/>
          <p:cNvSpPr>
            <a:spLocks noGrp="1"/>
          </p:cNvSpPr>
          <p:nvPr/>
        </p:nvSpPr>
        <p:spPr>
          <a:xfrm>
            <a:off x="80200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1" name="Rectangle 570"/>
          <p:cNvSpPr>
            <a:spLocks noGrp="1"/>
          </p:cNvSpPr>
          <p:nvPr/>
        </p:nvSpPr>
        <p:spPr>
          <a:xfrm>
            <a:off x="81343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2" name="Rectangle 571"/>
          <p:cNvSpPr>
            <a:spLocks noGrp="1"/>
          </p:cNvSpPr>
          <p:nvPr/>
        </p:nvSpPr>
        <p:spPr>
          <a:xfrm>
            <a:off x="82486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3" name="Rectangle 572"/>
          <p:cNvSpPr>
            <a:spLocks noGrp="1"/>
          </p:cNvSpPr>
          <p:nvPr/>
        </p:nvSpPr>
        <p:spPr>
          <a:xfrm>
            <a:off x="83629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4" name="Rectangle 573"/>
          <p:cNvSpPr>
            <a:spLocks noGrp="1"/>
          </p:cNvSpPr>
          <p:nvPr/>
        </p:nvSpPr>
        <p:spPr>
          <a:xfrm>
            <a:off x="8477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5" name="Rectangle 574"/>
          <p:cNvSpPr>
            <a:spLocks noGrp="1"/>
          </p:cNvSpPr>
          <p:nvPr/>
        </p:nvSpPr>
        <p:spPr>
          <a:xfrm>
            <a:off x="85915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6" name="Rectangle 575"/>
          <p:cNvSpPr>
            <a:spLocks noGrp="1"/>
          </p:cNvSpPr>
          <p:nvPr/>
        </p:nvSpPr>
        <p:spPr>
          <a:xfrm>
            <a:off x="87058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7" name="Rectangle 576"/>
          <p:cNvSpPr>
            <a:spLocks noGrp="1"/>
          </p:cNvSpPr>
          <p:nvPr/>
        </p:nvSpPr>
        <p:spPr>
          <a:xfrm>
            <a:off x="88201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8" name="Rectangle 577"/>
          <p:cNvSpPr>
            <a:spLocks noGrp="1"/>
          </p:cNvSpPr>
          <p:nvPr/>
        </p:nvSpPr>
        <p:spPr>
          <a:xfrm>
            <a:off x="89344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9" name="Rectangle 578"/>
          <p:cNvSpPr>
            <a:spLocks noGrp="1"/>
          </p:cNvSpPr>
          <p:nvPr/>
        </p:nvSpPr>
        <p:spPr>
          <a:xfrm>
            <a:off x="9048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0" name="text-579"/>
          <p:cNvSpPr>
            <a:spLocks noGrp="1"/>
          </p:cNvSpPr>
          <p:nvPr/>
        </p:nvSpPr>
        <p:spPr>
          <a:xfrm>
            <a:off x="762000" y="3905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8×8，4色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1" name="text-580"/>
          <p:cNvSpPr>
            <a:spLocks noGrp="1"/>
          </p:cNvSpPr>
          <p:nvPr/>
        </p:nvSpPr>
        <p:spPr>
          <a:xfrm>
            <a:off x="3905250" y="3905250"/>
            <a:ext cx="309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16×16，4色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2" name="text-581"/>
          <p:cNvSpPr>
            <a:spLocks noGrp="1"/>
          </p:cNvSpPr>
          <p:nvPr/>
        </p:nvSpPr>
        <p:spPr>
          <a:xfrm>
            <a:off x="7191375" y="39052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16×16，6色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3" name="text-582"/>
          <p:cNvSpPr>
            <a:spLocks noGrp="1"/>
          </p:cNvSpPr>
          <p:nvPr/>
        </p:nvSpPr>
        <p:spPr>
          <a:xfrm>
            <a:off x="857250" y="4667250"/>
            <a:ext cx="190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三步：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4" name="flow-blanks"/>
          <p:cNvSpPr>
            <a:spLocks noGrp="1"/>
          </p:cNvSpPr>
          <p:nvPr/>
        </p:nvSpPr>
        <p:spPr>
          <a:xfrm>
            <a:off x="2714625" y="4667250"/>
            <a:ext cx="876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① ______  ② ______  ③ ______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5" name="text-584"/>
          <p:cNvSpPr>
            <a:spLocks noGrp="1"/>
          </p:cNvSpPr>
          <p:nvPr/>
        </p:nvSpPr>
        <p:spPr>
          <a:xfrm>
            <a:off x="857250" y="52387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分辨率提高，同样区域内的格子怎样变化？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7" name="Rectangle 58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三轮熊猫实验说明了什么？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0858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3144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5430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7716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0002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2288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457450" y="2000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8572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085850" y="2228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314450" y="2228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15430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7716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20002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22288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2457450" y="2228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857250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085850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314450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5430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7716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000250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2288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4574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857250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1085850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1314450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1543050" y="2686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1771650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2000250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2228850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2457450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8572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085850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314450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543050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771650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20002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22288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24574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857250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085850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314450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1543050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1771650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2000250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2228850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2457450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8572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0858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3144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43050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771650" y="3371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2000250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2228850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24574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8572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0858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3144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15430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17716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20002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22288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24574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40957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42100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43243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44386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45529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46672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47815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48958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50101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51244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52387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53530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54673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5581650" y="2000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56959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58102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40957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42100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43243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44386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45529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46672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47815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48958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50101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51244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52387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53530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54673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55816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5695950" y="2114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5810250" y="2114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40957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42100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43243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4438650" y="2228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4552950" y="2228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46672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47815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48958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50101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51244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52387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53530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54673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55816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56959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5810250" y="2228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40957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42100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43243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4438650" y="2343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45529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46672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47815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48958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50101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51244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52387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53530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54673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55816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56959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5810250" y="2343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40957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42100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43243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44386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45529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46672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47815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48958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50101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5124450" y="24574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52387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53530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54673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55816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5695950" y="24574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5810250" y="2457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40957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42100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43243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44386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45529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46672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47815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48958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50101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51244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52387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53530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54673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55816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5695950" y="25717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58102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40957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42100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43243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44386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45529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46672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47815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48958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50101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51244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52387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53530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54673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55816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5695950" y="26860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58102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40957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42100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43243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44386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45529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46672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47815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48958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50101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51244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52387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53530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54673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55816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56959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58102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40957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42100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43243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44386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45529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46672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47815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48958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50101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51244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52387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53530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54673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5581650" y="29146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56959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5810250" y="29146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4095750" y="30289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42100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43243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44386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4552950" y="30289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4667250" y="30289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47815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48958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50101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51244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52387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53530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54673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55816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56959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58102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40957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42100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43243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44386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45529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46672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47815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48958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50101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51244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52387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53530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54673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55816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56959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58102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40957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42100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43243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44386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45529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46672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47815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48958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50101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51244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52387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53530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54673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55816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56959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58102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40957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42100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43243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44386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45529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46672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47815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48958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50101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51244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52387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53530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54673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55816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56959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58102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40957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42100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43243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44386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45529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46672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47815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48958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50101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51244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52387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53530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54673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55816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56959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58102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4095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42100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43243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44386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45529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46672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47815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48958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50101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51244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5238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53530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54673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55816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56959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58102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4095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42100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43243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44386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45529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4667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47815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48958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50101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51244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5238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53530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54673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55816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56959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5810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73342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5" name="Rectangle 324"/>
          <p:cNvSpPr>
            <a:spLocks noGrp="1"/>
          </p:cNvSpPr>
          <p:nvPr/>
        </p:nvSpPr>
        <p:spPr>
          <a:xfrm>
            <a:off x="74485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6" name="Rectangle 325"/>
          <p:cNvSpPr>
            <a:spLocks noGrp="1"/>
          </p:cNvSpPr>
          <p:nvPr/>
        </p:nvSpPr>
        <p:spPr>
          <a:xfrm>
            <a:off x="75628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7" name="Rectangle 326"/>
          <p:cNvSpPr>
            <a:spLocks noGrp="1"/>
          </p:cNvSpPr>
          <p:nvPr/>
        </p:nvSpPr>
        <p:spPr>
          <a:xfrm>
            <a:off x="76771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8" name="Rectangle 327"/>
          <p:cNvSpPr>
            <a:spLocks noGrp="1"/>
          </p:cNvSpPr>
          <p:nvPr/>
        </p:nvSpPr>
        <p:spPr>
          <a:xfrm>
            <a:off x="77914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9" name="Rectangle 328"/>
          <p:cNvSpPr>
            <a:spLocks noGrp="1"/>
          </p:cNvSpPr>
          <p:nvPr/>
        </p:nvSpPr>
        <p:spPr>
          <a:xfrm>
            <a:off x="79057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0" name="Rectangle 329"/>
          <p:cNvSpPr>
            <a:spLocks noGrp="1"/>
          </p:cNvSpPr>
          <p:nvPr/>
        </p:nvSpPr>
        <p:spPr>
          <a:xfrm>
            <a:off x="80200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1" name="Rectangle 330"/>
          <p:cNvSpPr>
            <a:spLocks noGrp="1"/>
          </p:cNvSpPr>
          <p:nvPr/>
        </p:nvSpPr>
        <p:spPr>
          <a:xfrm>
            <a:off x="81343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2" name="Rectangle 331"/>
          <p:cNvSpPr>
            <a:spLocks noGrp="1"/>
          </p:cNvSpPr>
          <p:nvPr/>
        </p:nvSpPr>
        <p:spPr>
          <a:xfrm>
            <a:off x="82486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3" name="Rectangle 332"/>
          <p:cNvSpPr>
            <a:spLocks noGrp="1"/>
          </p:cNvSpPr>
          <p:nvPr/>
        </p:nvSpPr>
        <p:spPr>
          <a:xfrm>
            <a:off x="83629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4" name="Rectangle 333"/>
          <p:cNvSpPr>
            <a:spLocks noGrp="1"/>
          </p:cNvSpPr>
          <p:nvPr/>
        </p:nvSpPr>
        <p:spPr>
          <a:xfrm>
            <a:off x="84772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5" name="Rectangle 334"/>
          <p:cNvSpPr>
            <a:spLocks noGrp="1"/>
          </p:cNvSpPr>
          <p:nvPr/>
        </p:nvSpPr>
        <p:spPr>
          <a:xfrm>
            <a:off x="85915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6" name="Rectangle 335"/>
          <p:cNvSpPr>
            <a:spLocks noGrp="1"/>
          </p:cNvSpPr>
          <p:nvPr/>
        </p:nvSpPr>
        <p:spPr>
          <a:xfrm>
            <a:off x="87058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7" name="Rectangle 336"/>
          <p:cNvSpPr>
            <a:spLocks noGrp="1"/>
          </p:cNvSpPr>
          <p:nvPr/>
        </p:nvSpPr>
        <p:spPr>
          <a:xfrm>
            <a:off x="8820150" y="2000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8" name="Rectangle 337"/>
          <p:cNvSpPr>
            <a:spLocks noGrp="1"/>
          </p:cNvSpPr>
          <p:nvPr/>
        </p:nvSpPr>
        <p:spPr>
          <a:xfrm>
            <a:off x="89344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9" name="Rectangle 338"/>
          <p:cNvSpPr>
            <a:spLocks noGrp="1"/>
          </p:cNvSpPr>
          <p:nvPr/>
        </p:nvSpPr>
        <p:spPr>
          <a:xfrm>
            <a:off x="90487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0" name="Rectangle 339"/>
          <p:cNvSpPr>
            <a:spLocks noGrp="1"/>
          </p:cNvSpPr>
          <p:nvPr/>
        </p:nvSpPr>
        <p:spPr>
          <a:xfrm>
            <a:off x="73342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1" name="Rectangle 340"/>
          <p:cNvSpPr>
            <a:spLocks noGrp="1"/>
          </p:cNvSpPr>
          <p:nvPr/>
        </p:nvSpPr>
        <p:spPr>
          <a:xfrm>
            <a:off x="74485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2" name="Rectangle 341"/>
          <p:cNvSpPr>
            <a:spLocks noGrp="1"/>
          </p:cNvSpPr>
          <p:nvPr/>
        </p:nvSpPr>
        <p:spPr>
          <a:xfrm>
            <a:off x="75628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3" name="Rectangle 342"/>
          <p:cNvSpPr>
            <a:spLocks noGrp="1"/>
          </p:cNvSpPr>
          <p:nvPr/>
        </p:nvSpPr>
        <p:spPr>
          <a:xfrm>
            <a:off x="76771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4" name="Rectangle 343"/>
          <p:cNvSpPr>
            <a:spLocks noGrp="1"/>
          </p:cNvSpPr>
          <p:nvPr/>
        </p:nvSpPr>
        <p:spPr>
          <a:xfrm>
            <a:off x="77914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5" name="Rectangle 344"/>
          <p:cNvSpPr>
            <a:spLocks noGrp="1"/>
          </p:cNvSpPr>
          <p:nvPr/>
        </p:nvSpPr>
        <p:spPr>
          <a:xfrm>
            <a:off x="79057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6" name="Rectangle 345"/>
          <p:cNvSpPr>
            <a:spLocks noGrp="1"/>
          </p:cNvSpPr>
          <p:nvPr/>
        </p:nvSpPr>
        <p:spPr>
          <a:xfrm>
            <a:off x="80200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7" name="Rectangle 346"/>
          <p:cNvSpPr>
            <a:spLocks noGrp="1"/>
          </p:cNvSpPr>
          <p:nvPr/>
        </p:nvSpPr>
        <p:spPr>
          <a:xfrm>
            <a:off x="81343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8" name="Rectangle 347"/>
          <p:cNvSpPr>
            <a:spLocks noGrp="1"/>
          </p:cNvSpPr>
          <p:nvPr/>
        </p:nvSpPr>
        <p:spPr>
          <a:xfrm>
            <a:off x="82486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9" name="Rectangle 348"/>
          <p:cNvSpPr>
            <a:spLocks noGrp="1"/>
          </p:cNvSpPr>
          <p:nvPr/>
        </p:nvSpPr>
        <p:spPr>
          <a:xfrm>
            <a:off x="83629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0" name="Rectangle 349"/>
          <p:cNvSpPr>
            <a:spLocks noGrp="1"/>
          </p:cNvSpPr>
          <p:nvPr/>
        </p:nvSpPr>
        <p:spPr>
          <a:xfrm>
            <a:off x="84772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1" name="Rectangle 350"/>
          <p:cNvSpPr>
            <a:spLocks noGrp="1"/>
          </p:cNvSpPr>
          <p:nvPr/>
        </p:nvSpPr>
        <p:spPr>
          <a:xfrm>
            <a:off x="85915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2" name="Rectangle 351"/>
          <p:cNvSpPr>
            <a:spLocks noGrp="1"/>
          </p:cNvSpPr>
          <p:nvPr/>
        </p:nvSpPr>
        <p:spPr>
          <a:xfrm>
            <a:off x="87058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3" name="Rectangle 352"/>
          <p:cNvSpPr>
            <a:spLocks noGrp="1"/>
          </p:cNvSpPr>
          <p:nvPr/>
        </p:nvSpPr>
        <p:spPr>
          <a:xfrm>
            <a:off x="88201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4" name="Rectangle 353"/>
          <p:cNvSpPr>
            <a:spLocks noGrp="1"/>
          </p:cNvSpPr>
          <p:nvPr/>
        </p:nvSpPr>
        <p:spPr>
          <a:xfrm>
            <a:off x="8934450" y="2114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5" name="Rectangle 354"/>
          <p:cNvSpPr>
            <a:spLocks noGrp="1"/>
          </p:cNvSpPr>
          <p:nvPr/>
        </p:nvSpPr>
        <p:spPr>
          <a:xfrm>
            <a:off x="9048750" y="2114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6" name="Rectangle 355"/>
          <p:cNvSpPr>
            <a:spLocks noGrp="1"/>
          </p:cNvSpPr>
          <p:nvPr/>
        </p:nvSpPr>
        <p:spPr>
          <a:xfrm>
            <a:off x="73342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7" name="Rectangle 356"/>
          <p:cNvSpPr>
            <a:spLocks noGrp="1"/>
          </p:cNvSpPr>
          <p:nvPr/>
        </p:nvSpPr>
        <p:spPr>
          <a:xfrm>
            <a:off x="74485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8" name="Rectangle 357"/>
          <p:cNvSpPr>
            <a:spLocks noGrp="1"/>
          </p:cNvSpPr>
          <p:nvPr/>
        </p:nvSpPr>
        <p:spPr>
          <a:xfrm>
            <a:off x="75628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9" name="Rectangle 358"/>
          <p:cNvSpPr>
            <a:spLocks noGrp="1"/>
          </p:cNvSpPr>
          <p:nvPr/>
        </p:nvSpPr>
        <p:spPr>
          <a:xfrm>
            <a:off x="7677150" y="22288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0" name="Rectangle 359"/>
          <p:cNvSpPr>
            <a:spLocks noGrp="1"/>
          </p:cNvSpPr>
          <p:nvPr/>
        </p:nvSpPr>
        <p:spPr>
          <a:xfrm>
            <a:off x="7791450" y="2228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1" name="Rectangle 360"/>
          <p:cNvSpPr>
            <a:spLocks noGrp="1"/>
          </p:cNvSpPr>
          <p:nvPr/>
        </p:nvSpPr>
        <p:spPr>
          <a:xfrm>
            <a:off x="79057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2" name="Rectangle 361"/>
          <p:cNvSpPr>
            <a:spLocks noGrp="1"/>
          </p:cNvSpPr>
          <p:nvPr/>
        </p:nvSpPr>
        <p:spPr>
          <a:xfrm>
            <a:off x="80200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3" name="Rectangle 362"/>
          <p:cNvSpPr>
            <a:spLocks noGrp="1"/>
          </p:cNvSpPr>
          <p:nvPr/>
        </p:nvSpPr>
        <p:spPr>
          <a:xfrm>
            <a:off x="81343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4" name="Rectangle 363"/>
          <p:cNvSpPr>
            <a:spLocks noGrp="1"/>
          </p:cNvSpPr>
          <p:nvPr/>
        </p:nvSpPr>
        <p:spPr>
          <a:xfrm>
            <a:off x="82486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5" name="Rectangle 364"/>
          <p:cNvSpPr>
            <a:spLocks noGrp="1"/>
          </p:cNvSpPr>
          <p:nvPr/>
        </p:nvSpPr>
        <p:spPr>
          <a:xfrm>
            <a:off x="83629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6" name="Rectangle 365"/>
          <p:cNvSpPr>
            <a:spLocks noGrp="1"/>
          </p:cNvSpPr>
          <p:nvPr/>
        </p:nvSpPr>
        <p:spPr>
          <a:xfrm>
            <a:off x="84772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7" name="Rectangle 366"/>
          <p:cNvSpPr>
            <a:spLocks noGrp="1"/>
          </p:cNvSpPr>
          <p:nvPr/>
        </p:nvSpPr>
        <p:spPr>
          <a:xfrm>
            <a:off x="8591550" y="22288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8" name="Rectangle 367"/>
          <p:cNvSpPr>
            <a:spLocks noGrp="1"/>
          </p:cNvSpPr>
          <p:nvPr/>
        </p:nvSpPr>
        <p:spPr>
          <a:xfrm>
            <a:off x="87058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9" name="Rectangle 368"/>
          <p:cNvSpPr>
            <a:spLocks noGrp="1"/>
          </p:cNvSpPr>
          <p:nvPr/>
        </p:nvSpPr>
        <p:spPr>
          <a:xfrm>
            <a:off x="88201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0" name="Rectangle 369"/>
          <p:cNvSpPr>
            <a:spLocks noGrp="1"/>
          </p:cNvSpPr>
          <p:nvPr/>
        </p:nvSpPr>
        <p:spPr>
          <a:xfrm>
            <a:off x="89344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1" name="Rectangle 370"/>
          <p:cNvSpPr>
            <a:spLocks noGrp="1"/>
          </p:cNvSpPr>
          <p:nvPr/>
        </p:nvSpPr>
        <p:spPr>
          <a:xfrm>
            <a:off x="9048750" y="2228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2" name="Rectangle 371"/>
          <p:cNvSpPr>
            <a:spLocks noGrp="1"/>
          </p:cNvSpPr>
          <p:nvPr/>
        </p:nvSpPr>
        <p:spPr>
          <a:xfrm>
            <a:off x="73342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3" name="Rectangle 372"/>
          <p:cNvSpPr>
            <a:spLocks noGrp="1"/>
          </p:cNvSpPr>
          <p:nvPr/>
        </p:nvSpPr>
        <p:spPr>
          <a:xfrm>
            <a:off x="74485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4" name="Rectangle 373"/>
          <p:cNvSpPr>
            <a:spLocks noGrp="1"/>
          </p:cNvSpPr>
          <p:nvPr/>
        </p:nvSpPr>
        <p:spPr>
          <a:xfrm>
            <a:off x="75628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5" name="Rectangle 374"/>
          <p:cNvSpPr>
            <a:spLocks noGrp="1"/>
          </p:cNvSpPr>
          <p:nvPr/>
        </p:nvSpPr>
        <p:spPr>
          <a:xfrm>
            <a:off x="7677150" y="23431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6" name="Rectangle 375"/>
          <p:cNvSpPr>
            <a:spLocks noGrp="1"/>
          </p:cNvSpPr>
          <p:nvPr/>
        </p:nvSpPr>
        <p:spPr>
          <a:xfrm>
            <a:off x="77914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7" name="Rectangle 376"/>
          <p:cNvSpPr>
            <a:spLocks noGrp="1"/>
          </p:cNvSpPr>
          <p:nvPr/>
        </p:nvSpPr>
        <p:spPr>
          <a:xfrm>
            <a:off x="79057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8" name="Rectangle 377"/>
          <p:cNvSpPr>
            <a:spLocks noGrp="1"/>
          </p:cNvSpPr>
          <p:nvPr/>
        </p:nvSpPr>
        <p:spPr>
          <a:xfrm>
            <a:off x="80200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9" name="Rectangle 378"/>
          <p:cNvSpPr>
            <a:spLocks noGrp="1"/>
          </p:cNvSpPr>
          <p:nvPr/>
        </p:nvSpPr>
        <p:spPr>
          <a:xfrm>
            <a:off x="81343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0" name="Rectangle 379"/>
          <p:cNvSpPr>
            <a:spLocks noGrp="1"/>
          </p:cNvSpPr>
          <p:nvPr/>
        </p:nvSpPr>
        <p:spPr>
          <a:xfrm>
            <a:off x="82486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1" name="Rectangle 380"/>
          <p:cNvSpPr>
            <a:spLocks noGrp="1"/>
          </p:cNvSpPr>
          <p:nvPr/>
        </p:nvSpPr>
        <p:spPr>
          <a:xfrm>
            <a:off x="83629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2" name="Rectangle 381"/>
          <p:cNvSpPr>
            <a:spLocks noGrp="1"/>
          </p:cNvSpPr>
          <p:nvPr/>
        </p:nvSpPr>
        <p:spPr>
          <a:xfrm>
            <a:off x="84772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3" name="Rectangle 382"/>
          <p:cNvSpPr>
            <a:spLocks noGrp="1"/>
          </p:cNvSpPr>
          <p:nvPr/>
        </p:nvSpPr>
        <p:spPr>
          <a:xfrm>
            <a:off x="85915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4" name="Rectangle 383"/>
          <p:cNvSpPr>
            <a:spLocks noGrp="1"/>
          </p:cNvSpPr>
          <p:nvPr/>
        </p:nvSpPr>
        <p:spPr>
          <a:xfrm>
            <a:off x="87058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5" name="Rectangle 384"/>
          <p:cNvSpPr>
            <a:spLocks noGrp="1"/>
          </p:cNvSpPr>
          <p:nvPr/>
        </p:nvSpPr>
        <p:spPr>
          <a:xfrm>
            <a:off x="88201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6" name="Rectangle 385"/>
          <p:cNvSpPr>
            <a:spLocks noGrp="1"/>
          </p:cNvSpPr>
          <p:nvPr/>
        </p:nvSpPr>
        <p:spPr>
          <a:xfrm>
            <a:off x="89344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7" name="Rectangle 386"/>
          <p:cNvSpPr>
            <a:spLocks noGrp="1"/>
          </p:cNvSpPr>
          <p:nvPr/>
        </p:nvSpPr>
        <p:spPr>
          <a:xfrm>
            <a:off x="9048750" y="2343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8" name="Rectangle 387"/>
          <p:cNvSpPr>
            <a:spLocks noGrp="1"/>
          </p:cNvSpPr>
          <p:nvPr/>
        </p:nvSpPr>
        <p:spPr>
          <a:xfrm>
            <a:off x="73342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9" name="Rectangle 388"/>
          <p:cNvSpPr>
            <a:spLocks noGrp="1"/>
          </p:cNvSpPr>
          <p:nvPr/>
        </p:nvSpPr>
        <p:spPr>
          <a:xfrm>
            <a:off x="74485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0" name="Rectangle 389"/>
          <p:cNvSpPr>
            <a:spLocks noGrp="1"/>
          </p:cNvSpPr>
          <p:nvPr/>
        </p:nvSpPr>
        <p:spPr>
          <a:xfrm>
            <a:off x="75628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1" name="Rectangle 390"/>
          <p:cNvSpPr>
            <a:spLocks noGrp="1"/>
          </p:cNvSpPr>
          <p:nvPr/>
        </p:nvSpPr>
        <p:spPr>
          <a:xfrm>
            <a:off x="76771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2" name="Rectangle 391"/>
          <p:cNvSpPr>
            <a:spLocks noGrp="1"/>
          </p:cNvSpPr>
          <p:nvPr/>
        </p:nvSpPr>
        <p:spPr>
          <a:xfrm>
            <a:off x="77914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3" name="Rectangle 392"/>
          <p:cNvSpPr>
            <a:spLocks noGrp="1"/>
          </p:cNvSpPr>
          <p:nvPr/>
        </p:nvSpPr>
        <p:spPr>
          <a:xfrm>
            <a:off x="79057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4" name="Rectangle 393"/>
          <p:cNvSpPr>
            <a:spLocks noGrp="1"/>
          </p:cNvSpPr>
          <p:nvPr/>
        </p:nvSpPr>
        <p:spPr>
          <a:xfrm>
            <a:off x="80200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5" name="Rectangle 394"/>
          <p:cNvSpPr>
            <a:spLocks noGrp="1"/>
          </p:cNvSpPr>
          <p:nvPr/>
        </p:nvSpPr>
        <p:spPr>
          <a:xfrm>
            <a:off x="81343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6" name="Rectangle 395"/>
          <p:cNvSpPr>
            <a:spLocks noGrp="1"/>
          </p:cNvSpPr>
          <p:nvPr/>
        </p:nvSpPr>
        <p:spPr>
          <a:xfrm>
            <a:off x="8248650" y="2457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7" name="Rectangle 396"/>
          <p:cNvSpPr>
            <a:spLocks noGrp="1"/>
          </p:cNvSpPr>
          <p:nvPr/>
        </p:nvSpPr>
        <p:spPr>
          <a:xfrm>
            <a:off x="8362950" y="24574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8" name="Rectangle 397"/>
          <p:cNvSpPr>
            <a:spLocks noGrp="1"/>
          </p:cNvSpPr>
          <p:nvPr/>
        </p:nvSpPr>
        <p:spPr>
          <a:xfrm>
            <a:off x="84772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9" name="Rectangle 398"/>
          <p:cNvSpPr>
            <a:spLocks noGrp="1"/>
          </p:cNvSpPr>
          <p:nvPr/>
        </p:nvSpPr>
        <p:spPr>
          <a:xfrm>
            <a:off x="85915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0" name="Rectangle 399"/>
          <p:cNvSpPr>
            <a:spLocks noGrp="1"/>
          </p:cNvSpPr>
          <p:nvPr/>
        </p:nvSpPr>
        <p:spPr>
          <a:xfrm>
            <a:off x="8705850" y="2457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1" name="Rectangle 400"/>
          <p:cNvSpPr>
            <a:spLocks noGrp="1"/>
          </p:cNvSpPr>
          <p:nvPr/>
        </p:nvSpPr>
        <p:spPr>
          <a:xfrm>
            <a:off x="8820150" y="24574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2" name="Rectangle 401"/>
          <p:cNvSpPr>
            <a:spLocks noGrp="1"/>
          </p:cNvSpPr>
          <p:nvPr/>
        </p:nvSpPr>
        <p:spPr>
          <a:xfrm>
            <a:off x="8934450" y="24574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3" name="Rectangle 402"/>
          <p:cNvSpPr>
            <a:spLocks noGrp="1"/>
          </p:cNvSpPr>
          <p:nvPr/>
        </p:nvSpPr>
        <p:spPr>
          <a:xfrm>
            <a:off x="9048750" y="2457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4" name="Rectangle 403"/>
          <p:cNvSpPr>
            <a:spLocks noGrp="1"/>
          </p:cNvSpPr>
          <p:nvPr/>
        </p:nvSpPr>
        <p:spPr>
          <a:xfrm>
            <a:off x="73342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5" name="Rectangle 404"/>
          <p:cNvSpPr>
            <a:spLocks noGrp="1"/>
          </p:cNvSpPr>
          <p:nvPr/>
        </p:nvSpPr>
        <p:spPr>
          <a:xfrm>
            <a:off x="74485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6" name="Rectangle 405"/>
          <p:cNvSpPr>
            <a:spLocks noGrp="1"/>
          </p:cNvSpPr>
          <p:nvPr/>
        </p:nvSpPr>
        <p:spPr>
          <a:xfrm>
            <a:off x="75628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7" name="Rectangle 406"/>
          <p:cNvSpPr>
            <a:spLocks noGrp="1"/>
          </p:cNvSpPr>
          <p:nvPr/>
        </p:nvSpPr>
        <p:spPr>
          <a:xfrm>
            <a:off x="76771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8" name="Rectangle 407"/>
          <p:cNvSpPr>
            <a:spLocks noGrp="1"/>
          </p:cNvSpPr>
          <p:nvPr/>
        </p:nvSpPr>
        <p:spPr>
          <a:xfrm>
            <a:off x="77914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9" name="Rectangle 408"/>
          <p:cNvSpPr>
            <a:spLocks noGrp="1"/>
          </p:cNvSpPr>
          <p:nvPr/>
        </p:nvSpPr>
        <p:spPr>
          <a:xfrm>
            <a:off x="79057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0" name="Rectangle 409"/>
          <p:cNvSpPr>
            <a:spLocks noGrp="1"/>
          </p:cNvSpPr>
          <p:nvPr/>
        </p:nvSpPr>
        <p:spPr>
          <a:xfrm>
            <a:off x="8020050" y="25717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1" name="Rectangle 410"/>
          <p:cNvSpPr>
            <a:spLocks noGrp="1"/>
          </p:cNvSpPr>
          <p:nvPr/>
        </p:nvSpPr>
        <p:spPr>
          <a:xfrm>
            <a:off x="81343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2" name="Rectangle 411"/>
          <p:cNvSpPr>
            <a:spLocks noGrp="1"/>
          </p:cNvSpPr>
          <p:nvPr/>
        </p:nvSpPr>
        <p:spPr>
          <a:xfrm>
            <a:off x="82486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3" name="Rectangle 412"/>
          <p:cNvSpPr>
            <a:spLocks noGrp="1"/>
          </p:cNvSpPr>
          <p:nvPr/>
        </p:nvSpPr>
        <p:spPr>
          <a:xfrm>
            <a:off x="83629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4" name="Rectangle 413"/>
          <p:cNvSpPr>
            <a:spLocks noGrp="1"/>
          </p:cNvSpPr>
          <p:nvPr/>
        </p:nvSpPr>
        <p:spPr>
          <a:xfrm>
            <a:off x="84772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5" name="Rectangle 414"/>
          <p:cNvSpPr>
            <a:spLocks noGrp="1"/>
          </p:cNvSpPr>
          <p:nvPr/>
        </p:nvSpPr>
        <p:spPr>
          <a:xfrm>
            <a:off x="8591550" y="25717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6" name="Rectangle 415"/>
          <p:cNvSpPr>
            <a:spLocks noGrp="1"/>
          </p:cNvSpPr>
          <p:nvPr/>
        </p:nvSpPr>
        <p:spPr>
          <a:xfrm>
            <a:off x="87058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7" name="Rectangle 416"/>
          <p:cNvSpPr>
            <a:spLocks noGrp="1"/>
          </p:cNvSpPr>
          <p:nvPr/>
        </p:nvSpPr>
        <p:spPr>
          <a:xfrm>
            <a:off x="88201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8" name="Rectangle 417"/>
          <p:cNvSpPr>
            <a:spLocks noGrp="1"/>
          </p:cNvSpPr>
          <p:nvPr/>
        </p:nvSpPr>
        <p:spPr>
          <a:xfrm>
            <a:off x="8934450" y="25717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9" name="Rectangle 418"/>
          <p:cNvSpPr>
            <a:spLocks noGrp="1"/>
          </p:cNvSpPr>
          <p:nvPr/>
        </p:nvSpPr>
        <p:spPr>
          <a:xfrm>
            <a:off x="90487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0" name="Rectangle 419"/>
          <p:cNvSpPr>
            <a:spLocks noGrp="1"/>
          </p:cNvSpPr>
          <p:nvPr/>
        </p:nvSpPr>
        <p:spPr>
          <a:xfrm>
            <a:off x="73342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1" name="Rectangle 420"/>
          <p:cNvSpPr>
            <a:spLocks noGrp="1"/>
          </p:cNvSpPr>
          <p:nvPr/>
        </p:nvSpPr>
        <p:spPr>
          <a:xfrm>
            <a:off x="7448550" y="26860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2" name="Rectangle 421"/>
          <p:cNvSpPr>
            <a:spLocks noGrp="1"/>
          </p:cNvSpPr>
          <p:nvPr/>
        </p:nvSpPr>
        <p:spPr>
          <a:xfrm>
            <a:off x="75628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3" name="Rectangle 422"/>
          <p:cNvSpPr>
            <a:spLocks noGrp="1"/>
          </p:cNvSpPr>
          <p:nvPr/>
        </p:nvSpPr>
        <p:spPr>
          <a:xfrm>
            <a:off x="76771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4" name="Rectangle 423"/>
          <p:cNvSpPr>
            <a:spLocks noGrp="1"/>
          </p:cNvSpPr>
          <p:nvPr/>
        </p:nvSpPr>
        <p:spPr>
          <a:xfrm>
            <a:off x="77914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5" name="Rectangle 424"/>
          <p:cNvSpPr>
            <a:spLocks noGrp="1"/>
          </p:cNvSpPr>
          <p:nvPr/>
        </p:nvSpPr>
        <p:spPr>
          <a:xfrm>
            <a:off x="79057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6" name="Rectangle 425"/>
          <p:cNvSpPr>
            <a:spLocks noGrp="1"/>
          </p:cNvSpPr>
          <p:nvPr/>
        </p:nvSpPr>
        <p:spPr>
          <a:xfrm>
            <a:off x="80200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7" name="Rectangle 426"/>
          <p:cNvSpPr>
            <a:spLocks noGrp="1"/>
          </p:cNvSpPr>
          <p:nvPr/>
        </p:nvSpPr>
        <p:spPr>
          <a:xfrm>
            <a:off x="81343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8" name="Rectangle 427"/>
          <p:cNvSpPr>
            <a:spLocks noGrp="1"/>
          </p:cNvSpPr>
          <p:nvPr/>
        </p:nvSpPr>
        <p:spPr>
          <a:xfrm>
            <a:off x="82486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9" name="Rectangle 428"/>
          <p:cNvSpPr>
            <a:spLocks noGrp="1"/>
          </p:cNvSpPr>
          <p:nvPr/>
        </p:nvSpPr>
        <p:spPr>
          <a:xfrm>
            <a:off x="83629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0" name="Rectangle 429"/>
          <p:cNvSpPr>
            <a:spLocks noGrp="1"/>
          </p:cNvSpPr>
          <p:nvPr/>
        </p:nvSpPr>
        <p:spPr>
          <a:xfrm>
            <a:off x="84772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1" name="Rectangle 430"/>
          <p:cNvSpPr>
            <a:spLocks noGrp="1"/>
          </p:cNvSpPr>
          <p:nvPr/>
        </p:nvSpPr>
        <p:spPr>
          <a:xfrm>
            <a:off x="8591550" y="26860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2" name="Rectangle 431"/>
          <p:cNvSpPr>
            <a:spLocks noGrp="1"/>
          </p:cNvSpPr>
          <p:nvPr/>
        </p:nvSpPr>
        <p:spPr>
          <a:xfrm>
            <a:off x="87058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3" name="Rectangle 432"/>
          <p:cNvSpPr>
            <a:spLocks noGrp="1"/>
          </p:cNvSpPr>
          <p:nvPr/>
        </p:nvSpPr>
        <p:spPr>
          <a:xfrm>
            <a:off x="8820150" y="26860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4" name="Rectangle 433"/>
          <p:cNvSpPr>
            <a:spLocks noGrp="1"/>
          </p:cNvSpPr>
          <p:nvPr/>
        </p:nvSpPr>
        <p:spPr>
          <a:xfrm>
            <a:off x="8934450" y="26860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5" name="Rectangle 434"/>
          <p:cNvSpPr>
            <a:spLocks noGrp="1"/>
          </p:cNvSpPr>
          <p:nvPr/>
        </p:nvSpPr>
        <p:spPr>
          <a:xfrm>
            <a:off x="90487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6" name="Rectangle 435"/>
          <p:cNvSpPr>
            <a:spLocks noGrp="1"/>
          </p:cNvSpPr>
          <p:nvPr/>
        </p:nvSpPr>
        <p:spPr>
          <a:xfrm>
            <a:off x="7334250" y="28003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7" name="Rectangle 436"/>
          <p:cNvSpPr>
            <a:spLocks noGrp="1"/>
          </p:cNvSpPr>
          <p:nvPr/>
        </p:nvSpPr>
        <p:spPr>
          <a:xfrm>
            <a:off x="74485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8" name="Rectangle 437"/>
          <p:cNvSpPr>
            <a:spLocks noGrp="1"/>
          </p:cNvSpPr>
          <p:nvPr/>
        </p:nvSpPr>
        <p:spPr>
          <a:xfrm>
            <a:off x="7562850" y="28003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9" name="Rectangle 438"/>
          <p:cNvSpPr>
            <a:spLocks noGrp="1"/>
          </p:cNvSpPr>
          <p:nvPr/>
        </p:nvSpPr>
        <p:spPr>
          <a:xfrm>
            <a:off x="76771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0" name="Rectangle 439"/>
          <p:cNvSpPr>
            <a:spLocks noGrp="1"/>
          </p:cNvSpPr>
          <p:nvPr/>
        </p:nvSpPr>
        <p:spPr>
          <a:xfrm>
            <a:off x="77914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1" name="Rectangle 440"/>
          <p:cNvSpPr>
            <a:spLocks noGrp="1"/>
          </p:cNvSpPr>
          <p:nvPr/>
        </p:nvSpPr>
        <p:spPr>
          <a:xfrm>
            <a:off x="79057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2" name="Rectangle 441"/>
          <p:cNvSpPr>
            <a:spLocks noGrp="1"/>
          </p:cNvSpPr>
          <p:nvPr/>
        </p:nvSpPr>
        <p:spPr>
          <a:xfrm>
            <a:off x="80200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3" name="Rectangle 442"/>
          <p:cNvSpPr>
            <a:spLocks noGrp="1"/>
          </p:cNvSpPr>
          <p:nvPr/>
        </p:nvSpPr>
        <p:spPr>
          <a:xfrm>
            <a:off x="8134350" y="28003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4" name="Rectangle 443"/>
          <p:cNvSpPr>
            <a:spLocks noGrp="1"/>
          </p:cNvSpPr>
          <p:nvPr/>
        </p:nvSpPr>
        <p:spPr>
          <a:xfrm>
            <a:off x="8248650" y="28003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5" name="Rectangle 444"/>
          <p:cNvSpPr>
            <a:spLocks noGrp="1"/>
          </p:cNvSpPr>
          <p:nvPr/>
        </p:nvSpPr>
        <p:spPr>
          <a:xfrm>
            <a:off x="83629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6" name="Rectangle 445"/>
          <p:cNvSpPr>
            <a:spLocks noGrp="1"/>
          </p:cNvSpPr>
          <p:nvPr/>
        </p:nvSpPr>
        <p:spPr>
          <a:xfrm>
            <a:off x="84772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7" name="Rectangle 446"/>
          <p:cNvSpPr>
            <a:spLocks noGrp="1"/>
          </p:cNvSpPr>
          <p:nvPr/>
        </p:nvSpPr>
        <p:spPr>
          <a:xfrm>
            <a:off x="85915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8" name="Rectangle 447"/>
          <p:cNvSpPr>
            <a:spLocks noGrp="1"/>
          </p:cNvSpPr>
          <p:nvPr/>
        </p:nvSpPr>
        <p:spPr>
          <a:xfrm>
            <a:off x="87058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9" name="Rectangle 448"/>
          <p:cNvSpPr>
            <a:spLocks noGrp="1"/>
          </p:cNvSpPr>
          <p:nvPr/>
        </p:nvSpPr>
        <p:spPr>
          <a:xfrm>
            <a:off x="88201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0" name="Rectangle 449"/>
          <p:cNvSpPr>
            <a:spLocks noGrp="1"/>
          </p:cNvSpPr>
          <p:nvPr/>
        </p:nvSpPr>
        <p:spPr>
          <a:xfrm>
            <a:off x="89344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1" name="Rectangle 450"/>
          <p:cNvSpPr>
            <a:spLocks noGrp="1"/>
          </p:cNvSpPr>
          <p:nvPr/>
        </p:nvSpPr>
        <p:spPr>
          <a:xfrm>
            <a:off x="90487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2" name="Rectangle 451"/>
          <p:cNvSpPr>
            <a:spLocks noGrp="1"/>
          </p:cNvSpPr>
          <p:nvPr/>
        </p:nvSpPr>
        <p:spPr>
          <a:xfrm>
            <a:off x="73342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3" name="Rectangle 452"/>
          <p:cNvSpPr>
            <a:spLocks noGrp="1"/>
          </p:cNvSpPr>
          <p:nvPr/>
        </p:nvSpPr>
        <p:spPr>
          <a:xfrm>
            <a:off x="74485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4" name="Rectangle 453"/>
          <p:cNvSpPr>
            <a:spLocks noGrp="1"/>
          </p:cNvSpPr>
          <p:nvPr/>
        </p:nvSpPr>
        <p:spPr>
          <a:xfrm>
            <a:off x="75628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5" name="Rectangle 454"/>
          <p:cNvSpPr>
            <a:spLocks noGrp="1"/>
          </p:cNvSpPr>
          <p:nvPr/>
        </p:nvSpPr>
        <p:spPr>
          <a:xfrm>
            <a:off x="76771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6" name="Rectangle 455"/>
          <p:cNvSpPr>
            <a:spLocks noGrp="1"/>
          </p:cNvSpPr>
          <p:nvPr/>
        </p:nvSpPr>
        <p:spPr>
          <a:xfrm>
            <a:off x="77914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7" name="Rectangle 456"/>
          <p:cNvSpPr>
            <a:spLocks noGrp="1"/>
          </p:cNvSpPr>
          <p:nvPr/>
        </p:nvSpPr>
        <p:spPr>
          <a:xfrm>
            <a:off x="79057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8" name="Rectangle 457"/>
          <p:cNvSpPr>
            <a:spLocks noGrp="1"/>
          </p:cNvSpPr>
          <p:nvPr/>
        </p:nvSpPr>
        <p:spPr>
          <a:xfrm>
            <a:off x="80200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9" name="Rectangle 458"/>
          <p:cNvSpPr>
            <a:spLocks noGrp="1"/>
          </p:cNvSpPr>
          <p:nvPr/>
        </p:nvSpPr>
        <p:spPr>
          <a:xfrm>
            <a:off x="81343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0" name="Rectangle 459"/>
          <p:cNvSpPr>
            <a:spLocks noGrp="1"/>
          </p:cNvSpPr>
          <p:nvPr/>
        </p:nvSpPr>
        <p:spPr>
          <a:xfrm>
            <a:off x="82486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1" name="Rectangle 460"/>
          <p:cNvSpPr>
            <a:spLocks noGrp="1"/>
          </p:cNvSpPr>
          <p:nvPr/>
        </p:nvSpPr>
        <p:spPr>
          <a:xfrm>
            <a:off x="83629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2" name="Rectangle 461"/>
          <p:cNvSpPr>
            <a:spLocks noGrp="1"/>
          </p:cNvSpPr>
          <p:nvPr/>
        </p:nvSpPr>
        <p:spPr>
          <a:xfrm>
            <a:off x="84772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3" name="Rectangle 462"/>
          <p:cNvSpPr>
            <a:spLocks noGrp="1"/>
          </p:cNvSpPr>
          <p:nvPr/>
        </p:nvSpPr>
        <p:spPr>
          <a:xfrm>
            <a:off x="85915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4" name="Rectangle 463"/>
          <p:cNvSpPr>
            <a:spLocks noGrp="1"/>
          </p:cNvSpPr>
          <p:nvPr/>
        </p:nvSpPr>
        <p:spPr>
          <a:xfrm>
            <a:off x="87058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5" name="Rectangle 464"/>
          <p:cNvSpPr>
            <a:spLocks noGrp="1"/>
          </p:cNvSpPr>
          <p:nvPr/>
        </p:nvSpPr>
        <p:spPr>
          <a:xfrm>
            <a:off x="8820150" y="29146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6" name="Rectangle 465"/>
          <p:cNvSpPr>
            <a:spLocks noGrp="1"/>
          </p:cNvSpPr>
          <p:nvPr/>
        </p:nvSpPr>
        <p:spPr>
          <a:xfrm>
            <a:off x="89344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7" name="Rectangle 466"/>
          <p:cNvSpPr>
            <a:spLocks noGrp="1"/>
          </p:cNvSpPr>
          <p:nvPr/>
        </p:nvSpPr>
        <p:spPr>
          <a:xfrm>
            <a:off x="9048750" y="29146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8" name="Rectangle 467"/>
          <p:cNvSpPr>
            <a:spLocks noGrp="1"/>
          </p:cNvSpPr>
          <p:nvPr/>
        </p:nvSpPr>
        <p:spPr>
          <a:xfrm>
            <a:off x="7334250" y="30289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9" name="Rectangle 468"/>
          <p:cNvSpPr>
            <a:spLocks noGrp="1"/>
          </p:cNvSpPr>
          <p:nvPr/>
        </p:nvSpPr>
        <p:spPr>
          <a:xfrm>
            <a:off x="7448550" y="30289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0" name="Rectangle 469"/>
          <p:cNvSpPr>
            <a:spLocks noGrp="1"/>
          </p:cNvSpPr>
          <p:nvPr/>
        </p:nvSpPr>
        <p:spPr>
          <a:xfrm>
            <a:off x="75628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1" name="Rectangle 470"/>
          <p:cNvSpPr>
            <a:spLocks noGrp="1"/>
          </p:cNvSpPr>
          <p:nvPr/>
        </p:nvSpPr>
        <p:spPr>
          <a:xfrm>
            <a:off x="76771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2" name="Rectangle 471"/>
          <p:cNvSpPr>
            <a:spLocks noGrp="1"/>
          </p:cNvSpPr>
          <p:nvPr/>
        </p:nvSpPr>
        <p:spPr>
          <a:xfrm>
            <a:off x="7791450" y="30289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3" name="Rectangle 472"/>
          <p:cNvSpPr>
            <a:spLocks noGrp="1"/>
          </p:cNvSpPr>
          <p:nvPr/>
        </p:nvSpPr>
        <p:spPr>
          <a:xfrm>
            <a:off x="7905750" y="30289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4" name="Rectangle 473"/>
          <p:cNvSpPr>
            <a:spLocks noGrp="1"/>
          </p:cNvSpPr>
          <p:nvPr/>
        </p:nvSpPr>
        <p:spPr>
          <a:xfrm>
            <a:off x="8020050" y="30289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5" name="Rectangle 474"/>
          <p:cNvSpPr>
            <a:spLocks noGrp="1"/>
          </p:cNvSpPr>
          <p:nvPr/>
        </p:nvSpPr>
        <p:spPr>
          <a:xfrm>
            <a:off x="81343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6" name="Rectangle 475"/>
          <p:cNvSpPr>
            <a:spLocks noGrp="1"/>
          </p:cNvSpPr>
          <p:nvPr/>
        </p:nvSpPr>
        <p:spPr>
          <a:xfrm>
            <a:off x="82486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7" name="Rectangle 476"/>
          <p:cNvSpPr>
            <a:spLocks noGrp="1"/>
          </p:cNvSpPr>
          <p:nvPr/>
        </p:nvSpPr>
        <p:spPr>
          <a:xfrm>
            <a:off x="83629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8" name="Rectangle 477"/>
          <p:cNvSpPr>
            <a:spLocks noGrp="1"/>
          </p:cNvSpPr>
          <p:nvPr/>
        </p:nvSpPr>
        <p:spPr>
          <a:xfrm>
            <a:off x="84772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9" name="Rectangle 478"/>
          <p:cNvSpPr>
            <a:spLocks noGrp="1"/>
          </p:cNvSpPr>
          <p:nvPr/>
        </p:nvSpPr>
        <p:spPr>
          <a:xfrm>
            <a:off x="85915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0" name="Rectangle 479"/>
          <p:cNvSpPr>
            <a:spLocks noGrp="1"/>
          </p:cNvSpPr>
          <p:nvPr/>
        </p:nvSpPr>
        <p:spPr>
          <a:xfrm>
            <a:off x="8705850" y="30289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1" name="Rectangle 480"/>
          <p:cNvSpPr>
            <a:spLocks noGrp="1"/>
          </p:cNvSpPr>
          <p:nvPr/>
        </p:nvSpPr>
        <p:spPr>
          <a:xfrm>
            <a:off x="88201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2" name="Rectangle 481"/>
          <p:cNvSpPr>
            <a:spLocks noGrp="1"/>
          </p:cNvSpPr>
          <p:nvPr/>
        </p:nvSpPr>
        <p:spPr>
          <a:xfrm>
            <a:off x="89344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3" name="Rectangle 482"/>
          <p:cNvSpPr>
            <a:spLocks noGrp="1"/>
          </p:cNvSpPr>
          <p:nvPr/>
        </p:nvSpPr>
        <p:spPr>
          <a:xfrm>
            <a:off x="90487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4" name="Rectangle 483"/>
          <p:cNvSpPr>
            <a:spLocks noGrp="1"/>
          </p:cNvSpPr>
          <p:nvPr/>
        </p:nvSpPr>
        <p:spPr>
          <a:xfrm>
            <a:off x="73342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5" name="Rectangle 484"/>
          <p:cNvSpPr>
            <a:spLocks noGrp="1"/>
          </p:cNvSpPr>
          <p:nvPr/>
        </p:nvSpPr>
        <p:spPr>
          <a:xfrm>
            <a:off x="74485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6" name="Rectangle 485"/>
          <p:cNvSpPr>
            <a:spLocks noGrp="1"/>
          </p:cNvSpPr>
          <p:nvPr/>
        </p:nvSpPr>
        <p:spPr>
          <a:xfrm>
            <a:off x="7562850" y="31432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7" name="Rectangle 486"/>
          <p:cNvSpPr>
            <a:spLocks noGrp="1"/>
          </p:cNvSpPr>
          <p:nvPr/>
        </p:nvSpPr>
        <p:spPr>
          <a:xfrm>
            <a:off x="76771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8" name="Rectangle 487"/>
          <p:cNvSpPr>
            <a:spLocks noGrp="1"/>
          </p:cNvSpPr>
          <p:nvPr/>
        </p:nvSpPr>
        <p:spPr>
          <a:xfrm>
            <a:off x="77914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9" name="Rectangle 488"/>
          <p:cNvSpPr>
            <a:spLocks noGrp="1"/>
          </p:cNvSpPr>
          <p:nvPr/>
        </p:nvSpPr>
        <p:spPr>
          <a:xfrm>
            <a:off x="79057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0" name="Rectangle 489"/>
          <p:cNvSpPr>
            <a:spLocks noGrp="1"/>
          </p:cNvSpPr>
          <p:nvPr/>
        </p:nvSpPr>
        <p:spPr>
          <a:xfrm>
            <a:off x="80200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1" name="Rectangle 490"/>
          <p:cNvSpPr>
            <a:spLocks noGrp="1"/>
          </p:cNvSpPr>
          <p:nvPr/>
        </p:nvSpPr>
        <p:spPr>
          <a:xfrm>
            <a:off x="81343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2" name="Rectangle 491"/>
          <p:cNvSpPr>
            <a:spLocks noGrp="1"/>
          </p:cNvSpPr>
          <p:nvPr/>
        </p:nvSpPr>
        <p:spPr>
          <a:xfrm>
            <a:off x="82486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3" name="Rectangle 492"/>
          <p:cNvSpPr>
            <a:spLocks noGrp="1"/>
          </p:cNvSpPr>
          <p:nvPr/>
        </p:nvSpPr>
        <p:spPr>
          <a:xfrm>
            <a:off x="83629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4" name="Rectangle 493"/>
          <p:cNvSpPr>
            <a:spLocks noGrp="1"/>
          </p:cNvSpPr>
          <p:nvPr/>
        </p:nvSpPr>
        <p:spPr>
          <a:xfrm>
            <a:off x="84772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5" name="Rectangle 494"/>
          <p:cNvSpPr>
            <a:spLocks noGrp="1"/>
          </p:cNvSpPr>
          <p:nvPr/>
        </p:nvSpPr>
        <p:spPr>
          <a:xfrm>
            <a:off x="8591550" y="31432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6" name="Rectangle 495"/>
          <p:cNvSpPr>
            <a:spLocks noGrp="1"/>
          </p:cNvSpPr>
          <p:nvPr/>
        </p:nvSpPr>
        <p:spPr>
          <a:xfrm>
            <a:off x="87058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7" name="Rectangle 496"/>
          <p:cNvSpPr>
            <a:spLocks noGrp="1"/>
          </p:cNvSpPr>
          <p:nvPr/>
        </p:nvSpPr>
        <p:spPr>
          <a:xfrm>
            <a:off x="88201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8" name="Rectangle 497"/>
          <p:cNvSpPr>
            <a:spLocks noGrp="1"/>
          </p:cNvSpPr>
          <p:nvPr/>
        </p:nvSpPr>
        <p:spPr>
          <a:xfrm>
            <a:off x="89344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9" name="Rectangle 498"/>
          <p:cNvSpPr>
            <a:spLocks noGrp="1"/>
          </p:cNvSpPr>
          <p:nvPr/>
        </p:nvSpPr>
        <p:spPr>
          <a:xfrm>
            <a:off x="90487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0" name="Rectangle 499"/>
          <p:cNvSpPr>
            <a:spLocks noGrp="1"/>
          </p:cNvSpPr>
          <p:nvPr/>
        </p:nvSpPr>
        <p:spPr>
          <a:xfrm>
            <a:off x="73342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1" name="Rectangle 500"/>
          <p:cNvSpPr>
            <a:spLocks noGrp="1"/>
          </p:cNvSpPr>
          <p:nvPr/>
        </p:nvSpPr>
        <p:spPr>
          <a:xfrm>
            <a:off x="74485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2" name="Rectangle 501"/>
          <p:cNvSpPr>
            <a:spLocks noGrp="1"/>
          </p:cNvSpPr>
          <p:nvPr/>
        </p:nvSpPr>
        <p:spPr>
          <a:xfrm>
            <a:off x="75628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3" name="Rectangle 502"/>
          <p:cNvSpPr>
            <a:spLocks noGrp="1"/>
          </p:cNvSpPr>
          <p:nvPr/>
        </p:nvSpPr>
        <p:spPr>
          <a:xfrm>
            <a:off x="7677150" y="32575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4" name="Rectangle 503"/>
          <p:cNvSpPr>
            <a:spLocks noGrp="1"/>
          </p:cNvSpPr>
          <p:nvPr/>
        </p:nvSpPr>
        <p:spPr>
          <a:xfrm>
            <a:off x="77914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5" name="Rectangle 504"/>
          <p:cNvSpPr>
            <a:spLocks noGrp="1"/>
          </p:cNvSpPr>
          <p:nvPr/>
        </p:nvSpPr>
        <p:spPr>
          <a:xfrm>
            <a:off x="79057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6" name="Rectangle 505"/>
          <p:cNvSpPr>
            <a:spLocks noGrp="1"/>
          </p:cNvSpPr>
          <p:nvPr/>
        </p:nvSpPr>
        <p:spPr>
          <a:xfrm>
            <a:off x="80200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7" name="Rectangle 506"/>
          <p:cNvSpPr>
            <a:spLocks noGrp="1"/>
          </p:cNvSpPr>
          <p:nvPr/>
        </p:nvSpPr>
        <p:spPr>
          <a:xfrm>
            <a:off x="81343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8" name="Rectangle 507"/>
          <p:cNvSpPr>
            <a:spLocks noGrp="1"/>
          </p:cNvSpPr>
          <p:nvPr/>
        </p:nvSpPr>
        <p:spPr>
          <a:xfrm>
            <a:off x="82486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9" name="Rectangle 508"/>
          <p:cNvSpPr>
            <a:spLocks noGrp="1"/>
          </p:cNvSpPr>
          <p:nvPr/>
        </p:nvSpPr>
        <p:spPr>
          <a:xfrm>
            <a:off x="8362950" y="32575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0" name="Rectangle 509"/>
          <p:cNvSpPr>
            <a:spLocks noGrp="1"/>
          </p:cNvSpPr>
          <p:nvPr/>
        </p:nvSpPr>
        <p:spPr>
          <a:xfrm>
            <a:off x="84772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1" name="Rectangle 510"/>
          <p:cNvSpPr>
            <a:spLocks noGrp="1"/>
          </p:cNvSpPr>
          <p:nvPr/>
        </p:nvSpPr>
        <p:spPr>
          <a:xfrm>
            <a:off x="85915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2" name="Rectangle 511"/>
          <p:cNvSpPr>
            <a:spLocks noGrp="1"/>
          </p:cNvSpPr>
          <p:nvPr/>
        </p:nvSpPr>
        <p:spPr>
          <a:xfrm>
            <a:off x="87058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3" name="Rectangle 512"/>
          <p:cNvSpPr>
            <a:spLocks noGrp="1"/>
          </p:cNvSpPr>
          <p:nvPr/>
        </p:nvSpPr>
        <p:spPr>
          <a:xfrm>
            <a:off x="88201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4" name="Rectangle 513"/>
          <p:cNvSpPr>
            <a:spLocks noGrp="1"/>
          </p:cNvSpPr>
          <p:nvPr/>
        </p:nvSpPr>
        <p:spPr>
          <a:xfrm>
            <a:off x="8934450" y="32575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5" name="Rectangle 514"/>
          <p:cNvSpPr>
            <a:spLocks noGrp="1"/>
          </p:cNvSpPr>
          <p:nvPr/>
        </p:nvSpPr>
        <p:spPr>
          <a:xfrm>
            <a:off x="90487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6" name="Rectangle 515"/>
          <p:cNvSpPr>
            <a:spLocks noGrp="1"/>
          </p:cNvSpPr>
          <p:nvPr/>
        </p:nvSpPr>
        <p:spPr>
          <a:xfrm>
            <a:off x="73342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7" name="Rectangle 516"/>
          <p:cNvSpPr>
            <a:spLocks noGrp="1"/>
          </p:cNvSpPr>
          <p:nvPr/>
        </p:nvSpPr>
        <p:spPr>
          <a:xfrm>
            <a:off x="74485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8" name="Rectangle 517"/>
          <p:cNvSpPr>
            <a:spLocks noGrp="1"/>
          </p:cNvSpPr>
          <p:nvPr/>
        </p:nvSpPr>
        <p:spPr>
          <a:xfrm>
            <a:off x="75628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9" name="Rectangle 518"/>
          <p:cNvSpPr>
            <a:spLocks noGrp="1"/>
          </p:cNvSpPr>
          <p:nvPr/>
        </p:nvSpPr>
        <p:spPr>
          <a:xfrm>
            <a:off x="76771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0" name="Rectangle 519"/>
          <p:cNvSpPr>
            <a:spLocks noGrp="1"/>
          </p:cNvSpPr>
          <p:nvPr/>
        </p:nvSpPr>
        <p:spPr>
          <a:xfrm>
            <a:off x="77914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1" name="Rectangle 520"/>
          <p:cNvSpPr>
            <a:spLocks noGrp="1"/>
          </p:cNvSpPr>
          <p:nvPr/>
        </p:nvSpPr>
        <p:spPr>
          <a:xfrm>
            <a:off x="79057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2" name="Rectangle 521"/>
          <p:cNvSpPr>
            <a:spLocks noGrp="1"/>
          </p:cNvSpPr>
          <p:nvPr/>
        </p:nvSpPr>
        <p:spPr>
          <a:xfrm>
            <a:off x="80200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3" name="Rectangle 522"/>
          <p:cNvSpPr>
            <a:spLocks noGrp="1"/>
          </p:cNvSpPr>
          <p:nvPr/>
        </p:nvSpPr>
        <p:spPr>
          <a:xfrm>
            <a:off x="81343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4" name="Rectangle 523"/>
          <p:cNvSpPr>
            <a:spLocks noGrp="1"/>
          </p:cNvSpPr>
          <p:nvPr/>
        </p:nvSpPr>
        <p:spPr>
          <a:xfrm>
            <a:off x="82486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5" name="Rectangle 524"/>
          <p:cNvSpPr>
            <a:spLocks noGrp="1"/>
          </p:cNvSpPr>
          <p:nvPr/>
        </p:nvSpPr>
        <p:spPr>
          <a:xfrm>
            <a:off x="83629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6" name="Rectangle 525"/>
          <p:cNvSpPr>
            <a:spLocks noGrp="1"/>
          </p:cNvSpPr>
          <p:nvPr/>
        </p:nvSpPr>
        <p:spPr>
          <a:xfrm>
            <a:off x="84772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7" name="Rectangle 526"/>
          <p:cNvSpPr>
            <a:spLocks noGrp="1"/>
          </p:cNvSpPr>
          <p:nvPr/>
        </p:nvSpPr>
        <p:spPr>
          <a:xfrm>
            <a:off x="85915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8" name="Rectangle 527"/>
          <p:cNvSpPr>
            <a:spLocks noGrp="1"/>
          </p:cNvSpPr>
          <p:nvPr/>
        </p:nvSpPr>
        <p:spPr>
          <a:xfrm>
            <a:off x="87058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9" name="Rectangle 528"/>
          <p:cNvSpPr>
            <a:spLocks noGrp="1"/>
          </p:cNvSpPr>
          <p:nvPr/>
        </p:nvSpPr>
        <p:spPr>
          <a:xfrm>
            <a:off x="88201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0" name="Rectangle 529"/>
          <p:cNvSpPr>
            <a:spLocks noGrp="1"/>
          </p:cNvSpPr>
          <p:nvPr/>
        </p:nvSpPr>
        <p:spPr>
          <a:xfrm>
            <a:off x="89344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1" name="Rectangle 530"/>
          <p:cNvSpPr>
            <a:spLocks noGrp="1"/>
          </p:cNvSpPr>
          <p:nvPr/>
        </p:nvSpPr>
        <p:spPr>
          <a:xfrm>
            <a:off x="90487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2" name="Rectangle 531"/>
          <p:cNvSpPr>
            <a:spLocks noGrp="1"/>
          </p:cNvSpPr>
          <p:nvPr/>
        </p:nvSpPr>
        <p:spPr>
          <a:xfrm>
            <a:off x="73342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3" name="Rectangle 532"/>
          <p:cNvSpPr>
            <a:spLocks noGrp="1"/>
          </p:cNvSpPr>
          <p:nvPr/>
        </p:nvSpPr>
        <p:spPr>
          <a:xfrm>
            <a:off x="74485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4" name="Rectangle 533"/>
          <p:cNvSpPr>
            <a:spLocks noGrp="1"/>
          </p:cNvSpPr>
          <p:nvPr/>
        </p:nvSpPr>
        <p:spPr>
          <a:xfrm>
            <a:off x="75628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5" name="Rectangle 534"/>
          <p:cNvSpPr>
            <a:spLocks noGrp="1"/>
          </p:cNvSpPr>
          <p:nvPr/>
        </p:nvSpPr>
        <p:spPr>
          <a:xfrm>
            <a:off x="76771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6" name="Rectangle 535"/>
          <p:cNvSpPr>
            <a:spLocks noGrp="1"/>
          </p:cNvSpPr>
          <p:nvPr/>
        </p:nvSpPr>
        <p:spPr>
          <a:xfrm>
            <a:off x="77914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7" name="Rectangle 536"/>
          <p:cNvSpPr>
            <a:spLocks noGrp="1"/>
          </p:cNvSpPr>
          <p:nvPr/>
        </p:nvSpPr>
        <p:spPr>
          <a:xfrm>
            <a:off x="79057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8" name="Rectangle 537"/>
          <p:cNvSpPr>
            <a:spLocks noGrp="1"/>
          </p:cNvSpPr>
          <p:nvPr/>
        </p:nvSpPr>
        <p:spPr>
          <a:xfrm>
            <a:off x="80200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9" name="Rectangle 538"/>
          <p:cNvSpPr>
            <a:spLocks noGrp="1"/>
          </p:cNvSpPr>
          <p:nvPr/>
        </p:nvSpPr>
        <p:spPr>
          <a:xfrm>
            <a:off x="81343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0" name="Rectangle 539"/>
          <p:cNvSpPr>
            <a:spLocks noGrp="1"/>
          </p:cNvSpPr>
          <p:nvPr/>
        </p:nvSpPr>
        <p:spPr>
          <a:xfrm>
            <a:off x="82486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1" name="Rectangle 540"/>
          <p:cNvSpPr>
            <a:spLocks noGrp="1"/>
          </p:cNvSpPr>
          <p:nvPr/>
        </p:nvSpPr>
        <p:spPr>
          <a:xfrm>
            <a:off x="83629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2" name="Rectangle 541"/>
          <p:cNvSpPr>
            <a:spLocks noGrp="1"/>
          </p:cNvSpPr>
          <p:nvPr/>
        </p:nvSpPr>
        <p:spPr>
          <a:xfrm>
            <a:off x="84772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3" name="Rectangle 542"/>
          <p:cNvSpPr>
            <a:spLocks noGrp="1"/>
          </p:cNvSpPr>
          <p:nvPr/>
        </p:nvSpPr>
        <p:spPr>
          <a:xfrm>
            <a:off x="85915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4" name="Rectangle 543"/>
          <p:cNvSpPr>
            <a:spLocks noGrp="1"/>
          </p:cNvSpPr>
          <p:nvPr/>
        </p:nvSpPr>
        <p:spPr>
          <a:xfrm>
            <a:off x="87058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5" name="Rectangle 544"/>
          <p:cNvSpPr>
            <a:spLocks noGrp="1"/>
          </p:cNvSpPr>
          <p:nvPr/>
        </p:nvSpPr>
        <p:spPr>
          <a:xfrm>
            <a:off x="8820150" y="34861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6" name="Rectangle 545"/>
          <p:cNvSpPr>
            <a:spLocks noGrp="1"/>
          </p:cNvSpPr>
          <p:nvPr/>
        </p:nvSpPr>
        <p:spPr>
          <a:xfrm>
            <a:off x="89344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7" name="Rectangle 546"/>
          <p:cNvSpPr>
            <a:spLocks noGrp="1"/>
          </p:cNvSpPr>
          <p:nvPr/>
        </p:nvSpPr>
        <p:spPr>
          <a:xfrm>
            <a:off x="90487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8" name="Rectangle 547"/>
          <p:cNvSpPr>
            <a:spLocks noGrp="1"/>
          </p:cNvSpPr>
          <p:nvPr/>
        </p:nvSpPr>
        <p:spPr>
          <a:xfrm>
            <a:off x="73342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9" name="Rectangle 548"/>
          <p:cNvSpPr>
            <a:spLocks noGrp="1"/>
          </p:cNvSpPr>
          <p:nvPr/>
        </p:nvSpPr>
        <p:spPr>
          <a:xfrm>
            <a:off x="74485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0" name="Rectangle 549"/>
          <p:cNvSpPr>
            <a:spLocks noGrp="1"/>
          </p:cNvSpPr>
          <p:nvPr/>
        </p:nvSpPr>
        <p:spPr>
          <a:xfrm>
            <a:off x="75628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1" name="Rectangle 550"/>
          <p:cNvSpPr>
            <a:spLocks noGrp="1"/>
          </p:cNvSpPr>
          <p:nvPr/>
        </p:nvSpPr>
        <p:spPr>
          <a:xfrm>
            <a:off x="76771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2" name="Rectangle 551"/>
          <p:cNvSpPr>
            <a:spLocks noGrp="1"/>
          </p:cNvSpPr>
          <p:nvPr/>
        </p:nvSpPr>
        <p:spPr>
          <a:xfrm>
            <a:off x="77914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3" name="Rectangle 552"/>
          <p:cNvSpPr>
            <a:spLocks noGrp="1"/>
          </p:cNvSpPr>
          <p:nvPr/>
        </p:nvSpPr>
        <p:spPr>
          <a:xfrm>
            <a:off x="7905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4" name="Rectangle 553"/>
          <p:cNvSpPr>
            <a:spLocks noGrp="1"/>
          </p:cNvSpPr>
          <p:nvPr/>
        </p:nvSpPr>
        <p:spPr>
          <a:xfrm>
            <a:off x="80200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5" name="Rectangle 554"/>
          <p:cNvSpPr>
            <a:spLocks noGrp="1"/>
          </p:cNvSpPr>
          <p:nvPr/>
        </p:nvSpPr>
        <p:spPr>
          <a:xfrm>
            <a:off x="81343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6" name="Rectangle 555"/>
          <p:cNvSpPr>
            <a:spLocks noGrp="1"/>
          </p:cNvSpPr>
          <p:nvPr/>
        </p:nvSpPr>
        <p:spPr>
          <a:xfrm>
            <a:off x="82486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7" name="Rectangle 556"/>
          <p:cNvSpPr>
            <a:spLocks noGrp="1"/>
          </p:cNvSpPr>
          <p:nvPr/>
        </p:nvSpPr>
        <p:spPr>
          <a:xfrm>
            <a:off x="8362950" y="3600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8" name="Rectangle 557"/>
          <p:cNvSpPr>
            <a:spLocks noGrp="1"/>
          </p:cNvSpPr>
          <p:nvPr/>
        </p:nvSpPr>
        <p:spPr>
          <a:xfrm>
            <a:off x="8477250" y="3600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9" name="Rectangle 558"/>
          <p:cNvSpPr>
            <a:spLocks noGrp="1"/>
          </p:cNvSpPr>
          <p:nvPr/>
        </p:nvSpPr>
        <p:spPr>
          <a:xfrm>
            <a:off x="8591550" y="3600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0" name="Rectangle 559"/>
          <p:cNvSpPr>
            <a:spLocks noGrp="1"/>
          </p:cNvSpPr>
          <p:nvPr/>
        </p:nvSpPr>
        <p:spPr>
          <a:xfrm>
            <a:off x="87058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1" name="Rectangle 560"/>
          <p:cNvSpPr>
            <a:spLocks noGrp="1"/>
          </p:cNvSpPr>
          <p:nvPr/>
        </p:nvSpPr>
        <p:spPr>
          <a:xfrm>
            <a:off x="88201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2" name="Rectangle 561"/>
          <p:cNvSpPr>
            <a:spLocks noGrp="1"/>
          </p:cNvSpPr>
          <p:nvPr/>
        </p:nvSpPr>
        <p:spPr>
          <a:xfrm>
            <a:off x="89344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3" name="Rectangle 562"/>
          <p:cNvSpPr>
            <a:spLocks noGrp="1"/>
          </p:cNvSpPr>
          <p:nvPr/>
        </p:nvSpPr>
        <p:spPr>
          <a:xfrm>
            <a:off x="9048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4" name="Rectangle 563"/>
          <p:cNvSpPr>
            <a:spLocks noGrp="1"/>
          </p:cNvSpPr>
          <p:nvPr/>
        </p:nvSpPr>
        <p:spPr>
          <a:xfrm>
            <a:off x="7334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5" name="Rectangle 564"/>
          <p:cNvSpPr>
            <a:spLocks noGrp="1"/>
          </p:cNvSpPr>
          <p:nvPr/>
        </p:nvSpPr>
        <p:spPr>
          <a:xfrm>
            <a:off x="74485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6" name="Rectangle 565"/>
          <p:cNvSpPr>
            <a:spLocks noGrp="1"/>
          </p:cNvSpPr>
          <p:nvPr/>
        </p:nvSpPr>
        <p:spPr>
          <a:xfrm>
            <a:off x="75628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7" name="Rectangle 566"/>
          <p:cNvSpPr>
            <a:spLocks noGrp="1"/>
          </p:cNvSpPr>
          <p:nvPr/>
        </p:nvSpPr>
        <p:spPr>
          <a:xfrm>
            <a:off x="76771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8" name="Rectangle 567"/>
          <p:cNvSpPr>
            <a:spLocks noGrp="1"/>
          </p:cNvSpPr>
          <p:nvPr/>
        </p:nvSpPr>
        <p:spPr>
          <a:xfrm>
            <a:off x="77914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9" name="Rectangle 568"/>
          <p:cNvSpPr>
            <a:spLocks noGrp="1"/>
          </p:cNvSpPr>
          <p:nvPr/>
        </p:nvSpPr>
        <p:spPr>
          <a:xfrm>
            <a:off x="7905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0" name="Rectangle 569"/>
          <p:cNvSpPr>
            <a:spLocks noGrp="1"/>
          </p:cNvSpPr>
          <p:nvPr/>
        </p:nvSpPr>
        <p:spPr>
          <a:xfrm>
            <a:off x="80200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1" name="Rectangle 570"/>
          <p:cNvSpPr>
            <a:spLocks noGrp="1"/>
          </p:cNvSpPr>
          <p:nvPr/>
        </p:nvSpPr>
        <p:spPr>
          <a:xfrm>
            <a:off x="81343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2" name="Rectangle 571"/>
          <p:cNvSpPr>
            <a:spLocks noGrp="1"/>
          </p:cNvSpPr>
          <p:nvPr/>
        </p:nvSpPr>
        <p:spPr>
          <a:xfrm>
            <a:off x="82486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3" name="Rectangle 572"/>
          <p:cNvSpPr>
            <a:spLocks noGrp="1"/>
          </p:cNvSpPr>
          <p:nvPr/>
        </p:nvSpPr>
        <p:spPr>
          <a:xfrm>
            <a:off x="83629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4" name="Rectangle 573"/>
          <p:cNvSpPr>
            <a:spLocks noGrp="1"/>
          </p:cNvSpPr>
          <p:nvPr/>
        </p:nvSpPr>
        <p:spPr>
          <a:xfrm>
            <a:off x="8477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5" name="Rectangle 574"/>
          <p:cNvSpPr>
            <a:spLocks noGrp="1"/>
          </p:cNvSpPr>
          <p:nvPr/>
        </p:nvSpPr>
        <p:spPr>
          <a:xfrm>
            <a:off x="85915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6" name="Rectangle 575"/>
          <p:cNvSpPr>
            <a:spLocks noGrp="1"/>
          </p:cNvSpPr>
          <p:nvPr/>
        </p:nvSpPr>
        <p:spPr>
          <a:xfrm>
            <a:off x="87058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7" name="Rectangle 576"/>
          <p:cNvSpPr>
            <a:spLocks noGrp="1"/>
          </p:cNvSpPr>
          <p:nvPr/>
        </p:nvSpPr>
        <p:spPr>
          <a:xfrm>
            <a:off x="88201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8" name="Rectangle 577"/>
          <p:cNvSpPr>
            <a:spLocks noGrp="1"/>
          </p:cNvSpPr>
          <p:nvPr/>
        </p:nvSpPr>
        <p:spPr>
          <a:xfrm>
            <a:off x="89344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9" name="Rectangle 578"/>
          <p:cNvSpPr>
            <a:spLocks noGrp="1"/>
          </p:cNvSpPr>
          <p:nvPr/>
        </p:nvSpPr>
        <p:spPr>
          <a:xfrm>
            <a:off x="9048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0" name="text-579"/>
          <p:cNvSpPr>
            <a:spLocks noGrp="1"/>
          </p:cNvSpPr>
          <p:nvPr/>
        </p:nvSpPr>
        <p:spPr>
          <a:xfrm>
            <a:off x="762000" y="3905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8×8，4色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1" name="text-580"/>
          <p:cNvSpPr>
            <a:spLocks noGrp="1"/>
          </p:cNvSpPr>
          <p:nvPr/>
        </p:nvSpPr>
        <p:spPr>
          <a:xfrm>
            <a:off x="3905250" y="3905250"/>
            <a:ext cx="309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16×16，4色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2" name="text-581"/>
          <p:cNvSpPr>
            <a:spLocks noGrp="1"/>
          </p:cNvSpPr>
          <p:nvPr/>
        </p:nvSpPr>
        <p:spPr>
          <a:xfrm>
            <a:off x="7191375" y="39052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16×16，6色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3" name="text-582"/>
          <p:cNvSpPr>
            <a:spLocks noGrp="1"/>
          </p:cNvSpPr>
          <p:nvPr/>
        </p:nvSpPr>
        <p:spPr>
          <a:xfrm>
            <a:off x="857250" y="4667250"/>
            <a:ext cx="190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三步：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4" name="flow-blanks"/>
          <p:cNvSpPr>
            <a:spLocks noGrp="1"/>
          </p:cNvSpPr>
          <p:nvPr/>
        </p:nvSpPr>
        <p:spPr>
          <a:xfrm>
            <a:off x="2714625" y="4667250"/>
            <a:ext cx="876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① 采样     ② 量化     ③ 编码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85" name="text-584"/>
          <p:cNvSpPr>
            <a:spLocks noGrp="1"/>
          </p:cNvSpPr>
          <p:nvPr/>
        </p:nvSpPr>
        <p:spPr>
          <a:xfrm>
            <a:off x="857250" y="52387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分辨率提高，同样区域内的格子怎样变化？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6" name="text-585"/>
          <p:cNvSpPr>
            <a:spLocks noGrp="1"/>
          </p:cNvSpPr>
          <p:nvPr/>
        </p:nvSpPr>
        <p:spPr>
          <a:xfrm>
            <a:off x="857250" y="58293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格子更小，空间细节表达更细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颜色种类、位深度怎样联系？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204787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本实验：4种颜色 → 6种颜色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depth-blanks"/>
          <p:cNvSpPr>
            <a:spLocks noGrp="1"/>
          </p:cNvSpPr>
          <p:nvPr/>
        </p:nvSpPr>
        <p:spPr>
          <a:xfrm>
            <a:off x="857250" y="32385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位深度：______ → ______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857250" y="4429125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位深度为n，最多表示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color-count-placeholder"/>
          <p:cNvSpPr>
            <a:spLocks noGrp="1"/>
          </p:cNvSpPr>
          <p:nvPr/>
        </p:nvSpPr>
        <p:spPr>
          <a:xfrm>
            <a:off x="6286500" y="44291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______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8382000" y="4429125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种颜色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颜色种类、位深度怎样联系？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204787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本实验：4种颜色 → 6种颜色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depth-blanks"/>
          <p:cNvSpPr>
            <a:spLocks noGrp="1"/>
          </p:cNvSpPr>
          <p:nvPr/>
        </p:nvSpPr>
        <p:spPr>
          <a:xfrm>
            <a:off x="857250" y="32385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位深度：2 bit → 3 bit</a:t>
            </a:r>
            <a:endParaRPr sz="28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857250" y="4429125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位深度为n，最多表示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color-count-placeholder"/>
          <p:cNvSpPr>
            <a:spLocks noGrp="1"/>
          </p:cNvSpPr>
          <p:nvPr/>
        </p:nvSpPr>
        <p:spPr>
          <a:xfrm>
            <a:off x="6286500" y="44291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2ⁿ</a:t>
            </a:r>
            <a:endParaRPr sz="33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8382000" y="4429125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种颜色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三幅图的像素码字，各占几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5525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只计未压缩像素码字，不含文件头和调色板。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0" name="Table 9"/>
          <p:cNvGraphicFramePr/>
          <p:nvPr/>
        </p:nvGraphicFramePr>
        <p:xfrm>
          <a:off x="857250" y="2095500"/>
          <a:ext cx="10477500" cy="3143252"/>
        </p:xfrm>
        <a:graphic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分辨率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位深度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总bit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8×8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3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三幅图的像素码字，各占几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5525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只计未压缩像素码字，不含文件头和调色板。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857250" y="2095500"/>
          <a:ext cx="10477500" cy="3143252"/>
        </p:xfrm>
        <a:graphic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分辨率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位深度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总bit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8×8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8×8×2 = 128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16×16×2 = 512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3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16×16×3 = 768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/>
          <p:cNvSpPr>
            <a:spLocks noGrp="1"/>
          </p:cNvSpPr>
          <p:nvPr/>
        </p:nvSpPr>
        <p:spPr>
          <a:xfrm>
            <a:off x="1238250" y="5572125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总bit = 像素总数 × 每像素的位数</a:t>
            </a:r>
            <a:endParaRPr sz="27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要用 B 表示数据量，怎样换算？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76212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 B = 8 bit（只计未压缩像素数据）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byte-blanks"/>
          <p:cNvSpPr>
            <a:spLocks noGrp="1"/>
          </p:cNvSpPr>
          <p:nvPr/>
        </p:nvSpPr>
        <p:spPr>
          <a:xfrm>
            <a:off x="857250" y="27146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128 bit → ___ B    512 bit → ___ B    768 bit → ___ B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要用 B 表示数据量，怎样换算？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76212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 B = 8 bit（只计未压缩像素数据）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byte-blanks"/>
          <p:cNvSpPr>
            <a:spLocks noGrp="1"/>
          </p:cNvSpPr>
          <p:nvPr/>
        </p:nvSpPr>
        <p:spPr>
          <a:xfrm>
            <a:off x="857250" y="27146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128 bit → 16 B     512 bit → 64 B     768 bit → 96 B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857250" y="39052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9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9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像素数据量（B）= 横向×纵向×位深度÷8</a:t>
            </a:r>
            <a:endParaRPr sz="29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857250" y="528637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B ÷1024 = KB       KB ÷1024 = MB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5" name="Elbow Connector 14"/>
          <p:cNvCxnSpPr>
            <a:stCxn id="5" idx="3"/>
            <a:endCxn id="12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16" name="Elbow Connector 15"/>
          <p:cNvCxnSpPr>
            <a:stCxn id="5" idx="3"/>
            <a:endCxn id="9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17" name="Elbow Connector 16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18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0" name="Elbow Connector 19"/>
          <p:cNvCxnSpPr>
            <a:stCxn id="5" idx="3"/>
            <a:endCxn id="15" idx="1"/>
          </p:cNvCxnSpPr>
          <p:nvPr/>
        </p:nvCxnSpPr>
        <p:spPr>
          <a:xfrm>
            <a:off x="2419350" y="3714750"/>
            <a:ext cx="866775" cy="4286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1" name="Elbow Connector 20"/>
          <p:cNvCxnSpPr>
            <a:stCxn id="5" idx="3"/>
            <a:endCxn id="12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2" name="Elbow Connector 21"/>
          <p:cNvCxnSpPr>
            <a:stCxn id="5" idx="3"/>
            <a:endCxn id="9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3" name="Elbow Connector 22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24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node-payload"/>
          <p:cNvSpPr>
            <a:spLocks noGrp="1"/>
          </p:cNvSpPr>
          <p:nvPr/>
        </p:nvSpPr>
        <p:spPr>
          <a:xfrm>
            <a:off x="3286125" y="3905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4. 像素数据量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detail-payload"/>
          <p:cNvSpPr>
            <a:spLocks noGrp="1"/>
          </p:cNvSpPr>
          <p:nvPr/>
        </p:nvSpPr>
        <p:spPr>
          <a:xfrm>
            <a:off x="5715000" y="3905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像素数 × </a:t>
            </a:r>
            <a:r>
              <a:rPr 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颜色深度</a:t>
            </a: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÷ 8 </a:t>
            </a:r>
            <a:r>
              <a:rPr 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（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字节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）</a:t>
            </a:r>
            <a:endParaRPr lang="en-US" altLang="zh-CN"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8" name="focus-payload"/>
          <p:cNvSpPr>
            <a:spLocks noGrp="1"/>
          </p:cNvSpPr>
          <p:nvPr/>
        </p:nvSpPr>
        <p:spPr>
          <a:xfrm>
            <a:off x="3209925" y="3867150"/>
            <a:ext cx="8362950" cy="5429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19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新学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黑白、16 色、256 色各要几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857250" y="2143125"/>
          <a:ext cx="10477500" cy="3333752"/>
        </p:xfrm>
        <a:graphic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图像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黑白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16色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256色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颜色数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256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位深度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数据量（B）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857250" y="58293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三幅图的分辨率均为M×N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黑白、16 色、256 色各要几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857250" y="2143125"/>
          <a:ext cx="10477500" cy="3333752"/>
        </p:xfrm>
        <a:graphic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图像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黑白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16色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256色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颜色数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256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位深度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4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数据量（B）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M×N×1÷8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M×N×4÷8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M×N×8÷8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857250" y="58293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三幅图的分辨率均为M×N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24位真彩色，最多有多少种颜色？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857250" y="2857500"/>
          <a:ext cx="10477500" cy="1809750"/>
        </p:xfrm>
        <a:graphic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分辨率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位深度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最多颜色数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像素数据量（B）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M×N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24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24位真彩色，最多有多少种颜色？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857250" y="2857500"/>
          <a:ext cx="10477500" cy="1809750"/>
        </p:xfrm>
        <a:graphic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分辨率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位深度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最多颜色数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像素数据量（B）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M×N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24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2²⁴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M×N×24÷8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24 位 RGB 怎样表示丰富的颜色？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1381125" y="257175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800" b="1">
                <a:solidFill>
                  <a:srgbClr val="C2222C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800" b="1">
                <a:solidFill>
                  <a:srgbClr val="C2222C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4800" b="1">
              <a:solidFill>
                <a:srgbClr val="C2222C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1381125" y="3571875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 bit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4810125" y="257175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800" b="1">
                <a:solidFill>
                  <a:srgbClr val="218029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800" b="1">
                <a:solidFill>
                  <a:srgbClr val="218029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G</a:t>
            </a:r>
            <a:endParaRPr sz="4800" b="1">
              <a:solidFill>
                <a:srgbClr val="218029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4810125" y="3571875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 bit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8239125" y="257175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800" b="1">
                <a:solidFill>
                  <a:srgbClr val="3157B7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800" b="1">
                <a:solidFill>
                  <a:srgbClr val="3157B7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</a:t>
            </a:r>
            <a:endParaRPr sz="4800" b="1">
              <a:solidFill>
                <a:srgbClr val="3157B7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8239125" y="3571875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 bit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24 位 RGB 怎样表示丰富的颜色？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1381125" y="257175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800" b="1">
                <a:solidFill>
                  <a:srgbClr val="C2222C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800" b="1">
                <a:solidFill>
                  <a:srgbClr val="C2222C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4800" b="1">
              <a:solidFill>
                <a:srgbClr val="C2222C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1381125" y="3571875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 bit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4810125" y="257175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800" b="1">
                <a:solidFill>
                  <a:srgbClr val="218029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800" b="1">
                <a:solidFill>
                  <a:srgbClr val="218029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G</a:t>
            </a:r>
            <a:endParaRPr sz="4800" b="1">
              <a:solidFill>
                <a:srgbClr val="218029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4810125" y="3571875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 bit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8239125" y="257175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800" b="1">
                <a:solidFill>
                  <a:srgbClr val="3157B7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800" b="1">
                <a:solidFill>
                  <a:srgbClr val="3157B7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</a:t>
            </a:r>
            <a:endParaRPr sz="4800" b="1">
              <a:solidFill>
                <a:srgbClr val="3157B7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8239125" y="3571875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 bit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1333500" y="447675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每通道256级，取值0–255</a:t>
            </a:r>
            <a:endParaRPr sz="26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1333500" y="5381625"/>
            <a:ext cx="9810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0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8×3 = 24 bit       256³ = 2²⁴ 种</a:t>
            </a:r>
            <a:endParaRPr sz="30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同一种颜色，为什么有2bit和24bit？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2476500"/>
            <a:ext cx="2190750" cy="1714500"/>
          </a:xfrm>
          <a:prstGeom prst="rect">
            <a:avLst/>
          </a:prstGeom>
          <a:solidFill>
            <a:srgbClr val="24211B"/>
          </a:solidFill>
          <a:ln w="0">
            <a:noFill/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857250" y="4667250"/>
            <a:ext cx="3238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同一块深色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4667250" y="2381250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3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3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43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4667250" y="3857625"/>
            <a:ext cx="6762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00100100 00100001 00011011</a:t>
            </a:r>
            <a:endParaRPr sz="2475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同一种颜色，为什么有2bit和24bit？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2476500"/>
            <a:ext cx="2190750" cy="1714500"/>
          </a:xfrm>
          <a:prstGeom prst="rect">
            <a:avLst/>
          </a:prstGeom>
          <a:solidFill>
            <a:srgbClr val="24211B"/>
          </a:solidFill>
          <a:ln w="0">
            <a:noFill/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857250" y="4667250"/>
            <a:ext cx="3238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同一块深色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4667250" y="2381250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3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3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43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4667250" y="3857625"/>
            <a:ext cx="6762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00100100 00100001 00011011</a:t>
            </a:r>
            <a:endParaRPr sz="2475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4667250" y="3190875"/>
            <a:ext cx="676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查四色表的编号：2 bit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4667250" y="4667250"/>
            <a:ext cx="676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RGB通道值：8+8+8 = 24 bit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857250" y="58102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位数取决于采用的表示方案</a:t>
            </a:r>
            <a:endParaRPr sz="26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R=138，怎样写成8位二进制？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857250" y="2143125"/>
            <a:ext cx="2857500" cy="28575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2236391" y="3403203"/>
            <a:ext cx="69453" cy="69453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4667250" y="1714500"/>
            <a:ext cx="676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RGB = (138, 179, 111)</a:t>
            </a:r>
            <a:endParaRPr sz="27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-5"/>
          <p:cNvSpPr>
            <a:spLocks noGrp="1"/>
          </p:cNvSpPr>
          <p:nvPr/>
        </p:nvSpPr>
        <p:spPr>
          <a:xfrm>
            <a:off x="4667250" y="2524125"/>
            <a:ext cx="676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R通道：哪些位填1？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8" name="Table 17"/>
          <p:cNvGraphicFramePr/>
          <p:nvPr/>
        </p:nvGraphicFramePr>
        <p:xfrm>
          <a:off x="4667250" y="3429000"/>
          <a:ext cx="6705600" cy="1333500"/>
        </p:xfrm>
        <a:graphic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128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64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32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8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4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6"/>
          <p:cNvSpPr>
            <a:spLocks noGrp="1"/>
          </p:cNvSpPr>
          <p:nvPr/>
        </p:nvSpPr>
        <p:spPr>
          <a:xfrm>
            <a:off x="4667250" y="5238750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每一格是一位，固定写满8位。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text-7"/>
          <p:cNvSpPr>
            <a:spLocks noGrp="1"/>
          </p:cNvSpPr>
          <p:nvPr/>
        </p:nvSpPr>
        <p:spPr>
          <a:xfrm>
            <a:off x="762000" y="5572125"/>
            <a:ext cx="4095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红框中心的一个像素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R=138，怎样写成8位二进制？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857250" y="2143125"/>
            <a:ext cx="2857500" cy="28575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2236391" y="3403203"/>
            <a:ext cx="69453" cy="69453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4667250" y="1714500"/>
            <a:ext cx="676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RGB = (138, 179, 111)</a:t>
            </a:r>
            <a:endParaRPr sz="27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-5"/>
          <p:cNvSpPr>
            <a:spLocks noGrp="1"/>
          </p:cNvSpPr>
          <p:nvPr/>
        </p:nvSpPr>
        <p:spPr>
          <a:xfrm>
            <a:off x="4667250" y="2524125"/>
            <a:ext cx="676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R通道：哪些位填1？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9" name="Table 18"/>
          <p:cNvGraphicFramePr/>
          <p:nvPr/>
        </p:nvGraphicFramePr>
        <p:xfrm>
          <a:off x="4667250" y="3429000"/>
          <a:ext cx="6705600" cy="1333500"/>
        </p:xfrm>
        <a:graphic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128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64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32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8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4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6"/>
          <p:cNvSpPr>
            <a:spLocks noGrp="1"/>
          </p:cNvSpPr>
          <p:nvPr/>
        </p:nvSpPr>
        <p:spPr>
          <a:xfrm>
            <a:off x="4667250" y="5238750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每一格是一位，固定写满8位。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text-7"/>
          <p:cNvSpPr>
            <a:spLocks noGrp="1"/>
          </p:cNvSpPr>
          <p:nvPr/>
        </p:nvSpPr>
        <p:spPr>
          <a:xfrm>
            <a:off x="762000" y="5572125"/>
            <a:ext cx="4095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红框中心的一个像素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text-8"/>
          <p:cNvSpPr>
            <a:spLocks noGrp="1"/>
          </p:cNvSpPr>
          <p:nvPr/>
        </p:nvSpPr>
        <p:spPr>
          <a:xfrm>
            <a:off x="4667250" y="587692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138 = 128 + 8 + 2</a:t>
            </a:r>
            <a:endParaRPr sz="26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一个RGB像素：三个8位通道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47750" y="2619375"/>
            <a:ext cx="2333625" cy="1905000"/>
          </a:xfrm>
          <a:prstGeom prst="rect">
            <a:avLst/>
          </a:prstGeom>
          <a:solidFill>
            <a:srgbClr val="8AB36F"/>
          </a:solidFill>
          <a:ln w="0">
            <a:noFill/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857250" y="5238750"/>
            <a:ext cx="485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RGB = (138, 179, 111)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5810250" y="2000250"/>
            <a:ext cx="552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4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4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  10001010</a:t>
            </a:r>
            <a:endParaRPr sz="34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5810250" y="3000375"/>
            <a:ext cx="552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4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4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G  10110011</a:t>
            </a:r>
            <a:endParaRPr sz="34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5810250" y="4000500"/>
            <a:ext cx="552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4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4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  01101111</a:t>
            </a:r>
            <a:endParaRPr sz="34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5810250" y="5286375"/>
            <a:ext cx="552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24 bit = 3 bytes</a:t>
            </a:r>
            <a:endParaRPr sz="30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500×333 的 24 位图像有多大？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95262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设一幅图为500×333像素，每像素24bit。</a:t>
            </a:r>
            <a:endParaRPr sz="27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90512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求未压缩像素数据量，以B和KB表示。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500×333 的 24 位图像有多大？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95262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设一幅图为500×333像素，每像素24bit。</a:t>
            </a:r>
            <a:endParaRPr sz="27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90512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求未压缩像素数据量，以B和KB表示。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857250" y="39052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2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2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500 × 333 × 24 ÷ 8 = 499,500 B</a:t>
            </a:r>
            <a:endParaRPr sz="32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857250" y="514350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2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2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499,500 ÷ 1024 ≈ 487.79 KB</a:t>
            </a:r>
            <a:endParaRPr sz="32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公式计算的是像素数据量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95262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1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计算结果：499,500 B</a:t>
            </a:r>
            <a:endParaRPr sz="31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2500" y="3190875"/>
            <a:ext cx="7143750" cy="1476375"/>
          </a:xfrm>
          <a:prstGeom prst="rect">
            <a:avLst/>
          </a:prstGeom>
          <a:solidFill>
            <a:srgbClr val="F0ECF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text-5"/>
          <p:cNvSpPr>
            <a:spLocks noGrp="1"/>
          </p:cNvSpPr>
          <p:nvPr/>
        </p:nvSpPr>
        <p:spPr>
          <a:xfrm>
            <a:off x="1238250" y="3429000"/>
            <a:ext cx="65722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未压缩的像素数据</a:t>
            </a:r>
            <a:endParaRPr sz="31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8572500" y="3190875"/>
            <a:ext cx="295275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文件还可能记录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头部、调色板等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8572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压缩、行填充等也会影响完整文件大小。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放大熊猫图，就能看清新细节吗？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952500" y="2000250"/>
            <a:ext cx="3429000" cy="34290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2583656" y="3429000"/>
            <a:ext cx="190500" cy="1905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857250" y="5829300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显示得更大，原始信息增加了吗？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4" name="Rectangle 263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放大熊猫图，就能看清新细节吗？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267" name="Picture 266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952500" y="2000250"/>
            <a:ext cx="3429000" cy="34290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2583656" y="3429000"/>
            <a:ext cx="190500" cy="1905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857250" y="5829300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显示得更大，原始信息增加了吗？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334250" y="2000250"/>
            <a:ext cx="209550" cy="209550"/>
          </a:xfrm>
          <a:prstGeom prst="rect">
            <a:avLst/>
          </a:prstGeom>
          <a:solidFill>
            <a:srgbClr val="FBFCFE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543800" y="2000250"/>
            <a:ext cx="209550" cy="209550"/>
          </a:xfrm>
          <a:prstGeom prst="rect">
            <a:avLst/>
          </a:prstGeom>
          <a:solidFill>
            <a:srgbClr val="E8EAE9"/>
          </a:solidFill>
          <a:ln w="0">
            <a:noFill/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753350" y="2000250"/>
            <a:ext cx="209550" cy="209550"/>
          </a:xfrm>
          <a:prstGeom prst="rect">
            <a:avLst/>
          </a:prstGeom>
          <a:solidFill>
            <a:srgbClr val="F6FDF6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962900" y="2000250"/>
            <a:ext cx="209550" cy="209550"/>
          </a:xfrm>
          <a:prstGeom prst="rect">
            <a:avLst/>
          </a:prstGeom>
          <a:solidFill>
            <a:srgbClr val="D8E4D8"/>
          </a:solidFill>
          <a:ln w="0">
            <a:noFill/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8172450" y="2000250"/>
            <a:ext cx="209550" cy="209550"/>
          </a:xfrm>
          <a:prstGeom prst="rect">
            <a:avLst/>
          </a:prstGeom>
          <a:solidFill>
            <a:srgbClr val="7E8F7F"/>
          </a:solidFill>
          <a:ln w="0">
            <a:noFill/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8382000" y="2000250"/>
            <a:ext cx="209550" cy="209550"/>
          </a:xfrm>
          <a:prstGeom prst="rect">
            <a:avLst/>
          </a:prstGeom>
          <a:solidFill>
            <a:srgbClr val="112712"/>
          </a:solidFill>
          <a:ln w="0">
            <a:noFill/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8591550" y="2000250"/>
            <a:ext cx="209550" cy="209550"/>
          </a:xfrm>
          <a:prstGeom prst="rect">
            <a:avLst/>
          </a:prstGeom>
          <a:solidFill>
            <a:srgbClr val="0F2910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801100" y="2000250"/>
            <a:ext cx="209550" cy="209550"/>
          </a:xfrm>
          <a:prstGeom prst="rect">
            <a:avLst/>
          </a:prstGeom>
          <a:solidFill>
            <a:srgbClr val="0F290E"/>
          </a:solidFill>
          <a:ln w="0">
            <a:noFill/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9010650" y="2000250"/>
            <a:ext cx="209550" cy="209550"/>
          </a:xfrm>
          <a:prstGeom prst="rect">
            <a:avLst/>
          </a:prstGeom>
          <a:solidFill>
            <a:srgbClr val="163317"/>
          </a:solidFill>
          <a:ln w="0">
            <a:noFill/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9220200" y="2000250"/>
            <a:ext cx="209550" cy="209550"/>
          </a:xfrm>
          <a:prstGeom prst="rect">
            <a:avLst/>
          </a:prstGeom>
          <a:solidFill>
            <a:srgbClr val="08240B"/>
          </a:solidFill>
          <a:ln w="0">
            <a:noFill/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9429750" y="2000250"/>
            <a:ext cx="209550" cy="209550"/>
          </a:xfrm>
          <a:prstGeom prst="rect">
            <a:avLst/>
          </a:prstGeom>
          <a:solidFill>
            <a:srgbClr val="001700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639300" y="2000250"/>
            <a:ext cx="209550" cy="209550"/>
          </a:xfrm>
          <a:prstGeom prst="rect">
            <a:avLst/>
          </a:prstGeom>
          <a:solidFill>
            <a:srgbClr val="051E09"/>
          </a:solidFill>
          <a:ln w="0">
            <a:noFill/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848850" y="2000250"/>
            <a:ext cx="209550" cy="209550"/>
          </a:xfrm>
          <a:prstGeom prst="rect">
            <a:avLst/>
          </a:prstGeom>
          <a:solidFill>
            <a:srgbClr val="243B27"/>
          </a:solidFill>
          <a:ln w="0">
            <a:noFill/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058400" y="2000250"/>
            <a:ext cx="209550" cy="209550"/>
          </a:xfrm>
          <a:prstGeom prst="rect">
            <a:avLst/>
          </a:prstGeom>
          <a:solidFill>
            <a:srgbClr val="7A8F7E"/>
          </a:solidFill>
          <a:ln w="0">
            <a:noFill/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0267950" y="2000250"/>
            <a:ext cx="209550" cy="209550"/>
          </a:xfrm>
          <a:prstGeom prst="rect">
            <a:avLst/>
          </a:prstGeom>
          <a:solidFill>
            <a:srgbClr val="E9F9EE"/>
          </a:solidFill>
          <a:ln w="0">
            <a:noFill/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0477500" y="2000250"/>
            <a:ext cx="209550" cy="209550"/>
          </a:xfrm>
          <a:prstGeom prst="rect">
            <a:avLst/>
          </a:prstGeom>
          <a:solidFill>
            <a:srgbClr val="EAF0EC"/>
          </a:solidFill>
          <a:ln w="0">
            <a:noFill/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334250" y="2209800"/>
            <a:ext cx="209550" cy="209550"/>
          </a:xfrm>
          <a:prstGeom prst="rect">
            <a:avLst/>
          </a:prstGeom>
          <a:solidFill>
            <a:srgbClr val="D7DDD9"/>
          </a:solidFill>
          <a:ln w="0">
            <a:noFill/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7543800" y="2209800"/>
            <a:ext cx="209550" cy="209550"/>
          </a:xfrm>
          <a:prstGeom prst="rect">
            <a:avLst/>
          </a:prstGeom>
          <a:solidFill>
            <a:srgbClr val="F4FEF6"/>
          </a:solidFill>
          <a:ln w="0">
            <a:noFill/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753350" y="2209800"/>
            <a:ext cx="209550" cy="209550"/>
          </a:xfrm>
          <a:prstGeom prst="rect">
            <a:avLst/>
          </a:prstGeom>
          <a:solidFill>
            <a:srgbClr val="E4F2E5"/>
          </a:solidFill>
          <a:ln w="0">
            <a:noFill/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962900" y="2209800"/>
            <a:ext cx="209550" cy="209550"/>
          </a:xfrm>
          <a:prstGeom prst="rect">
            <a:avLst/>
          </a:prstGeom>
          <a:solidFill>
            <a:srgbClr val="425542"/>
          </a:solidFill>
          <a:ln w="0">
            <a:noFill/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8172450" y="2209800"/>
            <a:ext cx="209550" cy="209550"/>
          </a:xfrm>
          <a:prstGeom prst="rect">
            <a:avLst/>
          </a:prstGeom>
          <a:solidFill>
            <a:srgbClr val="001000"/>
          </a:solidFill>
          <a:ln w="0">
            <a:noFill/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8382000" y="2209800"/>
            <a:ext cx="209550" cy="209550"/>
          </a:xfrm>
          <a:prstGeom prst="rect">
            <a:avLst/>
          </a:prstGeom>
          <a:solidFill>
            <a:srgbClr val="112E10"/>
          </a:solidFill>
          <a:ln w="0">
            <a:noFill/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8591550" y="2209800"/>
            <a:ext cx="209550" cy="209550"/>
          </a:xfrm>
          <a:prstGeom prst="rect">
            <a:avLst/>
          </a:prstGeom>
          <a:solidFill>
            <a:srgbClr val="2A4C2B"/>
          </a:solidFill>
          <a:ln w="0">
            <a:noFill/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8801100" y="2209800"/>
            <a:ext cx="209550" cy="209550"/>
          </a:xfrm>
          <a:prstGeom prst="rect">
            <a:avLst/>
          </a:prstGeom>
          <a:solidFill>
            <a:srgbClr val="335733"/>
          </a:solidFill>
          <a:ln w="0">
            <a:noFill/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9010650" y="2209800"/>
            <a:ext cx="209550" cy="209550"/>
          </a:xfrm>
          <a:prstGeom prst="rect">
            <a:avLst/>
          </a:prstGeom>
          <a:solidFill>
            <a:srgbClr val="2E542F"/>
          </a:solidFill>
          <a:ln w="0">
            <a:noFill/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9220200" y="2209800"/>
            <a:ext cx="209550" cy="209550"/>
          </a:xfrm>
          <a:prstGeom prst="rect">
            <a:avLst/>
          </a:prstGeom>
          <a:solidFill>
            <a:srgbClr val="183E19"/>
          </a:solidFill>
          <a:ln w="0">
            <a:noFill/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9429750" y="2209800"/>
            <a:ext cx="209550" cy="209550"/>
          </a:xfrm>
          <a:prstGeom prst="rect">
            <a:avLst/>
          </a:prstGeom>
          <a:solidFill>
            <a:srgbClr val="193E1C"/>
          </a:solidFill>
          <a:ln w="0">
            <a:noFill/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9639300" y="2209800"/>
            <a:ext cx="209550" cy="209550"/>
          </a:xfrm>
          <a:prstGeom prst="rect">
            <a:avLst/>
          </a:prstGeom>
          <a:solidFill>
            <a:srgbClr val="1F4222"/>
          </a:solidFill>
          <a:ln w="0">
            <a:noFill/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9848850" y="2209800"/>
            <a:ext cx="209550" cy="209550"/>
          </a:xfrm>
          <a:prstGeom prst="rect">
            <a:avLst/>
          </a:prstGeom>
          <a:solidFill>
            <a:srgbClr val="001E00"/>
          </a:solidFill>
          <a:ln w="0">
            <a:noFill/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0058400" y="2209800"/>
            <a:ext cx="209550" cy="209550"/>
          </a:xfrm>
          <a:prstGeom prst="rect">
            <a:avLst/>
          </a:prstGeom>
          <a:solidFill>
            <a:srgbClr val="0B290D"/>
          </a:solidFill>
          <a:ln w="0">
            <a:noFill/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0267950" y="2209800"/>
            <a:ext cx="209550" cy="209550"/>
          </a:xfrm>
          <a:prstGeom prst="rect">
            <a:avLst/>
          </a:prstGeom>
          <a:solidFill>
            <a:srgbClr val="637A66"/>
          </a:solidFill>
          <a:ln w="0">
            <a:noFill/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0477500" y="2209800"/>
            <a:ext cx="209550" cy="209550"/>
          </a:xfrm>
          <a:prstGeom prst="rect">
            <a:avLst/>
          </a:prstGeom>
          <a:solidFill>
            <a:srgbClr val="DDE8E2"/>
          </a:solidFill>
          <a:ln w="0">
            <a:noFill/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7334250" y="2419350"/>
            <a:ext cx="209550" cy="209550"/>
          </a:xfrm>
          <a:prstGeom prst="rect">
            <a:avLst/>
          </a:prstGeom>
          <a:solidFill>
            <a:srgbClr val="F5FFF7"/>
          </a:solidFill>
          <a:ln w="0">
            <a:noFill/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7543800" y="2419350"/>
            <a:ext cx="209550" cy="209550"/>
          </a:xfrm>
          <a:prstGeom prst="rect">
            <a:avLst/>
          </a:prstGeom>
          <a:solidFill>
            <a:srgbClr val="E2F0E3"/>
          </a:solidFill>
          <a:ln w="0">
            <a:noFill/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7753350" y="2419350"/>
            <a:ext cx="209550" cy="209550"/>
          </a:xfrm>
          <a:prstGeom prst="rect">
            <a:avLst/>
          </a:prstGeom>
          <a:solidFill>
            <a:srgbClr val="627562"/>
          </a:solidFill>
          <a:ln w="0">
            <a:noFill/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7962900" y="2419350"/>
            <a:ext cx="209550" cy="209550"/>
          </a:xfrm>
          <a:prstGeom prst="rect">
            <a:avLst/>
          </a:prstGeom>
          <a:solidFill>
            <a:srgbClr val="0A2208"/>
          </a:solidFill>
          <a:ln w="0">
            <a:noFill/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8172450" y="2419350"/>
            <a:ext cx="209550" cy="209550"/>
          </a:xfrm>
          <a:prstGeom prst="rect">
            <a:avLst/>
          </a:prstGeom>
          <a:solidFill>
            <a:srgbClr val="1A3919"/>
          </a:solidFill>
          <a:ln w="0">
            <a:noFill/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8382000" y="2419350"/>
            <a:ext cx="209550" cy="209550"/>
          </a:xfrm>
          <a:prstGeom prst="rect">
            <a:avLst/>
          </a:prstGeom>
          <a:solidFill>
            <a:srgbClr val="4F734D"/>
          </a:solidFill>
          <a:ln w="0">
            <a:noFill/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8591550" y="2419350"/>
            <a:ext cx="209550" cy="209550"/>
          </a:xfrm>
          <a:prstGeom prst="rect">
            <a:avLst/>
          </a:prstGeom>
          <a:solidFill>
            <a:srgbClr val="335C32"/>
          </a:solidFill>
          <a:ln w="0">
            <a:noFill/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8801100" y="2419350"/>
            <a:ext cx="209550" cy="209550"/>
          </a:xfrm>
          <a:prstGeom prst="rect">
            <a:avLst/>
          </a:prstGeom>
          <a:solidFill>
            <a:srgbClr val="3D6B3D"/>
          </a:solidFill>
          <a:ln w="0">
            <a:noFill/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9010650" y="2419350"/>
            <a:ext cx="209550" cy="209550"/>
          </a:xfrm>
          <a:prstGeom prst="rect">
            <a:avLst/>
          </a:prstGeom>
          <a:solidFill>
            <a:srgbClr val="578557"/>
          </a:solidFill>
          <a:ln w="0">
            <a:noFill/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9220200" y="2419350"/>
            <a:ext cx="209550" cy="209550"/>
          </a:xfrm>
          <a:prstGeom prst="rect">
            <a:avLst/>
          </a:prstGeom>
          <a:solidFill>
            <a:srgbClr val="49784A"/>
          </a:solidFill>
          <a:ln w="0">
            <a:noFill/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9429750" y="2419350"/>
            <a:ext cx="209550" cy="209550"/>
          </a:xfrm>
          <a:prstGeom prst="rect">
            <a:avLst/>
          </a:prstGeom>
          <a:solidFill>
            <a:srgbClr val="316032"/>
          </a:solidFill>
          <a:ln w="0">
            <a:noFill/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9639300" y="2419350"/>
            <a:ext cx="209550" cy="209550"/>
          </a:xfrm>
          <a:prstGeom prst="rect">
            <a:avLst/>
          </a:prstGeom>
          <a:solidFill>
            <a:srgbClr val="356237"/>
          </a:solidFill>
          <a:ln w="0">
            <a:noFill/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9848850" y="2419350"/>
            <a:ext cx="209550" cy="209550"/>
          </a:xfrm>
          <a:prstGeom prst="rect">
            <a:avLst/>
          </a:prstGeom>
          <a:solidFill>
            <a:srgbClr val="27542B"/>
          </a:solidFill>
          <a:ln w="0">
            <a:noFill/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0058400" y="2419350"/>
            <a:ext cx="209550" cy="209550"/>
          </a:xfrm>
          <a:prstGeom prst="rect">
            <a:avLst/>
          </a:prstGeom>
          <a:solidFill>
            <a:srgbClr val="09310C"/>
          </a:solidFill>
          <a:ln w="0">
            <a:noFill/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0267950" y="2419350"/>
            <a:ext cx="209550" cy="209550"/>
          </a:xfrm>
          <a:prstGeom prst="rect">
            <a:avLst/>
          </a:prstGeom>
          <a:solidFill>
            <a:srgbClr val="032105"/>
          </a:solidFill>
          <a:ln w="0">
            <a:noFill/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0477500" y="2419350"/>
            <a:ext cx="209550" cy="209550"/>
          </a:xfrm>
          <a:prstGeom prst="rect">
            <a:avLst/>
          </a:prstGeom>
          <a:solidFill>
            <a:srgbClr val="8D9A91"/>
          </a:solidFill>
          <a:ln w="0">
            <a:noFill/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7334250" y="2628900"/>
            <a:ext cx="209550" cy="209550"/>
          </a:xfrm>
          <a:prstGeom prst="rect">
            <a:avLst/>
          </a:prstGeom>
          <a:solidFill>
            <a:srgbClr val="F6FFF2"/>
          </a:solidFill>
          <a:ln w="0">
            <a:noFill/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7543800" y="2628900"/>
            <a:ext cx="209550" cy="209550"/>
          </a:xfrm>
          <a:prstGeom prst="rect">
            <a:avLst/>
          </a:prstGeom>
          <a:solidFill>
            <a:srgbClr val="9DB09C"/>
          </a:solidFill>
          <a:ln w="0">
            <a:noFill/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7753350" y="2628900"/>
            <a:ext cx="209550" cy="209550"/>
          </a:xfrm>
          <a:prstGeom prst="rect">
            <a:avLst/>
          </a:prstGeom>
          <a:solidFill>
            <a:srgbClr val="001700"/>
          </a:solidFill>
          <a:ln w="0">
            <a:noFill/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7962900" y="2628900"/>
            <a:ext cx="209550" cy="209550"/>
          </a:xfrm>
          <a:prstGeom prst="rect">
            <a:avLst/>
          </a:prstGeom>
          <a:solidFill>
            <a:srgbClr val="284529"/>
          </a:solidFill>
          <a:ln w="0">
            <a:noFill/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8172450" y="2628900"/>
            <a:ext cx="209550" cy="209550"/>
          </a:xfrm>
          <a:prstGeom prst="rect">
            <a:avLst/>
          </a:prstGeom>
          <a:solidFill>
            <a:srgbClr val="3B5A3B"/>
          </a:solidFill>
          <a:ln w="0">
            <a:noFill/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8382000" y="2628900"/>
            <a:ext cx="209550" cy="209550"/>
          </a:xfrm>
          <a:prstGeom prst="rect">
            <a:avLst/>
          </a:prstGeom>
          <a:solidFill>
            <a:srgbClr val="628463"/>
          </a:solidFill>
          <a:ln w="0">
            <a:noFill/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8591550" y="2628900"/>
            <a:ext cx="209550" cy="209550"/>
          </a:xfrm>
          <a:prstGeom prst="rect">
            <a:avLst/>
          </a:prstGeom>
          <a:solidFill>
            <a:srgbClr val="769875"/>
          </a:solidFill>
          <a:ln w="0">
            <a:noFill/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8801100" y="2628900"/>
            <a:ext cx="209550" cy="209550"/>
          </a:xfrm>
          <a:prstGeom prst="rect">
            <a:avLst/>
          </a:prstGeom>
          <a:solidFill>
            <a:srgbClr val="3F613C"/>
          </a:solidFill>
          <a:ln w="0">
            <a:noFill/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9010650" y="2628900"/>
            <a:ext cx="209550" cy="209550"/>
          </a:xfrm>
          <a:prstGeom prst="rect">
            <a:avLst/>
          </a:prstGeom>
          <a:solidFill>
            <a:srgbClr val="2D4F2A"/>
          </a:solidFill>
          <a:ln w="0">
            <a:noFill/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9220200" y="2628900"/>
            <a:ext cx="209550" cy="209550"/>
          </a:xfrm>
          <a:prstGeom prst="rect">
            <a:avLst/>
          </a:prstGeom>
          <a:solidFill>
            <a:srgbClr val="31562D"/>
          </a:solidFill>
          <a:ln w="0">
            <a:noFill/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9429750" y="2628900"/>
            <a:ext cx="209550" cy="209550"/>
          </a:xfrm>
          <a:prstGeom prst="rect">
            <a:avLst/>
          </a:prstGeom>
          <a:solidFill>
            <a:srgbClr val="547D51"/>
          </a:solidFill>
          <a:ln w="0">
            <a:noFill/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9639300" y="2628900"/>
            <a:ext cx="209550" cy="209550"/>
          </a:xfrm>
          <a:prstGeom prst="rect">
            <a:avLst/>
          </a:prstGeom>
          <a:solidFill>
            <a:srgbClr val="669466"/>
          </a:solidFill>
          <a:ln w="0">
            <a:noFill/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9848850" y="2628900"/>
            <a:ext cx="209550" cy="209550"/>
          </a:xfrm>
          <a:prstGeom prst="rect">
            <a:avLst/>
          </a:prstGeom>
          <a:solidFill>
            <a:srgbClr val="4C7C4C"/>
          </a:solidFill>
          <a:ln w="0">
            <a:noFill/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0058400" y="2628900"/>
            <a:ext cx="209550" cy="209550"/>
          </a:xfrm>
          <a:prstGeom prst="rect">
            <a:avLst/>
          </a:prstGeom>
          <a:solidFill>
            <a:srgbClr val="285C2B"/>
          </a:solidFill>
          <a:ln w="0">
            <a:noFill/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0267950" y="2628900"/>
            <a:ext cx="209550" cy="209550"/>
          </a:xfrm>
          <a:prstGeom prst="rect">
            <a:avLst/>
          </a:prstGeom>
          <a:solidFill>
            <a:srgbClr val="244E28"/>
          </a:solidFill>
          <a:ln w="0">
            <a:noFill/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0477500" y="2628900"/>
            <a:ext cx="209550" cy="209550"/>
          </a:xfrm>
          <a:prstGeom prst="rect">
            <a:avLst/>
          </a:prstGeom>
          <a:solidFill>
            <a:srgbClr val="233829"/>
          </a:solidFill>
          <a:ln w="0">
            <a:noFill/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7334250" y="2838450"/>
            <a:ext cx="209550" cy="209550"/>
          </a:xfrm>
          <a:prstGeom prst="rect">
            <a:avLst/>
          </a:prstGeom>
          <a:solidFill>
            <a:srgbClr val="EAFDDF"/>
          </a:solidFill>
          <a:ln w="0">
            <a:noFill/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7543800" y="2838450"/>
            <a:ext cx="209550" cy="209550"/>
          </a:xfrm>
          <a:prstGeom prst="rect">
            <a:avLst/>
          </a:prstGeom>
          <a:solidFill>
            <a:srgbClr val="405838"/>
          </a:solidFill>
          <a:ln w="0">
            <a:noFill/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7753350" y="2838450"/>
            <a:ext cx="209550" cy="209550"/>
          </a:xfrm>
          <a:prstGeom prst="rect">
            <a:avLst/>
          </a:prstGeom>
          <a:solidFill>
            <a:srgbClr val="021C00"/>
          </a:solidFill>
          <a:ln w="0">
            <a:noFill/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7962900" y="2838450"/>
            <a:ext cx="209550" cy="209550"/>
          </a:xfrm>
          <a:prstGeom prst="rect">
            <a:avLst/>
          </a:prstGeom>
          <a:solidFill>
            <a:srgbClr val="354F34"/>
          </a:solidFill>
          <a:ln w="0">
            <a:noFill/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8172450" y="2838450"/>
            <a:ext cx="209550" cy="209550"/>
          </a:xfrm>
          <a:prstGeom prst="rect">
            <a:avLst/>
          </a:prstGeom>
          <a:solidFill>
            <a:srgbClr val="7E9680"/>
          </a:solidFill>
          <a:ln w="0">
            <a:noFill/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8382000" y="2838450"/>
            <a:ext cx="209550" cy="209550"/>
          </a:xfrm>
          <a:prstGeom prst="rect">
            <a:avLst/>
          </a:prstGeom>
          <a:solidFill>
            <a:srgbClr val="CFE0CE"/>
          </a:solidFill>
          <a:ln w="0">
            <a:noFill/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8591550" y="2838450"/>
            <a:ext cx="209550" cy="209550"/>
          </a:xfrm>
          <a:prstGeom prst="rect">
            <a:avLst/>
          </a:prstGeom>
          <a:solidFill>
            <a:srgbClr val="DFEBDD"/>
          </a:solidFill>
          <a:ln w="0">
            <a:noFill/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8801100" y="2838450"/>
            <a:ext cx="209550" cy="209550"/>
          </a:xfrm>
          <a:prstGeom prst="rect">
            <a:avLst/>
          </a:prstGeom>
          <a:solidFill>
            <a:srgbClr val="4E5146"/>
          </a:solidFill>
          <a:ln w="0">
            <a:noFill/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9010650" y="2838450"/>
            <a:ext cx="209550" cy="209550"/>
          </a:xfrm>
          <a:prstGeom prst="rect">
            <a:avLst/>
          </a:prstGeom>
          <a:solidFill>
            <a:srgbClr val="000300"/>
          </a:solidFill>
          <a:ln w="0">
            <a:noFill/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9220200" y="2838450"/>
            <a:ext cx="209550" cy="209550"/>
          </a:xfrm>
          <a:prstGeom prst="rect">
            <a:avLst/>
          </a:prstGeom>
          <a:solidFill>
            <a:srgbClr val="000400"/>
          </a:solidFill>
          <a:ln w="0">
            <a:noFill/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9429750" y="2838450"/>
            <a:ext cx="209550" cy="209550"/>
          </a:xfrm>
          <a:prstGeom prst="rect">
            <a:avLst/>
          </a:prstGeom>
          <a:solidFill>
            <a:srgbClr val="16290D"/>
          </a:solidFill>
          <a:ln w="0">
            <a:noFill/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9639300" y="2838450"/>
            <a:ext cx="209550" cy="209550"/>
          </a:xfrm>
          <a:prstGeom prst="rect">
            <a:avLst/>
          </a:prstGeom>
          <a:solidFill>
            <a:srgbClr val="3D5D36"/>
          </a:solidFill>
          <a:ln w="0">
            <a:noFill/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9848850" y="2838450"/>
            <a:ext cx="209550" cy="209550"/>
          </a:xfrm>
          <a:prstGeom prst="rect">
            <a:avLst/>
          </a:prstGeom>
          <a:solidFill>
            <a:srgbClr val="77A775"/>
          </a:solidFill>
          <a:ln w="0">
            <a:noFill/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10058400" y="2838450"/>
            <a:ext cx="209550" cy="209550"/>
          </a:xfrm>
          <a:prstGeom prst="rect">
            <a:avLst/>
          </a:prstGeom>
          <a:solidFill>
            <a:srgbClr val="4B884D"/>
          </a:solidFill>
          <a:ln w="0">
            <a:noFill/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10267950" y="2838450"/>
            <a:ext cx="209550" cy="209550"/>
          </a:xfrm>
          <a:prstGeom prst="rect">
            <a:avLst/>
          </a:prstGeom>
          <a:solidFill>
            <a:srgbClr val="336937"/>
          </a:solidFill>
          <a:ln w="0">
            <a:noFill/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0477500" y="2838450"/>
            <a:ext cx="209550" cy="209550"/>
          </a:xfrm>
          <a:prstGeom prst="rect">
            <a:avLst/>
          </a:prstGeom>
          <a:solidFill>
            <a:srgbClr val="16341C"/>
          </a:solidFill>
          <a:ln w="0">
            <a:noFill/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7334250" y="3048000"/>
            <a:ext cx="209550" cy="209550"/>
          </a:xfrm>
          <a:prstGeom prst="rect">
            <a:avLst/>
          </a:prstGeom>
          <a:solidFill>
            <a:srgbClr val="C4D9BA"/>
          </a:solidFill>
          <a:ln w="0">
            <a:noFill/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7543800" y="3048000"/>
            <a:ext cx="209550" cy="209550"/>
          </a:xfrm>
          <a:prstGeom prst="rect">
            <a:avLst/>
          </a:prstGeom>
          <a:solidFill>
            <a:srgbClr val="1E3717"/>
          </a:solidFill>
          <a:ln w="0">
            <a:noFill/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7753350" y="3048000"/>
            <a:ext cx="209550" cy="209550"/>
          </a:xfrm>
          <a:prstGeom prst="rect">
            <a:avLst/>
          </a:prstGeom>
          <a:solidFill>
            <a:srgbClr val="193415"/>
          </a:solidFill>
          <a:ln w="0">
            <a:noFill/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7962900" y="3048000"/>
            <a:ext cx="209550" cy="209550"/>
          </a:xfrm>
          <a:prstGeom prst="rect">
            <a:avLst/>
          </a:prstGeom>
          <a:solidFill>
            <a:srgbClr val="3C563B"/>
          </a:solidFill>
          <a:ln w="0">
            <a:noFill/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8172450" y="3048000"/>
            <a:ext cx="209550" cy="209550"/>
          </a:xfrm>
          <a:prstGeom prst="rect">
            <a:avLst/>
          </a:prstGeom>
          <a:solidFill>
            <a:srgbClr val="96AC97"/>
          </a:solidFill>
          <a:ln w="0">
            <a:noFill/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8382000" y="3048000"/>
            <a:ext cx="209550" cy="209550"/>
          </a:xfrm>
          <a:prstGeom prst="rect">
            <a:avLst/>
          </a:prstGeom>
          <a:solidFill>
            <a:srgbClr val="F8FFF8"/>
          </a:solidFill>
          <a:ln w="0">
            <a:noFill/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8591550" y="3048000"/>
            <a:ext cx="209550" cy="209550"/>
          </a:xfrm>
          <a:prstGeom prst="rect">
            <a:avLst/>
          </a:prstGeom>
          <a:solidFill>
            <a:srgbClr val="F8FAF5"/>
          </a:solidFill>
          <a:ln w="0">
            <a:noFill/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8801100" y="3048000"/>
            <a:ext cx="209550" cy="209550"/>
          </a:xfrm>
          <a:prstGeom prst="rect">
            <a:avLst/>
          </a:prstGeom>
          <a:solidFill>
            <a:srgbClr val="A6A0A0"/>
          </a:solidFill>
          <a:ln w="0">
            <a:noFill/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9010650" y="3048000"/>
            <a:ext cx="209550" cy="209550"/>
          </a:xfrm>
          <a:prstGeom prst="rect">
            <a:avLst/>
          </a:prstGeom>
          <a:solidFill>
            <a:srgbClr val="120809"/>
          </a:solidFill>
          <a:ln w="0">
            <a:noFill/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9220200" y="3048000"/>
            <a:ext cx="209550" cy="209550"/>
          </a:xfrm>
          <a:prstGeom prst="rect">
            <a:avLst/>
          </a:prstGeom>
          <a:solidFill>
            <a:srgbClr val="060100"/>
          </a:solidFill>
          <a:ln w="0">
            <a:noFill/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9429750" y="3048000"/>
            <a:ext cx="209550" cy="209550"/>
          </a:xfrm>
          <a:prstGeom prst="rect">
            <a:avLst/>
          </a:prstGeom>
          <a:solidFill>
            <a:srgbClr val="000700"/>
          </a:solidFill>
          <a:ln w="0">
            <a:noFill/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9639300" y="3048000"/>
            <a:ext cx="209550" cy="209550"/>
          </a:xfrm>
          <a:prstGeom prst="rect">
            <a:avLst/>
          </a:prstGeom>
          <a:solidFill>
            <a:srgbClr val="001800"/>
          </a:solidFill>
          <a:ln w="0">
            <a:noFill/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9848850" y="3048000"/>
            <a:ext cx="209550" cy="209550"/>
          </a:xfrm>
          <a:prstGeom prst="rect">
            <a:avLst/>
          </a:prstGeom>
          <a:solidFill>
            <a:srgbClr val="598756"/>
          </a:solidFill>
          <a:ln w="0">
            <a:noFill/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10058400" y="3048000"/>
            <a:ext cx="209550" cy="209550"/>
          </a:xfrm>
          <a:prstGeom prst="rect">
            <a:avLst/>
          </a:prstGeom>
          <a:solidFill>
            <a:srgbClr val="67A969"/>
          </a:solidFill>
          <a:ln w="0">
            <a:noFill/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10267950" y="3048000"/>
            <a:ext cx="209550" cy="209550"/>
          </a:xfrm>
          <a:prstGeom prst="rect">
            <a:avLst/>
          </a:prstGeom>
          <a:solidFill>
            <a:srgbClr val="29662B"/>
          </a:solidFill>
          <a:ln w="0">
            <a:noFill/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0477500" y="3048000"/>
            <a:ext cx="209550" cy="209550"/>
          </a:xfrm>
          <a:prstGeom prst="rect">
            <a:avLst/>
          </a:prstGeom>
          <a:solidFill>
            <a:srgbClr val="133417"/>
          </a:solidFill>
          <a:ln w="0">
            <a:noFill/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7334250" y="3257550"/>
            <a:ext cx="209550" cy="209550"/>
          </a:xfrm>
          <a:prstGeom prst="rect">
            <a:avLst/>
          </a:prstGeom>
          <a:solidFill>
            <a:srgbClr val="A4B5A5"/>
          </a:solidFill>
          <a:ln w="0">
            <a:noFill/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7543800" y="3257550"/>
            <a:ext cx="209550" cy="209550"/>
          </a:xfrm>
          <a:prstGeom prst="rect">
            <a:avLst/>
          </a:prstGeom>
          <a:solidFill>
            <a:srgbClr val="011702"/>
          </a:solidFill>
          <a:ln w="0">
            <a:noFill/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7753350" y="3257550"/>
            <a:ext cx="209550" cy="209550"/>
          </a:xfrm>
          <a:prstGeom prst="rect">
            <a:avLst/>
          </a:prstGeom>
          <a:solidFill>
            <a:srgbClr val="1F391E"/>
          </a:solidFill>
          <a:ln w="0">
            <a:noFill/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7962900" y="3257550"/>
            <a:ext cx="209550" cy="209550"/>
          </a:xfrm>
          <a:prstGeom prst="rect">
            <a:avLst/>
          </a:prstGeom>
          <a:solidFill>
            <a:srgbClr val="395638"/>
          </a:solidFill>
          <a:ln w="0">
            <a:noFill/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8172450" y="3257550"/>
            <a:ext cx="209550" cy="209550"/>
          </a:xfrm>
          <a:prstGeom prst="rect">
            <a:avLst/>
          </a:prstGeom>
          <a:solidFill>
            <a:srgbClr val="8EA88D"/>
          </a:solidFill>
          <a:ln w="0">
            <a:noFill/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8382000" y="3257550"/>
            <a:ext cx="209550" cy="209550"/>
          </a:xfrm>
          <a:prstGeom prst="rect">
            <a:avLst/>
          </a:prstGeom>
          <a:solidFill>
            <a:srgbClr val="CBDCCA"/>
          </a:solidFill>
          <a:ln w="0">
            <a:noFill/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8591550" y="3257550"/>
            <a:ext cx="209550" cy="209550"/>
          </a:xfrm>
          <a:prstGeom prst="rect">
            <a:avLst/>
          </a:prstGeom>
          <a:solidFill>
            <a:srgbClr val="D1DBD2"/>
          </a:solidFill>
          <a:ln w="0">
            <a:noFill/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8801100" y="3257550"/>
            <a:ext cx="209550" cy="209550"/>
          </a:xfrm>
          <a:prstGeom prst="rect">
            <a:avLst/>
          </a:prstGeom>
          <a:solidFill>
            <a:srgbClr val="4C4C4E"/>
          </a:solidFill>
          <a:ln w="0">
            <a:noFill/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9010650" y="3257550"/>
            <a:ext cx="209550" cy="209550"/>
          </a:xfrm>
          <a:prstGeom prst="rect">
            <a:avLst/>
          </a:prstGeom>
          <a:solidFill>
            <a:srgbClr val="030004"/>
          </a:solidFill>
          <a:ln w="0">
            <a:noFill/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9220200" y="3257550"/>
            <a:ext cx="209550" cy="209550"/>
          </a:xfrm>
          <a:prstGeom prst="rect">
            <a:avLst/>
          </a:prstGeom>
          <a:solidFill>
            <a:srgbClr val="09080D"/>
          </a:solidFill>
          <a:ln w="0">
            <a:noFill/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9429750" y="3257550"/>
            <a:ext cx="209550" cy="209550"/>
          </a:xfrm>
          <a:prstGeom prst="rect">
            <a:avLst/>
          </a:prstGeom>
          <a:solidFill>
            <a:srgbClr val="000400"/>
          </a:solidFill>
          <a:ln w="0">
            <a:noFill/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9639300" y="3257550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9848850" y="3257550"/>
            <a:ext cx="209550" cy="209550"/>
          </a:xfrm>
          <a:prstGeom prst="rect">
            <a:avLst/>
          </a:prstGeom>
          <a:solidFill>
            <a:srgbClr val="225222"/>
          </a:solidFill>
          <a:ln w="0">
            <a:noFill/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10058400" y="3257550"/>
            <a:ext cx="209550" cy="209550"/>
          </a:xfrm>
          <a:prstGeom prst="rect">
            <a:avLst/>
          </a:prstGeom>
          <a:solidFill>
            <a:srgbClr val="79BA78"/>
          </a:solidFill>
          <a:ln w="0">
            <a:noFill/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10267950" y="3257550"/>
            <a:ext cx="209550" cy="209550"/>
          </a:xfrm>
          <a:prstGeom prst="rect">
            <a:avLst/>
          </a:prstGeom>
          <a:solidFill>
            <a:srgbClr val="559256"/>
          </a:solidFill>
          <a:ln w="0">
            <a:noFill/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0477500" y="3257550"/>
            <a:ext cx="209550" cy="209550"/>
          </a:xfrm>
          <a:prstGeom prst="rect">
            <a:avLst/>
          </a:prstGeom>
          <a:solidFill>
            <a:srgbClr val="244528"/>
          </a:solidFill>
          <a:ln w="0">
            <a:noFill/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7334250" y="3467100"/>
            <a:ext cx="209550" cy="209550"/>
          </a:xfrm>
          <a:prstGeom prst="rect">
            <a:avLst/>
          </a:prstGeom>
          <a:solidFill>
            <a:srgbClr val="9BA7A3"/>
          </a:solidFill>
          <a:ln w="0">
            <a:noFill/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7543800" y="3467100"/>
            <a:ext cx="209550" cy="209550"/>
          </a:xfrm>
          <a:prstGeom prst="rect">
            <a:avLst/>
          </a:prstGeom>
          <a:solidFill>
            <a:srgbClr val="081A0A"/>
          </a:solidFill>
          <a:ln w="0">
            <a:noFill/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7753350" y="3467100"/>
            <a:ext cx="209550" cy="209550"/>
          </a:xfrm>
          <a:prstGeom prst="rect">
            <a:avLst/>
          </a:prstGeom>
          <a:solidFill>
            <a:srgbClr val="2C462B"/>
          </a:solidFill>
          <a:ln w="0">
            <a:noFill/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7962900" y="3467100"/>
            <a:ext cx="209550" cy="209550"/>
          </a:xfrm>
          <a:prstGeom prst="rect">
            <a:avLst/>
          </a:prstGeom>
          <a:solidFill>
            <a:srgbClr val="486642"/>
          </a:solidFill>
          <a:ln w="0">
            <a:noFill/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8172450" y="3467100"/>
            <a:ext cx="209550" cy="209550"/>
          </a:xfrm>
          <a:prstGeom prst="rect">
            <a:avLst/>
          </a:prstGeom>
          <a:solidFill>
            <a:srgbClr val="607E58"/>
          </a:solidFill>
          <a:ln w="0">
            <a:noFill/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8382000" y="3467100"/>
            <a:ext cx="209550" cy="209550"/>
          </a:xfrm>
          <a:prstGeom prst="rect">
            <a:avLst/>
          </a:prstGeom>
          <a:solidFill>
            <a:srgbClr val="173012"/>
          </a:solidFill>
          <a:ln w="0">
            <a:noFill/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8591550" y="3467100"/>
            <a:ext cx="209550" cy="209550"/>
          </a:xfrm>
          <a:prstGeom prst="rect">
            <a:avLst/>
          </a:prstGeom>
          <a:solidFill>
            <a:srgbClr val="172816"/>
          </a:solidFill>
          <a:ln w="0">
            <a:noFill/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8801100" y="3467100"/>
            <a:ext cx="209550" cy="209550"/>
          </a:xfrm>
          <a:prstGeom prst="rect">
            <a:avLst/>
          </a:prstGeom>
          <a:solidFill>
            <a:srgbClr val="010703"/>
          </a:solidFill>
          <a:ln w="0">
            <a:noFill/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9010650" y="3467100"/>
            <a:ext cx="209550" cy="209550"/>
          </a:xfrm>
          <a:prstGeom prst="rect">
            <a:avLst/>
          </a:prstGeom>
          <a:solidFill>
            <a:srgbClr val="03070A"/>
          </a:solidFill>
          <a:ln w="0">
            <a:noFill/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9220200" y="3467100"/>
            <a:ext cx="209550" cy="209550"/>
          </a:xfrm>
          <a:prstGeom prst="rect">
            <a:avLst/>
          </a:prstGeom>
          <a:solidFill>
            <a:srgbClr val="000105"/>
          </a:solidFill>
          <a:ln w="0">
            <a:noFill/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9429750" y="3467100"/>
            <a:ext cx="209550" cy="209550"/>
          </a:xfrm>
          <a:prstGeom prst="rect">
            <a:avLst/>
          </a:prstGeom>
          <a:solidFill>
            <a:srgbClr val="011009"/>
          </a:solidFill>
          <a:ln w="0">
            <a:noFill/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9639300" y="3467100"/>
            <a:ext cx="209550" cy="209550"/>
          </a:xfrm>
          <a:prstGeom prst="rect">
            <a:avLst/>
          </a:prstGeom>
          <a:solidFill>
            <a:srgbClr val="001100"/>
          </a:solidFill>
          <a:ln w="0">
            <a:noFill/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9848850" y="3467100"/>
            <a:ext cx="209550" cy="209550"/>
          </a:xfrm>
          <a:prstGeom prst="rect">
            <a:avLst/>
          </a:prstGeom>
          <a:solidFill>
            <a:srgbClr val="174717"/>
          </a:solidFill>
          <a:ln w="0">
            <a:noFill/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10058400" y="3467100"/>
            <a:ext cx="209550" cy="209550"/>
          </a:xfrm>
          <a:prstGeom prst="rect">
            <a:avLst/>
          </a:prstGeom>
          <a:solidFill>
            <a:srgbClr val="7EC079"/>
          </a:solidFill>
          <a:ln w="0">
            <a:noFill/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10267950" y="3467100"/>
            <a:ext cx="209550" cy="209550"/>
          </a:xfrm>
          <a:prstGeom prst="rect">
            <a:avLst/>
          </a:prstGeom>
          <a:solidFill>
            <a:srgbClr val="5C9757"/>
          </a:solidFill>
          <a:ln w="0">
            <a:noFill/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0477500" y="3467100"/>
            <a:ext cx="209550" cy="209550"/>
          </a:xfrm>
          <a:prstGeom prst="rect">
            <a:avLst/>
          </a:prstGeom>
          <a:solidFill>
            <a:srgbClr val="3A593A"/>
          </a:solidFill>
          <a:ln w="0">
            <a:noFill/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7334250" y="3676650"/>
            <a:ext cx="209550" cy="209550"/>
          </a:xfrm>
          <a:prstGeom prst="rect">
            <a:avLst/>
          </a:prstGeom>
          <a:solidFill>
            <a:srgbClr val="ADB5B8"/>
          </a:solidFill>
          <a:ln w="0">
            <a:noFill/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7543800" y="3676650"/>
            <a:ext cx="209550" cy="209550"/>
          </a:xfrm>
          <a:prstGeom prst="rect">
            <a:avLst/>
          </a:prstGeom>
          <a:solidFill>
            <a:srgbClr val="021404"/>
          </a:solidFill>
          <a:ln w="0">
            <a:noFill/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7753350" y="3676650"/>
            <a:ext cx="209550" cy="209550"/>
          </a:xfrm>
          <a:prstGeom prst="rect">
            <a:avLst/>
          </a:prstGeom>
          <a:solidFill>
            <a:srgbClr val="1E3717"/>
          </a:solidFill>
          <a:ln w="0">
            <a:noFill/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7962900" y="3676650"/>
            <a:ext cx="209550" cy="209550"/>
          </a:xfrm>
          <a:prstGeom prst="rect">
            <a:avLst/>
          </a:prstGeom>
          <a:solidFill>
            <a:srgbClr val="4F7041"/>
          </a:solidFill>
          <a:ln w="0">
            <a:noFill/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8172450" y="3676650"/>
            <a:ext cx="209550" cy="209550"/>
          </a:xfrm>
          <a:prstGeom prst="rect">
            <a:avLst/>
          </a:prstGeom>
          <a:solidFill>
            <a:srgbClr val="729461"/>
          </a:solidFill>
          <a:ln w="0">
            <a:noFill/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8382000" y="3676650"/>
            <a:ext cx="209550" cy="209550"/>
          </a:xfrm>
          <a:prstGeom prst="rect">
            <a:avLst/>
          </a:prstGeom>
          <a:solidFill>
            <a:srgbClr val="254418"/>
          </a:solidFill>
          <a:ln w="0">
            <a:noFill/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8591550" y="3676650"/>
            <a:ext cx="209550" cy="209550"/>
          </a:xfrm>
          <a:prstGeom prst="rect">
            <a:avLst/>
          </a:prstGeom>
          <a:solidFill>
            <a:srgbClr val="001100"/>
          </a:solidFill>
          <a:ln w="0">
            <a:noFill/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8801100" y="3676650"/>
            <a:ext cx="209550" cy="209550"/>
          </a:xfrm>
          <a:prstGeom prst="rect">
            <a:avLst/>
          </a:prstGeom>
          <a:solidFill>
            <a:srgbClr val="000A00"/>
          </a:solidFill>
          <a:ln w="0">
            <a:noFill/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9010650" y="3676650"/>
            <a:ext cx="209550" cy="209550"/>
          </a:xfrm>
          <a:prstGeom prst="rect">
            <a:avLst/>
          </a:prstGeom>
          <a:solidFill>
            <a:srgbClr val="000902"/>
          </a:solidFill>
          <a:ln w="0">
            <a:noFill/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9220200" y="3676650"/>
            <a:ext cx="209550" cy="209550"/>
          </a:xfrm>
          <a:prstGeom prst="rect">
            <a:avLst/>
          </a:prstGeom>
          <a:solidFill>
            <a:srgbClr val="000400"/>
          </a:solidFill>
          <a:ln w="0">
            <a:noFill/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9429750" y="3676650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9639300" y="3676650"/>
            <a:ext cx="209550" cy="209550"/>
          </a:xfrm>
          <a:prstGeom prst="rect">
            <a:avLst/>
          </a:prstGeom>
          <a:solidFill>
            <a:srgbClr val="000E00"/>
          </a:solidFill>
          <a:ln w="0">
            <a:noFill/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9848850" y="3676650"/>
            <a:ext cx="209550" cy="209550"/>
          </a:xfrm>
          <a:prstGeom prst="rect">
            <a:avLst/>
          </a:prstGeom>
          <a:solidFill>
            <a:srgbClr val="41723B"/>
          </a:solidFill>
          <a:ln w="0">
            <a:noFill/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10058400" y="3676650"/>
            <a:ext cx="209550" cy="209550"/>
          </a:xfrm>
          <a:prstGeom prst="rect">
            <a:avLst/>
          </a:prstGeom>
          <a:solidFill>
            <a:srgbClr val="99D78A"/>
          </a:solidFill>
          <a:ln w="0">
            <a:noFill/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10267950" y="3676650"/>
            <a:ext cx="209550" cy="209550"/>
          </a:xfrm>
          <a:prstGeom prst="rect">
            <a:avLst/>
          </a:prstGeom>
          <a:solidFill>
            <a:srgbClr val="6AA35E"/>
          </a:solidFill>
          <a:ln w="0">
            <a:noFill/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0477500" y="3676650"/>
            <a:ext cx="209550" cy="209550"/>
          </a:xfrm>
          <a:prstGeom prst="rect">
            <a:avLst/>
          </a:prstGeom>
          <a:solidFill>
            <a:srgbClr val="304D2E"/>
          </a:solidFill>
          <a:ln w="0">
            <a:noFill/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7334250" y="3886200"/>
            <a:ext cx="209550" cy="209550"/>
          </a:xfrm>
          <a:prstGeom prst="rect">
            <a:avLst/>
          </a:prstGeom>
          <a:solidFill>
            <a:srgbClr val="CACFD2"/>
          </a:solidFill>
          <a:ln w="0">
            <a:noFill/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7543800" y="3886200"/>
            <a:ext cx="209550" cy="209550"/>
          </a:xfrm>
          <a:prstGeom prst="rect">
            <a:avLst/>
          </a:prstGeom>
          <a:solidFill>
            <a:srgbClr val="1B2918"/>
          </a:solidFill>
          <a:ln w="0">
            <a:noFill/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7753350" y="3886200"/>
            <a:ext cx="209550" cy="209550"/>
          </a:xfrm>
          <a:prstGeom prst="rect">
            <a:avLst/>
          </a:prstGeom>
          <a:solidFill>
            <a:srgbClr val="19330E"/>
          </a:solidFill>
          <a:ln w="0">
            <a:noFill/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7962900" y="3886200"/>
            <a:ext cx="209550" cy="209550"/>
          </a:xfrm>
          <a:prstGeom prst="rect">
            <a:avLst/>
          </a:prstGeom>
          <a:solidFill>
            <a:srgbClr val="42652F"/>
          </a:solidFill>
          <a:ln w="0">
            <a:noFill/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8172450" y="3886200"/>
            <a:ext cx="209550" cy="209550"/>
          </a:xfrm>
          <a:prstGeom prst="rect">
            <a:avLst/>
          </a:prstGeom>
          <a:solidFill>
            <a:srgbClr val="6B9154"/>
          </a:solidFill>
          <a:ln w="0">
            <a:noFill/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8382000" y="3886200"/>
            <a:ext cx="209550" cy="209550"/>
          </a:xfrm>
          <a:prstGeom prst="rect">
            <a:avLst/>
          </a:prstGeom>
          <a:solidFill>
            <a:srgbClr val="597F44"/>
          </a:solidFill>
          <a:ln w="0">
            <a:noFill/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8591550" y="3886200"/>
            <a:ext cx="209550" cy="209550"/>
          </a:xfrm>
          <a:prstGeom prst="rect">
            <a:avLst/>
          </a:prstGeom>
          <a:solidFill>
            <a:srgbClr val="000F00"/>
          </a:solidFill>
          <a:ln w="0">
            <a:noFill/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8801100" y="3886200"/>
            <a:ext cx="209550" cy="209550"/>
          </a:xfrm>
          <a:prstGeom prst="rect">
            <a:avLst/>
          </a:prstGeom>
          <a:solidFill>
            <a:srgbClr val="000D00"/>
          </a:solidFill>
          <a:ln w="0">
            <a:noFill/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9010650" y="3886200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9220200" y="3886200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9429750" y="3886200"/>
            <a:ext cx="209550" cy="209550"/>
          </a:xfrm>
          <a:prstGeom prst="rect">
            <a:avLst/>
          </a:prstGeom>
          <a:solidFill>
            <a:srgbClr val="000B00"/>
          </a:solidFill>
          <a:ln w="0">
            <a:noFill/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9639300" y="3886200"/>
            <a:ext cx="209550" cy="209550"/>
          </a:xfrm>
          <a:prstGeom prst="rect">
            <a:avLst/>
          </a:prstGeom>
          <a:solidFill>
            <a:srgbClr val="042B00"/>
          </a:solidFill>
          <a:ln w="0">
            <a:noFill/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9848850" y="3886200"/>
            <a:ext cx="209550" cy="209550"/>
          </a:xfrm>
          <a:prstGeom prst="rect">
            <a:avLst/>
          </a:prstGeom>
          <a:solidFill>
            <a:srgbClr val="79AB6C"/>
          </a:solidFill>
          <a:ln w="0">
            <a:noFill/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10058400" y="3886200"/>
            <a:ext cx="209550" cy="209550"/>
          </a:xfrm>
          <a:prstGeom prst="rect">
            <a:avLst/>
          </a:prstGeom>
          <a:solidFill>
            <a:srgbClr val="78B663"/>
          </a:solidFill>
          <a:ln w="0">
            <a:noFill/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10267950" y="3886200"/>
            <a:ext cx="209550" cy="209550"/>
          </a:xfrm>
          <a:prstGeom prst="rect">
            <a:avLst/>
          </a:prstGeom>
          <a:solidFill>
            <a:srgbClr val="5A8F47"/>
          </a:solidFill>
          <a:ln w="0">
            <a:noFill/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0477500" y="3886200"/>
            <a:ext cx="209550" cy="209550"/>
          </a:xfrm>
          <a:prstGeom prst="rect">
            <a:avLst/>
          </a:prstGeom>
          <a:solidFill>
            <a:srgbClr val="1A3516"/>
          </a:solidFill>
          <a:ln w="0">
            <a:noFill/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7334250" y="4095750"/>
            <a:ext cx="209550" cy="209550"/>
          </a:xfrm>
          <a:prstGeom prst="rect">
            <a:avLst/>
          </a:prstGeom>
          <a:solidFill>
            <a:srgbClr val="E1E6E0"/>
          </a:solidFill>
          <a:ln w="0">
            <a:noFill/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7543800" y="4095750"/>
            <a:ext cx="209550" cy="209550"/>
          </a:xfrm>
          <a:prstGeom prst="rect">
            <a:avLst/>
          </a:prstGeom>
          <a:solidFill>
            <a:srgbClr val="4E5C45"/>
          </a:solidFill>
          <a:ln w="0">
            <a:noFill/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7753350" y="4095750"/>
            <a:ext cx="209550" cy="209550"/>
          </a:xfrm>
          <a:prstGeom prst="rect">
            <a:avLst/>
          </a:prstGeom>
          <a:solidFill>
            <a:srgbClr val="041D00"/>
          </a:solidFill>
          <a:ln w="0">
            <a:noFill/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7962900" y="4095750"/>
            <a:ext cx="209550" cy="209550"/>
          </a:xfrm>
          <a:prstGeom prst="rect">
            <a:avLst/>
          </a:prstGeom>
          <a:solidFill>
            <a:srgbClr val="294A11"/>
          </a:solidFill>
          <a:ln w="0">
            <a:noFill/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8172450" y="4095750"/>
            <a:ext cx="209550" cy="209550"/>
          </a:xfrm>
          <a:prstGeom prst="rect">
            <a:avLst/>
          </a:prstGeom>
          <a:solidFill>
            <a:srgbClr val="5D8441"/>
          </a:solidFill>
          <a:ln w="0">
            <a:noFill/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8382000" y="4095750"/>
            <a:ext cx="209550" cy="209550"/>
          </a:xfrm>
          <a:prstGeom prst="rect">
            <a:avLst/>
          </a:prstGeom>
          <a:solidFill>
            <a:srgbClr val="8AB36F"/>
          </a:solidFill>
          <a:ln w="0">
            <a:noFill/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8591550" y="4095750"/>
            <a:ext cx="209550" cy="209550"/>
          </a:xfrm>
          <a:prstGeom prst="rect">
            <a:avLst/>
          </a:prstGeom>
          <a:solidFill>
            <a:srgbClr val="5B8344"/>
          </a:solidFill>
          <a:ln w="0">
            <a:noFill/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8801100" y="4095750"/>
            <a:ext cx="209550" cy="209550"/>
          </a:xfrm>
          <a:prstGeom prst="rect">
            <a:avLst/>
          </a:prstGeom>
          <a:solidFill>
            <a:srgbClr val="002100"/>
          </a:solidFill>
          <a:ln w="0">
            <a:noFill/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9010650" y="4095750"/>
            <a:ext cx="209550" cy="209550"/>
          </a:xfrm>
          <a:prstGeom prst="rect">
            <a:avLst/>
          </a:prstGeom>
          <a:solidFill>
            <a:srgbClr val="001400"/>
          </a:solidFill>
          <a:ln w="0">
            <a:noFill/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9220200" y="4095750"/>
            <a:ext cx="209550" cy="209550"/>
          </a:xfrm>
          <a:prstGeom prst="rect">
            <a:avLst/>
          </a:prstGeom>
          <a:solidFill>
            <a:srgbClr val="001400"/>
          </a:solidFill>
          <a:ln w="0">
            <a:noFill/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9429750" y="4095750"/>
            <a:ext cx="209550" cy="209550"/>
          </a:xfrm>
          <a:prstGeom prst="rect">
            <a:avLst/>
          </a:prstGeom>
          <a:solidFill>
            <a:srgbClr val="16370A"/>
          </a:solidFill>
          <a:ln w="0">
            <a:noFill/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9639300" y="4095750"/>
            <a:ext cx="209550" cy="209550"/>
          </a:xfrm>
          <a:prstGeom prst="rect">
            <a:avLst/>
          </a:prstGeom>
          <a:solidFill>
            <a:srgbClr val="749D63"/>
          </a:solidFill>
          <a:ln w="0">
            <a:noFill/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9848850" y="4095750"/>
            <a:ext cx="209550" cy="209550"/>
          </a:xfrm>
          <a:prstGeom prst="rect">
            <a:avLst/>
          </a:prstGeom>
          <a:solidFill>
            <a:srgbClr val="B1E39C"/>
          </a:solidFill>
          <a:ln w="0">
            <a:noFill/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10058400" y="4095750"/>
            <a:ext cx="209550" cy="209550"/>
          </a:xfrm>
          <a:prstGeom prst="rect">
            <a:avLst/>
          </a:prstGeom>
          <a:solidFill>
            <a:srgbClr val="7AB45F"/>
          </a:solidFill>
          <a:ln w="0">
            <a:noFill/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10267950" y="4095750"/>
            <a:ext cx="209550" cy="209550"/>
          </a:xfrm>
          <a:prstGeom prst="rect">
            <a:avLst/>
          </a:prstGeom>
          <a:solidFill>
            <a:srgbClr val="51833A"/>
          </a:solidFill>
          <a:ln w="0">
            <a:noFill/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0477500" y="4095750"/>
            <a:ext cx="209550" cy="209550"/>
          </a:xfrm>
          <a:prstGeom prst="rect">
            <a:avLst/>
          </a:prstGeom>
          <a:solidFill>
            <a:srgbClr val="142B0E"/>
          </a:solidFill>
          <a:ln w="0">
            <a:noFill/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7334250" y="4305300"/>
            <a:ext cx="209550" cy="209550"/>
          </a:xfrm>
          <a:prstGeom prst="rect">
            <a:avLst/>
          </a:prstGeom>
          <a:solidFill>
            <a:srgbClr val="E6E7DF"/>
          </a:solidFill>
          <a:ln w="0">
            <a:noFill/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7543800" y="4305300"/>
            <a:ext cx="209550" cy="209550"/>
          </a:xfrm>
          <a:prstGeom prst="rect">
            <a:avLst/>
          </a:prstGeom>
          <a:solidFill>
            <a:srgbClr val="8D9983"/>
          </a:solidFill>
          <a:ln w="0">
            <a:noFill/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7753350" y="4305300"/>
            <a:ext cx="209550" cy="209550"/>
          </a:xfrm>
          <a:prstGeom prst="rect">
            <a:avLst/>
          </a:prstGeom>
          <a:solidFill>
            <a:srgbClr val="081C00"/>
          </a:solidFill>
          <a:ln w="0">
            <a:noFill/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7962900" y="4305300"/>
            <a:ext cx="209550" cy="209550"/>
          </a:xfrm>
          <a:prstGeom prst="rect">
            <a:avLst/>
          </a:prstGeom>
          <a:solidFill>
            <a:srgbClr val="294713"/>
          </a:solidFill>
          <a:ln w="0">
            <a:noFill/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8172450" y="4305300"/>
            <a:ext cx="209550" cy="209550"/>
          </a:xfrm>
          <a:prstGeom prst="rect">
            <a:avLst/>
          </a:prstGeom>
          <a:solidFill>
            <a:srgbClr val="45692B"/>
          </a:solidFill>
          <a:ln w="0">
            <a:noFill/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8382000" y="4305300"/>
            <a:ext cx="209550" cy="209550"/>
          </a:xfrm>
          <a:prstGeom prst="rect">
            <a:avLst/>
          </a:prstGeom>
          <a:solidFill>
            <a:srgbClr val="5B8442"/>
          </a:solidFill>
          <a:ln w="0">
            <a:noFill/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8591550" y="4305300"/>
            <a:ext cx="209550" cy="209550"/>
          </a:xfrm>
          <a:prstGeom prst="rect">
            <a:avLst/>
          </a:prstGeom>
          <a:solidFill>
            <a:srgbClr val="A1CA88"/>
          </a:solidFill>
          <a:ln w="0">
            <a:noFill/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8801100" y="4305300"/>
            <a:ext cx="209550" cy="209550"/>
          </a:xfrm>
          <a:prstGeom prst="rect">
            <a:avLst/>
          </a:prstGeom>
          <a:solidFill>
            <a:srgbClr val="92B87B"/>
          </a:solidFill>
          <a:ln w="0">
            <a:noFill/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9010650" y="4305300"/>
            <a:ext cx="209550" cy="209550"/>
          </a:xfrm>
          <a:prstGeom prst="rect">
            <a:avLst/>
          </a:prstGeom>
          <a:solidFill>
            <a:srgbClr val="668C51"/>
          </a:solidFill>
          <a:ln w="0">
            <a:noFill/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9220200" y="4305300"/>
            <a:ext cx="209550" cy="209550"/>
          </a:xfrm>
          <a:prstGeom prst="rect">
            <a:avLst/>
          </a:prstGeom>
          <a:solidFill>
            <a:srgbClr val="658850"/>
          </a:solidFill>
          <a:ln w="0">
            <a:noFill/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9429750" y="4305300"/>
            <a:ext cx="209550" cy="209550"/>
          </a:xfrm>
          <a:prstGeom prst="rect">
            <a:avLst/>
          </a:prstGeom>
          <a:solidFill>
            <a:srgbClr val="9FC58C"/>
          </a:solidFill>
          <a:ln w="0">
            <a:noFill/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9639300" y="4305300"/>
            <a:ext cx="209550" cy="209550"/>
          </a:xfrm>
          <a:prstGeom prst="rect">
            <a:avLst/>
          </a:prstGeom>
          <a:solidFill>
            <a:srgbClr val="A7CF90"/>
          </a:solidFill>
          <a:ln w="0">
            <a:noFill/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9848850" y="4305300"/>
            <a:ext cx="209550" cy="209550"/>
          </a:xfrm>
          <a:prstGeom prst="rect">
            <a:avLst/>
          </a:prstGeom>
          <a:solidFill>
            <a:srgbClr val="6A9850"/>
          </a:solidFill>
          <a:ln w="0">
            <a:noFill/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10058400" y="4305300"/>
            <a:ext cx="209550" cy="209550"/>
          </a:xfrm>
          <a:prstGeom prst="rect">
            <a:avLst/>
          </a:prstGeom>
          <a:solidFill>
            <a:srgbClr val="619447"/>
          </a:solidFill>
          <a:ln w="0">
            <a:noFill/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10267950" y="4305300"/>
            <a:ext cx="209550" cy="209550"/>
          </a:xfrm>
          <a:prstGeom prst="rect">
            <a:avLst/>
          </a:prstGeom>
          <a:solidFill>
            <a:srgbClr val="214B0B"/>
          </a:solidFill>
          <a:ln w="0">
            <a:noFill/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0477500" y="4305300"/>
            <a:ext cx="209550" cy="209550"/>
          </a:xfrm>
          <a:prstGeom prst="rect">
            <a:avLst/>
          </a:prstGeom>
          <a:solidFill>
            <a:srgbClr val="1D2F15"/>
          </a:solidFill>
          <a:ln w="0">
            <a:noFill/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7334250" y="4514850"/>
            <a:ext cx="209550" cy="209550"/>
          </a:xfrm>
          <a:prstGeom prst="rect">
            <a:avLst/>
          </a:prstGeom>
          <a:solidFill>
            <a:srgbClr val="D8D8CE"/>
          </a:solidFill>
          <a:ln w="0">
            <a:noFill/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7543800" y="4514850"/>
            <a:ext cx="209550" cy="209550"/>
          </a:xfrm>
          <a:prstGeom prst="rect">
            <a:avLst/>
          </a:prstGeom>
          <a:solidFill>
            <a:srgbClr val="CCD3C3"/>
          </a:solidFill>
          <a:ln w="0">
            <a:noFill/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7753350" y="4514850"/>
            <a:ext cx="209550" cy="209550"/>
          </a:xfrm>
          <a:prstGeom prst="rect">
            <a:avLst/>
          </a:prstGeom>
          <a:solidFill>
            <a:srgbClr val="435138"/>
          </a:solidFill>
          <a:ln w="0">
            <a:noFill/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7962900" y="4514850"/>
            <a:ext cx="209550" cy="209550"/>
          </a:xfrm>
          <a:prstGeom prst="rect">
            <a:avLst/>
          </a:prstGeom>
          <a:solidFill>
            <a:srgbClr val="0A2200"/>
          </a:solidFill>
          <a:ln w="0">
            <a:noFill/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8172450" y="4514850"/>
            <a:ext cx="209550" cy="209550"/>
          </a:xfrm>
          <a:prstGeom prst="rect">
            <a:avLst/>
          </a:prstGeom>
          <a:solidFill>
            <a:srgbClr val="385529"/>
          </a:solidFill>
          <a:ln w="0">
            <a:noFill/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8382000" y="4514850"/>
            <a:ext cx="209550" cy="209550"/>
          </a:xfrm>
          <a:prstGeom prst="rect">
            <a:avLst/>
          </a:prstGeom>
          <a:solidFill>
            <a:srgbClr val="375926"/>
          </a:solidFill>
          <a:ln w="0">
            <a:noFill/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8591550" y="4514850"/>
            <a:ext cx="209550" cy="209550"/>
          </a:xfrm>
          <a:prstGeom prst="rect">
            <a:avLst/>
          </a:prstGeom>
          <a:solidFill>
            <a:srgbClr val="648A4F"/>
          </a:solidFill>
          <a:ln w="0">
            <a:noFill/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8801100" y="4514850"/>
            <a:ext cx="209550" cy="209550"/>
          </a:xfrm>
          <a:prstGeom prst="rect">
            <a:avLst/>
          </a:prstGeom>
          <a:solidFill>
            <a:srgbClr val="71975A"/>
          </a:solidFill>
          <a:ln w="0">
            <a:noFill/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9010650" y="4514850"/>
            <a:ext cx="209550" cy="209550"/>
          </a:xfrm>
          <a:prstGeom prst="rect">
            <a:avLst/>
          </a:prstGeom>
          <a:solidFill>
            <a:srgbClr val="9DC485"/>
          </a:solidFill>
          <a:ln w="0">
            <a:noFill/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9220200" y="4514850"/>
            <a:ext cx="209550" cy="209550"/>
          </a:xfrm>
          <a:prstGeom prst="rect">
            <a:avLst/>
          </a:prstGeom>
          <a:solidFill>
            <a:srgbClr val="91B575"/>
          </a:solidFill>
          <a:ln w="0">
            <a:noFill/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9429750" y="4514850"/>
            <a:ext cx="209550" cy="209550"/>
          </a:xfrm>
          <a:prstGeom prst="rect">
            <a:avLst/>
          </a:prstGeom>
          <a:solidFill>
            <a:srgbClr val="709456"/>
          </a:solidFill>
          <a:ln w="0">
            <a:noFill/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9639300" y="4514850"/>
            <a:ext cx="209550" cy="209550"/>
          </a:xfrm>
          <a:prstGeom prst="rect">
            <a:avLst/>
          </a:prstGeom>
          <a:solidFill>
            <a:srgbClr val="72985B"/>
          </a:solidFill>
          <a:ln w="0">
            <a:noFill/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9848850" y="4514850"/>
            <a:ext cx="209550" cy="209550"/>
          </a:xfrm>
          <a:prstGeom prst="rect">
            <a:avLst/>
          </a:prstGeom>
          <a:solidFill>
            <a:srgbClr val="588042"/>
          </a:solidFill>
          <a:ln w="0">
            <a:noFill/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10058400" y="4514850"/>
            <a:ext cx="209550" cy="209550"/>
          </a:xfrm>
          <a:prstGeom prst="rect">
            <a:avLst/>
          </a:prstGeom>
          <a:solidFill>
            <a:srgbClr val="1F460D"/>
          </a:solidFill>
          <a:ln w="0">
            <a:noFill/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10267950" y="4514850"/>
            <a:ext cx="209550" cy="209550"/>
          </a:xfrm>
          <a:prstGeom prst="rect">
            <a:avLst/>
          </a:prstGeom>
          <a:solidFill>
            <a:srgbClr val="0A2900"/>
          </a:solidFill>
          <a:ln w="0">
            <a:noFill/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0477500" y="4514850"/>
            <a:ext cx="209550" cy="209550"/>
          </a:xfrm>
          <a:prstGeom prst="rect">
            <a:avLst/>
          </a:prstGeom>
          <a:solidFill>
            <a:srgbClr val="6E7B67"/>
          </a:solidFill>
          <a:ln w="0">
            <a:noFill/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7334250" y="4724400"/>
            <a:ext cx="209550" cy="209550"/>
          </a:xfrm>
          <a:prstGeom prst="rect">
            <a:avLst/>
          </a:prstGeom>
          <a:solidFill>
            <a:srgbClr val="ADAAA3"/>
          </a:solidFill>
          <a:ln w="0">
            <a:noFill/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7543800" y="4724400"/>
            <a:ext cx="209550" cy="209550"/>
          </a:xfrm>
          <a:prstGeom prst="rect">
            <a:avLst/>
          </a:prstGeom>
          <a:solidFill>
            <a:srgbClr val="D9DCD5"/>
          </a:solidFill>
          <a:ln w="0">
            <a:noFill/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7753350" y="4724400"/>
            <a:ext cx="209550" cy="209550"/>
          </a:xfrm>
          <a:prstGeom prst="rect">
            <a:avLst/>
          </a:prstGeom>
          <a:solidFill>
            <a:srgbClr val="B5BDB2"/>
          </a:solidFill>
          <a:ln w="0">
            <a:noFill/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7962900" y="4724400"/>
            <a:ext cx="209550" cy="209550"/>
          </a:xfrm>
          <a:prstGeom prst="rect">
            <a:avLst/>
          </a:prstGeom>
          <a:solidFill>
            <a:srgbClr val="384637"/>
          </a:solidFill>
          <a:ln w="0">
            <a:noFill/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8172450" y="4724400"/>
            <a:ext cx="209550" cy="209550"/>
          </a:xfrm>
          <a:prstGeom prst="rect">
            <a:avLst/>
          </a:prstGeom>
          <a:solidFill>
            <a:srgbClr val="001200"/>
          </a:solidFill>
          <a:ln w="0">
            <a:noFill/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8382000" y="4724400"/>
            <a:ext cx="209550" cy="209550"/>
          </a:xfrm>
          <a:prstGeom prst="rect">
            <a:avLst/>
          </a:prstGeom>
          <a:solidFill>
            <a:srgbClr val="162F0F"/>
          </a:solidFill>
          <a:ln w="0">
            <a:noFill/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8591550" y="4724400"/>
            <a:ext cx="209550" cy="209550"/>
          </a:xfrm>
          <a:prstGeom prst="rect">
            <a:avLst/>
          </a:prstGeom>
          <a:solidFill>
            <a:srgbClr val="3E5D33"/>
          </a:solidFill>
          <a:ln w="0">
            <a:noFill/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8801100" y="4724400"/>
            <a:ext cx="209550" cy="209550"/>
          </a:xfrm>
          <a:prstGeom prst="rect">
            <a:avLst/>
          </a:prstGeom>
          <a:solidFill>
            <a:srgbClr val="466732"/>
          </a:solidFill>
          <a:ln w="0">
            <a:noFill/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9010650" y="4724400"/>
            <a:ext cx="209550" cy="209550"/>
          </a:xfrm>
          <a:prstGeom prst="rect">
            <a:avLst/>
          </a:prstGeom>
          <a:solidFill>
            <a:srgbClr val="507138"/>
          </a:solidFill>
          <a:ln w="0">
            <a:noFill/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9220200" y="4724400"/>
            <a:ext cx="209550" cy="209550"/>
          </a:xfrm>
          <a:prstGeom prst="rect">
            <a:avLst/>
          </a:prstGeom>
          <a:solidFill>
            <a:srgbClr val="4B6D31"/>
          </a:solidFill>
          <a:ln w="0">
            <a:noFill/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9429750" y="4724400"/>
            <a:ext cx="209550" cy="209550"/>
          </a:xfrm>
          <a:prstGeom prst="rect">
            <a:avLst/>
          </a:prstGeom>
          <a:solidFill>
            <a:srgbClr val="47682F"/>
          </a:solidFill>
          <a:ln w="0">
            <a:noFill/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9639300" y="4724400"/>
            <a:ext cx="209550" cy="209550"/>
          </a:xfrm>
          <a:prstGeom prst="rect">
            <a:avLst/>
          </a:prstGeom>
          <a:solidFill>
            <a:srgbClr val="3A5A28"/>
          </a:solidFill>
          <a:ln w="0">
            <a:noFill/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9848850" y="4724400"/>
            <a:ext cx="209550" cy="209550"/>
          </a:xfrm>
          <a:prstGeom prst="rect">
            <a:avLst/>
          </a:prstGeom>
          <a:solidFill>
            <a:srgbClr val="133206"/>
          </a:solidFill>
          <a:ln w="0">
            <a:noFill/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10058400" y="4724400"/>
            <a:ext cx="209550" cy="209550"/>
          </a:xfrm>
          <a:prstGeom prst="rect">
            <a:avLst/>
          </a:prstGeom>
          <a:solidFill>
            <a:srgbClr val="14320E"/>
          </a:solidFill>
          <a:ln w="0">
            <a:noFill/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10267950" y="4724400"/>
            <a:ext cx="209550" cy="209550"/>
          </a:xfrm>
          <a:prstGeom prst="rect">
            <a:avLst/>
          </a:prstGeom>
          <a:solidFill>
            <a:srgbClr val="4D644A"/>
          </a:solidFill>
          <a:ln w="0">
            <a:noFill/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0477500" y="4724400"/>
            <a:ext cx="209550" cy="209550"/>
          </a:xfrm>
          <a:prstGeom prst="rect">
            <a:avLst/>
          </a:prstGeom>
          <a:solidFill>
            <a:srgbClr val="BDC5B8"/>
          </a:solidFill>
          <a:ln w="0">
            <a:noFill/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7334250" y="4933950"/>
            <a:ext cx="209550" cy="209550"/>
          </a:xfrm>
          <a:prstGeom prst="rect">
            <a:avLst/>
          </a:prstGeom>
          <a:solidFill>
            <a:srgbClr val="B7B3B4"/>
          </a:solidFill>
          <a:ln w="0">
            <a:noFill/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7543800" y="4933950"/>
            <a:ext cx="209550" cy="209550"/>
          </a:xfrm>
          <a:prstGeom prst="rect">
            <a:avLst/>
          </a:prstGeom>
          <a:solidFill>
            <a:srgbClr val="ACA9B0"/>
          </a:solidFill>
          <a:ln w="0">
            <a:noFill/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7753350" y="4933950"/>
            <a:ext cx="209550" cy="209550"/>
          </a:xfrm>
          <a:prstGeom prst="rect">
            <a:avLst/>
          </a:prstGeom>
          <a:solidFill>
            <a:srgbClr val="BEBEC6"/>
          </a:solidFill>
          <a:ln w="0">
            <a:noFill/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7962900" y="4933950"/>
            <a:ext cx="209550" cy="209550"/>
          </a:xfrm>
          <a:prstGeom prst="rect">
            <a:avLst/>
          </a:prstGeom>
          <a:solidFill>
            <a:srgbClr val="C0C4CD"/>
          </a:solidFill>
          <a:ln w="0">
            <a:noFill/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8172450" y="4933950"/>
            <a:ext cx="209550" cy="209550"/>
          </a:xfrm>
          <a:prstGeom prst="rect">
            <a:avLst/>
          </a:prstGeom>
          <a:solidFill>
            <a:srgbClr val="5F696B"/>
          </a:solidFill>
          <a:ln w="0">
            <a:noFill/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8382000" y="4933950"/>
            <a:ext cx="209550" cy="209550"/>
          </a:xfrm>
          <a:prstGeom prst="rect">
            <a:avLst/>
          </a:prstGeom>
          <a:solidFill>
            <a:srgbClr val="14241A"/>
          </a:solidFill>
          <a:ln w="0">
            <a:noFill/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8591550" y="4933950"/>
            <a:ext cx="209550" cy="209550"/>
          </a:xfrm>
          <a:prstGeom prst="rect">
            <a:avLst/>
          </a:prstGeom>
          <a:solidFill>
            <a:srgbClr val="0E210D"/>
          </a:solidFill>
          <a:ln w="0">
            <a:noFill/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8801100" y="4933950"/>
            <a:ext cx="209550" cy="209550"/>
          </a:xfrm>
          <a:prstGeom prst="rect">
            <a:avLst/>
          </a:prstGeom>
          <a:solidFill>
            <a:srgbClr val="0F2705"/>
          </a:solidFill>
          <a:ln w="0">
            <a:noFill/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9010650" y="4933950"/>
            <a:ext cx="209550" cy="209550"/>
          </a:xfrm>
          <a:prstGeom prst="rect">
            <a:avLst/>
          </a:prstGeom>
          <a:solidFill>
            <a:srgbClr val="162F05"/>
          </a:solidFill>
          <a:ln w="0">
            <a:noFill/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9220200" y="4933950"/>
            <a:ext cx="209550" cy="209550"/>
          </a:xfrm>
          <a:prstGeom prst="rect">
            <a:avLst/>
          </a:prstGeom>
          <a:solidFill>
            <a:srgbClr val="163003"/>
          </a:solidFill>
          <a:ln w="0">
            <a:noFill/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9429750" y="4933950"/>
            <a:ext cx="209550" cy="209550"/>
          </a:xfrm>
          <a:prstGeom prst="rect">
            <a:avLst/>
          </a:prstGeom>
          <a:solidFill>
            <a:srgbClr val="112A00"/>
          </a:solidFill>
          <a:ln w="0">
            <a:noFill/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9639300" y="4933950"/>
            <a:ext cx="209550" cy="209550"/>
          </a:xfrm>
          <a:prstGeom prst="rect">
            <a:avLst/>
          </a:prstGeom>
          <a:solidFill>
            <a:srgbClr val="102808"/>
          </a:solidFill>
          <a:ln w="0">
            <a:noFill/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9848850" y="4933950"/>
            <a:ext cx="209550" cy="209550"/>
          </a:xfrm>
          <a:prstGeom prst="rect">
            <a:avLst/>
          </a:prstGeom>
          <a:solidFill>
            <a:srgbClr val="243721"/>
          </a:solidFill>
          <a:ln w="0">
            <a:noFill/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10058400" y="4933950"/>
            <a:ext cx="209550" cy="209550"/>
          </a:xfrm>
          <a:prstGeom prst="rect">
            <a:avLst/>
          </a:prstGeom>
          <a:solidFill>
            <a:srgbClr val="63746A"/>
          </a:solidFill>
          <a:ln w="0">
            <a:noFill/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10267950" y="4933950"/>
            <a:ext cx="209550" cy="209550"/>
          </a:xfrm>
          <a:prstGeom prst="rect">
            <a:avLst/>
          </a:prstGeom>
          <a:solidFill>
            <a:srgbClr val="B0BCB8"/>
          </a:solidFill>
          <a:ln w="0">
            <a:noFill/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0477500" y="4933950"/>
            <a:ext cx="209550" cy="209550"/>
          </a:xfrm>
          <a:prstGeom prst="rect">
            <a:avLst/>
          </a:prstGeom>
          <a:solidFill>
            <a:srgbClr val="A9AEA8"/>
          </a:solidFill>
          <a:ln w="0">
            <a:noFill/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7334250" y="5143500"/>
            <a:ext cx="209550" cy="209550"/>
          </a:xfrm>
          <a:prstGeom prst="rect">
            <a:avLst/>
          </a:prstGeom>
          <a:solidFill>
            <a:srgbClr val="6E676E"/>
          </a:solidFill>
          <a:ln w="0">
            <a:noFill/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7543800" y="5143500"/>
            <a:ext cx="209550" cy="209550"/>
          </a:xfrm>
          <a:prstGeom prst="rect">
            <a:avLst/>
          </a:prstGeom>
          <a:solidFill>
            <a:srgbClr val="807A86"/>
          </a:solidFill>
          <a:ln w="0">
            <a:noFill/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7753350" y="5143500"/>
            <a:ext cx="209550" cy="209550"/>
          </a:xfrm>
          <a:prstGeom prst="rect">
            <a:avLst/>
          </a:prstGeom>
          <a:solidFill>
            <a:srgbClr val="A39FAE"/>
          </a:solidFill>
          <a:ln w="0">
            <a:noFill/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7962900" y="5143500"/>
            <a:ext cx="209550" cy="209550"/>
          </a:xfrm>
          <a:prstGeom prst="rect">
            <a:avLst/>
          </a:prstGeom>
          <a:solidFill>
            <a:srgbClr val="A29FB0"/>
          </a:solidFill>
          <a:ln w="0">
            <a:noFill/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8172450" y="5143500"/>
            <a:ext cx="209550" cy="209550"/>
          </a:xfrm>
          <a:prstGeom prst="rect">
            <a:avLst/>
          </a:prstGeom>
          <a:solidFill>
            <a:srgbClr val="A9A8B6"/>
          </a:solidFill>
          <a:ln w="0">
            <a:noFill/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8382000" y="5143500"/>
            <a:ext cx="209550" cy="209550"/>
          </a:xfrm>
          <a:prstGeom prst="rect">
            <a:avLst/>
          </a:prstGeom>
          <a:solidFill>
            <a:srgbClr val="A8ADB1"/>
          </a:solidFill>
          <a:ln w="0">
            <a:noFill/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8591550" y="5143500"/>
            <a:ext cx="209550" cy="209550"/>
          </a:xfrm>
          <a:prstGeom prst="rect">
            <a:avLst/>
          </a:prstGeom>
          <a:solidFill>
            <a:srgbClr val="545E56"/>
          </a:solidFill>
          <a:ln w="0">
            <a:noFill/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8801100" y="5143500"/>
            <a:ext cx="209550" cy="209550"/>
          </a:xfrm>
          <a:prstGeom prst="rect">
            <a:avLst/>
          </a:prstGeom>
          <a:solidFill>
            <a:srgbClr val="35422E"/>
          </a:solidFill>
          <a:ln w="0">
            <a:noFill/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9010650" y="5143500"/>
            <a:ext cx="209550" cy="209550"/>
          </a:xfrm>
          <a:prstGeom prst="rect">
            <a:avLst/>
          </a:prstGeom>
          <a:solidFill>
            <a:srgbClr val="304025"/>
          </a:solidFill>
          <a:ln w="0">
            <a:noFill/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9220200" y="5143500"/>
            <a:ext cx="209550" cy="209550"/>
          </a:xfrm>
          <a:prstGeom prst="rect">
            <a:avLst/>
          </a:prstGeom>
          <a:solidFill>
            <a:srgbClr val="2D3D20"/>
          </a:solidFill>
          <a:ln w="0">
            <a:noFill/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9429750" y="5143500"/>
            <a:ext cx="209550" cy="209550"/>
          </a:xfrm>
          <a:prstGeom prst="rect">
            <a:avLst/>
          </a:prstGeom>
          <a:solidFill>
            <a:srgbClr val="3B4B30"/>
          </a:solidFill>
          <a:ln w="0">
            <a:noFill/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9639300" y="5143500"/>
            <a:ext cx="209550" cy="209550"/>
          </a:xfrm>
          <a:prstGeom prst="rect">
            <a:avLst/>
          </a:prstGeom>
          <a:solidFill>
            <a:srgbClr val="667361"/>
          </a:solidFill>
          <a:ln w="0">
            <a:noFill/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9848850" y="5143500"/>
            <a:ext cx="209550" cy="209550"/>
          </a:xfrm>
          <a:prstGeom prst="rect">
            <a:avLst/>
          </a:prstGeom>
          <a:solidFill>
            <a:srgbClr val="99A49C"/>
          </a:solidFill>
          <a:ln w="0">
            <a:noFill/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10058400" y="5143500"/>
            <a:ext cx="209550" cy="209550"/>
          </a:xfrm>
          <a:prstGeom prst="rect">
            <a:avLst/>
          </a:prstGeom>
          <a:solidFill>
            <a:srgbClr val="A8B0B3"/>
          </a:solidFill>
          <a:ln w="0">
            <a:noFill/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10267950" y="5143500"/>
            <a:ext cx="209550" cy="209550"/>
          </a:xfrm>
          <a:prstGeom prst="rect">
            <a:avLst/>
          </a:prstGeom>
          <a:solidFill>
            <a:srgbClr val="9A9FA5"/>
          </a:solidFill>
          <a:ln w="0">
            <a:noFill/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10477500" y="5143500"/>
            <a:ext cx="209550" cy="209550"/>
          </a:xfrm>
          <a:prstGeom prst="rect">
            <a:avLst/>
          </a:prstGeom>
          <a:solidFill>
            <a:srgbClr val="929292"/>
          </a:solidFill>
          <a:ln w="0">
            <a:noFill/>
            <a:prstDash val="solid"/>
          </a:ln>
        </p:spPr>
      </p:sp>
      <p:sp>
        <p:nvSpPr>
          <p:cNvPr id="263" name="text-261"/>
          <p:cNvSpPr>
            <a:spLocks noGrp="1"/>
          </p:cNvSpPr>
          <p:nvPr/>
        </p:nvSpPr>
        <p:spPr>
          <a:xfrm>
            <a:off x="6334125" y="5619750"/>
            <a:ext cx="5238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放大已有像素，不增加原始细节</a:t>
            </a:r>
            <a:endParaRPr sz="22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8" name="Elbow Connector 17"/>
          <p:cNvCxnSpPr>
            <a:stCxn id="5" idx="3"/>
            <a:endCxn id="15" idx="1"/>
          </p:cNvCxnSpPr>
          <p:nvPr/>
        </p:nvCxnSpPr>
        <p:spPr>
          <a:xfrm>
            <a:off x="2419350" y="3714750"/>
            <a:ext cx="866775" cy="4286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19" name="Elbow Connector 18"/>
          <p:cNvCxnSpPr>
            <a:stCxn id="5" idx="3"/>
            <a:endCxn id="12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0" name="Elbow Connector 19"/>
          <p:cNvCxnSpPr>
            <a:stCxn id="5" idx="3"/>
            <a:endCxn id="9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1" name="Elbow Connector 20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22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node-payload"/>
          <p:cNvSpPr>
            <a:spLocks noGrp="1"/>
          </p:cNvSpPr>
          <p:nvPr/>
        </p:nvSpPr>
        <p:spPr>
          <a:xfrm>
            <a:off x="3286125" y="3905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4. 像素数据量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detail-payload"/>
          <p:cNvSpPr>
            <a:spLocks noGrp="1"/>
          </p:cNvSpPr>
          <p:nvPr/>
        </p:nvSpPr>
        <p:spPr>
          <a:xfrm>
            <a:off x="5715000" y="3905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像素数 × n ÷ 8 B（理想）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3" name="Elbow Connector 22"/>
          <p:cNvCxnSpPr>
            <a:stCxn id="5" idx="3"/>
            <a:endCxn id="18" idx="1"/>
          </p:cNvCxnSpPr>
          <p:nvPr/>
        </p:nvCxnSpPr>
        <p:spPr>
          <a:xfrm>
            <a:off x="2419350" y="3714750"/>
            <a:ext cx="866775" cy="10001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4" name="Elbow Connector 23"/>
          <p:cNvCxnSpPr>
            <a:stCxn id="5" idx="3"/>
            <a:endCxn id="15" idx="1"/>
          </p:cNvCxnSpPr>
          <p:nvPr/>
        </p:nvCxnSpPr>
        <p:spPr>
          <a:xfrm>
            <a:off x="2419350" y="3714750"/>
            <a:ext cx="866775" cy="4286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5" name="Elbow Connector 24"/>
          <p:cNvCxnSpPr>
            <a:stCxn id="5" idx="3"/>
            <a:endCxn id="12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6" name="Elbow Connector 25"/>
          <p:cNvCxnSpPr>
            <a:stCxn id="5" idx="3"/>
            <a:endCxn id="9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7" name="Elbow Connector 26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28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node-payload"/>
          <p:cNvSpPr>
            <a:spLocks noGrp="1"/>
          </p:cNvSpPr>
          <p:nvPr/>
        </p:nvSpPr>
        <p:spPr>
          <a:xfrm>
            <a:off x="3286125" y="3905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4. 像素数据量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detail-payload"/>
          <p:cNvSpPr>
            <a:spLocks noGrp="1"/>
          </p:cNvSpPr>
          <p:nvPr/>
        </p:nvSpPr>
        <p:spPr>
          <a:xfrm>
            <a:off x="5715000" y="3905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>
                <a:sym typeface="+mn-ea"/>
              </a:rPr>
              <a:t>像素数 × </a:t>
            </a:r>
            <a:r>
              <a:rPr lang="zh-CN">
                <a:sym typeface="+mn-ea"/>
              </a:rPr>
              <a:t>颜色深度</a:t>
            </a:r>
            <a:r>
              <a:rPr>
                <a:sym typeface="+mn-ea"/>
              </a:rPr>
              <a:t> ÷ 8 </a:t>
            </a:r>
            <a:r>
              <a:rPr 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字节</a:t>
            </a:r>
            <a:r>
              <a:rPr lang="en-US" altLang="zh-CN">
                <a:sym typeface="+mn-ea"/>
              </a:rPr>
              <a:t>）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8" name="node-rgb"/>
          <p:cNvSpPr>
            <a:spLocks noGrp="1"/>
          </p:cNvSpPr>
          <p:nvPr/>
        </p:nvSpPr>
        <p:spPr>
          <a:xfrm>
            <a:off x="3286125" y="4476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5. 颜色表示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" name="detail-rgb"/>
          <p:cNvSpPr>
            <a:spLocks noGrp="1"/>
          </p:cNvSpPr>
          <p:nvPr/>
        </p:nvSpPr>
        <p:spPr>
          <a:xfrm>
            <a:off x="5715000" y="4476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RGB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颜色模型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：</a:t>
            </a: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三个8位RGB通道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1" name="focus-rgb"/>
          <p:cNvSpPr>
            <a:spLocks noGrp="1"/>
          </p:cNvSpPr>
          <p:nvPr/>
        </p:nvSpPr>
        <p:spPr>
          <a:xfrm>
            <a:off x="3209925" y="4438650"/>
            <a:ext cx="8362950" cy="5429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22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新学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只有这些码字，能唯一画出图像吗？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66687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22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22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11 11 01 00 00 01 11 00</a:t>
            </a:r>
            <a:endParaRPr sz="3225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333625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完整小图，每像素2bit。每行从左到右，各行从上到下。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952500" y="300037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text-6"/>
          <p:cNvSpPr>
            <a:spLocks noGrp="1"/>
          </p:cNvSpPr>
          <p:nvPr/>
        </p:nvSpPr>
        <p:spPr>
          <a:xfrm>
            <a:off x="148590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2381250" y="300037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text-8"/>
          <p:cNvSpPr>
            <a:spLocks noGrp="1"/>
          </p:cNvSpPr>
          <p:nvPr/>
        </p:nvSpPr>
        <p:spPr>
          <a:xfrm>
            <a:off x="291465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810000" y="300037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text-10"/>
          <p:cNvSpPr>
            <a:spLocks noGrp="1"/>
          </p:cNvSpPr>
          <p:nvPr/>
        </p:nvSpPr>
        <p:spPr>
          <a:xfrm>
            <a:off x="434340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238750" y="300037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text-12"/>
          <p:cNvSpPr>
            <a:spLocks noGrp="1"/>
          </p:cNvSpPr>
          <p:nvPr/>
        </p:nvSpPr>
        <p:spPr>
          <a:xfrm>
            <a:off x="577215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只有这些码字，能唯一画出图像吗？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66687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22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22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11 11 01 00 00 01 11 00</a:t>
            </a:r>
            <a:endParaRPr sz="3225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333625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完整小图，每像素2bit。每行从左到右，各行从上到下。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952500" y="300037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text-6"/>
          <p:cNvSpPr>
            <a:spLocks noGrp="1"/>
          </p:cNvSpPr>
          <p:nvPr/>
        </p:nvSpPr>
        <p:spPr>
          <a:xfrm>
            <a:off x="148590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2381250" y="300037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text-8"/>
          <p:cNvSpPr>
            <a:spLocks noGrp="1"/>
          </p:cNvSpPr>
          <p:nvPr/>
        </p:nvSpPr>
        <p:spPr>
          <a:xfrm>
            <a:off x="291465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810000" y="300037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text-10"/>
          <p:cNvSpPr>
            <a:spLocks noGrp="1"/>
          </p:cNvSpPr>
          <p:nvPr/>
        </p:nvSpPr>
        <p:spPr>
          <a:xfrm>
            <a:off x="434340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238750" y="300037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text-12"/>
          <p:cNvSpPr>
            <a:spLocks noGrp="1"/>
          </p:cNvSpPr>
          <p:nvPr/>
        </p:nvSpPr>
        <p:spPr>
          <a:xfrm>
            <a:off x="577215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text-13"/>
          <p:cNvSpPr>
            <a:spLocks noGrp="1"/>
          </p:cNvSpPr>
          <p:nvPr/>
        </p:nvSpPr>
        <p:spPr>
          <a:xfrm>
            <a:off x="1714500" y="3619500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横4 × 纵2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text-14"/>
          <p:cNvSpPr>
            <a:spLocks noGrp="1"/>
          </p:cNvSpPr>
          <p:nvPr/>
        </p:nvSpPr>
        <p:spPr>
          <a:xfrm>
            <a:off x="7572375" y="3619500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横2 × 纵4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000250" y="419100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2381250" y="419100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2762250" y="4191000"/>
            <a:ext cx="381000" cy="381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3143250" y="419100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2000250" y="457200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2381250" y="4572000"/>
            <a:ext cx="381000" cy="381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2762250" y="457200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3143250" y="457200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8001000" y="419100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8382000" y="419100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8001000" y="4572000"/>
            <a:ext cx="381000" cy="381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8382000" y="457200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8001000" y="495300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8382000" y="4953000"/>
            <a:ext cx="381000" cy="381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8001000" y="533400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8382000" y="533400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text-31"/>
          <p:cNvSpPr>
            <a:spLocks noGrp="1"/>
          </p:cNvSpPr>
          <p:nvPr/>
        </p:nvSpPr>
        <p:spPr>
          <a:xfrm>
            <a:off x="857250" y="5857875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像素数相同，还不能确定二维排列。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 22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还原图像，需要数据和解释规则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857375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像素码字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714625"/>
            <a:ext cx="33337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11 11 01 00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00 01 11 00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3714750" y="3000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＋</a:t>
            </a:r>
            <a:endParaRPr sz="36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4762500" y="1857375"/>
            <a:ext cx="3476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解释规则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4762500" y="266700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二维尺寸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4762500" y="330517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每像素位数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4762500" y="39433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颜色对应关系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4762500" y="45815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读取顺序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text-11"/>
          <p:cNvSpPr>
            <a:spLocks noGrp="1"/>
          </p:cNvSpPr>
          <p:nvPr/>
        </p:nvSpPr>
        <p:spPr>
          <a:xfrm>
            <a:off x="8143875" y="3238500"/>
            <a:ext cx="952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3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</a:t>
            </a:r>
            <a:endParaRPr sz="33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9429750" y="295275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9810750" y="295275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10191750" y="2952750"/>
            <a:ext cx="381000" cy="381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0572750" y="295275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9429750" y="333375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810750" y="3333750"/>
            <a:ext cx="381000" cy="381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10191750" y="333375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572750" y="333375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text-20"/>
          <p:cNvSpPr>
            <a:spLocks noGrp="1"/>
          </p:cNvSpPr>
          <p:nvPr/>
        </p:nvSpPr>
        <p:spPr>
          <a:xfrm>
            <a:off x="9096375" y="4143375"/>
            <a:ext cx="2571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横4 × 纵2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2" name="text-21"/>
          <p:cNvSpPr>
            <a:spLocks noGrp="1"/>
          </p:cNvSpPr>
          <p:nvPr/>
        </p:nvSpPr>
        <p:spPr>
          <a:xfrm>
            <a:off x="857250" y="571500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按约定还原像素图</a:t>
            </a:r>
            <a:endParaRPr sz="27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3" name="Elbow Connector 22"/>
          <p:cNvCxnSpPr>
            <a:stCxn id="5" idx="3"/>
            <a:endCxn id="18" idx="1"/>
          </p:cNvCxnSpPr>
          <p:nvPr/>
        </p:nvCxnSpPr>
        <p:spPr>
          <a:xfrm>
            <a:off x="2419350" y="3714750"/>
            <a:ext cx="866775" cy="10001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4" name="Elbow Connector 23"/>
          <p:cNvCxnSpPr>
            <a:stCxn id="5" idx="3"/>
            <a:endCxn id="15" idx="1"/>
          </p:cNvCxnSpPr>
          <p:nvPr/>
        </p:nvCxnSpPr>
        <p:spPr>
          <a:xfrm>
            <a:off x="2419350" y="3714750"/>
            <a:ext cx="866775" cy="4286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5" name="Elbow Connector 24"/>
          <p:cNvCxnSpPr>
            <a:stCxn id="5" idx="3"/>
            <a:endCxn id="12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6" name="Elbow Connector 25"/>
          <p:cNvCxnSpPr>
            <a:stCxn id="5" idx="3"/>
            <a:endCxn id="9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7" name="Elbow Connector 26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28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node-payload"/>
          <p:cNvSpPr>
            <a:spLocks noGrp="1"/>
          </p:cNvSpPr>
          <p:nvPr/>
        </p:nvSpPr>
        <p:spPr>
          <a:xfrm>
            <a:off x="3286125" y="3905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4. 像素数据量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detail-payload"/>
          <p:cNvSpPr>
            <a:spLocks noGrp="1"/>
          </p:cNvSpPr>
          <p:nvPr/>
        </p:nvSpPr>
        <p:spPr>
          <a:xfrm>
            <a:off x="5715000" y="3905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>
                <a:sym typeface="+mn-ea"/>
              </a:rPr>
              <a:t>像素数 × </a:t>
            </a:r>
            <a:r>
              <a:rPr lang="zh-CN">
                <a:sym typeface="+mn-ea"/>
              </a:rPr>
              <a:t>颜色深度</a:t>
            </a:r>
            <a:r>
              <a:rPr>
                <a:sym typeface="+mn-ea"/>
              </a:rPr>
              <a:t> ÷ 8 </a:t>
            </a:r>
            <a:r>
              <a:rPr 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字节</a:t>
            </a:r>
            <a:r>
              <a:rPr lang="en-US" altLang="zh-CN">
                <a:sym typeface="+mn-ea"/>
              </a:rPr>
              <a:t>）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8" name="node-rgb"/>
          <p:cNvSpPr>
            <a:spLocks noGrp="1"/>
          </p:cNvSpPr>
          <p:nvPr/>
        </p:nvSpPr>
        <p:spPr>
          <a:xfrm>
            <a:off x="3286125" y="4476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5. 颜色表示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" name="detail-rgb"/>
          <p:cNvSpPr>
            <a:spLocks noGrp="1"/>
          </p:cNvSpPr>
          <p:nvPr/>
        </p:nvSpPr>
        <p:spPr>
          <a:xfrm>
            <a:off x="5715000" y="4476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RGB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颜色模型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：</a:t>
            </a: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三个8位RGB通道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9" name="Elbow Connector 28"/>
          <p:cNvCxnSpPr>
            <a:stCxn id="5" idx="3"/>
            <a:endCxn id="18" idx="1"/>
          </p:cNvCxnSpPr>
          <p:nvPr/>
        </p:nvCxnSpPr>
        <p:spPr>
          <a:xfrm>
            <a:off x="2419350" y="3714750"/>
            <a:ext cx="866775" cy="10001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30" name="Elbow Connector 29"/>
          <p:cNvCxnSpPr>
            <a:stCxn id="5" idx="3"/>
            <a:endCxn id="15" idx="1"/>
          </p:cNvCxnSpPr>
          <p:nvPr/>
        </p:nvCxnSpPr>
        <p:spPr>
          <a:xfrm>
            <a:off x="2419350" y="3714750"/>
            <a:ext cx="866775" cy="4286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31" name="Elbow Connector 30"/>
          <p:cNvCxnSpPr>
            <a:stCxn id="5" idx="3"/>
            <a:endCxn id="12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32" name="Elbow Connector 31"/>
          <p:cNvCxnSpPr>
            <a:stCxn id="5" idx="3"/>
            <a:endCxn id="9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33" name="Elbow Connector 32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34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node-payload"/>
          <p:cNvSpPr>
            <a:spLocks noGrp="1"/>
          </p:cNvSpPr>
          <p:nvPr/>
        </p:nvSpPr>
        <p:spPr>
          <a:xfrm>
            <a:off x="3286125" y="3905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4. 像素数据量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detail-payload"/>
          <p:cNvSpPr>
            <a:spLocks noGrp="1"/>
          </p:cNvSpPr>
          <p:nvPr/>
        </p:nvSpPr>
        <p:spPr>
          <a:xfrm>
            <a:off x="5715000" y="3905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像素数 × n ÷ 8 B（理想）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8" name="node-rgb"/>
          <p:cNvSpPr>
            <a:spLocks noGrp="1"/>
          </p:cNvSpPr>
          <p:nvPr/>
        </p:nvSpPr>
        <p:spPr>
          <a:xfrm>
            <a:off x="3286125" y="4476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5. 颜色表示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" name="detail-rgb"/>
          <p:cNvSpPr>
            <a:spLocks noGrp="1"/>
          </p:cNvSpPr>
          <p:nvPr/>
        </p:nvSpPr>
        <p:spPr>
          <a:xfrm>
            <a:off x="5715000" y="4476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>
                <a:sym typeface="+mn-ea"/>
              </a:rPr>
              <a:t>RGB</a:t>
            </a:r>
            <a:r>
              <a:rPr lang="zh-CN" altLang="en-US">
                <a:sym typeface="+mn-ea"/>
              </a:rPr>
              <a:t>颜色模型</a:t>
            </a:r>
            <a:r>
              <a:rPr lang="en-US" altLang="zh-CN">
                <a:sym typeface="+mn-ea"/>
              </a:rPr>
              <a:t>：</a:t>
            </a:r>
            <a:r>
              <a:rPr>
                <a:sym typeface="+mn-ea"/>
              </a:rPr>
              <a:t>三个8位RGB通道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1" name="focus-rgb"/>
          <p:cNvSpPr>
            <a:spLocks noGrp="1"/>
          </p:cNvSpPr>
          <p:nvPr/>
        </p:nvSpPr>
        <p:spPr>
          <a:xfrm>
            <a:off x="3209925" y="4438650"/>
            <a:ext cx="8362950" cy="5429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" name="node-decoding"/>
          <p:cNvSpPr>
            <a:spLocks noGrp="1"/>
          </p:cNvSpPr>
          <p:nvPr/>
        </p:nvSpPr>
        <p:spPr>
          <a:xfrm>
            <a:off x="3286125" y="5034915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6. 解码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" name="detail-decoding"/>
          <p:cNvSpPr>
            <a:spLocks noGrp="1"/>
          </p:cNvSpPr>
          <p:nvPr/>
        </p:nvSpPr>
        <p:spPr>
          <a:xfrm>
            <a:off x="5715000" y="5034915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码字＋尺寸等规则 → 像素图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" name="focus-decoding"/>
          <p:cNvSpPr>
            <a:spLocks noGrp="1"/>
          </p:cNvSpPr>
          <p:nvPr/>
        </p:nvSpPr>
        <p:spPr>
          <a:xfrm>
            <a:off x="3209925" y="5001578"/>
            <a:ext cx="8362950" cy="5429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27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新学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ree-root"/>
          <p:cNvSpPr>
            <a:spLocks noGrp="1"/>
          </p:cNvSpPr>
          <p:nvPr/>
        </p:nvSpPr>
        <p:spPr>
          <a:xfrm>
            <a:off x="608330" y="493966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</a:t>
            </a:r>
            <a:r>
              <a:rPr lang="zh-CN"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解</a:t>
            </a: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cxnSp>
        <p:nvCxnSpPr>
          <p:cNvPr id="11" name="Elbow Connector 10"/>
          <p:cNvCxnSpPr>
            <a:stCxn id="8" idx="3"/>
            <a:endCxn id="26" idx="1"/>
          </p:cNvCxnSpPr>
          <p:nvPr/>
        </p:nvCxnSpPr>
        <p:spPr>
          <a:xfrm>
            <a:off x="2418080" y="5273040"/>
            <a:ext cx="791845" cy="635"/>
          </a:xfrm>
          <a:prstGeom prst="bentConnector3">
            <a:avLst>
              <a:gd name="adj1" fmla="val 50040"/>
            </a:avLst>
          </a:prstGeom>
          <a:ln w="19050">
            <a:solidFill>
              <a:srgbClr val="8C64E1"/>
            </a:solidFill>
            <a:prstDash val="solid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 Digitization Process Infograph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4" name="text-2"/>
          <p:cNvSpPr>
            <a:spLocks noGrp="1"/>
          </p:cNvSpPr>
          <p:nvPr/>
        </p:nvSpPr>
        <p:spPr>
          <a:xfrm>
            <a:off x="2388870" y="-27305"/>
            <a:ext cx="1567180" cy="852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4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总结</a:t>
            </a:r>
            <a:r>
              <a:rPr lang="en-US" altLang="zh-CN" sz="4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endParaRPr lang="en-US" altLang="zh-CN" sz="4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From Image Digitization to Bigger Question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下面这些例子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主要随时间还是空间变化？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857250" y="2047875"/>
          <a:ext cx="10477500" cy="3333750"/>
        </p:xfrm>
        <a:graphic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观察情境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主要观察的变化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同一地点，一天的气温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固定位置，不同时刻的声波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水下不同深度的压强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房间不同位置的光照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857250" y="57816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哪些随时间？哪些随空间？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下面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这些例子主要随时间还是空间变化？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857250" y="2047875"/>
          <a:ext cx="10477500" cy="3333750"/>
        </p:xfrm>
        <a:graphic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观察情境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主要观察的变化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同一地点，一天的气温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随时间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固定位置，不同时刻的声波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随时间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水下不同深度的压强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随深度（空间）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房间不同位置的光照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随位置（空间）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857250" y="57816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哪些随时间？哪些随空间？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温度从25到26，只能跳着变化吗？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1238250" y="4953000"/>
            <a:ext cx="6000750" cy="0"/>
          </a:xfrm>
          <a:prstGeom prst="line">
            <a:avLst/>
          </a:prstGeom>
          <a:ln w="19050">
            <a:solidFill>
              <a:srgbClr val="262626"/>
            </a:solidFill>
            <a:prstDash val="solid"/>
          </a:ln>
        </p:spPr>
      </p:sp>
      <p:sp>
        <p:nvSpPr>
          <p:cNvPr id="5" name="Straight Connector 4"/>
          <p:cNvSpPr>
            <a:spLocks noGrp="1"/>
          </p:cNvSpPr>
          <p:nvPr/>
        </p:nvSpPr>
        <p:spPr>
          <a:xfrm flipV="1">
            <a:off x="1238250" y="2000250"/>
            <a:ext cx="0" cy="2952750"/>
          </a:xfrm>
          <a:prstGeom prst="line">
            <a:avLst/>
          </a:prstGeom>
          <a:ln w="19050">
            <a:solidFill>
              <a:srgbClr val="262626"/>
            </a:solidFill>
            <a:prstDash val="solid"/>
          </a:ln>
        </p:spPr>
      </p:sp>
      <p:sp>
        <p:nvSpPr>
          <p:cNvPr id="6" name="text-5"/>
          <p:cNvSpPr>
            <a:spLocks noGrp="1"/>
          </p:cNvSpPr>
          <p:nvPr/>
        </p:nvSpPr>
        <p:spPr>
          <a:xfrm>
            <a:off x="857250" y="15240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温度（摄氏度）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286500" y="523875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时间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Oval 7"/>
          <p:cNvSpPr>
            <a:spLocks noGrp="1"/>
          </p:cNvSpPr>
          <p:nvPr/>
        </p:nvSpPr>
        <p:spPr>
          <a:xfrm>
            <a:off x="1809750" y="4286250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9" name="Oval 8"/>
          <p:cNvSpPr>
            <a:spLocks noGrp="1"/>
          </p:cNvSpPr>
          <p:nvPr/>
        </p:nvSpPr>
        <p:spPr>
          <a:xfrm>
            <a:off x="6572250" y="2476500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10" name="text-9"/>
          <p:cNvSpPr>
            <a:spLocks noGrp="1"/>
          </p:cNvSpPr>
          <p:nvPr/>
        </p:nvSpPr>
        <p:spPr>
          <a:xfrm>
            <a:off x="1381125" y="3810000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25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6429375" y="2000250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26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text-11"/>
          <p:cNvSpPr>
            <a:spLocks noGrp="1"/>
          </p:cNvSpPr>
          <p:nvPr/>
        </p:nvSpPr>
        <p:spPr>
          <a:xfrm>
            <a:off x="7810500" y="2571750"/>
            <a:ext cx="37147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中间能否取25.5、25.51？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" name="text-12"/>
          <p:cNvSpPr>
            <a:spLocks noGrp="1"/>
          </p:cNvSpPr>
          <p:nvPr/>
        </p:nvSpPr>
        <p:spPr>
          <a:xfrm>
            <a:off x="857250" y="5810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65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概念示意</a:t>
            </a:r>
            <a:endParaRPr sz="165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温度从25到26，只能跳着变化吗？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1238250" y="4953000"/>
            <a:ext cx="6000750" cy="0"/>
          </a:xfrm>
          <a:prstGeom prst="line">
            <a:avLst/>
          </a:prstGeom>
          <a:ln w="19050">
            <a:solidFill>
              <a:srgbClr val="262626"/>
            </a:solidFill>
            <a:prstDash val="solid"/>
          </a:ln>
        </p:spPr>
      </p:sp>
      <p:sp>
        <p:nvSpPr>
          <p:cNvPr id="5" name="Straight Connector 4"/>
          <p:cNvSpPr>
            <a:spLocks noGrp="1"/>
          </p:cNvSpPr>
          <p:nvPr/>
        </p:nvSpPr>
        <p:spPr>
          <a:xfrm flipV="1">
            <a:off x="1238250" y="2000250"/>
            <a:ext cx="0" cy="2952750"/>
          </a:xfrm>
          <a:prstGeom prst="line">
            <a:avLst/>
          </a:prstGeom>
          <a:ln w="19050">
            <a:solidFill>
              <a:srgbClr val="262626"/>
            </a:solidFill>
            <a:prstDash val="solid"/>
          </a:ln>
        </p:spPr>
      </p:sp>
      <p:sp>
        <p:nvSpPr>
          <p:cNvPr id="6" name="text-5"/>
          <p:cNvSpPr>
            <a:spLocks noGrp="1"/>
          </p:cNvSpPr>
          <p:nvPr/>
        </p:nvSpPr>
        <p:spPr>
          <a:xfrm>
            <a:off x="857250" y="15240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温度（摄氏度）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286500" y="523875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时间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Oval 7"/>
          <p:cNvSpPr>
            <a:spLocks noGrp="1"/>
          </p:cNvSpPr>
          <p:nvPr/>
        </p:nvSpPr>
        <p:spPr>
          <a:xfrm>
            <a:off x="1809750" y="4286250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9" name="Oval 8"/>
          <p:cNvSpPr>
            <a:spLocks noGrp="1"/>
          </p:cNvSpPr>
          <p:nvPr/>
        </p:nvSpPr>
        <p:spPr>
          <a:xfrm>
            <a:off x="6572250" y="2476500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10" name="text-9"/>
          <p:cNvSpPr>
            <a:spLocks noGrp="1"/>
          </p:cNvSpPr>
          <p:nvPr/>
        </p:nvSpPr>
        <p:spPr>
          <a:xfrm>
            <a:off x="1381125" y="3810000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25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6429375" y="2000250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26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text-11"/>
          <p:cNvSpPr>
            <a:spLocks noGrp="1"/>
          </p:cNvSpPr>
          <p:nvPr/>
        </p:nvSpPr>
        <p:spPr>
          <a:xfrm>
            <a:off x="7810500" y="2571750"/>
            <a:ext cx="37147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中间能否取25.5、25.51？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" name="text-12"/>
          <p:cNvSpPr>
            <a:spLocks noGrp="1"/>
          </p:cNvSpPr>
          <p:nvPr/>
        </p:nvSpPr>
        <p:spPr>
          <a:xfrm>
            <a:off x="857250" y="5810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65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概念示意</a:t>
            </a:r>
            <a:endParaRPr sz="165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Straight Connector 13"/>
          <p:cNvSpPr>
            <a:spLocks noGrp="1"/>
          </p:cNvSpPr>
          <p:nvPr/>
        </p:nvSpPr>
        <p:spPr>
          <a:xfrm flipV="1">
            <a:off x="1876425" y="2543175"/>
            <a:ext cx="4762500" cy="1809750"/>
          </a:xfrm>
          <a:prstGeom prst="line">
            <a:avLst/>
          </a:prstGeom>
          <a:ln w="38100">
            <a:solidFill>
              <a:srgbClr val="007C9B"/>
            </a:solidFill>
            <a:prstDash val="solid"/>
          </a:ln>
        </p:spPr>
      </p:sp>
      <p:sp>
        <p:nvSpPr>
          <p:cNvPr id="15" name="text-14"/>
          <p:cNvSpPr>
            <a:spLocks noGrp="1"/>
          </p:cNvSpPr>
          <p:nvPr/>
        </p:nvSpPr>
        <p:spPr>
          <a:xfrm>
            <a:off x="7810500" y="4524375"/>
            <a:ext cx="36671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模拟量：连续变化</a:t>
            </a:r>
            <a:endParaRPr sz="26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模拟量</a:t>
            </a:r>
            <a:endParaRPr lang="zh-CN" altLang="en-US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623570" y="1414145"/>
            <a:ext cx="1095819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模拟量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：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在时间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/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空间上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连续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变化的物理量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，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通常以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模拟信号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来承载和传递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。</a:t>
            </a:r>
            <a:r>
              <a:rPr lang="en-US" altLang="zh-CN" sz="2200" b="0" baseline="300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p18</a:t>
            </a:r>
            <a:endParaRPr lang="en-US" altLang="zh-CN" sz="2200" b="0" baseline="300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pic>
        <p:nvPicPr>
          <p:cNvPr id="8" name="Picture 7" descr="模拟量：连续变化的物理世界"/>
          <p:cNvPicPr>
            <a:picLocks noChangeAspect="1"/>
          </p:cNvPicPr>
          <p:nvPr/>
        </p:nvPicPr>
        <p:blipFill>
          <a:blip r:embed="rId1"/>
          <a:srcRect t="14719"/>
          <a:stretch>
            <a:fillRect/>
          </a:stretch>
        </p:blipFill>
        <p:spPr>
          <a:xfrm>
            <a:off x="623570" y="1991995"/>
            <a:ext cx="9197340" cy="441515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模拟量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vs. 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量</a:t>
            </a:r>
            <a:endParaRPr lang="zh-CN" altLang="en-US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623570" y="1844675"/>
            <a:ext cx="1095819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模拟量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：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在时间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/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空间上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连续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变化的物理量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，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通常以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模拟信号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来承载和传递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。</a:t>
            </a:r>
            <a:r>
              <a:rPr lang="en-US" altLang="zh-CN" sz="2200" b="0" baseline="300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p18</a:t>
            </a:r>
            <a:endParaRPr lang="en-US" altLang="zh-CN" sz="2200" b="0" baseline="300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" name="detail-sampling"/>
          <p:cNvSpPr>
            <a:spLocks noGrp="1"/>
          </p:cNvSpPr>
          <p:nvPr/>
        </p:nvSpPr>
        <p:spPr>
          <a:xfrm>
            <a:off x="622935" y="2636520"/>
            <a:ext cx="1143571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数字量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：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在时间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/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空间和数值上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离散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的物理量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，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通常以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数字信号</a:t>
            </a:r>
            <a:r>
              <a:rPr lang="en-US" altLang="zh-CN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（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二进制数</a:t>
            </a:r>
            <a:r>
              <a:rPr lang="en-US" altLang="zh-CN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）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形式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来传递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。</a:t>
            </a:r>
            <a:r>
              <a:rPr lang="en-US" altLang="zh-CN" sz="2200" b="0" baseline="300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p18</a:t>
            </a:r>
            <a:endParaRPr lang="en-US" altLang="zh-CN" sz="2200" b="0" baseline="300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detail-sampling"/>
          <p:cNvSpPr>
            <a:spLocks noGrp="1"/>
          </p:cNvSpPr>
          <p:nvPr/>
        </p:nvSpPr>
        <p:spPr>
          <a:xfrm>
            <a:off x="608330" y="3429000"/>
            <a:ext cx="1143571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模拟量（模拟信号）转换为数字量（数字信号）的过程，就是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信息的数字化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。</a:t>
            </a:r>
            <a:endParaRPr lang="en-US" altLang="zh-CN" sz="2200" b="0" baseline="300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From Analog to Digital_ An Infographic Gu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数字量与模拟量有什么不同？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952500" y="233362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采样位置：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Oval 4"/>
          <p:cNvSpPr>
            <a:spLocks noGrp="1"/>
          </p:cNvSpPr>
          <p:nvPr/>
        </p:nvSpPr>
        <p:spPr>
          <a:xfrm>
            <a:off x="40481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6" name="Oval 5"/>
          <p:cNvSpPr>
            <a:spLocks noGrp="1"/>
          </p:cNvSpPr>
          <p:nvPr/>
        </p:nvSpPr>
        <p:spPr>
          <a:xfrm>
            <a:off x="53816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7" name="Oval 6"/>
          <p:cNvSpPr>
            <a:spLocks noGrp="1"/>
          </p:cNvSpPr>
          <p:nvPr/>
        </p:nvSpPr>
        <p:spPr>
          <a:xfrm>
            <a:off x="67151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8" name="Oval 7"/>
          <p:cNvSpPr>
            <a:spLocks noGrp="1"/>
          </p:cNvSpPr>
          <p:nvPr/>
        </p:nvSpPr>
        <p:spPr>
          <a:xfrm>
            <a:off x="80486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9" name="Oval 8"/>
          <p:cNvSpPr>
            <a:spLocks noGrp="1"/>
          </p:cNvSpPr>
          <p:nvPr/>
        </p:nvSpPr>
        <p:spPr>
          <a:xfrm>
            <a:off x="93821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10" name="text-9"/>
          <p:cNvSpPr>
            <a:spLocks noGrp="1"/>
          </p:cNvSpPr>
          <p:nvPr/>
        </p:nvSpPr>
        <p:spPr>
          <a:xfrm>
            <a:off x="952500" y="347662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可用颜色：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000500" y="3524250"/>
            <a:ext cx="514350" cy="5143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4819650" y="3524250"/>
            <a:ext cx="514350" cy="5143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5638800" y="3524250"/>
            <a:ext cx="514350" cy="5143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6457950" y="3524250"/>
            <a:ext cx="514350" cy="5143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text-14"/>
          <p:cNvSpPr>
            <a:spLocks noGrp="1"/>
          </p:cNvSpPr>
          <p:nvPr/>
        </p:nvSpPr>
        <p:spPr>
          <a:xfrm>
            <a:off x="952500" y="5095875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这些结果怎样保存？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 1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数字量与模拟量有什么不同？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952500" y="233362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采样位置：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Oval 4"/>
          <p:cNvSpPr>
            <a:spLocks noGrp="1"/>
          </p:cNvSpPr>
          <p:nvPr/>
        </p:nvSpPr>
        <p:spPr>
          <a:xfrm>
            <a:off x="40481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6" name="Oval 5"/>
          <p:cNvSpPr>
            <a:spLocks noGrp="1"/>
          </p:cNvSpPr>
          <p:nvPr/>
        </p:nvSpPr>
        <p:spPr>
          <a:xfrm>
            <a:off x="53816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7" name="Oval 6"/>
          <p:cNvSpPr>
            <a:spLocks noGrp="1"/>
          </p:cNvSpPr>
          <p:nvPr/>
        </p:nvSpPr>
        <p:spPr>
          <a:xfrm>
            <a:off x="67151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8" name="Oval 7"/>
          <p:cNvSpPr>
            <a:spLocks noGrp="1"/>
          </p:cNvSpPr>
          <p:nvPr/>
        </p:nvSpPr>
        <p:spPr>
          <a:xfrm>
            <a:off x="80486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9" name="Oval 8"/>
          <p:cNvSpPr>
            <a:spLocks noGrp="1"/>
          </p:cNvSpPr>
          <p:nvPr/>
        </p:nvSpPr>
        <p:spPr>
          <a:xfrm>
            <a:off x="93821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10" name="text-9"/>
          <p:cNvSpPr>
            <a:spLocks noGrp="1"/>
          </p:cNvSpPr>
          <p:nvPr/>
        </p:nvSpPr>
        <p:spPr>
          <a:xfrm>
            <a:off x="952500" y="347662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可用颜色：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000500" y="3524250"/>
            <a:ext cx="514350" cy="5143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4819650" y="3524250"/>
            <a:ext cx="514350" cy="5143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5638800" y="3524250"/>
            <a:ext cx="514350" cy="5143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6457950" y="3524250"/>
            <a:ext cx="514350" cy="5143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text-14"/>
          <p:cNvSpPr>
            <a:spLocks noGrp="1"/>
          </p:cNvSpPr>
          <p:nvPr/>
        </p:nvSpPr>
        <p:spPr>
          <a:xfrm>
            <a:off x="952500" y="5095875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这些结果怎样保存？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6" name="text-15"/>
          <p:cNvSpPr>
            <a:spLocks noGrp="1"/>
          </p:cNvSpPr>
          <p:nvPr/>
        </p:nvSpPr>
        <p:spPr>
          <a:xfrm>
            <a:off x="4048125" y="2809875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有限位置</a:t>
            </a:r>
            <a:endParaRPr sz="23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" name="text-16"/>
          <p:cNvSpPr>
            <a:spLocks noGrp="1"/>
          </p:cNvSpPr>
          <p:nvPr/>
        </p:nvSpPr>
        <p:spPr>
          <a:xfrm>
            <a:off x="7810500" y="352425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有限等级</a:t>
            </a:r>
            <a:endParaRPr sz="23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" name="text-17"/>
          <p:cNvSpPr>
            <a:spLocks noGrp="1"/>
          </p:cNvSpPr>
          <p:nvPr/>
        </p:nvSpPr>
        <p:spPr>
          <a:xfrm>
            <a:off x="952500" y="57626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00、01、10、11：离散码字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图像怎样从模拟量变成数字量？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2667000"/>
            <a:ext cx="3238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自然界的光</a:t>
            </a:r>
            <a:endParaRPr sz="31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382000" y="2667000"/>
            <a:ext cx="2857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数字图像</a:t>
            </a:r>
            <a:endParaRPr sz="31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3714750" y="3857625"/>
            <a:ext cx="666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中间经历了哪三步？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图像怎样从模拟量变成数字量？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2667000"/>
            <a:ext cx="3238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自然界的光</a:t>
            </a:r>
            <a:endParaRPr sz="31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382000" y="2667000"/>
            <a:ext cx="2857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数字图像</a:t>
            </a:r>
            <a:endParaRPr sz="31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3714750" y="3857625"/>
            <a:ext cx="666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中间经历了哪三步？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3762375" y="2667000"/>
            <a:ext cx="4476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采样 → 量化 → 编码</a:t>
            </a:r>
            <a:endParaRPr sz="27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3952875" y="5143500"/>
            <a:ext cx="533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信息数字化</a:t>
            </a:r>
            <a:endParaRPr sz="36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From Continuous Signals to Digital Dat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3" name="text-2"/>
          <p:cNvSpPr>
            <a:spLocks noGrp="1"/>
          </p:cNvSpPr>
          <p:nvPr/>
        </p:nvSpPr>
        <p:spPr>
          <a:xfrm>
            <a:off x="984250" y="-27305"/>
            <a:ext cx="1245235" cy="7042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总结</a:t>
            </a:r>
            <a:r>
              <a:rPr lang="en-US" altLang="zh-CN"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endParaRPr lang="en-US" altLang="zh-CN" sz="3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actice Exercises Educational Infograph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想一想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只允许32 B，该怎样选择参数？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57162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需表示4种颜色；固定长度编码；最多32 B。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857250" y="2428875"/>
          <a:ext cx="10477500" cy="3048000"/>
        </p:xfrm>
        <a:graphic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方案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横向×纵向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每像素位数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是否满足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A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B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16×8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C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D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8×8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/>
          <p:cNvSpPr>
            <a:spLocks noGrp="1"/>
          </p:cNvSpPr>
          <p:nvPr/>
        </p:nvSpPr>
        <p:spPr>
          <a:xfrm>
            <a:off x="857250" y="58102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只计未压缩像素码字。写出理由。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>
                <a:sym typeface="+mn-ea"/>
              </a:rPr>
              <a:t>想一想</a:t>
            </a:r>
            <a:r>
              <a:rPr lang="en-US" altLang="zh-CN">
                <a:sym typeface="+mn-ea"/>
              </a:rPr>
              <a:t>：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只允许32 B，该怎样选择参数？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57162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需表示4种颜色；固定长度编码；最多32 B。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857250" y="2428875"/>
          <a:ext cx="10477500" cy="3048000"/>
        </p:xfrm>
        <a:graphic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方案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横向×纵向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每像素位数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是否满足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A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64 B，超出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B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16×8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32 B，满足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C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仅2色，不足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D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8×8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 B，满足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/>
          <p:cNvSpPr>
            <a:spLocks noGrp="1"/>
          </p:cNvSpPr>
          <p:nvPr/>
        </p:nvSpPr>
        <p:spPr>
          <a:xfrm>
            <a:off x="857250" y="58102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只计未压缩像素码字。写出理由。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思考题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新图像能满足 50 B 预算吗？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exit-givens"/>
          <p:cNvSpPr>
            <a:spLocks noGrp="1"/>
          </p:cNvSpPr>
          <p:nvPr/>
        </p:nvSpPr>
        <p:spPr>
          <a:xfrm>
            <a:off x="857250" y="1714500"/>
            <a:ext cx="10477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12×10 个像素，要区分 5 种颜色。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采用最短固定长度码，只计未压缩像素码字。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exit-task"/>
          <p:cNvSpPr>
            <a:spLocks noGrp="1"/>
          </p:cNvSpPr>
          <p:nvPr/>
        </p:nvSpPr>
        <p:spPr>
          <a:xfrm>
            <a:off x="857250" y="3000375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求每像素位数和数据量，判断是否不超过 50 B。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这个结果就是完整 PNG 文件大小吗？写一句理由。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>
                <a:sym typeface="+mn-ea"/>
              </a:rPr>
              <a:t>思考题</a:t>
            </a:r>
            <a:r>
              <a:rPr lang="en-US" altLang="zh-CN">
                <a:sym typeface="+mn-ea"/>
              </a:rPr>
              <a:t>：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新图像能满足 50 B 预算吗？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exit-givens"/>
          <p:cNvSpPr>
            <a:spLocks noGrp="1"/>
          </p:cNvSpPr>
          <p:nvPr/>
        </p:nvSpPr>
        <p:spPr>
          <a:xfrm>
            <a:off x="857250" y="1714500"/>
            <a:ext cx="10477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12×10 个像素，要区分 5 种颜色。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采用最短固定长度码，只计未压缩像素码字。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exit-task"/>
          <p:cNvSpPr>
            <a:spLocks noGrp="1"/>
          </p:cNvSpPr>
          <p:nvPr/>
        </p:nvSpPr>
        <p:spPr>
          <a:xfrm>
            <a:off x="857250" y="3000375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求每像素位数和数据量，判断是否不超过 50 B。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这个结果就是完整 PNG 文件大小吗？写一句理由。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exit-calculation"/>
          <p:cNvSpPr>
            <a:spLocks noGrp="1"/>
          </p:cNvSpPr>
          <p:nvPr/>
        </p:nvSpPr>
        <p:spPr>
          <a:xfrm>
            <a:off x="857250" y="4238625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2² &lt; 5 ≤ 2³，所以最少 3 bit。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12 × 10 × 3 ÷ 8 = 45 B，满足预算。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>
                <a:sym typeface="+mn-ea"/>
              </a:rPr>
              <a:t>思考题</a:t>
            </a:r>
            <a:r>
              <a:rPr lang="en-US" altLang="zh-CN">
                <a:sym typeface="+mn-ea"/>
              </a:rPr>
              <a:t>：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新图像能满足 50 B 预算吗？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exit-givens"/>
          <p:cNvSpPr>
            <a:spLocks noGrp="1"/>
          </p:cNvSpPr>
          <p:nvPr/>
        </p:nvSpPr>
        <p:spPr>
          <a:xfrm>
            <a:off x="857250" y="1714500"/>
            <a:ext cx="10477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12×10 个像素，要区分 5 种颜色。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采用最短固定长度码，只计未压缩像素码字。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exit-task"/>
          <p:cNvSpPr>
            <a:spLocks noGrp="1"/>
          </p:cNvSpPr>
          <p:nvPr/>
        </p:nvSpPr>
        <p:spPr>
          <a:xfrm>
            <a:off x="857250" y="3000375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求每像素位数和数据量，判断是否不超过 50 B。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这个结果就是完整 PNG 文件大小吗？写一句理由。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exit-calculation"/>
          <p:cNvSpPr>
            <a:spLocks noGrp="1"/>
          </p:cNvSpPr>
          <p:nvPr/>
        </p:nvSpPr>
        <p:spPr>
          <a:xfrm>
            <a:off x="857250" y="4238625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2² &lt; 5 ≤ 2³，所以最少 3 bit。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12 × 10 × 3 ÷ 8 = 45 B，满足预算。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exit-boundary"/>
          <p:cNvSpPr>
            <a:spLocks noGrp="1"/>
          </p:cNvSpPr>
          <p:nvPr/>
        </p:nvSpPr>
        <p:spPr>
          <a:xfrm>
            <a:off x="857250" y="5381625"/>
            <a:ext cx="10477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45 B 只计理想像素码字。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完整 PNG 文件还涉及格式结构和压缩。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课后练习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2000250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1. 6种颜色，固定长度码每像素至少几bit？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57250" y="31432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2. 800×600、24位RGB，未压缩像素数据量是多少B？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857250" y="4429125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3. 把图像宽、高都放大2倍，就得到了新细节吗？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857250" y="58102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说明理由；计算时写出单位。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0941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appendix</a:t>
            </a:r>
            <a:endParaRPr lang="en-US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从连续世界到数字世界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0&quot;:[50063561]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5926</Words>
  <Application>WPS Presentation</Application>
  <PresentationFormat>Converted Presentation</PresentationFormat>
  <Paragraphs>1602</Paragraphs>
  <Slides>85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85</vt:i4>
      </vt:variant>
    </vt:vector>
  </HeadingPairs>
  <TitlesOfParts>
    <vt:vector size="100" baseType="lpstr">
      <vt:lpstr>Arial</vt:lpstr>
      <vt:lpstr>SimSun</vt:lpstr>
      <vt:lpstr>Wingdings</vt:lpstr>
      <vt:lpstr>Alibaba PuHuiTi 3.0 115 Black</vt:lpstr>
      <vt:lpstr>Alibaba PuHuiTi 3.0 55 Regular</vt:lpstr>
      <vt:lpstr>Alibaba PuHuiTi 3.0 85 Bold</vt:lpstr>
      <vt:lpstr>Microsoft YaHei</vt:lpstr>
      <vt:lpstr>方正雅意黑 GB18030L2</vt:lpstr>
      <vt:lpstr>Arial Unicode MS</vt:lpstr>
      <vt:lpstr>Aptos</vt:lpstr>
      <vt:lpstr>Helvetica Neue</vt:lpstr>
      <vt:lpstr>Calibri</vt:lpstr>
      <vt:lpstr>汉仪书宋二KW</vt:lpstr>
      <vt:lpstr>SimSun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Peter Ran</cp:lastModifiedBy>
  <cp:revision>20</cp:revision>
  <dcterms:created xsi:type="dcterms:W3CDTF">2026-10-11T08:13:39Z</dcterms:created>
  <dcterms:modified xsi:type="dcterms:W3CDTF">2026-10-11T08:13:39Z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ED117C26958A85221237CB6A2759FDE4_43</vt:lpwstr>
  </property>
  <property fmtid="{D5CDD505-2E9C-101B-9397-08002B2CF9AE}" pid="3" name="KSOProductBuildVer">
    <vt:lpwstr>1033-12.1.28492.28492</vt:lpwstr>
  </property>
</Properties>
</file>