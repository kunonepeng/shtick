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892d4a41141ed" /><Relationship Type="http://schemas.openxmlformats.org/officeDocument/2006/relationships/extended-properties" Target="/docProps/app.xml" Id="Rf156fa53fdc84497" /><Relationship Type="http://schemas.openxmlformats.org/officeDocument/2006/relationships/officeDocument" Target="/ppt/presentation.xml" Id="Ra71853bb7f714daa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e79b4ab645447db"/>
  </p:sldMasterIdLst>
  <p:notesMasterIdLst>
    <p:notesMasterId r:id="R4dbb98af59194d66"/>
  </p:notesMasterIdLst>
  <p:sldIdLst>
    <p:sldId id="256" r:id="R5c740bed9b494d51"/>
    <p:sldId id="257" r:id="Rf61341adbc47418f"/>
    <p:sldId id="258" r:id="R91ac44b027394177"/>
    <p:sldId id="259" r:id="R7e564df797c6475d"/>
    <p:sldId id="260" r:id="R7fe9a589fe9e4afb"/>
    <p:sldId id="261" r:id="R113dad2f961b4f07"/>
    <p:sldId id="262" r:id="R7c36172c58b14219"/>
    <p:sldId id="263" r:id="R0173e814476849c4"/>
    <p:sldId id="264" r:id="R2b668d0a78244bd5"/>
    <p:sldId id="265" r:id="R02cb5c09708b4b1c"/>
    <p:sldId id="266" r:id="R1e2fe46f97f7455c"/>
    <p:sldId id="267" r:id="R16765b44bd1a40f6"/>
    <p:sldId id="268" r:id="Re92de459493b46dc"/>
    <p:sldId id="269" r:id="R8ca034264f794a41"/>
    <p:sldId id="320" r:id="rIdPandaV464"/>
    <p:sldId id="321" r:id="rIdPandaV465"/>
    <p:sldId id="322" r:id="rIdPandaV466"/>
    <p:sldId id="323" r:id="rIdPandaV467"/>
    <p:sldId id="270" r:id="Rb20a2c31c52a4508"/>
    <p:sldId id="271" r:id="R276ea35d47114681"/>
    <p:sldId id="272" r:id="Ref2916dc59724656"/>
    <p:sldId id="273" r:id="Ra1c7a891f50a4d31"/>
    <p:sldId id="274" r:id="Raa6ad84b0f934fd4"/>
    <p:sldId id="275" r:id="Ra28025c0911d43ff"/>
    <p:sldId id="276" r:id="Rddc9c93f8df24bfa"/>
    <p:sldId id="277" r:id="Rcf46b52cdc6d47fe"/>
    <p:sldId id="278" r:id="R81dde0905f194ad3"/>
    <p:sldId id="279" r:id="R0fd887f669504be2"/>
    <p:sldId id="280" r:id="Rb82c41e50c9c427b"/>
    <p:sldId id="281" r:id="R3ea2bde16456411e"/>
    <p:sldId id="282" r:id="R1ed20f5ab3104c07"/>
    <p:sldId id="283" r:id="R005d9936da6d4988"/>
    <p:sldId id="284" r:id="R202361bb153348ba"/>
    <p:sldId id="285" r:id="R57e20fc705ea4a95"/>
    <p:sldId id="286" r:id="R02c85b048d264be7"/>
    <p:sldId id="287" r:id="R359598ec14594f30"/>
    <p:sldId id="288" r:id="Rc39beac6f6dc430e"/>
    <p:sldId id="324" r:id="rIdPandaV468"/>
    <p:sldId id="325" r:id="rIdPandaV469"/>
    <p:sldId id="289" r:id="Rbe13d0d8d2614bea"/>
    <p:sldId id="290" r:id="Rf672e0ef3cbf4480"/>
    <p:sldId id="291" r:id="Rab3dd03112e24d39"/>
    <p:sldId id="292" r:id="R3c3def79a6ce4404"/>
    <p:sldId id="293" r:id="R31252bddc5d146a0"/>
    <p:sldId id="294" r:id="R17e6c31a9a304ecc"/>
    <p:sldId id="295" r:id="Rcb29d855fd2d466b"/>
    <p:sldId id="296" r:id="Rac8fd2aa91bd4fed"/>
    <p:sldId id="297" r:id="R0f8cfad91e524494"/>
    <p:sldId id="298" r:id="R2b4028c5e58c4d0d"/>
    <p:sldId id="299" r:id="R4818851232bc4eb9"/>
    <p:sldId id="300" r:id="Rf937feec76b9442e"/>
    <p:sldId id="301" r:id="Rc9bddf9be0654213"/>
    <p:sldId id="302" r:id="Rc1e16bb8cda54da5"/>
    <p:sldId id="303" r:id="Re14f84965edb4a96"/>
    <p:sldId id="304" r:id="R1a3688cb7acf4c03"/>
    <p:sldId id="305" r:id="R896e2258482145d4"/>
    <p:sldId id="306" r:id="R5ba069a7ea3544f0"/>
    <p:sldId id="307" r:id="Rbdd2da0ca189436a"/>
    <p:sldId id="326" r:id="rIdPandaV470"/>
    <p:sldId id="327" r:id="rIdPandaV471"/>
    <p:sldId id="328" r:id="rIdPandaV472"/>
    <p:sldId id="308" r:id="R5d22ba4b37aa4689"/>
    <p:sldId id="309" r:id="R1082f802795c4a74"/>
    <p:sldId id="310" r:id="R8b74c78d37774aca"/>
    <p:sldId id="311" r:id="Rdd5f44187e6d45ea"/>
    <p:sldId id="312" r:id="Ra414e2da80304a77"/>
    <p:sldId id="313" r:id="R4e2fc0f5afbf4fb1"/>
    <p:sldId id="314" r:id="Rbc60a9de05814cbc"/>
    <p:sldId id="315" r:id="R16a237c9a75c4492"/>
    <p:sldId id="316" r:id="R8fef9e0303be41d1"/>
    <p:sldId id="317" r:id="R1e4367cca72f4563"/>
    <p:sldId id="329" r:id="rIdPandaV473"/>
    <p:sldId id="330" r:id="rIdPandaV474"/>
    <p:sldId id="331" r:id="rIdPandaV475"/>
    <p:sldId id="332" r:id="rIdPandaV476"/>
    <p:sldId id="333" r:id="rIdPandaV477"/>
    <p:sldId id="318" r:id="Re068e38476eb48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9859f1cdc6d54f7e" /><Relationship Type="http://schemas.openxmlformats.org/officeDocument/2006/relationships/slideMaster" Target="/ppt/slideMasters/slideMaster1.xml" Id="R9e79b4ab645447db" /><Relationship Type="http://schemas.openxmlformats.org/officeDocument/2006/relationships/notesMaster" Target="/ppt/notesMasters/notesMaster1.xml" Id="R4dbb98af59194d66" /><Relationship Type="http://schemas.openxmlformats.org/officeDocument/2006/relationships/presProps" Target="/ppt/presProps.xml" Id="R15fd121c8bbc4165" /><Relationship Type="http://schemas.openxmlformats.org/officeDocument/2006/relationships/tableStyles" Target="/ppt/tableStyles.xml" Id="R064de6b25b81446f" /><Relationship Type="http://schemas.openxmlformats.org/officeDocument/2006/relationships/slide" Target="/ppt/slides/slide1.xml" Id="R5c740bed9b494d51" /><Relationship Type="http://schemas.openxmlformats.org/officeDocument/2006/relationships/slide" Target="/ppt/slides/slide2.xml" Id="Rf61341adbc47418f" /><Relationship Type="http://schemas.openxmlformats.org/officeDocument/2006/relationships/slide" Target="/ppt/slides/slide3.xml" Id="R91ac44b027394177" /><Relationship Type="http://schemas.openxmlformats.org/officeDocument/2006/relationships/slide" Target="/ppt/slides/slide4.xml" Id="R7e564df797c6475d" /><Relationship Type="http://schemas.openxmlformats.org/officeDocument/2006/relationships/slide" Target="/ppt/slides/slide5.xml" Id="R7fe9a589fe9e4afb" /><Relationship Type="http://schemas.openxmlformats.org/officeDocument/2006/relationships/slide" Target="/ppt/slides/slide6.xml" Id="R113dad2f961b4f07" /><Relationship Type="http://schemas.openxmlformats.org/officeDocument/2006/relationships/slide" Target="/ppt/slides/slide7.xml" Id="R7c36172c58b14219" /><Relationship Type="http://schemas.openxmlformats.org/officeDocument/2006/relationships/slide" Target="/ppt/slides/slide8.xml" Id="R0173e814476849c4" /><Relationship Type="http://schemas.openxmlformats.org/officeDocument/2006/relationships/slide" Target="/ppt/slides/slide9.xml" Id="R2b668d0a78244bd5" /><Relationship Type="http://schemas.openxmlformats.org/officeDocument/2006/relationships/slide" Target="/ppt/slides/slide10.xml" Id="R02cb5c09708b4b1c" /><Relationship Type="http://schemas.openxmlformats.org/officeDocument/2006/relationships/slide" Target="/ppt/slides/slide11.xml" Id="R1e2fe46f97f7455c" /><Relationship Type="http://schemas.openxmlformats.org/officeDocument/2006/relationships/slide" Target="/ppt/slides/slide12.xml" Id="R16765b44bd1a40f6" /><Relationship Type="http://schemas.openxmlformats.org/officeDocument/2006/relationships/slide" Target="/ppt/slides/slide13.xml" Id="Re92de459493b46dc" /><Relationship Type="http://schemas.openxmlformats.org/officeDocument/2006/relationships/slide" Target="/ppt/slides/slide14.xml" Id="R8ca034264f794a41" /><Relationship Type="http://schemas.openxmlformats.org/officeDocument/2006/relationships/slide" Target="/ppt/slides/slide15.xml" Id="Rb20a2c31c52a4508" /><Relationship Type="http://schemas.openxmlformats.org/officeDocument/2006/relationships/slide" Target="/ppt/slides/slide16.xml" Id="R276ea35d47114681" /><Relationship Type="http://schemas.openxmlformats.org/officeDocument/2006/relationships/slide" Target="/ppt/slides/slide17.xml" Id="Ref2916dc59724656" /><Relationship Type="http://schemas.openxmlformats.org/officeDocument/2006/relationships/slide" Target="/ppt/slides/slide18.xml" Id="Ra1c7a891f50a4d31" /><Relationship Type="http://schemas.openxmlformats.org/officeDocument/2006/relationships/slide" Target="/ppt/slides/slide19.xml" Id="Raa6ad84b0f934fd4" /><Relationship Type="http://schemas.openxmlformats.org/officeDocument/2006/relationships/slide" Target="/ppt/slides/slide20.xml" Id="Ra28025c0911d43ff" /><Relationship Type="http://schemas.openxmlformats.org/officeDocument/2006/relationships/slide" Target="/ppt/slides/slide21.xml" Id="Rddc9c93f8df24bfa" /><Relationship Type="http://schemas.openxmlformats.org/officeDocument/2006/relationships/slide" Target="/ppt/slides/slide22.xml" Id="Rcf46b52cdc6d47fe" /><Relationship Type="http://schemas.openxmlformats.org/officeDocument/2006/relationships/slide" Target="/ppt/slides/slide23.xml" Id="R81dde0905f194ad3" /><Relationship Type="http://schemas.openxmlformats.org/officeDocument/2006/relationships/slide" Target="/ppt/slides/slide24.xml" Id="R0fd887f669504be2" /><Relationship Type="http://schemas.openxmlformats.org/officeDocument/2006/relationships/slide" Target="/ppt/slides/slide25.xml" Id="Rb82c41e50c9c427b" /><Relationship Type="http://schemas.openxmlformats.org/officeDocument/2006/relationships/slide" Target="/ppt/slides/slide26.xml" Id="R3ea2bde16456411e" /><Relationship Type="http://schemas.openxmlformats.org/officeDocument/2006/relationships/slide" Target="/ppt/slides/slide27.xml" Id="R1ed20f5ab3104c07" /><Relationship Type="http://schemas.openxmlformats.org/officeDocument/2006/relationships/slide" Target="/ppt/slides/slide28.xml" Id="R005d9936da6d4988" /><Relationship Type="http://schemas.openxmlformats.org/officeDocument/2006/relationships/slide" Target="/ppt/slides/slide29.xml" Id="R202361bb153348ba" /><Relationship Type="http://schemas.openxmlformats.org/officeDocument/2006/relationships/slide" Target="/ppt/slides/slide30.xml" Id="R57e20fc705ea4a95" /><Relationship Type="http://schemas.openxmlformats.org/officeDocument/2006/relationships/slide" Target="/ppt/slides/slide31.xml" Id="R02c85b048d264be7" /><Relationship Type="http://schemas.openxmlformats.org/officeDocument/2006/relationships/slide" Target="/ppt/slides/slide32.xml" Id="R359598ec14594f30" /><Relationship Type="http://schemas.openxmlformats.org/officeDocument/2006/relationships/slide" Target="/ppt/slides/slide33.xml" Id="Rc39beac6f6dc430e" /><Relationship Type="http://schemas.openxmlformats.org/officeDocument/2006/relationships/slide" Target="/ppt/slides/slide34.xml" Id="Rbe13d0d8d2614bea" /><Relationship Type="http://schemas.openxmlformats.org/officeDocument/2006/relationships/slide" Target="/ppt/slides/slide35.xml" Id="Rf672e0ef3cbf4480" /><Relationship Type="http://schemas.openxmlformats.org/officeDocument/2006/relationships/slide" Target="/ppt/slides/slide36.xml" Id="Rab3dd03112e24d39" /><Relationship Type="http://schemas.openxmlformats.org/officeDocument/2006/relationships/slide" Target="/ppt/slides/slide37.xml" Id="R3c3def79a6ce4404" /><Relationship Type="http://schemas.openxmlformats.org/officeDocument/2006/relationships/slide" Target="/ppt/slides/slide38.xml" Id="R31252bddc5d146a0" /><Relationship Type="http://schemas.openxmlformats.org/officeDocument/2006/relationships/slide" Target="/ppt/slides/slide39.xml" Id="R17e6c31a9a304ecc" /><Relationship Type="http://schemas.openxmlformats.org/officeDocument/2006/relationships/slide" Target="/ppt/slides/slide40.xml" Id="Rcb29d855fd2d466b" /><Relationship Type="http://schemas.openxmlformats.org/officeDocument/2006/relationships/slide" Target="/ppt/slides/slide41.xml" Id="Rac8fd2aa91bd4fed" /><Relationship Type="http://schemas.openxmlformats.org/officeDocument/2006/relationships/slide" Target="/ppt/slides/slide42.xml" Id="R0f8cfad91e524494" /><Relationship Type="http://schemas.openxmlformats.org/officeDocument/2006/relationships/slide" Target="/ppt/slides/slide43.xml" Id="R2b4028c5e58c4d0d" /><Relationship Type="http://schemas.openxmlformats.org/officeDocument/2006/relationships/slide" Target="/ppt/slides/slide44.xml" Id="R4818851232bc4eb9" /><Relationship Type="http://schemas.openxmlformats.org/officeDocument/2006/relationships/slide" Target="/ppt/slides/slide45.xml" Id="Rf937feec76b9442e" /><Relationship Type="http://schemas.openxmlformats.org/officeDocument/2006/relationships/slide" Target="/ppt/slides/slide46.xml" Id="Rc9bddf9be0654213" /><Relationship Type="http://schemas.openxmlformats.org/officeDocument/2006/relationships/slide" Target="/ppt/slides/slide47.xml" Id="Rc1e16bb8cda54da5" /><Relationship Type="http://schemas.openxmlformats.org/officeDocument/2006/relationships/slide" Target="/ppt/slides/slide48.xml" Id="Re14f84965edb4a96" /><Relationship Type="http://schemas.openxmlformats.org/officeDocument/2006/relationships/slide" Target="/ppt/slides/slide49.xml" Id="R1a3688cb7acf4c03" /><Relationship Type="http://schemas.openxmlformats.org/officeDocument/2006/relationships/slide" Target="/ppt/slides/slide50.xml" Id="R896e2258482145d4" /><Relationship Type="http://schemas.openxmlformats.org/officeDocument/2006/relationships/slide" Target="/ppt/slides/slide51.xml" Id="R5ba069a7ea3544f0" /><Relationship Type="http://schemas.openxmlformats.org/officeDocument/2006/relationships/slide" Target="/ppt/slides/slide52.xml" Id="Rbdd2da0ca189436a" /><Relationship Type="http://schemas.openxmlformats.org/officeDocument/2006/relationships/slide" Target="/ppt/slides/slide53.xml" Id="R5d22ba4b37aa4689" /><Relationship Type="http://schemas.openxmlformats.org/officeDocument/2006/relationships/slide" Target="/ppt/slides/slide54.xml" Id="R1082f802795c4a74" /><Relationship Type="http://schemas.openxmlformats.org/officeDocument/2006/relationships/slide" Target="/ppt/slides/slide55.xml" Id="R8b74c78d37774aca" /><Relationship Type="http://schemas.openxmlformats.org/officeDocument/2006/relationships/slide" Target="/ppt/slides/slide56.xml" Id="Rdd5f44187e6d45ea" /><Relationship Type="http://schemas.openxmlformats.org/officeDocument/2006/relationships/slide" Target="/ppt/slides/slide57.xml" Id="Ra414e2da80304a77" /><Relationship Type="http://schemas.openxmlformats.org/officeDocument/2006/relationships/slide" Target="/ppt/slides/slide58.xml" Id="R4e2fc0f5afbf4fb1" /><Relationship Type="http://schemas.openxmlformats.org/officeDocument/2006/relationships/slide" Target="/ppt/slides/slide59.xml" Id="Rbc60a9de05814cbc" /><Relationship Type="http://schemas.openxmlformats.org/officeDocument/2006/relationships/slide" Target="/ppt/slides/slide60.xml" Id="R16a237c9a75c4492" /><Relationship Type="http://schemas.openxmlformats.org/officeDocument/2006/relationships/slide" Target="/ppt/slides/slide61.xml" Id="R8fef9e0303be41d1" /><Relationship Type="http://schemas.openxmlformats.org/officeDocument/2006/relationships/slide" Target="/ppt/slides/slide62.xml" Id="R1e4367cca72f4563" /><Relationship Type="http://schemas.openxmlformats.org/officeDocument/2006/relationships/slide" Target="/ppt/slides/slide63.xml" Id="Re068e38476eb4887" /><Relationship Id="rIdPandaV464" Type="http://schemas.openxmlformats.org/officeDocument/2006/relationships/slide" Target="slides/slide64.xml" /><Relationship Id="rIdPandaV465" Type="http://schemas.openxmlformats.org/officeDocument/2006/relationships/slide" Target="slides/slide65.xml" /><Relationship Id="rIdPandaV466" Type="http://schemas.openxmlformats.org/officeDocument/2006/relationships/slide" Target="slides/slide66.xml" /><Relationship Id="rIdPandaV467" Type="http://schemas.openxmlformats.org/officeDocument/2006/relationships/slide" Target="slides/slide67.xml" /><Relationship Id="rIdPandaV468" Type="http://schemas.openxmlformats.org/officeDocument/2006/relationships/slide" Target="slides/slide68.xml" /><Relationship Id="rIdPandaV469" Type="http://schemas.openxmlformats.org/officeDocument/2006/relationships/slide" Target="slides/slide69.xml" /><Relationship Id="rIdPandaV470" Type="http://schemas.openxmlformats.org/officeDocument/2006/relationships/slide" Target="slides/slide70.xml" /><Relationship Id="rIdPandaV471" Type="http://schemas.openxmlformats.org/officeDocument/2006/relationships/slide" Target="slides/slide71.xml" /><Relationship Id="rIdPandaV472" Type="http://schemas.openxmlformats.org/officeDocument/2006/relationships/slide" Target="slides/slide72.xml" /><Relationship Id="rIdPandaV473" Type="http://schemas.openxmlformats.org/officeDocument/2006/relationships/slide" Target="slides/slide73.xml" /><Relationship Id="rIdPandaV474" Type="http://schemas.openxmlformats.org/officeDocument/2006/relationships/slide" Target="slides/slide74.xml" /><Relationship Id="rIdPandaV475" Type="http://schemas.openxmlformats.org/officeDocument/2006/relationships/slide" Target="slides/slide75.xml" /><Relationship Id="rIdPandaV476" Type="http://schemas.openxmlformats.org/officeDocument/2006/relationships/slide" Target="slides/slide76.xml" /><Relationship Id="rIdPandaV477" Type="http://schemas.openxmlformats.org/officeDocument/2006/relationships/slide" Target="slides/slide77.xml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f58b9a818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50ca172334135" /><Relationship Type="http://schemas.openxmlformats.org/officeDocument/2006/relationships/notesMaster" Target="/ppt/notesMasters/notesMaster1.xml" Id="R358d6820079444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e644f273a4ca5" /><Relationship Type="http://schemas.openxmlformats.org/officeDocument/2006/relationships/notesMaster" Target="/ppt/notesMasters/notesMaster1.xml" Id="Rdf9898baf7e4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022df55b0e454a" /><Relationship Type="http://schemas.openxmlformats.org/officeDocument/2006/relationships/notesMaster" Target="/ppt/notesMasters/notesMaster1.xml" Id="R9589e1102133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83ac341fed40e0" /><Relationship Type="http://schemas.openxmlformats.org/officeDocument/2006/relationships/notesMaster" Target="/ppt/notesMasters/notesMaster1.xml" Id="Rfebe3a38686f4c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4f268e2ff49a0" /><Relationship Type="http://schemas.openxmlformats.org/officeDocument/2006/relationships/notesMaster" Target="/ppt/notesMasters/notesMaster1.xml" Id="R86654b7eb6c1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73fb7f8dc448f2" /><Relationship Type="http://schemas.openxmlformats.org/officeDocument/2006/relationships/notesMaster" Target="/ppt/notesMasters/notesMaster1.xml" Id="R986782ae12af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055e809894247" /><Relationship Type="http://schemas.openxmlformats.org/officeDocument/2006/relationships/notesMaster" Target="/ppt/notesMasters/notesMaster1.xml" Id="Rfd73889d59f5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80aaf2173446c" /><Relationship Type="http://schemas.openxmlformats.org/officeDocument/2006/relationships/notesMaster" Target="/ppt/notesMasters/notesMaster1.xml" Id="R134c44969ce5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35b09383f4fcc" /><Relationship Type="http://schemas.openxmlformats.org/officeDocument/2006/relationships/notesMaster" Target="/ppt/notesMasters/notesMaster1.xml" Id="Ra3b38c6764c24a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6b9d100bf848fb" /><Relationship Type="http://schemas.openxmlformats.org/officeDocument/2006/relationships/notesMaster" Target="/ppt/notesMasters/notesMaster1.xml" Id="Rc5aa6a91a5a241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3aa24fcea744a9" /><Relationship Type="http://schemas.openxmlformats.org/officeDocument/2006/relationships/notesMaster" Target="/ppt/notesMasters/notesMaster1.xml" Id="Rdfc39fd188a343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4d34f27dc14129" /><Relationship Type="http://schemas.openxmlformats.org/officeDocument/2006/relationships/notesMaster" Target="/ppt/notesMasters/notesMaster1.xml" Id="R330b6bd2baae4d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5ee91f76ae4a78" /><Relationship Type="http://schemas.openxmlformats.org/officeDocument/2006/relationships/notesMaster" Target="/ppt/notesMasters/notesMaster1.xml" Id="R409656af6595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a778b0b93049b6" /><Relationship Type="http://schemas.openxmlformats.org/officeDocument/2006/relationships/notesMaster" Target="/ppt/notesMasters/notesMaster1.xml" Id="Re5d8f4d7f8b348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922fa2304644a1" /><Relationship Type="http://schemas.openxmlformats.org/officeDocument/2006/relationships/notesMaster" Target="/ppt/notesMasters/notesMaster1.xml" Id="R7fb55e72f39943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ddaeeb21894310" /><Relationship Type="http://schemas.openxmlformats.org/officeDocument/2006/relationships/notesMaster" Target="/ppt/notesMasters/notesMaster1.xml" Id="R74d70c93290b46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43884ba99e47a0" /><Relationship Type="http://schemas.openxmlformats.org/officeDocument/2006/relationships/notesMaster" Target="/ppt/notesMasters/notesMaster1.xml" Id="R1d122c306f8e41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cc5bf46dac406a" /><Relationship Type="http://schemas.openxmlformats.org/officeDocument/2006/relationships/notesMaster" Target="/ppt/notesMasters/notesMaster1.xml" Id="Rd52b6d33ffab49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2c4183ef7e456a" /><Relationship Type="http://schemas.openxmlformats.org/officeDocument/2006/relationships/notesMaster" Target="/ppt/notesMasters/notesMaster1.xml" Id="R3f6fa456a8f246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8a872648424d8d" /><Relationship Type="http://schemas.openxmlformats.org/officeDocument/2006/relationships/notesMaster" Target="/ppt/notesMasters/notesMaster1.xml" Id="Rf3d4e2dcbaf74f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b5e66d52214cde" /><Relationship Type="http://schemas.openxmlformats.org/officeDocument/2006/relationships/notesMaster" Target="/ppt/notesMasters/notesMaster1.xml" Id="Rdee3326ec2d74c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1472f12f234d29" /><Relationship Type="http://schemas.openxmlformats.org/officeDocument/2006/relationships/notesMaster" Target="/ppt/notesMasters/notesMaster1.xml" Id="Rba8579e13eac4f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e9f2055bc84b7f" /><Relationship Type="http://schemas.openxmlformats.org/officeDocument/2006/relationships/notesMaster" Target="/ppt/notesMasters/notesMaster1.xml" Id="R7aa5ec308bae4a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e09bdc917a44dd" /><Relationship Type="http://schemas.openxmlformats.org/officeDocument/2006/relationships/notesMaster" Target="/ppt/notesMasters/notesMaster1.xml" Id="R6418ed58e3a645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b0b3fb17914be3" /><Relationship Type="http://schemas.openxmlformats.org/officeDocument/2006/relationships/notesMaster" Target="/ppt/notesMasters/notesMaster1.xml" Id="R185b02dc82a348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2bee118f9143ba" /><Relationship Type="http://schemas.openxmlformats.org/officeDocument/2006/relationships/notesMaster" Target="/ppt/notesMasters/notesMaster1.xml" Id="R01997c7620ac4d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66a82e733e4afa" /><Relationship Type="http://schemas.openxmlformats.org/officeDocument/2006/relationships/notesMaster" Target="/ppt/notesMasters/notesMaster1.xml" Id="Rd82bb6776e3c47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1d855920b74ea2" /><Relationship Type="http://schemas.openxmlformats.org/officeDocument/2006/relationships/notesMaster" Target="/ppt/notesMasters/notesMaster1.xml" Id="R314396c6539a42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1d9edafeae4063" /><Relationship Type="http://schemas.openxmlformats.org/officeDocument/2006/relationships/notesMaster" Target="/ppt/notesMasters/notesMaster1.xml" Id="R27c2ed12b1d74fa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18bebe8281450f" /><Relationship Type="http://schemas.openxmlformats.org/officeDocument/2006/relationships/notesMaster" Target="/ppt/notesMasters/notesMaster1.xml" Id="R52eae33bcb6e49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01037f626c44885" /><Relationship Type="http://schemas.openxmlformats.org/officeDocument/2006/relationships/notesMaster" Target="/ppt/notesMasters/notesMaster1.xml" Id="Rab1639563e9c4a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31fe1bfb2a4b19" /><Relationship Type="http://schemas.openxmlformats.org/officeDocument/2006/relationships/notesMaster" Target="/ppt/notesMasters/notesMaster1.xml" Id="R3c8bba7ea46749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bb42e645b44b90" /><Relationship Type="http://schemas.openxmlformats.org/officeDocument/2006/relationships/notesMaster" Target="/ppt/notesMasters/notesMaster1.xml" Id="Rb080bf7bcd5c4b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5212678107a4fb3" /><Relationship Type="http://schemas.openxmlformats.org/officeDocument/2006/relationships/notesMaster" Target="/ppt/notesMasters/notesMaster1.xml" Id="R9896dd3ba44544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cb3eed181a74878" /><Relationship Type="http://schemas.openxmlformats.org/officeDocument/2006/relationships/notesMaster" Target="/ppt/notesMasters/notesMaster1.xml" Id="R5ff2b210843947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2c6a6ba798c4630" /><Relationship Type="http://schemas.openxmlformats.org/officeDocument/2006/relationships/notesMaster" Target="/ppt/notesMasters/notesMaster1.xml" Id="R0002e1d620cb45f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e470080b6b4215" /><Relationship Type="http://schemas.openxmlformats.org/officeDocument/2006/relationships/notesMaster" Target="/ppt/notesMasters/notesMaster1.xml" Id="Rd440ab77591f4c6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55d65a5cc84721" /><Relationship Type="http://schemas.openxmlformats.org/officeDocument/2006/relationships/notesMaster" Target="/ppt/notesMasters/notesMaster1.xml" Id="Rc68f99b88ff64c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dcf043634f24d8b" /><Relationship Type="http://schemas.openxmlformats.org/officeDocument/2006/relationships/notesMaster" Target="/ppt/notesMasters/notesMaster1.xml" Id="R831c83a29d8244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e3040ecacd4cf9" /><Relationship Type="http://schemas.openxmlformats.org/officeDocument/2006/relationships/notesMaster" Target="/ppt/notesMasters/notesMaster1.xml" Id="Rc9544bce4afb4f2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33efd3b90b44585" /><Relationship Type="http://schemas.openxmlformats.org/officeDocument/2006/relationships/notesMaster" Target="/ppt/notesMasters/notesMaster1.xml" Id="Rfbcc759b8b724a9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52eb8c9f38e4579" /><Relationship Type="http://schemas.openxmlformats.org/officeDocument/2006/relationships/notesMaster" Target="/ppt/notesMasters/notesMaster1.xml" Id="Re509682c554044c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a41dca72ad84f09" /><Relationship Type="http://schemas.openxmlformats.org/officeDocument/2006/relationships/notesMaster" Target="/ppt/notesMasters/notesMaster1.xml" Id="R9ebbb0b7338647f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87ddb98c08a4163" /><Relationship Type="http://schemas.openxmlformats.org/officeDocument/2006/relationships/notesMaster" Target="/ppt/notesMasters/notesMaster1.xml" Id="R5fbbfb7258b4431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21b716a18df492d" /><Relationship Type="http://schemas.openxmlformats.org/officeDocument/2006/relationships/notesMaster" Target="/ppt/notesMasters/notesMaster1.xml" Id="Rf6ce3150e39e4db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dac7875c0654178" /><Relationship Type="http://schemas.openxmlformats.org/officeDocument/2006/relationships/notesMaster" Target="/ppt/notesMasters/notesMaster1.xml" Id="Rddd247f090da44e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f5a2545a1c44dcb" /><Relationship Type="http://schemas.openxmlformats.org/officeDocument/2006/relationships/notesMaster" Target="/ppt/notesMasters/notesMaster1.xml" Id="R2ae29bdcbcfc40e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36fb2831c9a4447" /><Relationship Type="http://schemas.openxmlformats.org/officeDocument/2006/relationships/notesMaster" Target="/ppt/notesMasters/notesMaster1.xml" Id="R26c5952dd6034b0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1e05c37bf5a453a" /><Relationship Type="http://schemas.openxmlformats.org/officeDocument/2006/relationships/notesMaster" Target="/ppt/notesMasters/notesMaster1.xml" Id="Rba12a4b555d64af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eeb19485fc04235" /><Relationship Type="http://schemas.openxmlformats.org/officeDocument/2006/relationships/notesMaster" Target="/ppt/notesMasters/notesMaster1.xml" Id="R73130db58cd347a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50714f43fa347e8" /><Relationship Type="http://schemas.openxmlformats.org/officeDocument/2006/relationships/notesMaster" Target="/ppt/notesMasters/notesMaster1.xml" Id="R3b2a0f2aca004b5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6ffa803e34a4ccc" /><Relationship Type="http://schemas.openxmlformats.org/officeDocument/2006/relationships/notesMaster" Target="/ppt/notesMasters/notesMaster1.xml" Id="Rd5d56b7706e040c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7ad224e2efb4780" /><Relationship Type="http://schemas.openxmlformats.org/officeDocument/2006/relationships/notesMaster" Target="/ppt/notesMasters/notesMaster1.xml" Id="R9afa5deb07a64a7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65f7673dd84762" /><Relationship Type="http://schemas.openxmlformats.org/officeDocument/2006/relationships/notesMaster" Target="/ppt/notesMasters/notesMaster1.xml" Id="R7bca274eee564a2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ca44dbdbd87450b" /><Relationship Type="http://schemas.openxmlformats.org/officeDocument/2006/relationships/notesMaster" Target="/ppt/notesMasters/notesMaster1.xml" Id="R88a985cc150146f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bf0a654d3d74a5d" /><Relationship Type="http://schemas.openxmlformats.org/officeDocument/2006/relationships/notesMaster" Target="/ppt/notesMasters/notesMaster1.xml" Id="R1d93d9e56d7f4fd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b7d4c0b878a49e3" /><Relationship Type="http://schemas.openxmlformats.org/officeDocument/2006/relationships/notesMaster" Target="/ppt/notesMasters/notesMaster1.xml" Id="Rc41774465123458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ed4fa2444804bd2" /><Relationship Type="http://schemas.openxmlformats.org/officeDocument/2006/relationships/notesMaster" Target="/ppt/notesMasters/notesMaster1.xml" Id="R557b95aa7b0744e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3e6517446144912" /><Relationship Type="http://schemas.openxmlformats.org/officeDocument/2006/relationships/notesMaster" Target="/ppt/notesMasters/notesMaster1.xml" Id="R85db1fc0dc5e444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bf08c5c3cf445af" /><Relationship Type="http://schemas.openxmlformats.org/officeDocument/2006/relationships/notesMaster" Target="/ppt/notesMasters/notesMaster1.xml" Id="R701aee5cd32b4b9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d35fcefbe41469f" /><Relationship Type="http://schemas.openxmlformats.org/officeDocument/2006/relationships/notesMaster" Target="/ppt/notesMasters/notesMaster1.xml" Id="Rc58195027d9e4c1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a47429be95c4737" /><Relationship Type="http://schemas.openxmlformats.org/officeDocument/2006/relationships/notesMaster" Target="/ppt/notesMasters/notesMaster1.xml" Id="Raa3bc91f8f194fc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1718ca72e7c4a48" /><Relationship Type="http://schemas.openxmlformats.org/officeDocument/2006/relationships/notesMaster" Target="/ppt/notesMasters/notesMaster1.xml" Id="R3a4aae97f9e64872" /></Relationships>
</file>

<file path=ppt/notesSlides/_rels/notesSlide64.xml.rels><?xml version='1.0' encoding='utf-8'?>
<Relationships xmlns="http://schemas.openxmlformats.org/package/2006/relationships"><Relationship Type="http://schemas.openxmlformats.org/officeDocument/2006/relationships/slide" Target="../slides/slide64.xml" Id="Rc2f409fce7ee46c1" /><Relationship Type="http://schemas.openxmlformats.org/officeDocument/2006/relationships/notesMaster" Target="../notesMasters/notesMaster1.xml" Id="Rd193ae7aa64d4d89" /></Relationships>
</file>

<file path=ppt/notesSlides/_rels/notesSlide65.xml.rels><?xml version='1.0' encoding='utf-8'?>
<Relationships xmlns="http://schemas.openxmlformats.org/package/2006/relationships"><Relationship Type="http://schemas.openxmlformats.org/officeDocument/2006/relationships/slide" Target="../slides/slide65.xml" Id="Rb29330d148d14a27" /><Relationship Type="http://schemas.openxmlformats.org/officeDocument/2006/relationships/notesMaster" Target="../notesMasters/notesMaster1.xml" Id="R574cec8897c04568" /></Relationships>
</file>

<file path=ppt/notesSlides/_rels/notesSlide66.xml.rels><?xml version='1.0' encoding='utf-8'?>
<Relationships xmlns="http://schemas.openxmlformats.org/package/2006/relationships"><Relationship Type="http://schemas.openxmlformats.org/officeDocument/2006/relationships/slide" Target="../slides/slide66.xml" Id="R33f74ce5b6594b6f" /><Relationship Type="http://schemas.openxmlformats.org/officeDocument/2006/relationships/notesMaster" Target="../notesMasters/notesMaster1.xml" Id="R54acd627f75540bc" /></Relationships>
</file>

<file path=ppt/notesSlides/_rels/notesSlide67.xml.rels><?xml version='1.0' encoding='utf-8'?>
<Relationships xmlns="http://schemas.openxmlformats.org/package/2006/relationships"><Relationship Type="http://schemas.openxmlformats.org/officeDocument/2006/relationships/slide" Target="../slides/slide67.xml" Id="Rc01b4e1294e7406a" /><Relationship Type="http://schemas.openxmlformats.org/officeDocument/2006/relationships/notesMaster" Target="../notesMasters/notesMaster1.xml" Id="R3f2fc94d26644b13" /></Relationships>
</file>

<file path=ppt/notesSlides/_rels/notesSlide68.xml.rels><?xml version='1.0' encoding='utf-8'?>
<Relationships xmlns="http://schemas.openxmlformats.org/package/2006/relationships"><Relationship Type="http://schemas.openxmlformats.org/officeDocument/2006/relationships/slide" Target="../slides/slide68.xml" Id="R9e6db7330b0f43e8" /><Relationship Type="http://schemas.openxmlformats.org/officeDocument/2006/relationships/notesMaster" Target="../notesMasters/notesMaster1.xml" Id="R3a1f9dd694ed43d6" /></Relationships>
</file>

<file path=ppt/notesSlides/_rels/notesSlide69.xml.rels><?xml version='1.0' encoding='utf-8'?>
<Relationships xmlns="http://schemas.openxmlformats.org/package/2006/relationships"><Relationship Type="http://schemas.openxmlformats.org/officeDocument/2006/relationships/slide" Target="../slides/slide69.xml" Id="R820699c289cf4c9f" /><Relationship Type="http://schemas.openxmlformats.org/officeDocument/2006/relationships/notesMaster" Target="../notesMasters/notesMaster1.xml" Id="R79db41ecd4eb4bad" /></Relationships>
</file>

<file path=ppt/notesSlides/_rels/notesSlide70.xml.rels><?xml version='1.0' encoding='utf-8'?>
<Relationships xmlns="http://schemas.openxmlformats.org/package/2006/relationships"><Relationship Type="http://schemas.openxmlformats.org/officeDocument/2006/relationships/slide" Target="../slides/slide70.xml" Id="Rc3080373c63d4fc5" /><Relationship Type="http://schemas.openxmlformats.org/officeDocument/2006/relationships/notesMaster" Target="../notesMasters/notesMaster1.xml" Id="R9cfde55359544079" /></Relationships>
</file>

<file path=ppt/notesSlides/_rels/notesSlide71.xml.rels><?xml version='1.0' encoding='utf-8'?>
<Relationships xmlns="http://schemas.openxmlformats.org/package/2006/relationships"><Relationship Type="http://schemas.openxmlformats.org/officeDocument/2006/relationships/slide" Target="../slides/slide71.xml" Id="R87f4be8e9a674fa3" /><Relationship Type="http://schemas.openxmlformats.org/officeDocument/2006/relationships/notesMaster" Target="../notesMasters/notesMaster1.xml" Id="R12095d41ff9b47c7" /></Relationships>
</file>

<file path=ppt/notesSlides/_rels/notesSlide72.xml.rels><?xml version='1.0' encoding='utf-8'?>
<Relationships xmlns="http://schemas.openxmlformats.org/package/2006/relationships"><Relationship Type="http://schemas.openxmlformats.org/officeDocument/2006/relationships/slide" Target="../slides/slide72.xml" Id="Ree6223e1dd794f16" /><Relationship Type="http://schemas.openxmlformats.org/officeDocument/2006/relationships/notesMaster" Target="../notesMasters/notesMaster1.xml" Id="R9db8b0b9f1e04243" /></Relationships>
</file>

<file path=ppt/notesSlides/_rels/notesSlide73.xml.rels><?xml version='1.0' encoding='utf-8'?>
<Relationships xmlns="http://schemas.openxmlformats.org/package/2006/relationships"><Relationship Type="http://schemas.openxmlformats.org/officeDocument/2006/relationships/slide" Target="../slides/slide73.xml" Id="R8f9915edc2494762" /><Relationship Type="http://schemas.openxmlformats.org/officeDocument/2006/relationships/notesMaster" Target="../notesMasters/notesMaster1.xml" Id="R520bf4c4d63f4b26" /></Relationships>
</file>

<file path=ppt/notesSlides/_rels/notesSlide74.xml.rels><?xml version='1.0' encoding='utf-8'?>
<Relationships xmlns="http://schemas.openxmlformats.org/package/2006/relationships"><Relationship Type="http://schemas.openxmlformats.org/officeDocument/2006/relationships/slide" Target="../slides/slide74.xml" Id="Re320a3b460e4408f" /><Relationship Type="http://schemas.openxmlformats.org/officeDocument/2006/relationships/notesMaster" Target="../notesMasters/notesMaster1.xml" Id="Rcc1ab98497cb4dc5" /></Relationships>
</file>

<file path=ppt/notesSlides/_rels/notesSlide75.xml.rels><?xml version='1.0' encoding='utf-8'?>
<Relationships xmlns="http://schemas.openxmlformats.org/package/2006/relationships"><Relationship Type="http://schemas.openxmlformats.org/officeDocument/2006/relationships/slide" Target="../slides/slide75.xml" Id="Rcb2ca326e8934a3b" /><Relationship Type="http://schemas.openxmlformats.org/officeDocument/2006/relationships/notesMaster" Target="../notesMasters/notesMaster1.xml" Id="Rae3cf606aa9f47b0" /></Relationships>
</file>

<file path=ppt/notesSlides/_rels/notesSlide76.xml.rels><?xml version='1.0' encoding='utf-8'?>
<Relationships xmlns="http://schemas.openxmlformats.org/package/2006/relationships"><Relationship Type="http://schemas.openxmlformats.org/officeDocument/2006/relationships/slide" Target="../slides/slide76.xml" Id="R0ff34e20e0af4cab" /><Relationship Type="http://schemas.openxmlformats.org/officeDocument/2006/relationships/notesMaster" Target="../notesMasters/notesMaster1.xml" Id="R35e26ab7b4e945e3" /></Relationships>
</file>

<file path=ppt/notesSlides/_rels/notesSlide77.xml.rels><?xml version='1.0' encoding='utf-8'?>
<Relationships xmlns="http://schemas.openxmlformats.org/package/2006/relationships"><Relationship Type="http://schemas.openxmlformats.org/officeDocument/2006/relationships/slide" Target="../slides/slide77.xml" Id="Red760fc6307d4bf1" /><Relationship Type="http://schemas.openxmlformats.org/officeDocument/2006/relationships/notesMaster" Target="../notesMasters/notesMaster1.xml" Id="R5a825ce1ffcf4872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从字符编码转入图像编码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Q0 / opening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沿用course-design.qmd Q0的衔接逻辑。熊猫图来自用户提供的assets/pandas.jpg，属于数字角色插图；本版未生成替代图片。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熊猫图不断放大，会看到什么？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预测，观察原图真实像素的放大结果。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先看这张熊猫图。不断放大它，会看到更多细节，还是会出现别的现象？红框圈出了眼睛里很小的一块。先说预测，再看这一块的放大结果。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可能预测“更清楚”，也可能说“看到小格”。让学生指认一个像素。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看到更多格子，就等于得到更多原始细节吗？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如果把熊猫图印在纸上，相机怎样把它记录下来？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Q1；00:00:43–00:02:48；Snip 3–5。本版采用course-design.qmd当前课堂实施方案，熊猫数据与新增活动的来源分别注明。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本页按原始像素作最近邻式放大；一般查看器也可能插值，本课不把像素格大小当成物体真实尺寸。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熊猫图不断放大，会看到什么？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预测，观察原图真实像素的放大结果。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可能预测“更清楚”，也可能说“看到小格”。让学生指认一个像素。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看到更多格子，就等于得到更多原始细节吗？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如果把熊猫图印在纸上，相机怎样把它记录下来？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Q1；00:00:43–00:02:48；Snip 3–5。本版采用course-design.qmd当前课堂实施方案，熊猫数据与新增活动的来源分别注明。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本页按原始像素作最近邻式放大；一般查看器也可能插值，本课不把像素格大小当成物体真实尺寸。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相机怎样记录纸上的熊猫图？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从纸面反射光过渡到传感器采样。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设想把这张熊猫图印在纸上，再用相机拍下来。眼睛为什么能看见纸上的图案？进入相机的又是什么？先说光走过的路径。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学生会说纸上的图案、颜色或光进入相机。追问镜头与传感器分别做什么。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镜头主要负责成像，哪个部件感光？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把取样位置排成8×8的网格。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Q2；00:02:48–00:06:12；Snip 6–7。本版采用course-design.qmd当前课堂实施方案，熊猫数据与新增活动的来源分别注明。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相机怎样记录纸上的熊猫图？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从纸面反射光过渡到传感器采样。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学生会说纸上的图案、颜色或光进入相机。追问镜头与传感器分别做什么。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镜头主要负责成像，哪个部件感光？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把取样位置排成8×8的网格。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Q2；00:02:48–00:06:12；Snip 6–7。本版采用course-design.qmd当前课堂实施方案，熊猫数据与新增活动的来源分别注明。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为什么写 8×8，而不只写 64？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Q3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数采样位置，比较总数与二维排列。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网格横向8个位置，纵向8个位置。总数是多少？只写64，能知道横向和纵向各有几个吗？想一想，4×16也有64个位置。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总数64；只写64还不能知道二维形状。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8×8与4×16的像素总数相同，形状也相同吗？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位置已经确定，每处的颜色怎样表示？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Q3；00:06:12–00:06:45；Snip 7–8。本版采用course-design.qmd当前课堂实施方案，熊猫数据与新增活动的来源分别注明。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本课图像分辨率指横向像素数×纵向像素数；不要与显示器PPI或打印DPI混用。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为什么写 8×8，而不只写 64？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Q3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数采样位置，比较总数与二维排列。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总数64；只写64还不能知道二维形状。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8×8与4×16的像素总数相同，形状也相同吗？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位置已经确定，每处的颜色怎样表示？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Q3；00:06:12–00:06:45；Snip 7–8。本版采用course-design.qmd当前课堂实施方案，熊猫数据与新增活动的来源分别注明。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本课图像分辨率指横向像素数×纵向像素数；不要与显示器PPI或打印DPI混用。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采样后，每格的颜色怎样记录？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Q4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用一个真实区域的平均色作中间证据，再观察有限颜色的映射。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先只看红框这一格。我们把这块区域的颜色取平均，得到右边的样本色。现在规定只能从下方四种颜色里选一种，你会选哪一个？先比较，再说理由。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会选接近的浅色，也可能认为平均色必须原样保存。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如果平均色不在四种颜色里，这个实验允许直接保存它吗？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先问区分四种状态至少需要几bit，再把颜色编号换成码字。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Q4；00:06:45–00:09:00；Snip 8–9。本版采用course-design.qmd当前课堂实施方案，熊猫数据与新增活动的来源分别注明。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采样后，每格的颜色怎样记录？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Q4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用一个真实区域的平均色作中间证据，再观察有限颜色的映射。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会选接近的浅色，也可能认为平均色必须原样保存。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如果平均色不在四种颜色里，这个实验允许直接保存它吗？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先问区分四种状态至少需要几bit，再把颜色编号换成码字。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Q4；00:06:45–00:09:00；Snip 8–9。本版采用course-design.qmd当前课堂实施方案，熊猫数据与新增活动的来源分别注明。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把同一规则应用到64个样本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Q4 / evidence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用一个真实区域的平均色作中间证据，再观察有限颜色的映射。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会选接近的浅色，也可能认为平均色必须原样保存。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如果平均色不在四种颜色里，这个实验允许直接保存它吗？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先问区分四种状态至少需要几bit，再把颜色编号换成码字。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Q4；00:06:45–00:09:00；Snip 8–9。本版采用course-design.qmd当前课堂实施方案，熊猫数据与新增活动的来源分别注明。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四种颜色，至少需要几个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Q5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判断颜色状态数，建立四色码表。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现在要给一个像素的颜色编码。该数的是整幅图的64个位置，还是这个像素可能取的四种颜色？先试一位够不够，再给出最少位数。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可能把64个位置当状态数；也可能把4种颜色直接当4bit。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一个像素需要区分几种颜色状态？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按同一张码表替换每个颜色编号。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Q5；00:09:00–00:13:35；Snip 9–10。本版采用course-design.qmd当前课堂实施方案，熊猫数据与新增活动的来源分别注明。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最少位数基于已知四色表与固定长度像素码字；调色板自身的存储成本另计。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四种颜色，至少需要几个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Q5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判断颜色状态数，建立四色码表。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可能把64个位置当状态数；也可能把4种颜色直接当4bit。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一个像素需要区分几种颜色状态？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按同一张码表替换每个颜色编号。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Q5；00:09:00–00:13:35；Snip 9–10。本版采用course-design.qmd当前课堂实施方案，熊猫数据与新增活动的来源分别注明。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最少位数基于已知四色表与固定长度像素码字；调色板自身的存储成本另计。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怎样编码？位深度又是多少？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Q6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聚焦第四行，核对编号与二进制码字，不要求一次读完整幅矩阵。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先只看红框中的第四行，其他行暂时不读。把颜色编号换成码字，每个像素都要保留几位？试着把0、1、2、3各找一个出来。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能对应四种码字；可能混淆每像素位数与全图总位数。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编号3写成11后，颜色改变了吗？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表示方法清楚了，再改进熊猫的轮廓。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Q6；00:13:35–00:14:46；Snip 10。本版采用course-design.qmd当前课堂实施方案，熊猫数据与新增活动的来源分别注明。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位深度表示每像素位数；编号转成码字不改变已确定的代表色，整图位数还需乘像素数。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怎样编码？位深度又是多少？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Q6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聚焦第四行，核对编号与二进制码字，不要求一次读完整幅矩阵。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能对应四种码字；可能混淆每像素位数与全图总位数。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编号3写成11后，颜色改变了吗？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表示方法清楚了，再改进熊猫的轮廓。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Q6；00:13:35–00:14:46；Snip 10。本版采用course-design.qmd当前课堂实施方案，熊猫数据与新增活动的来源分别注明。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位深度表示每像素位数；编号转成码字不改变已确定的代表色，整图位数还需乘像素数。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[下一步] 进入T1，先收集学生总结和证据，再逐枝更新知识树。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怎样让数字熊猫更接近原图？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Q7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控制取样范围、显示大小、调色板，只增加空间采样。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先看8×8的熊猫，眼睛和嘴部有些难辨认。你会怎么改？若有人提出增加颜色，先记下来。这一轮保持四种颜色不变，只改变取样位置的数量。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增加格子；位深度不变。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横、纵都扩大2倍，总像素数变成几倍？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从新矩阵选一段，让学生按码表读码。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Q7；00:14:46–00:17:43；Snip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增加真实空间采样通常保留更多细节；插值放大不会凭空恢复原始信息。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怎样让数字熊猫更接近原图？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Q7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控制取样范围、显示大小、调色板，只增加空间采样。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增加格子；位深度不变。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横、纵都扩大2倍，总像素数变成几倍？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从新矩阵选一段，让学生按码表读码。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Q7；00:14:46–00:17:43；Snip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增加真实空间采样通常保留更多细节；插值放大不会凭空恢复原始信息。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红框里的8个像素，怎样编码？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Q7-read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从16×16矩阵读取确定的8格，建立可核对的编码练习。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这次只读红框中的一段：从上往下第6行，从左往右第5到12列，共8格。先读颜色编号，再按右上方的码表换成二进制。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可能选错行列或遗漏前导0。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红框里的8个像素一共多少bit？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从新矩阵选一段，让学生按码表读码。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Q7；00:14:46–00:17:43；Snip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红框里的8个像素，怎样编码？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Q7-read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从16×16矩阵读取确定的8格，建立可核对的编码练习。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可能选错行列或遗漏前导0。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红框里的8个像素一共多少bit？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从新矩阵选一段，让学生按码表读码。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Q7；00:14:46–00:17:43；Snip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位图和矢量图放大后有什么不同？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Q8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比较两类图形的放大边缘；把讨论收回位图。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刚才的熊猫用像素格表示。继续放大位图，边缘会怎样？再想一条用图形描述保存的矢量线：改变显示尺寸时，边界怎样画出来？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位图边缘出现格子；矢量边界可随显示大小重新绘制。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本课随后计算的对象是哪一类图？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回到16×16熊猫图，保持位置不变再改变颜色。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Q8；00:17:43–00:18:51；逐字稿。本版采用course-design.qmd当前课堂实施方案，熊猫数据与新增活动的来源分别注明。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矢量描述可以按目标尺寸重新栅格化；最终屏幕仍由像素显示。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位图和矢量图放大后有什么不同？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Q8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比较两类图形的放大边缘；把讨论收回位图。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位图边缘出现格子；矢量边界可随显示大小重新绘制。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本课随后计算的对象是哪一类图？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回到16×16熊猫图，保持位置不变再改变颜色。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Q8；00:17:43–00:18:51；逐字稿。本版采用course-design.qmd当前课堂实施方案，熊猫数据与新增活动的来源分别注明。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矢量描述可以按目标尺寸重新栅格化；最终屏幕仍由像素显示。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格子不变，颜色还能怎样改进？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Q9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控制16×16采样值不变，比较四、六色量化。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现在两幅图必须都保持16×16个格子。四种颜色有些生硬，还能改什么？先看眼睛周围和脸颊，想一想给量化增加哪些选择。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增加颜色等级；不能把增加颜色说成增加像素。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这次改变的是格子数量，还是每格可以选择的颜色？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六种状态引出最少3bit。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Q9；00:18:51–00:20:37；Snip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格子不变，颜色还能怎样改进？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Q9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控制16×16采样值不变，比较四、六色量化。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增加颜色等级；不能把增加颜色说成增加像素。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这次改变的是格子数量，还是每格可以选择的颜色？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六种状态引出最少3bit。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Q9；00:18:51–00:20:37；Snip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同一个样本，增加两种近似选择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Q9 / evidence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控制16×16采样值不变，比较四、六色量化。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增加颜色等级；不能把增加颜色说成增加像素。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这次改变的是格子数量，还是每格可以选择的颜色？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六种状态引出最少3bit。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Q9；00:18:51–00:20:37；Snip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六种颜色，至少需要几个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Q9-capacity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控制16×16采样值不变，比较四、六色量化。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现在只看一个格子：它有六种可能的颜色。两位够吗？三位有几种码字？找出最少而且够用的位数。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增加颜色等级；不能把增加颜色说成增加像素。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这次改变的是格子数量，还是每格可以选择的颜色？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六种状态引出最少3bit。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Q9；00:18:51–00:20:37；Snip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六种颜色，至少需要几个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Q9-capacity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控制16×16采样值不变，比较四、六色量化。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2的2次方是4，小于6，不够。2的3次方是8，足够容纳六种颜色，所以最少3bit。可以给编号0到5分别使用000到101，110和111暂时不用。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增加颜色等级；不能把增加颜色说成增加像素。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这次改变的是格子数量，还是每格可以选择的颜色？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六种状态引出最少3bit。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Q9；00:18:51–00:20:37；Snip 11 缩略图。本版采用course-design.qmd当前课堂实施方案，熊猫数据与新增活动的来源分别注明。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三轮熊猫实验说明了什么？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Q10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回顾三轮实验的变量、步骤与结果。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先回忆三轮实验。第一轮是怎样把图变成码字的？第二轮改了什么，第三轮又改了什么？先在纸上填出三个步骤，再说分辨率提高后格子怎样变化。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采样、量化、编码；分辨率提高；颜色等级增加；n位最多2^n种。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第二轮变了哪个量？第三轮又保持了什么？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更细、更丰富都要付出存储代价，回收“像素能否盲目增加”的悬问。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Q10；00:20:37–00:22:29；Snip 11、13。本版采用course-design.qmd当前课堂实施方案，熊猫数据与新增活动的来源分别注明。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分辨率与位深度分别作用于本课的取样位置和可表示颜色；2ⁿ是上限，并非每幅图必须用满。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三轮熊猫实验说明了什么？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Q10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回顾三轮实验的变量、步骤与结果。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采样、量化、编码；分辨率提高；颜色等级增加；n位最多2^n种。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第二轮变了哪个量？第三轮又保持了什么？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更细、更丰富都要付出存储代价，回收“像素能否盲目增加”的悬问。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Q10；00:20:37–00:22:29；Snip 11、13。本版采用course-design.qmd当前课堂实施方案，熊猫数据与新增活动的来源分别注明。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分辨率与位深度分别作用于本课的取样位置和可表示颜色；2ⁿ是上限，并非每幅图必须用满。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颜色种类、位深度怎样联系？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Q10-capacity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回顾三轮实验的变量、步骤与结果。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继续填写：四种颜色变成六种，最少位数怎样变？推广到n个bit，最多能表示多少种颜色？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采样、量化、编码；分辨率提高；颜色等级增加；n位最多2^n种。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第二轮变了哪个量？第三轮又保持了什么？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更细、更丰富都要付出存储代价，回收“像素能否盲目增加”的悬问。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Q10；00:20:37–00:22:29；Snip 11、13。本版采用course-design.qmd当前课堂实施方案，熊猫数据与新增活动的来源分别注明。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颜色种类、位深度怎样联系？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Q10-capacity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回顾三轮实验的变量、步骤与结果。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本实验从2bit变成3bit。位深度n最多表示2的n次方种颜色。增加颜色种类时，只有超过原有位数的容量，才必须增加位数。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采样、量化、编码；分辨率提高；颜色等级增加；n位最多2^n种。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第二轮变了哪个量？第三轮又保持了什么？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更细、更丰富都要付出存储代价，回收“像素能否盲目增加”的悬问。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Q10；00:20:37–00:22:29；Snip 11、13。本版采用course-design.qmd当前课堂实施方案，熊猫数据与新增活动的来源分别注明。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三幅图的像素码字，各占几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Q11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三例计算再归纳总位数公式。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这次只统计未压缩的像素码字，不算文件头或调色板。三轮分别有多少个像素，每个像素用了几位？先列出三个乘法。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学生可能只相加；使用人数乘每人巧克力的原课类比解释相乘。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像素数相当于人数，位深度相当于每人份数；结果单位是什么？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从bit换成B，让公式的单位完整。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Q11；00:22:29–00:25:14；Snip 14–15。本版采用course-design.qmd当前课堂实施方案，熊猫数据与新增活动的来源分别注明。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三幅图的像素码字，各占几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Q11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三例计算再归纳总位数公式。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学生可能只相加；使用人数乘每人巧克力的原课类比解释相乘。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像素数相当于人数，位深度相当于每人份数；结果单位是什么？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从bit换成B，让公式的单位完整。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Q11；00:22:29–00:25:14；Snip 14–15。本版采用course-design.qmd当前课堂实施方案，熊猫数据与新增活动的来源分别注明。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要用 B 表示数据量，怎样换算？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Q12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把128、512、768bit换成16、64、96B，再归纳。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前一页是128、512和768bit。若题目要求用B作单位，应该乘8还是除8？写出三个结果，再归纳一般式。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除以8；进一步按1024换算。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题目求bit时还要除以8吗？求KiB时还需要哪一步？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用不同颜色数练习寻找位深度再代公式。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Q12；00:25:14–00:26:28；Snip 15–16。本版采用course-design.qmd当前课堂实施方案，熊猫数据与新增活动的来源分别注明。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要用 B 表示数据量，怎样换算？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Q12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把128、512、768bit换成16、64、96B，再归纳。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1B等于8bit，因此分别除8，得到16B、64B和96B。一般式是横向像素数乘纵向像素数乘位深度，再除8。继续除1024可换成KiB。这只算像素码字连续排列的理想数据量，完整文件还需要别的信息。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除以8；进一步按1024换算。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题目求bit时还要除以8吗？求KiB时还需要哪一步？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用不同颜色数练习寻找位深度再代公式。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Q12；00:25:14–00:26:28；Snip 15–16。本版采用course-design.qmd当前课堂实施方案，熊猫数据与新增活动的来源分别注明。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[下一步] 进入T2，先收集学生总结和证据，再逐枝更新知识树。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黑白、16 色、256 色各要几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Q13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填写位深度和B单位算式，不要求约分。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先别看答案。黑白只有两种状态，需要几位？16 色和 256 色分别找哪个 2 的幂？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黑白1bit、16色4bit、256色8bit；M×N是像素数。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颜色数与位深度是一回事吗？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24位真彩色沿用同一公式，但需要解释24的构成。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Q13；00:26:28–00:28:25；Snip 17–18。本版采用course-design.qmd当前课堂实施方案，熊猫数据与新增活动的来源分别注明。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黑白、16 色、256 色各要几 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Q13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填写位深度和B单位算式，不要求约分。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黑白 1 bit，16 色 4 bit，256 色 8 bit。若分辨率是 M×N，代入前页公式即可得到理想像素数据量。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黑白1bit、16色4bit、256色8bit；M×N是像素数。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颜色数与位深度是一回事吗？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24位真彩色沿用同一公式，但需要解释24的构成。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Q13；00:26:28–00:28:25；Snip 17–18。本版采用course-design.qmd当前课堂实施方案，熊猫数据与新增活动的来源分别注明。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24位真彩色，最多有多少种颜色？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Q14-formula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先补24位真彩色一列，再解释RGB三个通道和组合。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刚才已经算过黑白、16色和256色。现在直接给位深度24，请写出最多颜色数，再列M×N图像的像素数据量。先不用求出颜色数的十进制值。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24位最多2^24种，数据量M×N×24÷8；RGB各8位、各256级。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三个通道各256级，是相加还是相乘？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回到熊猫的眼睛，读取一个真实像素的RGB值。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此处24位RGB为三个8位通道、不含透明通道；调色板编号和RGB通道值采用不同解释规则。  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24位真彩色，最多有多少种颜色？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Q14-formula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先补24位真彩色一列，再解释RGB三个通道和组合。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24位最多2^24种，数据量M×N×24÷8；RGB各8位、各256级。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三个通道各256级，是相加还是相乘？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回到熊猫的眼睛，读取一个真实像素的RGB值。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此处24位RGB为三个8位通道、不含透明通道；调色板编号和RGB通道值采用不同解释规则。  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24 位 RGB 怎样表示丰富的颜色？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Q14-rgb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先补24位真彩色一列，再解释RGB三个通道和组合。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R、G、B各使用8bit，一个通道有多少个等级？三个通道组合，最多有多少种颜色？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24位最多2^24种，数据量M×N×24÷8；RGB各8位、各256级。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三个通道各256级，是相加还是相乘？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回到熊猫的眼睛，读取一个真实像素的RGB值。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此处24位RGB为三个8位通道、不含透明通道；调色板编号和RGB通道值采用不同解释规则。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24 位 RGB 怎样表示丰富的颜色？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Q14-rgb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先补24位真彩色一列，再解释RGB三个通道和组合。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24位最多2^24种，数据量M×N×24÷8；RGB各8位、各256级。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三个通道各256级，是相加还是相乘？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回到熊猫的眼睛，读取一个真实像素的RGB值。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此处24位RGB为三个8位通道、不含透明通道；调色板编号和RGB通道值采用不同解释规则。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同一种颜色，为什么有2bit和24bit？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Q14-compare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比较调色板编号与RGB通道值，衔接两个位深度模型。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同一块深色，刚才可以用00表示，现在又能写成三个8位通道。它的颜色没变，为什么位数不同？先想：00本身能告诉别人这是什么颜色吗？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可能以为所有颜色都只需2bit，或认为同色位数必须相同。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如果把同一四色图保存成24位RGB，每像素仍只占2bit吗？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用眼睛里的真实像素练习RGB通道编码。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同一种颜色，为什么有2bit和24bit？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Q14-compare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比较调色板编号与RGB通道值，衔接两个位深度模型。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可能以为所有颜色都只需2bit，或认为同色位数必须相同。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如果把同一四色图保存成24位RGB，每像素仍只占2bit吗？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用眼睛里的真实像素练习RGB通道编码。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Q14；00:28:25–00:31:13；Snip 19。本版采用course-design.qmd当前课堂实施方案，熊猫数据与新增活动的来源分别注明。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R=138，怎样写成8位二进制？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Q15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用位权表逐步推导真实R通道的8位表示。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红框中心的像素读出R为138、G为179、B为111。先只换算R通道。下表从左到右给出8个位权，哪些位置填1，合起来正好是138？给30秒写在纸上。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可能遗漏某一位或把十进制数字逐个编码。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如果把最左边的1改成0，表示的数少了多少？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从一个像素的3bytes，推广到整幅图的像素数据量。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R通道换算留30秒；其余通道口头核对。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Q15；00:30:06–00:31:13；Snip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R=138，怎样写成8位二进制？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Q15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用位权表逐步推导真实R通道的8位表示。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可能遗漏某一位或把十进制数字逐个编码。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如果把最左边的1改成0，表示的数少了多少？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从一个像素的3bytes，推广到整幅图的像素数据量。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Q15；00:30:06–00:31:13；Snip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一个RGB像素：三个8位通道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Q15 / evidence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用位权表逐步推导真实R通道的8位表示。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可能遗漏某一位或把十进制数字逐个编码。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如果把最左边的1改成0，表示的数少了多少？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从一个像素的3bytes，推广到整幅图的像素数据量。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Q15；00:30:06–00:31:13；Snip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500×333 的 24 位图像有多大？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Q16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在明确假定的尺寸下计算未压缩像素数据量。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另外给出一幅假定图像：500×333像素，每像素24bit。先列式再算，用B和KiB分别表示。这组尺寸是计算题的条件。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有人遗漏除8或除1024。正确结果499500B≈487.79KiB。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这个公式包含文件头、行填充、压缩等影响吗？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回到开场，用像素解释放大；存储代价解释像素不应盲目追高。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独立计算60–90秒，听两种解法后翻页。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Q16；00:31:13–00:33:09；Snip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500×333 的 24 位图像有多大？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Q16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在明确假定的尺寸下计算未压缩像素数据量。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500乘333是像素数，乘24得到bit，除8得到499500B，再除1024约487.79KiB。算的是未压缩像素码字的有效载荷。下一页把它与完整文件大小分开。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有人遗漏除8或除1024。正确结果499500B≈487.79KiB。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这个公式包含文件头、行填充、压缩等影响吗？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回到开场，用像素解释放大；存储代价解释像素不应盲目追高。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Q16；00:31:13–00:33:09；Snip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公式计算的是像素数据量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Q16 / evidence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在明确假定的尺寸下计算未压缩像素数据量。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有人遗漏除8或除1024。正确结果499500B≈487.79KiB。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这个公式包含文件头、行填充、压缩等影响吗？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回到开场，用像素解释放大；存储代价解释像素不应盲目追高。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Q16；00:31:13–00:33:09；Snip 20。本版采用course-design.qmd当前课堂实施方案，熊猫数据与新增活动的来源分别注明。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放大熊猫图，就能看清新细节吗？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Q17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以同一眼部像素区解释显示放大与真实采样的差别。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回到开头的眼睛。把图显示得更大，图像文件记录的原始信息增加了吗？如果想得到更多真实拍摄细节，应该在拍摄时做什么？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把有限像素放大，并未增加采集到的原始细节。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拍摄时提高真实采样分辨率，与拍好后放大是同一件事吗？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已有像素决定了可还原的内容。把像素码字交给别人，他能唯一画出图像吗？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Q17；00:33:09–00:33:39；Snip 21。本版采用course-design.qmd当前课堂实施方案，熊猫数据与新增活动的来源分别注明。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显示放大或插值不能重新采集原场景；拍摄质量还受镜头、对焦和光照影响。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放大熊猫图，就能看清新细节吗？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Q17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以同一眼部像素区解释显示放大与真实采样的差别。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把有限像素放大，并未增加采集到的原始细节。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拍摄时提高真实采样分辨率，与拍好后放大是同一件事吗？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已有像素决定了可还原的内容。把像素码字交给别人，他能唯一画出图像吗？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Q17；00:33:09–00:33:39；Snip 21。本版采用course-design.qmd当前课堂实施方案，熊猫数据与新增活动的来源分别注明。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显示放大或插值不能重新采集原场景；拍摄质量还受镜头、对焦和光照影响。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只有这些码字，能唯一画出图像吗？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Q18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把一串像素码字还原成小图，通过两种有效排列发现二维尺寸的作用。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现在把这8个像素当成一幅完整小图的数据，不要求沿用前面那一行的摆法。每个像素2bit，颜色对应关系已经给出，读取顺序也约定好了。请画出一种符合条件的图，判断别人是否一定会和你画得一样。先独立画，再和同桌比较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可能直接沿用先前的一行8格，也可能画4×2或2×4；误以为16bit本身会告诉我们哪里换行。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若约定每行4个像素，8个像素一共有几行？再从图读回码字检验。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规则解释了怎样读回数字图像；再回到图像的来源，比较自然光的连续变化与数字表示。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独立画图30–45秒，同桌核对后揭示；整个解码环节约3分钟。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只有这些码字，能唯一画出图像吗？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Q18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把一串像素码字还原成小图，通过两种有效排列发现二维尺寸的作用。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左边每行放4个，共2行；右边每行放2个，共4行。请按每行从左到右、各行从上到下的顺序把两幅图读回去，得到的都是11、11、01、00、00、01、11、00。两种排列都满足题目给出的条件。因此，像素数相同、码字相同，还不能唯一确定二维排列；需要确定横向和纵向的尺寸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可能直接沿用先前的一行8格，也可能画4×2或2×4；误以为16bit本身会告诉我们哪里换行。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若约定每行4个像素，8个像素一共有几行？再从图读回码字检验。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规则解释了怎样读回数字图像；再回到图像的来源，比较自然光的连续变化与数字表示。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还原图像，需要数据和解释规则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Q18 / evidence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把一串像素码字还原成小图，通过两种有效排列发现二维尺寸的作用。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前面算出的16bit，只是这8个像素的码字。要解释它，还需要知道二维尺寸、每像素几位、颜色怎样对应以及读取顺序。某些信息写在文件中，某些由格式或通信双方约定，不要求都另存一份。本页明确按横4纵2排列，把结果再读回去检查。注意，读回的是已经记录的像素，采样和量化丢掉的信息不会因此回来。下一问回到自然光：在变成这些有限位置、有限等级之前，它怎样变化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可能直接沿用先前的一行8格，也可能画4×2或2×4；误以为16bit本身会告诉我们哪里换行。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若约定每行4个像素，8个像素一共有几行？再从图读回码字检验。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规则解释了怎样读回数字图像；再回到图像的来源，比较自然光的连续变化与数字表示。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[下一步] 进入T3，先收集学生总结和证据，再逐枝更新知识树。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这些例子主要随时间还是空间变化？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Q19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按指定观察情境分类，避免按物理量名称机械分类。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刚才已经知道怎样按规则读回数字图像。再回到记录之前的自然现象。看清每一行指定的观察情境：同一地点一天的气温、固定位置不同时刻的声波、水下不同深度的压强、房间不同位置的光照。分别主要看时间变化，还是空间变化？先按给定情境分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能按给定情境分类；可能以为温度只能随时间、光照只能随空间。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如果改看同一时刻不同地点的温度，横轴还应该是时间吗？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采样后的有限位置与量化后的有限等级，引出数字量。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Q19；00:37:19–00:41:41；Snip 26。本版采用course-design.qmd当前课堂实施方案，熊猫数据与新增活动的来源分别注明。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在本课连续量模型中讨论温度等物理量；仪表数字读数的跳变不等于实际物理量只能跳变。概念连线不是实测温度曲线。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这些例子主要随时间还是空间变化？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Q19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按指定观察情境分类，避免按物理量名称机械分类。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能按给定情境分类；可能以为温度只能随时间、光照只能随空间。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如果改看同一时刻不同地点的温度，横轴还应该是时间吗？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采样后的有限位置与量化后的有限等级，引出数字量。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Q19；00:37:19–00:41:41；Snip 26。本版采用course-design.qmd当前课堂实施方案，熊猫数据与新增活动的来源分别注明。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在本课连续量模型中讨论温度等物理量；仪表数字读数的跳变不等于实际物理量只能跳变。概念连线不是实测温度曲线。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[45分钟路径] 可选页，默认跳过本问及其揭示；加课时才保留思考和反馈。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温度从25到26，只能跳着变化吗？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Q19-continuous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从可取中间值的具体问题形成连续量的模型。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某处温度在这段时间由25摄氏度变成26摄氏度。中间可能经过25.5吗？还可能经过25.51吗？不要先看温度计显示了几位，要想实际温度的变化。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学生可能把数字温度计显示的跳变当成实际温度只能跳变。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仪表只显示一位小数，能证明实际温度只能取这些数吗？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回看图像采样和量化，说明哪些选择变得离散。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Q19；00:37:19–00:41:41；Snip 26。本版采用course-design.qmd当前课堂实施方案，熊猫数据与新增活动的来源分别注明。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温度从25到26，只能跳着变化吗？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Q19-continuous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从可取中间值的具体问题形成连续量的模型。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学生可能把数字温度计显示的跳变当成实际温度只能跳变。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仪表只显示一位小数，能证明实际温度只能取这些数吗？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回看图像采样和量化，说明哪些选择变得离散。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Q19；00:37:19–00:41:41；Snip 26。本版采用course-design.qmd当前课堂实施方案，熊猫数据与新增活动的来源分别注明。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数字量与模拟量有什么不同？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Q20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比较连续曲线与采样位置、有限等级、二进制码字的关系。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回看图像模型：位置按格子取样，颜色只能从有限几种里选。这与刚才的连续变化有什么不同？最后怎样写成可保存的码字？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数字数据采用离散状态；0/1是编码符号，不表示只能存数值0和1。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多个bit组成码字后，能不能表示138？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回扣熊猫图思想实验，完整说出信息数字化过程。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短问停留15–25秒；先听理由，再翻页。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Q20；00:41:41–00:43:11；Snip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离散的层次与采样方式有关；课堂示意用于区分连续变化与有限状态，不等于所有数字信号只有两个电平。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数字量与模拟量有什么不同？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Q20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比较连续曲线与采样位置、有限等级、二进制码字的关系。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数字数据采用离散状态；0/1是编码符号，不表示只能存数值0和1。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多个bit组成码字后，能不能表示138？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回扣熊猫图思想实验，完整说出信息数字化过程。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Q20；00:41:41–00:43:11；Snip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离散的层次与采样方式有关；课堂示意用于区分连续变化与有限状态，不等于所有数字信号只有两个电平。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图像怎样从模拟量变成数字量？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Q21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口头补完整条链，再解释每个步骤做了什么。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回顾纸上的熊猫图被相机记录的思想实验。反射光怎样一步步变成可保存的数字图像？请依次说出三个动作，再说每一步解决什么问题。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采样、量化、编码，得到数字图像；称为信息数字化。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哪个环节决定采样位置，哪个环节决定有限的颜色等级？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先用32B预算题检查颜色容量和数据量，完成T4总结与E1独立迁移，再布置课后练习。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综合应用留60秒，要求写条件和单位。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Q21；00:43:11–00:43:32；Snip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先讨论打印图的反射光到数字图像，再以理想未压缩像素数据预算作迁移；不把文件完整大小混入预算。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图像怎样从模拟量变成数字量？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Q21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口头补完整条链，再解释每个步骤做了什么。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采样、量化、编码，得到数字图像；称为信息数字化。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哪个环节决定采样位置，哪个环节决定有限的颜色等级？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先用32B预算题检查颜色容量和数据量，完成T4总结与E1独立迁移，再布置课后练习。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Q21；00:43:11–00:43:32；Snip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先讨论打印图的反射光到数字图像，再以理想未压缩像素数据预算作迁移；不把文件完整大小混入预算。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只允许32 B，该怎样选择参数？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Q21-budget / question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同时运用颜色容量与像素数据量，诊断不满足条件的方案。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容易只算字节数而误选C，或只选恰好32B的B而漏选D。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最多32B是否要求一定用满32B？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课后继续练习并写明单位。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综合应用留60秒，要求写条件和单位。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Q21；00:43:11–00:43:32；Snip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只允许32 B，该怎样选择参数？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Q21-budget / answer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[教学意图] 同时运用颜色容量与像素数据量，诊断不满足条件的方案。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[预期学生反应] 容易只算字节数而误选C，或只选恰好32B的B而漏选D。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[追问问题] 最多32B是否要求一定用满32B？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[下一问] 课后继续练习并写明单位。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[课堂操作] 指向新增证据；请学生说明理由再继续。 所有证据均嵌入，可离线讲授。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[来源与改编] course-design.qmd Q21；00:43:11–00:43:32；Snip 27。本版采用course-design.qmd当前课堂实施方案，熊猫数据与新增活动的来源分别注明。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[技术注解] 四个方案覆盖同一取景范围，M、N分别为横纵采样数；本题只比较能否满足约束，不宣称B在所有视觉目标上最好。  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[下一步] 进入T4，先收集学生总结和证据，再逐枝更新知识树。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[问题 / 页面目的] 课后检查位深度、像素数据量和放大的边界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[内部编号] Q22 / exit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[教师逐字稿] 课后完成这三题。第一题写判断最少固定码长的不等式，第二题列式并写单位，第三题用原始信息解释。这是补充作业；刚才的E1已在课堂独立收答。答案保留在教师材料，学生完成后再核对。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[参考答案] 1. 3bit，4&lt;6≤8。2. 800×600×24÷8=1440000B。3. 没有；插值增加像素数量，不等于增加真实采集的细节。</a:t>
            </a:r>
          </a:p>
          <a:p>
            <a:r>
              <a:rPr sz="1400">
                <a:latin typeface="Alibaba PuHuiTi 3.0 55 Regular"/>
                <a:ea typeface="Alibaba PuHuiTi 3.0 55 Regular"/>
                <a:cs typeface="Alibaba PuHuiTi 3.0 55 Regular"/>
              </a:rP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我们怎样把熊猫图变成码字？用刚才的网格、色块和码表作证据。 先自己想20秒，再请两位同学各说一条结论和依据。若只有术语没有依据，追问是哪张网格、色块、码表或算式支持它。教师归纳准确后才依次揭示。本检查点含总结与更新约90秒。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先让学生指着8×8网格说出取了哪些位置，再加上采样这一枝。分辨率写两个方向的数量，64只告诉我们总数。树的连线表示本课图像编码涉及的概念，不表示这些词可以任意交换次序。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请学生指出平均色与代表色的差别，再加量化这一枝。取样位置与可选颜色是两个决定；原来的采样枝仍留在相同位置。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请学生用编号0到码字00说明编码。加入编码枝，强调本课三个动作的顺序为采样、量化、编码。2ⁿ表示n位的状态容量；需要L种颜色时应满足2ⁿ≥L。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三轮实验的像素码字为什么占用不同空间？用算式说明。 先自己想20秒，再请两位同学各说一条结论和依据。若只有术语没有依据，追问是哪张网格、色块、码表或算式支持它。教师归纳准确后才依次揭示。本检查点含总结与更新约45秒。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听学生用三轮实验解释乘法和除8，再把像素数据量接到树上。它结合采样枝的像素数和编码枝的每像素位数。这里只统计理想未压缩像素码字，不能作为完整文件大小。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同色为何可以用不同位数？同一码字为何可以画出不同排列？各举一条证据。 先自己想20秒，再请两位同学各说一条结论和依据。若只有术语没有依据，追问是哪张网格、色块、码表或算式支持它。教师归纳准确后才依次揭示。本检查点含总结与更新约75秒。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请两位学生把4×2和2×4都读回同一码字，再添加解码枝。尺寸控制分行，码表控制颜色，位数和顺序控制怎样读。总数与行宽可推出行数；解码不能撤销采样和量化损失。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用已经建立的知识解释：记录图像改变了什么，放大和解码又不能补回什么？ 先自己想20秒，再请两位同学各说一条结论和依据。若只有术语没有依据，追问是哪张网格、色块、码表或算式支持它。教师归纳准确后才依次揭示。本检查点含总结与更新约60秒。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C4a／T4；熊猫实验数据与技术边界见C4。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我们已能解释图像的哪些问题？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先收集学生对连续光、有限位置和有限等级的完整解释，再加入最后一枝。回指采样、量化、编码的关系，指出放大和解码都不会重新采集原场景。到这里才呈现完整树。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C4a／T4；熊猫实验数据与技术边界见C4。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question</a:t>
            </a:r>
          </a:p>
          <a:p xmlns:a="http://schemas.openxmlformats.org/drawingml/2006/main">
            <a:r>
              <a:t>[教师逐字稿] 换一组没有算过的数据。请独立写最少位数、判断依据、数据量和预算结论，再写一句这个结果能否当作完整PNG文件大小。给60秒；不讨论、不先报答案。教师先收齐或拍下原答，再揭示。</a:t>
            </a:r>
          </a:p>
          <a:p xmlns:a="http://schemas.openxmlformats.org/drawingml/2006/main">
            <a:r>
              <a:t>[课堂操作] 先收集学生独立总结和证据，再翻页。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answer</a:t>
            </a:r>
          </a:p>
          <a:p xmlns:a="http://schemas.openxmlformats.org/drawingml/2006/main">
            <a:r>
              <a:t>[教师逐字稿] 两位的四种状态不足以区分五色，三位够用。120个像素各三位，是360bit，换成45B，满足50B预算。先核对前三项，不让学生覆盖原答案。再请一人解释还剩下的文件大小问题。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新图像能满足 50 B 预算吗？</a:t>
            </a:r>
          </a:p>
          <a:p xmlns:a="http://schemas.openxmlformats.org/drawingml/2006/main">
            <a:r>
              <a:t>[内部编号] E1</a:t>
            </a:r>
          </a:p>
          <a:p xmlns:a="http://schemas.openxmlformats.org/drawingml/2006/main">
            <a:r>
              <a:t>[阶段] evidence</a:t>
            </a:r>
          </a:p>
          <a:p xmlns:a="http://schemas.openxmlformats.org/drawingml/2006/main">
            <a:r>
              <a:t>[教师逐字稿] 45B只计理想像素码字。PNG还有格式结构与压缩，不能据此得到完整文件大小。容量、列式单位、预算、文件边界各一项，至少三项且容量正确视为达到本次退出标准。记录实际匿名错误类别；本次文件构建不能填写学生达标人数。</a:t>
            </a:r>
          </a:p>
          <a:p xmlns:a="http://schemas.openxmlformats.org/drawingml/2006/main">
            <a:r>
              <a:t>[课堂操作] 只说明当前新增焦点，先前内容保持可见。</a:t>
            </a:r>
          </a:p>
          <a:p xmlns:a="http://schemas.openxmlformats.org/drawingml/2006/main"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406080a5a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69f4bdc32404a" /><Relationship Type="http://schemas.openxmlformats.org/officeDocument/2006/relationships/slideLayout" Target="/ppt/slideLayouts/slideLayout1.xml" Id="R3627d7a3b037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7d7a3b037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15813dda64ff7" /><Relationship Type="http://schemas.openxmlformats.org/officeDocument/2006/relationships/image" Target="/ppt/media/image.jpeg" Id="Rb4c9ad6d91e743bf" /><Relationship Type="http://schemas.openxmlformats.org/officeDocument/2006/relationships/notesSlide" Target="/ppt/notesSlides/notesSlide1.xml" Id="R1f566e1ca465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df7ef88b49dc" /><Relationship Type="http://schemas.openxmlformats.org/officeDocument/2006/relationships/image" Target="/ppt/media/image2.jpeg" Id="R01b10450b7404b61" /><Relationship Type="http://schemas.openxmlformats.org/officeDocument/2006/relationships/notesSlide" Target="/ppt/notesSlides/notesSlide2.xml" Id="R85a42e0975c7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7e3a990db4d15" /><Relationship Type="http://schemas.openxmlformats.org/officeDocument/2006/relationships/image" Target="/ppt/media/image2.jpeg" Id="R5c98eaaa2a994d55" /><Relationship Type="http://schemas.openxmlformats.org/officeDocument/2006/relationships/notesSlide" Target="/ppt/notesSlides/notesSlide3.xml" Id="R0edc2710e6e6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2f01f12e54e05" /><Relationship Type="http://schemas.openxmlformats.org/officeDocument/2006/relationships/image" Target="/ppt/media/image3.jpeg" Id="R6cdcd597767240f6" /><Relationship Type="http://schemas.openxmlformats.org/officeDocument/2006/relationships/notesSlide" Target="/ppt/notesSlides/notesSlide4.xml" Id="Rbda7e49ff40e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acd3ab284ff5" /><Relationship Type="http://schemas.openxmlformats.org/officeDocument/2006/relationships/image" Target="/ppt/media/image3.jpeg" Id="Ra9b62924860a4cc1" /><Relationship Type="http://schemas.openxmlformats.org/officeDocument/2006/relationships/notesSlide" Target="/ppt/notesSlides/notesSlide5.xml" Id="R5afbfb269a65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eac01d28c4603" /><Relationship Type="http://schemas.openxmlformats.org/officeDocument/2006/relationships/image" Target="/ppt/media/image4.jpeg" Id="R278699e7c45a4a86" /><Relationship Type="http://schemas.openxmlformats.org/officeDocument/2006/relationships/notesSlide" Target="/ppt/notesSlides/notesSlide6.xml" Id="Rfd8f324e3fea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c85f6703450f" /><Relationship Type="http://schemas.openxmlformats.org/officeDocument/2006/relationships/image" Target="/ppt/media/image4.jpeg" Id="R21216da892324fdd" /><Relationship Type="http://schemas.openxmlformats.org/officeDocument/2006/relationships/notesSlide" Target="/ppt/notesSlides/notesSlide7.xml" Id="Rfa905ee4b3de41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e339dd774d47" /><Relationship Type="http://schemas.openxmlformats.org/officeDocument/2006/relationships/image" Target="/ppt/media/image5.jpeg" Id="Rd0d66f63c2d746c6" /><Relationship Type="http://schemas.openxmlformats.org/officeDocument/2006/relationships/notesSlide" Target="/ppt/notesSlides/notesSlide8.xml" Id="R5788b1a1cf454c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e43d1d714e3d" /><Relationship Type="http://schemas.openxmlformats.org/officeDocument/2006/relationships/image" Target="/ppt/media/image5.jpeg" Id="Re9a4bbaab30b400f" /><Relationship Type="http://schemas.openxmlformats.org/officeDocument/2006/relationships/notesSlide" Target="/ppt/notesSlides/notesSlide9.xml" Id="R258521fc865d48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98ca693324ae2" /><Relationship Type="http://schemas.openxmlformats.org/officeDocument/2006/relationships/image" Target="/ppt/media/image6.jpeg" Id="R3e1e25da420e47cb" /><Relationship Type="http://schemas.openxmlformats.org/officeDocument/2006/relationships/notesSlide" Target="/ppt/notesSlides/notesSlide10.xml" Id="Rc88a7b3a2f4540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5de43f34d42fa" /><Relationship Type="http://schemas.openxmlformats.org/officeDocument/2006/relationships/notesSlide" Target="/ppt/notesSlides/notesSlide11.xml" Id="R5d8d172b2793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4e88aad6545d5" /><Relationship Type="http://schemas.openxmlformats.org/officeDocument/2006/relationships/notesSlide" Target="/ppt/notesSlides/notesSlide12.xml" Id="R3bec09660a7940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27f4803e14c07" /><Relationship Type="http://schemas.openxmlformats.org/officeDocument/2006/relationships/notesSlide" Target="/ppt/notesSlides/notesSlide13.xml" Id="R93c11a700ca148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4d1a21634991" /><Relationship Type="http://schemas.openxmlformats.org/officeDocument/2006/relationships/notesSlide" Target="/ppt/notesSlides/notesSlide14.xml" Id="R8996a047a02042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b5ea18475404d" /><Relationship Type="http://schemas.openxmlformats.org/officeDocument/2006/relationships/notesSlide" Target="/ppt/notesSlides/notesSlide15.xml" Id="Rf1a6fd31854241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3b59066364a5e" /><Relationship Type="http://schemas.openxmlformats.org/officeDocument/2006/relationships/notesSlide" Target="/ppt/notesSlides/notesSlide16.xml" Id="Rdcdd79868c5e46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9786dcc3140dc" /><Relationship Type="http://schemas.openxmlformats.org/officeDocument/2006/relationships/notesSlide" Target="/ppt/notesSlides/notesSlide17.xml" Id="R9cbddecdd1da48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b38ba8174746" /><Relationship Type="http://schemas.openxmlformats.org/officeDocument/2006/relationships/notesSlide" Target="/ppt/notesSlides/notesSlide18.xml" Id="R135354ebffd64a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2e73522c44ce8" /><Relationship Type="http://schemas.openxmlformats.org/officeDocument/2006/relationships/notesSlide" Target="/ppt/notesSlides/notesSlide19.xml" Id="R149352c818ab4a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2f48e36544aac" /><Relationship Type="http://schemas.openxmlformats.org/officeDocument/2006/relationships/notesSlide" Target="/ppt/notesSlides/notesSlide20.xml" Id="Rd1b4c56e664840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f79b1573e484f" /><Relationship Type="http://schemas.openxmlformats.org/officeDocument/2006/relationships/notesSlide" Target="/ppt/notesSlides/notesSlide21.xml" Id="Rf07356e9bfcf4c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a186796740d3" /><Relationship Type="http://schemas.openxmlformats.org/officeDocument/2006/relationships/notesSlide" Target="/ppt/notesSlides/notesSlide22.xml" Id="Rc22165a6cf274b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1ca17fba34a28" /><Relationship Type="http://schemas.openxmlformats.org/officeDocument/2006/relationships/notesSlide" Target="/ppt/notesSlides/notesSlide23.xml" Id="R98b271afb6fe43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8839d522b435c" /><Relationship Type="http://schemas.openxmlformats.org/officeDocument/2006/relationships/notesSlide" Target="/ppt/notesSlides/notesSlide24.xml" Id="R591358150efe4e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60d5cd47e46fb" /><Relationship Type="http://schemas.openxmlformats.org/officeDocument/2006/relationships/notesSlide" Target="/ppt/notesSlides/notesSlide25.xml" Id="R30412c5202cc48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843735da488a" /><Relationship Type="http://schemas.openxmlformats.org/officeDocument/2006/relationships/notesSlide" Target="/ppt/notesSlides/notesSlide26.xml" Id="R990193e24f464e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84511182f4fc5" /><Relationship Type="http://schemas.openxmlformats.org/officeDocument/2006/relationships/notesSlide" Target="/ppt/notesSlides/notesSlide27.xml" Id="R4797236742b8421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49c393fa846b0" /><Relationship Type="http://schemas.openxmlformats.org/officeDocument/2006/relationships/notesSlide" Target="/ppt/notesSlides/notesSlide28.xml" Id="Re0403834a1e94e1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7be702c2047db" /><Relationship Type="http://schemas.openxmlformats.org/officeDocument/2006/relationships/notesSlide" Target="/ppt/notesSlides/notesSlide29.xml" Id="Rcfadd09dfa834d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f2f52133f443d" /><Relationship Type="http://schemas.openxmlformats.org/officeDocument/2006/relationships/notesSlide" Target="/ppt/notesSlides/notesSlide30.xml" Id="R505f1f6941c644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2ba1497434dc7" /><Relationship Type="http://schemas.openxmlformats.org/officeDocument/2006/relationships/notesSlide" Target="/ppt/notesSlides/notesSlide31.xml" Id="R9a018f87fb4f41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ee77bb05a40fa" /><Relationship Type="http://schemas.openxmlformats.org/officeDocument/2006/relationships/notesSlide" Target="/ppt/notesSlides/notesSlide32.xml" Id="R32c4676eb45f4d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af52f378b4b5a" /><Relationship Type="http://schemas.openxmlformats.org/officeDocument/2006/relationships/notesSlide" Target="/ppt/notesSlides/notesSlide33.xml" Id="R67865b5dda3d48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26b37c5b54b43" /><Relationship Type="http://schemas.openxmlformats.org/officeDocument/2006/relationships/notesSlide" Target="/ppt/notesSlides/notesSlide34.xml" Id="R9bb680380f794b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b9c418fa2408b" /><Relationship Type="http://schemas.openxmlformats.org/officeDocument/2006/relationships/notesSlide" Target="/ppt/notesSlides/notesSlide35.xml" Id="Re32bff12934a4e3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58bd93d4432a" /><Relationship Type="http://schemas.openxmlformats.org/officeDocument/2006/relationships/notesSlide" Target="/ppt/notesSlides/notesSlide36.xml" Id="R97b3e75ac98f43d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89ba4831486f" /><Relationship Type="http://schemas.openxmlformats.org/officeDocument/2006/relationships/notesSlide" Target="/ppt/notesSlides/notesSlide37.xml" Id="R68f5b8f10def4f1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9fee63704d31" /><Relationship Type="http://schemas.openxmlformats.org/officeDocument/2006/relationships/notesSlide" Target="/ppt/notesSlides/notesSlide38.xml" Id="R645e268706d54f2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ac88dfcf4e28" /><Relationship Type="http://schemas.openxmlformats.org/officeDocument/2006/relationships/notesSlide" Target="/ppt/notesSlides/notesSlide39.xml" Id="R80ab2ca7f30c42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ea0c1aa064b1f" /><Relationship Type="http://schemas.openxmlformats.org/officeDocument/2006/relationships/notesSlide" Target="/ppt/notesSlides/notesSlide40.xml" Id="Ra1dbaa2a4d754d5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309d728c54338" /><Relationship Type="http://schemas.openxmlformats.org/officeDocument/2006/relationships/notesSlide" Target="/ppt/notesSlides/notesSlide41.xml" Id="R2052a398c28e41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e1ca067ab4a7f" /><Relationship Type="http://schemas.openxmlformats.org/officeDocument/2006/relationships/image" Target="/ppt/media/image7.jpeg" Id="Rb9c508210bfb4e5e" /><Relationship Type="http://schemas.openxmlformats.org/officeDocument/2006/relationships/notesSlide" Target="/ppt/notesSlides/notesSlide42.xml" Id="R18b16e2e67674b6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3ca0ddd54dad" /><Relationship Type="http://schemas.openxmlformats.org/officeDocument/2006/relationships/image" Target="/ppt/media/image7.jpeg" Id="R62ead94e5bd044a8" /><Relationship Type="http://schemas.openxmlformats.org/officeDocument/2006/relationships/notesSlide" Target="/ppt/notesSlides/notesSlide43.xml" Id="R09450bc0d41841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3b2129bf74514" /><Relationship Type="http://schemas.openxmlformats.org/officeDocument/2006/relationships/notesSlide" Target="/ppt/notesSlides/notesSlide44.xml" Id="R5b8fec1f33764d7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92c5517594f31" /><Relationship Type="http://schemas.openxmlformats.org/officeDocument/2006/relationships/notesSlide" Target="/ppt/notesSlides/notesSlide45.xml" Id="R706b704cbf914ca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96eedbe9c4dbf" /><Relationship Type="http://schemas.openxmlformats.org/officeDocument/2006/relationships/notesSlide" Target="/ppt/notesSlides/notesSlide46.xml" Id="Ra39b5f817c1d40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e258c6cb481d" /><Relationship Type="http://schemas.openxmlformats.org/officeDocument/2006/relationships/notesSlide" Target="/ppt/notesSlides/notesSlide47.xml" Id="R3a2b210c08e84f3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c027ccc86493e" /><Relationship Type="http://schemas.openxmlformats.org/officeDocument/2006/relationships/image" Target="/ppt/media/image8.jpeg" Id="Rda33452dacdd4a2e" /><Relationship Type="http://schemas.openxmlformats.org/officeDocument/2006/relationships/notesSlide" Target="/ppt/notesSlides/notesSlide48.xml" Id="R293a14af57d6433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ca1aeeca47d3" /><Relationship Type="http://schemas.openxmlformats.org/officeDocument/2006/relationships/image" Target="/ppt/media/image8.jpeg" Id="Rff392fa22a7945a1" /><Relationship Type="http://schemas.openxmlformats.org/officeDocument/2006/relationships/notesSlide" Target="/ppt/notesSlides/notesSlide49.xml" Id="Rd1bec61d3f3848f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69f2b0e314326" /><Relationship Type="http://schemas.openxmlformats.org/officeDocument/2006/relationships/notesSlide" Target="/ppt/notesSlides/notesSlide50.xml" Id="R4c4b585c2f57473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d288c26f44f84" /><Relationship Type="http://schemas.openxmlformats.org/officeDocument/2006/relationships/notesSlide" Target="/ppt/notesSlides/notesSlide51.xml" Id="R632b024cb422477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3963ed5f44b1" /><Relationship Type="http://schemas.openxmlformats.org/officeDocument/2006/relationships/notesSlide" Target="/ppt/notesSlides/notesSlide52.xml" Id="R6f4e51c12241494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24888a624f64" /><Relationship Type="http://schemas.openxmlformats.org/officeDocument/2006/relationships/notesSlide" Target="/ppt/notesSlides/notesSlide53.xml" Id="R33ee4790ea55409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445c7849847a3" /><Relationship Type="http://schemas.openxmlformats.org/officeDocument/2006/relationships/notesSlide" Target="/ppt/notesSlides/notesSlide54.xml" Id="Rfbf2dc1278f6417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b1f2b92745b3" /><Relationship Type="http://schemas.openxmlformats.org/officeDocument/2006/relationships/notesSlide" Target="/ppt/notesSlides/notesSlide55.xml" Id="R44a7369fc09740a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52e1febfd4808" /><Relationship Type="http://schemas.openxmlformats.org/officeDocument/2006/relationships/notesSlide" Target="/ppt/notesSlides/notesSlide56.xml" Id="Rd34bd9711d14413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0dc86461415e" /><Relationship Type="http://schemas.openxmlformats.org/officeDocument/2006/relationships/notesSlide" Target="/ppt/notesSlides/notesSlide57.xml" Id="Rf88cdb5d9b244a7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8ccd67b614436" /><Relationship Type="http://schemas.openxmlformats.org/officeDocument/2006/relationships/notesSlide" Target="/ppt/notesSlides/notesSlide58.xml" Id="Rf2bfc29ba6ee48f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11e3b55474816" /><Relationship Type="http://schemas.openxmlformats.org/officeDocument/2006/relationships/notesSlide" Target="/ppt/notesSlides/notesSlide59.xml" Id="R19e5ab234684496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dc30eb5d4bfe" /><Relationship Type="http://schemas.openxmlformats.org/officeDocument/2006/relationships/notesSlide" Target="/ppt/notesSlides/notesSlide60.xml" Id="Rf18cf3fac3fa462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06f21601548da" /><Relationship Type="http://schemas.openxmlformats.org/officeDocument/2006/relationships/notesSlide" Target="/ppt/notesSlides/notesSlide61.xml" Id="Rbc2b4541efb54de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3323300e4e67" /><Relationship Type="http://schemas.openxmlformats.org/officeDocument/2006/relationships/notesSlide" Target="/ppt/notesSlides/notesSlide62.xml" Id="R6a8415d62411442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3d326405d4ce1" /><Relationship Type="http://schemas.openxmlformats.org/officeDocument/2006/relationships/notesSlide" Target="/ppt/notesSlides/notesSlide63.xml" Id="R1ca6542baa7c48be" /></Relationships>
</file>

<file path=ppt/slides/_rels/slide6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6c96daaccac4a15" /><Relationship Type="http://schemas.openxmlformats.org/officeDocument/2006/relationships/notesSlide" Target="../notesSlides/notesSlide64.xml" Id="Rb04cb2ce54f548d1" /></Relationships>
</file>

<file path=ppt/slides/_rels/slide6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bdd737e0d24a4550" /><Relationship Type="http://schemas.openxmlformats.org/officeDocument/2006/relationships/notesSlide" Target="../notesSlides/notesSlide65.xml" Id="R8bcb51bb5c104b45" /></Relationships>
</file>

<file path=ppt/slides/_rels/slide6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1134081442e14548" /><Relationship Type="http://schemas.openxmlformats.org/officeDocument/2006/relationships/notesSlide" Target="../notesSlides/notesSlide66.xml" Id="R8fb1c09960a843d3" /></Relationships>
</file>

<file path=ppt/slides/_rels/slide6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45edfd5d01164763" /><Relationship Type="http://schemas.openxmlformats.org/officeDocument/2006/relationships/notesSlide" Target="../notesSlides/notesSlide67.xml" Id="Ra6d24e2e15414a54" /></Relationships>
</file>

<file path=ppt/slides/_rels/slide68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bd6e2f232e344644" /><Relationship Type="http://schemas.openxmlformats.org/officeDocument/2006/relationships/notesSlide" Target="../notesSlides/notesSlide68.xml" Id="R264edbf2e17c4ea6" /></Relationships>
</file>

<file path=ppt/slides/_rels/slide69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cf54e05d57e428f" /><Relationship Type="http://schemas.openxmlformats.org/officeDocument/2006/relationships/notesSlide" Target="../notesSlides/notesSlide69.xml" Id="Rf6257c5ad22444a4" /></Relationships>
</file>

<file path=ppt/slides/_rels/slide70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73e1effb51ff4658" /><Relationship Type="http://schemas.openxmlformats.org/officeDocument/2006/relationships/notesSlide" Target="../notesSlides/notesSlide70.xml" Id="Ra53e5a9187134100" /></Relationships>
</file>

<file path=ppt/slides/_rels/slide7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653e8e4e37fe4d34" /><Relationship Type="http://schemas.openxmlformats.org/officeDocument/2006/relationships/notesSlide" Target="../notesSlides/notesSlide71.xml" Id="R06b6a9359949416e" /></Relationships>
</file>

<file path=ppt/slides/_rels/slide7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5653e7cdd64f48b3" /><Relationship Type="http://schemas.openxmlformats.org/officeDocument/2006/relationships/notesSlide" Target="../notesSlides/notesSlide72.xml" Id="R9fe79a7cf8a84595" /></Relationships>
</file>

<file path=ppt/slides/_rels/slide73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584c7849c2a64da4" /><Relationship Type="http://schemas.openxmlformats.org/officeDocument/2006/relationships/notesSlide" Target="../notesSlides/notesSlide73.xml" Id="R3596e3b1b5484d61" /></Relationships>
</file>

<file path=ppt/slides/_rels/slide7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f82e22331914829" /><Relationship Type="http://schemas.openxmlformats.org/officeDocument/2006/relationships/notesSlide" Target="../notesSlides/notesSlide74.xml" Id="R44d237f133b444c0" /></Relationships>
</file>

<file path=ppt/slides/_rels/slide7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42783550e28f4448" /><Relationship Type="http://schemas.openxmlformats.org/officeDocument/2006/relationships/notesSlide" Target="../notesSlides/notesSlide75.xml" Id="Rce065807eac942ea" /></Relationships>
</file>

<file path=ppt/slides/_rels/slide7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8d7daa0f6fc54452" /><Relationship Type="http://schemas.openxmlformats.org/officeDocument/2006/relationships/notesSlide" Target="../notesSlides/notesSlide76.xml" Id="R8184b777fe50411e" /></Relationships>
</file>

<file path=ppt/slides/_rels/slide7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c3bf20379ef4eb0" /><Relationship Type="http://schemas.openxmlformats.org/officeDocument/2006/relationships/notesSlide" Target="../notesSlides/notesSlide77.xml" Id="R3750ae590c684c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82E0B-E661-4744-93F3-95BC74F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3E2B-12F6-4000-9E52-09D4A21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563B5E-4864-4BC2-996A-5DDD85A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A2BA8C-4551-4D6F-917B-819E0BEA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33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一只熊猫怎样变成</a:t>
            </a:r>
          </a:p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9ad6d91e743bf"/>
          <a:stretch xmlns:a="http://schemas.openxmlformats.org/drawingml/2006/main"/>
        </p:blipFill>
        <p:spPr>
          <a:xfrm xmlns:a="http://schemas.openxmlformats.org/drawingml/2006/main">
            <a:off x="8334375" y="2203543"/>
            <a:ext cx="2762250" cy="3117664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7E144B8-1402-4AFF-AF38-2964C92E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从像素到图像数据</a:t>
            </a:r>
          </a:p>
        </p:txBody>
      </p:sp>
    </p:spTree>
    <p:extLst>
      <p:ext uri="{BB962C8B-B14F-4D97-AF65-F5344CB8AC3E}">
        <p14:creationId xmlns:p14="http://schemas.microsoft.com/office/powerpoint/2010/main" val="107153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0FF63-06B8-495D-9417-8E5F0FF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0E57-570A-4843-9D78-8347581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A65791-7030-4A95-9800-D12EBE3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0450b7404b61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AE77-4F8B-4184-A938-B3B282D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AAE1ABD-084F-4C1E-8667-403B80F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</p:spTree>
    <p:extLst>
      <p:ext uri="{BB962C8B-B14F-4D97-AF65-F5344CB8AC3E}">
        <p14:creationId xmlns:p14="http://schemas.microsoft.com/office/powerpoint/2010/main" val="1236105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780FF63-06B8-495D-9417-8E5F0FF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0E57-570A-4843-9D78-8347581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A65791-7030-4A95-9800-D12EBE3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8eaaa2a994d55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AE77-4F8B-4184-A938-B3B282D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AAE1ABD-084F-4C1E-8667-403B80F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30C2-A0A5-4341-8571-D05C7A8E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FCA84-ECA8-49E0-BFDE-EB85BE7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E7537-FA4D-4848-AD8F-C19C57D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BF0FA-745C-4792-A1ED-417429D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5FFE9-EEA2-4E70-BA12-1BAD836E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F8751-2844-45D5-B88D-FC3FBC5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84307-A755-4A4D-A4DC-60DC6541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46929-B76F-43EF-8304-B1539CB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BE8F1-E781-48C7-A3B4-8F691CD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CA893-9CD7-4A2E-A276-1E8EA0ED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A1258-E507-4858-9EDE-D13F6E0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6D405-3281-41E9-9D32-F239EA9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6F29B-0F81-45D7-8D7E-379EA4E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3CC93-17F5-45B3-B1F8-80F252C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DD859-C06D-4D5C-A5D8-4ACEDDB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1E5B2-CF98-4BEE-B5B2-ABBB6D0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7D5B9-32C4-417B-BA92-0A326918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6C25E-1B7C-4A65-805B-C7D3612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06772-69CB-43B7-9B0D-FA644D7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93C8E-BCDE-4A04-81E7-65724DE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2060E-018B-4CDA-B5DC-4D11F8A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E4DEC-7845-491F-B78E-9195710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97BAB-33D2-4B2F-B964-45B8696A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2414E-D27E-44B2-96A6-D4A1546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F9DAF-48F8-4B63-90B5-EDFF24A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35AA8-BA3E-416A-ABCC-F85B5E2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AF5602-B2B2-49ED-B0B0-EA92427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85AB0-F969-47C5-8572-960FD2C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3368FF-BDB1-42F9-816C-2897DD76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0C2FC-7B42-414D-8FA9-39383ED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9EB2D-1434-401D-8C63-344A8C9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CA02A-A06E-44B5-9E4C-BB9532F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A7F8E4-6301-4F99-9F8A-01AC420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3E07F-94D3-4D73-8A8A-B911009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24089E-FBFB-4E72-A7BC-8BBB4476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52F24-16C2-41F1-8A2E-20B6608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368020-49AA-40C5-9786-0E901E3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155758-71A4-4D44-B955-D0CA84C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618AC3-CCAD-4B5B-942C-9D374FC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E6130A-7EB3-4FCC-A193-F0D5C85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DA4DC6-30EA-4BC4-BE70-2DA2D90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F2B89F-F71C-4274-8C35-C4618AE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7EB06A-A570-471C-AD57-0DE1940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AD22E-23FA-4BE6-9A2D-1D8196A8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B6E97C-3330-4F7E-A79C-71DD74F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E425DB-51FA-462D-B006-900816D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408CF5-0814-46B1-9DF0-743585C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EFAB7B-8378-4BDE-B90F-D7281B1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8F84D-7CC9-40AF-B6A5-20BB669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83FDD7-C976-465D-87D8-513BD15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23BA47-3E30-44B6-8ED3-2714D2F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492811-2224-450E-BDA2-B2E3BE1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AA3BB-0170-494D-B135-5216AD2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2A1369-043F-44CB-A9DE-1E577C8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470EEF-33D5-455B-850E-3A86AFC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E7B997-A323-4572-99E0-DB9A942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B49AB7-78AA-4960-97E7-326E0EC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B42A53-F464-476C-BE31-DE28EC5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881A0B-A148-43A5-95CA-04481F5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E1182A-01DE-402D-82AF-A50BAC2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3A7FC1-267B-436E-A33D-4D251FA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BC850A-972D-4304-A266-1C2196B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CB4E48-CC53-4823-A5B3-83144CE1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82B81D-7545-42F9-9560-FEF0F7F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9F0A3F-A0EC-4B75-9563-9315474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3D1FF1-CC86-4C5B-91B6-3575225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D54123-4149-42CF-9904-7D3BE27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D57478-6F25-4F11-B757-22FD868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E874CB-E241-4170-A605-E39F727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D363D6-CC4C-4738-BC81-3A765A0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91D133-9278-42A8-A9D3-5C34282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F03C0D-792A-4BE1-90CA-49C06E0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5CA32F-246C-4C60-BD27-A21E9EB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C40E1F-1B5A-49C5-8128-8608515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42A682-D091-412A-88C5-0564825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EE4B7C-FA79-4C42-8F7A-99E0799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3C22B5-0C6E-4EBD-AC2E-872177EC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F6EB3DA-53F3-4DDC-B990-9E3C0C1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E1ABCB-8FB8-4520-A082-E6F4D4F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4ADBA2-50B6-4C3C-9464-8486580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DD8A70-4273-44A6-95AB-1591F17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0FECD3-939F-4FD1-96AC-F01820F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F76971-BCA1-4012-83FC-AC00838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34E31A-5C54-442A-A2D1-04EE7B6A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746F0D-143A-473C-98EC-9FE9E1E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9CF4F5-B004-40F8-9C54-AED460D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5899EC-D729-4AF8-B5DF-5E29B26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3E617D-E3DB-41B5-8AC9-D8FE51B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1F75E96-DB28-4470-BB81-D0256ED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D9F113-52D4-4D81-82A7-6818995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3512F8-0E79-42BB-8736-8784822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7B35F1-AFE9-47CC-8AAD-7B56B67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13212D-6568-44A3-988B-25BCB97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E23B84-67DA-4670-848A-0FF491F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56704C-20FC-4317-91B2-A1E5802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731A67-F3DC-4212-8120-EAEF5D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1F2F98-31E8-4419-9301-6C9B828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2B741C-763B-4356-AF63-C0B4C84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10664E-79B3-423B-BF16-D20518CD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491B6F-961A-4E6D-AD41-B606535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F6865A-B252-461A-B634-99681AF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C7723AC-3670-42E3-9BAF-9A46538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014169-4355-4631-92F9-4CF7463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E2CAF84-F7E3-4A5E-9B34-8ED354E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C9A5CD-7E07-4D43-89CD-9115CD7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46FD1B-2421-4A90-BD50-33A5167C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D628610-CBD2-4EA0-8F19-189B78D9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60F3FB-7F2B-4859-93AB-3811A3E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0071F2B-FB85-45FB-9F50-0B99ADC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A20EF3-D69F-4753-9668-9005AB5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77F1F62-BA7D-4C9C-B112-FC73C38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AC2C06-C8CA-4A05-8F83-23CF6A3A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2F14976-81F3-4DD9-8953-63C4950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985B0F-BE48-48B7-ACE9-6C7FFE94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13D3EE-CEF4-4445-AB2B-711E32E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5DF3DC5-078C-4568-ABA6-32523B8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A34921-860F-4850-B6E5-FB3355B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CBC483E-901E-43AE-B5B5-C7563ED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FBB50A-7554-4019-B715-3258741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E73C0AB-BA27-44DE-8D60-D44A3CC7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1FC20D4-4307-4611-A7B2-7B945C8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9081A07-5F63-4B15-8B96-6F477F7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AA78206-2AE3-4D8A-924D-E3EB0EF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E862201-4CB3-4A9E-BECE-A878C62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B07678-76BA-4DDE-A64C-B556D73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D3BDA17-EA4F-4FFA-8C23-6CF1E07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DA1FA08-7035-42E4-8529-5014CE4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9EE15F-854A-45D4-A751-8DEB357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DD473DE-1568-4DFF-8A68-793073B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A376031-D414-49E1-99E3-BD02F5A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731EEA4-3726-46B1-BE8E-09E491B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0979473-E3D5-40E4-9797-22D1D78D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9B6827-19FF-4217-AB69-BD751E1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D22CA90-150E-4C2E-A1F4-CB9982B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D8FCCE7-790C-4E82-84B2-80E776E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37E6524-B020-4023-93CC-34E85B0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5E4159-B4C8-41AF-9808-905622F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09B520B-B59E-43CD-BE56-D29BA4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F2F2FEA-819D-4F05-8B8A-87644D1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AF26493-1454-4CE2-A42E-40A6AFEC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F2790E8-FBD5-45C8-B99A-81D2020D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A1C3ED8-E951-4DA8-96A0-C6A472C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0BCC750-AC36-45EE-B453-DC4692C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750C34D-206F-4317-8BF4-B668549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749D378-F34A-40D2-ABC4-4EF26BCF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705EB5B-C47C-457E-8050-97B75A9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0A118D-F2CB-4D3A-AC6E-27600D8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407D856-1064-414E-9833-27EA298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68979A6-C646-489B-A93C-66D919F5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26D4520-B728-4107-B815-74729EF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FC1B561-6A46-405A-BC6C-E1961BB7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5FBBE9B-683A-4AD9-9788-173C3F6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A12C1A0-02BD-448B-8EC5-F2E3682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624284-010F-42D7-998D-7CB0821E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580705F-028C-4EC0-A8E9-B15DA7A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22C4994-F8B1-4715-A755-95064DC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13901DE-6904-4767-8B9A-2C49CA9B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7B8B2EE-DA6A-464F-B097-166F2BE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FF1EEB5-46B7-4CDB-850F-2E55D359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A3207D6-7959-4361-A40B-BD2DA66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24ADE5A-47E7-4128-A2A2-319CF1EC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61423B7-CA53-41B0-BA21-DE36863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80BC736-D156-4794-9134-BF043745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18DAD06-7F50-42D6-8967-4FC9B505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8666A93-EE9A-42BA-9E3A-FB1A0EAF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2CFF52-E831-4E5C-8404-429C101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553FA1-CEA1-4AFD-B134-3653B5D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4E15360-47B6-4ED9-8369-9DF812B6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57B15F6-78E8-4549-9F12-846DF78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BA901C2-8360-4D35-9EC7-9EAF14DB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8639FDB-15D7-429E-9D50-3665516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02324EB-A384-4E2A-A42E-07764C22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9C72306-DFE7-4D1C-ACEB-99F4697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35A4107-736A-4E9A-9FEB-7F698680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31C020-41AF-4863-9163-7CDC951E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A5EED2F-EAC6-4FF8-9ACF-3FBAA81D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6A83FD5-E402-4055-8CBF-A5698AC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FE39432-A967-4146-8922-DC912CA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518C559-5A0D-4EE0-8EF5-D886BC6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BAEAAA-A13A-480E-A8CF-020989E2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EA741C2-46DB-4B54-B2CF-7A1413F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80C28CE-DCE4-4703-9266-DCE618A0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475ACEA-9860-4F6D-96EB-15A0BE1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C7D30F0-5BF4-46C6-B62E-A48B48E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E985674-3632-4001-9718-33A82D9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0B5E8F8-7A78-4460-A031-6559A8C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16C8668-736A-4EE8-AF2A-FCCA5B2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D30BCC0-78E6-4A6F-A1E0-5B7087A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21D4B84-5F9D-4CAA-8E7F-6F044513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56D519F-E114-4FC0-A800-3F9FD8FD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D4104BE-146D-4666-8E69-E422F22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EF9920F-52CD-4593-90B0-04AF774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234C9F4-8A82-434F-B906-AD6C43E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3C0FC94-90A8-4258-B8A2-77E459F1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2848037-6DCB-4214-8868-BB72E24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FE8098A-C193-4442-8D6A-46988ED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148B5F-8F09-4BC6-95A5-4E0F59E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C9A1B7B-C37D-411E-9ACD-18DC7A5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6913D95-A999-4ECB-819D-CE40B67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43B9604-A2DD-47D4-AC04-19859B4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3D596BF-E761-444A-BBAA-34B9D76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C0A51B6-7393-41E2-ADF1-F55B063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451F60C-B916-4AC3-9F18-DECE4A45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97B62D5-619A-4B7E-A4D5-B59B4F8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3CEC2DC-DFA0-4C4D-A64B-65EF8D4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9913CBC-8A46-4B45-9415-D1ADDDFB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7C1A9D7-20FE-442E-99F1-B9599B38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943B66B-35AE-4084-98CD-AF3C324D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D9D7CCA-A456-44B9-BAC0-9BF74D3A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4C41390-D50F-462C-8920-CD04245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EB85C48-7D70-4538-A836-7075AF1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A37ABFF-D55B-4C27-AFBE-3F52F6F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10F6655-AB6B-4C4B-8BFA-A9B8D8E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73A0017-75EF-4D9F-A3FF-99F09C8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538561B-25C8-4796-AF61-0CA4FFF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B830F78-E946-4973-8A98-84EB443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0551978-71F0-4DB0-B425-737FB55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3D25F2B-4B47-4952-840C-AF32E3C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68ED417-0D86-4C6D-8041-EFE7D449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778E8B2-1B11-41F0-A003-FC38C7A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3A00912-7A11-4476-878F-478E8D4A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0982B97-7B03-44CB-B5D1-AC2548C7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AE22CA8-53FC-41E3-A1EE-28266C49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644B42B-E519-45BD-BD1A-64E67E81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D89CA39-28C4-45EA-A60E-FB432C0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6A28198-9AAC-4B91-BAEE-B3F8E36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F930E1D-978D-477A-A592-D96B30D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8E51F28-8262-448F-906D-45A8807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ED5F7B3-DA2E-4CD6-AF64-B25BE4A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44B4CB2-549F-40F9-BF86-153BCB6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CB338F9-A117-4D5F-9CD6-0AA3FA32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54FC15E-E069-4302-8FFE-664958AA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E7747B8-6E2C-4742-9783-F99C2C1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3AB6ABD-6A49-4BA5-BF24-CAC5B69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B946526-6BE5-4CDB-944B-DDE40831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6FAC207-C795-4666-8310-CA21148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3B6F091-89BF-4E51-B66F-92FC8892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0A9CE2F-AA23-4468-BD4D-B13F6DD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309411C-FB5F-48F9-8D5A-FE5FF5D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DC87968-98A0-49ED-85E9-973B15CD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2CBD1D7-6C3A-4826-9BE6-402EA5FA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9F38FE1-8C31-4B4D-BA28-137F347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1F3C0E4-5D02-4897-8100-9E76432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DC03A11-8A7B-4E74-996E-C0C61670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0601BDB-D244-4B08-ACD0-2630D69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FA0F1A7-E1CB-4289-8F7F-2075426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7FE5A25-27DA-4359-9D03-7F9CE09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58C8E5E-5932-4CD2-BC70-98634A94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C542846-2E3D-42D0-BE10-0AE302E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38A9F19-3C88-40E2-9791-5BE4D15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DDDF16B-A5EC-40DD-AB2F-FF041273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845C512-899E-4F4B-8F84-D05372F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3A94D24-C0C7-4F94-AA03-AFC9394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D0C92D9-AC97-4ECD-89F8-AE20CCAA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B54D307-C85E-4ECE-B74A-F48CFCA1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C31D42C-2C89-4D94-B6A9-DD2437C4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F48E4A72-B30F-4F5B-9989-52176FE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像素：位图中的图像单元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25A124B-E9C3-4F68-93D8-7B2223C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3571875"/>
            <a:ext cx="2543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6105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9D05-E91A-4CC1-82F9-B9C174A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E9F8-02E8-4C17-ADF8-AB073F4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ECE97C-3024-4D0B-B1A3-FF4DEB6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cd597767240f6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0738E7-8C8F-4995-AEB8-B204C47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</p:spTree>
    <p:extLst>
      <p:ext uri="{BB962C8B-B14F-4D97-AF65-F5344CB8AC3E}">
        <p14:creationId xmlns:p14="http://schemas.microsoft.com/office/powerpoint/2010/main" val="553243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99D05-E91A-4CC1-82F9-B9C174AD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E9F8-02E8-4C17-ADF8-AB073F49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ECE97C-3024-4D0B-B1A3-FF4DEB6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62924860a4cc1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0738E7-8C8F-4995-AEB8-B204C47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01B074-43FE-42B9-8344-BD190E8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A22F650-407C-4BAB-A1D0-A3688B1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在有限位置采集光的信息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03A14FB-7179-42E3-9BF2-EEFE39F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每处留下一个局部样本</a:t>
            </a:r>
          </a:p>
        </p:txBody>
      </p:sp>
    </p:spTree>
    <p:extLst>
      <p:ext uri="{BB962C8B-B14F-4D97-AF65-F5344CB8AC3E}">
        <p14:creationId xmlns:p14="http://schemas.microsoft.com/office/powerpoint/2010/main" val="553243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4017B-D4F5-4DDD-B831-DB451A7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B23A0-DA69-486F-810A-02FF747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FA1C52-13B4-4A31-83EB-36E34AE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699e7c45a4a86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D31F-C83E-4B05-BCD5-948207E3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8FE2-CADB-4F39-9A4F-4B25BF0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0DD5-FA7E-4DAE-BB97-7081380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215F-64EA-4E71-904F-A955808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20B5-BF7B-45A8-88EE-5D4AD82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7FA6-74EC-4DF0-8AA0-07B4E58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9628C-8F5F-4F3A-9510-4AB80B2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3802B-6952-44C2-B191-FBCB6FC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9135-5A52-4645-BCA8-037CDFB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37B81-C7A1-4DB4-9AD3-D42D0D8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BF26D-EBFF-455F-9715-1BADD37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D7768-B92B-4B5B-BEAE-896B564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8A46-85B1-4DAA-88B4-E2015F9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BDF82-3F61-41FB-AA76-66E8903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5A40-18CF-46AA-89B9-13B4859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BB23-F6F6-450C-9FF6-1E6834C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B51D8-360D-498F-AA8A-5CFD57B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7AFD-135D-4DA0-B6C3-2E2831F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114B669-E9A2-49F2-8FEC-FFA3B48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</p:spTree>
    <p:extLst>
      <p:ext uri="{BB962C8B-B14F-4D97-AF65-F5344CB8AC3E}">
        <p14:creationId xmlns:p14="http://schemas.microsoft.com/office/powerpoint/2010/main" val="1744821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4017B-D4F5-4DDD-B831-DB451A7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B23A0-DA69-486F-810A-02FF747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FA1C52-13B4-4A31-83EB-36E34AE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16da892324fdd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D31F-C83E-4B05-BCD5-948207E3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8FE2-CADB-4F39-9A4F-4B25BF0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0DD5-FA7E-4DAE-BB97-7081380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215F-64EA-4E71-904F-A955808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20B5-BF7B-45A8-88EE-5D4AD82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7FA6-74EC-4DF0-8AA0-07B4E58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9628C-8F5F-4F3A-9510-4AB80B2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3802B-6952-44C2-B191-FBCB6FC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9135-5A52-4645-BCA8-037CDFB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37B81-C7A1-4DB4-9AD3-D42D0D8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BF26D-EBFF-455F-9715-1BADD37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D7768-B92B-4B5B-BEAE-896B564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8A46-85B1-4DAA-88B4-E2015F9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BDF82-3F61-41FB-AA76-66E8903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A5A40-18CF-46AA-89B9-13B4859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2BB23-F6F6-450C-9FF6-1E6834C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B51D8-360D-498F-AA8A-5CFD57B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7AFD-135D-4DA0-B6C3-2E2831F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3114B669-E9A2-49F2-8FEC-FFA3B48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D5C0DEFC-D875-4706-9F91-73E815E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8×8 = 64 个位置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372CBBDF-6075-4772-8873-7D08811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8×8保留二维排列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AD1EE7F8-FD3D-46FF-ACDB-010DCB6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取得样本：采样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744821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48F92-D7CF-4AD0-81B6-2E96C26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CF0B-D33B-43CF-BFC7-258766F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59D238-8607-4080-AD4F-30E3E85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66f63c2d746c6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A7FE-9E41-4902-BBAA-EE27B34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C5FB-80EE-40C3-AE6C-D70697D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B7FA-921E-4C1A-A385-588560E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04B41-103D-4869-A1B6-0624C05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5BF78-F000-4C25-AFD6-DE08C27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08E0-963A-4532-9DD7-99D67FE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F041-DE4E-4F05-9202-C1E8306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8615-858A-4166-913D-C7F64E3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2DE44-A6EC-4A3B-95FD-8EF6D89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32C4-8462-4047-98B3-291086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A8F8-1492-4D14-9D67-A5BB742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093C6-2BEA-40CB-8D4A-041BF26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75CB-9927-4102-AE9A-D2F8277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D082-0250-43D7-A1A2-4A7A2F54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FFC28-88B0-4AA2-B3F3-29DFAA5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44F90-56E0-42E9-B73D-466E6A0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A610B-84FF-4B16-BD28-9CDAFB8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0A182-1939-4034-86AE-B64C8C2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5479B-C507-44F8-980F-67A2D4D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626CFAF-573C-444C-87C5-37C3F66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EC5E7EF-2728-490C-A04E-D38E4BF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D8565-5FE1-4126-A580-FDB11EB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A544EC7-4E97-476A-BEDD-33122B8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5DC5E-9C5D-4BE1-8DF8-10AE989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1340F-9F0B-44C7-B4D1-EEBA376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11094-33B6-4C40-B9E2-E7B3B1F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8424-3524-4103-9EAC-0226E88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3560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48F92-D7CF-4AD0-81B6-2E96C26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FCF0B-D33B-43CF-BFC7-258766F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59D238-8607-4080-AD4F-30E3E85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4bbaab30b400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A7FE-9E41-4902-BBAA-EE27B34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C5FB-80EE-40C3-AE6C-D70697D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B7FA-921E-4C1A-A385-588560E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04B41-103D-4869-A1B6-0624C05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5BF78-F000-4C25-AFD6-DE08C27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508E0-963A-4532-9DD7-99D67FE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F041-DE4E-4F05-9202-C1E8306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8615-858A-4166-913D-C7F64E3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2DE44-A6EC-4A3B-95FD-8EF6D89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32C4-8462-4047-98B3-291086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A8F8-1492-4D14-9D67-A5BB742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093C6-2BEA-40CB-8D4A-041BF269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75CB-9927-4102-AE9A-D2F8277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D082-0250-43D7-A1A2-4A7A2F54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FFC28-88B0-4AA2-B3F3-29DFAA5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44F90-56E0-42E9-B73D-466E6A0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A610B-84FF-4B16-BD28-9CDAFB8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0A182-1939-4034-86AE-B64C8C2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5479B-C507-44F8-980F-67A2D4D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2626CFAF-573C-444C-87C5-37C3F66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AEC5E7EF-2728-490C-A04E-D38E4BF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D8565-5FE1-4126-A580-FDB11EB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A544EC7-4E97-476A-BEDD-33122B8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5DC5E-9C5D-4BE1-8DF8-10AE989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1340F-9F0B-44C7-B4D1-EEBA376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11094-33B6-4C40-B9E2-E7B3B1F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8424-3524-4103-9EAC-0226E88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E31A5-F476-4364-B25E-9277918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A1823A22-ED04-4AF9-AE2D-5E0AC30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映射到有限等级：量化</a:t>
            </a:r>
          </a:p>
        </p:txBody>
      </p:sp>
    </p:spTree>
    <p:extLst>
      <p:ext uri="{BB962C8B-B14F-4D97-AF65-F5344CB8AC3E}">
        <p14:creationId xmlns:p14="http://schemas.microsoft.com/office/powerpoint/2010/main" val="1793560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07D005-2766-41AB-BD5B-EBD765B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B656-177D-4010-8561-D9E70B52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036789-7DC0-4D90-9B69-7053CE88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把同一规则应用到64个样本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e25da420e47cb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22860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B408F-7FCE-486B-8735-B77BA3B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4553-13D9-4FCB-888A-F82A118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034C-32F4-4450-A086-18828B80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81FD1-BE5E-4557-B347-1D62BA3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A9F93-9DCC-44AA-B780-43655B4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0977-9269-4445-A469-C2C79FA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181CB-098F-40E8-861A-2B403B9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ED69A-EA61-4937-A593-5F4AC6B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83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3FCF4-0598-49BC-8AE1-5C3D356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471FC-A5B6-41DC-AAD5-535C6ED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B7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7E6A9-10A9-454D-A2D5-90A24CBA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AADF3-498F-4F57-9660-5A96E44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F9129-D672-439F-AC8F-F538098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B0CAC-461B-46D4-A496-B105B17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CD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F5EFB-7C7A-4BE9-8942-30C0CC15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C2587-AC6F-425C-8C72-B79F00D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E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1F3DF-8C4B-404A-953B-D22EA38C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836BD-FA7B-45F3-8E3D-E3A16BF7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B0F9B-00A5-4D11-A9FD-579562C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BAD9F-F9AB-40B3-BECD-C0B0127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D7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6D18E-3F8A-4C11-A390-1E4F3AF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C6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7A50A-E935-4515-91A1-A748630C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09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1BE16-9F08-4E15-9012-1D4AFCD6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9B425-0DA2-4E35-85C9-13DB0F5D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8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99738-F1D3-42F6-BD7F-4FA9C9EB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5D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DFC3D-0A19-4B38-BE32-6D25C4A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40ECA-34E1-406B-A9CF-9EBA3C8F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A6BFE-C7DB-4CD2-87A5-15D4B3B9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54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75CFC-7ECA-4700-9956-EE264F8C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E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58E35-CDA4-4F6B-B7DF-1CEF07C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BB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44979-B73E-41E1-B3F2-61363DD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65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24315-5B13-4CE3-A47F-80BBB11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56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4026F-B4ED-4630-B597-168FF22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538E4-E647-408D-8AFA-0BA7E71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8C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CF3D14-9231-490A-A180-87D6B92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10C74-C771-4411-AB6E-C3046D6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F9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FF7FF3-6157-495C-8FA6-B760831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4F24E-ED9C-4096-968D-D0AD8B9E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4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87214-4B18-4DDB-9F30-DDF599D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97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7FDE68-1C38-4FDF-9FC8-585A61B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77271B-6DA1-4AC0-B0E4-AC3318B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B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3F5B16-1486-4950-B5BE-2E8FA24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95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47831D-2E71-46FE-9A76-40CBB69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A7A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4156D8-98D6-483E-8329-4908971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C9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8D1202-DCD5-4242-8460-8DE8039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A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B53B67-E676-4584-AA0D-0133529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D673-2CB5-4578-A36F-5CE8FE5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08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D098E-082C-4C4B-9201-E537007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84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24F3B9-16A8-41A1-BDE2-60E4869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C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23E2F1-1833-4DA2-ACC3-4DF6E647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1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A53B49-9C60-42BD-A436-79747C48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2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4F0205-F617-43D8-AA83-C5F56C1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2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9F3EC9-45E8-496E-B0F8-B61E7880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89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06B879-3FB3-4BB2-9EFD-26F7AD3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929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08D1FF-4E74-4C45-8DE5-55A3586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D6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1EF68E-14B3-47C3-8A97-CBEC09A3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B1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99BA2D-985E-4D1F-9CE3-B841C46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E2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125ED-71A5-4184-8E92-D27E24C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72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C8CDB6-F8DA-418B-B223-1803D49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8C56F8-1A1E-41D8-B8A2-F351D5E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81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23A448-FE2F-4DE5-8316-92CAB79E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32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FC3F78-2C7D-4585-82A1-779D389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8787A5-7F6D-4C78-B6AB-089A74D7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5F4DE3-3CFB-4464-9149-353C424B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8ED76E-2351-44C8-AA88-216AFE7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332849-06DA-4A89-8040-825463F0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E44604-9CCC-487B-947A-6C36EF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CBAABB-4D24-4A41-91D3-C481B4E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C27ED7-2D21-4572-A84E-0E0C00F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9194A6-E5D6-4402-B94A-E343D3D8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71797A-7266-4F81-BC5B-967A113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DD62FC-F150-4A9F-86A4-800D1E6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C6F17B-108E-4EFC-B59A-4B7CE6DE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CCBEE0-C800-447E-A042-5597AAD0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60BC50-BACB-4E3D-9148-F3C63CFB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FA0BE6-1C30-4CF0-A93A-883CCC5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871BE5-EB0F-4739-9FFD-977F1FAD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47FEBC3-0839-43F4-8CBA-FBD011A3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DFAFED-6560-43E9-AC8B-08B79D1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C7B8FD-E143-463D-ACD9-AACD3C9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B6EF96-CF41-4253-9135-33624AF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CFC9C4-2368-4234-AE86-7C325C2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C27CF3-88F3-4386-A32A-E7D3588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387BE5-9D4F-441C-ACAF-1D36DC9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B32F9D-292B-459D-9626-88F683E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17C321-3180-4046-86A3-1BDDF56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3D646D-ECE0-45FD-A1C3-26B6546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9F7933-2D39-46D2-B5F8-7DB5ABF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31606B-13D7-4503-A458-4AB5940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A67CD8-5CF7-44E8-BB93-479CB72F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8F5F1F-903F-4D36-85EE-7595FFE8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E17889-AE5C-499E-AA31-E993D0B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AA5B57-F3E6-4014-A044-BF7A9BE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2DBCE36-6D7F-477D-83CB-124CE400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894FC8-FAC2-4415-A987-DA0D510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1BD07B-F35C-4D8F-AE23-E04615A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801364-F726-46FC-9754-6D6B3C51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F11AE3-D2B5-4AAB-9E32-1E6DD94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1B64B3-88F0-46B6-8F5F-992AE81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696D15-C52B-423C-9AA8-2EB1A33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68096E-36B9-41B9-AA22-00FD2C40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A0BFDD-AD35-4CA3-90AC-79D147E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245C58-B2AF-42EF-8F46-07AEECD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EC2D3C2-6B3D-4EC9-B87B-211265E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2CE71D-CCAF-47A3-8CA6-B352C43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B19B87-E546-44CE-807B-FE2BA72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528EEB-AE57-4CC6-843F-CCFAFB2D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C8B87D-15CD-44E9-AE8D-926EA80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601CC2E-FF6F-4FD3-A55A-6A8852BA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4734C0-5F33-47D2-AA9A-84F8EDF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F3F60D3-1DF5-472A-BCCE-FD66A1C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177ECB-608A-4803-97E1-ACD2C27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B5F23D-48A3-4DAF-952E-FAF77A1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2FEB7A-E6E3-4C9E-B028-3AA9926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8070FC-A9AF-4304-BDDA-C46BF06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7911BE-A531-4E8A-A5DD-807087B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738E70D-561A-4A7C-91E0-4CA5668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EC58A2-397F-411C-BAB6-9F5A224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E2753D-1599-47B6-8CBC-D3E4D69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94B76E-CB1A-46C4-A2E3-68E4A1D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4B641C-62F7-45A6-B853-BBB70F8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11CDDE8-FAFB-4336-9A14-0AEFF324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0F17BA-A831-4F4C-94D4-FB9A26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7BA1588-D323-47EE-9BB1-1C229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B29FAB4-E81E-4077-8D8F-DC70908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CE8426E-4E08-48DA-941C-0FE3EA5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2B520F-FF7C-4E98-B210-5E11A78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0971EC4-F229-403B-A369-EC90C8E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text-131">
            <a:extLst xmlns:a="http://schemas.openxmlformats.org/drawingml/2006/main">
              <a:ext uri="{FF2B5EF4-FFF2-40B4-BE49-F238E27FC236}">
                <a16:creationId xmlns:a16="http://schemas.microsoft.com/office/drawing/2014/main" id="{90DEDF9E-DA75-4963-B595-14D6ED4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原图同一区域</a:t>
            </a:r>
          </a:p>
        </p:txBody>
      </p:sp>
      <p:sp>
        <p:nvSpPr>
          <p:cNvPr id="134" name="text-132">
            <a:extLst xmlns:a="http://schemas.openxmlformats.org/drawingml/2006/main">
              <a:ext uri="{FF2B5EF4-FFF2-40B4-BE49-F238E27FC236}">
                <a16:creationId xmlns:a16="http://schemas.microsoft.com/office/drawing/2014/main" id="{2B9F4BDE-236A-488E-B803-5BCE373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每格的平均色</a:t>
            </a:r>
          </a:p>
        </p:txBody>
      </p:sp>
      <p:sp>
        <p:nvSpPr>
          <p:cNvPr id="135" name="text-133">
            <a:extLst xmlns:a="http://schemas.openxmlformats.org/drawingml/2006/main">
              <a:ext uri="{FF2B5EF4-FFF2-40B4-BE49-F238E27FC236}">
                <a16:creationId xmlns:a16="http://schemas.microsoft.com/office/drawing/2014/main" id="{ABF44BEE-8363-4307-B134-8CF79BAD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限制为4种颜色</a:t>
            </a:r>
          </a:p>
        </p:txBody>
      </p:sp>
      <p:sp>
        <p:nvSpPr>
          <p:cNvPr id="136" name="text-134">
            <a:extLst xmlns:a="http://schemas.openxmlformats.org/drawingml/2006/main">
              <a:ext uri="{FF2B5EF4-FFF2-40B4-BE49-F238E27FC236}">
                <a16:creationId xmlns:a16="http://schemas.microsoft.com/office/drawing/2014/main" id="{48D6A4A4-98A7-43D1-B01C-9181C14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7" name="text-135">
            <a:extLst xmlns:a="http://schemas.openxmlformats.org/drawingml/2006/main">
              <a:ext uri="{FF2B5EF4-FFF2-40B4-BE49-F238E27FC236}">
                <a16:creationId xmlns:a16="http://schemas.microsoft.com/office/drawing/2014/main" id="{A17F91F1-9543-4C24-A11A-73793692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8" name="text-136">
            <a:extLst xmlns:a="http://schemas.openxmlformats.org/drawingml/2006/main">
              <a:ext uri="{FF2B5EF4-FFF2-40B4-BE49-F238E27FC236}">
                <a16:creationId xmlns:a16="http://schemas.microsoft.com/office/drawing/2014/main" id="{5A1FED8A-CE61-4B8B-ADA0-5947BDB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采样确定位置；量化选择有限颜色。</a:t>
            </a:r>
          </a:p>
        </p:txBody>
      </p:sp>
    </p:spTree>
    <p:extLst>
      <p:ext uri="{BB962C8B-B14F-4D97-AF65-F5344CB8AC3E}">
        <p14:creationId xmlns:p14="http://schemas.microsoft.com/office/powerpoint/2010/main" val="2044473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A3F08-4058-4322-A5ED-80C097B8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00625-BA74-4CAE-908C-00B4E01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3C2484-18C1-4D98-A20F-563C229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EDAC18-B36E-4439-9548-3B71224E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625D-8C08-46C9-8BFA-89D0D1C1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6922-FBE7-460D-AAE9-66800BC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1F0F-9482-404A-BDE1-B716E64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1203E-91E3-4B4F-A316-1EE1953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2917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A3F08-4058-4322-A5ED-80C097B8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00625-BA74-4CAE-908C-00B4E01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3C2484-18C1-4D98-A20F-563C229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EDAC18-B36E-4439-9548-3B71224E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625D-8C08-46C9-8BFA-89D0D1C1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6922-FBE7-460D-AAE9-66800BC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1F0F-9482-404A-BDE1-B716E64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1203E-91E3-4B4F-A316-1EE1953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9288980-F320-47A4-AC7E-08CD1FD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472917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C30F89-647E-40E1-8239-8A31A6C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A03C-AEE0-418B-B8CE-379B0F2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99B9CE-9A1D-4557-B48C-222CD5C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567E-578C-433D-9B8C-3CD7DC8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2C2C6-8934-4D64-90E0-96B7DAA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2360-872B-47C8-B0D1-A3238EE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23EDD7-B8AD-47C6-B599-4FDB4D0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2F5F-525B-451F-8286-21F2687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102BD4D-9DCC-4ADD-A6F6-F8F63CF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05C3-DF92-45FE-B79E-BB1CD5A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BE63B8-0AEE-4B84-834D-A71D4624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9CD-89D7-4392-BF41-D9ADFCD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156CB82-6C48-4183-943E-AC95FB6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A549-ABD8-4FD3-9E75-F2E7B58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3B6CB5C-1C99-4CB9-9FAB-4371A2C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D5A-8018-45BE-817D-33BACDE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F1A640B-FE2F-4235-A357-136F27D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5110A-CC0D-493D-AA21-BBE6789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25BD792-F9C5-4F0F-8F7B-B5A9681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79AF7-2E89-4F9F-B6A3-1C35542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AC6E751-74F1-46E3-BB14-934035B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11E2C-F298-417D-B1F5-29704F6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879B6D1-19FE-4FE4-9AE6-DF2FE44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FCCAD-0C0D-4634-B369-D05D4CE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298F889-FCA1-48D8-A249-4759D19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6715-304B-49AB-8A18-7E262A0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6AF515B-6E20-49F7-B20C-424139F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FCE59-1568-4C06-9BB4-9E8D447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B2FD00A-DA94-489D-AC48-61BD3C3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971F0-8362-46D2-B09C-0246204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ABFEC52E-5648-4A22-B11F-8BA5F27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11F0F-9480-4E69-892D-CC1919A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1BA6820C-66C0-41F2-8AE4-8429589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2BE0C-5A13-41A1-B118-B7FDA9E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42E91CF-8986-401C-8D5C-FFC20F7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7CE51-477D-4D1F-9481-BB01099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6B2F499-99AC-4728-8974-998EAD6D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74065-A2DA-4E80-BFAD-E6717837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5586E-63C1-44FE-BF52-B444708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14920-C271-4FAE-92CE-85852C1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AE42E56B-E805-4326-A938-F61E197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9BC13-A632-479D-B69E-F0C92AB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9BDE4538-79F7-439C-8C91-606FAFD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BF1E03-F3B0-406B-A2CF-24FA63E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4EA2216A-AA24-4F46-B268-3803DA5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4D764-14EB-4A85-B4A1-58553F7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8F344D18-C776-46DC-9271-8E8FEFA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141A9-0313-4583-A100-FCA47FD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C80406E-ADD0-4E94-99D4-040CA62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8B1713-B74E-4547-8D9B-0462BAD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1714FDFC-AA69-4095-9860-6228337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81192-CBDF-4B2B-BCD7-5A3C43D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D86F151-B8E9-4664-99CF-49C5758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B1D49A-6F37-49F2-9D41-A5B222A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C9FEB2E9-4F9B-4779-9CB8-875F54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2F576-9BB7-4D82-B7C9-B1EA4E3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0844E062-D2D7-431E-B994-D29E867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F9CAE-616D-4F49-AC97-6908662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95B194E8-0E3B-4639-A93C-1868FBD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679DAF-4344-4568-8968-BC3540D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2CDB0D13-6DFC-4DA4-B95F-3DCBA8E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DE4DF4-45B1-4608-BE39-8BC6AC7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72CF3464-B0AD-4CD5-996B-516E2BD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82F76-5B70-44D3-990A-38B45D3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FA489069-C3D6-4FF3-91D3-4893CD7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B40673-8BD6-4BFE-BF66-67EBD46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04A4D933-841D-4707-8D75-4B9F6D3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F0F570-54B3-4A4B-95EF-3D67A72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18A4E9E7-93F6-476C-9E75-6D85743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B4640E-3A88-4898-B254-CE78D33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4610FA11-9703-4D8D-8108-8C2D9BF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655AD5-559E-402C-9FAE-E02781F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7233867-E4A8-42DB-89E2-E728D4AF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3E3342-8B81-4B37-B833-E697D5E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C72FEECD-3C10-4F9F-A10E-E76A5FF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55E348-BB73-41AC-914C-E1857A66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7781BFB-D40A-4271-A77D-FC23D78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67B452-7760-4412-B716-29F1CA5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7B5E846D-88E3-4D6C-AB70-F16FF90F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260F37-7819-4C9D-85A0-7BFC901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AC8B3D7-9C36-4507-A03B-84C46B5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77EEFA-30E1-4C9B-B213-7292C84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3D1C4DA7-DE39-446C-8FC5-9B5B23E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FA0973-DA78-4AF0-B966-BA3FA79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794C93E0-1A68-4AD1-BBAC-721FE74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224F41-C4AD-45F0-9783-1C2BE7F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F231B0D-75B3-49FF-B338-A5E81C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D9CF22-B7E5-4952-B95A-C045ED1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2D0A1F5-21BA-4932-8C8B-6F275C1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9153D9-59EE-4276-8A30-FDFECE0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2AB0F3F0-1EBB-4335-A55E-433E4B1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62FA9B-A61E-4AA8-B2B1-ACABC6C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891CB1B0-A8BE-452E-A80D-6640F0B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19E32-FA2E-48E6-AA1C-4B5F056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E2B2DBE5-21D7-4ED3-A892-4A69500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4F6589-B3F4-416F-8F65-DC45DC8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AC7A4463-275D-4E31-A6D7-8CBEC25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DD389C-BCD1-47A9-B05B-E4870F8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9FF8CF04-B98B-495A-A801-65D5A9D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B26D97-EA8F-4E89-95ED-D35EC08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FD5304F2-4AA9-41E1-8A9E-3FE33D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B1FC01-CAF0-47FD-A6B4-F58EC01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80D8A2DD-2807-4A1F-ABD3-6CE9D2B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C08DBC-7611-442B-8FEB-FBCA351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6C18B-DB6D-4AFA-BBC6-43B1786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7DF3B6-B658-411E-B267-EE69AD5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CFBEA50D-B5A9-4BA2-A210-B7EDC14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D3D19D-674B-483D-B313-EEC3F8C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9E3FF297-2A62-42C5-99C0-4E71673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ECB686-626B-48C7-87BB-81BA508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3D78DDC6-0D77-494B-B07A-810D7BB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38EFCC-73B2-4DF9-935C-30327B9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CF52BC09-3E49-4E65-8B50-60E9E39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B7D154-6F46-4C58-BD8A-2DBFB48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956268A3-1638-45DA-AF75-8ABB3A9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3E6218-F94A-4AD2-A4E5-C6C772C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F9E7B3-4EFC-4AEB-AF79-90B2F38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433969-05A6-4BCC-9B33-7A85380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99252-E059-45AC-94F2-E50B421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02AF06-4D4E-44AD-9DE2-17A36B1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FA7D397F-96C5-4C16-BDD0-997F9B1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ABD929-B396-4E34-AC06-82F697C5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2B16BA80-F68B-4DE1-8727-926BB68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7E5D6E-F2C5-4F7B-934B-558CF8B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5392F813-6F8B-4A27-A78A-F6B17AA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3A3884-54A4-4086-B4B5-1339186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2D31BE8C-87D7-4A46-9915-1D1BC2F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6CFAA5-A02C-4302-9225-57AFE95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3B65E03D-5A63-41E7-8F86-CD60948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5AFE5A-769A-40C2-AF09-CF80BDC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A67A5F0D-7D3C-48D8-A54F-231DCB2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55B846-CECF-4FF8-87A1-58B59E9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27B78EB3-D338-46C4-86CB-D65A686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D998EED9-1EF3-46CE-A36A-586EE52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</p:spTree>
    <p:extLst>
      <p:ext uri="{BB962C8B-B14F-4D97-AF65-F5344CB8AC3E}">
        <p14:creationId xmlns:p14="http://schemas.microsoft.com/office/powerpoint/2010/main" val="208764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3C30F89-647E-40E1-8239-8A31A6C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A03C-AEE0-418B-B8CE-379B0F2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99B9CE-9A1D-4557-B48C-222CD5C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567E-578C-433D-9B8C-3CD7DC8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2C2C6-8934-4D64-90E0-96B7DAA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2360-872B-47C8-B0D1-A3238EE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23EDD7-B8AD-47C6-B599-4FDB4D0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2F5F-525B-451F-8286-21F2687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102BD4D-9DCC-4ADD-A6F6-F8F63CF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05C3-DF92-45FE-B79E-BB1CD5A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BE63B8-0AEE-4B84-834D-A71D4624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9CD-89D7-4392-BF41-D9ADFCD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156CB82-6C48-4183-943E-AC95FB61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A549-ABD8-4FD3-9E75-F2E7B584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43B6CB5C-1C99-4CB9-9FAB-4371A2C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D5A-8018-45BE-817D-33BACDE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F1A640B-FE2F-4235-A357-136F27D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5110A-CC0D-493D-AA21-BBE6789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25BD792-F9C5-4F0F-8F7B-B5A9681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79AF7-2E89-4F9F-B6A3-1C35542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AC6E751-74F1-46E3-BB14-934035B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11E2C-F298-417D-B1F5-29704F6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879B6D1-19FE-4FE4-9AE6-DF2FE44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FCCAD-0C0D-4634-B369-D05D4CE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298F889-FCA1-48D8-A249-4759D19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26715-304B-49AB-8A18-7E262A0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06AF515B-6E20-49F7-B20C-424139F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FCE59-1568-4C06-9BB4-9E8D447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B2FD00A-DA94-489D-AC48-61BD3C3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971F0-8362-46D2-B09C-0246204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ABFEC52E-5648-4A22-B11F-8BA5F27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11F0F-9480-4E69-892D-CC1919A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1BA6820C-66C0-41F2-8AE4-8429589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C2BE0C-5A13-41A1-B118-B7FDA9E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42E91CF-8986-401C-8D5C-FFC20F7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7CE51-477D-4D1F-9481-BB01099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96B2F499-99AC-4728-8974-998EAD6D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74065-A2DA-4E80-BFAD-E6717837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1C5586E-63C1-44FE-BF52-B444708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14920-C271-4FAE-92CE-85852C1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AE42E56B-E805-4326-A938-F61E197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9BC13-A632-479D-B69E-F0C92AB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9BDE4538-79F7-439C-8C91-606FAFD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BF1E03-F3B0-406B-A2CF-24FA63E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4EA2216A-AA24-4F46-B268-3803DA5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4D764-14EB-4A85-B4A1-58553F7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8F344D18-C776-46DC-9271-8E8FEFA3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141A9-0313-4583-A100-FCA47FD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AC80406E-ADD0-4E94-99D4-040CA62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8B1713-B74E-4547-8D9B-0462BAD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1714FDFC-AA69-4095-9860-6228337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81192-CBDF-4B2B-BCD7-5A3C43D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D86F151-B8E9-4664-99CF-49C5758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B1D49A-6F37-49F2-9D41-A5B222A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C9FEB2E9-4F9B-4779-9CB8-875F54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2F576-9BB7-4D82-B7C9-B1EA4E3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0844E062-D2D7-431E-B994-D29E867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F9CAE-616D-4F49-AC97-6908662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95B194E8-0E3B-4639-A93C-1868FBD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679DAF-4344-4568-8968-BC3540D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2CDB0D13-6DFC-4DA4-B95F-3DCBA8E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DE4DF4-45B1-4608-BE39-8BC6AC7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72CF3464-B0AD-4CD5-996B-516E2BD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82F76-5B70-44D3-990A-38B45D3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FA489069-C3D6-4FF3-91D3-4893CD7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B40673-8BD6-4BFE-BF66-67EBD46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04A4D933-841D-4707-8D75-4B9F6D3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F0F570-54B3-4A4B-95EF-3D67A72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18A4E9E7-93F6-476C-9E75-6D85743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B4640E-3A88-4898-B254-CE78D33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4610FA11-9703-4D8D-8108-8C2D9BF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655AD5-559E-402C-9FAE-E02781F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7233867-E4A8-42DB-89E2-E728D4AF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3E3342-8B81-4B37-B833-E697D5E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C72FEECD-3C10-4F9F-A10E-E76A5FF0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55E348-BB73-41AC-914C-E1857A66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7781BFB-D40A-4271-A77D-FC23D78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67B452-7760-4412-B716-29F1CA5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7B5E846D-88E3-4D6C-AB70-F16FF90F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260F37-7819-4C9D-85A0-7BFC901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AC8B3D7-9C36-4507-A03B-84C46B5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77EEFA-30E1-4C9B-B213-7292C84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3D1C4DA7-DE39-446C-8FC5-9B5B23E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FA0973-DA78-4AF0-B966-BA3FA79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794C93E0-1A68-4AD1-BBAC-721FE74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224F41-C4AD-45F0-9783-1C2BE7F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F231B0D-75B3-49FF-B338-A5E81C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D9CF22-B7E5-4952-B95A-C045ED1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2D0A1F5-21BA-4932-8C8B-6F275C1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9153D9-59EE-4276-8A30-FDFECE0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2AB0F3F0-1EBB-4335-A55E-433E4B1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62FA9B-A61E-4AA8-B2B1-ACABC6C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891CB1B0-A8BE-452E-A80D-6640F0B5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19E32-FA2E-48E6-AA1C-4B5F056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E2B2DBE5-21D7-4ED3-A892-4A69500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4F6589-B3F4-416F-8F65-DC45DC8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AC7A4463-275D-4E31-A6D7-8CBEC25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DD389C-BCD1-47A9-B05B-E4870F82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9FF8CF04-B98B-495A-A801-65D5A9D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B26D97-EA8F-4E89-95ED-D35EC08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FD5304F2-4AA9-41E1-8A9E-3FE33D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B1FC01-CAF0-47FD-A6B4-F58EC01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80D8A2DD-2807-4A1F-ABD3-6CE9D2B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C08DBC-7611-442B-8FEB-FBCA351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6C18B-DB6D-4AFA-BBC6-43B1786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7DF3B6-B658-411E-B267-EE69AD5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CFBEA50D-B5A9-4BA2-A210-B7EDC14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9D3D19D-674B-483D-B313-EEC3F8C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9E3FF297-2A62-42C5-99C0-4E71673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ECB686-626B-48C7-87BB-81BA508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3D78DDC6-0D77-494B-B07A-810D7BBA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38EFCC-73B2-4DF9-935C-30327B9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CF52BC09-3E49-4E65-8B50-60E9E39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B7D154-6F46-4C58-BD8A-2DBFB48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956268A3-1638-45DA-AF75-8ABB3A9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3E6218-F94A-4AD2-A4E5-C6C772C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F9E7B3-4EFC-4AEB-AF79-90B2F38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433969-05A6-4BCC-9B33-7A85380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99252-E059-45AC-94F2-E50B421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02AF06-4D4E-44AD-9DE2-17A36B1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FA7D397F-96C5-4C16-BDD0-997F9B1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ABD929-B396-4E34-AC06-82F697C5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2B16BA80-F68B-4DE1-8727-926BB68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7E5D6E-F2C5-4F7B-934B-558CF8B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5392F813-6F8B-4A27-A78A-F6B17AAB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3A3884-54A4-4086-B4B5-1339186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2D31BE8C-87D7-4A46-9915-1D1BC2F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6CFAA5-A02C-4302-9225-57AFE95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3B65E03D-5A63-41E7-8F86-CD60948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5AFE5A-769A-40C2-AF09-CF80BDC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A67A5F0D-7D3C-48D8-A54F-231DCB2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55B846-CECF-4FF8-87A1-58B59E9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27B78EB3-D338-46C4-86CB-D65A686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D998EED9-1EF3-46CE-A36A-586EE52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E2D1409-F005-4E45-8459-B2D04F5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text-135">
            <a:extLst xmlns:a="http://schemas.openxmlformats.org/drawingml/2006/main">
              <a:ext uri="{FF2B5EF4-FFF2-40B4-BE49-F238E27FC236}">
                <a16:creationId xmlns:a16="http://schemas.microsoft.com/office/drawing/2014/main" id="{0F65C346-BDE0-4A03-ABB2-ABA1B63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961F5ED-EA5F-421D-8FEE-367AA03A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text-137">
            <a:extLst xmlns:a="http://schemas.openxmlformats.org/drawingml/2006/main">
              <a:ext uri="{FF2B5EF4-FFF2-40B4-BE49-F238E27FC236}">
                <a16:creationId xmlns:a16="http://schemas.microsoft.com/office/drawing/2014/main" id="{CB7B8C1D-4314-4A75-A24A-88FE689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1225E5-2537-4317-B83B-D1A7BC22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text-139">
            <a:extLst xmlns:a="http://schemas.openxmlformats.org/drawingml/2006/main">
              <a:ext uri="{FF2B5EF4-FFF2-40B4-BE49-F238E27FC236}">
                <a16:creationId xmlns:a16="http://schemas.microsoft.com/office/drawing/2014/main" id="{11045FA7-C7D3-4416-B974-B449CCD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57B0B62-857E-4D45-8391-9CF86E1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text-141">
            <a:extLst xmlns:a="http://schemas.openxmlformats.org/drawingml/2006/main">
              <a:ext uri="{FF2B5EF4-FFF2-40B4-BE49-F238E27FC236}">
                <a16:creationId xmlns:a16="http://schemas.microsoft.com/office/drawing/2014/main" id="{9D6A5972-EDC7-4531-9CA4-1349802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2066791-41F3-4B2F-9F22-CE0FFC2C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text-143">
            <a:extLst xmlns:a="http://schemas.openxmlformats.org/drawingml/2006/main">
              <a:ext uri="{FF2B5EF4-FFF2-40B4-BE49-F238E27FC236}">
                <a16:creationId xmlns:a16="http://schemas.microsoft.com/office/drawing/2014/main" id="{193A126D-571F-4374-9AAC-CCCB2A3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83FBE7F-7F42-4729-B5C2-43FFE5F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text-145">
            <a:extLst xmlns:a="http://schemas.openxmlformats.org/drawingml/2006/main">
              <a:ext uri="{FF2B5EF4-FFF2-40B4-BE49-F238E27FC236}">
                <a16:creationId xmlns:a16="http://schemas.microsoft.com/office/drawing/2014/main" id="{4E0A42C6-A11B-4DBF-B839-43BFFE3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11DCFB2-A35E-4B96-86A4-09AAFE0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text-147">
            <a:extLst xmlns:a="http://schemas.openxmlformats.org/drawingml/2006/main">
              <a:ext uri="{FF2B5EF4-FFF2-40B4-BE49-F238E27FC236}">
                <a16:creationId xmlns:a16="http://schemas.microsoft.com/office/drawing/2014/main" id="{DA884259-7999-4EA5-B53D-D67FCE5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F1D7B6-917C-4203-9B22-DFC885E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text-149">
            <a:extLst xmlns:a="http://schemas.openxmlformats.org/drawingml/2006/main">
              <a:ext uri="{FF2B5EF4-FFF2-40B4-BE49-F238E27FC236}">
                <a16:creationId xmlns:a16="http://schemas.microsoft.com/office/drawing/2014/main" id="{A1B67C64-6134-4F88-9509-36F99A3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FD1CB44-7C3D-4941-B9A4-4DCC492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text-151">
            <a:extLst xmlns:a="http://schemas.openxmlformats.org/drawingml/2006/main">
              <a:ext uri="{FF2B5EF4-FFF2-40B4-BE49-F238E27FC236}">
                <a16:creationId xmlns:a16="http://schemas.microsoft.com/office/drawing/2014/main" id="{6D712925-78CD-43F6-889A-96BECB21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6281671-8331-4C6E-A732-3990B31E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text-153">
            <a:extLst xmlns:a="http://schemas.openxmlformats.org/drawingml/2006/main">
              <a:ext uri="{FF2B5EF4-FFF2-40B4-BE49-F238E27FC236}">
                <a16:creationId xmlns:a16="http://schemas.microsoft.com/office/drawing/2014/main" id="{30EA8DB4-707F-48BA-BB56-F8B0C4F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82A6589-D520-46CC-8665-896B811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text-155">
            <a:extLst xmlns:a="http://schemas.openxmlformats.org/drawingml/2006/main">
              <a:ext uri="{FF2B5EF4-FFF2-40B4-BE49-F238E27FC236}">
                <a16:creationId xmlns:a16="http://schemas.microsoft.com/office/drawing/2014/main" id="{A1A5CE5C-C62E-44C1-A522-1435BB9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80AECE-89C7-44FA-BFCD-71A5A17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BF8D3C04-8212-4F75-BB41-F20D9EE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4377AB5-0782-4F53-A4E9-44370619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text-159">
            <a:extLst xmlns:a="http://schemas.openxmlformats.org/drawingml/2006/main">
              <a:ext uri="{FF2B5EF4-FFF2-40B4-BE49-F238E27FC236}">
                <a16:creationId xmlns:a16="http://schemas.microsoft.com/office/drawing/2014/main" id="{79FBCDFB-E997-4F5E-96EB-64A6E2F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EE15A9F-DCAC-4C41-985A-1F7752A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AE2CC636-10F9-4C0C-A705-A4ACFFF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2193C7D-8759-47EB-A1C9-7A0FB77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text-163">
            <a:extLst xmlns:a="http://schemas.openxmlformats.org/drawingml/2006/main">
              <a:ext uri="{FF2B5EF4-FFF2-40B4-BE49-F238E27FC236}">
                <a16:creationId xmlns:a16="http://schemas.microsoft.com/office/drawing/2014/main" id="{2BDA23F7-4A78-44D2-BDE5-7A4F3AD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653319E-1AE9-45C5-988D-5E793BD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text-165">
            <a:extLst xmlns:a="http://schemas.openxmlformats.org/drawingml/2006/main">
              <a:ext uri="{FF2B5EF4-FFF2-40B4-BE49-F238E27FC236}">
                <a16:creationId xmlns:a16="http://schemas.microsoft.com/office/drawing/2014/main" id="{F92119C0-C805-4A27-BB9B-1022296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5447B00-56BF-4453-9CDE-E605862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text-167">
            <a:extLst xmlns:a="http://schemas.openxmlformats.org/drawingml/2006/main">
              <a:ext uri="{FF2B5EF4-FFF2-40B4-BE49-F238E27FC236}">
                <a16:creationId xmlns:a16="http://schemas.microsoft.com/office/drawing/2014/main" id="{02A86D76-C2FD-4D0B-8888-93CA7733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01621CA-1F7D-40D6-AA8B-0ECCF17B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text-169">
            <a:extLst xmlns:a="http://schemas.openxmlformats.org/drawingml/2006/main">
              <a:ext uri="{FF2B5EF4-FFF2-40B4-BE49-F238E27FC236}">
                <a16:creationId xmlns:a16="http://schemas.microsoft.com/office/drawing/2014/main" id="{DBD211E3-96C3-458E-8650-71B0C5E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1D6A385-F63A-4BBB-B28F-07B3452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text-171">
            <a:extLst xmlns:a="http://schemas.openxmlformats.org/drawingml/2006/main">
              <a:ext uri="{FF2B5EF4-FFF2-40B4-BE49-F238E27FC236}">
                <a16:creationId xmlns:a16="http://schemas.microsoft.com/office/drawing/2014/main" id="{74C48392-A531-40C7-84E7-36F74614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D8E8E3E-B674-4E50-8D7D-8F598AB8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text-173">
            <a:extLst xmlns:a="http://schemas.openxmlformats.org/drawingml/2006/main">
              <a:ext uri="{FF2B5EF4-FFF2-40B4-BE49-F238E27FC236}">
                <a16:creationId xmlns:a16="http://schemas.microsoft.com/office/drawing/2014/main" id="{3B56E683-4F1E-44CD-8A97-4602325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C2B10DA-BBA7-4AD1-8599-60782AD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text-175">
            <a:extLst xmlns:a="http://schemas.openxmlformats.org/drawingml/2006/main">
              <a:ext uri="{FF2B5EF4-FFF2-40B4-BE49-F238E27FC236}">
                <a16:creationId xmlns:a16="http://schemas.microsoft.com/office/drawing/2014/main" id="{F7A6E8F1-D0B5-4D05-A212-D3AC94C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7BE78CE-FF97-4022-ACCF-A00B519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text-177">
            <a:extLst xmlns:a="http://schemas.openxmlformats.org/drawingml/2006/main">
              <a:ext uri="{FF2B5EF4-FFF2-40B4-BE49-F238E27FC236}">
                <a16:creationId xmlns:a16="http://schemas.microsoft.com/office/drawing/2014/main" id="{B0FD7572-73C3-4E42-A70B-381775A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97766C2-A462-40E5-8D98-3AAE495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text-179">
            <a:extLst xmlns:a="http://schemas.openxmlformats.org/drawingml/2006/main">
              <a:ext uri="{FF2B5EF4-FFF2-40B4-BE49-F238E27FC236}">
                <a16:creationId xmlns:a16="http://schemas.microsoft.com/office/drawing/2014/main" id="{F032C257-89A8-45FB-9B12-ED00FE5C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A33B19E-B3BD-4A8C-8998-241BC6A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text-181">
            <a:extLst xmlns:a="http://schemas.openxmlformats.org/drawingml/2006/main">
              <a:ext uri="{FF2B5EF4-FFF2-40B4-BE49-F238E27FC236}">
                <a16:creationId xmlns:a16="http://schemas.microsoft.com/office/drawing/2014/main" id="{FB693914-784D-438C-9601-E171778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8788F56-55B1-4D6C-98E1-2D370FF6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text-183">
            <a:extLst xmlns:a="http://schemas.openxmlformats.org/drawingml/2006/main">
              <a:ext uri="{FF2B5EF4-FFF2-40B4-BE49-F238E27FC236}">
                <a16:creationId xmlns:a16="http://schemas.microsoft.com/office/drawing/2014/main" id="{6A943468-D324-4649-891F-DFCB60B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7A5A504-727E-4D33-A99B-6631637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text-185">
            <a:extLst xmlns:a="http://schemas.openxmlformats.org/drawingml/2006/main">
              <a:ext uri="{FF2B5EF4-FFF2-40B4-BE49-F238E27FC236}">
                <a16:creationId xmlns:a16="http://schemas.microsoft.com/office/drawing/2014/main" id="{70E36583-8558-4382-BA2C-33C7EA6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3A6E709-4209-4CED-A298-26DB34AB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text-187">
            <a:extLst xmlns:a="http://schemas.openxmlformats.org/drawingml/2006/main">
              <a:ext uri="{FF2B5EF4-FFF2-40B4-BE49-F238E27FC236}">
                <a16:creationId xmlns:a16="http://schemas.microsoft.com/office/drawing/2014/main" id="{83A91AF3-FDE8-40F2-ABD0-5EB903B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B95B1BD-11E8-47EF-9925-7B19E6AD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text-189">
            <a:extLst xmlns:a="http://schemas.openxmlformats.org/drawingml/2006/main">
              <a:ext uri="{FF2B5EF4-FFF2-40B4-BE49-F238E27FC236}">
                <a16:creationId xmlns:a16="http://schemas.microsoft.com/office/drawing/2014/main" id="{BE322B70-AC18-4E2F-AD0A-C8010722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26DF201-7314-4951-AE51-ABCFDEB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text-191">
            <a:extLst xmlns:a="http://schemas.openxmlformats.org/drawingml/2006/main">
              <a:ext uri="{FF2B5EF4-FFF2-40B4-BE49-F238E27FC236}">
                <a16:creationId xmlns:a16="http://schemas.microsoft.com/office/drawing/2014/main" id="{92F6467B-6A5B-4F7F-BCAA-3869FC1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1C9DBE0-79FF-418E-A7AB-EA2D172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text-193">
            <a:extLst xmlns:a="http://schemas.openxmlformats.org/drawingml/2006/main">
              <a:ext uri="{FF2B5EF4-FFF2-40B4-BE49-F238E27FC236}">
                <a16:creationId xmlns:a16="http://schemas.microsoft.com/office/drawing/2014/main" id="{C16DB35D-5068-4F08-B22F-E4514EF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9604BB1-8893-4810-964C-148EEFC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text-195">
            <a:extLst xmlns:a="http://schemas.openxmlformats.org/drawingml/2006/main">
              <a:ext uri="{FF2B5EF4-FFF2-40B4-BE49-F238E27FC236}">
                <a16:creationId xmlns:a16="http://schemas.microsoft.com/office/drawing/2014/main" id="{A9BCD4E9-AC2C-4003-A95F-F9724672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A8356C6-C1B4-4DF9-8234-7FBDD32D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text-197">
            <a:extLst xmlns:a="http://schemas.openxmlformats.org/drawingml/2006/main">
              <a:ext uri="{FF2B5EF4-FFF2-40B4-BE49-F238E27FC236}">
                <a16:creationId xmlns:a16="http://schemas.microsoft.com/office/drawing/2014/main" id="{9EE66BB3-CC32-4FA0-AB72-555731A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817DBD1-A1DD-4140-ACA6-BFDB78E0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text-199">
            <a:extLst xmlns:a="http://schemas.openxmlformats.org/drawingml/2006/main">
              <a:ext uri="{FF2B5EF4-FFF2-40B4-BE49-F238E27FC236}">
                <a16:creationId xmlns:a16="http://schemas.microsoft.com/office/drawing/2014/main" id="{A3CADCDD-2C2B-489D-8E49-011D17C8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4F82562-7A5C-4A90-B020-892BB0B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text-201">
            <a:extLst xmlns:a="http://schemas.openxmlformats.org/drawingml/2006/main">
              <a:ext uri="{FF2B5EF4-FFF2-40B4-BE49-F238E27FC236}">
                <a16:creationId xmlns:a16="http://schemas.microsoft.com/office/drawing/2014/main" id="{B82B3E2D-966D-40E2-8DEC-D05197E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4C16E84-EFA6-4038-BD02-3C91160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text-203">
            <a:extLst xmlns:a="http://schemas.openxmlformats.org/drawingml/2006/main">
              <a:ext uri="{FF2B5EF4-FFF2-40B4-BE49-F238E27FC236}">
                <a16:creationId xmlns:a16="http://schemas.microsoft.com/office/drawing/2014/main" id="{7AD4628F-90A0-4C9D-9F66-9865BA7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8070E18-40DC-4F88-87BD-016CE39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23336461-FE41-4D5D-AC1C-36C436D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2ABC45-B561-432D-B4FD-93C93D4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F6D76DDE-3009-4528-B9ED-A3E9E8A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9076DA7-944F-4248-91E2-9A8E4E28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5CC0A224-94F4-4DFD-90A9-8B17C97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92847CB-7396-411F-A796-714C6AD9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7C13C595-D8AF-4178-9728-8F96128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2108C4B-0641-4E1E-8474-33CBE007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525E23F3-A06D-4517-801A-242FC9E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1163B0-05D3-4122-A9FC-EA7F127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text-215">
            <a:extLst xmlns:a="http://schemas.openxmlformats.org/drawingml/2006/main">
              <a:ext uri="{FF2B5EF4-FFF2-40B4-BE49-F238E27FC236}">
                <a16:creationId xmlns:a16="http://schemas.microsoft.com/office/drawing/2014/main" id="{79AC686B-67F5-4385-9F20-5D351AC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2B8A9BE-716E-4035-8774-54D5F95F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584B4D33-AD22-4431-87DC-BF08096A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59DF19E-A2AA-4166-BC9D-403FF42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0B8703BA-93FF-4219-8F09-E1383CDB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05F884A-94E3-41AC-B615-EE22225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text-221">
            <a:extLst xmlns:a="http://schemas.openxmlformats.org/drawingml/2006/main">
              <a:ext uri="{FF2B5EF4-FFF2-40B4-BE49-F238E27FC236}">
                <a16:creationId xmlns:a16="http://schemas.microsoft.com/office/drawing/2014/main" id="{5B976C76-6861-4B5C-A4A6-436799D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ABC41C3-0889-4E5C-8549-DF8734DE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text-223">
            <a:extLst xmlns:a="http://schemas.openxmlformats.org/drawingml/2006/main">
              <a:ext uri="{FF2B5EF4-FFF2-40B4-BE49-F238E27FC236}">
                <a16:creationId xmlns:a16="http://schemas.microsoft.com/office/drawing/2014/main" id="{62A858AD-2F46-40C6-913A-550840B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0223432-85CB-4CCB-9B8D-D0B0DDA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A38EC627-ABAC-4E97-9F92-71556E4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41AAC3A-9814-47CD-8D76-19CE8B3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text-227">
            <a:extLst xmlns:a="http://schemas.openxmlformats.org/drawingml/2006/main">
              <a:ext uri="{FF2B5EF4-FFF2-40B4-BE49-F238E27FC236}">
                <a16:creationId xmlns:a16="http://schemas.microsoft.com/office/drawing/2014/main" id="{9F8FB6BE-F36C-4816-B2E9-6CF0CD09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992D520-CDDF-43ED-8AA2-2DBB815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text-229">
            <a:extLst xmlns:a="http://schemas.openxmlformats.org/drawingml/2006/main">
              <a:ext uri="{FF2B5EF4-FFF2-40B4-BE49-F238E27FC236}">
                <a16:creationId xmlns:a16="http://schemas.microsoft.com/office/drawing/2014/main" id="{BAE58312-936D-4F76-AC8A-54E52C7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5225B35-6CB2-43A5-A3FF-8FE2D65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text-231">
            <a:extLst xmlns:a="http://schemas.openxmlformats.org/drawingml/2006/main">
              <a:ext uri="{FF2B5EF4-FFF2-40B4-BE49-F238E27FC236}">
                <a16:creationId xmlns:a16="http://schemas.microsoft.com/office/drawing/2014/main" id="{8F64C4FC-4AF2-497B-908F-020257A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C7F833F-A9F9-4E1E-AA8E-4C9D7AC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text-233">
            <a:extLst xmlns:a="http://schemas.openxmlformats.org/drawingml/2006/main">
              <a:ext uri="{FF2B5EF4-FFF2-40B4-BE49-F238E27FC236}">
                <a16:creationId xmlns:a16="http://schemas.microsoft.com/office/drawing/2014/main" id="{7DCC4410-FDF6-4223-8DD8-A1CC3C8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822B7B3-2396-4C62-AAD9-815BC52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text-235">
            <a:extLst xmlns:a="http://schemas.openxmlformats.org/drawingml/2006/main">
              <a:ext uri="{FF2B5EF4-FFF2-40B4-BE49-F238E27FC236}">
                <a16:creationId xmlns:a16="http://schemas.microsoft.com/office/drawing/2014/main" id="{9E5FF625-4E63-4DC1-929A-B211501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12EFFAE-86EC-4E2E-981A-BCB50C3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552BE94A-ADCC-4D05-AC5B-6E361AD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8CC619C-98F7-42BA-B2A1-80CAEAF4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A2877DD7-8407-42EA-A7C7-371C9C2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0E08588-1B8F-4CC1-86DE-787EE77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text-241">
            <a:extLst xmlns:a="http://schemas.openxmlformats.org/drawingml/2006/main">
              <a:ext uri="{FF2B5EF4-FFF2-40B4-BE49-F238E27FC236}">
                <a16:creationId xmlns:a16="http://schemas.microsoft.com/office/drawing/2014/main" id="{35FBD4F4-BDCC-4F39-9537-FC3AFD6F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F776574-133E-476C-BFE3-FD49E7F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text-243">
            <a:extLst xmlns:a="http://schemas.openxmlformats.org/drawingml/2006/main">
              <a:ext uri="{FF2B5EF4-FFF2-40B4-BE49-F238E27FC236}">
                <a16:creationId xmlns:a16="http://schemas.microsoft.com/office/drawing/2014/main" id="{D52944D7-7355-40DB-87AD-5EB8DADF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C23AB22-C029-465C-B0D7-4D3F5B8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text-245">
            <a:extLst xmlns:a="http://schemas.openxmlformats.org/drawingml/2006/main">
              <a:ext uri="{FF2B5EF4-FFF2-40B4-BE49-F238E27FC236}">
                <a16:creationId xmlns:a16="http://schemas.microsoft.com/office/drawing/2014/main" id="{20D849B2-ECCC-4CD8-A1D3-EABFF44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22E9FB9-CD7B-4ED2-8E5D-2FE1623B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text-247">
            <a:extLst xmlns:a="http://schemas.openxmlformats.org/drawingml/2006/main">
              <a:ext uri="{FF2B5EF4-FFF2-40B4-BE49-F238E27FC236}">
                <a16:creationId xmlns:a16="http://schemas.microsoft.com/office/drawing/2014/main" id="{6034DBDB-7CDC-4097-9B03-4329553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174CDB1-BACC-45E0-B6DB-A9C85DC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text-249">
            <a:extLst xmlns:a="http://schemas.openxmlformats.org/drawingml/2006/main">
              <a:ext uri="{FF2B5EF4-FFF2-40B4-BE49-F238E27FC236}">
                <a16:creationId xmlns:a16="http://schemas.microsoft.com/office/drawing/2014/main" id="{CFC0FB10-87AD-49F1-BCFD-C4698CC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20285A3-2639-4D2B-B9DF-59DCDBA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text-251">
            <a:extLst xmlns:a="http://schemas.openxmlformats.org/drawingml/2006/main">
              <a:ext uri="{FF2B5EF4-FFF2-40B4-BE49-F238E27FC236}">
                <a16:creationId xmlns:a16="http://schemas.microsoft.com/office/drawing/2014/main" id="{11DFB36A-2E75-499E-8F60-97B0C54B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E6EC5C5-55B6-465A-A966-BCD8A26E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FB22A14E-46EE-498F-8B23-872E249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BBB154-505E-48C0-9A95-35230947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74195AEC-EE6D-4AFE-87D1-0F2D156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AF7A220-0241-4862-B9AA-94DA328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text-257">
            <a:extLst xmlns:a="http://schemas.openxmlformats.org/drawingml/2006/main">
              <a:ext uri="{FF2B5EF4-FFF2-40B4-BE49-F238E27FC236}">
                <a16:creationId xmlns:a16="http://schemas.microsoft.com/office/drawing/2014/main" id="{C29ACBAD-E26D-495D-AF3D-AFCB905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9F22C43-0D74-47B7-9B9B-EA9CA86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547C8D5D-EA0A-4749-BEE3-C8C92AA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B52121F-E631-43BB-9F06-8759355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90AD2DB7-15CE-4C3B-A672-A0C5A690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20C725E-8E54-4AE7-8074-AB55DC5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D1FDE16B-E022-47FA-B512-DD11B9C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4730BC4A-30F6-496D-973F-E1923B0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2087646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0C3A28-DECD-4A09-AD43-B888AAC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52EC-AE92-49A3-B3AB-8E164C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EE09F0-8726-43C7-B670-98D5757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4731-9798-433A-85E4-3CA3B09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DBAF-C97F-4E7B-B908-48DC2CE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6FB2-27F0-4585-BCA7-84A9E9FD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C4FF-B40C-463D-A9CA-69A3B6E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80BA-8E43-4706-99A3-FA601B4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EA44-2D12-442B-A2E1-90F8F78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23CE-DFCC-4802-BEF8-DE781D7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F639A-BD85-466E-B1EE-2FDBB44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8EF5E-4B0B-4F3D-B976-367FA57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C69F0-AF8A-44ED-AED3-88D5E1E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AFF8-82B5-445E-915E-0B800C1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EC38-4AED-4C00-B060-2BB986B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484D-7106-420D-8634-79C4E0D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FF87A-4F61-4F4B-8BC1-74B3329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2640E-046A-4087-8054-397CD44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7EBE-8362-411A-AEE8-D389AD6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D728A-FE15-4D7D-83AF-104B20B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8DCBB-8A10-4869-ABEF-3578BED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AC2FB-D73C-40EE-9EAC-E4C0DF3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17CA-BAA4-4322-98D6-5CB824D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D4139-8CBC-4F6F-9519-A9325AD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1713E-F8E0-48D2-B750-78185E3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D78B5-2494-40DD-9497-C4254D0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75AC8-6263-4B84-9ACF-A6EA0E3C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14145-1B3C-4F8E-A2D1-A0A3B3B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CBEA0-A64E-4CDD-BAF9-6F80C79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74597-7347-41D0-8788-1614368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238B8-2C11-46AB-94D8-8381D94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174E6-A157-4CF2-9DF0-C3DF10F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F3341-C3BD-4FE8-9E0F-792D7BC5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48595-0B9D-4DA6-8B74-E40FD84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D3A6D-E756-46BB-8C62-5A6054C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E3960-C2E4-4C52-A7BE-8CD94AF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B3143A-8D9E-42C4-B381-CAFE22D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23FBCA-4D64-420C-9752-5FC5446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527F0-D811-4181-80AD-F9A2CB0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5B3A8-9098-4F06-97E7-92A24A8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DF7730-F972-4C1A-B5D0-492713D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82010B-2B58-4CEF-A001-34C9254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FA7945-783B-49DC-B186-6C58030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A814E-CBBF-4258-A138-786C539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BBA69-3DE6-491F-A3E9-EAB1B27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ED989-938A-428D-ACE8-520DCA6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C1E79F-54D9-4EC5-884E-9B6B1AB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A750B-15EF-4817-BF34-885FB6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EA396C-BB9F-47CA-8FB2-E38FD4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4AE72-AF8D-4EAF-8FDD-A88EE4F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C7D905-2AD8-46AC-B458-E2FD6EA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E43B56-A70C-4A47-9D97-8B22FD9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BA2E7D-5114-4C6F-9255-D4E0A0F8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BA4434-FF6C-425C-8501-BA3AD3C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8850B-2513-4ECE-9C85-43E7BBE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D2758-B706-48B1-9958-9382E60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D4121-4860-4CFA-A7B7-792DFA1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ED1E6F-C96F-47E5-B7F6-C482C3D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E42674-90EA-42D4-B137-AB19B2F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2C55D1-EA52-49FD-ACF3-3362514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31AC30-622C-484A-8960-E1EF8DB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258B2A-2209-4C45-BE38-C352449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81CA0B-9A2C-4E87-B706-9F34792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1C1434-E4D3-4FD8-8F5A-2E9CCC1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04371F-1F16-4AA8-A6FE-0697D9C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D78A41-B307-487B-9473-EB7822EB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FE22E6-5CAC-4043-B495-3028075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13AFF1E3-6FED-4A42-9280-01062E1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</p:spTree>
    <p:extLst>
      <p:ext uri="{BB962C8B-B14F-4D97-AF65-F5344CB8AC3E}">
        <p14:creationId xmlns:p14="http://schemas.microsoft.com/office/powerpoint/2010/main" val="534685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90C3A28-DECD-4A09-AD43-B888AAC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52EC-AE92-49A3-B3AB-8E164C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EE09F0-8726-43C7-B670-98D5757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4731-9798-433A-85E4-3CA3B09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DBAF-C97F-4E7B-B908-48DC2CE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6FB2-27F0-4585-BCA7-84A9E9FD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C4FF-B40C-463D-A9CA-69A3B6E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80BA-8E43-4706-99A3-FA601B4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EA44-2D12-442B-A2E1-90F8F78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23CE-DFCC-4802-BEF8-DE781D7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F639A-BD85-466E-B1EE-2FDBB44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8EF5E-4B0B-4F3D-B976-367FA57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C69F0-AF8A-44ED-AED3-88D5E1E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AFF8-82B5-445E-915E-0B800C1B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EC38-4AED-4C00-B060-2BB986B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2484D-7106-420D-8634-79C4E0D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FF87A-4F61-4F4B-8BC1-74B3329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2640E-046A-4087-8054-397CD44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7EBE-8362-411A-AEE8-D389AD6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D728A-FE15-4D7D-83AF-104B20B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8DCBB-8A10-4869-ABEF-3578BED7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AC2FB-D73C-40EE-9EAC-E4C0DF3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17CA-BAA4-4322-98D6-5CB824D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D4139-8CBC-4F6F-9519-A9325AD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1713E-F8E0-48D2-B750-78185E3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D78B5-2494-40DD-9497-C4254D0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75AC8-6263-4B84-9ACF-A6EA0E3C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14145-1B3C-4F8E-A2D1-A0A3B3B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CBEA0-A64E-4CDD-BAF9-6F80C79B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74597-7347-41D0-8788-1614368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238B8-2C11-46AB-94D8-8381D94B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174E6-A157-4CF2-9DF0-C3DF10F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F3341-C3BD-4FE8-9E0F-792D7BC5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48595-0B9D-4DA6-8B74-E40FD84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D3A6D-E756-46BB-8C62-5A6054C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E3960-C2E4-4C52-A7BE-8CD94AF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B3143A-8D9E-42C4-B381-CAFE22D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23FBCA-4D64-420C-9752-5FC5446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527F0-D811-4181-80AD-F9A2CB0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5B3A8-9098-4F06-97E7-92A24A8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DF7730-F972-4C1A-B5D0-492713D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82010B-2B58-4CEF-A001-34C9254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FA7945-783B-49DC-B186-6C58030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A814E-CBBF-4258-A138-786C539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BBA69-3DE6-491F-A3E9-EAB1B27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ED989-938A-428D-ACE8-520DCA6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C1E79F-54D9-4EC5-884E-9B6B1AB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A750B-15EF-4817-BF34-885FB6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EA396C-BB9F-47CA-8FB2-E38FD4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4AE72-AF8D-4EAF-8FDD-A88EE4F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C7D905-2AD8-46AC-B458-E2FD6EA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E43B56-A70C-4A47-9D97-8B22FD9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BA2E7D-5114-4C6F-9255-D4E0A0F8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BA4434-FF6C-425C-8501-BA3AD3C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8850B-2513-4ECE-9C85-43E7BBE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D2758-B706-48B1-9958-9382E60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D4121-4860-4CFA-A7B7-792DFA1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ED1E6F-C96F-47E5-B7F6-C482C3D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E42674-90EA-42D4-B137-AB19B2FB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2C55D1-EA52-49FD-ACF3-3362514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31AC30-622C-484A-8960-E1EF8DBA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258B2A-2209-4C45-BE38-C352449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81CA0B-9A2C-4E87-B706-9F34792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1C1434-E4D3-4FD8-8F5A-2E9CCC1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04371F-1F16-4AA8-A6FE-0697D9C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D78A41-B307-487B-9473-EB7822EB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FE22E6-5CAC-4043-B495-3028075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13AFF1E3-6FED-4A42-9280-01062E1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7BA4CE-74B4-4585-831A-DE5BBA42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32467C-4999-4DC5-A113-3EA7008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6501A2-BB4C-40C4-899A-67921BA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42851E-0AD0-4D01-AC61-D11DB7C9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FCF46B-09D3-4C31-9599-C482EF0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706486-90CF-4AAD-A858-A6C14C7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757705-3FFC-40B9-9577-90A4370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F1E187-3567-408A-B5A7-5E0EE3E2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1385895-AD2F-4EAB-8FE4-7C76DC6D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7D012A-6C2A-492B-A900-69C689E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5A74CB-38FB-445D-B1F1-BD792E6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C35C63-4C84-4688-8654-90A28B3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A078D7-1CDA-4DCA-8F11-2C277DA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A6B55B4-4C86-4C42-BBF5-5F74D148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C611B3-3FEC-427B-9C8A-DD0CD3D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4F3C6B-A50A-46F2-9278-D63796A3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BF0BD2-9464-4EA5-8FBF-0D62254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6180EC-62EB-4750-94E0-F5D34D1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BF7DD8-DF27-45FB-84B9-C1615F6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8EC2E-3E12-47CB-B27C-DF99F1E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2B0C94-8126-430D-854E-6211C25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B1753E-2F0A-4F11-B1B3-35E6F98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76C1849-9277-45BC-8EB8-4779437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E22247-551D-439A-84FC-CA508A5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F0BABB-0046-48CF-9381-B070E0CA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B363CA-2619-4EA0-9B7B-EA46CC88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50F8F9-D839-4C1A-8070-A6E275F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558CF8-B90E-4AD4-BA27-7CD97D51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D6C301-4E06-4B03-A3D3-DBF67D0E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5E1454-7EA3-46FD-806A-5344EA2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63E220-3A9B-429E-8FAA-D7A106D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E44A0F-52AC-427F-8098-150A9AE2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73DD5D-C6FA-4E03-9985-37A8FFF6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F6D8AE-4004-4736-BE70-E56B27F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F4877F-AFB5-42DC-9D89-D309B13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13EAD2-049B-471D-AD3C-4BB421B6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19F054-480E-43DF-9208-1F3ACC38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3520CC-E3F3-4E3B-BE0B-8C733B1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D78426F-40BA-487C-96FF-73A19E5B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A0BCA1-EB4F-4925-BEB5-2FB07D4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E763A4-317B-49DB-A20C-5040504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6F432F-EE88-45D9-A5B5-4DAD448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D3715FF-71FF-4BE3-86B3-5D291BF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EBECD4-DA24-42C7-8A30-630BF5A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35DECE-83FC-437E-8118-4A37964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07650B-E0F0-40CE-B020-822B1C7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E7126F7-F1AA-47F1-862D-55D6074F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A40E31-73F2-48E2-A188-28D95D6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C8858F-1BF2-4787-9320-7F938CC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5B0E16-2F70-48AE-9032-4FE7214D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51CEE4-865E-4C69-B00C-B2D8E0E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CB3A7C-69EF-421E-9E1F-330B8FA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8E6D4ED-DAAC-4140-985C-7437878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22836C0-1CD1-42CB-9F67-88A99F3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A78DA7A-2A67-43ED-81A0-D4C71881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DF17EA0-2B70-4F35-AF67-50CC0106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AB7AA3-4122-44D7-B135-FD1F331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2049F9-859A-417D-80BC-0A2DEE4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CAA0FC-8D76-44E6-B164-A74EA54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D432EB-CECB-4966-BC3C-D20ABE1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F85E3B-8F49-4A46-8A8D-7118DCC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DEF7520-3CD4-4276-BDB1-F7877D1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50EE948-351B-4ADC-A3BD-D6A27EF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8FEDE5F-C655-4FDA-B301-B4B795A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907587-06BC-4E4B-829E-DCF8E38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E1413AF-22E3-4841-88C5-3BC6FEF4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44F9C8-06D7-46B6-A71D-63F6DFF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9C886D7-D14E-429C-8AB5-0F233E3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14BDBF7-E008-476F-B441-D2E7638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635821D-F82C-4B8F-87D8-2287C467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7CE9526-2CA2-4036-AED4-D8786CBF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E4781C0-3B8D-4797-ACA2-87169631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A52464C-1278-43EF-886E-EE1F704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EB0E05-D251-4B89-814C-31A6DC8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B343E2A-6229-47BF-BD3B-0EE519F0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3914CFB-6C93-4D6D-9D82-C0F138BD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E5CA1E-3631-4C17-9FF2-96EFFA4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CCA5514-162C-4F66-900B-230836C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645427B-B7A3-415B-93E5-CA0B04A2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2BF3AD2-3085-4314-AE90-6F99365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5E1B8C6-CE6A-4E99-997F-87109D7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EB6B907-7647-4C77-9DC2-E591AA91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1318441-1184-4243-B467-82CF206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ABAEE9D-F8B8-4D29-B4DE-65363199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3B20A6C-12AA-4FCD-B718-79727C18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696011A-611B-4760-BA96-05C37E9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6A8533D-3861-4708-B722-ED8D1930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3E1343F-02C1-478D-AD8E-D2B0FF5E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66645F4-211C-4342-860A-1E031DE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2F8C890-F578-4094-8C56-2559217A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3BE22D9-29CB-4418-A1E9-4C2D58A0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1D225AE-1FF4-4701-ADE7-36B88E8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2CAB7FF-E65E-47E6-AD4B-7D15AA1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06293F-0CD6-4149-B74A-3B204F2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58D6B31-0B43-4372-9DAC-11D573B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AD7888F-570F-49FC-9835-BB90705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0B260FC-706B-4BCB-9762-6D61935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7C8B2C0-6A2F-48CB-B516-AE4B4F8F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41C2AEE-A196-4C46-A211-C0BDB7A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E8C1707-7A60-4707-ADA7-0D32D6B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55CB8E7-04EE-4231-873D-5320763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9041EC3-C9AC-444E-B44F-D5FD2E7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2CFCB0-9CF9-4737-9C76-07D8A84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A3CC0C4-37AA-4BFA-8425-73D88428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0456F3C-225F-44C2-AF4D-75F20108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99E5542-745A-4CD8-A3EA-C64EB28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EC6BBDE-3459-46D5-8964-14398533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C9DF322-6656-4F39-8A83-EF7EBEC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41FF0DB-D457-4529-ABC1-AB79162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6ED49ED-C6BE-4597-A8AB-247CA9B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6CE054B-1D7F-43FB-BB85-0B4F2CA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D0D0E3E-D29B-40BC-BD09-4799303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1469122-1D86-490D-8862-B4F23C7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A31AA23-5A2F-445B-891C-957CE737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5C8F993-E720-4037-8302-24E14CFE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8A7F5FD-FBD1-4C0B-BC06-A326D7C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3712839-A766-45DE-AFC3-CBDED45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7E0CCE3-6EBC-4AF9-B474-056EDF1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43AB5BC-AB73-4AE1-9E1B-4E61704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0C3F70C-2057-48A4-8FCB-B4C3623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8041CB4-31AF-4675-B8C3-D9BB415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077FBC8-2325-4645-899C-7D882B6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E322645-2F04-4147-8B1D-130C5F7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748CC62-5858-4E15-A2B7-6A25A35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52ED4B5-0AE8-49CC-B816-38E365B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9EB2A1C-7458-41E3-85EB-4F8B488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F834244-8A44-4996-A3EE-33CDD4E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0DA1742-E4C7-4781-94C3-06F979A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6D78F13-1742-4536-86BD-6A9E4529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7EEF14E-224C-4A6F-8D48-DB569C4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530F1E7-8865-407D-8511-D29FAD5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CA5D58D-1CA1-4470-86C5-78FAF9B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F643F24-DB27-4DD7-9C93-A3E603CF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CA490A0-E0C3-4BFD-B7F4-0624F1F5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6290A77-7AEC-4B93-A611-EF949CB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6F92AFF-99E5-494B-961B-CF007BF0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228CBF3-1F2D-4EB7-87AE-CDB4B6A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17DD337-439B-4D6F-B851-35224D42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35DE343-FB1B-4C93-8497-A4C5EBA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58C12CF-2C27-4E7E-9869-92EAFE1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981A6B2-A5D1-4D91-825D-7A4C397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DAA5B6E-1F24-452C-B59D-ED575E3C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2B67CA-6265-4AEB-A2EE-328148FB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E144F0C-2945-4621-9CA0-91C033F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B0C5760-C092-45F7-A9F9-0B4040C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EFE460E-B8D4-45A6-95BF-F6FA5E8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056B145-9668-4E58-A923-D7158B4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39957EB-91BA-4538-A080-81F044B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AAAC773-2EFE-4DA0-AFBC-E325283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6C3487-D898-4B5C-BC9C-8F06B62E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25738B2-B28A-4102-A8D6-BA854DC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4D9D137-BF68-46B3-8DB3-7633EDE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C4387C0-82F8-4BB0-B2A4-9DABD87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C094D6-FDDD-44E4-8112-1D547BF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D54B436-9594-4A03-B415-B90B3A8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121B6A3-2EA4-44D2-9A4F-964A88D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E3DB21F-6A41-4279-AA37-C06E7AA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5501F2-DF81-499A-807A-F8101C0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AC231F0-A1B9-4FCA-AE37-B6B39763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61922E4-5B8B-445B-B416-4F4C233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6FD9D7F-08A0-4908-82E0-561F399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E37E895-D24C-418C-8321-AF3B4D4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B845DB-3581-453D-BE0F-FE39F90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19DB150-6CDF-4E79-8784-A034CCB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7F64AA7-D962-4A64-8202-AB296A7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8C5B089-D75D-489F-870B-D8C27E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C9F7A71-647C-4BBF-A9DE-37AC2CA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7162EC2-FE14-4868-B04C-EC4C2CC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B0803-B073-481C-BD03-0156BC4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0420B7A-DE50-4480-98D0-0EE4B40B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44B1D02-E21D-437D-BABE-63E9F57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C33E1EE-30BB-46AD-85CF-53819C97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A4A4425-96F2-4EC6-91D6-646EAE6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06EA62F-DBB8-4785-A861-076CD0D2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9AE273A-A783-4F1F-B200-07D669C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EE61180-70F2-4FF2-AD31-7C74829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6641D9F-7C1C-4543-8D44-154CA43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6B73A76-4FB2-423A-A794-0DC3371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CE46575-01E0-408D-8D1A-1808344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19D8C45-1743-427E-80ED-3165F606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90946D5-0016-4EDD-8613-42A86FC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F10DA40-E594-4E8F-ACBA-CE88F3E8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3837CD6-5C1F-4F78-84A4-48C8C9E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2F501F7-75BA-4F81-8B11-3CB7E54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06A285B-1309-452A-8D98-504CB39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E612656-4D9E-48F6-A8BF-01C7550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5B4073E-553C-4CED-8F7A-9D050C38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6010009-F749-4FF8-9E71-016C15C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82C6BF9-8BE1-41EA-83D2-E0A1670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5C49938-A751-42CE-8F42-0C567D0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62357FD-E00A-42F7-A8F1-02C67346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CAFFB8D-A642-43C6-ACA0-EE99882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0FF3869-7037-4A8C-85B8-F851B39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6A99156-CC3D-4D77-B04F-A7BCC20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96AC2BA-1813-44B1-B9D8-FCA5E424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A6AAD44-BE6B-4E12-94FC-79E6BF8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1071B67-C94C-43AB-893F-319D9E6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F2BE70E-CBE8-495B-A136-29B4C13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3BA45D6-C5CA-4FF1-BE15-0912B06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0A4EB4D-5795-4840-A2A3-0AB1BDC4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228D7B6-CC80-4F0E-8EF5-F969CB73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EA190B0-E06D-479A-BBAA-6A51D3E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D56B377-2F05-43B6-86B9-6F7AC61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3A6167F-3BF2-4E6F-A84A-28A9780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3AAC142-6BB8-4024-AA3E-186F5E2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CD23140-97D5-40D4-AB39-735E8C4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44A6EC5-0483-4AE0-A95D-B7507887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7B3DBC5-F9B3-486B-A016-9617B32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4AD0335-5D8E-451D-A155-2CF6EA2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95D5046-77D6-4DAD-A4A4-835C30DD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17EAFFE-2C96-4BF6-A5D5-9CC9482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51FDADB-1592-409C-B13D-587C433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BC2237F-D4CD-4D11-9A9E-A2F42CF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52C0B28-5997-48A2-B161-9EB5A4C8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FC6B74A-7602-4DC0-9D8C-0053C98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D98C28C-6D28-4D26-B1E3-6A2447EA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14E8274-AD62-4780-B50B-157EDCDF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5FC8831-57B5-4C3B-81B1-C525EF93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6DF7DF1-F5F5-46BA-ACA2-AF8DA0C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E81A3BF-E464-4CBD-BCB2-5334DBD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7B548D3-6BE1-495A-9E41-B2D5241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7A89F67-7317-42FF-BC45-AD868918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DA46554-EAAE-4981-88CB-C4C0167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B1E94A9-1E19-4ED8-8522-6479383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E91710C5-ADAC-4D99-AF53-8CD07B8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FDABF06-5B4F-4224-B113-D2D0B2E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C0389E1-7F06-4057-9397-BF72BC7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5ADB4E3-56DD-4962-B925-9F972713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56E1505-9C68-452E-B4DF-C7406E0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7EEB435-FCCA-4486-8C75-024A154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64CFDC5-ADA3-449C-9055-BA88DA3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EF19822-54FE-4E16-903D-A486453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E22ADE0-7EB6-4887-9BA9-B60E894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A36C673-5EDA-4456-8D29-71ED2C6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E55EDEA-CE4D-4647-B965-0C04870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B034AA3-424A-480B-BC1C-8ACA66F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1B26D7D-97EA-4061-88BB-CFB01AE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F338A65-E77E-4C24-A7D7-C4CEA0B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3D8D099-E189-44C0-BF23-C5FE3A8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557722C-A2EB-40F4-80B9-6DDDDEF8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DB6D1AF-93F9-473A-B87C-318D83EB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247191E-55D8-4518-964C-CEC52D1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735284A-0561-4367-AD46-6FAB8B01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5B2F282-93B4-463E-804E-CBF45B2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5D7BEB0-F192-4416-9F2E-D2FFC6F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640EFA8-14DC-4EF5-A178-9FF8459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BE5F84D-33B4-46B3-BE06-B41BD1F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BD02C5-64C7-4589-A3EA-377B673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DB4FDB4-302E-40AD-992C-D0CF692C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DA6E9B-CF8C-4019-B6CB-F8C54963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8902018-9EE8-4DC6-AEDA-5B2E4704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45BA816E-8E0B-4E20-9011-653B992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00612B9-404E-4FEF-8B1A-02C74C8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DBFA248-CEA2-4D78-B377-C43D60E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1059B00-B96A-473B-B345-BF449A6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6FE6FF6-04EF-435C-9469-DD57BD99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72D58B52-6F02-4951-9B43-DF772AF6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293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4色   2bit</a:t>
            </a:r>
          </a:p>
        </p:txBody>
      </p:sp>
    </p:spTree>
    <p:extLst>
      <p:ext uri="{BB962C8B-B14F-4D97-AF65-F5344CB8AC3E}">
        <p14:creationId xmlns:p14="http://schemas.microsoft.com/office/powerpoint/2010/main" val="5346856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57AC116-76FC-48E1-A4DB-808C6EC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63E48-46AC-4869-AB3F-970EC66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ECB7D0-F97D-4CA1-8BBB-5528D71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1D03-238F-4A8C-9395-A7A7E9D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81435-DB12-4676-A943-F2AA4A98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A21D5-B585-430E-9AC7-6318BD0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A518-25B9-44F5-BBCD-14E80E6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B610-A3D4-4450-BC43-BB7A496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F418-E445-4DE9-83B2-13923F0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4794-32A3-4026-857E-AB9B3E7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1995-CA3D-4F29-BC88-1BD97FC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7B320-DE68-416B-B12E-C3F182B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D215F-B8F1-49C4-818A-B020BF3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EE76-4115-4B4E-91CA-057EFE5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9D065-1AEB-4E27-9AAF-AA58460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A12A-7892-4CA3-84D1-5A139B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4948E-FC92-4279-8D30-796CC4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59E20-C09F-4423-B5BB-43FA26A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722D9-DFF3-4014-A33C-AF17065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76248-601B-499D-B453-7A94D0C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4D4F6-EA96-4F4B-BC8F-31276D5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71D66-5AED-483D-9EC9-6460C62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40D9-3219-4A96-9012-FAEBD96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4CD7E-388C-47D5-8DBE-9F6CB72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4BD1B-7644-4DE0-83FC-BB016A6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A1A47-566F-4457-81FA-64A45E1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4F460-FDCA-4C1A-9CFF-44D2E8E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FA52F-12AC-4950-8B82-78E64F8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7F838-1D11-4894-BD7C-8BCD90A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F5802-D428-4011-B4FC-22A1385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968E-1963-44E1-963A-6F71E58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964C6-4EE6-44F4-83E8-2464BEB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F38B5-3E7A-441D-B284-4C9156B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929E2-2D06-41E4-82EE-CF9CC03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CA4812-4939-42DE-AF02-EB3B3BD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1EAF4-211A-47E2-A6EF-D885BA8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356EA-89E6-4FF3-9510-05733CB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57748-E7A6-4238-B17E-AFE52DF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07340F-26A9-4EF5-AE74-03117AE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EE206-EFC1-4505-9C36-8D4F883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AA4A9-E4F1-4213-BAAC-375A21E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DCB8F9-48CA-4A25-A613-D40B94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F2935-B102-4E11-958A-35353DE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66509-2894-4051-A099-FB4FE1B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AD5E9-FCE4-409C-A091-774091D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6F419-6AFC-426F-8DEC-05F9002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DA82D-E77E-4E0C-9D61-D0B813B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F9AB33-DE3E-4420-B537-3C7B51F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96235-E115-473B-B8F3-27526CF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9A6709-3872-404B-BDF0-8BA8BD5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1E32FE-D4AB-4C0A-9DF1-6877302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698F9B-CE80-4BCF-907E-45882EF5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99E5BA-BAD5-4C23-B2F7-22AE414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EEE5CD-54FE-4B24-8640-6E5D90D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8451C-7FF2-4CFC-A5F5-3C69446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C3F1C1-BCBE-4204-BE59-9DB25D9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E4239A-C716-40B7-978C-3DBC350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91BDE1-95E0-4333-8503-B74884E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D7F797-3566-4F9F-98F9-49DEF86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2CE475-E87B-47BD-836B-C7821E8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720E2B-B9EF-439C-9B07-D9ADBFF0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E4572D-B8ED-4D70-B72F-DC1A1B2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275200-F866-42C9-BBF4-D5354CA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272DF5-BBA2-41D0-9674-0FC9D6C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78A2D1-2462-4B37-A212-DBD2E718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6654D-62A1-4969-B0BB-D3B1724E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547C47-C7F3-4E21-9036-D2D4F68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3F622-2674-42D6-96C1-90218AC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4B2876-C0CA-475D-A992-E96A6F7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3A9DF0-2CA6-49BE-8D59-59301CA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238CC2-78F9-4789-BF03-FBA0720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F95EB-0304-42FD-A82E-EFDFCEA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14D9FD-8C0F-4BEC-860B-9CD254D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554567-6CC4-4751-B86A-90FF8896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5F3A1-5276-462E-8F8B-88283A79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698AE0-5C8D-4E3A-8418-24F1DA6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ED84D9-5457-46E8-A872-87C8D598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B6F160-7B76-4CED-971B-207251F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A6F556-B697-44BD-8F8E-ED7E13A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1C7156-B442-42D9-9F40-235F945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E97E5C-28D5-4771-8BAC-8563577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7EA54D-9404-44D6-B0E0-05DD6D3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E1C7BE-708B-4C9A-B800-F209522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2A000F-94DB-424C-A5CA-A16BDAF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EEDECC-678D-43CD-8D4A-989917F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53D49F-8ACE-49D7-A188-B986D20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45C5AD-B6DF-41A2-B60E-5A5E1DC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89AC87-54A2-492E-965B-E78E73D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429234-C81B-40D5-B198-3982E12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D7E2C0-4695-4353-BF60-596C94D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56BE7A-035F-4F7C-9643-F84544B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2E6E03-BA0F-4567-9B2B-260D82D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0405E-E445-4858-ADD0-271370A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E5E911-C4A2-4A29-88B6-4FBCC5C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96E6FE-349A-4E0F-972C-70E26D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2C7907-CC50-452A-AFD5-15F1D27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D731CD-261D-4294-8F40-EC84FD6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5AF1EA-C173-4324-A059-4C2E93C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FEB6A8-98B1-4581-8F0F-24BA470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B0D931-2DDA-4AE2-98D0-9386B8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B08A19-CBCB-4EEC-B548-FC57CBE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0946D2-C94A-4A41-B74E-1EB0BF4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77654B-FD82-48CD-AEEF-089187B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BCB4EB-2E6D-48CF-818E-42899A1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3F67B9-8508-40D7-85AC-D853EA0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60D5BC-F6CA-41D6-9943-26E6943B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940AAD-7332-48E5-8947-00CE5D2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31B40-3794-474E-9C86-21E001D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42CCC8-292D-43A9-AE5E-C781590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128905-E209-49EB-822D-3E16339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3B6A60-7FB5-41D4-A4DE-AE6E653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0AC351-4E72-4BCF-9794-7D2A836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2D480B-27A5-43C6-A824-3D4E019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7F7197-E752-4337-ADD2-B28C4AB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207429-4A2A-4AFA-9CC4-BB963C3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66E0EF-F374-4349-B8E4-D734437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5B757F-0CB2-4E5F-925A-43AE1F0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5C7E96-1B04-4320-9128-50F8938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2D92A7-BF09-4CD6-BB1F-1FBB90D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C1BFCC-0AED-44C4-BABB-4349BFF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A4C9033-869B-418B-B493-4660A07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CE97AD-B471-4520-B452-8F67083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621221-79E9-444F-9C4A-4163A99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59987A-AED9-41F1-BA0C-B5025E2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459759-DF55-4D45-A252-9C98CA0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2BC7AD-9B08-4DEA-9374-3E72713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843307-0653-448B-AAB0-5FFE376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9DF8755-A1C5-43AB-968D-4595177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CACFB5D-13D9-4203-B353-122EA15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554C22-B898-46F2-8887-9C06726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B0EACE-7188-4942-A43C-D934AB7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37AC746-410B-4974-9DA7-786F9A2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EE4FD9-6FC5-4D75-83E7-160715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C14E14-F0A0-4FBE-B467-57DC415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6E6F63-6D57-4C0C-A3AB-C9B768C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BB1E70-4025-4DB7-BCBB-BE5078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FFCD15-D03B-4D58-8068-E9EF94C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D78131-95F4-4609-9792-5B719FB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D48A80-2AC9-458B-AC64-0DF1B412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87CFF1-336B-4AC4-AEDE-D34B65D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65CE0D-380D-4C20-9268-44FD2A2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A9FA684-AA11-4108-92AB-6277F410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F70D7C-D73D-4B6E-A046-CD476B1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330C8B-963C-4800-BB13-7A3FA9A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4F2A7E-021A-4742-8FBD-0D087C0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2BC68E3-189A-44D1-A603-E34698A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C5B44AA-DF81-406A-AC22-0492274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FCB447B-C6FF-4CB6-A737-4B76076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4DFC80-5A81-4757-BFA1-1395815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E70F33-B9B4-4EED-A5D5-C16C17F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03D7A0-D691-4FA5-92B1-0F24F2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E48205-C713-4244-9620-6DA2307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A9678D-9708-4DEC-885B-0229C23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BD82E83-8AD3-426D-90C2-71CDCBE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8DFEA4-E439-4355-8504-A7F8236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CD8E6DB-6305-4FE1-8004-E562F7A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A4F4D31-2654-4DEF-B6BB-A855EE8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18F71D5-9873-4EE7-88F6-4FE87C5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4C45D20-AD46-4862-8E9A-6C7FC78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BB30FB-325A-47CA-B100-4978736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C5DD776-9246-48E5-8078-D30DE70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33588BE-D4CF-4629-A27A-002CB47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C4A2010-3FA0-459F-B88E-B15B09B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6280BD8-AD0F-4803-8CE2-C1F22C8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0550491-4921-420B-97D1-1C4E34E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E10EF77-1CDC-4A33-A448-FC829A2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A559A10-CA99-45CE-BC83-F6AF344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864D05-C4AB-4E45-A477-3A581DF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4CCA954-BF22-49A5-A57E-538A03F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58C8FB4-CF38-4A6F-A885-E3126D0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A9125C-D4BC-4080-95B2-CB10488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689B53-37DD-46E3-AA16-3676F90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365A57-A636-4177-9A6A-D6C25D8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77E6BE-13FE-427E-9ECC-E355725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1B15A96-9723-4083-BB16-8DFF6B3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2CE386F-1E87-4F59-8B42-E7E21C7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FE32133-DD04-4899-9FB3-2E8154F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A59407B-DC87-42B7-9203-5D21D39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B375858-C4C9-48F9-A891-42A6A3C2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E7640E-361A-4EE2-950E-BCE6E1E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357FA9-D09A-4D7F-ACD6-C3A45D7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4E4F9C-3B12-4758-91D6-B5DDB08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01D6473-9283-413E-8083-B5D735A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9F6852-CCE3-4FC8-A78A-DB4D1D9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AD71C4-57A6-4BF2-903F-AC4204F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5064F3-AC85-4BD9-B312-7F3B4D9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FC5CC37-B151-4B09-90CB-627BC22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AFF186-F20C-4BD7-9D7D-5B61212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5BC4DA-2B3C-49D9-8E38-409D24C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CDBC17-B359-436A-A83E-323B147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43F3CEF-C8A3-4964-9F60-2DDEB25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DD753C-939D-470B-A94D-1F55E68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00971B-3F30-447D-AA29-B7465EE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A1B908A-7683-4A86-B7A8-A390F3E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ED2AEA8-A7D8-455B-98F1-5E5BE1F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257AB4-CD6B-42BF-99F5-6D1C6A7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11C5E2-10E1-4191-853F-ECF7605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FE6093E-7100-41F2-B010-FA32AC3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3E38E9B-6C7D-4771-9EEB-9532CAC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86D77D4-30FA-468E-94D4-E8982DB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5A3F2D5-A081-4307-91A7-73439B9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8A5C270-02BF-4ED3-B268-3FDEE34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022B9A-A09E-4C7F-8A4F-7770794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D4A5F0C-E825-404A-85F6-4F32E68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DE3F2BE-9D34-43D2-A0FC-0642C02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7F4226E-A208-4498-B8F2-D0E1F0D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6F4C44E-088B-4880-8756-6E41CA0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E3FA9D-0D7C-4478-AD01-CC96C9F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BB0E48F-BD0A-401E-9433-33569C6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563D7E-405A-42ED-8B49-75375FF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0A2458C-4AF9-451F-A295-3BE6C8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9A2E41A-2BCA-4364-B497-F3B4C1A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0556C3F-2D19-43AD-BD32-9FAEE47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E964438-28A0-4A8D-94CD-4793E23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53D8D31-620A-4D42-A053-D7C2B46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BD6D419-D649-4B01-96EB-79D19CF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195CDBF-C187-40D8-B41E-3FEB938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0AD1F6D-61FC-41E6-8599-ABC1F957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962C74D-39B7-424C-9E2E-5ACC8645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1DF4A7-C0AA-4FE7-8CBA-971238E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7C636E4-B14F-49E8-B91A-6AAF4AA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96542E-ED08-4DD8-8452-3C52B4F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B4DCB27-CA3E-490E-AA26-5F8191D1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9FF4E21-6299-45FA-934A-F54FCB3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849258C-9DB7-46F6-B8A2-7756ED5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3D62395-CCE4-4E1A-8633-706364ED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F3D2A02-370A-491A-8131-B9159FFA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A7B0945-CF94-4420-8246-1A0E3F5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E649DF3-846F-41AE-839B-A9DE749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7CDCD7-B21B-4CBD-BDD4-400F1C6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17BC229-0739-4CC7-A13B-09591F9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A374981-92AC-4445-9CDD-BC5FE38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F0654C5-4E84-44BB-AC83-F5558D4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84233CF-4B9A-4678-9156-268C46A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493B49C-4C44-4553-9EE9-A558ABB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81334B-2A36-4640-8049-E3B8B98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DB90786-A109-4877-B05C-B0DE4DC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61DB45F-9C3F-4950-831B-5D1EA0B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3271E6F-A639-43CB-B8CC-E55EB6B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A753193-9297-423C-93BA-785EDF3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59AE51-BC4A-4B95-8C13-CB73F8A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A4CD478-EC43-4368-B471-25F56AF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66E9AEF-9F27-4A54-988D-CD75582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2B60E14-8633-4A32-9802-6A14AC5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8FCF2EA-BB47-4B62-B624-8B36FD2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E9F16C0-28AD-47A5-BD4F-BCBEB5BB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F403494-66FB-40FB-83EF-54600FB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56DC465-5014-4E19-951C-D609443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B05D965-8934-4D5C-9AD6-3EFAC6C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483FFA-E58C-4785-B769-E554D61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F943AC-AE66-4CF3-8FBB-FD32EED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908EFBF-4E61-42F9-AC5D-121804D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5A4B51C-494D-4EFB-9F40-512A0FA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31EF9C-0F71-4944-91D9-AEE4D3F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40F698-2CFA-4791-BF01-8754E5F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52A8C9-65F9-4CB3-8D25-F9E2A2F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B6E9E76-5960-43D2-B192-0F5F37D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2D6853F-17C8-471B-A833-3BB06DD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2AEB9B-32F9-49E1-904E-9358751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B3DFC21-477C-4C9D-98BD-A882842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50B47C48-47B6-4300-83F1-E6A0F55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FDB4E8F-6E27-43C0-945E-0B52718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23A6A069-D090-448B-8989-D655EC9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253E990-82A5-470B-B3D2-4A44F7B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E1DB94B9-F0A4-4348-8530-7E1445EE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EA8260E-169B-4E0F-AFAA-6F02E09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EC7B960C-A2B3-43DD-A2B5-7E0F5F3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ACCCB78-8242-4C8D-AF99-33E47BA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E93AFF38-07BD-4234-98FE-9D84D4B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DEA0F21-9462-4816-B0A6-B69C615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8056739-2C75-42E2-8037-56D7BBD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DD32E7E-DB47-4C64-BA97-6267C5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F8BD070-6898-4B41-8CE4-69BF27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1733AB1-30A5-482A-BC4C-87675DB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B6222DB-667F-41CE-A216-8371752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DA68929-934E-42C3-BF83-BEA94C5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D75E5C8-1984-42DB-9E38-5AD8AE0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09A91F22-E7A9-4932-ADCA-EF6636B1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</p:spTree>
    <p:extLst>
      <p:ext uri="{BB962C8B-B14F-4D97-AF65-F5344CB8AC3E}">
        <p14:creationId xmlns:p14="http://schemas.microsoft.com/office/powerpoint/2010/main" val="1047692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7AC116-76FC-48E1-A4DB-808C6EC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63E48-46AC-4869-AB3F-970EC66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ECB7D0-F97D-4CA1-8BBB-5528D71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01D03-238F-4A8C-9395-A7A7E9D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81435-DB12-4676-A943-F2AA4A98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A21D5-B585-430E-9AC7-6318BD0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A518-25B9-44F5-BBCD-14E80E6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B610-A3D4-4450-BC43-BB7A496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F418-E445-4DE9-83B2-13923F0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4794-32A3-4026-857E-AB9B3E7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1995-CA3D-4F29-BC88-1BD97FC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7B320-DE68-416B-B12E-C3F182B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D215F-B8F1-49C4-818A-B020BF3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EE76-4115-4B4E-91CA-057EFE5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9D065-1AEB-4E27-9AAF-AA58460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A12A-7892-4CA3-84D1-5A139B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4948E-FC92-4279-8D30-796CC4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59E20-C09F-4423-B5BB-43FA26A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722D9-DFF3-4014-A33C-AF17065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76248-601B-499D-B453-7A94D0C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4D4F6-EA96-4F4B-BC8F-31276D5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71D66-5AED-483D-9EC9-6460C62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40D9-3219-4A96-9012-FAEBD96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4CD7E-388C-47D5-8DBE-9F6CB72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4BD1B-7644-4DE0-83FC-BB016A6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A1A47-566F-4457-81FA-64A45E13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4F460-FDCA-4C1A-9CFF-44D2E8E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FA52F-12AC-4950-8B82-78E64F8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7F838-1D11-4894-BD7C-8BCD90A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F5802-D428-4011-B4FC-22A1385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968E-1963-44E1-963A-6F71E58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964C6-4EE6-44F4-83E8-2464BEB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3F38B5-3E7A-441D-B284-4C9156B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929E2-2D06-41E4-82EE-CF9CC03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CA4812-4939-42DE-AF02-EB3B3BD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1EAF4-211A-47E2-A6EF-D885BA8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356EA-89E6-4FF3-9510-05733CB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57748-E7A6-4238-B17E-AFE52DF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07340F-26A9-4EF5-AE74-03117AE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EE206-EFC1-4505-9C36-8D4F883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AA4A9-E4F1-4213-BAAC-375A21E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DCB8F9-48CA-4A25-A613-D40B94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F2935-B102-4E11-958A-35353DE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66509-2894-4051-A099-FB4FE1B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AD5E9-FCE4-409C-A091-774091D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6F419-6AFC-426F-8DEC-05F9002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DA82D-E77E-4E0C-9D61-D0B813BA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F9AB33-DE3E-4420-B537-3C7B51F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96235-E115-473B-B8F3-27526CF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9A6709-3872-404B-BDF0-8BA8BD5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1E32FE-D4AB-4C0A-9DF1-6877302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698F9B-CE80-4BCF-907E-45882EF5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99E5BA-BAD5-4C23-B2F7-22AE414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EEE5CD-54FE-4B24-8640-6E5D90D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8451C-7FF2-4CFC-A5F5-3C69446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C3F1C1-BCBE-4204-BE59-9DB25D9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E4239A-C716-40B7-978C-3DBC3504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91BDE1-95E0-4333-8503-B74884E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D7F797-3566-4F9F-98F9-49DEF86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2CE475-E87B-47BD-836B-C7821E8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720E2B-B9EF-439C-9B07-D9ADBFF0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E4572D-B8ED-4D70-B72F-DC1A1B2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275200-F866-42C9-BBF4-D5354CA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272DF5-BBA2-41D0-9674-0FC9D6C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78A2D1-2462-4B37-A212-DBD2E718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6654D-62A1-4969-B0BB-D3B1724E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547C47-C7F3-4E21-9036-D2D4F68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3F622-2674-42D6-96C1-90218AC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4B2876-C0CA-475D-A992-E96A6F7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3A9DF0-2CA6-49BE-8D59-59301CA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238CC2-78F9-4789-BF03-FBA0720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0F95EB-0304-42FD-A82E-EFDFCEA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14D9FD-8C0F-4BEC-860B-9CD254D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554567-6CC4-4751-B86A-90FF8896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5F3A1-5276-462E-8F8B-88283A79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698AE0-5C8D-4E3A-8418-24F1DA6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ED84D9-5457-46E8-A872-87C8D598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B6F160-7B76-4CED-971B-207251F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A6F556-B697-44BD-8F8E-ED7E13A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1C7156-B442-42D9-9F40-235F945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E97E5C-28D5-4771-8BAC-8563577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7EA54D-9404-44D6-B0E0-05DD6D3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E1C7BE-708B-4C9A-B800-F209522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2A000F-94DB-424C-A5CA-A16BDAF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EEDECC-678D-43CD-8D4A-989917F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53D49F-8ACE-49D7-A188-B986D20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45C5AD-B6DF-41A2-B60E-5A5E1DC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89AC87-54A2-492E-965B-E78E73D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429234-C81B-40D5-B198-3982E12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D7E2C0-4695-4353-BF60-596C94D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56BE7A-035F-4F7C-9643-F84544B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2E6E03-BA0F-4567-9B2B-260D82D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20405E-E445-4858-ADD0-271370A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E5E911-C4A2-4A29-88B6-4FBCC5C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96E6FE-349A-4E0F-972C-70E26D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2C7907-CC50-452A-AFD5-15F1D278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D731CD-261D-4294-8F40-EC84FD6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5AF1EA-C173-4324-A059-4C2E93C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FEB6A8-98B1-4581-8F0F-24BA470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B0D931-2DDA-4AE2-98D0-9386B8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B08A19-CBCB-4EEC-B548-FC57CBE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0946D2-C94A-4A41-B74E-1EB0BF4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77654B-FD82-48CD-AEEF-089187B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BCB4EB-2E6D-48CF-818E-42899A1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3F67B9-8508-40D7-85AC-D853EA0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60D5BC-F6CA-41D6-9943-26E6943B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940AAD-7332-48E5-8947-00CE5D2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31B40-3794-474E-9C86-21E001D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42CCC8-292D-43A9-AE5E-C781590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128905-E209-49EB-822D-3E16339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3B6A60-7FB5-41D4-A4DE-AE6E653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0AC351-4E72-4BCF-9794-7D2A836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2D480B-27A5-43C6-A824-3D4E019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7F7197-E752-4337-ADD2-B28C4ABF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207429-4A2A-4AFA-9CC4-BB963C3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66E0EF-F374-4349-B8E4-D734437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5B757F-0CB2-4E5F-925A-43AE1F0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5C7E96-1B04-4320-9128-50F8938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2D92A7-BF09-4CD6-BB1F-1FBB90D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C1BFCC-0AED-44C4-BABB-4349BFF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A4C9033-869B-418B-B493-4660A07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CE97AD-B471-4520-B452-8F67083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621221-79E9-444F-9C4A-4163A99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59987A-AED9-41F1-BA0C-B5025E2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459759-DF55-4D45-A252-9C98CA0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2BC7AD-9B08-4DEA-9374-3E72713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843307-0653-448B-AAB0-5FFE376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9DF8755-A1C5-43AB-968D-4595177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CACFB5D-13D9-4203-B353-122EA15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554C22-B898-46F2-8887-9C067260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B0EACE-7188-4942-A43C-D934AB7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37AC746-410B-4974-9DA7-786F9A2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EE4FD9-6FC5-4D75-83E7-1607155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C14E14-F0A0-4FBE-B467-57DC415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6E6F63-6D57-4C0C-A3AB-C9B768C3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BB1E70-4025-4DB7-BCBB-BE5078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FFCD15-D03B-4D58-8068-E9EF94C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D78131-95F4-4609-9792-5B719FB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D48A80-2AC9-458B-AC64-0DF1B412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87CFF1-336B-4AC4-AEDE-D34B65D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65CE0D-380D-4C20-9268-44FD2A2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A9FA684-AA11-4108-92AB-6277F410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F70D7C-D73D-4B6E-A046-CD476B1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330C8B-963C-4800-BB13-7A3FA9A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4F2A7E-021A-4742-8FBD-0D087C0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2BC68E3-189A-44D1-A603-E34698A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C5B44AA-DF81-406A-AC22-0492274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FCB447B-C6FF-4CB6-A737-4B76076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4DFC80-5A81-4757-BFA1-13958150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E70F33-B9B4-4EED-A5D5-C16C17F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03D7A0-D691-4FA5-92B1-0F24F2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E48205-C713-4244-9620-6DA2307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A9678D-9708-4DEC-885B-0229C23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BD82E83-8AD3-426D-90C2-71CDCBE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8DFEA4-E439-4355-8504-A7F8236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CD8E6DB-6305-4FE1-8004-E562F7A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A4F4D31-2654-4DEF-B6BB-A855EE8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18F71D5-9873-4EE7-88F6-4FE87C5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4C45D20-AD46-4862-8E9A-6C7FC78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BB30FB-325A-47CA-B100-4978736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C5DD776-9246-48E5-8078-D30DE70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33588BE-D4CF-4629-A27A-002CB47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C4A2010-3FA0-459F-B88E-B15B09B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6280BD8-AD0F-4803-8CE2-C1F22C8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0550491-4921-420B-97D1-1C4E34E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E10EF77-1CDC-4A33-A448-FC829A2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A559A10-CA99-45CE-BC83-F6AF3445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864D05-C4AB-4E45-A477-3A581DF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4CCA954-BF22-49A5-A57E-538A03F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58C8FB4-CF38-4A6F-A885-E3126D0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A9125C-D4BC-4080-95B2-CB10488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5689B53-37DD-46E3-AA16-3676F90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365A57-A636-4177-9A6A-D6C25D8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977E6BE-13FE-427E-9ECC-E355725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1B15A96-9723-4083-BB16-8DFF6B3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2CE386F-1E87-4F59-8B42-E7E21C7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FE32133-DD04-4899-9FB3-2E8154F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A59407B-DC87-42B7-9203-5D21D39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B375858-C4C9-48F9-A891-42A6A3C2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E7640E-361A-4EE2-950E-BCE6E1E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357FA9-D09A-4D7F-ACD6-C3A45D7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4E4F9C-3B12-4758-91D6-B5DDB08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01D6473-9283-413E-8083-B5D735A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9F6852-CCE3-4FC8-A78A-DB4D1D9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AD71C4-57A6-4BF2-903F-AC4204F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5064F3-AC85-4BD9-B312-7F3B4D9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FC5CC37-B151-4B09-90CB-627BC22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AFF186-F20C-4BD7-9D7D-5B61212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5BC4DA-2B3C-49D9-8E38-409D24C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CDBC17-B359-436A-A83E-323B147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43F3CEF-C8A3-4964-9F60-2DDEB25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DD753C-939D-470B-A94D-1F55E68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100971B-3F30-447D-AA29-B7465EE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A1B908A-7683-4A86-B7A8-A390F3E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ED2AEA8-A7D8-455B-98F1-5E5BE1F2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257AB4-CD6B-42BF-99F5-6D1C6A7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211C5E2-10E1-4191-853F-ECF7605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FE6093E-7100-41F2-B010-FA32AC3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3E38E9B-6C7D-4771-9EEB-9532CAC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86D77D4-30FA-468E-94D4-E8982DB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5A3F2D5-A081-4307-91A7-73439B9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8A5C270-02BF-4ED3-B268-3FDEE34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022B9A-A09E-4C7F-8A4F-7770794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D4A5F0C-E825-404A-85F6-4F32E68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DE3F2BE-9D34-43D2-A0FC-0642C02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7F4226E-A208-4498-B8F2-D0E1F0D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6F4C44E-088B-4880-8756-6E41CA0F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E3FA9D-0D7C-4478-AD01-CC96C9F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BB0E48F-BD0A-401E-9433-33569C6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563D7E-405A-42ED-8B49-75375FF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0A2458C-4AF9-451F-A295-3BE6C8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9A2E41A-2BCA-4364-B497-F3B4C1AB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0556C3F-2D19-43AD-BD32-9FAEE47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E964438-28A0-4A8D-94CD-4793E23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53D8D31-620A-4D42-A053-D7C2B46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BD6D419-D649-4B01-96EB-79D19CF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195CDBF-C187-40D8-B41E-3FEB9383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0AD1F6D-61FC-41E6-8599-ABC1F957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962C74D-39B7-424C-9E2E-5ACC8645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1DF4A7-C0AA-4FE7-8CBA-971238E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7C636E4-B14F-49E8-B91A-6AAF4AA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096542E-ED08-4DD8-8452-3C52B4F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B4DCB27-CA3E-490E-AA26-5F8191D1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9FF4E21-6299-45FA-934A-F54FCB3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849258C-9DB7-46F6-B8A2-7756ED5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3D62395-CCE4-4E1A-8633-706364ED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F3D2A02-370A-491A-8131-B9159FFA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A7B0945-CF94-4420-8246-1A0E3F5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E649DF3-846F-41AE-839B-A9DE749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7CDCD7-B21B-4CBD-BDD4-400F1C6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17BC229-0739-4CC7-A13B-09591F9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A374981-92AC-4445-9CDD-BC5FE38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F0654C5-4E84-44BB-AC83-F5558D4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84233CF-4B9A-4678-9156-268C46A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493B49C-4C44-4553-9EE9-A558ABB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81334B-2A36-4640-8049-E3B8B98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DB90786-A109-4877-B05C-B0DE4DC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61DB45F-9C3F-4950-831B-5D1EA0B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3271E6F-A639-43CB-B8CC-E55EB6BA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A753193-9297-423C-93BA-785EDF3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59AE51-BC4A-4B95-8C13-CB73F8A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A4CD478-EC43-4368-B471-25F56AF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66E9AEF-9F27-4A54-988D-CD75582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2B60E14-8633-4A32-9802-6A14AC5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8FCF2EA-BB47-4B62-B624-8B36FD2B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E9F16C0-28AD-47A5-BD4F-BCBEB5BB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F403494-66FB-40FB-83EF-54600FB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56DC465-5014-4E19-951C-D609443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B05D965-8934-4D5C-9AD6-3EFAC6C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0483FFA-E58C-4785-B769-E554D61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F943AC-AE66-4CF3-8FBB-FD32EED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908EFBF-4E61-42F9-AC5D-121804D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5A4B51C-494D-4EFB-9F40-512A0FAA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31EF9C-0F71-4944-91D9-AEE4D3F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840F698-2CFA-4791-BF01-8754E5F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52A8C9-65F9-4CB3-8D25-F9E2A2F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B6E9E76-5960-43D2-B192-0F5F37D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2D6853F-17C8-471B-A833-3BB06DD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2AEB9B-32F9-49E1-904E-93587513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B3DFC21-477C-4C9D-98BD-A882842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50B47C48-47B6-4300-83F1-E6A0F55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FDB4E8F-6E27-43C0-945E-0B52718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23A6A069-D090-448B-8989-D655EC9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253E990-82A5-470B-B3D2-4A44F7B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E1DB94B9-F0A4-4348-8530-7E1445EE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EA8260E-169B-4E0F-AFAA-6F02E09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EC7B960C-A2B3-43DD-A2B5-7E0F5F3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ACCCB78-8242-4C8D-AF99-33E47BA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E93AFF38-07BD-4234-98FE-9D84D4B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DEA0F21-9462-4816-B0A6-B69C615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8056739-2C75-42E2-8037-56D7BBD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DD32E7E-DB47-4C64-BA97-6267C5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F8BD070-6898-4B41-8CE4-69BF27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1733AB1-30A5-482A-BC4C-87675DB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B6222DB-667F-41CE-A216-8371752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DA68929-934E-42C3-BF83-BEA94C5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D75E5C8-1984-42DB-9E38-5AD8AE0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09A91F22-E7A9-4932-ADCA-EF6636B1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06D224B8-563C-44EE-8963-A6C9CAD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0" name="text-279">
            <a:extLst xmlns:a="http://schemas.openxmlformats.org/drawingml/2006/main">
              <a:ext uri="{FF2B5EF4-FFF2-40B4-BE49-F238E27FC236}">
                <a16:creationId xmlns:a16="http://schemas.microsoft.com/office/drawing/2014/main" id="{CB4D8B8B-7C90-4910-B325-0BE2A52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1" name="text-280">
            <a:extLst xmlns:a="http://schemas.openxmlformats.org/drawingml/2006/main">
              <a:ext uri="{FF2B5EF4-FFF2-40B4-BE49-F238E27FC236}">
                <a16:creationId xmlns:a16="http://schemas.microsoft.com/office/drawing/2014/main" id="{6B230858-5148-4986-8BA2-439A1071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2695F34C-9152-4144-B478-69C9C76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6A416EA1-7E95-42E7-855E-18DB4027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DF59EC9D-9504-405E-B99D-FAC9161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2F63B883-CB77-4926-AC3A-912E458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B0BFAE84-8D93-4967-B07A-241355D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4B857952-27BF-4914-B1FA-6ABC51CE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8×2 = 16 bit</a:t>
            </a:r>
          </a:p>
        </p:txBody>
      </p:sp>
    </p:spTree>
    <p:extLst>
      <p:ext uri="{BB962C8B-B14F-4D97-AF65-F5344CB8AC3E}">
        <p14:creationId xmlns:p14="http://schemas.microsoft.com/office/powerpoint/2010/main" val="1047692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3BFF1-4942-446A-A062-216EFF8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ED0E-0405-4718-B943-CC5C0F8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229A3-7F0E-4BB2-9546-E9B5ED9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3DBB56-EAAD-4CF5-BE38-91D18DD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5C5E27-FF6A-4816-BCB0-EEC7FFE9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F33F75-A50A-4D88-A440-06324C2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9438195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3BFF1-4942-446A-A062-216EFF8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ED0E-0405-4718-B943-CC5C0F8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229A3-7F0E-4BB2-9546-E9B5ED9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3DBB56-EAAD-4CF5-BE38-91D18DD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5C5E27-FF6A-4816-BCB0-EEC7FFE9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F33F75-A50A-4D88-A440-06324C2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99973-E7CA-467E-AF37-A0DB245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58079-5C41-4906-B965-4A9E14BB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F7E38-EF12-41CC-ACCB-D05CD2B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4F5A5-8AB8-4F3C-A147-83EF8B57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35EAB-D2E0-4A8C-B78A-ECA66CF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A7E4F-1840-4B18-83FA-9A35A79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7A231-89AF-41E3-9ADF-2A6EEE3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6BA0E-F2A4-43AF-B129-F3FFD872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53DC8-F4DE-46B5-A33E-9DF6E1D6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9C40-DA50-4150-B4B4-EC3E8C3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FAB57-E3CD-4056-8EB1-515F46C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0FC36-295C-42E1-A430-62A9059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BB2C-A943-4ADC-B0F5-BB7E154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A6103-8186-4DCF-A118-B5AD5869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F384A-BE98-4086-B2DE-1239EB6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7E0D-C0D3-4843-8167-65F669D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B819F-1C8E-48AC-A46B-944E865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69B24-92A6-4F6D-A00A-F0967D04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8C366-AE3E-4A4E-94E8-3B849FE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A0EF4-28D1-4453-B29C-38DD42F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5D0F0-5A20-4FCC-945C-D139977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5E557-3171-4DCF-81EE-66AA4B1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1ED62-1968-4C0A-8B70-548FAEE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05CB33-B365-4F99-8CA2-519EDCAC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E1330-2C58-4170-82E9-8ED6B07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3598F-BFA1-4F0A-84FD-385F85B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47DE0F4-D475-4395-9B0C-BECB32F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47CE86C6-0B05-4EEC-9978-DB1C7BF2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9438195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EA24A9E-0D98-4B03-9523-6A63B07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3BAB2-C706-4604-BC55-2171EED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739F24-649F-4CFF-8B1C-691DD8C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86DD-6774-4AC9-8080-B0D956F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0FAB-69EA-46FA-BEB9-3521646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631F-6915-4545-8A9C-7258CE2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9B0EF-9F8C-476D-BE4D-DFF9011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167B2-AB41-48C2-82FF-C68E09E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B6827-A20F-460E-BF29-82AC00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58D8-E615-4209-AD79-FA16863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67207-3166-49D6-9CE2-ADAF164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0766-CDB6-4F7D-9ADC-323D444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FA6CE-E761-4298-970C-43D2CBF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548C0-68C2-4781-A96E-D13435C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02B1-D067-4D86-BB58-72FBE3C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01C0F-639E-45B1-817A-0295859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B3C96-F575-4F84-96B0-DAFB497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5FC4-63D4-4880-B9B3-AB9372A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1C363-A24A-45A9-AA10-5545A92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6D890-450F-46DD-B028-D62175F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61241-4482-4AF2-B368-FC6122C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7C1F1-473C-4BE9-88A8-914FBD25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C952D-D08A-4185-9FC3-E59E302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C105-0A21-48E1-BF20-31CD1EC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5C1FE-1B8F-4257-8D6A-77206FA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0F767-6317-44EA-AAB4-C06E525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9C7F8-15B0-4FC9-9430-C92D061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70973-5481-4149-B0CA-E44F14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093A1-FFD6-49B0-B42E-8E5223B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54718-021C-4637-BAEC-31DD9E5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D161F-E9A0-4903-B91C-606238C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71840-9331-4DC7-9BAC-C1D2901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9C3D5-3EC6-48E8-908E-65FB140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9866-3F1B-4327-B7DE-CF0DC83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A6FE20-DE93-418A-93C9-CD03ACE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96AFF-53C1-490A-BFD3-7F9ECDD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9C19D-8ED3-43BA-BF86-18E6EFD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0158E-A5B0-410D-ADDA-A87E47C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A6278-61A2-403D-AD68-924E705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230FA-DC1C-49E4-97A2-2A7C9A2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6A110-0351-4B47-B922-0E21776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588F88-879F-4DB0-BDB6-EECC6E2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F55DC-5700-4234-B2F8-AF08F32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6CF06-25B0-45CF-8BD4-F14169F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99B531-C98E-4B4D-9E45-627F7CC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1B63A-E3ED-4D2C-9412-789DC09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842D7-D532-45FE-A0CC-8B4CB0D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4D88F-4402-42AF-8FC2-B7C74C6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D5559-9809-4744-94D1-C29B78B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1F4184-DF37-4EBF-9B65-7558D77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00384-F70E-4E76-B231-B7C65BA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880A29-F429-4345-B14D-D6EAABC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5FB2FD-3BDC-4018-A14B-DB8F040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1E101-26CF-4121-B2E6-72239F8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E32423-4A0A-4D03-A41E-D0B063E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1D71C7-3E39-4BD9-BC30-902EF18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B034C-2BF6-49D2-85E6-BA567AB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67609F-BE72-44A8-A51B-8764F5F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29872-61B4-4770-914E-9B0ED5A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69E462-FB4C-4C87-9E8C-51B0ABC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787CA8-4AB1-42D8-87A4-F4C1145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7A25B-865A-4611-8617-2299667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342B7E-0CFB-4D41-9C28-6287F7A4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25A03A-0643-4EAB-B517-6E0D466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200CDE-BDE5-4333-92B5-503356A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6C451-4195-412B-92B5-EDAB726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33DD4C-2D53-41C7-A8C4-713AD55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5680A4-BA1C-4188-82BB-6183F60E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D729E2-608D-4CBA-9F63-6D03C68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D3A684-4676-4BB5-AF7A-E7F39E7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F95947-67B5-447F-A1D4-BBD5378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82572A-E8A6-4684-8888-17D0D12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37172-68C1-43FF-8D15-D0580A4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5237EF-0432-4C2C-94BE-C2260E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60FFC3-FCAE-43A4-8D69-B202749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929931-AB93-487B-A186-80D83BB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53986B-3628-4B6B-803F-DAB920FF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A7BEB5-425A-425D-BBE0-E7DE050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8BDD3E-BDC9-4F38-8A58-90077BE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1ADFB-2D02-4BB4-BB90-745553D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ED5E76A-A79A-4A6F-A98B-44B32C1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0393D1-3BD1-43C7-AA2B-21BA6E2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714BD5-1F94-4E2E-9F1D-0742342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0A86EA-CE7C-419F-A868-F49DA33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D9B29D-620A-42AA-AE83-4A5A76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3702B9-2515-49C7-B8DC-D566DF5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84DFA7-BAB8-41E0-997F-94E043E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DE194F-C3C4-4B09-9D90-AC14245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D7DA08-729B-44E4-A44F-6C79E4D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69BC0E-D569-4997-8122-D27ABF1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EB2084-4DA5-4409-9A6D-F0D77555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8F2FDF-026C-4F70-BF2D-FF8FF88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700F22-7240-4280-99CB-6730959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2CDFEA-48B5-451E-BDA1-8D0A9C0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B0DE2C-A8F1-4D8D-AFB9-C3BB6A2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FFD994-8454-4AB1-A2D8-CF7710C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9BB4EB-C360-4327-8DD9-2248464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36EF93-55F8-4445-91DB-33B7F58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37144B-DCE4-40EB-BB8B-AC1C1E8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C4631-635F-4653-B293-888F577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BA1BC3-9001-472A-9634-5AA29E5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7CA970-6FB0-474D-9E3A-AAB9559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C31298-505F-43E7-BD9B-B8D27DE0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C5871E-70F7-40D4-A136-FB6F9C8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3461E-B0C9-45D1-89BA-03675FD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937680-8D9E-45E9-8552-10A5549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1D151A-2922-48CD-B11E-EC8C487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E3ACC0-B9AB-4736-A264-41E2BD5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B0E1AF-DF50-4996-9952-B1C9B2E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6ADA72-E5A4-4296-9A82-B09ACF94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2535FA-7FB8-4882-8894-8E22A9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EC1600-93EC-4E02-9083-4797AE3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EB90C0-3B4F-4DA9-8146-5B54FE8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83A006-7F7E-4443-947A-CC4E052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0BCF9F-DD81-408D-9CA1-13E3C77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E8619E-E709-46BF-9EFE-39BAC4F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D15284-EA7E-4446-88F3-7F2716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1B659F-F943-43CB-9484-AD9D6AF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996DBD-8F1F-4E42-B9D1-50E2624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B13866-6B51-47B3-B9EA-E0F219F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D2357F-0ADE-469B-87FE-D9B21CA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1D5F8E-74EC-4492-8E2D-1943256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2F6B83-0F12-4649-8838-82AC178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CD0C4C-280C-4A65-8852-001403B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83F927-9333-4284-92C2-1608CAE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4FB9D4-0C19-41A5-8F08-FD5E639D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35750A8-31DC-443A-8AAB-602A5C8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5A9A1B-DE52-4B8D-906E-5582B6B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9F0F1C-A071-4103-9910-A7396D0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264D7B-F487-4BA6-AC4F-E8D4AF8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CC68192-2BDC-4B8C-B3AA-26C8D51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B60276-D8EC-44F0-982B-E69CAF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FA19DF-DA09-4976-B7E3-593BF18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6818F0-550C-4838-B045-83C7291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5EED5E-BF70-4638-BB77-AED397F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F1DCA0-4F2A-4A6F-BF2C-727692C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0BBEE3-E2F5-46D7-97ED-B11D179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DAD1BA5-C77B-418E-8CB7-C70FA6E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21E7C1-C18C-4AAA-A289-676F523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950B36-0B14-49D3-B8E2-FB78B4C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C3383E-1286-4AF0-8BF1-35DBE23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959A9D-41A3-48E7-803E-ABB71B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4EBF3C-A88E-4711-B8FB-1FAD427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CDC7210-32D7-4455-9699-C2F7D58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AF0D4F-E9C0-4101-94CA-21505F2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7EA06C-9D8B-4651-89F6-9239D00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6D7A9E-3D78-4417-8ABC-7FBA56F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532B3A5-7ABD-4580-B061-A43E7569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70D166C-42CD-493B-8DB0-8930ABB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1B5CA7F-9075-4C09-BA0A-272384A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6838342-1319-474C-B5EF-8A00EE5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B14F0CB-7565-472B-B14C-C5D4BF6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22BC80-D220-434E-8139-17ACC9A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FE65E3A-302C-4E62-A115-9CF5153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F2F095-F405-483E-AD59-C6B5AF6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2C4D66-B8E7-407B-8660-35C62D1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BEF33CD-FDB8-4420-B5F4-F0186FD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A26A935-6859-4DA7-A6BD-C7017F4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B480EE-9B6C-4F00-BA17-B84C215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F073D3-3C5A-4D33-B9D1-A0FB7DA0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B98EFA-5941-41F1-841E-2013B9C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1D51DBA-87CE-4AB9-9259-81512BA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04184F-B7D2-4282-AEDD-D73B687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CCD0EF8-C934-40E1-BB8D-D723429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887B103-1303-467F-B154-804894B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FACA9FA-2826-48FB-8D76-AE45A63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B612779-99CE-474D-B0C1-0158BDF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941BB21-9BD8-4161-B236-926F9C2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3F8E74-9281-4A9F-8F2F-CADA0B8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CC255F7-8FBF-4DE9-9595-62FA3E6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21863-65BD-48D0-8B19-A421A69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A7CCA7-7688-4416-902C-6B50505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4D557F-4CCE-49D6-876B-039AE0A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1AEDAF7-1A44-40BB-B475-83A9620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E1F2DA-8090-47C6-A976-2A6E11D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5A20BB-40CF-4E2D-9AAC-69392FB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FA80BD-0D21-4C62-823F-8AA5CD8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045CBAD-FF8F-4C38-B5CB-C1FB189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12438D1-AD35-4A76-93EF-A3F077C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CFC9DD1-6B47-4091-AA51-3BB8626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C439D7F-5F73-4102-ADC9-3C0EBE0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568F676-EB51-4055-9DCB-17279AD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6B7ABFD-1E31-4D4C-9EB5-4D358D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3F3868-AC48-4C30-9D8C-080AF00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C6EEE22-C447-414D-AFA9-713EA3E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4348748-B86C-482B-B6B4-67D29459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AEE2B3E-7D02-4BFE-8C47-395A8DA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CF9ECA6-7BCB-48A9-8AEA-2280863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FC3840E-6D12-475F-8012-BC1FA9A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FD3009-93CD-4B9E-801D-A57A2D6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FEA7FC2-411F-4879-B3A6-37792C7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F837096-B3C4-46F8-8D05-3D859A45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026D38-3CC2-4351-AB4E-448832B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268B420-23BE-459D-9DD5-88103E8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BCABDA-AEF1-48A8-8FB3-DEB4A68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2C49CBF-D9ED-4F87-A223-9E21950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D2FA98-114C-4A34-82F3-A809168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B8689E-8519-4779-A1E9-2954044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7B81880-70AC-4F14-9CD5-6E88EE1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FA2441C-3A72-411A-A822-DD71C6D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4424526-8492-4882-A9EE-9A03568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11FC16-09FD-40BA-9946-B347AB4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0169A41-92BE-418E-9BDC-5391308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17CD748-FB8A-4DAC-A7B7-D14CC28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173AF6-1C92-4218-9689-B2CDD2E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CA9F8F7-C9C6-4D91-A31C-28CEBF9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3574A8-4C1B-4AEB-868B-F0EB326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FD128F-17DE-4C6E-8685-8698C7A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B22C690-7E33-46BB-8034-A2F837F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57F6522-6A93-4C94-8826-4BF4A6E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37DAECC-13EB-4F33-BEB7-846BE59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29BE41A-45B6-47D5-9EDE-4C02969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ED10FF9-BE4D-420B-9EF5-C233AC5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D44BC10-7A8A-4548-8992-5F7A8A4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E09F344-6CEC-4CA3-853D-7C97224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CCAB91-F88B-4711-BD2E-E1263D8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CE47C96-280E-49F4-A6DE-1CCC66E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63DD18E-5616-498B-84B1-5DE8291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484CD1-003A-4728-AA9E-39B1C8A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005BE4E-D91D-40B5-86DD-00AA872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605D6A-70AD-4A17-A8DA-993D4B7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97F6109-3F0F-42AF-9D33-26FC6B4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61C24F-258A-4EA2-9AE3-8286DD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4CAE990-71BA-4858-B509-6DAF8D8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1C11F80-2C40-486C-BDEA-E44CC81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D3F5754-A637-4B29-A1CA-14C60BB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45C8C3E-6E36-4D8C-BDB1-939ABEA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172A154-B5CE-4F48-BEC5-A444D40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1AFD067-8861-4747-AAC7-C61B18A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F5E5AFE-1770-4D64-8ED4-22FD2EB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1B272C4-1556-4CDE-8F86-09A5E1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DEFB770-02E5-4E4A-AE9F-960CB13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9D9A448-C49E-451C-A4B1-126B7EF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E6BA3C-B909-4EDA-8FAC-FCD21D1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A8B6CEF-16D6-47B9-9AE7-8B12F71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212EDD3-3DC6-4FBF-9B89-F5D2969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0C7CA-71E8-4CF7-895E-A4EEF3D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AF41937-6D40-4D71-A027-BF1E87E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5FB2BEA-8E1F-4F34-BC8A-F45191E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B26CB-2DF3-4E01-8EE4-875E4B3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7B861D7-1123-4152-8F7F-52AA3C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FBB5283-4839-46EB-8110-D018552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17C08F7-4B87-4BB4-B8CE-384E5B5D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5D3A98C-A651-4F43-BA39-6E55183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B77464F-9E3F-4561-9AF8-AFE1B50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C073FC-7FDC-42FF-BCEC-BA5EED7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2ACC205-42EF-4263-9B95-1C614D0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7AB7B97-8AA8-4287-A03F-7AECAE0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D713FC5-FC5E-4015-B932-0ABF1CA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75E38E4-9C22-47DF-8918-1B71445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A7F8E40-F50E-401A-B169-9CC99E6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7E3DA2F-DC0F-4B81-AF7B-551EDF7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999FD4A-A8F0-4164-A879-32A8C0F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CE26271-5028-4C0A-A0AD-DFEF9D1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BC8D07C-88B8-4794-BAAC-3DD26F9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595A260-5714-4221-8C4D-B490F54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47F08D9-6AEA-44FB-A56B-A5BAD50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7B8E888-6961-4698-996C-83FA60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B8857CB-20AA-46D5-8705-40FDE37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4AEEC99-BCEC-4D4F-878D-0280347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</p:spTree>
    <p:extLst>
      <p:ext uri="{BB962C8B-B14F-4D97-AF65-F5344CB8AC3E}">
        <p14:creationId xmlns:p14="http://schemas.microsoft.com/office/powerpoint/2010/main" val="11295249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4EA24A9E-0D98-4B03-9523-6A63B07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3BAB2-C706-4604-BC55-2171EED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739F24-649F-4CFF-8B1C-691DD8C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86DD-6774-4AC9-8080-B0D956F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0FAB-69EA-46FA-BEB9-3521646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631F-6915-4545-8A9C-7258CE2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9B0EF-9F8C-476D-BE4D-DFF9011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167B2-AB41-48C2-82FF-C68E09E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B6827-A20F-460E-BF29-82AC00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58D8-E615-4209-AD79-FA16863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67207-3166-49D6-9CE2-ADAF164E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0766-CDB6-4F7D-9ADC-323D444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FA6CE-E761-4298-970C-43D2CBF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548C0-68C2-4781-A96E-D13435C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02B1-D067-4D86-BB58-72FBE3C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01C0F-639E-45B1-817A-0295859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B3C96-F575-4F84-96B0-DAFB497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95FC4-63D4-4880-B9B3-AB9372A1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1C363-A24A-45A9-AA10-5545A92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6D890-450F-46DD-B028-D62175F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61241-4482-4AF2-B368-FC6122C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7C1F1-473C-4BE9-88A8-914FBD25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C952D-D08A-4185-9FC3-E59E302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C105-0A21-48E1-BF20-31CD1EC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5C1FE-1B8F-4257-8D6A-77206FA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0F767-6317-44EA-AAB4-C06E525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9C7F8-15B0-4FC9-9430-C92D061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70973-5481-4149-B0CA-E44F142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093A1-FFD6-49B0-B42E-8E5223B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54718-021C-4637-BAEC-31DD9E5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D161F-E9A0-4903-B91C-606238C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71840-9331-4DC7-9BAC-C1D2901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9C3D5-3EC6-48E8-908E-65FB140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9866-3F1B-4327-B7DE-CF0DC83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A6FE20-DE93-418A-93C9-CD03ACE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96AFF-53C1-490A-BFD3-7F9ECDD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9C19D-8ED3-43BA-BF86-18E6EFD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0158E-A5B0-410D-ADDA-A87E47C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A6278-61A2-403D-AD68-924E705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230FA-DC1C-49E4-97A2-2A7C9A2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6A110-0351-4B47-B922-0E21776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588F88-879F-4DB0-BDB6-EECC6E2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5F55DC-5700-4234-B2F8-AF08F32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6CF06-25B0-45CF-8BD4-F14169F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99B531-C98E-4B4D-9E45-627F7CC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1B63A-E3ED-4D2C-9412-789DC09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842D7-D532-45FE-A0CC-8B4CB0D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4D88F-4402-42AF-8FC2-B7C74C6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D5559-9809-4744-94D1-C29B78B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1F4184-DF37-4EBF-9B65-7558D77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100384-F70E-4E76-B231-B7C65BA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880A29-F429-4345-B14D-D6EAABC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5FB2FD-3BDC-4018-A14B-DB8F040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1E101-26CF-4121-B2E6-72239F8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E32423-4A0A-4D03-A41E-D0B063E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1D71C7-3E39-4BD9-BC30-902EF18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5B034C-2BF6-49D2-85E6-BA567AB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67609F-BE72-44A8-A51B-8764F5FE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29872-61B4-4770-914E-9B0ED5A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69E462-FB4C-4C87-9E8C-51B0ABC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787CA8-4AB1-42D8-87A4-F4C1145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7A25B-865A-4611-8617-2299667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342B7E-0CFB-4D41-9C28-6287F7A4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25A03A-0643-4EAB-B517-6E0D466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200CDE-BDE5-4333-92B5-503356A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6C451-4195-412B-92B5-EDAB726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33DD4C-2D53-41C7-A8C4-713AD55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5680A4-BA1C-4188-82BB-6183F60E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D729E2-608D-4CBA-9F63-6D03C68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D3A684-4676-4BB5-AF7A-E7F39E7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F95947-67B5-447F-A1D4-BBD5378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82572A-E8A6-4684-8888-17D0D12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137172-68C1-43FF-8D15-D0580A4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5237EF-0432-4C2C-94BE-C2260E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60FFC3-FCAE-43A4-8D69-B202749B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929931-AB93-487B-A186-80D83BB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53986B-3628-4B6B-803F-DAB920FF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A7BEB5-425A-425D-BBE0-E7DE050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8BDD3E-BDC9-4F38-8A58-90077BE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1ADFB-2D02-4BB4-BB90-745553D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ED5E76A-A79A-4A6F-A98B-44B32C1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0393D1-3BD1-43C7-AA2B-21BA6E22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714BD5-1F94-4E2E-9F1D-0742342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0A86EA-CE7C-419F-A868-F49DA33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D9B29D-620A-42AA-AE83-4A5A76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3702B9-2515-49C7-B8DC-D566DF50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84DFA7-BAB8-41E0-997F-94E043E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DE194F-C3C4-4B09-9D90-AC14245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D7DA08-729B-44E4-A44F-6C79E4D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69BC0E-D569-4997-8122-D27ABF1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EB2084-4DA5-4409-9A6D-F0D77555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8F2FDF-026C-4F70-BF2D-FF8FF88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700F22-7240-4280-99CB-6730959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2CDFEA-48B5-451E-BDA1-8D0A9C0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B0DE2C-A8F1-4D8D-AFB9-C3BB6A2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FFD994-8454-4AB1-A2D8-CF7710C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9BB4EB-C360-4327-8DD9-2248464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36EF93-55F8-4445-91DB-33B7F58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37144B-DCE4-40EB-BB8B-AC1C1E8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C4631-635F-4653-B293-888F577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BA1BC3-9001-472A-9634-5AA29E5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7CA970-6FB0-474D-9E3A-AAB9559E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C31298-505F-43E7-BD9B-B8D27DE0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C5871E-70F7-40D4-A136-FB6F9C8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3461E-B0C9-45D1-89BA-03675FD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937680-8D9E-45E9-8552-10A5549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11D151A-2922-48CD-B11E-EC8C487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E3ACC0-B9AB-4736-A264-41E2BD5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B0E1AF-DF50-4996-9952-B1C9B2EC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6ADA72-E5A4-4296-9A82-B09ACF94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2535FA-7FB8-4882-8894-8E22A9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EC1600-93EC-4E02-9083-4797AE3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EB90C0-3B4F-4DA9-8146-5B54FE8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83A006-7F7E-4443-947A-CC4E052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0BCF9F-DD81-408D-9CA1-13E3C77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E8619E-E709-46BF-9EFE-39BAC4F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D15284-EA7E-4446-88F3-7F2716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1B659F-F943-43CB-9484-AD9D6AF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996DBD-8F1F-4E42-B9D1-50E2624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B13866-6B51-47B3-B9EA-E0F219F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D2357F-0ADE-469B-87FE-D9B21CA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1D5F8E-74EC-4492-8E2D-1943256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2F6B83-0F12-4649-8838-82AC178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CD0C4C-280C-4A65-8852-001403B6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83F927-9333-4284-92C2-1608CAE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4FB9D4-0C19-41A5-8F08-FD5E639D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35750A8-31DC-443A-8AAB-602A5C86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5A9A1B-DE52-4B8D-906E-5582B6B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9F0F1C-A071-4103-9910-A7396D0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264D7B-F487-4BA6-AC4F-E8D4AF8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CC68192-2BDC-4B8C-B3AA-26C8D51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B60276-D8EC-44F0-982B-E69CAF8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FA19DF-DA09-4976-B7E3-593BF18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6818F0-550C-4838-B045-83C7291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5EED5E-BF70-4638-BB77-AED397F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F1DCA0-4F2A-4A6F-BF2C-727692C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0BBEE3-E2F5-46D7-97ED-B11D179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DAD1BA5-C77B-418E-8CB7-C70FA6E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921E7C1-C18C-4AAA-A289-676F523D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950B36-0B14-49D3-B8E2-FB78B4C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C3383E-1286-4AF0-8BF1-35DBE23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959A9D-41A3-48E7-803E-ABB71B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4EBF3C-A88E-4711-B8FB-1FAD427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CDC7210-32D7-4455-9699-C2F7D58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AF0D4F-E9C0-4101-94CA-21505F2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7EA06C-9D8B-4651-89F6-9239D007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6D7A9E-3D78-4417-8ABC-7FBA56F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532B3A5-7ABD-4580-B061-A43E7569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70D166C-42CD-493B-8DB0-8930ABB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1B5CA7F-9075-4C09-BA0A-272384A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6838342-1319-474C-B5EF-8A00EE5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B14F0CB-7565-472B-B14C-C5D4BF6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22BC80-D220-434E-8139-17ACC9A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FE65E3A-302C-4E62-A115-9CF51534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F2F095-F405-483E-AD59-C6B5AF6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2C4D66-B8E7-407B-8660-35C62D1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BEF33CD-FDB8-4420-B5F4-F0186FD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A26A935-6859-4DA7-A6BD-C7017F4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2B480EE-9B6C-4F00-BA17-B84C215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F073D3-3C5A-4D33-B9D1-A0FB7DA0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B98EFA-5941-41F1-841E-2013B9C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1D51DBA-87CE-4AB9-9259-81512BA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04184F-B7D2-4282-AEDD-D73B687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CCD0EF8-C934-40E1-BB8D-D723429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887B103-1303-467F-B154-804894B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FACA9FA-2826-48FB-8D76-AE45A63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B612779-99CE-474D-B0C1-0158BDF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941BB21-9BD8-4161-B236-926F9C2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3F8E74-9281-4A9F-8F2F-CADA0B8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CC255F7-8FBF-4DE9-9595-62FA3E6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21863-65BD-48D0-8B19-A421A69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A7CCA7-7688-4416-902C-6B50505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4D557F-4CCE-49D6-876B-039AE0A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1AEDAF7-1A44-40BB-B475-83A96200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E1F2DA-8090-47C6-A976-2A6E11D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5A20BB-40CF-4E2D-9AAC-69392FB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FA80BD-0D21-4C62-823F-8AA5CD8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045CBAD-FF8F-4C38-B5CB-C1FB189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12438D1-AD35-4A76-93EF-A3F077C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CFC9DD1-6B47-4091-AA51-3BB8626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C439D7F-5F73-4102-ADC9-3C0EBE0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568F676-EB51-4055-9DCB-17279AD9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6B7ABFD-1E31-4D4C-9EB5-4D358DE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D3F3868-AC48-4C30-9D8C-080AF00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C6EEE22-C447-414D-AFA9-713EA3E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4348748-B86C-482B-B6B4-67D29459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AEE2B3E-7D02-4BFE-8C47-395A8DA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CF9ECA6-7BCB-48A9-8AEA-2280863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FC3840E-6D12-475F-8012-BC1FA9A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FD3009-93CD-4B9E-801D-A57A2D6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FEA7FC2-411F-4879-B3A6-37792C7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F837096-B3C4-46F8-8D05-3D859A45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026D38-3CC2-4351-AB4E-448832B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268B420-23BE-459D-9DD5-88103E8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BCABDA-AEF1-48A8-8FB3-DEB4A68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2C49CBF-D9ED-4F87-A223-9E21950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D2FA98-114C-4A34-82F3-A809168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CB8689E-8519-4779-A1E9-2954044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7B81880-70AC-4F14-9CD5-6E88EE1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FA2441C-3A72-411A-A822-DD71C6D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4424526-8492-4882-A9EE-9A03568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11FC16-09FD-40BA-9946-B347AB4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0169A41-92BE-418E-9BDC-5391308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17CD748-FB8A-4DAC-A7B7-D14CC28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173AF6-1C92-4218-9689-B2CDD2E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CA9F8F7-C9C6-4D91-A31C-28CEBF9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3574A8-4C1B-4AEB-868B-F0EB326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3FD128F-17DE-4C6E-8685-8698C7A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B22C690-7E33-46BB-8034-A2F837F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57F6522-6A93-4C94-8826-4BF4A6E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37DAECC-13EB-4F33-BEB7-846BE59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29BE41A-45B6-47D5-9EDE-4C02969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ED10FF9-BE4D-420B-9EF5-C233AC5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D44BC10-7A8A-4548-8992-5F7A8A4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E09F344-6CEC-4CA3-853D-7C97224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2CCAB91-F88B-4711-BD2E-E1263D8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CE47C96-280E-49F4-A6DE-1CCC66E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63DD18E-5616-498B-84B1-5DE8291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B484CD1-003A-4728-AA9E-39B1C8A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005BE4E-D91D-40B5-86DD-00AA872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605D6A-70AD-4A17-A8DA-993D4B7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97F6109-3F0F-42AF-9D33-26FC6B4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61C24F-258A-4EA2-9AE3-8286DD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4CAE990-71BA-4858-B509-6DAF8D8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1C11F80-2C40-486C-BDEA-E44CC81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D3F5754-A637-4B29-A1CA-14C60BB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45C8C3E-6E36-4D8C-BDB1-939ABEA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172A154-B5CE-4F48-BEC5-A444D40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1AFD067-8861-4747-AAC7-C61B18A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F5E5AFE-1770-4D64-8ED4-22FD2EB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1B272C4-1556-4CDE-8F86-09A5E1AE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DEFB770-02E5-4E4A-AE9F-960CB13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9D9A448-C49E-451C-A4B1-126B7EF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E6BA3C-B909-4EDA-8FAC-FCD21D1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A8B6CEF-16D6-47B9-9AE7-8B12F71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212EDD3-3DC6-4FBF-9B89-F5D2969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70C7CA-71E8-4CF7-895E-A4EEF3D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AF41937-6D40-4D71-A027-BF1E87E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5FB2BEA-8E1F-4F34-BC8A-F45191E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B1B26CB-2DF3-4E01-8EE4-875E4B3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7B861D7-1123-4152-8F7F-52AA3C6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FBB5283-4839-46EB-8110-D018552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17C08F7-4B87-4BB4-B8CE-384E5B5D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5D3A98C-A651-4F43-BA39-6E55183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B77464F-9E3F-4561-9AF8-AFE1B50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C073FC-7FDC-42FF-BCEC-BA5EED7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2ACC205-42EF-4263-9B95-1C614D0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7AB7B97-8AA8-4287-A03F-7AECAE0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D713FC5-FC5E-4015-B932-0ABF1CAF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75E38E4-9C22-47DF-8918-1B71445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A7F8E40-F50E-401A-B169-9CC99E6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7E3DA2F-DC0F-4B81-AF7B-551EDF7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999FD4A-A8F0-4164-A879-32A8C0F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CE26271-5028-4C0A-A0AD-DFEF9D1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BC8D07C-88B8-4794-BAAC-3DD26F9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595A260-5714-4221-8C4D-B490F54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47F08D9-6AEA-44FB-A56B-A5BAD50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7B8E888-6961-4698-996C-83FA60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B8857CB-20AA-46D5-8705-40FDE37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4AEEC99-BCEC-4D4F-878D-0280347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DEFD747-37D1-43EF-9B4B-6CC5DAB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69656FA-31AC-4E11-ADBD-77FFE74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9C2B221-F141-4B8D-8A67-B8956D6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CF4744B-7C02-49AB-A40F-7DA28D4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6E2509B-44CA-4B1E-853D-FFCF95D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30B1431-D4D7-4CA9-9E75-3CF862F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A7AAF26-8588-480C-915D-6D5FCE7D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B07A742A-486F-4C5A-B1AD-40174548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B94983B-305C-4A5E-89E8-ED5C06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F8DCF54-EE24-4D4D-861C-404CD5EA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66B3BB8-9F9A-4BA6-BF1C-0DFAB89B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31570D3-6CB0-45B8-8167-17C86040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50766E6-642A-4ED7-98DA-B9A544A3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4CC7FB9-638B-48BA-8691-73B1F04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05542ED-AE17-4868-82C9-92D5D83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6523231-0CCD-4510-83C7-3D223EA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71DB54F-A391-4795-8326-CF2FF7D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AFE7CF2-0395-45F8-A8F2-848D3C6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4C9E75B-62DE-4FE5-B06A-046B447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C21D6AF-B403-4AE3-9527-4C079F4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43C0D0D-44B1-4E17-84C7-9217BF0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E6A0529-B64A-47C7-907D-30B288D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10010D4-3FB1-47BD-BF2F-117B687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D432450-F0FB-4101-AA39-D50B101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D4E9327-8229-46FE-A661-497F1600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0FEE9DF-EDAA-4BBF-8B78-88F4ECC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844AE6-7965-4ED5-B510-49D1018D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CCCD3C7-DED9-4266-9106-4638D786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0F0B8B2-F069-4A7B-A0ED-587A8AE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F55D16C-812A-41CE-A115-B97B944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6CD011B-F57C-49E4-A487-C77148D5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B09EDEF-FCBA-4A4B-AC11-31FC560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AD7F7DB-8355-4A07-9DCE-F8C841E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3533498-78B9-4934-BE85-2C08353A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66D8EBD-B551-440F-8C68-EEDB68C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89FCAF2-4490-4A1A-A606-3E8F1369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F2E96F3-E854-4FD2-B4F3-C7FE6D06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0AEED7F-A12E-4044-8619-99E14EF8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5F4C248-AA4C-4FE9-8577-75CEA9F9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AD6366E-2263-4718-915F-80B4A1F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B13DAF8-5779-44B9-AA6B-2007653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CEA4BEF-7E95-4FEB-853C-5FC0E702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53B8EB3-2B25-47EF-8767-BEC47F02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54FD99C-A099-4634-9B7A-A372DED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49DDF2D-EC39-420B-8C10-151A55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9EBCDFF-37B4-48AE-8A85-C10B2B0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AFEB8F4-8AF1-46B9-AD7F-8ADE5F1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3D3C309-D174-42AF-90B8-146DC76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EE96AFE-4E88-4089-904C-D0B3E93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EE4F173-78C4-4C77-9080-D5D527A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B233C4B-4705-4687-A577-4F90FEE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D91C734-507B-44EA-8ECB-56C31C8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47008BDE-DC99-4C30-BCA5-B236B07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EE5735B-C016-4D95-B20A-8C2C00F1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BD4C209-2A03-4FC5-B58F-E76CB18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3B12591-28B2-4D4F-B08D-85BDBED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AD3611B-ECAF-44C7-A37C-73F7258D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BC31537-E25E-45C1-B061-18ED5BA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B0A2F1F-7EE0-4FA2-9BDD-4DB9268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0769A3E-81E3-454B-A2D0-F70534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C5BE11F-1A92-4226-A24A-9E0111B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06066DB-7FEE-4790-86BD-26E3F496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F2E824E-70DB-4FC6-A31D-91E446C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B51E020-A61E-4078-9ED9-D3982DA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8C0F57A6-71C7-4FF7-BFEE-2B089120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B4896E2-A13A-4AB7-816B-A4F9DD9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6C42C691-018A-400F-8871-0B023A06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F505E69-3A4C-4A4D-ACD5-1A1F9C0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F42901E-2213-4B0F-9F8F-43E8F47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45777F3-5141-4163-9DA3-5CA1B30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A71AB1B-1719-47FF-8DEE-D32A449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D4D3CAE-B646-4107-AC1E-373CB25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C9A7F67-16FB-434A-A8B5-85D324E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6653BAF-5348-4D85-959B-E9D6A07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411FB0F-2006-4F75-9F54-EA98633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5966C23-AD68-4846-ACFD-385D18A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62D21C3-FC4E-4453-900D-0124C94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F37BCD0-F86D-48FF-8E67-4F237B7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7A78700-DCB6-4CC8-8D80-B5C34D4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14EC4E0-0B33-4BDB-B744-737D8E3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053059C-26A9-444A-85D4-99EBB81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451A88C-3E1D-4B78-9A1E-5222916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D012E042-AF3C-40B9-B939-6EE7558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8F6CC26-BB03-4953-8E0D-12F0700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284147C-9662-476F-8920-4679C52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381F2CA-4C0B-4605-811C-DDE840C1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BAFE445-2ECA-4D7C-8663-3613809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33EA7F0-D24B-4486-8524-3470839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CCBDC30-A2FE-4788-B950-48004A1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1898652-0BD0-4E36-B606-D6ECB59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F6E9913E-1DB4-4519-944B-93FAA516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256980B-C788-4398-85DE-EB26AE8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26F4280-9979-4FA1-B599-62D1BCE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0B3AF7B-CA9D-4C7D-944A-3CB2E6B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CF58A711-4229-4BDA-8759-C8BB772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C11DF53-2E03-45EC-97F9-DFBCD8C2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2977D0E-B7A4-4182-B35D-EDF7978D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44BC7D5-9394-4869-BA31-25406046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F48598F-0770-4B18-8199-0FB172D7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4CCF3D08-C6F1-467E-8380-BD476C3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A2C25F3-926A-4599-8989-081CAF5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F0DFCB0F-9213-4E5E-9635-FE26C15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25AA52E-8919-4E9B-A99E-65FCFCD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702857E-0549-4A38-927A-019FA01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015453E-0B74-4D80-96A2-0F9EA61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3B7E877-ED28-4D7F-8B03-EE3F58E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5E7661C-705E-4A27-B83D-F944722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DB99F85-0BEA-4DE6-9199-AC9F0A1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599056E-B0C1-499D-B0F9-FC64E347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6C6D35E-43CC-4453-A927-4F6B4398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C3806E4-7A2D-4879-A68A-B4C836D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435CB772-E424-4AA7-BBA1-3D4B421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6E9C7BA-3977-4A69-96DD-B136F23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920FC88-DE21-484A-B004-2C04296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16E93B6-F66A-4976-884D-D3C0875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BBDE49D-1023-45F6-82C5-D48C88E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4C77001-7681-405D-B1B9-D0B1695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9E41E62-7514-4631-91A3-F15C5778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3EC5B2F-801A-4D9C-A3A0-D71746E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354D0C7-4531-425C-A489-0EBD19F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1E0E5DD-2BA2-45D1-A64B-678D3978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19213AA-01BD-4057-90D3-38F4E56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5C19567-3908-4FCA-83CB-E6F5775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0FD4ADA5-D945-44CA-BFD0-DAE008B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D7ED8C62-5E4E-488D-9C7B-B427C0F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0EE9EE3-86E8-4838-BCBF-A4A1962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20B62EE-27DC-4375-9ECA-36CEEC9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B800DB6-2C5A-4EDF-8DD5-DCBAB08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AEC65FE1-8412-478D-9D57-99B4679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CDEDB96A-3CE0-4A84-98EE-3D71C14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7BEF1DD-F14C-482E-8183-0CCBA135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9A15AC4-93FC-4688-A9ED-E619761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62334C9A-4013-4D16-A11F-F835EBE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C4771E1-2AB6-44FA-AB1A-835B8143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7426693-91EA-45D7-9AFB-BF274D3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D462686-8BCC-4BE0-A1C9-6A61B25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3F5FAD0D-1BAD-4A34-9A6F-14004C8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051014CD-70F0-446A-958A-BA1CC17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A163640-10F5-4639-80B9-EF2465C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06D4B8E-0E8D-42B6-B616-1D826A7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C276834-7C21-4117-9E9A-93956A3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D6C7F33-CBD6-47E4-B6BE-A28A3B7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233BD4E3-D067-4D53-A3C6-32893DF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4536D01F-DCC4-4397-9ED8-C2B1ECD9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87295A6-FDBA-4446-A70B-C126886F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AF2FDC0-086D-46BF-9A17-5873BAA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570022E-212A-4D65-A093-636172B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123C6729-DC44-47A8-BF86-B7B56E6C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9F8F5A3-9FCB-403A-89AA-68D53A5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8BD76F5-527F-423C-B3D2-15ACA902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3AE73D5-E9C5-4999-ADD5-603BE15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83D4756-1FC9-45D1-9069-AD8C1CD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8E6E9271-1D4A-45E4-A425-11BA643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A7A55EB7-154B-4631-98C7-39235A4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66902BC-DC80-45A1-B994-9EF647D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C7DEBC30-80D6-4420-BB46-BCB8B5F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A5C9F35-451F-418D-87EE-95EC08C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2E8509A-590E-4FFB-9057-B999DCA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A627ADB-970C-400A-87A9-2A271EB8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66856F0F-8C34-45DC-A38B-C2D12C0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AE2FAE7-F791-4DC5-88CF-1D92A6D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04E48197-B138-4C80-A2FD-403FEC0B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AE1AC61-2830-42E7-A454-7CDD4F3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4F0230F-0768-4E8E-9457-22E2645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6A70495-4A47-49B3-BCAF-D566FB9E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698499A-5D62-4D55-9705-F808936F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F933CEF9-B830-43FD-87E8-CE7EB16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210C523-9C27-4433-ADCD-6FC6D05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C7E5A44-61BA-4050-928A-32E536E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447C939D-244C-4688-AF33-5F36D85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5CA09F4-74E8-4EA1-87A1-CE3C40F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A3C01B1-C471-4A5D-A34F-B0F4BC3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D597534-2EA7-4F3F-BC98-8ACB1F5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7F72A62-AB9D-48B3-A4E7-65992239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4B6116E-7398-4865-AD65-E3B3C19C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57FFA7D-8208-4D08-9106-64B54B7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D202DF2D-B4CC-4896-9C37-4225EA5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15E7193-60A5-4184-BE87-1FE526A1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39BA918-595A-405A-8B1D-A6FAF169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FAE6B87-2C11-4118-A444-3F46254A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2C4975C-22A2-4B04-BB56-7A3752BB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CDDF801-0A0D-47FF-9409-EA3D2F4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A378007-B65F-48EF-857B-2E3481F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241F859-FBBE-4AD4-B330-83AB140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65B3D9C-D06B-44D1-B6B5-7805D0C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000554E-646D-478B-BF09-DB18967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73DEE568-01FF-436A-BA12-7C14CC6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9A9EF87-785E-4FEB-A655-F6154E6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6A438A0-5A59-4A49-B129-87B4719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E2FFEB5-1A4E-4FF4-B4F1-0759EC8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B467961-5C3F-4738-BF80-CA3C730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5562ED0-AB0D-497E-A5C9-F218F60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3729102-AC22-4A05-8AFA-087844B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076649A-B8A4-4536-AC06-B5F1B84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599E922-240E-4C63-A9A5-E53E599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953CFAB9-0DE0-4061-BFDF-6A055D2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E4D1D42-3A12-44DB-B98D-E98CBB5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CDA63956-3CD9-4F2B-AAF5-860A9D89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28CEDFB7-DD6B-4CA0-9490-6739DC4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3F424FA-2504-4830-9039-185F900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CE1C4B5-6321-427F-BDF9-6F1BF38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2F2C91A-5F56-45B7-B8F4-2F0D7D2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35F3E19-62B7-4300-A329-47A182D8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88E8DFB-3C22-4030-832C-75E8313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FD923A09-A3E5-4263-B839-1DDCBB7C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782035C5-9D35-4CDB-ABAF-9D12E684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EFFBFB1-C775-4AD5-A2F9-6924F82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4BD1CF5-6EB8-4C19-9FC9-496919F4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224C39E-F18B-40F6-A878-36E8454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A15CB10-E757-4E43-B940-DB26F57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A6EE8B99-962C-4901-8B7B-83889E2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4BA76307-3CAE-41C1-AB4B-C3762EF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5A066A3-C372-4E58-B419-F6C586C6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F6727E3-EF37-4311-8795-68E7A64E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FF628B45-3D14-460C-A262-760CB7D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7CCC039-2791-4CB0-ABCA-5D7EEABB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7022F757-CC7B-4F0F-B3D9-B79221C2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B209A9E-4951-4FC6-97D4-478C685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4323934-253D-418F-B0AA-EEC7837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CF93736-F1BB-46BB-A5EA-5DA3C60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D2F2FE0-F8C4-47FB-816F-A7AC1BA8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775F6430-96FC-4BB6-AA68-E0690004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55132918-B136-4DA1-8827-36309EBD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F09D9D0-BE14-4ED3-A9C4-5AF9931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7CD6A2D-BAB3-43D6-83F1-A881B58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D46154D-D244-4083-9C70-755C6DA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3BFBEA6-37B6-4A32-A83A-5858B9B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23871FC-1C48-4794-BD37-3AB0E688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A408E98-9899-4215-A6DD-A798E24E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C04776F8-C4FD-4759-99D6-A4E69C0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D426B0B9-A054-4439-BF8E-9908B14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E0BB4030-303D-4901-B53A-F9EA38B8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314E6878-4AA4-475C-BDF4-AC6A44F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FEBBFBC4-F954-4944-AC25-903B8CD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C33E7CD3-D4C3-49C9-A711-FEC6992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9060326-061E-4336-BDE0-52BFD96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7C4EF17-211E-410C-A8B7-DE486B6C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37C1208-0DE0-4FC8-B24D-624B4F8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83E6B3D-CDB1-4427-9BAE-2B2B09AE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88B3A7A5-C0F2-49A3-87E1-537F74F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186B69E-2552-4659-9F39-EA83C531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72CC48BB-09D7-4F3C-B706-51D1AAD3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1E81DCE0-5BA0-4C74-87BF-0072F6A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6B71F40-7BF9-4C1C-B8B0-F1988076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EF4E64DC-5CA1-453E-AB54-13079A6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483854C-490B-46D4-BBEA-1AB62041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D855184-0B45-4CB3-A9F5-444C9D0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384C042-63C2-46DC-88B8-E824B045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7DE2DD0-0162-4243-ADF7-AAB0053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7D7FBAB-047C-4DEE-BC72-99BCDA4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DF9FCAC9-C4AC-4239-9BDD-9373EAB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0D2668A-2489-4B11-9699-55C7630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AADBFBC-D2C6-4CE6-B757-72D542C3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8597BC7C-0F89-4727-A291-9B19C88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DA29DCC3-B137-4C94-A35D-373D168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B8DA6F1C-BA62-40BA-A5AB-495E980B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text-516">
            <a:extLst xmlns:a="http://schemas.openxmlformats.org/drawingml/2006/main">
              <a:ext uri="{FF2B5EF4-FFF2-40B4-BE49-F238E27FC236}">
                <a16:creationId xmlns:a16="http://schemas.microsoft.com/office/drawing/2014/main" id="{241D48DF-3A4D-4982-A975-B652C5A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6种颜色</a:t>
            </a:r>
          </a:p>
        </p:txBody>
      </p:sp>
    </p:spTree>
    <p:extLst>
      <p:ext uri="{BB962C8B-B14F-4D97-AF65-F5344CB8AC3E}">
        <p14:creationId xmlns:p14="http://schemas.microsoft.com/office/powerpoint/2010/main" val="11295249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55CD9E9-D00C-47E2-83D2-A0A3810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85B24-2565-41D3-B047-F0633A1C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D48B14-37A4-475D-9CBE-02EA531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同一个样本，增加两种近似选择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63AD-BE1A-4891-8987-30A9A43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2A32-EC9D-4193-BC64-ECC0605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A36D6-4793-4946-A292-8F0C707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3536-06BC-49A3-90C0-51BDC88C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9409B-AB6F-40C5-91BC-ADEA429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F942-87A1-43D0-AF7D-D94D8384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5C316-7238-40EB-9CA6-1739244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3690-B4A2-48B8-9731-B2182BF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3CE9-9FA8-4A6B-9487-A05F3EC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EE5BA-5676-474D-96A9-EB4E57B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A772D-AF90-404D-A234-AD0E8757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CE587-D7D8-48B5-84DF-AE3E74F3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F9AE0-A29B-4CDD-AB8D-718EE31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A4024-6424-4941-9852-4531CAAA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4FD44-020F-407F-A643-0BAEA94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A7BA2-8453-4285-93A7-F3D5A7A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992DD-5819-4305-91A7-7DC67F6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1B234-1A4B-4C3D-9CC5-8E3A5BD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10DE9-9227-471B-BA1A-1BE294E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46937-1F93-46D3-825D-2425C12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E94C8-06AE-48F9-B07F-1D1D3467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3AE5D-94FE-49EA-A9D7-E439C75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A129D-CBBE-4E2D-AA36-17D81C0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5E826-B419-4A55-BAC9-372CF01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89A29-D3AE-431F-B1D3-1DA053E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8D077-DC5C-4039-BC2C-BC12213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191D0-25AC-4CD3-B010-B6066D3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7C4E1-98E6-4429-A28F-93810F85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2E15E-3594-453C-8254-0E8656C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DF15C-EACB-4502-AA95-438A076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E8B9C-11B7-4824-9055-9DBE74F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6594B6-4F5A-4100-BF92-BB64EC1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41266-0EE4-42B5-ADFA-63C20F5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F21BD1-FFE0-49C5-901A-8FDD6D0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6EF8E-B694-49CE-BED8-7D5B80A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D74260-21B4-4D0F-A660-08E33E1D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42C35D-3F6D-4AED-9EC1-52F5574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48323C-DF13-4B61-BD2D-BAFB27F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9590A3-2F91-4FC6-BE6B-16AA958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AD8536-297B-42C5-A923-8CDE28B1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6FA572-2C6A-4A1D-BACE-A2678CC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F7CA1-54FE-4ADC-A5FB-8680BA73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B4DD41-440D-4C72-BB7F-88D71C0F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F94661-AC65-4FD5-B258-BB280E3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626E61-5CFB-48CE-80C8-4915A7A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AAB13-56F6-4F12-AB8A-9EB37F4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51D108-6507-4FB3-85DD-B43AA6C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2992DF-9810-44EC-B32D-97B291A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31CDFB-ACA3-4801-85A4-276E502F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C3396-2C13-4E74-A70D-6D48FCD2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4231D3-5B45-4587-AABE-9F19A67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EFE325-0957-4D73-9368-0DE8306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779CB-9AF2-4A16-B413-B5D2515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1A986F-6025-41AF-A0E4-CEECB81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6CCD72-B125-4BB4-AD86-499194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41398B-622F-46F1-8D6D-D8E38FA9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EABE44-5B08-4C9A-8405-CFEE9C83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7827F3-316C-4C41-8E81-1262730B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54FF76-06A1-42A1-AB43-7EAD5E5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BDA406-7B1D-4AFD-9866-243E533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9586DA-3B85-4EB3-AA48-1A3642C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EA2F4C-CC96-4A79-B802-4FB7E82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15FB34-634E-4723-A14C-DF386D0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C61200-2358-40E0-9039-D40262C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D5941F-AEFC-40EE-8FFF-2AB1E84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E5EC78-81F1-4625-86B3-D35A89D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4F17E2-3075-4093-A7A3-021E780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BB691D-15A8-45EA-B152-6CDE1F4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9C23A5-F194-476C-A553-52B9AB32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11F153-9C64-45C5-BCE7-04C1E16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AC237E-42B7-498D-B252-0244544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27DAF3-991B-4A53-8A14-3C2C2CA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B89E4A-1E42-4F06-B549-29433CF1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38AE15-0360-4243-9051-CEBD6BCD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85AE56-F9BE-485C-96FE-E1801A44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85B8D6-30EF-4DDC-8E66-F7F9157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DA6503-76AD-45BE-A7CB-A3FD151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1DB0C99-288C-4AF7-9844-EEFAD60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732F94-BF3A-4894-98BB-E847608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281BBC-4B1B-4053-A8F3-D7F54B3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D05738-BE40-4836-A16D-95EA68A7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109412-2EDA-44C7-A927-A0E29AD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C865B5-0401-472D-BC56-6DC74BD3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E936A5-766E-4433-B44D-B83698E1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03AD3B-39B7-4E80-959E-A53CEB2E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CBFE8D-BA3E-4771-BA34-E329A07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DDC275-E14C-4152-B812-0A9DEE70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B6E5E6-1432-4B5A-AB73-2F519B5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F6C9DE-626E-4950-A892-A117C38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50AEE5-877F-4C30-A089-EE3EDF0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4BDB0D-6193-4D45-B77E-EB4949A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690584-B0E4-466C-8F40-8443BC1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91C1E4-B0CF-410A-93AD-0AC683B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AB62290-4256-4EAD-A15A-EE2C919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F139D1-38CB-4DA0-83C8-3DA9501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A338B6-67B4-4E2A-AB87-2E51A4F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DB1E03-C6BB-4E01-873F-4C293CBB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2515E7-FBE6-4510-8F6D-27346EC3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B38D0D-D637-4F02-9667-F5C43B6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CE130A-42B6-4C39-B997-0516085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ADF857-C671-4980-ADFD-8E20ECAD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EB34F1-58D4-40EB-92CB-ADFF7BF7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1FB0A3-2477-4EBD-9625-6F1556A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CA5B62-76BC-4BD3-B62C-68133DF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7184C1-0FE9-435E-A4DE-FE16ED8A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F6F65D-D29F-4973-8001-505BD72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B8051F1-F92B-41E4-8916-CB1C5B7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7A39A93-D136-4D72-9A12-7534EE57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C8336B-CD94-4B80-BB86-8160053A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1A6784-FA74-470D-9702-D8F7703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F8924A-3263-4830-8929-8C7C560A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553FE8-21FD-4FB2-94A7-DBC2033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1C70ECA-1799-4588-81D1-3801B7C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4380BA-77C7-44B3-92DE-1D2E1531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64D7C90-33BA-4D44-A163-B6D2B098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9C41EC7-F686-49D1-ADE0-668CB03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196830E-CABB-4285-AADC-385B31A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4066E17-6948-458D-8BD1-BBF60F3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DBFCC47-2126-44BE-BE5F-013D7BC4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976E43-97C4-4776-A38E-0B3547B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7826B6-4EA4-4B9F-81EC-0F1E865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BC67C1C-E483-4C44-B103-AFB7FD71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2ABEED-3FB2-4E5E-B96C-A716BC64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5EB8E7-0A3F-4B90-A36F-041DAE2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DE9D37A-0433-450E-8670-2993AC5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8205253-4594-4348-9E8C-9D8C6FB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48F1A4-B833-4C23-8651-A095315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C7C800-B040-47E7-9D60-787A01A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C99A70-4D6D-4BA7-AFC4-E1F32C8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30B350F-AF8B-40E0-BE8E-892D6A31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3DBA9D-6B58-4472-B334-EAB8E53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8D0EE7F-7EBB-4C75-A58B-8D507AB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6696BD-CF87-45FB-A0DD-CB91D03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46C23EF-CFFC-4213-847D-C6DFCF8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088B0DF-7F38-4D80-85C4-83B2F784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90F08B1-14BB-4F79-AC54-A8BF3947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D9EE310-6589-471E-956F-95EF7DA1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3444232-6A2C-4BEB-994F-E9D1899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CABFB91-FAF2-437E-9E7F-E031F339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518D5EB-3959-4ABE-AB72-03F3BED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934394B-5451-41CE-93D4-0EFA434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9107067-3433-43C3-B5DE-4795C80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3AE26A2-3BA2-4E37-B820-05D5E93D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AF8EA17-A428-4C41-801D-4644A3A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0E3AD3A-35CD-4610-81DC-A7CEF3C1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304CFC1-309E-4F1F-B7D3-1677BCC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E5DE410-F0A7-4853-9FEC-B9F0E6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11771CB-4549-4176-9D6F-A82DBFC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328E2DD-7E62-466F-A1FD-6EBF5F88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D2A3417-19AF-4CD1-8810-5C18D33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4386FA4-81D0-406B-BAF6-ECE5E05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1D77937-EA5F-4A45-82CA-0DF315FC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8288186-CC03-4D5A-8781-6EA5EC3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845A7CE-0654-43CA-BF21-7492F65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A5780D6-E306-44F3-8D2B-1729F0C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5816799-2E45-41B9-83AB-25983E8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7D4D583-8153-42F6-8609-06D0672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DDD8686-67E8-45FD-9754-582AA2F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122E3B6-63FB-4BFB-BA82-0C6EB1A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18BFA22-5626-4D97-888E-479C567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DFAA05E-8FF3-4F65-B85E-25210FE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750061B-63DB-4102-8AE6-3599D9CC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453B3F2-8C13-491C-8008-E933FD8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8A0CC18-EF0E-45B4-A2AD-E2AF227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262E75B-074B-45A2-A6AC-559CF33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156A21A-85EB-43E6-BF1D-6871663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B08AD1D-3EC7-4CFC-BADB-9612FB6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C55CD76-EBCD-45BF-B1E3-5371E76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689A348-804F-47FD-9A73-BBF1AE8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4B35BA4-04EB-4396-B9DE-AAAB8C7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A02BE5F-06FA-4C16-8159-BE9639BD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DB0D98A-D124-49AC-B863-8350996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EDE0F98-FE4C-4728-9AF4-37F64B4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1225CD2-0109-4581-AD84-F9CA1E1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D679BBC-85B3-4262-A1E9-B199F92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C400373-065E-4757-A452-0D8B2A06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84F0CA5-E2DB-46A5-972B-47E131E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5A8DCDF-EE10-4B81-BE9E-6CB82DC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3BE6DC6-A0FE-406A-A42A-DF288CB4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1F96509-45EA-47A9-92B8-14B4482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1EA9827-E620-4BA0-BA65-6537D4AB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06C5A74-5B08-4C21-A948-F4939E7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EF51E3A-B586-4A2D-BEB5-6AFE2DA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71D4AAB-3F6D-4CE6-A634-C11BEEE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FCEAC82-80C8-475C-A1A9-FD523AB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D9CD100-4A92-486F-BFDA-48DB9391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310681B-98AF-4875-B577-EB15BEF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02474D5-9B81-4DE7-8760-ADB1D40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16E4431-8DB8-4564-94CE-F8677BF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65EC3E9-E47E-4B93-81B0-2998E58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2DA0D77-2E30-48FC-B481-58DF1AD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7F58F02-2040-4BC9-BADD-C95DE1B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10C2A0A-097E-4CD3-A901-3864951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650A0B2-81C8-4F20-ABBC-E39930D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2B45759-5AF1-4C14-A1D9-76F0123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A114D73-1841-40E1-B51B-EE4FD50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0F3290D-1079-4587-900F-78FF8ED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89E7E66-F037-4A7A-93B8-51AB47D0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4BCF729-0EAB-4AA3-A69C-F906AED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78B1FD8-5274-4857-AA53-C56191C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CD54CFD-814E-4FC7-B88C-4E9AF96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63DF102-1763-4AB2-8F32-F761CB8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A92CA1B-548C-423C-9A31-8136FAB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A03494-3AC5-4744-8969-D18E6E04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7F33CDF-BC18-4FD2-B011-2955A57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16878C5-7CA9-424F-9B93-C16745A7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BB5E7F2-D85C-4B48-AA36-71EBFD8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5B00C1C-B2CF-46BD-8228-9CCD0A4F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70930DF-39CC-4B89-9630-AF41A97B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74C5696-392D-4681-8D14-0D768C9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CD93CB5-828D-4703-997D-C05731E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6D73202-0072-49E9-8EE7-A463567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B1D108B-9126-442E-A7A1-BEF9BFA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9C23A05-28FD-4960-8752-C8A4E78D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B81A2B6-274E-4B0E-88B3-5600B91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8431A91-E523-4C8B-9EB1-570C254B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626EF57-FFA3-4699-8BF5-3CB88015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81396E-BCAD-41F0-8454-247A705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174AEAE-3DA2-4E7A-A298-8BBB72AE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33902BF-46A7-40EF-948B-47727076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8866B03-D5F8-4839-B96A-3ACD9E4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71FED1F-3755-4BC6-BEF1-E65BB72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E19DCC-CDFA-4E19-B701-D919C1C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D8F7D67-5FB2-4590-B676-2D2B0F0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80372A5-5D2A-4A8C-842A-02ED40C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FB4EE50-6DB7-4ED4-A705-93C88B5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A6D21E6-C88A-4CFE-B994-508FA61D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D3893F5-823A-43E9-96FE-3E31272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5C2F853-97C4-467E-996C-C6DE5BCD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AF34734-CFAA-4C85-89C7-A796E13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EB63DA9-3105-4ED0-AA3E-F80B48D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AA56EC1-3C1A-482C-ACC8-9263929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CA3C62E-EC90-43E6-BF1C-6599FCC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BC45F46-A2BE-4DF3-8FE1-7AA5A655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933191E-6BB3-4DE0-AC2B-E39288C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7161989-3F07-4601-92C1-1183244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29B2061-B723-46C4-946C-852DD20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7B2501B-295E-4128-9E54-955B44D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D204E81-B6E2-4D79-8BDB-3937070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27E4F88-AEEB-421D-81FB-522D7EC5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309CCBF-16AB-4358-9091-CBD1280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5B4D812-E6A6-454C-816D-752BFBC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387A250-162C-4788-A6C1-24682108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B8EDF8D-45DD-464C-A27C-EB407DB2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1EA3D10-F5D0-408F-87F9-A0BDDDBA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722EE42-EB88-43E3-8E86-3E88B2C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D82F276-C61D-42DE-96E5-4E60B3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792D3B9-C6E4-4B73-A6E0-EA41868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EC12900-F619-4D56-BF64-5A22A81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D05AE36-05FA-4256-96E8-30EB364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CFC0BE0-5B28-4EA7-B2AD-FDDEB7E1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B29980B-019A-4561-9FC0-E926837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CE67F07-6F1E-4CBC-BE23-C938991F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1F69C47-DCBF-41E7-A338-CD9F7EF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9E98974-CC39-4DFC-AF6E-56B77D5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151EB11-9510-48F2-9358-6FB1B1E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92EE001-B67F-4172-B430-9CDB9E0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2FC825BC-CCF8-4AAB-BB8C-34EB4DC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第10行，第13列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8B4EE6EF-E413-4AD4-83BA-FF3743A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样本平均色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AC8220B-C53C-4453-93B3-8C3A78A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494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6E10378F-A145-491E-88CA-7171D9B8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四色量化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A29F999-1F79-4B66-B27B-848B4CB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D9B19682-5B11-42F7-9F56-6192D1F3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六色量化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FA681F5-3054-4201-990B-B449AA0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text-267">
            <a:extLst xmlns:a="http://schemas.openxmlformats.org/drawingml/2006/main">
              <a:ext uri="{FF2B5EF4-FFF2-40B4-BE49-F238E27FC236}">
                <a16:creationId xmlns:a16="http://schemas.microsoft.com/office/drawing/2014/main" id="{33569417-32ED-4852-85C5-9B9005E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8637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位置和样本相同，改变的是可选颜色。</a:t>
            </a:r>
          </a:p>
        </p:txBody>
      </p:sp>
    </p:spTree>
    <p:extLst>
      <p:ext uri="{BB962C8B-B14F-4D97-AF65-F5344CB8AC3E}">
        <p14:creationId xmlns:p14="http://schemas.microsoft.com/office/powerpoint/2010/main" val="19822876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6B1B-A89C-4408-807F-8D23B2F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F534-842F-4EE7-A633-CD5DD6E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94EDC-FED4-457E-AC93-FA561F0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F384-97E0-4510-A25A-7126601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1355-120B-4F86-8AA5-9DE9815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BC58-D3D6-4429-8572-E1B4324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D1B2-ADE6-46B3-8FB6-96BED33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E6F9-D5CC-439F-98B1-9D5EEA0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D6356-957B-4C26-A88E-A9E459A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1E7C1B-64D8-4B09-AFDB-414BDA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</p:spTree>
    <p:extLst>
      <p:ext uri="{BB962C8B-B14F-4D97-AF65-F5344CB8AC3E}">
        <p14:creationId xmlns:p14="http://schemas.microsoft.com/office/powerpoint/2010/main" val="7275827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76B1B-A89C-4408-807F-8D23B2F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F534-842F-4EE7-A633-CD5DD6E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E94EDC-FED4-457E-AC93-FA561F0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F384-97E0-4510-A25A-7126601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1355-120B-4F86-8AA5-9DE9815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BC58-D3D6-4429-8572-E1B4324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2D1B2-ADE6-46B3-8FB6-96BED33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E6F9-D5CC-439F-98B1-9D5EEA0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D6356-957B-4C26-A88E-A9E459A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1E7C1B-64D8-4B09-AFDB-414BDAD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094FD15-E339-4CFE-99D7-2489252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81EA20-5AA9-4E1E-838C-82771694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7275827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765AB232-30EF-4207-9EB0-8D8A169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47C0-2B87-4C21-BCFC-AF585A1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43047A-A079-4B28-A935-F4946E7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852D-03F6-4318-962F-CC031F2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8A5F-554C-4E3E-858B-752C541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B2CB-FD11-4FBC-AF04-B77D1CD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984F1-741F-4CC9-81B0-1551CD9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B8C5-3AAB-4A11-8C7B-BAB4B33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727E-D624-4B8D-A8BF-868F8DD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7D7B-B1E5-4E13-BD13-15A32CA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0FD0B-98D3-40E8-A64F-2DA659F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290F-698B-40B3-94E8-EED1002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0CB73-888B-4118-875C-0C70BCC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B384-45F9-4EE3-9AA4-6FEC301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8A527-32DB-47AD-B09F-BF08A1E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EE92-0669-49D1-A40D-CE4F570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1155-F11C-499E-80F1-13064D4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7784D-8636-4BA0-8731-CE75B84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CF336-9F0F-46D7-B183-CA0D24D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B05C3-F9C6-40D7-8668-C08322D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0D6F-D121-480E-B305-A6CF597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B0E2-704B-4281-A51D-908A90D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0DCC2-3EFD-4AF0-8E18-25ABB8A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30200-3C20-4914-BB15-47541F2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AA9AC-F8F5-4DA6-AFAC-5A11152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37C47-A36B-4ECB-835C-09228FC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7268D-5263-4556-A7F2-BEC4353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C0DEC-21BB-4300-AD66-A739B8F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154FE-E1F5-4E8A-9643-DC62778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72898-41BF-4B7B-94C5-469DEC6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69E82-0746-430D-8718-6F5F614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E82AD-7CFE-47C5-BDD3-9C45842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4FD77-1971-408B-BAB5-92C024B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BF5B5-A29A-47DA-BEBA-032BD5B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8F8F6-A83E-4802-B923-1F1EABC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555C0-BF17-463F-A34B-D82A3E0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41DC8-FF77-41DE-BA22-B1E7F58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8B960-EFEC-4340-8892-85130E2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7D799-D3C4-4106-962B-DE55B0C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9F4F7-96F2-4059-822E-28D25CA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A7EDF-00F6-4822-9B79-A54E4A2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E0EF7-9ED5-4C05-8FF6-E165D45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AE952-F446-43D5-95DF-1E21F73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A95592-6711-4FFD-8A44-D504486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84F7D-FADF-46E1-B5FD-5D7FC6C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72F57-E0E4-4A69-AB0F-2ED2C8F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AD670-74BB-45A8-841C-E8578F7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74D3B-ACA9-421F-B44F-87AD268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CCB2D-CF3E-4EEE-8601-4BD452B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C0205-E214-463F-9F33-EF1135E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A72BEB-6A62-4325-89F4-20181E4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F942F2-4267-4329-BA17-E46D345D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691E74-FF39-4C7D-A9A8-9FBA691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988301-40C7-4B62-8C9D-3CFBE26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8A076-8794-452F-AA20-F8F3427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CFC18-4A88-4952-B5BD-88F5F24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081625-7CD5-45A5-A631-B7AD1CB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0D908A-3D13-41AB-8A98-5862A94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3E195C-B595-42CC-BBBD-2213A0D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67FA8A-2843-4E02-A7D4-C4763A2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D18DC-B7F4-4BF0-8259-C83FF26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7CFBDA-D855-4682-8F04-67D3B55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21CC1E-64A0-4CB3-A725-B91BD9C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D5CF4F-A0AC-4FB9-8F96-273D62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1FA874-D37D-4608-8A2E-6885807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AA179C-F88F-4526-A2C5-980D24A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7A2412-11C0-49F7-99E1-70D7E75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147294-D553-45B6-BB51-D113DD8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73C23E-B007-46C9-9F4D-EA75A59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40B946-6D64-4388-A51B-E59EB90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561F49-DFEB-4B96-8980-4654C1A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EB0E5-591F-484F-8C77-235A154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B615C-83A6-4FF3-867E-6FEB0B1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E662FE-41A8-4274-84B0-125232B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EF26E6-8EBB-42FF-B764-8F57401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3A2ED9-3ED1-413F-A4F1-53A1E92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80D43-B06E-4B87-9A2D-0E72599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E15EAE-189C-411D-9070-6C0E28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D8554D-C031-4BF7-B5D2-3A45BB0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78124D-DF1F-47AA-84BF-6EB8C2F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5A24B8-AC4D-479F-AA18-A930E59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D9940E-CB5C-40DB-B5BD-ABCD51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97B10B-A10D-4E18-9F17-68237AF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6B68F0-984B-4D9B-A870-2F73F53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00382A-40FE-4B6B-AF49-CE3CA1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2D6061-EFAD-4915-A75E-C9CD0E2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FE9525-51E4-482D-B118-DAE74F8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11063A-5004-4B22-AECF-DA98B8D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45B92-AFAC-4A48-B3B3-0E4FDA5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D31E0B-5F3B-4B36-922E-E9F978E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B69437-2DB4-46E7-ABCA-0CB1E72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4C8276-0EB8-4232-8708-B8CDC97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72C8C9-8058-4DA4-A708-A2213D0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F98202-3256-43D9-B951-B2623BE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C6991A-6310-43AA-89CF-D3ABAC2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D751B7-8A6A-4F0D-BAAB-98827AE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F7DF34-67DB-404F-977D-91C4AA8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A00F1C-CEED-490B-B7FF-152B753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7B9BF-8F74-40B4-8417-B24E4E7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C08541-5566-44C8-8599-21534AF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C7D656-3C12-46FA-8EE6-3CDD287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A328D8-7E9E-4544-A28D-059FDEA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73504B-B175-4A5A-855C-F8C33DE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0D8559-6FAA-4334-8F05-46F1125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CC0041-7485-432D-BFB3-DDEEF96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BF6B9F-4076-4C5C-B63A-B8DFCB2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CDD50-93B3-4A8B-A060-CF573F5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6CBADB-3555-41E6-A67F-97A60F9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86A759-1F68-493E-A2E5-40AC8A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0E18A1-CB75-431C-B542-3CFC509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8E9B90-F61E-4394-9716-E0293A2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FE1364-0C83-4C92-B608-F6363E7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6141F0-B06F-4BAF-AD7C-D948E07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ECA52F-F141-427A-BF57-A165F82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B770EB6-7A57-47DE-8ECE-7B890B7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697B59-2CF0-4B6C-827F-A7C274F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9BAC27-30DD-41BC-A0DB-F569491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194ED7-DAE6-4973-AFF4-C4AC741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8A2734-072D-4779-BDE6-6E43A41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01B313-0CD5-44A9-8CB9-817AB4C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FA016E-F9F9-4C16-9C75-1BD56F0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389691-AF32-419E-A3CB-41F3C9A2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B738894-97B0-4AC3-9BBC-B1F6A56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8BC6CF-8629-48B1-85E5-4A8C940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F6584F-9E17-4CD9-9E45-E9B1576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07B9AC-38B3-49E4-A24F-4208254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54D891-C8AC-4CDB-B854-404C5DE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1526CC-6F8C-46C5-93DB-C8AAE72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7A7659-FF76-4037-8AAF-6C41DCB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CA4FC7-722B-4372-AFBD-11D25A6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0DBBC4-97D6-41A2-9728-1128D63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56D5EC-4960-4442-BFB1-7FB309A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52934B-96AD-4081-9783-73C304E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FCFD35A-EE96-4D7D-A939-BAB52E2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102ECB-46F4-46A3-9F83-A66DC2B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7FC702-CAE7-463D-A366-3C6613C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6F6814-0872-494F-862C-16D168C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39D1BDF-2E76-4ACA-B92B-40E253F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D9EFF7E-8807-479E-BCCB-E504577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B3887AB-92DA-4611-B792-6C82590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9F287F-0C95-4353-AD13-8E2F90C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0530703-26B4-47CB-A68E-F641A19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2204815-0E96-4AA8-8733-1A87013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314D33-49E3-46F0-B1D6-FEF17F0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288AAD-4DC0-4228-A830-8E3C7ED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8BFA91-8EEC-400D-97CA-04C7F9D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4B15C5-23D6-4D52-8250-A9DE158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A9DDC85-1416-44F6-B68D-BD0754A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30AF681-84E6-4BE2-A953-A98E492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D4BCAC0-2FC5-4A71-95F8-F1E8C00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D37ED3-601A-44CD-8842-B1B9058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42B1F72-DA62-40B1-BEF2-2FC35B7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6E149B-070B-4CA4-85AE-B08E535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CD6514E-D5DC-478A-B8E0-7CA1795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F26C2D-0CB8-4DA4-B3F3-8B2EE34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9E26A1-555A-45EE-848C-916B4DF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84A7E16-3C28-418F-9E6C-F55BB76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6B9C90-50A7-43D2-A736-38DC376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E4BD32-2ACF-42C2-A41A-9CD7368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BCE60B-F6FB-44C5-A4AE-DE7A806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29CC5A2-FAE6-4D36-9C6E-290AB0F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54A7D64-85B0-4946-B7EA-A10B981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39C6BA1-906A-46A6-893C-AACCEAC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B32542-D744-44BE-81E6-1BE1162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9B9BA5-B5C0-4F32-A65F-CA3CC8D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D7030B3-1BAE-40C7-8DB3-07F8DAE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A3C776B-5D08-46C8-96FD-D5700CB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3DE0EF-2786-42A7-9F23-CFECC25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2C8624A-FEFC-4C16-9CDB-94A6F9A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2608AD-B8FC-4A10-854D-8053375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14CAB8-A340-4E84-B568-A0897AB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B1D531-8B39-43A7-9143-6784BAC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E971CA0-5FD8-4777-B9E2-9156415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791139E-7069-46D6-ABC5-2E4A5E1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B79E6EC-F197-49AC-A5B4-073C117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05905EB-624D-41F0-B2D6-2D162B7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EDB6D86-4256-4178-A1B2-25F8FAF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82E36DB-3F59-4307-94A0-B3F191D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FDDEC4-7E65-4435-BC45-BEAB1C6F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8AEF16-F9D8-47F6-A3F2-9D94228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D57539-51B3-407E-AFA5-AE560DD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5C325C2-0BB8-4F8A-8A48-9A5B550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4331F66-F318-46CC-AAD6-88BDF47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E58115-01DF-4BF2-A569-4DDBAD8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E533CE-ED2C-4ED2-93B8-6D5CCB8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7915F9B-8A5E-492F-BB2A-83CC058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2B3DAC-B20E-4982-8122-EB5C19C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594E3C-EB34-4913-AED7-DE92B0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4F9CFE8-2DFF-471B-ADBB-E6D8D8B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B80384A-D18F-4467-91D0-DED5483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0111E6B-5B2C-436D-B8AB-F6CF844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BAD8C73-4609-48ED-ACCD-FB104FC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B4CC1AE-030A-49E4-818A-67F85EB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E308ED-8435-49ED-9445-5F4F3D1C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96E8A3-1C4C-4745-BB8D-8F5EE8E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1AAF219-0393-4602-88AF-A9FB883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6FC9B2F-A58B-4DB8-8BEE-6BAA906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3F7FB9-03D9-4BC0-BAFC-742D80D4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2C3943D-F05A-4635-9F88-129FFB4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4FD08BB-AE39-492C-81B9-F41909F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F914E7B-B2CD-4789-9B2E-1E8BA3B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CA5015-A9FE-4016-8364-1B62999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BB3C88E-5FC0-4DD4-8B38-42911FB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07692E-4236-444D-AD71-C61C783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2C75FE2-E2DE-40A8-8F02-25D39FF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072947D-79B0-4F28-9ECD-39C0973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97A489-DEFE-4CEE-A0F9-F81F1DB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FA508C7-7D11-4E2C-8D81-09BBF13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0BDA5C6-8B37-4FA5-94B5-CF3A93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1BC116E-ED0E-4603-9937-B475DD2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086FBDF-E280-4D8B-B699-49A98283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EF16711-A5A6-4201-BA41-FA90A15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1E2BA38-021A-49C3-A156-36744E3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A39554B-AA48-41F1-87C3-68DC587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2F2279C-845D-4261-9292-6548123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556EAEF-02AB-476A-9EDD-C68D967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1BA64AA-73A4-4C19-A196-BFA5B28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F9D979B-C3FF-4E72-A620-960A205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1075726-850F-4A52-9D6E-22390EE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A9BE5C-FBFC-49DD-9D1F-8BF575E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0C07E7-7810-4319-86B6-0420418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16F8D2-D1E1-4532-A891-3C17D6C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74E2517-D5C9-447E-BC12-6683FB0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59E0DEA-4749-4ADB-B430-9ABD0FB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4287867-72DA-403B-8349-6987331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6CF90C5-7889-4D51-91FC-E131DA5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EAEC7A7-E064-452D-B171-4BDD03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B9C19DD-16F0-471F-9647-460A8BF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12947AA-B58E-4450-9023-DA09BE0D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F9DC959-D7E3-405D-A5DF-D1773C3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725635-51B8-4EF8-83BF-16C5ADC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3E645DE-A93B-4174-9FDD-F3D2455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5021955-EE68-405F-B938-B12CC41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B5768B6-9440-46F0-9139-FCC6BB4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07CB9F-CC3F-413C-AA6C-CB5DA15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8333855-B595-49A1-9CD4-745246D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309E82C-444A-4C22-913D-31B2255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B981DA6-E6A0-483C-A1D1-0B8C198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0C70C98-725D-498A-8E65-ECEE8FA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4B77D60-150A-4C8E-A8E6-7419A0F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E51F5EC-7214-4BB8-9458-77335E4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C57DF2-5E55-42B9-9A87-E9803F8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8E56F0-6CD3-484C-9680-421A254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E21B2B6-533E-4CAF-9330-A0CF5AE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3CE1130-6CD6-404C-871D-ABD13A5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5FD469A-27DC-4B54-A382-F8898FB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52F9C7E-A94D-45CC-A3DB-022B057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69C5D0B-4F77-41B6-9A54-9A37F53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64BD37A-531B-4306-9854-486E63C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7472A5-93F6-4B60-B96C-240213A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E642ABE-187C-4E8B-B4F0-B35B58CE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BAC3BDA-87A3-4BC0-8773-82CF618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0B4DB57-FE5C-441B-A94A-72A5453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81673AB-B856-483F-93E4-71B1A65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8F4D17A-8980-4A73-85DE-B446A4C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C72358-6793-4463-8F0A-A15C3C2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7110D54-4F96-4D46-8E3C-A4AF4C0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097BD2-B235-406B-9EF7-BED51F6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09DE881-2729-47C0-9634-0A60502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8C8244F-EB95-49CA-A351-0736841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CDAD58-F6C7-4497-9297-A5661D4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F03B261-AED5-46E0-9C80-747C7E8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16B9A72-E980-4473-8A21-09838F8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4B2F696-E939-4A1C-9F34-2A23467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EEC76C-20F3-467B-8DEB-0A57EAE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C15871-35A5-4115-9E38-9395B4C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934C35F-3BBC-419C-8E41-2C5E293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E4F0072-625D-4C09-8555-DBFAD16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0AA78DF-8A7C-4EA3-AC4E-1146065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8C9BD3F-C5A0-4D79-B615-DCEF053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AB7092D-564F-4793-990D-4C8EF9E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410CB0E-5B72-4E5F-BE4D-799990B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22C41E0-B63D-4C68-A2C3-95EA2E4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2888216-08B0-416A-96D9-13F58FB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189997A-7F6E-42C9-AF65-72003EFA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CC15B2D-DF8A-43BC-8AEC-795B3F5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234A5-1D46-4F84-A6F0-CD5A1844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E291C0-9C86-4D09-BC28-D1A8C67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D0DBF2-71CE-494E-8953-56EFE86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DE11D95-29E1-4B2A-B06D-8130E6C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2846DA8-6ACA-4095-A1C7-869DA35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9C63B8-8236-40DE-A059-F202D75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854E826-7157-424C-9061-6719CB0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372AC70-7BF6-4EB3-A059-DDA4C30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B64CBC4-D324-4254-A9EA-924948D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2120166-5B94-4D44-AC26-AF96F9E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5726404-BF77-4344-AF9B-AD3C35F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2D23F12-CB4B-4D30-A1D8-CAB197C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F8C5916-E286-4935-A500-DC33BB1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24BF7D3-D028-43B3-99E9-395945E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2F8AD1A-23D3-4CCD-8A8D-1E13D29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4C45C11-87FC-4D7D-BD40-B4FA8CE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C10B5DD-9DB2-4809-A81A-EFBD802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9137D14-CED5-4958-95B2-D03C6E3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974F535-E6EE-491C-8F59-77DFB51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F9E8560-DEA2-43E8-97F3-2DD4755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4460AA-7E2D-4554-A1AF-BE1F869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84A0B6B-D9F8-4F48-8089-DB7EBAA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057A22-145A-438F-B850-D0DFF8E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17215C-3182-4911-B881-C8A9F9C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FED9A94-2433-4B98-98D5-90774CB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F6DFD3E-0172-4EA8-99BF-4CD2173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993CFC6-062F-467B-B1CF-7105D8E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A886C83-80F9-44A9-B8D0-92FD53C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01AF7EA-8703-432F-B539-63B9AFC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BEACB71-B162-4A47-86E0-1EE8D9D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A4C4804-8B18-4103-8E50-D3E3751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0117D5E-B283-41F8-9263-D44265D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C5CAF97-1713-4A08-B55B-E69F1E6C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F61FF05-2CAF-4108-98C1-B58A6B4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3615FEF-BA97-4D06-A82D-30F1530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67B58F3-E93D-4180-A372-61901F2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F0097CF-C2B6-4B20-A962-AC57E58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A47211E-A3C5-4A57-ADC9-C169B39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8CD2B15-DAF6-4E3D-A802-8D50271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4BB045-6676-4619-9D00-BBBC79A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FD01570-65DC-4C0C-955B-6CBB003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BD757CE-A63A-41E9-8671-FE19B2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DB5324A-1122-40A4-8341-1D5DECC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0677888-5CE8-4759-A4DA-2533D52D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20699FF-7389-495D-A228-2CE9A96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A3400BA-0613-4B38-ACC3-ED95276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B79BCF3-B868-4D9D-8782-72C8195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902A004-AD2C-4B72-BF5C-0BCB702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DAC4C7F-C9BD-40C7-A901-23874E3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4B82733-24FE-4800-A8D7-8618558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83D6B05-11AF-44BD-A13F-9309FE9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C4B0F31-31A6-4176-8DA6-CFF11B3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71F111E-4ECD-409C-8267-6B78B6B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059C32D-E499-48B4-9BC3-505828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4F3DDB0-7DFE-445A-A9C1-9BD38AF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B3B366F-88AB-4E9D-BB36-CAF4B76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CD348FB-3541-479C-B356-2CC84E8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F7F0F7E-ED27-4A05-9C5D-F8E2EB2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D866746-0829-44FC-81D8-EAC8548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B6F7952-E8DB-4CA2-A5F4-4B90E85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7DBA8AB-B6A3-4157-9438-546B183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5AFC18B9-1611-4538-BC6F-01360B1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BEF2063-0A35-4EDA-A310-52183163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0A7EA5B-8D68-42E8-A6E6-D826117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65C047C-7A00-4E84-991B-5F39870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C794D65-F61E-4AF9-833B-B8F7187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920C6FA-A06A-44FB-BF60-43E3B3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300DB6A-27A4-4E0E-95A9-D98DC65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ADFD870-27EE-431E-B908-ADA8DDF4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7077959-DB7A-4B8F-9F8B-01067CC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09C1E72-EC41-4590-940A-9C40912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A9F9F9F-D322-470E-B741-737C87B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F0F667E-37A7-4EF1-B47E-D7B19D0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78DBD4A-4C1F-4092-8A4C-C8E08A9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956BC5C-4B8E-456A-8BCE-88FDA4DA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C639155-6AB0-465C-81D9-9F29BAF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3F590E2-9D00-468D-BAC6-3805236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F40BE1D-3467-422E-BDE1-C33E5A8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D96F14B-7456-4D72-8FB0-A9978D5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04C544A-50CA-448E-90AF-5253882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E8EABD4-CD4C-46F7-A2AC-2DED9E7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36AC032-157A-42AB-88FE-C7D1B31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57F629B-74EE-4377-A8D5-B24ADB3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5D5FD93-F29C-46DF-A350-5A0EEDA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14AA6FC-F4A3-4E36-B834-AF86204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1B43B14-52C0-46CE-B258-54B1E3F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6AF7B1-74D8-4E08-A976-48958B6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6CCD17-C576-481F-86A6-A24B446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0D09834-16E2-4E52-B8D4-6A32A2A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D73DBE0-5343-4BFA-94DA-B8A04B0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5EE6CE8-F918-4251-900C-5E4FA75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DCA0D68-EF46-49F7-9506-A22C8E0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F22ED1A-0C11-4C81-8E8D-C7526BD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B513D71-82AF-49ED-BD8F-F99DE11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999AA21-03B3-42D1-A5F2-923CE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7712F5F-3E53-415D-B671-643B6B9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775E82-871D-425B-93B8-9447357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7595D68-83D4-4B31-84F0-642550D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B3E02E6-B2A4-4AC1-A4DF-D489A56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E85447B-3BD6-442B-99E6-BCC614C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E7BA121-FE54-42E7-BCE3-03A1CF3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3F9B1DE-6C27-45F4-B7BD-23367DD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BF581B8-64E8-483D-A4FC-849E607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6183756-91A6-4A05-B10A-156BB3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DCB0BA2-33D5-4871-AD54-C272400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8C9466E-6674-4D29-B684-941C3B1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0BA256D-AE10-4292-948D-1DC33A0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0187583-0102-4D40-8CA0-AF5831B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E4A28DE-DCBE-490E-B1D7-F352B56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0D304D2-54CF-4F46-9375-DE735CC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40A3BFC-1705-416F-920B-54AC9D6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29C20CD-7AAA-4826-BFE8-16D7FC8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E5A5679-B156-4A79-B3FF-07F40EA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3A7B25A-FB84-4447-B892-B135AAD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702C2EA-0FF5-472C-82F2-9E2BE7A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06513A9-E5BE-4263-BDDA-1EB6DEF8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F81E6A6-9805-4429-8553-536580E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0870F52-78E1-47FF-8DF3-3CC37F3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14A25EE-9A2F-4FD4-A460-95F3FDB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6705555-6022-4E10-8264-72304C2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F0BF326-B787-4025-A9EA-D824976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829D825-F4AE-451F-BB09-75E03F52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F2E548C-3FD2-4B9E-A083-24DB094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A8AC902-1453-43B3-9BAB-B2D9DF2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4904FC8-B399-4799-8968-E7753CB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7CBF2CA-D056-4E09-8C05-0E8B66D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3AA7445-BB8B-46FF-8E66-070543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ADA8040-DDED-45C3-B804-2F23048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1E106CE-4B89-4665-97D9-8F429C3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30C8CAF-4F21-4C7C-A046-148C5D3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313D9E7-E7ED-4820-9FB7-EF18F9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D727D98-F1DD-4F35-ACAC-01A47F9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1375354-F441-43C7-847C-F3D6418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0A5284-F7C4-4CDE-AE10-7187A51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363B483-AD19-43A2-9FCE-0EA3D6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A22057-5F20-47B0-9D87-E83673F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BF5FFC90-E23C-466E-AFD3-6429552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26362FD-4691-4BA9-A1D2-71FD7AD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201CB07-A9A9-499E-95A2-84580BCE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631387D-ACCE-441E-8741-7BA4FF2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1A1EC21-3970-43AF-A37D-037DB0C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A252A6C-A69C-483A-B414-A8C764F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F3BAB6E-AA2A-4F25-BCD2-C9B6460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9381147-93E6-4531-A4D2-B4643FA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950C3E-6F66-40FB-9BA6-5E6E067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D68AD36-2CD9-40B2-884B-EC984AA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8A622EC-7CE2-4362-AEA3-9B4ABE2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DCC98C3-C9DF-4D51-9890-FC60684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A69291F-2FC2-4CA2-8C87-BBB106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3D7C274-ECEB-46DA-99B8-829F55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178E833-7C44-4B9F-BE30-CE92A70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0C637E2-7F51-4BAC-BDF4-E3CA7A47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7B42FAF-4358-4E57-B7D4-378CD61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B480D1A-8473-4E82-B3F5-34D722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AA1368-3CB9-452D-BFB2-5E01988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7B25258-06F5-43BA-B365-D098AE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C3020D5-3057-40AA-88A0-2E16D7F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AF86242-D9A9-46DF-AC49-8C6E7A6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6C4E8FB-1AEB-4667-A794-1A99F32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467A2D7-DAC0-422A-88C8-674EAA1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E68A8FF-4673-4EDD-ACB2-9278F19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0EFCD2-2C9E-46F8-9587-FCAEE41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0F680FC-A75C-47DF-BD2D-68AB015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24F00A6-F484-4B18-A950-03F6390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4F23E04-0018-435E-98D5-9F94B92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488EDDC-A014-4CC1-8D03-57CBB63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2817ACC-6B47-4DCB-9348-36ADC07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09E83BB-A64B-4F69-B0F7-B4D39C2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B57BAF9-B4D6-40FB-8E6B-5E76C7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51CBBED-14A2-4BC3-9FF8-660A14F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217242D-94F2-4502-B3B5-131260D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9A1EA4A-B93E-42E1-82C0-C36CB87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FD3FD34-B4E0-4F4D-B21F-27840A1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9D046AE-5139-4B2D-9C71-6F3F435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C16201B-ABDC-42C4-A3D5-FE65455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80F5034-1834-4DCB-86F7-4F185D9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41C2133-A291-4F6A-AB2B-F0E2B47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2D7194C-BC5B-45E6-8238-8ED3650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0C37248-91B4-4557-ADE3-3B92B10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0A4AFA9-C98D-48A5-B99B-A11E02A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6D66D9-36A9-4D4D-9DDA-91322FD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2A1A4EF-F1AA-4EDB-99CA-1597CE1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92DA3BE-1F4A-4454-8CFC-B0C5A5F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990D6A7-2BB7-43B6-807D-960B7CF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9A13954-5C34-4EB0-AC50-2F5A59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0D82446-3C1F-4AD2-A80E-4B267FF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C693BCB-20F9-4312-B742-A767FD9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0FD54F1-1070-4D21-9725-25E6B35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A011CEB-274C-4242-9F7E-F595311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9B778835-BBB2-4AD6-A919-8D50B3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72C6487-4DFF-461C-93A1-1DF63A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1D5B9BA-E022-4E60-AC2C-794D183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8AD344C-5C7C-4B5A-97F8-247019C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B1C6150-36BC-4792-AF39-F4CEA39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33B4094-0186-4C0B-BCD2-EC9E528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052252D-CF84-4D51-95F4-61B008D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6BA6C68-9256-47FD-8AEC-CDD8A6F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77DCFDBE-EF63-4439-A424-90B7FF9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C435137-AE2B-4DDB-A821-EF9636A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79A32D6-8D50-4E68-AB26-93ACF310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C60A297-5F01-4A43-8DFA-B6797C9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C8BAD72-59BF-4730-B795-0A30136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6A56E7-0101-4FA0-A884-B725594E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9FD6CBE-F5C3-40EC-8726-0EF2EA2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1B611DCB-4BE1-483F-B937-9407FB8C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17B519C-8D9B-4BEF-8E04-7636203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EE4948C-F730-435F-B615-72B307A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887827F-1E3E-44FE-BA0A-B1F06855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5619D00-AF80-46BE-AA1A-B4DA76E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060076B-A932-4DFA-AA4C-679B75B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16E6A01-6740-41F4-9552-FAFE94C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512B70B-7000-490A-9106-555B23D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B17F226-3B17-4238-931E-AF56AFA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05147AA-70C6-4B79-822D-957AE12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3FE7B4E-3474-42F0-8BEA-82D6085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F8D351A-7D7B-4077-8E2C-9B2BBE8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B750924-3F6A-4283-8403-B579B05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3AF815-9BA2-4B6B-82B6-C016B7C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DDA9A4F-7396-4319-B8DB-73D098B9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2AC1FD6-0444-45B8-A89F-9F8AD45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8130480-C9CB-4955-9B52-C9ECC9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CB0C342-3342-488F-BA8A-3470AE1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31640A2-EF93-41AB-A5BD-569AB3D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6FF3CAE-B3E0-436B-89F6-8C3A515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91693E1-B713-4439-ADD7-D0CAE04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1B188A5-90FC-44ED-81AD-E64C47C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A3C1CC8-406F-416F-BDFA-84BA6C5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4B4FCEB-D0D2-402C-89FA-0EBD27DE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F468698-D26B-430E-9CD7-D92749B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590B198-1BF7-4888-BD6D-336C990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4E2E077-36CA-4797-A487-2AC3F6F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6908E0A-0984-4E42-81D0-6E83C2D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B77B044-20E1-4DDA-8F2F-394834F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8AE5FF4-2958-4182-BD11-9739D6C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6A6C44-A255-4F85-A06C-46C53DD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43F3594-93AA-489F-A648-42AE538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C9E5B15-8E38-4DC7-A570-D54638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B023F845-91DF-4E78-B05B-3523D3A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75293ED-AD04-47C4-B0AB-0BBAC54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B1BDC8A-8D48-4FE9-BC25-5AF2125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14FC90B-52E9-4E7F-A1B4-749F7AB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8539D3C-6579-499A-BF78-51EEA1C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68C9C72-4D96-46DE-837C-B7AC901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70F20C4-B5F3-481F-9A03-3F0CF98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9D5188D-8EA2-427E-A79C-AD10087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ED68B43-7BD4-4EB0-9CA3-12A462C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D4E3652-53D1-47CA-B657-ADBBFEF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712093E-19FD-49A0-AC31-670239A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F401D82-D0C0-4456-BFEC-DD154FE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6DAE058B-D364-4C79-812B-7A66C09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F627C9F-AD51-4103-91B5-E427CFE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25A96E8-39D4-4BF8-8F38-3D95B9C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A64BB4B-E5E5-4BBF-9053-D356A656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C6A9870-F4E3-43D3-AD13-C5B29D17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7132CDB-F0D1-4FC3-A776-75EB14D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B76AFFB-66FA-4978-BF5A-8DEC6C6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7C4F7FD-C633-4816-87BB-EE85BD3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E18ABDB-8BC2-45C4-A192-42F6597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CC4CC25-A149-4FCA-AD2B-791497A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D658C1-412F-405F-B879-B83BD95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1F562A2-CC0C-47B9-967E-00A19CB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7F09B4-E50B-4C16-AB92-D421D36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B61F67-C6EF-4B91-BA9D-D971238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2BC5C9-5D93-43DA-A183-97D2C79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97F8985-AB9F-4307-A435-6D197A5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F2DC138-3505-40A4-810D-EAB9445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FDB5074-B32C-44B1-8619-D26493E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6A6565-2399-41B7-B83D-4FF68A3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5F5781-FBC3-4C3F-BF20-6D6744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7D8011-A85D-4765-82C5-B7C787C3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01D18F3-8F7C-4241-907E-32EC6A2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460CD9-B980-4D00-BF59-867C86D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6890B5E-E431-4079-A172-37D5156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F4E1E6B-25C2-499F-AD0C-4AD03C7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8D6808B-D2F8-4A07-8FF0-B268D5F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7A8753D-FCC4-4CEE-B584-3AFA9E6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1C21723-1593-4BA6-AADC-223BF4F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153E147-43EA-4322-A8F6-3F92EA7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62B0AB0-C56E-41C8-8A3F-86B2972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CB9591D-762B-484A-95BE-D5B2EDE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9A708C5-88EE-46A6-A200-B913B3B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5FE7E1E-9B57-4C28-A5AB-AF62B5C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C6D981-C240-444F-9E52-55B6AEC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8F4EF4D-F3E5-4A54-9858-9A0081B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74F74E8-2EC8-4D06-AE69-BBC4635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F9FE00C-F96A-4A7B-9173-E2A663B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854E9D8-6CCA-4764-8684-DFDFBF4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868FA21-23F9-4BC5-B0A6-AEA219D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BE2EF5B-6E4E-40A4-9C8C-61E39C5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8CF82B5-5E6E-43D3-8456-D9B4ECD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5E583F2-AD50-45F8-950E-1A20ED5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65DAD74-FD60-4B87-B512-C2BF5A3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8626EA-C494-46E1-9FA8-7F291B3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0BEF849-ECB7-4873-9BB4-69312F94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E5859E3-3505-4168-8F8C-B99C2BF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1B0F4A2-9013-4017-99F1-0662695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C276FA8-E0E8-494A-A767-5B333D1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E9FF2E2-A401-4514-AB5A-78C414A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B927CAE-8A37-4FFE-8985-18226EC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99E802-69B0-40EC-9965-01219C2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5608E53-A74D-4B9F-B389-3270ED3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EB2AA52-8BAB-4556-94E2-10D4D3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9D05A7D-AB3D-4390-9C7C-5E19F5E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9E50BCD-9455-419E-8245-624E829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F9500245-2D89-40C6-A736-65B3B6D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B94F26C5-238D-423A-AC16-67066F0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36CDEC23-5575-4C24-8217-9AF75B6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3638FD58-B646-4A27-8E26-D5AAF86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44B2E8E6-811C-42B5-9A2A-290BA57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0328332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765AB232-30EF-4207-9EB0-8D8A169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47C0-2B87-4C21-BCFC-AF585A1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43047A-A079-4B28-A935-F4946E7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852D-03F6-4318-962F-CC031F2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8A5F-554C-4E3E-858B-752C541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B2CB-FD11-4FBC-AF04-B77D1CD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984F1-741F-4CC9-81B0-1551CD9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B8C5-3AAB-4A11-8C7B-BAB4B332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727E-D624-4B8D-A8BF-868F8DD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7D7B-B1E5-4E13-BD13-15A32CA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0FD0B-98D3-40E8-A64F-2DA659F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290F-698B-40B3-94E8-EED1002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0CB73-888B-4118-875C-0C70BCC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B384-45F9-4EE3-9AA4-6FEC301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8A527-32DB-47AD-B09F-BF08A1E7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EE92-0669-49D1-A40D-CE4F570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1155-F11C-499E-80F1-13064D4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7784D-8636-4BA0-8731-CE75B84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CF336-9F0F-46D7-B183-CA0D24D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B05C3-F9C6-40D7-8668-C08322D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C0D6F-D121-480E-B305-A6CF597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5B0E2-704B-4281-A51D-908A90D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0DCC2-3EFD-4AF0-8E18-25ABB8A5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30200-3C20-4914-BB15-47541F2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AA9AC-F8F5-4DA6-AFAC-5A11152E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37C47-A36B-4ECB-835C-09228FC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7268D-5263-4556-A7F2-BEC4353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C0DEC-21BB-4300-AD66-A739B8F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154FE-E1F5-4E8A-9643-DC62778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72898-41BF-4B7B-94C5-469DEC6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69E82-0746-430D-8718-6F5F614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E82AD-7CFE-47C5-BDD3-9C45842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4FD77-1971-408B-BAB5-92C024B0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BF5B5-A29A-47DA-BEBA-032BD5B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8F8F6-A83E-4802-B923-1F1EABC3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555C0-BF17-463F-A34B-D82A3E0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41DC8-FF77-41DE-BA22-B1E7F58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8B960-EFEC-4340-8892-85130E2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7D799-D3C4-4106-962B-DE55B0C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9F4F7-96F2-4059-822E-28D25CA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4A7EDF-00F6-4822-9B79-A54E4A2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E0EF7-9ED5-4C05-8FF6-E165D45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AE952-F446-43D5-95DF-1E21F73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A95592-6711-4FFD-8A44-D504486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84F7D-FADF-46E1-B5FD-5D7FC6C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F72F57-E0E4-4A69-AB0F-2ED2C8F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AD670-74BB-45A8-841C-E8578F7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74D3B-ACA9-421F-B44F-87AD2683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BCCB2D-CF3E-4EEE-8601-4BD452B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C0205-E214-463F-9F33-EF1135E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A72BEB-6A62-4325-89F4-20181E4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F942F2-4267-4329-BA17-E46D345D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691E74-FF39-4C7D-A9A8-9FBA691C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988301-40C7-4B62-8C9D-3CFBE26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8A076-8794-452F-AA20-F8F3427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CFC18-4A88-4952-B5BD-88F5F242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081625-7CD5-45A5-A631-B7AD1CBE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0D908A-3D13-41AB-8A98-5862A94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3E195C-B595-42CC-BBBD-2213A0D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67FA8A-2843-4E02-A7D4-C4763A2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D18DC-B7F4-4BF0-8259-C83FF26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7CFBDA-D855-4682-8F04-67D3B55B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21CC1E-64A0-4CB3-A725-B91BD9C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D5CF4F-A0AC-4FB9-8F96-273D62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1FA874-D37D-4608-8A2E-6885807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AA179C-F88F-4526-A2C5-980D24A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7A2412-11C0-49F7-99E1-70D7E75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147294-D553-45B6-BB51-D113DD8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73C23E-B007-46C9-9F4D-EA75A59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40B946-6D64-4388-A51B-E59EB90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561F49-DFEB-4B96-8980-4654C1A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EB0E5-591F-484F-8C77-235A154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B615C-83A6-4FF3-867E-6FEB0B1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E662FE-41A8-4274-84B0-125232B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EF26E6-8EBB-42FF-B764-8F57401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3A2ED9-3ED1-413F-A4F1-53A1E92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80D43-B06E-4B87-9A2D-0E72599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E15EAE-189C-411D-9070-6C0E28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D8554D-C031-4BF7-B5D2-3A45BB0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78124D-DF1F-47AA-84BF-6EB8C2F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5A24B8-AC4D-479F-AA18-A930E59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D9940E-CB5C-40DB-B5BD-ABCD51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97B10B-A10D-4E18-9F17-68237AF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6B68F0-984B-4D9B-A870-2F73F53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00382A-40FE-4B6B-AF49-CE3CA16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2D6061-EFAD-4915-A75E-C9CD0E2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FE9525-51E4-482D-B118-DAE74F8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11063A-5004-4B22-AECF-DA98B8D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A645B92-AFAC-4A48-B3B3-0E4FDA5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D31E0B-5F3B-4B36-922E-E9F978E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B69437-2DB4-46E7-ABCA-0CB1E72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4C8276-0EB8-4232-8708-B8CDC97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72C8C9-8058-4DA4-A708-A2213D0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0F98202-3256-43D9-B951-B2623BE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C6991A-6310-43AA-89CF-D3ABAC2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D751B7-8A6A-4F0D-BAAB-98827AE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F7DF34-67DB-404F-977D-91C4AA8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A00F1C-CEED-490B-B7FF-152B753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7B9BF-8F74-40B4-8417-B24E4E7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C08541-5566-44C8-8599-21534AF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C7D656-3C12-46FA-8EE6-3CDD287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A328D8-7E9E-4544-A28D-059FDEA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73504B-B175-4A5A-855C-F8C33DE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0D8559-6FAA-4334-8F05-46F1125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CC0041-7485-432D-BFB3-DDEEF96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BF6B9F-4076-4C5C-B63A-B8DFCB2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CDD50-93B3-4A8B-A060-CF573F5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6CBADB-3555-41E6-A67F-97A60F9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86A759-1F68-493E-A2E5-40AC8A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90E18A1-CB75-431C-B542-3CFC509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8E9B90-F61E-4394-9716-E0293A2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FE1364-0C83-4C92-B608-F6363E7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6141F0-B06F-4BAF-AD7C-D948E07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ECA52F-F141-427A-BF57-A165F82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B770EB6-7A57-47DE-8ECE-7B890B7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697B59-2CF0-4B6C-827F-A7C274F0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9BAC27-30DD-41BC-A0DB-F569491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194ED7-DAE6-4973-AFF4-C4AC741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8A2734-072D-4779-BDE6-6E43A41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01B313-0CD5-44A9-8CB9-817AB4C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FA016E-F9F9-4C16-9C75-1BD56F0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389691-AF32-419E-A3CB-41F3C9A2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B738894-97B0-4AC3-9BBC-B1F6A56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8BC6CF-8629-48B1-85E5-4A8C940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F6584F-9E17-4CD9-9E45-E9B1576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07B9AC-38B3-49E4-A24F-4208254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54D891-C8AC-4CDB-B854-404C5DE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1526CC-6F8C-46C5-93DB-C8AAE72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7A7659-FF76-4037-8AAF-6C41DCBF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CA4FC7-722B-4372-AFBD-11D25A6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0DBBC4-97D6-41A2-9728-1128D63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56D5EC-4960-4442-BFB1-7FB309A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52934B-96AD-4081-9783-73C304E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FCFD35A-EE96-4D7D-A939-BAB52E2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102ECB-46F4-46A3-9F83-A66DC2B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7FC702-CAE7-463D-A366-3C6613C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6F6814-0872-494F-862C-16D168C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39D1BDF-2E76-4ACA-B92B-40E253F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D9EFF7E-8807-479E-BCCB-E504577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B3887AB-92DA-4611-B792-6C82590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9F287F-0C95-4353-AD13-8E2F90C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0530703-26B4-47CB-A68E-F641A19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2204815-0E96-4AA8-8733-1A87013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314D33-49E3-46F0-B1D6-FEF17F0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288AAD-4DC0-4228-A830-8E3C7ED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8BFA91-8EEC-400D-97CA-04C7F9D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F4B15C5-23D6-4D52-8250-A9DE158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A9DDC85-1416-44F6-B68D-BD0754A3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30AF681-84E6-4BE2-A953-A98E492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D4BCAC0-2FC5-4A71-95F8-F1E8C00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D37ED3-601A-44CD-8842-B1B9058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42B1F72-DA62-40B1-BEF2-2FC35B7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E6E149B-070B-4CA4-85AE-B08E535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CD6514E-D5DC-478A-B8E0-7CA1795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CF26C2D-0CB8-4DA4-B3F3-8B2EE34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9E26A1-555A-45EE-848C-916B4DF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84A7E16-3C28-418F-9E6C-F55BB76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6B9C90-50A7-43D2-A736-38DC376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E4BD32-2ACF-42C2-A41A-9CD7368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6BCE60B-F6FB-44C5-A4AE-DE7A806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29CC5A2-FAE6-4D36-9C6E-290AB0F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54A7D64-85B0-4946-B7EA-A10B981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39C6BA1-906A-46A6-893C-AACCEAC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9B32542-D744-44BE-81E6-1BE1162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9B9BA5-B5C0-4F32-A65F-CA3CC8D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D7030B3-1BAE-40C7-8DB3-07F8DAE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A3C776B-5D08-46C8-96FD-D5700CB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3DE0EF-2786-42A7-9F23-CFECC25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2C8624A-FEFC-4C16-9CDB-94A6F9A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02608AD-B8FC-4A10-854D-8053375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14CAB8-A340-4E84-B568-A0897AB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B1D531-8B39-43A7-9143-6784BAC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E971CA0-5FD8-4777-B9E2-9156415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791139E-7069-46D6-ABC5-2E4A5E1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B79E6EC-F197-49AC-A5B4-073C117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05905EB-624D-41F0-B2D6-2D162B7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EDB6D86-4256-4178-A1B2-25F8FAF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82E36DB-3F59-4307-94A0-B3F191D9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FDDEC4-7E65-4435-BC45-BEAB1C6F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8AEF16-F9D8-47F6-A3F2-9D94228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D57539-51B3-407E-AFA5-AE560DD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5C325C2-0BB8-4F8A-8A48-9A5B550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4331F66-F318-46CC-AAD6-88BDF47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3E58115-01DF-4BF2-A569-4DDBAD8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E533CE-ED2C-4ED2-93B8-6D5CCB8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7915F9B-8A5E-492F-BB2A-83CC058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2B3DAC-B20E-4982-8122-EB5C19C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594E3C-EB34-4913-AED7-DE92B0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4F9CFE8-2DFF-471B-ADBB-E6D8D8B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B80384A-D18F-4467-91D0-DED5483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0111E6B-5B2C-436D-B8AB-F6CF844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BAD8C73-4609-48ED-ACCD-FB104FC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B4CC1AE-030A-49E4-818A-67F85EB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E308ED-8435-49ED-9445-5F4F3D1C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96E8A3-1C4C-4745-BB8D-8F5EE8E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1AAF219-0393-4602-88AF-A9FB883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6FC9B2F-A58B-4DB8-8BEE-6BAA906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3F7FB9-03D9-4BC0-BAFC-742D80D4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2C3943D-F05A-4635-9F88-129FFB4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4FD08BB-AE39-492C-81B9-F41909F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F914E7B-B2CD-4789-9B2E-1E8BA3B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CA5015-A9FE-4016-8364-1B62999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BB3C88E-5FC0-4DD4-8B38-42911FB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07692E-4236-444D-AD71-C61C783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2C75FE2-E2DE-40A8-8F02-25D39FF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072947D-79B0-4F28-9ECD-39C0973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497A489-DEFE-4CEE-A0F9-F81F1DB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FA508C7-7D11-4E2C-8D81-09BBF13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0BDA5C6-8B37-4FA5-94B5-CF3A93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1BC116E-ED0E-4603-9937-B475DD2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086FBDF-E280-4D8B-B699-49A98283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EF16711-A5A6-4201-BA41-FA90A15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1E2BA38-021A-49C3-A156-36744E3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A39554B-AA48-41F1-87C3-68DC587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2F2279C-845D-4261-9292-6548123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556EAEF-02AB-476A-9EDD-C68D967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1BA64AA-73A4-4C19-A196-BFA5B28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F9D979B-C3FF-4E72-A620-960A205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1075726-850F-4A52-9D6E-22390EE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EA9BE5C-FBFC-49DD-9D1F-8BF575E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E0C07E7-7810-4319-86B6-0420418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16F8D2-D1E1-4532-A891-3C17D6C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74E2517-D5C9-447E-BC12-6683FB0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59E0DEA-4749-4ADB-B430-9ABD0FB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4287867-72DA-403B-8349-6987331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6CF90C5-7889-4D51-91FC-E131DA5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EAEC7A7-E064-452D-B171-4BDD03D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B9C19DD-16F0-471F-9647-460A8BF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12947AA-B58E-4450-9023-DA09BE0D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F9DC959-D7E3-405D-A5DF-D1773C3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725635-51B8-4EF8-83BF-16C5ADC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3E645DE-A93B-4174-9FDD-F3D2455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5021955-EE68-405F-B938-B12CC41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B5768B6-9440-46F0-9139-FCC6BB4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07CB9F-CC3F-413C-AA6C-CB5DA15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8333855-B595-49A1-9CD4-745246D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309E82C-444A-4C22-913D-31B2255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B981DA6-E6A0-483C-A1D1-0B8C198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0C70C98-725D-498A-8E65-ECEE8FA0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4B77D60-150A-4C8E-A8E6-7419A0F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E51F5EC-7214-4BB8-9458-77335E4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C57DF2-5E55-42B9-9A87-E9803F8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8E56F0-6CD3-484C-9680-421A2540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E21B2B6-533E-4CAF-9330-A0CF5AE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3CE1130-6CD6-404C-871D-ABD13A5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5FD469A-27DC-4B54-A382-F8898FB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52F9C7E-A94D-45CC-A3DB-022B057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69C5D0B-4F77-41B6-9A54-9A37F53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64BD37A-531B-4306-9854-486E63C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7472A5-93F6-4B60-B96C-240213A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E642ABE-187C-4E8B-B4F0-B35B58CE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BAC3BDA-87A3-4BC0-8773-82CF618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0B4DB57-FE5C-441B-A94A-72A5453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81673AB-B856-483F-93E4-71B1A65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8F4D17A-8980-4A73-85DE-B446A4C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C72358-6793-4463-8F0A-A15C3C2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7110D54-4F96-4D46-8E3C-A4AF4C0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C097BD2-B235-406B-9EF7-BED51F6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09DE881-2729-47C0-9634-0A60502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8C8244F-EB95-49CA-A351-0736841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8CDAD58-F6C7-4497-9297-A5661D4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F03B261-AED5-46E0-9C80-747C7E8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16B9A72-E980-4473-8A21-09838F8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4B2F696-E939-4A1C-9F34-2A23467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EEC76C-20F3-467B-8DEB-0A57EAE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C15871-35A5-4115-9E38-9395B4C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934C35F-3BBC-419C-8E41-2C5E293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E4F0072-625D-4C09-8555-DBFAD16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0AA78DF-8A7C-4EA3-AC4E-1146065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8C9BD3F-C5A0-4D79-B615-DCEF053E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AB7092D-564F-4793-990D-4C8EF9E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410CB0E-5B72-4E5F-BE4D-799990B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22C41E0-B63D-4C68-A2C3-95EA2E4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2888216-08B0-416A-96D9-13F58FB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189997A-7F6E-42C9-AF65-72003EFA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CC15B2D-DF8A-43BC-8AEC-795B3F5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234A5-1D46-4F84-A6F0-CD5A1844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E291C0-9C86-4D09-BC28-D1A8C67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4D0DBF2-71CE-494E-8953-56EFE86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DE11D95-29E1-4B2A-B06D-8130E6C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2846DA8-6ACA-4095-A1C7-869DA35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9C63B8-8236-40DE-A059-F202D75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854E826-7157-424C-9061-6719CB0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372AC70-7BF6-4EB3-A059-DDA4C308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B64CBC4-D324-4254-A9EA-924948D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2120166-5B94-4D44-AC26-AF96F9E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5726404-BF77-4344-AF9B-AD3C35F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2D23F12-CB4B-4D30-A1D8-CAB197C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F8C5916-E286-4935-A500-DC33BB1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24BF7D3-D028-43B3-99E9-395945E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2F8AD1A-23D3-4CCD-8A8D-1E13D29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4C45C11-87FC-4D7D-BD40-B4FA8CE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C10B5DD-9DB2-4809-A81A-EFBD802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9137D14-CED5-4958-95B2-D03C6E3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974F535-E6EE-491C-8F59-77DFB51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F9E8560-DEA2-43E8-97F3-2DD4755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4460AA-7E2D-4554-A1AF-BE1F869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84A0B6B-D9F8-4F48-8089-DB7EBAA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057A22-145A-438F-B850-D0DFF8E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17215C-3182-4911-B881-C8A9F9C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FED9A94-2433-4B98-98D5-90774CB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F6DFD3E-0172-4EA8-99BF-4CD2173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993CFC6-062F-467B-B1CF-7105D8ED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A886C83-80F9-44A9-B8D0-92FD53C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01AF7EA-8703-432F-B539-63B9AFC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BEACB71-B162-4A47-86E0-1EE8D9D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A4C4804-8B18-4103-8E50-D3E3751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0117D5E-B283-41F8-9263-D44265D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C5CAF97-1713-4A08-B55B-E69F1E6C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F61FF05-2CAF-4108-98C1-B58A6B4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3615FEF-BA97-4D06-A82D-30F1530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67B58F3-E93D-4180-A372-61901F2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F0097CF-C2B6-4B20-A962-AC57E58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A47211E-A3C5-4A57-ADC9-C169B39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8CD2B15-DAF6-4E3D-A802-8D50271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04BB045-6676-4619-9D00-BBBC79A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FD01570-65DC-4C0C-955B-6CBB003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BD757CE-A63A-41E9-8671-FE19B2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DB5324A-1122-40A4-8341-1D5DECC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0677888-5CE8-4759-A4DA-2533D52D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20699FF-7389-495D-A228-2CE9A96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A3400BA-0613-4B38-ACC3-ED95276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B79BCF3-B868-4D9D-8782-72C8195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902A004-AD2C-4B72-BF5C-0BCB702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DAC4C7F-C9BD-40C7-A901-23874E3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4B82733-24FE-4800-A8D7-8618558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83D6B05-11AF-44BD-A13F-9309FE9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C4B0F31-31A6-4176-8DA6-CFF11B3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71F111E-4ECD-409C-8267-6B78B6B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059C32D-E499-48B4-9BC3-5058283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4F3DDB0-7DFE-445A-A9C1-9BD38AF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B3B366F-88AB-4E9D-BB36-CAF4B76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CD348FB-3541-479C-B356-2CC84E8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F7F0F7E-ED27-4A05-9C5D-F8E2EB2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D866746-0829-44FC-81D8-EAC8548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B6F7952-E8DB-4CA2-A5F4-4B90E85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47DBA8AB-B6A3-4157-9438-546B183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5AFC18B9-1611-4538-BC6F-01360B1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BEF2063-0A35-4EDA-A310-52183163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0A7EA5B-8D68-42E8-A6E6-D826117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65C047C-7A00-4E84-991B-5F39870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C794D65-F61E-4AF9-833B-B8F7187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920C6FA-A06A-44FB-BF60-43E3B3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300DB6A-27A4-4E0E-95A9-D98DC65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ADFD870-27EE-431E-B908-ADA8DDF4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7077959-DB7A-4B8F-9F8B-01067CC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909C1E72-EC41-4590-940A-9C40912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A9F9F9F-D322-470E-B741-737C87B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F0F667E-37A7-4EF1-B47E-D7B19D0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78DBD4A-4C1F-4092-8A4C-C8E08A9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956BC5C-4B8E-456A-8BCE-88FDA4DA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C639155-6AB0-465C-81D9-9F29BAF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3F590E2-9D00-468D-BAC6-3805236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F40BE1D-3467-422E-BDE1-C33E5A8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D96F14B-7456-4D72-8FB0-A9978D5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04C544A-50CA-448E-90AF-5253882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E8EABD4-CD4C-46F7-A2AC-2DED9E7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36AC032-157A-42AB-88FE-C7D1B31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57F629B-74EE-4377-A8D5-B24ADB3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5D5FD93-F29C-46DF-A350-5A0EEDA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14AA6FC-F4A3-4E36-B834-AF86204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1B43B14-52C0-46CE-B258-54B1E3F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E6AF7B1-74D8-4E08-A976-48958B6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1F6CCD17-C576-481F-86A6-A24B446B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0D09834-16E2-4E52-B8D4-6A32A2A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D73DBE0-5343-4BFA-94DA-B8A04B0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5EE6CE8-F918-4251-900C-5E4FA75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DCA0D68-EF46-49F7-9506-A22C8E0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F22ED1A-0C11-4C81-8E8D-C7526BD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B513D71-82AF-49ED-BD8F-F99DE11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999AA21-03B3-42D1-A5F2-923CE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97712F5F-3E53-415D-B671-643B6B9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775E82-871D-425B-93B8-9447357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7595D68-83D4-4B31-84F0-642550D0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B3E02E6-B2A4-4AC1-A4DF-D489A56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E85447B-3BD6-442B-99E6-BCC614C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E7BA121-FE54-42E7-BCE3-03A1CF3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3F9B1DE-6C27-45F4-B7BD-23367DD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BF581B8-64E8-483D-A4FC-849E607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6183756-91A6-4A05-B10A-156BB3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DCB0BA2-33D5-4871-AD54-C272400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8C9466E-6674-4D29-B684-941C3B1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0BA256D-AE10-4292-948D-1DC33A0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0187583-0102-4D40-8CA0-AF5831B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E4A28DE-DCBE-490E-B1D7-F352B56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0D304D2-54CF-4F46-9375-DE735CC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40A3BFC-1705-416F-920B-54AC9D6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29C20CD-7AAA-4826-BFE8-16D7FC8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5E5A5679-B156-4A79-B3FF-07F40EA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3A7B25A-FB84-4447-B892-B135AAD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702C2EA-0FF5-472C-82F2-9E2BE7A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06513A9-E5BE-4263-BDDA-1EB6DEF8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F81E6A6-9805-4429-8553-536580E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0870F52-78E1-47FF-8DF3-3CC37F3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14A25EE-9A2F-4FD4-A460-95F3FDB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6705555-6022-4E10-8264-72304C2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F0BF326-B787-4025-A9EA-D824976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829D825-F4AE-451F-BB09-75E03F52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F2E548C-3FD2-4B9E-A083-24DB0947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A8AC902-1453-43B3-9BAB-B2D9DF2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4904FC8-B399-4799-8968-E7753CB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7CBF2CA-D056-4E09-8C05-0E8B66D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3AA7445-BB8B-46FF-8E66-070543BB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ADA8040-DDED-45C3-B804-2F23048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1E106CE-4B89-4665-97D9-8F429C3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030C8CAF-4F21-4C7C-A046-148C5D3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313D9E7-E7ED-4820-9FB7-EF18F9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D727D98-F1DD-4F35-ACAC-01A47F9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1375354-F441-43C7-847C-F3D6418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B0A5284-F7C4-4CDE-AE10-7187A51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363B483-AD19-43A2-9FCE-0EA3D6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A22057-5F20-47B0-9D87-E83673F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BF5FFC90-E23C-466E-AFD3-6429552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26362FD-4691-4BA9-A1D2-71FD7ADC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201CB07-A9A9-499E-95A2-84580BCE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631387D-ACCE-441E-8741-7BA4FF2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1A1EC21-3970-43AF-A37D-037DB0C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A252A6C-A69C-483A-B414-A8C764F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F3BAB6E-AA2A-4F25-BCD2-C9B6460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9381147-93E6-4531-A4D2-B4643FA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A1950C3E-6F66-40FB-9BA6-5E6E067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D68AD36-2CD9-40B2-884B-EC984AA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8A622EC-7CE2-4362-AEA3-9B4ABE2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DCC98C3-C9DF-4D51-9890-FC60684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A69291F-2FC2-4CA2-8C87-BBB106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3D7C274-ECEB-46DA-99B8-829F55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3178E833-7C44-4B9F-BE30-CE92A704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0C637E2-7F51-4BAC-BDF4-E3CA7A47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7B42FAF-4358-4E57-B7D4-378CD61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B480D1A-8473-4E82-B3F5-34D722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AA1368-3CB9-452D-BFB2-5E01988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7B25258-06F5-43BA-B365-D098AE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C3020D5-3057-40AA-88A0-2E16D7F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AF86242-D9A9-46DF-AC49-8C6E7A6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66C4E8FB-1AEB-4667-A794-1A99F32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467A2D7-DAC0-422A-88C8-674EAA1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E68A8FF-4673-4EDD-ACB2-9278F19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D0EFCD2-2C9E-46F8-9587-FCAEE41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0F680FC-A75C-47DF-BD2D-68AB015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224F00A6-F484-4B18-A950-03F6390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4F23E04-0018-435E-98D5-9F94B92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488EDDC-A014-4CC1-8D03-57CBB63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2817ACC-6B47-4DCB-9348-36ADC07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09E83BB-A64B-4F69-B0F7-B4D39C2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B57BAF9-B4D6-40FB-8E6B-5E76C7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51CBBED-14A2-4BC3-9FF8-660A14F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217242D-94F2-4502-B3B5-131260D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9A1EA4A-B93E-42E1-82C0-C36CB87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FD3FD34-B4E0-4F4D-B21F-27840A1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9D046AE-5139-4B2D-9C71-6F3F435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C16201B-ABDC-42C4-A3D5-FE65455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80F5034-1834-4DCB-86F7-4F185D9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41C2133-A291-4F6A-AB2B-F0E2B474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2D7194C-BC5B-45E6-8238-8ED3650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0C37248-91B4-4557-ADE3-3B92B10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0A4AFA9-C98D-48A5-B99B-A11E02A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36D66D9-36A9-4D4D-9DDA-91322FD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2A1A4EF-F1AA-4EDB-99CA-1597CE1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E92DA3BE-1F4A-4454-8CFC-B0C5A5F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2990D6A7-2BB7-43B6-807D-960B7CF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9A13954-5C34-4EB0-AC50-2F5A594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0D82446-3C1F-4AD2-A80E-4B267FF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C693BCB-20F9-4312-B742-A767FD9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0FD54F1-1070-4D21-9725-25E6B35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A011CEB-274C-4242-9F7E-F595311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9B778835-BBB2-4AD6-A919-8D50B33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72C6487-4DFF-461C-93A1-1DF63AB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1D5B9BA-E022-4E60-AC2C-794D183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8AD344C-5C7C-4B5A-97F8-247019C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B1C6150-36BC-4792-AF39-F4CEA39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33B4094-0186-4C0B-BCD2-EC9E528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052252D-CF84-4D51-95F4-61B008D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C6BA6C68-9256-47FD-8AEC-CDD8A6F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77DCFDBE-EF63-4439-A424-90B7FF9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2C435137-AE2B-4DDB-A821-EF9636A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79A32D6-8D50-4E68-AB26-93ACF310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C60A297-5F01-4A43-8DFA-B6797C9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C8BAD72-59BF-4730-B795-0A30136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8D6A56E7-0101-4FA0-A884-B725594E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9FD6CBE-F5C3-40EC-8726-0EF2EA2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1B611DCB-4BE1-483F-B937-9407FB8C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17B519C-8D9B-4BEF-8E04-7636203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EE4948C-F730-435F-B615-72B307A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887827F-1E3E-44FE-BA0A-B1F06855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85619D00-AF80-46BE-AA1A-B4DA76E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060076B-A932-4DFA-AA4C-679B75B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16E6A01-6740-41F4-9552-FAFE94C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512B70B-7000-490A-9106-555B23D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5B17F226-3B17-4238-931E-AF56AFA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05147AA-70C6-4B79-822D-957AE12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3FE7B4E-3474-42F0-8BEA-82D6085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F8D351A-7D7B-4077-8E2C-9B2BBE86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B750924-3F6A-4283-8403-B579B05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13AF815-9BA2-4B6B-82B6-C016B7C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DDA9A4F-7396-4319-B8DB-73D098B9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2AC1FD6-0444-45B8-A89F-9F8AD45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8130480-C9CB-4955-9B52-C9ECC96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CB0C342-3342-488F-BA8A-3470AE1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31640A2-EF93-41AB-A5BD-569AB3D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6FF3CAE-B3E0-436B-89F6-8C3A5157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91693E1-B713-4439-ADD7-D0CAE04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1B188A5-90FC-44ED-81AD-E64C47C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A3C1CC8-406F-416F-BDFA-84BA6C5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4B4FCEB-D0D2-402C-89FA-0EBD27DE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6F468698-D26B-430E-9CD7-D92749B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A590B198-1BF7-4888-BD6D-336C990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4E2E077-36CA-4797-A487-2AC3F6F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6908E0A-0984-4E42-81D0-6E83C2D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B77B044-20E1-4DDA-8F2F-394834F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8AE5FF4-2958-4182-BD11-9739D6C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76A6C44-A255-4F85-A06C-46C53DD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43F3594-93AA-489F-A648-42AE538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C9E5B15-8E38-4DC7-A570-D54638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B023F845-91DF-4E78-B05B-3523D3A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75293ED-AD04-47C4-B0AB-0BBAC54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B1BDC8A-8D48-4FE9-BC25-5AF2125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14FC90B-52E9-4E7F-A1B4-749F7AB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8539D3C-6579-499A-BF78-51EEA1C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68C9C72-4D96-46DE-837C-B7AC901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70F20C4-B5F3-481F-9A03-3F0CF98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39D5188D-8EA2-427E-A79C-AD10087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ED68B43-7BD4-4EB0-9CA3-12A462C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D4E3652-53D1-47CA-B657-ADBBFEF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712093E-19FD-49A0-AC31-670239A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F401D82-D0C0-4456-BFEC-DD154FE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6DAE058B-D364-4C79-812B-7A66C09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F627C9F-AD51-4103-91B5-E427CFE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25A96E8-39D4-4BF8-8F38-3D95B9C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CA64BB4B-E5E5-4BBF-9053-D356A656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C6A9870-F4E3-43D3-AD13-C5B29D17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7132CDB-F0D1-4FC3-A776-75EB14D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7B76AFFB-66FA-4978-BF5A-8DEC6C6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7C4F7FD-C633-4816-87BB-EE85BD3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E18ABDB-8BC2-45C4-A192-42F6597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CC4CC25-A149-4FCA-AD2B-791497A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DD658C1-412F-405F-B879-B83BD95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1F562A2-CC0C-47B9-967E-00A19CB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7F09B4-E50B-4C16-AB92-D421D36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BB61F67-C6EF-4B91-BA9D-D971238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22BC5C9-5D93-43DA-A183-97D2C79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97F8985-AB9F-4307-A435-6D197A5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F2DC138-3505-40A4-810D-EAB9445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FDB5074-B32C-44B1-8619-D26493E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6A6565-2399-41B7-B83D-4FF68A3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B5F5781-FBC3-4C3F-BF20-6D6744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B7D8011-A85D-4765-82C5-B7C787C3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D01D18F3-8F7C-4241-907E-32EC6A2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ED460CD9-B980-4D00-BF59-867C86D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76890B5E-E431-4079-A172-37D5156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0F4E1E6B-25C2-499F-AD0C-4AD03C7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8D6808B-D2F8-4A07-8FF0-B268D5F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7A8753D-FCC4-4CEE-B584-3AFA9E6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1C21723-1593-4BA6-AADC-223BF4F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153E147-43EA-4322-A8F6-3F92EA7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62B0AB0-C56E-41C8-8A3F-86B2972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CB9591D-762B-484A-95BE-D5B2EDE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9A708C5-88EE-46A6-A200-B913B3B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A5FE7E1E-9B57-4C28-A5AB-AF62B5C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6C6D981-C240-444F-9E52-55B6AEC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78F4EF4D-F3E5-4A54-9858-9A0081B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74F74E8-2EC8-4D06-AE69-BBC4635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F9FE00C-F96A-4A7B-9173-E2A663B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854E9D8-6CCA-4764-8684-DFDFBF4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868FA21-23F9-4BC5-B0A6-AEA219D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BE2EF5B-6E4E-40A4-9C8C-61E39C5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B8CF82B5-5E6E-43D3-8456-D9B4ECD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25E583F2-AD50-45F8-950E-1A20ED5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65DAD74-FD60-4B87-B512-C2BF5A3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B8626EA-C494-46E1-9FA8-7F291B3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00BEF849-ECB7-4873-9BB4-69312F94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E5859E3-3505-4168-8F8C-B99C2BFD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1B0F4A2-9013-4017-99F1-06626953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FC276FA8-E0E8-494A-A767-5B333D16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E9FF2E2-A401-4514-AB5A-78C414A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B927CAE-8A37-4FFE-8985-18226EC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2099E802-69B0-40EC-9965-01219C2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5608E53-A74D-4B9F-B389-3270ED3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EEB2AA52-8BAB-4556-94E2-10D4D3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9D05A7D-AB3D-4390-9C7C-5E19F5E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19E50BCD-9455-419E-8245-624E829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F9500245-2D89-40C6-A736-65B3B6D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B94F26C5-238D-423A-AC16-67066F0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36CDEC23-5575-4C24-8217-9AF75B6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3638FD58-B646-4A27-8E26-D5AAF86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44B2E8E6-811C-42B5-9A2A-290BA57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586" name="text-585">
            <a:extLst xmlns:a="http://schemas.openxmlformats.org/drawingml/2006/main">
              <a:ext uri="{FF2B5EF4-FFF2-40B4-BE49-F238E27FC236}">
                <a16:creationId xmlns:a16="http://schemas.microsoft.com/office/drawing/2014/main" id="{4C545CF2-F4D1-48F3-95AC-89E5242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0328332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A44F-62C6-4949-9798-F93275A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5E3C-7D38-4DD3-A195-1A8287F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871D56-4C35-4C50-9292-310A56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39CB7F-DC4E-4B9F-837E-96030D0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69DC0343-B182-42D3-BE31-1583889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64638EE-5D8B-4246-9C61-EA6F98B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4BB893E1-C775-4BD4-968C-6F5DFA6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1EA181-78D0-4195-94E4-62ACD16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20523077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A44F-62C6-4949-9798-F93275A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E5E3C-7D38-4DD3-A195-1A8287F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871D56-4C35-4C50-9292-310A56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39CB7F-DC4E-4B9F-837E-96030D0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69DC0343-B182-42D3-BE31-1583889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64638EE-5D8B-4246-9C61-EA6F98B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4BB893E1-C775-4BD4-968C-6F5DFA6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1EA181-78D0-4195-94E4-62ACD16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2052307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BA879-46E3-416A-B7C4-6E65E5B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85264-8A34-450B-948C-6F5B6DE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A9497A-36BA-42E1-B36A-EFAE5BE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88C937-992E-41FC-910D-38A65EC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5232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A879-46E3-416A-B7C4-6E65E5B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85264-8A34-450B-948C-6F5B6DE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A9497A-36BA-42E1-B36A-EFAE5BE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88C937-992E-41FC-910D-38A65EC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8×8×2 = 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16×16×2 =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16×16×3 = 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9DF69CC-4246-4162-ADE9-38CDF82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14695232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7507E-C3B3-4EA2-97E7-FF45389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84CD-ECC9-44ED-B7A0-DD22255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C6367-A5F3-41EF-B5F0-0D61C94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895945-CB8D-4D93-8009-640A677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92FAAE8F-7049-43F6-8A07-E4812F5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128 bit → ___ B    512 bit → ___ B    768 bit → ___ B</a:t>
            </a:r>
          </a:p>
        </p:txBody>
      </p:sp>
    </p:spTree>
    <p:extLst>
      <p:ext uri="{BB962C8B-B14F-4D97-AF65-F5344CB8AC3E}">
        <p14:creationId xmlns:p14="http://schemas.microsoft.com/office/powerpoint/2010/main" val="12360652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507E-C3B3-4EA2-97E7-FF45389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84CD-ECC9-44ED-B7A0-DD22255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C6367-A5F3-41EF-B5F0-0D61C94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895945-CB8D-4D93-8009-640A6776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92FAAE8F-7049-43F6-8A07-E4812F5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 bit → 16 B     512 bit → 64 B     768 bit → 96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64ABA55-F91F-4D49-9F0A-C70E5AAD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21A5C2-2B70-4D46-8196-E9909550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12360652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877BE-501A-49FF-83D1-088C4D6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555E-63B1-4A14-B297-3F54315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16A152-8418-4937-B6E0-3873EB0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CEA021-2D4A-416C-863F-6276CB0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7674973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877BE-501A-49FF-83D1-088C4D6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555E-63B1-4A14-B297-3F54315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16A152-8418-4937-B6E0-3873EB0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CEA021-2D4A-416C-863F-6276CB0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7674973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6B82-943F-46C5-BF38-C4149E5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3714-74EF-41F6-9451-828F1D5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F29539-BBB4-4F4E-BB8E-CE7B83B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6190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6B82-943F-46C5-BF38-C4149E5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3714-74EF-41F6-9451-828F1D5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F29539-BBB4-4F4E-BB8E-CE7B83B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6190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21303-696D-4EF2-AC83-FA2A599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A96F-F987-470D-98FC-F5E2A44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DB012A-AC60-41EE-A5F4-2E0B60E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06E203-A066-48A9-B012-C4528BB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E8BB466-B805-49CD-9E81-8D3F621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5AFD3-A790-4F5F-9E87-1DF84CB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635FE3-CA54-4BBE-92E6-948C076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1C0593-FFA5-4AE2-8387-1EE3051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D690E05-DC70-4529-8201-901AB49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21391935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1303-696D-4EF2-AC83-FA2A599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0A96F-F987-470D-98FC-F5E2A440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DB012A-AC60-41EE-A5F4-2E0B60E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C06E203-A066-48A9-B012-C4528BB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E8BB466-B805-49CD-9E81-8D3F621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875AFD3-A790-4F5F-9E87-1DF84CB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4635FE3-CA54-4BBE-92E6-948C076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1C0593-FFA5-4AE2-8387-1EE3051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D690E05-DC70-4529-8201-901AB49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BC441D6-C022-4057-8837-947A062A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F981047-868F-422E-A5B5-7F19AA3F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21391935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372B6-150B-43A4-A551-59DCB2B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7AEE-289C-4C6D-9E02-446DDCD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86881-F4A5-4841-8B30-9E9E63A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F484-992D-4CCE-BBB1-9E1DAF9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7D82DF-9A0F-4F30-9507-AD4933A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A0D457-8D19-4503-998A-C8B7279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DBB840A-5EF4-4B13-B5C7-5F036C5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</p:spTree>
    <p:extLst>
      <p:ext uri="{BB962C8B-B14F-4D97-AF65-F5344CB8AC3E}">
        <p14:creationId xmlns:p14="http://schemas.microsoft.com/office/powerpoint/2010/main" val="15754002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372B6-150B-43A4-A551-59DCB2B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7AEE-289C-4C6D-9E02-446DDCD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86881-F4A5-4841-8B30-9E9E63A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F484-992D-4CCE-BBB1-9E1DAF96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7D82DF-9A0F-4F30-9507-AD4933A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A0D457-8D19-4503-998A-C8B7279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DBB840A-5EF4-4B13-B5C7-5F036C5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5FE899B-184B-4F24-9F5A-DD601FA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查四色表的编号：2 bit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F6AA81E-DB52-46A2-8FD7-D19260C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RGB通道值：8+8+8 = 24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727BC2F-40CB-4175-8859-D99D4589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位数取决于采用的表示方案</a:t>
            </a:r>
          </a:p>
        </p:txBody>
      </p:sp>
    </p:spTree>
    <p:extLst>
      <p:ext uri="{BB962C8B-B14F-4D97-AF65-F5344CB8AC3E}">
        <p14:creationId xmlns:p14="http://schemas.microsoft.com/office/powerpoint/2010/main" val="157540024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D3790-24B1-4094-9663-C6BE675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E2A6F-EB34-4869-BBBE-E3640C5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E7B079-6E47-45F4-A843-5BBE809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508210bfb4e5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42AB-BB7D-4120-A1E3-4DFBBB2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AF58F8A-A57F-4039-8EAC-506492F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85596F-4A0B-4B8F-94E1-A6F3788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5B287AF2-681A-45E3-ACC7-E7C6C0C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9F45A14-D102-43B1-8E22-3A0E345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</p:spTree>
    <p:extLst>
      <p:ext uri="{BB962C8B-B14F-4D97-AF65-F5344CB8AC3E}">
        <p14:creationId xmlns:p14="http://schemas.microsoft.com/office/powerpoint/2010/main" val="14541485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3790-24B1-4094-9663-C6BE675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E2A6F-EB34-4869-BBBE-E3640C5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E7B079-6E47-45F4-A843-5BBE809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ad94e5bd044a8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42AB-BB7D-4120-A1E3-4DFBBB2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AF58F8A-A57F-4039-8EAC-506492F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285596F-4A0B-4B8F-94E1-A6F3788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5B287AF2-681A-45E3-ACC7-E7C6C0C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9F45A14-D102-43B1-8E22-3A0E345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E54BF05D-F2D7-4596-9B28-97410E0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769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138 = 128 + 8 + 2</a:t>
            </a:r>
          </a:p>
        </p:txBody>
      </p:sp>
    </p:spTree>
    <p:extLst>
      <p:ext uri="{BB962C8B-B14F-4D97-AF65-F5344CB8AC3E}">
        <p14:creationId xmlns:p14="http://schemas.microsoft.com/office/powerpoint/2010/main" val="14541485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566F3-7347-4A32-94CE-9AAB955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CDD2-F032-4813-BB2F-B63ECDA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32400F-0E90-4247-88DE-35362A15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一个RGB像素：三个8位通道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D4843-B664-49DD-937F-ED2061E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8D71BBD-775C-4B70-B907-BEA93CF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4059A12-6EDA-4AAE-B3AE-F6FC158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  10001010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5918F4-A959-4085-8AE1-145D348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10110011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C345F28-E8BC-450C-8D6B-BA03B81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01101111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B1D8BA-DB44-4722-AFF2-3B76DEE9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8044141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8960F-5E69-4C42-8B93-73845CB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9B4D-2855-4F75-8D80-3373D13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62F8F-5FC7-4EB2-99DC-A1A58CD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BAA706-57E3-4B79-9C62-FC20110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67F872-E298-471C-BE16-1F74CDE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6089718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960F-5E69-4C42-8B93-73845CB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A9B4D-2855-4F75-8D80-3373D135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A62F8F-5FC7-4EB2-99DC-A1A58CD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BAA706-57E3-4B79-9C62-FC20110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867F872-E298-471C-BE16-1F74CDE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3F2ABAB-58F1-41C3-A36C-3530775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89F050-53FB-4611-931D-F15AA39B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6089718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24B4-2CDE-4845-8ED2-CB9EEA1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BE2B8-1819-4336-A751-19F1B0D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37BDF7-F0C1-4B3B-A1D0-2342ECC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A423CA6-5D4E-48C0-A48F-A1ACDC7D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计算结果：499,500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67B15-DEB2-4A33-AD43-A089B224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14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2A2C659-42C6-4305-AA6A-41B57D1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未压缩的像素数据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215EC-E2FA-407C-9608-5034FE8B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文件还可能记录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BAEDA29-A789-40CB-BDC2-7BE0300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压缩、行填充等也会影响完整文件大小。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1589550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9C54-E77D-41F0-BF11-29614A6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E38C-D882-4E2D-8374-EA0607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F87E8-659B-4AD6-A0CE-4A5DE7F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452dacdd4a2e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57F0-3233-4819-930A-87338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5CF688E-6ED0-4E02-8C0E-6A7206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</p:spTree>
    <p:extLst>
      <p:ext uri="{BB962C8B-B14F-4D97-AF65-F5344CB8AC3E}">
        <p14:creationId xmlns:p14="http://schemas.microsoft.com/office/powerpoint/2010/main" val="5637326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1C39C54-E77D-41F0-BF11-29614A6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E38C-D882-4E2D-8374-EA0607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F87E8-659B-4AD6-A0CE-4A5DE7F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92fa22a7945a1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57F0-3233-4819-930A-87338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5CF688E-6ED0-4E02-8C0E-6A7206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55B79-090B-4A61-92E7-940A6CD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F219B-253F-48AD-9498-F2876F17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4D82-7C02-461B-9133-0498ADB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237AB-9DAF-4895-BDF7-76E0ABE0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2C480-E6E0-4DC2-B835-36D9800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D3782-8265-4BA4-9081-F76FFAD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F7A6E-3969-4F74-9781-B546D98E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D0F89-5A77-4E4F-94E5-641C1FE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2AFEC-4EE3-463E-8401-89B37D7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6CDC8-0DEA-4D4A-9FCF-12E15AC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2E87F-9A0B-4FAC-84F5-D6BBE7D0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2CCEC-A6D9-4652-A19D-25A06392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57376-6E4D-46D8-865D-29A9876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C5DF4-865F-4A2B-938A-3EAC7AE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557B1-A790-4B54-A996-51220EA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E91C7-C000-40CC-9E8A-33DCB58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712D9-9E26-41EC-B0E7-703A4AC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653AD-3C97-4854-A2C0-B5ADE44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812D1-4EF6-4384-8F0B-B258510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CB3A2-3522-43C6-BAC9-0C4260B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46D29-36AE-46A8-9510-CDD376B0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3FFC0-1378-4B57-A3FE-4D032BC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AD72B-241F-4DEE-9D73-D45DAD8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1AD86-34AF-40FD-A7F5-5CC73A0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413C5-8EEB-411E-92BC-EE7A9C7B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D0696-8BA0-4F16-A9AC-7E65AE8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7F48C-DD7F-4B0E-ADFC-71F9701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15788-2908-4E18-95C2-DFF15F3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5DA18-703F-4A45-8E05-31B4781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CDFFF-DAB3-493A-A2AB-E4B8454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21D23-8B64-4675-A632-9780493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B4FC19-5A13-418B-90A5-A941671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60A21-8F89-4A05-A67C-E3CFF88F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05CCE7-DCA7-4A6E-9923-1825288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02E76B-2863-4CDF-A1E8-D0B75B59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ED05FF-D374-4AC4-A580-1CFFEAFF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0E415F-9492-4025-9435-F48483D5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65C14-D948-4077-B611-B30FE1D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754D9-0264-4ED3-913E-092273DA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190B71-2F7A-4A49-8EE7-D90DD05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090BC8-0E6A-4166-8613-E9E8C865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ACA32-7F56-4B79-B54F-47E4AF6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A8D16-2E60-40FF-880E-0540D4F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CAB351-6492-4BBA-8ECC-4EB7EE0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8DC333-78AB-4F82-9A96-08AC883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A5FE3-7663-4E85-9D0A-8AB08199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9E041E-2581-4020-98AF-83B7E5C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D1BAE3-68AA-44C5-BA48-6892EE6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DAA2B2-8E0C-44B0-A6A0-066ED46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B173BF-2A8B-4B54-B003-5E2D8B1B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0B7EF0-B36C-4A98-BEE3-226092AF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3A77B2-7045-4C54-B5D8-3E98F9D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3D2A77-A058-472C-B038-E6E2BF9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A537FE-9EFD-45CB-A43C-DC6101D1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979086-599F-4134-86EF-98AAD535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A7218A-50C0-41F1-8BD8-59E4DB7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5FCA0F-7B85-47F8-8891-CC89375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C1563B-59A2-40AF-A182-F09AF75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D30AA59-0328-475E-B835-A9319F7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ACB036-1EF5-4588-805B-B040DEE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A368E0-1663-49D3-B3C7-F84E22A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F0FBF3-0EC5-4D27-A494-C20D488B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A01F92-72C1-4D2F-B2D8-42A8E6C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266E64-3BFC-4A1E-976F-A96E67B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6F413B-4586-4D90-AF44-AF9BBF5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9B59B-3BF6-4F71-9270-71995A9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3107F7-3DD7-4D75-9F27-2B4EB958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691E9F-2E99-41D5-9755-CF308616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C17F97-70EE-44DD-BD90-2B82DD6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62BBA3-49DB-4A50-BC4C-B80A16E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6E2A87E-0675-422B-9AC8-5E863AF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9E4978-CD5A-4254-8003-528E0654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4A30E3-9DDB-40B2-ABF2-DEE687F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8E4ADF-2561-4781-991F-F14F7672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2030E6-FD04-48E5-A572-36EEADF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2B2393-66B7-4211-9400-59A0DF6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21055F-79C6-4F28-8E04-017834B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548DB4-3964-496D-A65C-11D8BD9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C9704B-6DD8-4CE3-B859-3BE4562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E78A18-5456-404A-B1DD-1B01C5D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A92F23-67DF-4F2D-8AED-43495BA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C9B0A3-3402-49E6-86B5-A649A6A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07C084-9117-4778-B630-0470C3B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729364-B9CA-4FCE-A3C1-BE0EE6D1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17118B-0444-4D1C-AACF-11857E9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F0D7BA7-B545-4C44-AD6B-5BDD57E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A32BD1-D3F6-4E5A-9C28-3F89BC2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B38C85-679C-43AD-B016-248B3207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267A37-9DB2-4F64-840C-45D0AF70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A785C4-C9C6-4ECF-B318-6D42634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922BD7-869D-43B8-89C7-0648F06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D049CE-0169-4ABB-BEE0-E4E35F66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6C3B74-7F23-4AAF-8997-663413A8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4C25F5-9968-4915-BA54-C6E9AE0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DCE786-A222-4C20-84EB-2FC7538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1F8A4F-1398-4B27-84C5-17855F4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5FF2EF-A65B-49EF-93AF-4BD0C941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E8C9AD-D980-409D-AEC3-C09E0EB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5A62B0-B99A-4283-9DB0-91EC3F7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34C544-AC7E-4E28-8A67-DC0AC4F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C36A09-21B3-4A56-A27A-DE2B3B2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5CBC5EB-C816-4319-ABCC-930A569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699465-A924-46E1-95AF-CA04F5C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D0DF90-1251-490A-B69A-D1E76E6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56D9BC8-7D89-457D-B574-49A6652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0041D9-4F5E-4618-8BEA-6BFDA37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B7D176-9025-4553-8CF3-042891A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D368E5-9B58-4BAC-AE9B-3769110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8E3E3C8-B376-47D4-AEE9-6C09EE5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8EE6FFC-53C7-4FED-96FE-CC8A604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49B2C5-5F4C-4C80-87BE-2E2C724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EB65AE-A8DC-48B7-97ED-A168F6B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CB92C60-4C12-481F-91B0-7BF3903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12857B-E113-4314-9238-71227510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BF05CA-9DD9-4D97-88E1-6C33669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7C5C1E-44CC-46D6-9A11-9AA5224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FACBDFD-19D4-4352-BA8E-243A8E1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64772C-26F1-4866-959C-CEC4AB7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3A38C31-B0F3-44F3-97F7-DE5BDD1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692971C-41FB-4465-9E1E-1ECF7A8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1CB0E2-7135-41D2-AA30-B0A73ED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278069B-7D7B-4726-A923-EE2A9B7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9DC2A72-B1F0-490F-BC98-4D9D629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06C69A-7513-4014-A611-36527EA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59E502-5E62-417B-887A-FE7185D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3465F4A-544A-4E15-8734-36969B1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735055A-8B25-4C17-BE63-067C3C6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D002159-862A-4230-836B-445E837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73CD7E6-16A4-447C-91BB-300F3A3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8D2F174-D6AD-4DEE-8AF1-A2A69E1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0B00516-8B03-4A2F-9485-3C1841C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748229A-0E76-46A5-B715-EF4BCB1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D4A999E-57E3-43FD-8F48-6FCD39A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F09A304-48D4-4763-8E89-3007124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0945D0B-6838-4D30-93CA-7C26C96B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C2ED191-7BE7-4410-BD89-E23F505C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7B7F0FE-FB2B-41F6-9461-1DC89975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4CDB16A-DE04-4FEA-AC4B-99D9F48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0C8B091-7B7B-4041-A350-DA14125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53B871F-B152-45AC-BFFB-D2AB220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D979E7A-1D4B-451E-85FA-67521E60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5A8D54B-0825-48A5-88B0-A5A9CCE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328FD3-1E3D-49DE-95AF-0F4E794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EABFCB2-7978-4DBF-8864-4FB607B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FE3E90-2988-4F92-8786-45C8007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6E7D9FA-D58E-4078-9FBA-477BAD8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5BA9573-FEEB-4C70-9BBC-434757D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C22AA91-5AD8-4928-B75D-7118398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B50AC1B-1018-4CF9-A9FD-577481D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2A92C62-6669-4781-AE72-1493DB9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984343A-FCD0-4F9E-973B-993F64B3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CF7613-A562-44DF-84E2-EF0EB50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56DB711-59B9-4C87-8C8A-81E9CBF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BDF026A-ED4E-4A7E-9120-525F6C9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BBAFBB6-49AC-4A14-86D1-89BDEF3E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A1E394A-38E5-4378-AFF6-CC5EDD07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9DE769C-A48C-44C0-B9D5-04A1220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BF3737A-A361-4E81-88D9-8E0BA44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1E7B7AE-91C7-492D-A9AE-4069E95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DDE2761-A420-4FC2-9116-3816497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2C589E9-192F-49B5-A445-B41C3EA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F72022F-8A53-425B-A191-617A4CFB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0F663B1-FA74-46B6-A712-2EFA73A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E706096-0F77-4595-93EE-8DF07103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C0195DB-0DF2-4F6B-9634-FDD879A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A8EBEE5-A200-4E8B-86C2-460FAAA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44D1B54-8464-48B7-BD61-316373C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2DC4909-8618-4261-9F3B-AD34696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4B055F3-BBE3-4DF8-A04C-79CB6F7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FE579B-5C82-4C54-A1FF-589E07D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7455458-0794-44E5-A9D4-DD3DDEA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6BB72E4-ABE1-4A3F-9ED1-DE261E5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DFA2100-BBF9-44ED-9E4B-2A8DE56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DBF94BB-555F-4435-8C19-565226A2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0B3F44B-B403-4FDC-B192-201F3EE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696FF47-6177-4BF3-AD8A-D8583E7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E21CCF3-D338-4CA0-A764-0288C03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2728B1E-50A6-47FB-A35F-FB8CDF94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959645D-F0B6-46B7-94AE-E61C8EC5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6C502CC-3AC1-40E2-A538-7CC18182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B1E89B4-F022-44D1-92B6-25E4ECC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47DA2DA-4B38-4F54-A6D4-2B197CB9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3D69314-817D-4D22-96F0-52DA275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13ADA18-58BB-40F7-A356-F35715D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8D9B1C7-4043-4FB0-A5FB-71C957F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7D41553-6DF9-4921-A350-EE904C2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536A64F-0097-41CD-B363-5A20E914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E1B5190-03A6-43AF-ADA7-9DCC2AC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0A888C9-8A67-451D-A49F-F84910D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AA1746D-2F8E-4974-B44A-FB05CB6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01B8C5D-F71F-4EDD-BE18-812F070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BDE8490-090C-4B4A-827C-2701851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8CE0EC5-6497-439C-BF33-9173958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80216F5-B8A5-4B45-BD98-83B40AC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3C9E5D6-78A9-4667-AFD5-2FC4E79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BFE3528-FB9D-4DF4-9616-8B4C27BB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71F46FE-1EAA-4CB8-969D-2B632DA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88F39C6-BBBF-4619-8D23-5C356D5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BD02938-425F-4BC4-A849-970292A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9A99C63-7D95-408E-BAB2-1F77BD4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E20A8F-5AFC-42D4-B9CF-DEF186F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E27F6F3-8251-40BE-8008-BAC1F72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2FE9369-0BA3-4FA3-8609-8DFB1A2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E6D160F-9A2F-467D-B15E-06B45FF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C8FFC31-F4C3-428E-BCDF-DED8E97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1354F1E-34EE-431B-97DF-08B9BD2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AE1C206-7F34-427B-81A5-520FF2C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45F2896-AA98-45D0-949C-695C36A8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0FB97A0-7567-4848-A149-E6692D0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8529BEE-0143-4877-BEA6-FCD1D34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C34AE25-8CC9-4FF5-833D-2260B08F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B7EFE9E-A6F4-4F58-A050-D41FBF2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9628B07-225F-4A26-AE95-A7C23FDF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CC12DE5-A9CA-4956-B611-9555F91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64E07E4-491B-4732-A177-8BAA4CF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C4FDCA-CA93-46A1-957C-0E866DD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1468E62-53F4-4A03-BC53-3D9CCE7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3DFAAF7-29BD-422D-B1ED-B2FAE3AA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B80147E-882F-4CB4-9B43-C34F4F3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B2514B2-A9E6-4C9C-AA6E-4CFD119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ED5ACB6-C621-4D4C-8D60-7C22B45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6C94D22-491B-47FC-97B3-C483FDE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FE5CAD3-1FB2-4F42-9F64-DA11155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A14FBFD-034A-49F8-8385-DC61B9FC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EB2652E-B409-4AE7-BC89-7606DA9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298BAA0-03BA-494A-B735-94B5A89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630736B-9917-4FA2-8AC4-5F18905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D843C79-D648-43E0-B523-33B1AD1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A44E582-4F1E-47E3-9073-06A2DFB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55DB954-0E17-4109-BB76-3AE6AF5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8ABFEB7-3B2A-4FDF-8779-155F6E6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E186703-150E-4155-81F1-8D3BB444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1C21D14-6191-47C6-9E60-D962D61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240347C-D542-4677-8BD1-DC46B5E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DE9EDE-7D35-444F-9218-7E54F6B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0D07E67-4B38-48E2-87DC-31D70DF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3761239-00CF-42E4-A658-9D26A8F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3C52CA5-2965-438A-A2AB-B3409399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9FF3639-CC43-4B6B-A042-5501BACE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473AD90-676A-4F64-BA37-0207846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1AE940-F3E1-4838-A25F-C6E5E72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E70F559-E71A-4D89-901F-F9BAB11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B3CEFC6-6F9A-4517-9DFA-BEEB0B65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F53FC2F-DEF8-47D2-8752-5FECC198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F722702-290A-4E43-9DF2-54CE3D8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1926463-5848-4BC8-AF03-91325B8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6AA709F-7260-42E4-A1CD-939F871E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386CD2D-9872-4812-BB6C-3BDFCCE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3D790B4-E592-4765-8732-C7AF6770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ED86E19-302F-4A70-B3CC-009C4E3A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2D4EA9D-C33B-484F-8B7D-CEBCD08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E2FE219-288B-4BB1-A3DA-6A39BBD2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6AB7E3B-3DAE-46F3-BB12-70796140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9F64AAF-72A9-4181-81BF-50031F1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DBD673B-8B4C-420F-AF7D-46E11E91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A1BDAFE-91EE-4354-826F-60C693E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751F7315-71C5-4E6A-9772-427FEEB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197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放大已有像素，不增加原始细节</a:t>
            </a:r>
          </a:p>
        </p:txBody>
      </p:sp>
    </p:spTree>
    <p:extLst>
      <p:ext uri="{BB962C8B-B14F-4D97-AF65-F5344CB8AC3E}">
        <p14:creationId xmlns:p14="http://schemas.microsoft.com/office/powerpoint/2010/main" val="5637326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DA45D-4AF7-43D4-96F1-57F011F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2147-579C-46DE-A409-7606BB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0D8815-D8B0-472F-A176-F397A23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D78EAA-1F21-4893-A6C6-44A03EE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9090D8-3A01-4040-A8B6-61AB048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98521-502C-437E-B92F-F385599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C4D57E-D878-4757-BE73-AFCCE97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CD2E2-567F-4DD6-8622-61DE5E3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BCA7AD-DF9A-4624-9A99-0531D06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2555-F591-4B62-9FCD-C9974C4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BF1F6A7-A665-45AD-B72C-AB1A7FA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33DF1-BE52-4AB0-80DD-E63596C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A8E6CF6-8677-46FF-9C35-F48B0DE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41822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DA45D-4AF7-43D4-96F1-57F011FE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2147-579C-46DE-A409-7606BB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0D8815-D8B0-472F-A176-F397A23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D78EAA-1F21-4893-A6C6-44A03EE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9090D8-3A01-4040-A8B6-61AB048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98521-502C-437E-B92F-F385599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C4D57E-D878-4757-BE73-AFCCE97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CD2E2-567F-4DD6-8622-61DE5E3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BCA7AD-DF9A-4624-9A99-0531D06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2555-F591-4B62-9FCD-C9974C4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BF1F6A7-A665-45AD-B72C-AB1A7FA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33DF1-BE52-4AB0-80DD-E63596C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A8E6CF6-8677-46FF-9C35-F48B0DE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05FE155-3D6B-45AB-B39A-C50FB13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950991D-0FA2-41C7-A4E1-B15D12B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横2 × 纵4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81A0A-4099-43A4-BA5B-7E87B1F1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C54AA-C6CC-4F19-AB2F-B3720395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530BA-E4D0-4E86-BF95-D20BC57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E4ACB-404D-4644-B415-813CF10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BB651-456E-4BD6-BCED-77B07FD7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E82C9-A501-436D-BEC7-7B9FE92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EC126-460B-4D08-9EA4-22CF012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2FD3B-1922-4AD1-B917-64BC0C48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2BFFF-23FF-4340-B0A1-13B11D5C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045DC-B4B9-4EB0-B9A8-00BF4F9A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3FAF8-5205-4D90-94AF-1053210D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244E2-9D59-4FB6-B491-98B68E1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94380-2AED-4EB1-A61E-BDD80045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40BC0-F138-4AA9-9787-EA2825E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52EAE-8DF9-41C5-9537-CC17E53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E8D29-BDC9-4EAE-8BCC-B2872424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5DFDBAFA-CE82-44B7-A602-46F4EEA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像素数相同，还不能确定二维排列。</a:t>
            </a:r>
          </a:p>
        </p:txBody>
      </p:sp>
    </p:spTree>
    <p:extLst>
      <p:ext uri="{BB962C8B-B14F-4D97-AF65-F5344CB8AC3E}">
        <p14:creationId xmlns:p14="http://schemas.microsoft.com/office/powerpoint/2010/main" val="153418227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B7633-A78C-4C56-925B-C031FAE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2153-0A9A-48C3-9053-F4B9773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C5855F-A11C-498E-84D6-B1C8D1A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还原图像，需要数据和解释规则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8AB994-8428-4456-A720-7901D4E5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像素码字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941239-F1FF-46F0-BACE-E07A864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11 11 01 00</a:t>
            </a:r>
          </a:p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00 01 11 00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B445F54-4012-46B6-9C59-141E347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D854DD2-9DD6-4524-90E2-C8EC646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解释规则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C3211B-3CED-4A0C-8514-F924105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二维尺寸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FCFAE9C-6BFE-4D7D-A6E0-EF7FA730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每像素位数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6AB5499-F4DF-40EB-8D5C-1A2999CB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颜色对应关系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DE25235-ADFC-4918-85D2-CDB0F322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读取顺序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6E27186-38D1-4A1F-9DC2-11A3AA8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41354-95A6-4CDF-A7A5-F411FB30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200C6-220B-4FEF-9515-F2FC827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D0A63-DA3F-452C-94AC-0639FB9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C2D8C-8C03-4D59-BD41-9427A2A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6553D-6045-4DAC-87D9-9FD55CC5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AE48F-764F-4824-B5CD-9045BE3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971C2-458D-44D4-B5FA-1D6A94D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E1316-A8C4-45B0-96D4-AB2B9E63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70A4C72-70B7-4082-A94F-434CD544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77FB81B-5362-440E-AE03-0906AA9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按约定还原像素图</a:t>
            </a:r>
          </a:p>
        </p:txBody>
      </p:sp>
    </p:spTree>
    <p:extLst>
      <p:ext uri="{BB962C8B-B14F-4D97-AF65-F5344CB8AC3E}">
        <p14:creationId xmlns:p14="http://schemas.microsoft.com/office/powerpoint/2010/main" val="12276644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5AEB-A95D-43E2-8182-4101E53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B220F-2DDD-428D-AD0D-7C7D86A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D90AB4-D459-45E6-9E34-855B71A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1721B44-304D-491C-86E8-072D6A3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0206862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5AEB-A95D-43E2-8182-4101E53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B220F-2DDD-428D-AD0D-7C7D86A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D90AB4-D459-45E6-9E34-855B71A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1721B44-304D-491C-86E8-072D6A3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02068629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31EA9-7B78-4B07-B065-DD94FAE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AC58-F049-49CF-BE0D-18D5F7D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D5B352-BE51-4D89-A5FC-789E7AE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F9D9-7CC1-49E4-9A53-7AD3752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1BC4-6BA2-4C12-8DDE-F0B992D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B38B16-8C8E-4012-8EC2-DCCCA21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6C869-449B-4B88-B4F6-51EBBC0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9F35-A2A9-4D65-94D2-C64CFEE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E2972-9823-4E42-86D2-6A0AA40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7BCD94-8259-4CE2-BF8F-C8BAC59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E17765-F992-4DD8-B91C-D24B6AB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78D6D4-4B31-490C-BA63-92B23F7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466DE77-04DB-4519-9DE0-5DE0B27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122521393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31EA9-7B78-4B07-B065-DD94FAE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AC58-F049-49CF-BE0D-18D5F7D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D5B352-BE51-4D89-A5FC-789E7AE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F9D9-7CC1-49E4-9A53-7AD3752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1BC4-6BA2-4C12-8DDE-F0B992D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B38B16-8C8E-4012-8EC2-DCCCA21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56C869-449B-4B88-B4F6-51EBBC0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9F35-A2A9-4D65-94D2-C64CFEE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E2972-9823-4E42-86D2-6A0AA40B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7BCD94-8259-4CE2-BF8F-C8BAC59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E17765-F992-4DD8-B91C-D24B6AB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78D6D4-4B31-490C-BA63-92B23F7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466DE77-04DB-4519-9DE0-5DE0B27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CF33-EB37-482C-955E-8093697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6425" y="2543175"/>
            <a:ext cx="4762500" cy="1809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8562E88-C891-46AA-B47E-9F279CC9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3667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模拟量：连续变化</a:t>
            </a:r>
          </a:p>
        </p:txBody>
      </p:sp>
    </p:spTree>
    <p:extLst>
      <p:ext uri="{BB962C8B-B14F-4D97-AF65-F5344CB8AC3E}">
        <p14:creationId xmlns:p14="http://schemas.microsoft.com/office/powerpoint/2010/main" val="12252139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F674-3F7E-449D-A788-2A805B6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9527-E18E-4918-8200-DC43FAC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D8DED7-0A0F-4B2D-BE40-422460E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8541AE-AB78-4FEF-8441-EC74C5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64125-0452-4C0D-9AA9-0C3DF56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3A810-1D93-4835-9F51-7323EB8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6831A-C31F-455B-B8AB-2BC3431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4C80-81A6-4D83-B5F8-1029C7F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0E48-4555-4760-AFFA-CBE32E4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1D8B7AF-B0EE-4E3B-B93A-8CD4989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E3230-5485-49AD-85BD-DFD18AC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D9CB-A804-448B-83E9-9CAB452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FDF9-5732-4435-BA15-6EA1F1B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0A4B8-94B7-4B67-8207-3280B3D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ED9BDF5-8930-4F7B-87AA-A2C25B8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9889853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FF674-3F7E-449D-A788-2A805B6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9527-E18E-4918-8200-DC43FAC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D8DED7-0A0F-4B2D-BE40-422460E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8541AE-AB78-4FEF-8441-EC74C58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64125-0452-4C0D-9AA9-0C3DF56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3A810-1D93-4835-9F51-7323EB8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6831A-C31F-455B-B8AB-2BC3431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4C80-81A6-4D83-B5F8-1029C7F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0E48-4555-4760-AFFA-CBE32E4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1D8B7AF-B0EE-4E3B-B93A-8CD4989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E3230-5485-49AD-85BD-DFD18AC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D9CB-A804-448B-83E9-9CAB452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FDF9-5732-4435-BA15-6EA1F1B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0A4B8-94B7-4B67-8207-3280B3D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ED9BDF5-8930-4F7B-87AA-A2C25B8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C7C4B17-CED8-4049-BE7A-756E255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0B2E1AB-8410-4ABD-B314-925AF1D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B0DB714F-97B9-4EDC-A81D-B075BD52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9889853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40752-E3B0-4A1F-9C9C-84181DA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F484-560C-43DF-9003-737965EA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60440B-3C88-46CB-85FE-231769D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A0BAD-3494-4E6D-84BE-7C21AFC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7C0BD3-7A53-4EC4-B1B6-110E7BD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F3FFF8-A099-44EE-86F5-50BF25F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86514931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40752-E3B0-4A1F-9C9C-84181DA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F484-560C-43DF-9003-737965EA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60440B-3C88-46CB-85FE-231769D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EA0BAD-3494-4E6D-84BE-7C21AFC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7C0BD3-7A53-4EC4-B1B6-110E7BD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F3FFF8-A099-44EE-86F5-50BF25F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C350D8C-337D-40EC-8050-883E12D3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4BEEEA4-9382-4579-9FEF-604C1B0F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86514931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3458-87C4-4F2C-B624-FE31BC7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4AC84-A635-4D8E-93AD-C99F1B9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E88D5D-5278-4282-9EA0-B47B92F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0094A6-CCFB-4695-ADA1-E305B70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E6D6E2-6CD5-4AF4-B82F-7B0F673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56981930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3458-87C4-4F2C-B624-FE31BC7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4AC84-A635-4D8E-93AD-C99F1B9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E88D5D-5278-4282-9EA0-B47B92F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0094A6-CCFB-4695-ADA1-E305B70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 B，超出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仅2色，不足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E6D6E2-6CD5-4AF4-B82F-7B0F673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56981930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5C29C-8233-4B0E-B567-61D2C50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3E667-C7A3-4339-A8E2-B414273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459323-D2DE-4DB9-8A5D-9EACD706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CFEF78-F82C-4F77-A4DE-4D73AED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6种颜色，固定长度码每像素至少几bit？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7E631D-D468-4C7D-A4DD-AC96978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800×600、24位RGB，未压缩像素数据量是多少B？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016F9AE-949D-4DD3-A32F-0F49679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B3AC694-12D7-48BD-B31F-3398B45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32694757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A5039C12-29F5-4C63-A0F2-60DE455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2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074D7B7-C3B7-4DBA-9E74-6DC0EDC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4" name="focus-quantization">
            <a:extLst xmlns:a="http://schemas.openxmlformats.org/drawingml/2006/main">
              <a:ext uri="{FF2B5EF4-FFF2-40B4-BE49-F238E27FC236}">
                <a16:creationId xmlns:a16="http://schemas.microsoft.com/office/drawing/2014/main" id="{30B1A1EE-23FA-408B-A885-CB85643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5" name="new-label">
            <a:extLst xmlns:a="http://schemas.openxmlformats.org/drawingml/2006/main">
              <a:ext uri="{FF2B5EF4-FFF2-40B4-BE49-F238E27FC236}">
                <a16:creationId xmlns:a16="http://schemas.microsoft.com/office/drawing/2014/main" id="{60634245-5C6C-4533-A8DC-9AF90125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66715EEB-2887-4D54-BAAB-AEE9C92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032D2DD-6D78-44EB-AFAE-8F8FCE8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753C3-9387-4CF4-B45B-6F1ACCD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C1A77786-26E4-4FFD-92D2-CFBEF1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02AD0BE5-5E3A-403E-BC8A-E4525C5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0FAF0000-398C-45A7-A6B1-0CEA66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A4BFBC66-DE37-4046-98A3-0F67DA2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focus-sampling">
            <a:extLst xmlns:a="http://schemas.openxmlformats.org/drawingml/2006/main">
              <a:ext uri="{FF2B5EF4-FFF2-40B4-BE49-F238E27FC236}">
                <a16:creationId xmlns:a16="http://schemas.microsoft.com/office/drawing/2014/main" id="{94406D46-D66D-4AAB-8F48-33EC243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52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new-label">
            <a:extLst xmlns:a="http://schemas.openxmlformats.org/drawingml/2006/main">
              <a:ext uri="{FF2B5EF4-FFF2-40B4-BE49-F238E27FC236}">
                <a16:creationId xmlns:a16="http://schemas.microsoft.com/office/drawing/2014/main" id="{55EE1864-473C-417E-88D3-EE6614C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1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A5039C12-29F5-4C63-A0F2-60DE455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2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074D7B7-C3B7-4DBA-9E74-6DC0EDC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4" name="focus-quantization">
            <a:extLst xmlns:a="http://schemas.openxmlformats.org/drawingml/2006/main">
              <a:ext uri="{FF2B5EF4-FFF2-40B4-BE49-F238E27FC236}">
                <a16:creationId xmlns:a16="http://schemas.microsoft.com/office/drawing/2014/main" id="{30B1A1EE-23FA-408B-A885-CB85643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new-label">
            <a:extLst xmlns:a="http://schemas.openxmlformats.org/drawingml/2006/main">
              <a:ext uri="{FF2B5EF4-FFF2-40B4-BE49-F238E27FC236}">
                <a16:creationId xmlns:a16="http://schemas.microsoft.com/office/drawing/2014/main" id="{60634245-5C6C-4533-A8DC-9AF90125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16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51BFD10B-D0F0-4A07-848A-7563C43A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7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05A040D4-CC5B-4B69-8A7D-5A560BF1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9" name="focus-encoding">
            <a:extLst xmlns:a="http://schemas.openxmlformats.org/drawingml/2006/main">
              <a:ext uri="{FF2B5EF4-FFF2-40B4-BE49-F238E27FC236}">
                <a16:creationId xmlns:a16="http://schemas.microsoft.com/office/drawing/2014/main" id="{007A4849-568E-40C8-8BB8-86DED22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95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0" name="new-label">
            <a:extLst xmlns:a="http://schemas.openxmlformats.org/drawingml/2006/main">
              <a:ext uri="{FF2B5EF4-FFF2-40B4-BE49-F238E27FC236}">
                <a16:creationId xmlns:a16="http://schemas.microsoft.com/office/drawing/2014/main" id="{B0B7F966-06E4-41A7-ADF9-EEFFD92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46712728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1A905CD0-5717-43AE-B23C-4076F79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67A5E8D-136D-4EBE-BD2E-D5DF498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42ACA5-664D-438F-BE9C-7DAB427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8617BC04-A94E-413E-9A09-B7CB113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4B5E08A7-4098-4065-BABC-E39FA4B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F545B47A-95ED-4134-8BE1-37A3BDE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092E72C9-D052-4028-BFF4-F17170E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04CB961F-0B88-47A7-AD26-718CDAA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2A887A7-BEC7-4C8F-96CA-4628D98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7536E798-F4B8-43A5-8A28-42FC575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8403DC1E-0583-4AFF-8844-2B41A0F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</p:spTree>
    <p:extLst>
      <p:ext uri="{BB962C8B-B14F-4D97-AF65-F5344CB8AC3E}">
        <p14:creationId xmlns:p14="http://schemas.microsoft.com/office/powerpoint/2010/main" val="74843319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1A905CD0-5717-43AE-B23C-4076F79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67A5E8D-136D-4EBE-BD2E-D5DF498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42ACA5-664D-438F-BE9C-7DAB427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8617BC04-A94E-413E-9A09-B7CB113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4B5E08A7-4098-4065-BABC-E39FA4B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F545B47A-95ED-4134-8BE1-37A3BDE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092E72C9-D052-4028-BFF4-F17170E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04CB961F-0B88-47A7-AD26-718CDAA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82A887A7-BEC7-4C8F-96CA-4628D98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7536E798-F4B8-43A5-8A28-42FC5759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8403DC1E-0583-4AFF-8844-2B41A0F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94B7460D-95E8-4AA2-875F-B866825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84CE40F1-71D5-4081-9D23-8BABF12F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focus-payload">
            <a:extLst xmlns:a="http://schemas.openxmlformats.org/drawingml/2006/main">
              <a:ext uri="{FF2B5EF4-FFF2-40B4-BE49-F238E27FC236}">
                <a16:creationId xmlns:a16="http://schemas.microsoft.com/office/drawing/2014/main" id="{DAC63739-B8D6-4162-BD49-73A5A798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67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9" name="new-label">
            <a:extLst xmlns:a="http://schemas.openxmlformats.org/drawingml/2006/main">
              <a:ext uri="{FF2B5EF4-FFF2-40B4-BE49-F238E27FC236}">
                <a16:creationId xmlns:a16="http://schemas.microsoft.com/office/drawing/2014/main" id="{9AEC4630-33BF-46E4-916F-4DE0D7B3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74843319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57E22B75-8459-4FDB-BDD9-7F00B81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AA7872E8-C4AD-493E-A08F-2DD18A4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focus-rgb">
            <a:extLst xmlns:a="http://schemas.openxmlformats.org/drawingml/2006/main">
              <a:ext uri="{FF2B5EF4-FFF2-40B4-BE49-F238E27FC236}">
                <a16:creationId xmlns:a16="http://schemas.microsoft.com/office/drawing/2014/main" id="{BA2EFB72-048E-443F-B60E-13672AB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38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2" name="new-label">
            <a:extLst xmlns:a="http://schemas.openxmlformats.org/drawingml/2006/main">
              <a:ext uri="{FF2B5EF4-FFF2-40B4-BE49-F238E27FC236}">
                <a16:creationId xmlns:a16="http://schemas.microsoft.com/office/drawing/2014/main" id="{BCD930AA-6407-4BB0-8435-67D401D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EFE2D798-F4CD-428D-99EC-E57A72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FA3FF5-6A4C-46DA-8390-FAC9484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5CD6-891E-425D-B43F-B80969F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D3FE29B1-2B67-4850-8B63-D7C63B7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13D99332-6EA4-4F53-AAD7-C2307B9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4B31F71F-A4D9-44FB-A64A-5F449FE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B5C8CA69-2A2E-4B07-8787-DEB5E01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E31DC94D-4333-4EB6-B681-C0D94F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7DAFFD9A-6220-417C-97E7-051798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EAF42B9B-9CC9-4C97-813E-4E8760C5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B9504233-550F-4AC5-A922-183A00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A9456A38-BA74-4E9C-9929-2061ED4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F22C3623-0185-4D95-A99B-6EC05954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57E22B75-8459-4FDB-BDD9-7F00B81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AA7872E8-C4AD-493E-A08F-2DD18A4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focus-rgb">
            <a:extLst xmlns:a="http://schemas.openxmlformats.org/drawingml/2006/main">
              <a:ext uri="{FF2B5EF4-FFF2-40B4-BE49-F238E27FC236}">
                <a16:creationId xmlns:a16="http://schemas.microsoft.com/office/drawing/2014/main" id="{BA2EFB72-048E-443F-B60E-13672AB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38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new-label">
            <a:extLst xmlns:a="http://schemas.openxmlformats.org/drawingml/2006/main">
              <a:ext uri="{FF2B5EF4-FFF2-40B4-BE49-F238E27FC236}">
                <a16:creationId xmlns:a16="http://schemas.microsoft.com/office/drawing/2014/main" id="{BCD930AA-6407-4BB0-8435-67D401D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23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7562E884-6F62-4323-8CDA-FF16CB0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4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75D16A95-DA4A-4515-95C4-984ED0F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  <p:sp>
        <p:nvSpPr>
          <p:cNvPr id="26" name="focus-decoding">
            <a:extLst xmlns:a="http://schemas.openxmlformats.org/drawingml/2006/main">
              <a:ext uri="{FF2B5EF4-FFF2-40B4-BE49-F238E27FC236}">
                <a16:creationId xmlns:a16="http://schemas.microsoft.com/office/drawing/2014/main" id="{75F66564-4CAB-4C5C-AC4C-FBBB215F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101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7" name="new-label">
            <a:extLst xmlns:a="http://schemas.openxmlformats.org/drawingml/2006/main">
              <a:ext uri="{FF2B5EF4-FFF2-40B4-BE49-F238E27FC236}">
                <a16:creationId xmlns:a16="http://schemas.microsoft.com/office/drawing/2014/main" id="{0756A9C9-1923-47A5-AB3B-BE5891F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67462123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0" name="top-rail">
            <a:extLst xmlns:a="http://schemas.openxmlformats.org/drawingml/2006/main">
              <a:ext uri="{FF2B5EF4-FFF2-40B4-BE49-F238E27FC236}">
                <a16:creationId xmlns:a16="http://schemas.microsoft.com/office/drawing/2014/main" id="{21D3FD42-E120-4483-B48A-F2F3EBC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2895D1-7579-4083-B94B-C7FCBF2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C6950-6420-4B23-A7F1-90B9FE1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A59A784B-FB7A-4249-9925-A33C374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3FCFB695-293E-4C64-A736-97AFD2E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DED7656B-A986-4E44-ADB3-238AA44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DC5E16C4-EFE2-4D1F-9130-D568379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55A8C19F-EC32-4544-8118-5247A8A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283AA86D-D7A9-4D39-AE55-5282B58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8A526490-19D8-4286-B6E7-90E5EE6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66514397-074A-4EA2-8CA3-072912D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368D0D1E-4B9D-4E85-ADF2-F3AB545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3E539A67-DADE-41D9-8355-131D8C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AF8BD65D-C486-465D-A889-C7ACAF5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71CFC2C4-94BF-4397-8324-EB880CD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FB975636-ED69-4225-892E-F677DEF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2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AA39228F-CE65-4505-BC49-9A0215D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</p:spTree>
    <p:extLst>
      <p:ext uri="{BB962C8B-B14F-4D97-AF65-F5344CB8AC3E}">
        <p14:creationId xmlns:p14="http://schemas.microsoft.com/office/powerpoint/2010/main" val="111287912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419350" y="3714750"/>
            <a:ext cx="866775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419350" y="3714750"/>
            <a:ext cx="8667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3714750"/>
            <a:ext cx="866775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19350" y="3714750"/>
            <a:ext cx="8667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419350" y="3571875"/>
            <a:ext cx="8667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19350" y="3000375"/>
            <a:ext cx="8667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19350" y="2428875"/>
            <a:ext cx="86677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C64E1"/>
            </a:solidFill>
            <a:prstDash val="solid"/>
          </a:ln>
        </p:spPr>
      </p:cxnSp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21D3FD42-E120-4483-B48A-F2F3EBC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2895D1-7579-4083-B94B-C7FCBF2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BC6950-6420-4B23-A7F1-90B9FE1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我们已能解释图像的哪些问题？</a:t>
            </a:r>
          </a:p>
        </p:txBody>
      </p:sp>
      <p:sp>
        <p:nvSpPr>
          <p:cNvPr id="4" name="summary-instruction">
            <a:extLst xmlns:a="http://schemas.openxmlformats.org/drawingml/2006/main">
              <a:ext uri="{FF2B5EF4-FFF2-40B4-BE49-F238E27FC236}">
                <a16:creationId xmlns:a16="http://schemas.microsoft.com/office/drawing/2014/main" id="{A59A784B-FB7A-4249-9925-A33C374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先说结论和证据，再补充这张树。</a:t>
            </a:r>
          </a:p>
        </p:txBody>
      </p:sp>
      <p:sp>
        <p:nvSpPr>
          <p:cNvPr id="5" name="tree-root">
            <a:extLst xmlns:a="http://schemas.openxmlformats.org/drawingml/2006/main">
              <a:ext uri="{FF2B5EF4-FFF2-40B4-BE49-F238E27FC236}">
                <a16:creationId xmlns:a16="http://schemas.microsoft.com/office/drawing/2014/main" id="{3FCFB695-293E-4C64-A736-97AFD2E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6" name="node-sampling">
            <a:extLst xmlns:a="http://schemas.openxmlformats.org/drawingml/2006/main">
              <a:ext uri="{FF2B5EF4-FFF2-40B4-BE49-F238E27FC236}">
                <a16:creationId xmlns:a16="http://schemas.microsoft.com/office/drawing/2014/main" id="{DED7656B-A986-4E44-ADB3-238AA44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1. 采样</a:t>
            </a:r>
          </a:p>
        </p:txBody>
      </p:sp>
      <p:sp>
        <p:nvSpPr>
          <p:cNvPr id="7" name="detail-sampling">
            <a:extLst xmlns:a="http://schemas.openxmlformats.org/drawingml/2006/main">
              <a:ext uri="{FF2B5EF4-FFF2-40B4-BE49-F238E27FC236}">
                <a16:creationId xmlns:a16="http://schemas.microsoft.com/office/drawing/2014/main" id="{DC5E16C4-EFE2-4D1F-9130-D568379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有限位置；分辨率：横向 × 纵向</a:t>
            </a:r>
          </a:p>
        </p:txBody>
      </p:sp>
      <p:sp>
        <p:nvSpPr>
          <p:cNvPr id="9" name="node-quantization">
            <a:extLst xmlns:a="http://schemas.openxmlformats.org/drawingml/2006/main">
              <a:ext uri="{FF2B5EF4-FFF2-40B4-BE49-F238E27FC236}">
                <a16:creationId xmlns:a16="http://schemas.microsoft.com/office/drawing/2014/main" id="{55A8C19F-EC32-4544-8118-5247A8A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2. 量化</a:t>
            </a:r>
          </a:p>
        </p:txBody>
      </p:sp>
      <p:sp>
        <p:nvSpPr>
          <p:cNvPr id="10" name="detail-quantization">
            <a:extLst xmlns:a="http://schemas.openxmlformats.org/drawingml/2006/main">
              <a:ext uri="{FF2B5EF4-FFF2-40B4-BE49-F238E27FC236}">
                <a16:creationId xmlns:a16="http://schemas.microsoft.com/office/drawing/2014/main" id="{283AA86D-D7A9-4D39-AE55-5282B58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→ 有限颜色等级</a:t>
            </a:r>
          </a:p>
        </p:txBody>
      </p:sp>
      <p:sp>
        <p:nvSpPr>
          <p:cNvPr id="12" name="node-encoding">
            <a:extLst xmlns:a="http://schemas.openxmlformats.org/drawingml/2006/main">
              <a:ext uri="{FF2B5EF4-FFF2-40B4-BE49-F238E27FC236}">
                <a16:creationId xmlns:a16="http://schemas.microsoft.com/office/drawing/2014/main" id="{8A526490-19D8-4286-B6E7-90E5EE6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 编码</a:t>
            </a:r>
          </a:p>
        </p:txBody>
      </p:sp>
      <p:sp>
        <p:nvSpPr>
          <p:cNvPr id="13" name="detail-encoding">
            <a:extLst xmlns:a="http://schemas.openxmlformats.org/drawingml/2006/main">
              <a:ext uri="{FF2B5EF4-FFF2-40B4-BE49-F238E27FC236}">
                <a16:creationId xmlns:a16="http://schemas.microsoft.com/office/drawing/2014/main" id="{66514397-074A-4EA2-8CA3-072912D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量化值 → n位码字；容量 2ⁿ</a:t>
            </a:r>
          </a:p>
        </p:txBody>
      </p:sp>
      <p:sp>
        <p:nvSpPr>
          <p:cNvPr id="15" name="node-payload">
            <a:extLst xmlns:a="http://schemas.openxmlformats.org/drawingml/2006/main">
              <a:ext uri="{FF2B5EF4-FFF2-40B4-BE49-F238E27FC236}">
                <a16:creationId xmlns:a16="http://schemas.microsoft.com/office/drawing/2014/main" id="{368D0D1E-4B9D-4E85-ADF2-F3AB545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4. 像素数据量</a:t>
            </a:r>
          </a:p>
        </p:txBody>
      </p:sp>
      <p:sp>
        <p:nvSpPr>
          <p:cNvPr id="16" name="detail-payload">
            <a:extLst xmlns:a="http://schemas.openxmlformats.org/drawingml/2006/main">
              <a:ext uri="{FF2B5EF4-FFF2-40B4-BE49-F238E27FC236}">
                <a16:creationId xmlns:a16="http://schemas.microsoft.com/office/drawing/2014/main" id="{3E539A67-DADE-41D9-8355-131D8C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像素数 × n ÷ 8 B（理想）</a:t>
            </a:r>
          </a:p>
        </p:txBody>
      </p:sp>
      <p:sp>
        <p:nvSpPr>
          <p:cNvPr id="18" name="node-rgb">
            <a:extLst xmlns:a="http://schemas.openxmlformats.org/drawingml/2006/main">
              <a:ext uri="{FF2B5EF4-FFF2-40B4-BE49-F238E27FC236}">
                <a16:creationId xmlns:a16="http://schemas.microsoft.com/office/drawing/2014/main" id="{AF8BD65D-C486-465D-A889-C7ACAF5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5. 颜色表示</a:t>
            </a:r>
          </a:p>
        </p:txBody>
      </p:sp>
      <p:sp>
        <p:nvSpPr>
          <p:cNvPr id="19" name="detail-rgb">
            <a:extLst xmlns:a="http://schemas.openxmlformats.org/drawingml/2006/main">
              <a:ext uri="{FF2B5EF4-FFF2-40B4-BE49-F238E27FC236}">
                <a16:creationId xmlns:a16="http://schemas.microsoft.com/office/drawing/2014/main" id="{71CFC2C4-94BF-4397-8324-EB880CD7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调色板编号 / 三个8位RGB通道</a:t>
            </a:r>
          </a:p>
        </p:txBody>
      </p:sp>
      <p:sp>
        <p:nvSpPr>
          <p:cNvPr id="21" name="node-decoding">
            <a:extLst xmlns:a="http://schemas.openxmlformats.org/drawingml/2006/main">
              <a:ext uri="{FF2B5EF4-FFF2-40B4-BE49-F238E27FC236}">
                <a16:creationId xmlns:a16="http://schemas.microsoft.com/office/drawing/2014/main" id="{FB975636-ED69-4225-892E-F677DEF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48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6. 解码</a:t>
            </a:r>
          </a:p>
        </p:txBody>
      </p:sp>
      <p:sp>
        <p:nvSpPr>
          <p:cNvPr id="22" name="detail-decoding">
            <a:extLst xmlns:a="http://schemas.openxmlformats.org/drawingml/2006/main">
              <a:ext uri="{FF2B5EF4-FFF2-40B4-BE49-F238E27FC236}">
                <a16:creationId xmlns:a16="http://schemas.microsoft.com/office/drawing/2014/main" id="{AA39228F-CE65-4505-BC49-9A0215D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码字＋尺寸等规则 → 像素图</a:t>
            </a:r>
          </a:p>
        </p:txBody>
      </p:sp>
      <p:sp>
        <p:nvSpPr>
          <p:cNvPr id="24" name="node-boundary">
            <a:extLst xmlns:a="http://schemas.openxmlformats.org/drawingml/2006/main">
              <a:ext uri="{FF2B5EF4-FFF2-40B4-BE49-F238E27FC236}">
                <a16:creationId xmlns:a16="http://schemas.microsoft.com/office/drawing/2014/main" id="{AAED2BFC-A741-44F9-A2B6-29949216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197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7. 数字化边界</a:t>
            </a:r>
          </a:p>
        </p:txBody>
      </p:sp>
      <p:sp>
        <p:nvSpPr>
          <p:cNvPr id="25" name="detail-boundary">
            <a:extLst xmlns:a="http://schemas.openxmlformats.org/drawingml/2006/main">
              <a:ext uri="{FF2B5EF4-FFF2-40B4-BE49-F238E27FC236}">
                <a16:creationId xmlns:a16="http://schemas.microsoft.com/office/drawing/2014/main" id="{648ABAB9-A833-42E4-AD4A-409AA51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585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连续光 → 离散表示；不补原细节</a:t>
            </a:r>
          </a:p>
        </p:txBody>
      </p:sp>
      <p:sp>
        <p:nvSpPr>
          <p:cNvPr id="27" name="focus-boundary">
            <a:extLst xmlns:a="http://schemas.openxmlformats.org/drawingml/2006/main">
              <a:ext uri="{FF2B5EF4-FFF2-40B4-BE49-F238E27FC236}">
                <a16:creationId xmlns:a16="http://schemas.microsoft.com/office/drawing/2014/main" id="{ABE65A39-2D89-484D-805D-547896B8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581650"/>
            <a:ext cx="8362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8" name="new-label">
            <a:extLst xmlns:a="http://schemas.openxmlformats.org/drawingml/2006/main">
              <a:ext uri="{FF2B5EF4-FFF2-40B4-BE49-F238E27FC236}">
                <a16:creationId xmlns:a16="http://schemas.microsoft.com/office/drawing/2014/main" id="{68DB96D3-C7E3-48EC-87B6-0F52C44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新学</a:t>
            </a:r>
          </a:p>
        </p:txBody>
      </p:sp>
    </p:spTree>
    <p:extLst>
      <p:ext uri="{BB962C8B-B14F-4D97-AF65-F5344CB8AC3E}">
        <p14:creationId xmlns:p14="http://schemas.microsoft.com/office/powerpoint/2010/main" val="111287912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  <p:sp>
        <p:nvSpPr>
          <p:cNvPr id="6" name="exit-calculation">
            <a:extLst xmlns:a="http://schemas.openxmlformats.org/drawingml/2006/main">
              <a:ext uri="{FF2B5EF4-FFF2-40B4-BE49-F238E27FC236}">
                <a16:creationId xmlns:a16="http://schemas.microsoft.com/office/drawing/2014/main" id="{3ECFFEC2-88FC-47DB-A617-0FE675C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&lt; 5 ≤ 2³，所以最少 3 bit。</a:t>
            </a:r>
          </a:p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 × 10 × 3 ÷ 8 = 45 B，满足预算。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B26A7C1E-68BB-4877-872F-1726300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620A76-5684-4306-85B5-3BE766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72A424-5E47-4B22-8763-0104D4E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新图像能满足 50 B 预算吗？</a:t>
            </a:r>
          </a:p>
        </p:txBody>
      </p:sp>
      <p:sp>
        <p:nvSpPr>
          <p:cNvPr id="4" name="exit-givens">
            <a:extLst xmlns:a="http://schemas.openxmlformats.org/drawingml/2006/main">
              <a:ext uri="{FF2B5EF4-FFF2-40B4-BE49-F238E27FC236}">
                <a16:creationId xmlns:a16="http://schemas.microsoft.com/office/drawing/2014/main" id="{9F48AC57-2375-4581-934F-AD2D427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12×10 个像素，要区分 5 种颜色。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采用最短固定长度码，只计未压缩像素码字。</a:t>
            </a:r>
          </a:p>
        </p:txBody>
      </p:sp>
      <p:sp>
        <p:nvSpPr>
          <p:cNvPr id="5" name="exit-task">
            <a:extLst xmlns:a="http://schemas.openxmlformats.org/drawingml/2006/main">
              <a:ext uri="{FF2B5EF4-FFF2-40B4-BE49-F238E27FC236}">
                <a16:creationId xmlns:a16="http://schemas.microsoft.com/office/drawing/2014/main" id="{BE15AD05-4614-4FB1-8C45-54A57C9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求每像素位数和数据量，判断是否不超过 50 B。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这个结果就是完整 PNG 文件大小吗？写一句理由。</a:t>
            </a:r>
          </a:p>
        </p:txBody>
      </p:sp>
      <p:sp>
        <p:nvSpPr>
          <p:cNvPr id="6" name="exit-calculation">
            <a:extLst xmlns:a="http://schemas.openxmlformats.org/drawingml/2006/main">
              <a:ext uri="{FF2B5EF4-FFF2-40B4-BE49-F238E27FC236}">
                <a16:creationId xmlns:a16="http://schemas.microsoft.com/office/drawing/2014/main" id="{3ECFFEC2-88FC-47DB-A617-0FE675C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&lt; 5 ≤ 2³，所以最少 3 bit。</a:t>
            </a:r>
          </a:p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 × 10 × 3 ÷ 8 = 45 B，满足预算。</a:t>
            </a:r>
          </a:p>
        </p:txBody>
      </p:sp>
      <p:sp>
        <p:nvSpPr>
          <p:cNvPr id="7" name="exit-boundary">
            <a:extLst xmlns:a="http://schemas.openxmlformats.org/drawingml/2006/main">
              <a:ext uri="{FF2B5EF4-FFF2-40B4-BE49-F238E27FC236}">
                <a16:creationId xmlns:a16="http://schemas.microsoft.com/office/drawing/2014/main" id="{3DCAD031-DB27-4B77-AC81-620F3D81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45 B 只计理想像素码字。</a:t>
            </a:r>
          </a:p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 PNG 文件还涉及格式结构和压缩。</a:t>
            </a:r>
          </a:p>
        </p:txBody>
      </p:sp>
    </p:spTree>
    <p:extLst>
      <p:ext uri="{BB962C8B-B14F-4D97-AF65-F5344CB8AC3E}">
        <p14:creationId xmlns:p14="http://schemas.microsoft.com/office/powerpoint/2010/main" val="184514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77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2026-09-30T10:59:42.0450000Z</dcterms:created>
  <dcterms:modified xsi:type="dcterms:W3CDTF">2026-09-30T10:59:42.0450000Z</dcterms:modified>
</coreProperties>
</file>