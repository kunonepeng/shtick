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开场：今天不先背概念，而是追问一张图片怎样从我们看到的画面变成计算机里的 bits。提示学生：整节课会不断先预测，再观察证据，再修正解释。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让学生不要单选。四种说法在不同层次上都可能成立。要求学生先把四张卡排成从“看到的图像”到“计算机存储”的顺序，并写一句理由。保留分歧，到最后回看。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不要马上展示图片。让学生预测：哪张最清楚？如果显示大小一样，为什么会有差别？追问 8×8 是“屏幕上很小”还是“图像本身只用了 64 个像素位置”？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这是第一张 Q1 证据页。保持三图等大。引导学生只看一个变量：pixel dimensions 变少，显示尺寸不变。让学生说出细节怎样逐步损失。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第二张证据页用 32×32 衔接上一页。让学生观察 32 到 16 到 8 的变化。特别强调：sampling 太少时，有些结构不只是变粗糙，而是失去可辨识性。再引入 Sampling 和 Resolution。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这一页纠正“分辨率越高一定越清晰”。高 pixel count 只是空间取样位置多，但图像质量还受对焦、原始图像、压缩、噪声等影响。给出严谨表述：其他条件相同时，更多取样通常保留更多细节。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进入 Quantization。不要先给数值答案。让学生预测：像素数量没有变，但颜色总数减少时，红绿接缝还会不会看见？这将让学生区分空间位置和颜色取值。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只展示三图，不先给 RGB 数值。让学生先观察、描述、解释。16-color 接缝仍可见，2-color 接缝可能消失。强调：像素位置没有变，变化的是每个位置允许取的颜色集合。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这页在学生观察之后再揭示。不要让学生记具体 RGB tuple，只需要看 same 是 True 还是 False。形成关键理解：Quantization 可以改变颜色关系，甚至让边界消失，但它没有删除像素位置。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Q4 用 5 分钟。强调：Q3 只看到了画面变化，还没有证明文件怎样保存。现在只是假设给 16 种颜色设计固定长度标签。学生从 2 bits、3 bits、4 bits 推出 2^b。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先投票。不要先给 2^24。让学生说理由：24 是颜色个数吗，还是位数？为下一页 RGB 三通道模型创造认知需求。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揭示 RGB 三通道模型。每个通道 8 bits，有 256 个状态。三个通道组合，所以不是 24 种颜色，而是 2^24 种可能组合。回看上一页的预测。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Q6 只用约 2 分钟。重点不是重新教学进制转换，而是让学生看到：颜色值先成为数字，再成为 byte 中的 bits。随后追问：这些 bits 直接连起来就是文件了吗？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只展示 BM 和 offset 54，不讲 little-endian、不揭示文件总大小。让学生推断：前面的 bytes 需要记录文件类型、宽、高、bit depth、pixel data 从哪里开始等信息。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这是本课最重要的计算。先让学生估计，不马上给公式。重点是让学生一步一步构建：像素数是多少、每个像素多少 bits、8 bits 换 1 byte。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把答案算出来。提醒学生：这里算的是未压缩像素值数据量，不是任意文件的磁盘大小。BMP 等文件还可能有 header 和 row padding。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迁移题。很多学生会说“分辨率翻倍，所以大小翻倍”。让他们看到宽和高都是二维方向，两个方向都翻倍，像素总数是 4 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最后回到 Q0 的四张卡片：像素位置、颜色值、数字、bits/bytes。让学生用自己的话区分 sampling、quantization、encoding。收束到三行计算模型。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600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1695" cy="101600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965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图像编码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dirty="0">
                <a:solidFill>
                  <a:srgbClr val="808080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从一张图到 0 和 1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822960" y="3840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C64E1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Sampling → Quantization → Encoding → Size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600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1695" cy="101600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7607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像素、颜色、数字、0和1，谁先谁后？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68680" y="2240280"/>
            <a:ext cx="23317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2514600"/>
            <a:ext cx="2112264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像素 / 小方格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78408" y="2971800"/>
            <a:ext cx="2112264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808080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在哪里取样？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0" y="2240280"/>
            <a:ext cx="23317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25400">
            <a:solidFill>
              <a:srgbClr val="007C9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67328" y="2514600"/>
            <a:ext cx="2112264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颜色值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767328" y="2971800"/>
            <a:ext cx="2112264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808080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每个位置是什么颜色？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46520" y="2240280"/>
            <a:ext cx="23317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25400">
            <a:solidFill>
              <a:srgbClr val="6666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56248" y="2514600"/>
            <a:ext cx="2112264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数字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556248" y="2971800"/>
            <a:ext cx="2112264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808080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颜色怎样编号？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235440" y="2240280"/>
            <a:ext cx="23317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25400">
            <a:solidFill>
              <a:srgbClr val="6251B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45168" y="2514600"/>
            <a:ext cx="2112264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0 和 1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45168" y="2971800"/>
            <a:ext cx="2112264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808080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数字怎样存储？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8680" y="4892040"/>
            <a:ext cx="10515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C64E1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任务：先尝试排序，学完后再修改。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600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1695" cy="101600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7607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显示尺寸一样，为什么看起来不一样？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14400" y="2011680"/>
            <a:ext cx="10332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先预测：同一张图显示得一样大，哪一张最能保留细节？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2971800"/>
            <a:ext cx="10332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8C64E1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8×8 → 16×16 → 32×32 → 64×64 → 256×256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914400" y="4160520"/>
            <a:ext cx="103327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想一想：8×8 到底表示什么？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600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1695" cy="101600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7607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同样大的画面，取样位置越少，细节越少</a:t>
            </a:r>
            <a:endParaRPr lang="en-US" sz="3600" dirty="0"/>
          </a:p>
        </p:txBody>
      </p:sp>
      <p:pic>
        <p:nvPicPr>
          <p:cNvPr id="5" name="Image 0" descr="/mnt/data/image_encoding_materials/1-2-encoding/1-2-3-image-encoding/assets/fallback/sampling-2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600200"/>
            <a:ext cx="2834640" cy="2834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4590288"/>
            <a:ext cx="283464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808080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256×256</a:t>
            </a:r>
            <a:endParaRPr lang="en-US" sz="2000" dirty="0"/>
          </a:p>
        </p:txBody>
      </p:sp>
      <p:pic>
        <p:nvPicPr>
          <p:cNvPr id="7" name="Image 1" descr="/mnt/data/image_encoding_materials/1-2-encoding/1-2-3-image-encoding/assets/fallback/sampling-6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600200"/>
            <a:ext cx="2834640" cy="28346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754880" y="4590288"/>
            <a:ext cx="283464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808080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64×64</a:t>
            </a:r>
            <a:endParaRPr lang="en-US" sz="2000" dirty="0"/>
          </a:p>
        </p:txBody>
      </p:sp>
      <p:pic>
        <p:nvPicPr>
          <p:cNvPr id="9" name="Image 2" descr="/mnt/data/image_encoding_materials/1-2-encoding/1-2-3-image-encoding/assets/fallback/sampling-3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600200"/>
            <a:ext cx="2834640" cy="28346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458200" y="4590288"/>
            <a:ext cx="283464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808080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32×32</a:t>
            </a:r>
            <a:endParaRPr lang="en-US" sz="2000" dirty="0"/>
          </a:p>
        </p:txBody>
      </p:sp>
      <p:sp>
        <p:nvSpPr>
          <p:cNvPr id="11" name="Text 6"/>
          <p:cNvSpPr/>
          <p:nvPr/>
        </p:nvSpPr>
        <p:spPr>
          <a:xfrm>
            <a:off x="914400" y="5486400"/>
            <a:ext cx="104241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8C64E1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证据页 A：先比较 256、64、32。注意圆、斜线、细节条纹。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600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1695" cy="101600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7607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32×32 作为衔接，再往下会发生什么？</a:t>
            </a:r>
            <a:endParaRPr lang="en-US" sz="3600" dirty="0"/>
          </a:p>
        </p:txBody>
      </p:sp>
      <p:pic>
        <p:nvPicPr>
          <p:cNvPr id="5" name="Image 0" descr="/mnt/data/image_encoding_materials/1-2-encoding/1-2-3-image-encoding/assets/fallback/sampling-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600200"/>
            <a:ext cx="2834640" cy="2834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4590288"/>
            <a:ext cx="283464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808080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32×32</a:t>
            </a:r>
            <a:endParaRPr lang="en-US" sz="2000" dirty="0"/>
          </a:p>
        </p:txBody>
      </p:sp>
      <p:pic>
        <p:nvPicPr>
          <p:cNvPr id="7" name="Image 1" descr="/mnt/data/image_encoding_materials/1-2-encoding/1-2-3-image-encoding/assets/fallback/sampling-1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600200"/>
            <a:ext cx="2834640" cy="28346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754880" y="4590288"/>
            <a:ext cx="283464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808080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16×16</a:t>
            </a:r>
            <a:endParaRPr lang="en-US" sz="2000" dirty="0"/>
          </a:p>
        </p:txBody>
      </p:sp>
      <p:pic>
        <p:nvPicPr>
          <p:cNvPr id="9" name="Image 2" descr="/mnt/data/image_encoding_materials/1-2-encoding/1-2-3-image-encoding/assets/fallback/sampling-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600200"/>
            <a:ext cx="2834640" cy="28346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458200" y="4590288"/>
            <a:ext cx="283464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808080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8×8</a:t>
            </a:r>
            <a:endParaRPr lang="en-US" sz="2000" dirty="0"/>
          </a:p>
        </p:txBody>
      </p:sp>
      <p:sp>
        <p:nvSpPr>
          <p:cNvPr id="11" name="Text 6"/>
          <p:cNvSpPr/>
          <p:nvPr/>
        </p:nvSpPr>
        <p:spPr>
          <a:xfrm>
            <a:off x="914400" y="5486400"/>
            <a:ext cx="104241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8C64E1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8×8 时，不只是“边缘粗糙”，有些结构已经难以辨认。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600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1695" cy="101600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7607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分辨率越高，图像一定越清晰吗？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68680" y="1600200"/>
            <a:ext cx="498348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9050">
            <a:solidFill>
              <a:srgbClr val="8C64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1828800"/>
            <a:ext cx="44348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高像素数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但可能失焦 / 模糊</a:t>
            </a:r>
            <a:endParaRPr lang="en-US" sz="2600" dirty="0"/>
          </a:p>
        </p:txBody>
      </p:sp>
      <p:pic>
        <p:nvPicPr>
          <p:cNvPr id="7" name="Image 0" descr="/mnt/data/image_encoding_materials/1-2-encoding/1-2-3-image-encoding/assets/fallback/q2-high-pixels-blu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4520" y="2743200"/>
            <a:ext cx="292608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355080" y="1600200"/>
            <a:ext cx="498348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9050">
            <a:solidFill>
              <a:srgbClr val="007C9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29400" y="1828800"/>
            <a:ext cx="44348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较低像素数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但可能清晰</a:t>
            </a:r>
            <a:endParaRPr lang="en-US" sz="2600" dirty="0"/>
          </a:p>
        </p:txBody>
      </p:sp>
      <p:pic>
        <p:nvPicPr>
          <p:cNvPr id="10" name="Image 1" descr="/mnt/data/image_encoding_materials/1-2-encoding/1-2-3-image-encoding/assets/fallback/q2-low-pixels-shar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2743200"/>
            <a:ext cx="2926080" cy="19202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60120" y="5577840"/>
            <a:ext cx="103327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C64E1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准确说法：其他条件相同时，更多空间取样通常保留更多细节。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600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1695" cy="101600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7607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像素数不变，红绿接缝还会一直在吗？</a:t>
            </a:r>
            <a:endParaRPr lang="en-US" sz="3600" dirty="0"/>
          </a:p>
        </p:txBody>
      </p:sp>
      <p:pic>
        <p:nvPicPr>
          <p:cNvPr id="5" name="Image 0" descr="/mnt/data/image_encoding_materials/1-2-encoding/1-2-3-image-encoding/assets/fallback/quant-orig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828800"/>
            <a:ext cx="2926080" cy="2926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389120" y="1874520"/>
            <a:ext cx="658368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663440" y="2240280"/>
            <a:ext cx="60350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预测：如果整幅图最多只允许 16 种颜色，再到 2 种颜色，红绿接缝会怎样？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4663440" y="3703320"/>
            <a:ext cx="60350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808080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注意：这次 pixel count 不变。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600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1695" cy="101600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7607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先看图：颜色减少后，接缝发生了什么？</a:t>
            </a:r>
            <a:endParaRPr lang="en-US" sz="3600" dirty="0"/>
          </a:p>
        </p:txBody>
      </p:sp>
      <p:pic>
        <p:nvPicPr>
          <p:cNvPr id="5" name="Image 0" descr="/mnt/data/image_encoding_materials/1-2-encoding/1-2-3-image-encoding/assets/fallback/quant-orig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600200"/>
            <a:ext cx="2834640" cy="2834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4590288"/>
            <a:ext cx="283464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808080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原图</a:t>
            </a:r>
            <a:endParaRPr lang="en-US" sz="2000" dirty="0"/>
          </a:p>
        </p:txBody>
      </p:sp>
      <p:pic>
        <p:nvPicPr>
          <p:cNvPr id="7" name="Image 1" descr="/mnt/data/image_encoding_materials/1-2-encoding/1-2-3-image-encoding/assets/fallback/quant-1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600200"/>
            <a:ext cx="2834640" cy="28346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754880" y="4590288"/>
            <a:ext cx="283464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808080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最多 16 colors</a:t>
            </a:r>
            <a:endParaRPr lang="en-US" sz="2000" dirty="0"/>
          </a:p>
        </p:txBody>
      </p:sp>
      <p:pic>
        <p:nvPicPr>
          <p:cNvPr id="9" name="Image 2" descr="/mnt/data/image_encoding_materials/1-2-encoding/1-2-3-image-encoding/assets/fallback/quant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600200"/>
            <a:ext cx="2834640" cy="28346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458200" y="4590288"/>
            <a:ext cx="283464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808080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最多 2 colors</a:t>
            </a:r>
            <a:endParaRPr lang="en-US" sz="2000" dirty="0"/>
          </a:p>
        </p:txBody>
      </p:sp>
      <p:sp>
        <p:nvSpPr>
          <p:cNvPr id="11" name="Text 6"/>
          <p:cNvSpPr/>
          <p:nvPr/>
        </p:nvSpPr>
        <p:spPr>
          <a:xfrm>
            <a:off x="914400" y="5486400"/>
            <a:ext cx="104241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8C64E1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先让学生描述现象：红绿接缝在 16-color 和 2-color 中有什么不同？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600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1695" cy="101600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7607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再看证据：接缝两侧的 RGB 值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14400" y="1481328"/>
            <a:ext cx="104241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808080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取接缝两侧两个 pixel：left=(72,40)，right=(73,40)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828800" y="2029968"/>
            <a:ext cx="201168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C64E1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版本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206240" y="2029968"/>
            <a:ext cx="201168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C64E1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left RGB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583680" y="2029968"/>
            <a:ext cx="201168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C64E1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right RGB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961120" y="2029968"/>
            <a:ext cx="201168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C64E1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same?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828800" y="2788920"/>
            <a:ext cx="20116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16 colors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206240" y="2788920"/>
            <a:ext cx="20116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不同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583680" y="2788920"/>
            <a:ext cx="20116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不同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961120" y="2788920"/>
            <a:ext cx="20116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7C9B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False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828800" y="3703320"/>
            <a:ext cx="20116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2 colors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206240" y="3703320"/>
            <a:ext cx="20116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相同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583680" y="3703320"/>
            <a:ext cx="20116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相同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961120" y="3703320"/>
            <a:ext cx="20116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0000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True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4400" y="5303520"/>
            <a:ext cx="104241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C64E1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结论：pixel positions 没变，但如果相邻区域被映射到同一个颜色，视觉边界会消失。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600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1695" cy="101600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7607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16 种颜色，至少需要几 bit 编号？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14400" y="1600200"/>
            <a:ext cx="104241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现在假设：给 16 种颜色各分配一个固定长度的二进制标签。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68680" y="2423160"/>
            <a:ext cx="315468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697480"/>
            <a:ext cx="2788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2 bits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97280" y="3154680"/>
            <a:ext cx="269748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808080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00 01 10 11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269748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4 个状态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97280" y="3977640"/>
            <a:ext cx="26974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0000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不够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617720" y="2423160"/>
            <a:ext cx="315468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2697480"/>
            <a:ext cx="2788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3 bits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846320" y="3154680"/>
            <a:ext cx="269748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808080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000 ... 111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46320" y="3566160"/>
            <a:ext cx="269748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8 个状态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846320" y="3977640"/>
            <a:ext cx="26974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0000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不够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366760" y="2423160"/>
            <a:ext cx="315468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9640" y="2697480"/>
            <a:ext cx="2788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C64E1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4 bits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595360" y="3154680"/>
            <a:ext cx="269748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808080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0000 ... 1111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595360" y="3566160"/>
            <a:ext cx="269748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16 个状态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595360" y="3977640"/>
            <a:ext cx="26974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8C64E1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刚好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14400" y="5257800"/>
            <a:ext cx="104241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8C64E1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可表示状态数 = 2^b</a:t>
            </a:r>
            <a:endParaRPr lang="en-US" sz="3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600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1695" cy="101600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7607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24-bit color 是 24 种颜色吗？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14400" y="1691640"/>
            <a:ext cx="103327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808080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先判断，不计算：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1097280" y="2331720"/>
            <a:ext cx="43891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4440" y="2532888"/>
            <a:ext cx="41148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A. 24 种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126480" y="2331720"/>
            <a:ext cx="43891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63640" y="2532888"/>
            <a:ext cx="41148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B. 256 种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097280" y="3566160"/>
            <a:ext cx="43891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4440" y="3767328"/>
            <a:ext cx="41148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C. 2^24 种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126480" y="3566160"/>
            <a:ext cx="43891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63640" y="3767328"/>
            <a:ext cx="41148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D. 现在还不能确定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14400" y="5212080"/>
            <a:ext cx="104241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C64E1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“24”描述的是颜色数量，还是一个像素用了多少 bit？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600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1695" cy="101600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7607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24 bit 来自三个 8-bit 通道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914400" y="1645920"/>
            <a:ext cx="2743200" cy="292608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2194560"/>
            <a:ext cx="228600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0000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R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0000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8 bits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0000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0..255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709160" y="1645920"/>
            <a:ext cx="2743200" cy="292608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25400">
            <a:solidFill>
              <a:srgbClr val="00AA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2194560"/>
            <a:ext cx="228600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AA00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G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00AA00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8 bits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00AA00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0..255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8503920" y="1645920"/>
            <a:ext cx="2743200" cy="292608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25400">
            <a:solidFill>
              <a:srgbClr val="007C9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32520" y="2194560"/>
            <a:ext cx="228600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7C9B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B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007C9B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8 bits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007C9B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0..255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14400" y="4937760"/>
            <a:ext cx="104241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8 + 8 + 8 = 24 bits/pixel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914400" y="5532120"/>
            <a:ext cx="104241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C64E1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256 × 256 × 256 = 2^24 = 16,777,216</a:t>
            </a:r>
            <a:endParaRPr lang="en-US" sz="2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600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1695" cy="101600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7607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一个 RGB 像素怎样变成 0 和 1？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14400" y="1554480"/>
            <a:ext cx="104241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RGB = (255, 128, 0)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25880" y="2560320"/>
            <a:ext cx="27432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08760" y="2788920"/>
            <a:ext cx="23774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255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508760" y="3246120"/>
            <a:ext cx="23774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808080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11111111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800600" y="2560320"/>
            <a:ext cx="27432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3480" y="2788920"/>
            <a:ext cx="23774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128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983480" y="3246120"/>
            <a:ext cx="23774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808080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10000000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275320" y="2560320"/>
            <a:ext cx="27432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58200" y="2788920"/>
            <a:ext cx="23774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0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458200" y="3246120"/>
            <a:ext cx="23774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808080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00000000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14400" y="4892040"/>
            <a:ext cx="104241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C64E1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11111111 10000000 00000000</a:t>
            </a:r>
            <a:endParaRPr lang="en-US" sz="2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600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1695" cy="101600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7607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BMP：像素数据之前，为什么还有 54 bytes？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14400" y="1554480"/>
            <a:ext cx="45720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真实 BMP 文件开头：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914400" y="2011680"/>
            <a:ext cx="31089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331720"/>
            <a:ext cx="2743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42 4D  →  "BM"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486400" y="1554480"/>
            <a:ext cx="53035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header bytes at 0x0A: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0" y="2011680"/>
            <a:ext cx="39319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0" y="2331720"/>
            <a:ext cx="3566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36 00 00 00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7406640" y="3154680"/>
            <a:ext cx="0" cy="731520"/>
          </a:xfrm>
          <a:prstGeom prst="line">
            <a:avLst/>
          </a:prstGeom>
          <a:noFill/>
          <a:ln w="2540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5212080" y="4069080"/>
            <a:ext cx="45720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C64E1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decoded offset = 54 bytes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14400" y="5349240"/>
            <a:ext cx="104241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推断：像素数据之前的 54 bytes 用来告诉软件如何解释这张图。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600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1695" cy="101600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7607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1920×1080、24-bit RGB，不压缩需要多大？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14400" y="1645920"/>
            <a:ext cx="104241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先估算，再计算：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1097280" y="2423160"/>
            <a:ext cx="43891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2606040"/>
            <a:ext cx="40233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A. 约 2 MB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126480" y="2423160"/>
            <a:ext cx="43891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09360" y="2606040"/>
            <a:ext cx="40233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B. 约 6 MB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097280" y="3566160"/>
            <a:ext cx="43891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80160" y="3749040"/>
            <a:ext cx="40233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C. 约 24 MB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126480" y="3566160"/>
            <a:ext cx="43891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3749040"/>
            <a:ext cx="40233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D. 约 48 MB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14400" y="5212080"/>
            <a:ext cx="104241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C64E1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提醒：先算 pixels，再算 bits，再换 bytes。</a:t>
            </a:r>
            <a:endParaRPr lang="en-US" sz="2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600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1695" cy="101600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7607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图像大小：像素数 × 每像素 bits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14400" y="1554480"/>
            <a:ext cx="104241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pixels = 1920 × 1080 = 2,073,600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914400" y="2331720"/>
            <a:ext cx="104241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24-bit RGB = 24 bits/pixel = 3 bytes/pixel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04241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C64E1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2,073,600 × 3 = 6,220,800 bytes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3977640"/>
            <a:ext cx="104241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≈ 6.22 MB（或约 5.93 MiB）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14400" y="5440680"/>
            <a:ext cx="104241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808080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本课 24-bit RGB：像素值数据量 = W × H × 3 bytes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600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1695" cy="101600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7607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宽和高都变成 2 倍，数据量变几倍？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14400" y="1737360"/>
            <a:ext cx="104241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800×600  →  1600×1200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14400" y="2651760"/>
            <a:ext cx="104241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C64E1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是 2 倍，还是 4 倍？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1920240" y="3657600"/>
            <a:ext cx="32004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57400" y="3886200"/>
            <a:ext cx="29260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800×600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= 480,000 px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394960" y="4251960"/>
            <a:ext cx="1280160" cy="0"/>
          </a:xfrm>
          <a:prstGeom prst="line">
            <a:avLst/>
          </a:prstGeom>
          <a:noFill/>
          <a:ln w="2540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040880" y="3657600"/>
            <a:ext cx="32004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78040" y="3886200"/>
            <a:ext cx="29260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1600×1200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= 1,920,000 px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14400" y="5669280"/>
            <a:ext cx="104241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C64E1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像素数变 4 倍；bits/pixel 不变时，数据量也变 4 倍。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600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400"/>
            <a:ext cx="12191695" cy="101600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7607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回看：Sampling、Quantization、Encoding 分别解决什么？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22960" y="182880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057400"/>
            <a:ext cx="278892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C64E1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Sampling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097280" y="2578608"/>
            <a:ext cx="2514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在哪里取样？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取多少位置？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977640" y="2542032"/>
            <a:ext cx="457200" cy="0"/>
          </a:xfrm>
          <a:prstGeom prst="line">
            <a:avLst/>
          </a:prstGeom>
          <a:noFill/>
          <a:ln w="2540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572000" y="182880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25400">
            <a:solidFill>
              <a:srgbClr val="007C9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9160" y="2057400"/>
            <a:ext cx="278892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7C9B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Quantization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846320" y="2578608"/>
            <a:ext cx="2514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每个位置允许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哪些离散值？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26680" y="2542032"/>
            <a:ext cx="457200" cy="0"/>
          </a:xfrm>
          <a:prstGeom prst="line">
            <a:avLst/>
          </a:prstGeom>
          <a:noFill/>
          <a:ln w="2540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321040" y="182880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25400">
            <a:solidFill>
              <a:srgbClr val="6251B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58200" y="2057400"/>
            <a:ext cx="278892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251B1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Encoding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595360" y="2578608"/>
            <a:ext cx="2514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这些值怎样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表示成 bits/bytes？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4023360"/>
            <a:ext cx="104241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像素数 = W × H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4572000"/>
            <a:ext cx="104241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像素值数据量 = W × H × b bits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14400" y="5120640"/>
            <a:ext cx="104241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C64E1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本课 24-bit RGB：W × H × 3 bytes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libaba PuHuiTi 3.0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libaba PuHuiTi 3.0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图像编码：从一张图到 0 和 1</dc:title>
  <dc:subject>高中信息科技 图像编码</dc:subject>
  <dc:creator>OpenAI</dc:creator>
  <cp:lastModifiedBy>OpenAI</cp:lastModifiedBy>
  <cp:revision>1</cp:revision>
  <dcterms:created xsi:type="dcterms:W3CDTF">2026-09-29T00:02:14Z</dcterms:created>
  <dcterms:modified xsi:type="dcterms:W3CDTF">2026-09-29T00:02:14Z</dcterms:modified>
</cp:coreProperties>
</file>